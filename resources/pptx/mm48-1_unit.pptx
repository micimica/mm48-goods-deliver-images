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8" r:id="rId1"/>
  </p:sldMasterIdLst>
  <p:notesMasterIdLst>
    <p:notesMasterId r:id="rId3"/>
  </p:notesMasterIdLst>
  <p:sldIdLst>
    <p:sldId id="272" r:id="rId2"/>
  </p:sldIdLst>
  <p:sldSz cx="10799763" cy="1079976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huumla42" initials="h" lastIdx="1" clrIdx="0">
    <p:extLst>
      <p:ext uri="{19B8F6BF-5375-455C-9EA6-DF929625EA0E}">
        <p15:presenceInfo xmlns:p15="http://schemas.microsoft.com/office/powerpoint/2012/main" userId="huumla42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FB336"/>
    <a:srgbClr val="85B36F"/>
    <a:srgbClr val="2C5218"/>
    <a:srgbClr val="3D5233"/>
    <a:srgbClr val="B34A36"/>
    <a:srgbClr val="B37A6F"/>
    <a:srgbClr val="522218"/>
    <a:srgbClr val="523833"/>
    <a:srgbClr val="8936B3"/>
    <a:srgbClr val="9C6FB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398" autoAdjust="0"/>
    <p:restoredTop sz="94660"/>
  </p:normalViewPr>
  <p:slideViewPr>
    <p:cSldViewPr snapToGrid="0">
      <p:cViewPr varScale="1">
        <p:scale>
          <a:sx n="61" d="100"/>
          <a:sy n="61" d="100"/>
        </p:scale>
        <p:origin x="1997" y="43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tableStyles" Target="tableStyles.xml"/><Relationship Id="rId3" Type="http://schemas.openxmlformats.org/officeDocument/2006/relationships/notesMaster" Target="notesMasters/notesMaster1.xml"/><Relationship Id="rId7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viewProps" Target="viewProps.xml"/><Relationship Id="rId5" Type="http://schemas.openxmlformats.org/officeDocument/2006/relationships/presProps" Target="presProps.xml"/><Relationship Id="rId4" Type="http://schemas.openxmlformats.org/officeDocument/2006/relationships/commentAuthors" Target="commentAuthor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58EE7B-4BC0-4228-8F71-46C2898A478D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1885950" y="1143000"/>
            <a:ext cx="30861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D59D087-1E15-4CB7-BAB2-30315B2AD69F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3285113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1pPr>
    <a:lvl2pPr marL="588671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2pPr>
    <a:lvl3pPr marL="1177342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3pPr>
    <a:lvl4pPr marL="1766019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4pPr>
    <a:lvl5pPr marL="2354690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5pPr>
    <a:lvl6pPr marL="2943361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6pPr>
    <a:lvl7pPr marL="3532035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7pPr>
    <a:lvl8pPr marL="4120709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8pPr>
    <a:lvl9pPr marL="4709383" algn="l" defTabSz="1177342" rtl="0" eaLnBrk="1" latinLnBrk="0" hangingPunct="1">
      <a:defRPr kumimoji="1" sz="1544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09982" y="1767462"/>
            <a:ext cx="9179799" cy="3759917"/>
          </a:xfrm>
        </p:spPr>
        <p:txBody>
          <a:bodyPr anchor="b"/>
          <a:lstStyle>
            <a:lvl1pPr algn="ctr">
              <a:defRPr sz="7087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49971" y="5672376"/>
            <a:ext cx="8099822" cy="2607442"/>
          </a:xfrm>
        </p:spPr>
        <p:txBody>
          <a:bodyPr/>
          <a:lstStyle>
            <a:lvl1pPr marL="0" indent="0" algn="ctr">
              <a:buNone/>
              <a:defRPr sz="2835"/>
            </a:lvl1pPr>
            <a:lvl2pPr marL="539999" indent="0" algn="ctr">
              <a:buNone/>
              <a:defRPr sz="2362"/>
            </a:lvl2pPr>
            <a:lvl3pPr marL="1079998" indent="0" algn="ctr">
              <a:buNone/>
              <a:defRPr sz="2126"/>
            </a:lvl3pPr>
            <a:lvl4pPr marL="1619997" indent="0" algn="ctr">
              <a:buNone/>
              <a:defRPr sz="1890"/>
            </a:lvl4pPr>
            <a:lvl5pPr marL="2159996" indent="0" algn="ctr">
              <a:buNone/>
              <a:defRPr sz="1890"/>
            </a:lvl5pPr>
            <a:lvl6pPr marL="2699995" indent="0" algn="ctr">
              <a:buNone/>
              <a:defRPr sz="1890"/>
            </a:lvl6pPr>
            <a:lvl7pPr marL="3239994" indent="0" algn="ctr">
              <a:buNone/>
              <a:defRPr sz="1890"/>
            </a:lvl7pPr>
            <a:lvl8pPr marL="3779992" indent="0" algn="ctr">
              <a:buNone/>
              <a:defRPr sz="1890"/>
            </a:lvl8pPr>
            <a:lvl9pPr marL="4319991" indent="0" algn="ctr">
              <a:buNone/>
              <a:defRPr sz="1890"/>
            </a:lvl9pPr>
          </a:lstStyle>
          <a:p>
            <a:r>
              <a:rPr lang="ja-JP" altLang="en-US"/>
              <a:t>マスター サブタイトルの書式設定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488230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290821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36859" y="2692444"/>
            <a:ext cx="9314796" cy="4492401"/>
          </a:xfrm>
        </p:spPr>
        <p:txBody>
          <a:bodyPr anchor="b"/>
          <a:lstStyle>
            <a:lvl1pPr>
              <a:defRPr sz="7087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36859" y="7227345"/>
            <a:ext cx="9314796" cy="2362447"/>
          </a:xfrm>
        </p:spPr>
        <p:txBody>
          <a:bodyPr/>
          <a:lstStyle>
            <a:lvl1pPr marL="0" indent="0">
              <a:buNone/>
              <a:defRPr sz="2835">
                <a:solidFill>
                  <a:schemeClr val="tx1"/>
                </a:solidFill>
              </a:defRPr>
            </a:lvl1pPr>
            <a:lvl2pPr marL="539999" indent="0">
              <a:buNone/>
              <a:defRPr sz="2362">
                <a:solidFill>
                  <a:schemeClr val="tx1">
                    <a:tint val="75000"/>
                  </a:schemeClr>
                </a:solidFill>
              </a:defRPr>
            </a:lvl2pPr>
            <a:lvl3pPr marL="1079998" indent="0">
              <a:buNone/>
              <a:defRPr sz="2126">
                <a:solidFill>
                  <a:schemeClr val="tx1">
                    <a:tint val="75000"/>
                  </a:schemeClr>
                </a:solidFill>
              </a:defRPr>
            </a:lvl3pPr>
            <a:lvl4pPr marL="1619997" indent="0">
              <a:buNone/>
              <a:defRPr sz="1890">
                <a:solidFill>
                  <a:schemeClr val="tx1">
                    <a:tint val="75000"/>
                  </a:schemeClr>
                </a:solidFill>
              </a:defRPr>
            </a:lvl4pPr>
            <a:lvl5pPr marL="2159996" indent="0">
              <a:buNone/>
              <a:defRPr sz="1890">
                <a:solidFill>
                  <a:schemeClr val="tx1">
                    <a:tint val="75000"/>
                  </a:schemeClr>
                </a:solidFill>
              </a:defRPr>
            </a:lvl5pPr>
            <a:lvl6pPr marL="2699995" indent="0">
              <a:buNone/>
              <a:defRPr sz="1890">
                <a:solidFill>
                  <a:schemeClr val="tx1">
                    <a:tint val="75000"/>
                  </a:schemeClr>
                </a:solidFill>
              </a:defRPr>
            </a:lvl6pPr>
            <a:lvl7pPr marL="3239994" indent="0">
              <a:buNone/>
              <a:defRPr sz="1890">
                <a:solidFill>
                  <a:schemeClr val="tx1">
                    <a:tint val="75000"/>
                  </a:schemeClr>
                </a:solidFill>
              </a:defRPr>
            </a:lvl7pPr>
            <a:lvl8pPr marL="3779992" indent="0">
              <a:buNone/>
              <a:defRPr sz="1890">
                <a:solidFill>
                  <a:schemeClr val="tx1">
                    <a:tint val="75000"/>
                  </a:schemeClr>
                </a:solidFill>
              </a:defRPr>
            </a:lvl8pPr>
            <a:lvl9pPr marL="4319991" indent="0">
              <a:buNone/>
              <a:defRPr sz="189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046003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42484" y="2874937"/>
            <a:ext cx="4589899" cy="6852350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67380" y="2874937"/>
            <a:ext cx="4589899" cy="6852350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4854091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3890" y="574990"/>
            <a:ext cx="9314796" cy="2087455"/>
          </a:xfrm>
        </p:spPr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43892" y="2647443"/>
            <a:ext cx="4568805" cy="1297471"/>
          </a:xfrm>
        </p:spPr>
        <p:txBody>
          <a:bodyPr anchor="b"/>
          <a:lstStyle>
            <a:lvl1pPr marL="0" indent="0">
              <a:buNone/>
              <a:defRPr sz="2835" b="1"/>
            </a:lvl1pPr>
            <a:lvl2pPr marL="539999" indent="0">
              <a:buNone/>
              <a:defRPr sz="2362" b="1"/>
            </a:lvl2pPr>
            <a:lvl3pPr marL="1079998" indent="0">
              <a:buNone/>
              <a:defRPr sz="2126" b="1"/>
            </a:lvl3pPr>
            <a:lvl4pPr marL="1619997" indent="0">
              <a:buNone/>
              <a:defRPr sz="1890" b="1"/>
            </a:lvl4pPr>
            <a:lvl5pPr marL="2159996" indent="0">
              <a:buNone/>
              <a:defRPr sz="1890" b="1"/>
            </a:lvl5pPr>
            <a:lvl6pPr marL="2699995" indent="0">
              <a:buNone/>
              <a:defRPr sz="1890" b="1"/>
            </a:lvl6pPr>
            <a:lvl7pPr marL="3239994" indent="0">
              <a:buNone/>
              <a:defRPr sz="1890" b="1"/>
            </a:lvl7pPr>
            <a:lvl8pPr marL="3779992" indent="0">
              <a:buNone/>
              <a:defRPr sz="1890" b="1"/>
            </a:lvl8pPr>
            <a:lvl9pPr marL="4319991" indent="0">
              <a:buNone/>
              <a:defRPr sz="1890" b="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43892" y="3944914"/>
            <a:ext cx="4568805" cy="5802373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467381" y="2647443"/>
            <a:ext cx="4591306" cy="1297471"/>
          </a:xfrm>
        </p:spPr>
        <p:txBody>
          <a:bodyPr anchor="b"/>
          <a:lstStyle>
            <a:lvl1pPr marL="0" indent="0">
              <a:buNone/>
              <a:defRPr sz="2835" b="1"/>
            </a:lvl1pPr>
            <a:lvl2pPr marL="539999" indent="0">
              <a:buNone/>
              <a:defRPr sz="2362" b="1"/>
            </a:lvl2pPr>
            <a:lvl3pPr marL="1079998" indent="0">
              <a:buNone/>
              <a:defRPr sz="2126" b="1"/>
            </a:lvl3pPr>
            <a:lvl4pPr marL="1619997" indent="0">
              <a:buNone/>
              <a:defRPr sz="1890" b="1"/>
            </a:lvl4pPr>
            <a:lvl5pPr marL="2159996" indent="0">
              <a:buNone/>
              <a:defRPr sz="1890" b="1"/>
            </a:lvl5pPr>
            <a:lvl6pPr marL="2699995" indent="0">
              <a:buNone/>
              <a:defRPr sz="1890" b="1"/>
            </a:lvl6pPr>
            <a:lvl7pPr marL="3239994" indent="0">
              <a:buNone/>
              <a:defRPr sz="1890" b="1"/>
            </a:lvl7pPr>
            <a:lvl8pPr marL="3779992" indent="0">
              <a:buNone/>
              <a:defRPr sz="1890" b="1"/>
            </a:lvl8pPr>
            <a:lvl9pPr marL="4319991" indent="0">
              <a:buNone/>
              <a:defRPr sz="1890" b="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467381" y="3944914"/>
            <a:ext cx="4591306" cy="5802373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284864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5943329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1409584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3890" y="719984"/>
            <a:ext cx="3483205" cy="2519945"/>
          </a:xfrm>
        </p:spPr>
        <p:txBody>
          <a:bodyPr anchor="b"/>
          <a:lstStyle>
            <a:lvl1pPr>
              <a:defRPr sz="378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91306" y="1554968"/>
            <a:ext cx="5467380" cy="7674832"/>
          </a:xfrm>
        </p:spPr>
        <p:txBody>
          <a:bodyPr/>
          <a:lstStyle>
            <a:lvl1pPr>
              <a:defRPr sz="3780"/>
            </a:lvl1pPr>
            <a:lvl2pPr>
              <a:defRPr sz="3307"/>
            </a:lvl2pPr>
            <a:lvl3pPr>
              <a:defRPr sz="2835"/>
            </a:lvl3pPr>
            <a:lvl4pPr>
              <a:defRPr sz="2362"/>
            </a:lvl4pPr>
            <a:lvl5pPr>
              <a:defRPr sz="2362"/>
            </a:lvl5pPr>
            <a:lvl6pPr>
              <a:defRPr sz="2362"/>
            </a:lvl6pPr>
            <a:lvl7pPr>
              <a:defRPr sz="2362"/>
            </a:lvl7pPr>
            <a:lvl8pPr>
              <a:defRPr sz="2362"/>
            </a:lvl8pPr>
            <a:lvl9pPr>
              <a:defRPr sz="2362"/>
            </a:lvl9pPr>
          </a:lstStyle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43890" y="3239929"/>
            <a:ext cx="3483205" cy="6002369"/>
          </a:xfrm>
        </p:spPr>
        <p:txBody>
          <a:bodyPr/>
          <a:lstStyle>
            <a:lvl1pPr marL="0" indent="0">
              <a:buNone/>
              <a:defRPr sz="1890"/>
            </a:lvl1pPr>
            <a:lvl2pPr marL="539999" indent="0">
              <a:buNone/>
              <a:defRPr sz="1654"/>
            </a:lvl2pPr>
            <a:lvl3pPr marL="1079998" indent="0">
              <a:buNone/>
              <a:defRPr sz="1417"/>
            </a:lvl3pPr>
            <a:lvl4pPr marL="1619997" indent="0">
              <a:buNone/>
              <a:defRPr sz="1181"/>
            </a:lvl4pPr>
            <a:lvl5pPr marL="2159996" indent="0">
              <a:buNone/>
              <a:defRPr sz="1181"/>
            </a:lvl5pPr>
            <a:lvl6pPr marL="2699995" indent="0">
              <a:buNone/>
              <a:defRPr sz="1181"/>
            </a:lvl6pPr>
            <a:lvl7pPr marL="3239994" indent="0">
              <a:buNone/>
              <a:defRPr sz="1181"/>
            </a:lvl7pPr>
            <a:lvl8pPr marL="3779992" indent="0">
              <a:buNone/>
              <a:defRPr sz="1181"/>
            </a:lvl8pPr>
            <a:lvl9pPr marL="4319991" indent="0">
              <a:buNone/>
              <a:defRPr sz="118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377125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3890" y="719984"/>
            <a:ext cx="3483205" cy="2519945"/>
          </a:xfrm>
        </p:spPr>
        <p:txBody>
          <a:bodyPr anchor="b"/>
          <a:lstStyle>
            <a:lvl1pPr>
              <a:defRPr sz="378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591306" y="1554968"/>
            <a:ext cx="5467380" cy="7674832"/>
          </a:xfrm>
        </p:spPr>
        <p:txBody>
          <a:bodyPr anchor="t"/>
          <a:lstStyle>
            <a:lvl1pPr marL="0" indent="0">
              <a:buNone/>
              <a:defRPr sz="3780"/>
            </a:lvl1pPr>
            <a:lvl2pPr marL="539999" indent="0">
              <a:buNone/>
              <a:defRPr sz="3307"/>
            </a:lvl2pPr>
            <a:lvl3pPr marL="1079998" indent="0">
              <a:buNone/>
              <a:defRPr sz="2835"/>
            </a:lvl3pPr>
            <a:lvl4pPr marL="1619997" indent="0">
              <a:buNone/>
              <a:defRPr sz="2362"/>
            </a:lvl4pPr>
            <a:lvl5pPr marL="2159996" indent="0">
              <a:buNone/>
              <a:defRPr sz="2362"/>
            </a:lvl5pPr>
            <a:lvl6pPr marL="2699995" indent="0">
              <a:buNone/>
              <a:defRPr sz="2362"/>
            </a:lvl6pPr>
            <a:lvl7pPr marL="3239994" indent="0">
              <a:buNone/>
              <a:defRPr sz="2362"/>
            </a:lvl7pPr>
            <a:lvl8pPr marL="3779992" indent="0">
              <a:buNone/>
              <a:defRPr sz="2362"/>
            </a:lvl8pPr>
            <a:lvl9pPr marL="4319991" indent="0">
              <a:buNone/>
              <a:defRPr sz="2362"/>
            </a:lvl9pPr>
          </a:lstStyle>
          <a:p>
            <a:r>
              <a:rPr lang="ja-JP" altLang="en-US"/>
              <a:t>アイコンをクリックして図を追加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43890" y="3239929"/>
            <a:ext cx="3483205" cy="6002369"/>
          </a:xfrm>
        </p:spPr>
        <p:txBody>
          <a:bodyPr/>
          <a:lstStyle>
            <a:lvl1pPr marL="0" indent="0">
              <a:buNone/>
              <a:defRPr sz="1890"/>
            </a:lvl1pPr>
            <a:lvl2pPr marL="539999" indent="0">
              <a:buNone/>
              <a:defRPr sz="1654"/>
            </a:lvl2pPr>
            <a:lvl3pPr marL="1079998" indent="0">
              <a:buNone/>
              <a:defRPr sz="1417"/>
            </a:lvl3pPr>
            <a:lvl4pPr marL="1619997" indent="0">
              <a:buNone/>
              <a:defRPr sz="1181"/>
            </a:lvl4pPr>
            <a:lvl5pPr marL="2159996" indent="0">
              <a:buNone/>
              <a:defRPr sz="1181"/>
            </a:lvl5pPr>
            <a:lvl6pPr marL="2699995" indent="0">
              <a:buNone/>
              <a:defRPr sz="1181"/>
            </a:lvl6pPr>
            <a:lvl7pPr marL="3239994" indent="0">
              <a:buNone/>
              <a:defRPr sz="1181"/>
            </a:lvl7pPr>
            <a:lvl8pPr marL="3779992" indent="0">
              <a:buNone/>
              <a:defRPr sz="1181"/>
            </a:lvl8pPr>
            <a:lvl9pPr marL="4319991" indent="0">
              <a:buNone/>
              <a:defRPr sz="118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057328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6711401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&#10;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728581" y="574987"/>
            <a:ext cx="2328699" cy="9152300"/>
          </a:xfrm>
        </p:spPr>
        <p:txBody>
          <a:bodyPr vert="eaVert"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42484" y="574987"/>
            <a:ext cx="6851100" cy="9152300"/>
          </a:xfrm>
        </p:spPr>
        <p:txBody>
          <a:bodyPr vert="eaVert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51886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42484" y="574990"/>
            <a:ext cx="9314796" cy="208745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42484" y="2874937"/>
            <a:ext cx="9314796" cy="68523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42484" y="10009783"/>
            <a:ext cx="2429947" cy="57498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417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28B86BA-121C-4D41-AB40-146AE661BB2F}" type="datetimeFigureOut">
              <a:rPr kumimoji="1" lang="ja-JP" altLang="en-US" smtClean="0"/>
              <a:t>2021/3/2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577422" y="10009783"/>
            <a:ext cx="3644920" cy="57498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417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627332" y="10009783"/>
            <a:ext cx="2429947" cy="57498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17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75B9329-4B3B-4D25-B65E-E8D9DB347C5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714814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txStyles>
    <p:titleStyle>
      <a:lvl1pPr algn="l" defTabSz="1079998" rtl="0" eaLnBrk="1" latinLnBrk="0" hangingPunct="1">
        <a:lnSpc>
          <a:spcPct val="90000"/>
        </a:lnSpc>
        <a:spcBef>
          <a:spcPct val="0"/>
        </a:spcBef>
        <a:buNone/>
        <a:defRPr kumimoji="1" sz="519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69999" indent="-269999" algn="l" defTabSz="1079998" rtl="0" eaLnBrk="1" latinLnBrk="0" hangingPunct="1">
        <a:lnSpc>
          <a:spcPct val="90000"/>
        </a:lnSpc>
        <a:spcBef>
          <a:spcPts val="1181"/>
        </a:spcBef>
        <a:buFont typeface="Arial" panose="020B0604020202020204" pitchFamily="34" charset="0"/>
        <a:buChar char="•"/>
        <a:defRPr kumimoji="1" sz="3307" kern="1200">
          <a:solidFill>
            <a:schemeClr val="tx1"/>
          </a:solidFill>
          <a:latin typeface="+mn-lt"/>
          <a:ea typeface="+mn-ea"/>
          <a:cs typeface="+mn-cs"/>
        </a:defRPr>
      </a:lvl1pPr>
      <a:lvl2pPr marL="809998" indent="-269999" algn="l" defTabSz="1079998" rtl="0" eaLnBrk="1" latinLnBrk="0" hangingPunct="1">
        <a:lnSpc>
          <a:spcPct val="90000"/>
        </a:lnSpc>
        <a:spcBef>
          <a:spcPts val="591"/>
        </a:spcBef>
        <a:buFont typeface="Arial" panose="020B0604020202020204" pitchFamily="34" charset="0"/>
        <a:buChar char="•"/>
        <a:defRPr kumimoji="1" sz="2835" kern="1200">
          <a:solidFill>
            <a:schemeClr val="tx1"/>
          </a:solidFill>
          <a:latin typeface="+mn-lt"/>
          <a:ea typeface="+mn-ea"/>
          <a:cs typeface="+mn-cs"/>
        </a:defRPr>
      </a:lvl2pPr>
      <a:lvl3pPr marL="1349997" indent="-269999" algn="l" defTabSz="1079998" rtl="0" eaLnBrk="1" latinLnBrk="0" hangingPunct="1">
        <a:lnSpc>
          <a:spcPct val="90000"/>
        </a:lnSpc>
        <a:spcBef>
          <a:spcPts val="591"/>
        </a:spcBef>
        <a:buFont typeface="Arial" panose="020B0604020202020204" pitchFamily="34" charset="0"/>
        <a:buChar char="•"/>
        <a:defRPr kumimoji="1" sz="2362" kern="1200">
          <a:solidFill>
            <a:schemeClr val="tx1"/>
          </a:solidFill>
          <a:latin typeface="+mn-lt"/>
          <a:ea typeface="+mn-ea"/>
          <a:cs typeface="+mn-cs"/>
        </a:defRPr>
      </a:lvl3pPr>
      <a:lvl4pPr marL="1889996" indent="-269999" algn="l" defTabSz="1079998" rtl="0" eaLnBrk="1" latinLnBrk="0" hangingPunct="1">
        <a:lnSpc>
          <a:spcPct val="90000"/>
        </a:lnSpc>
        <a:spcBef>
          <a:spcPts val="591"/>
        </a:spcBef>
        <a:buFont typeface="Arial" panose="020B0604020202020204" pitchFamily="34" charset="0"/>
        <a:buChar char="•"/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4pPr>
      <a:lvl5pPr marL="2429995" indent="-269999" algn="l" defTabSz="1079998" rtl="0" eaLnBrk="1" latinLnBrk="0" hangingPunct="1">
        <a:lnSpc>
          <a:spcPct val="90000"/>
        </a:lnSpc>
        <a:spcBef>
          <a:spcPts val="591"/>
        </a:spcBef>
        <a:buFont typeface="Arial" panose="020B0604020202020204" pitchFamily="34" charset="0"/>
        <a:buChar char="•"/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5pPr>
      <a:lvl6pPr marL="2969994" indent="-269999" algn="l" defTabSz="1079998" rtl="0" eaLnBrk="1" latinLnBrk="0" hangingPunct="1">
        <a:lnSpc>
          <a:spcPct val="90000"/>
        </a:lnSpc>
        <a:spcBef>
          <a:spcPts val="591"/>
        </a:spcBef>
        <a:buFont typeface="Arial" panose="020B0604020202020204" pitchFamily="34" charset="0"/>
        <a:buChar char="•"/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6pPr>
      <a:lvl7pPr marL="3509993" indent="-269999" algn="l" defTabSz="1079998" rtl="0" eaLnBrk="1" latinLnBrk="0" hangingPunct="1">
        <a:lnSpc>
          <a:spcPct val="90000"/>
        </a:lnSpc>
        <a:spcBef>
          <a:spcPts val="591"/>
        </a:spcBef>
        <a:buFont typeface="Arial" panose="020B0604020202020204" pitchFamily="34" charset="0"/>
        <a:buChar char="•"/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7pPr>
      <a:lvl8pPr marL="4049992" indent="-269999" algn="l" defTabSz="1079998" rtl="0" eaLnBrk="1" latinLnBrk="0" hangingPunct="1">
        <a:lnSpc>
          <a:spcPct val="90000"/>
        </a:lnSpc>
        <a:spcBef>
          <a:spcPts val="591"/>
        </a:spcBef>
        <a:buFont typeface="Arial" panose="020B0604020202020204" pitchFamily="34" charset="0"/>
        <a:buChar char="•"/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8pPr>
      <a:lvl9pPr marL="4589991" indent="-269999" algn="l" defTabSz="1079998" rtl="0" eaLnBrk="1" latinLnBrk="0" hangingPunct="1">
        <a:lnSpc>
          <a:spcPct val="90000"/>
        </a:lnSpc>
        <a:spcBef>
          <a:spcPts val="591"/>
        </a:spcBef>
        <a:buFont typeface="Arial" panose="020B0604020202020204" pitchFamily="34" charset="0"/>
        <a:buChar char="•"/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1pPr>
      <a:lvl2pPr marL="539999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2pPr>
      <a:lvl3pPr marL="1079998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3pPr>
      <a:lvl4pPr marL="1619997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4pPr>
      <a:lvl5pPr marL="2159996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5pPr>
      <a:lvl6pPr marL="2699995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6pPr>
      <a:lvl7pPr marL="3239994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7pPr>
      <a:lvl8pPr marL="3779992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8pPr>
      <a:lvl9pPr marL="4319991" algn="l" defTabSz="1079998" rtl="0" eaLnBrk="1" latinLnBrk="0" hangingPunct="1">
        <a:defRPr kumimoji="1" sz="2126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2DA74998-D15B-40FD-8CAF-18543BB3DFDE}"/>
              </a:ext>
            </a:extLst>
          </p:cNvPr>
          <p:cNvGrpSpPr/>
          <p:nvPr/>
        </p:nvGrpSpPr>
        <p:grpSpPr>
          <a:xfrm>
            <a:off x="1055650" y="528216"/>
            <a:ext cx="9216985" cy="9217291"/>
            <a:chOff x="1055650" y="528216"/>
            <a:chExt cx="9216985" cy="9217291"/>
          </a:xfrm>
        </p:grpSpPr>
        <p:sp>
          <p:nvSpPr>
            <p:cNvPr id="49835" name="直角三角形 49834">
              <a:extLst>
                <a:ext uri="{FF2B5EF4-FFF2-40B4-BE49-F238E27FC236}">
                  <a16:creationId xmlns:a16="http://schemas.microsoft.com/office/drawing/2014/main" id="{9E2C8EAD-EBE6-4B68-BB38-843F491BDA0E}"/>
                </a:ext>
              </a:extLst>
            </p:cNvPr>
            <p:cNvSpPr>
              <a:spLocks noChangeAspect="1"/>
            </p:cNvSpPr>
            <p:nvPr/>
          </p:nvSpPr>
          <p:spPr>
            <a:xfrm rot="18900000">
              <a:off x="5927707" y="528216"/>
              <a:ext cx="2545200" cy="2545200"/>
            </a:xfrm>
            <a:prstGeom prst="rtTriangle">
              <a:avLst/>
            </a:prstGeom>
            <a:solidFill>
              <a:srgbClr val="18485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836" name="直角三角形 49835">
              <a:extLst>
                <a:ext uri="{FF2B5EF4-FFF2-40B4-BE49-F238E27FC236}">
                  <a16:creationId xmlns:a16="http://schemas.microsoft.com/office/drawing/2014/main" id="{7DEB5395-56F6-45FC-8AD9-D2F2F0623641}"/>
                </a:ext>
              </a:extLst>
            </p:cNvPr>
            <p:cNvSpPr>
              <a:spLocks noChangeAspect="1"/>
            </p:cNvSpPr>
            <p:nvPr/>
          </p:nvSpPr>
          <p:spPr>
            <a:xfrm rot="13500000">
              <a:off x="4127979" y="2327944"/>
              <a:ext cx="2545200" cy="2545200"/>
            </a:xfrm>
            <a:prstGeom prst="rtTriangle">
              <a:avLst/>
            </a:prstGeom>
            <a:solidFill>
              <a:srgbClr val="324C5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837" name="直角三角形 49836">
              <a:extLst>
                <a:ext uri="{FF2B5EF4-FFF2-40B4-BE49-F238E27FC236}">
                  <a16:creationId xmlns:a16="http://schemas.microsoft.com/office/drawing/2014/main" id="{A6A406FC-4E75-4D4E-AE17-6E0588889949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7727435" y="2327944"/>
              <a:ext cx="2545200" cy="2545200"/>
            </a:xfrm>
            <a:prstGeom prst="rtTriangle">
              <a:avLst/>
            </a:prstGeom>
            <a:solidFill>
              <a:srgbClr val="6FA7B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838" name="直角三角形 49837">
              <a:extLst>
                <a:ext uri="{FF2B5EF4-FFF2-40B4-BE49-F238E27FC236}">
                  <a16:creationId xmlns:a16="http://schemas.microsoft.com/office/drawing/2014/main" id="{845A8B15-B740-4F68-825E-5598550DD1A8}"/>
                </a:ext>
              </a:extLst>
            </p:cNvPr>
            <p:cNvSpPr>
              <a:spLocks noChangeAspect="1"/>
            </p:cNvSpPr>
            <p:nvPr/>
          </p:nvSpPr>
          <p:spPr>
            <a:xfrm rot="8100000">
              <a:off x="5926738" y="4127672"/>
              <a:ext cx="2545200" cy="2545200"/>
            </a:xfrm>
            <a:prstGeom prst="rtTriangle">
              <a:avLst/>
            </a:prstGeom>
            <a:solidFill>
              <a:srgbClr val="369EB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9839" name="グループ化 49838">
              <a:extLst>
                <a:ext uri="{FF2B5EF4-FFF2-40B4-BE49-F238E27FC236}">
                  <a16:creationId xmlns:a16="http://schemas.microsoft.com/office/drawing/2014/main" id="{96590232-4B29-41C6-BE14-84E810AF4ADD}"/>
                </a:ext>
              </a:extLst>
            </p:cNvPr>
            <p:cNvGrpSpPr/>
            <p:nvPr/>
          </p:nvGrpSpPr>
          <p:grpSpPr>
            <a:xfrm rot="2700000">
              <a:off x="4655107" y="4655106"/>
              <a:ext cx="5090400" cy="5090400"/>
              <a:chOff x="0" y="0"/>
              <a:chExt cx="5090400" cy="5090400"/>
            </a:xfrm>
            <a:solidFill>
              <a:srgbClr val="3D5233"/>
            </a:solidFill>
          </p:grpSpPr>
          <p:sp>
            <p:nvSpPr>
              <p:cNvPr id="49840" name="直角三角形 49839">
                <a:extLst>
                  <a:ext uri="{FF2B5EF4-FFF2-40B4-BE49-F238E27FC236}">
                    <a16:creationId xmlns:a16="http://schemas.microsoft.com/office/drawing/2014/main" id="{2C3C14C9-C8FC-4810-B9AB-9DFB853007B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0" y="0"/>
                <a:ext cx="2545200" cy="2545200"/>
              </a:xfrm>
              <a:prstGeom prst="rtTriangle">
                <a:avLst/>
              </a:prstGeom>
              <a:solidFill>
                <a:srgbClr val="5FB3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41" name="直角三角形 49840">
                <a:extLst>
                  <a:ext uri="{FF2B5EF4-FFF2-40B4-BE49-F238E27FC236}">
                    <a16:creationId xmlns:a16="http://schemas.microsoft.com/office/drawing/2014/main" id="{FB8221FA-4A8C-4229-AA0E-B6CC1B218BC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0800000">
                <a:off x="0" y="2545200"/>
                <a:ext cx="2545200" cy="2545200"/>
              </a:xfrm>
              <a:prstGeom prst="rtTriangle">
                <a:avLst/>
              </a:prstGeom>
              <a:solidFill>
                <a:srgbClr val="3D52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42" name="直角三角形 49841">
                <a:extLst>
                  <a:ext uri="{FF2B5EF4-FFF2-40B4-BE49-F238E27FC236}">
                    <a16:creationId xmlns:a16="http://schemas.microsoft.com/office/drawing/2014/main" id="{C38E9366-F6B7-4F22-8991-20C77B77EB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45200" y="0"/>
                <a:ext cx="2545200" cy="2545200"/>
              </a:xfrm>
              <a:prstGeom prst="rtTriangle">
                <a:avLst/>
              </a:prstGeom>
              <a:solidFill>
                <a:srgbClr val="85B36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43" name="直角三角形 49842">
                <a:extLst>
                  <a:ext uri="{FF2B5EF4-FFF2-40B4-BE49-F238E27FC236}">
                    <a16:creationId xmlns:a16="http://schemas.microsoft.com/office/drawing/2014/main" id="{F1054DDA-18C1-4353-A414-408315D8FAD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2545200" y="2545200"/>
                <a:ext cx="2545200" cy="2545200"/>
              </a:xfrm>
              <a:prstGeom prst="rtTriangle">
                <a:avLst/>
              </a:prstGeom>
              <a:solidFill>
                <a:srgbClr val="2C521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49844" name="グループ化 49843">
              <a:extLst>
                <a:ext uri="{FF2B5EF4-FFF2-40B4-BE49-F238E27FC236}">
                  <a16:creationId xmlns:a16="http://schemas.microsoft.com/office/drawing/2014/main" id="{4D4CF45A-F0C6-4C1E-BCFB-4CBA22540D40}"/>
                </a:ext>
              </a:extLst>
            </p:cNvPr>
            <p:cNvGrpSpPr/>
            <p:nvPr/>
          </p:nvGrpSpPr>
          <p:grpSpPr>
            <a:xfrm rot="2700000">
              <a:off x="1055650" y="1055345"/>
              <a:ext cx="5090400" cy="5090400"/>
              <a:chOff x="0" y="0"/>
              <a:chExt cx="5090400" cy="5090400"/>
            </a:xfrm>
            <a:solidFill>
              <a:srgbClr val="473352"/>
            </a:solidFill>
          </p:grpSpPr>
          <p:sp>
            <p:nvSpPr>
              <p:cNvPr id="49845" name="直角三角形 49844">
                <a:extLst>
                  <a:ext uri="{FF2B5EF4-FFF2-40B4-BE49-F238E27FC236}">
                    <a16:creationId xmlns:a16="http://schemas.microsoft.com/office/drawing/2014/main" id="{67588956-E7E8-4885-A57E-6FB736A8DC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0" y="0"/>
                <a:ext cx="2545200" cy="2545200"/>
              </a:xfrm>
              <a:prstGeom prst="rtTriangle">
                <a:avLst/>
              </a:prstGeom>
              <a:solidFill>
                <a:srgbClr val="3F18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46" name="直角三角形 49845">
                <a:extLst>
                  <a:ext uri="{FF2B5EF4-FFF2-40B4-BE49-F238E27FC236}">
                    <a16:creationId xmlns:a16="http://schemas.microsoft.com/office/drawing/2014/main" id="{14889DF7-7EDF-47FC-A80B-99DA79A9A0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0800000">
                <a:off x="0" y="2545200"/>
                <a:ext cx="2545200" cy="2545200"/>
              </a:xfrm>
              <a:prstGeom prst="rtTriangle">
                <a:avLst/>
              </a:prstGeom>
              <a:solidFill>
                <a:srgbClr val="9C6FB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47" name="直角三角形 49846">
                <a:extLst>
                  <a:ext uri="{FF2B5EF4-FFF2-40B4-BE49-F238E27FC236}">
                    <a16:creationId xmlns:a16="http://schemas.microsoft.com/office/drawing/2014/main" id="{16FF9C73-01F4-43D5-A5CB-84654BB95FA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45200" y="0"/>
                <a:ext cx="2545200" cy="2545200"/>
              </a:xfrm>
              <a:prstGeom prst="rtTriangle">
                <a:avLst/>
              </a:prstGeom>
              <a:solidFill>
                <a:srgbClr val="4733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48" name="直角三角形 49847">
                <a:extLst>
                  <a:ext uri="{FF2B5EF4-FFF2-40B4-BE49-F238E27FC236}">
                    <a16:creationId xmlns:a16="http://schemas.microsoft.com/office/drawing/2014/main" id="{B189ED63-DD69-4F4B-82C5-7D63A74608E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2545200" y="2545200"/>
                <a:ext cx="2545200" cy="2545200"/>
              </a:xfrm>
              <a:prstGeom prst="rtTriangle">
                <a:avLst/>
              </a:prstGeom>
              <a:solidFill>
                <a:srgbClr val="8936B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49849" name="グループ化 49848">
              <a:extLst>
                <a:ext uri="{FF2B5EF4-FFF2-40B4-BE49-F238E27FC236}">
                  <a16:creationId xmlns:a16="http://schemas.microsoft.com/office/drawing/2014/main" id="{AB4E16B0-475B-499E-8B02-F15617E29789}"/>
                </a:ext>
              </a:extLst>
            </p:cNvPr>
            <p:cNvGrpSpPr/>
            <p:nvPr/>
          </p:nvGrpSpPr>
          <p:grpSpPr>
            <a:xfrm rot="2700000">
              <a:off x="1055650" y="4655107"/>
              <a:ext cx="5090400" cy="5090400"/>
              <a:chOff x="0" y="0"/>
              <a:chExt cx="5090400" cy="5090400"/>
            </a:xfrm>
            <a:solidFill>
              <a:srgbClr val="523833"/>
            </a:solidFill>
          </p:grpSpPr>
          <p:sp>
            <p:nvSpPr>
              <p:cNvPr id="49850" name="直角三角形 49849">
                <a:extLst>
                  <a:ext uri="{FF2B5EF4-FFF2-40B4-BE49-F238E27FC236}">
                    <a16:creationId xmlns:a16="http://schemas.microsoft.com/office/drawing/2014/main" id="{BB935F42-47B4-46EC-86C4-C5FA1F03EFC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0" y="0"/>
                <a:ext cx="2545200" cy="2545200"/>
              </a:xfrm>
              <a:prstGeom prst="rtTriangle">
                <a:avLst/>
              </a:prstGeom>
              <a:solidFill>
                <a:srgbClr val="B34A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51" name="直角三角形 49850">
                <a:extLst>
                  <a:ext uri="{FF2B5EF4-FFF2-40B4-BE49-F238E27FC236}">
                    <a16:creationId xmlns:a16="http://schemas.microsoft.com/office/drawing/2014/main" id="{E3A40443-0CA3-4B26-9B2E-ED73D521D0B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0800000">
                <a:off x="0" y="2545200"/>
                <a:ext cx="2545200" cy="2545200"/>
              </a:xfrm>
              <a:prstGeom prst="rtTriangle">
                <a:avLst/>
              </a:prstGeom>
              <a:solidFill>
                <a:srgbClr val="B37A6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52" name="直角三角形 49851">
                <a:extLst>
                  <a:ext uri="{FF2B5EF4-FFF2-40B4-BE49-F238E27FC236}">
                    <a16:creationId xmlns:a16="http://schemas.microsoft.com/office/drawing/2014/main" id="{5752CEAE-7A4C-4155-92D3-B5049E0EF3B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45200" y="0"/>
                <a:ext cx="2545200" cy="2545200"/>
              </a:xfrm>
              <a:prstGeom prst="rtTriangle">
                <a:avLst/>
              </a:prstGeom>
              <a:solidFill>
                <a:srgbClr val="5238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853" name="直角三角形 49852">
                <a:extLst>
                  <a:ext uri="{FF2B5EF4-FFF2-40B4-BE49-F238E27FC236}">
                    <a16:creationId xmlns:a16="http://schemas.microsoft.com/office/drawing/2014/main" id="{10A707C2-52FB-4FB3-BDF5-E60F6C3B76F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2545200" y="2545200"/>
                <a:ext cx="2545200" cy="2545200"/>
              </a:xfrm>
              <a:prstGeom prst="rtTriangle">
                <a:avLst/>
              </a:prstGeom>
              <a:solidFill>
                <a:srgbClr val="52221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49854" name="グループ化 49853">
              <a:extLst>
                <a:ext uri="{FF2B5EF4-FFF2-40B4-BE49-F238E27FC236}">
                  <a16:creationId xmlns:a16="http://schemas.microsoft.com/office/drawing/2014/main" id="{CF1272FB-1DCE-4C56-B48E-1700906D554B}"/>
                </a:ext>
              </a:extLst>
            </p:cNvPr>
            <p:cNvGrpSpPr/>
            <p:nvPr/>
          </p:nvGrpSpPr>
          <p:grpSpPr>
            <a:xfrm>
              <a:off x="1799184" y="1799184"/>
              <a:ext cx="7201394" cy="7201394"/>
              <a:chOff x="1799184" y="1799184"/>
              <a:chExt cx="7201394" cy="7201394"/>
            </a:xfrm>
          </p:grpSpPr>
          <p:grpSp>
            <p:nvGrpSpPr>
              <p:cNvPr id="49855" name="グループ化 49854">
                <a:extLst>
                  <a:ext uri="{FF2B5EF4-FFF2-40B4-BE49-F238E27FC236}">
                    <a16:creationId xmlns:a16="http://schemas.microsoft.com/office/drawing/2014/main" id="{301275AB-437A-49EB-979A-F456FE451EB7}"/>
                  </a:ext>
                </a:extLst>
              </p:cNvPr>
              <p:cNvGrpSpPr/>
              <p:nvPr/>
            </p:nvGrpSpPr>
            <p:grpSpPr>
              <a:xfrm>
                <a:off x="5399031" y="3599302"/>
                <a:ext cx="3600000" cy="3600000"/>
                <a:chOff x="5399185" y="3599456"/>
                <a:chExt cx="3600000" cy="3600000"/>
              </a:xfrm>
            </p:grpSpPr>
            <p:grpSp>
              <p:nvGrpSpPr>
                <p:cNvPr id="66071" name="グループ化 66070">
                  <a:extLst>
                    <a:ext uri="{FF2B5EF4-FFF2-40B4-BE49-F238E27FC236}">
                      <a16:creationId xmlns:a16="http://schemas.microsoft.com/office/drawing/2014/main" id="{913CFEE1-A89F-4569-845A-6841D07CD54D}"/>
                    </a:ext>
                  </a:extLst>
                </p:cNvPr>
                <p:cNvGrpSpPr/>
                <p:nvPr/>
              </p:nvGrpSpPr>
              <p:grpSpPr>
                <a:xfrm>
                  <a:off x="5399185" y="4498979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6357" name="グループ化 66356">
                    <a:extLst>
                      <a:ext uri="{FF2B5EF4-FFF2-40B4-BE49-F238E27FC236}">
                        <a16:creationId xmlns:a16="http://schemas.microsoft.com/office/drawing/2014/main" id="{228B2B7D-EAE5-4A7F-8CBC-69CF6197D773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405" name="直線コネクタ 66404">
                      <a:extLst>
                        <a:ext uri="{FF2B5EF4-FFF2-40B4-BE49-F238E27FC236}">
                          <a16:creationId xmlns:a16="http://schemas.microsoft.com/office/drawing/2014/main" id="{F7E9F2B9-ADDF-44DD-8B88-8051B2783F7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6" name="直線コネクタ 66405">
                      <a:extLst>
                        <a:ext uri="{FF2B5EF4-FFF2-40B4-BE49-F238E27FC236}">
                          <a16:creationId xmlns:a16="http://schemas.microsoft.com/office/drawing/2014/main" id="{A1C70270-5960-424A-ABD9-314C70ED25C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7" name="直線コネクタ 66406">
                      <a:extLst>
                        <a:ext uri="{FF2B5EF4-FFF2-40B4-BE49-F238E27FC236}">
                          <a16:creationId xmlns:a16="http://schemas.microsoft.com/office/drawing/2014/main" id="{24A66702-1A46-431D-8E66-CD7D3D0BEB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8" name="直線コネクタ 66407">
                      <a:extLst>
                        <a:ext uri="{FF2B5EF4-FFF2-40B4-BE49-F238E27FC236}">
                          <a16:creationId xmlns:a16="http://schemas.microsoft.com/office/drawing/2014/main" id="{14186D77-6116-40E4-B101-C19A73DE77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9" name="直線コネクタ 66408">
                      <a:extLst>
                        <a:ext uri="{FF2B5EF4-FFF2-40B4-BE49-F238E27FC236}">
                          <a16:creationId xmlns:a16="http://schemas.microsoft.com/office/drawing/2014/main" id="{A9B9BC61-3144-4BF6-AE60-E1666E9FB1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0" name="直線コネクタ 66409">
                      <a:extLst>
                        <a:ext uri="{FF2B5EF4-FFF2-40B4-BE49-F238E27FC236}">
                          <a16:creationId xmlns:a16="http://schemas.microsoft.com/office/drawing/2014/main" id="{3A93E460-E9CA-465A-9A68-9259076A5D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1" name="直線コネクタ 66410">
                      <a:extLst>
                        <a:ext uri="{FF2B5EF4-FFF2-40B4-BE49-F238E27FC236}">
                          <a16:creationId xmlns:a16="http://schemas.microsoft.com/office/drawing/2014/main" id="{145B641A-6F45-43AF-AB5A-2B0ABF97F63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2" name="直線コネクタ 66411">
                      <a:extLst>
                        <a:ext uri="{FF2B5EF4-FFF2-40B4-BE49-F238E27FC236}">
                          <a16:creationId xmlns:a16="http://schemas.microsoft.com/office/drawing/2014/main" id="{3871F386-B27A-4AAE-950D-2EDCBE64A31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3" name="直線コネクタ 66412">
                      <a:extLst>
                        <a:ext uri="{FF2B5EF4-FFF2-40B4-BE49-F238E27FC236}">
                          <a16:creationId xmlns:a16="http://schemas.microsoft.com/office/drawing/2014/main" id="{D5809085-910F-490E-BB08-7E196D4BE7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4" name="直線コネクタ 66413">
                      <a:extLst>
                        <a:ext uri="{FF2B5EF4-FFF2-40B4-BE49-F238E27FC236}">
                          <a16:creationId xmlns:a16="http://schemas.microsoft.com/office/drawing/2014/main" id="{30B44106-AD40-4F80-9DE0-1A837E0C87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5" name="直線コネクタ 66414">
                      <a:extLst>
                        <a:ext uri="{FF2B5EF4-FFF2-40B4-BE49-F238E27FC236}">
                          <a16:creationId xmlns:a16="http://schemas.microsoft.com/office/drawing/2014/main" id="{111F8865-7F6B-42EA-9FA4-0FC33F89599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6" name="直線コネクタ 66415">
                      <a:extLst>
                        <a:ext uri="{FF2B5EF4-FFF2-40B4-BE49-F238E27FC236}">
                          <a16:creationId xmlns:a16="http://schemas.microsoft.com/office/drawing/2014/main" id="{557B47D8-9154-4477-84BD-4ABF09D024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7" name="直線コネクタ 66416">
                      <a:extLst>
                        <a:ext uri="{FF2B5EF4-FFF2-40B4-BE49-F238E27FC236}">
                          <a16:creationId xmlns:a16="http://schemas.microsoft.com/office/drawing/2014/main" id="{C13711BE-B0E7-4B4F-BF15-4335A2CA2C0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8" name="直線コネクタ 66417">
                      <a:extLst>
                        <a:ext uri="{FF2B5EF4-FFF2-40B4-BE49-F238E27FC236}">
                          <a16:creationId xmlns:a16="http://schemas.microsoft.com/office/drawing/2014/main" id="{C5B91DF3-C475-4731-8F4D-DCA708E2FB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19" name="直線コネクタ 66418">
                      <a:extLst>
                        <a:ext uri="{FF2B5EF4-FFF2-40B4-BE49-F238E27FC236}">
                          <a16:creationId xmlns:a16="http://schemas.microsoft.com/office/drawing/2014/main" id="{5AA8E912-25EF-43AF-9D24-B37F8F0FBA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0" name="直線コネクタ 66419">
                      <a:extLst>
                        <a:ext uri="{FF2B5EF4-FFF2-40B4-BE49-F238E27FC236}">
                          <a16:creationId xmlns:a16="http://schemas.microsoft.com/office/drawing/2014/main" id="{A7EC3CFB-CFDE-48A3-B181-E295BE465E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1" name="直線コネクタ 66420">
                      <a:extLst>
                        <a:ext uri="{FF2B5EF4-FFF2-40B4-BE49-F238E27FC236}">
                          <a16:creationId xmlns:a16="http://schemas.microsoft.com/office/drawing/2014/main" id="{32B866B9-2C62-4394-9EC9-3923A65595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2" name="直線コネクタ 66421">
                      <a:extLst>
                        <a:ext uri="{FF2B5EF4-FFF2-40B4-BE49-F238E27FC236}">
                          <a16:creationId xmlns:a16="http://schemas.microsoft.com/office/drawing/2014/main" id="{F5E05A71-4963-4591-B97A-6BB4B370179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3" name="直線コネクタ 66422">
                      <a:extLst>
                        <a:ext uri="{FF2B5EF4-FFF2-40B4-BE49-F238E27FC236}">
                          <a16:creationId xmlns:a16="http://schemas.microsoft.com/office/drawing/2014/main" id="{CC6F6D5E-9F7F-4833-8D0A-4AAE6CCC9F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4" name="直線コネクタ 66423">
                      <a:extLst>
                        <a:ext uri="{FF2B5EF4-FFF2-40B4-BE49-F238E27FC236}">
                          <a16:creationId xmlns:a16="http://schemas.microsoft.com/office/drawing/2014/main" id="{0EAF2202-616D-4DC0-A269-88796284DD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5" name="直線コネクタ 66424">
                      <a:extLst>
                        <a:ext uri="{FF2B5EF4-FFF2-40B4-BE49-F238E27FC236}">
                          <a16:creationId xmlns:a16="http://schemas.microsoft.com/office/drawing/2014/main" id="{E16122EE-5DD6-47FE-B690-5979EFFA3C1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6" name="直線コネクタ 66425">
                      <a:extLst>
                        <a:ext uri="{FF2B5EF4-FFF2-40B4-BE49-F238E27FC236}">
                          <a16:creationId xmlns:a16="http://schemas.microsoft.com/office/drawing/2014/main" id="{641454AA-1600-4E6E-BC2B-6281740163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7" name="直線コネクタ 66426">
                      <a:extLst>
                        <a:ext uri="{FF2B5EF4-FFF2-40B4-BE49-F238E27FC236}">
                          <a16:creationId xmlns:a16="http://schemas.microsoft.com/office/drawing/2014/main" id="{CAD7782D-9590-4BC5-A66F-B9E479D106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8" name="直線コネクタ 66427">
                      <a:extLst>
                        <a:ext uri="{FF2B5EF4-FFF2-40B4-BE49-F238E27FC236}">
                          <a16:creationId xmlns:a16="http://schemas.microsoft.com/office/drawing/2014/main" id="{763CA532-BD12-4B24-A549-4B8D8881C10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29" name="直線コネクタ 66428">
                      <a:extLst>
                        <a:ext uri="{FF2B5EF4-FFF2-40B4-BE49-F238E27FC236}">
                          <a16:creationId xmlns:a16="http://schemas.microsoft.com/office/drawing/2014/main" id="{85CA51F2-AA07-43D0-A604-A8CB43C201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0" name="直線コネクタ 66429">
                      <a:extLst>
                        <a:ext uri="{FF2B5EF4-FFF2-40B4-BE49-F238E27FC236}">
                          <a16:creationId xmlns:a16="http://schemas.microsoft.com/office/drawing/2014/main" id="{ECAAB3DE-40ED-4668-BC93-01D4C576AE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1" name="直線コネクタ 66430">
                      <a:extLst>
                        <a:ext uri="{FF2B5EF4-FFF2-40B4-BE49-F238E27FC236}">
                          <a16:creationId xmlns:a16="http://schemas.microsoft.com/office/drawing/2014/main" id="{0BF77D9F-B23D-4D4A-9274-0337134089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2" name="直線コネクタ 66431">
                      <a:extLst>
                        <a:ext uri="{FF2B5EF4-FFF2-40B4-BE49-F238E27FC236}">
                          <a16:creationId xmlns:a16="http://schemas.microsoft.com/office/drawing/2014/main" id="{AF61BD28-E897-46BF-AAF1-426C2CA581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3" name="直線コネクタ 66432">
                      <a:extLst>
                        <a:ext uri="{FF2B5EF4-FFF2-40B4-BE49-F238E27FC236}">
                          <a16:creationId xmlns:a16="http://schemas.microsoft.com/office/drawing/2014/main" id="{D9EA2A6F-99DA-4A3E-9269-F35D4FF01C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4" name="直線コネクタ 66433">
                      <a:extLst>
                        <a:ext uri="{FF2B5EF4-FFF2-40B4-BE49-F238E27FC236}">
                          <a16:creationId xmlns:a16="http://schemas.microsoft.com/office/drawing/2014/main" id="{12A880F4-C465-4A24-B5B8-6BB49F69AF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5" name="直線コネクタ 66434">
                      <a:extLst>
                        <a:ext uri="{FF2B5EF4-FFF2-40B4-BE49-F238E27FC236}">
                          <a16:creationId xmlns:a16="http://schemas.microsoft.com/office/drawing/2014/main" id="{EC8A9925-1974-446E-A82A-51C2E41F62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6" name="直線コネクタ 66435">
                      <a:extLst>
                        <a:ext uri="{FF2B5EF4-FFF2-40B4-BE49-F238E27FC236}">
                          <a16:creationId xmlns:a16="http://schemas.microsoft.com/office/drawing/2014/main" id="{F460B3D2-AB47-4029-8AC0-3A87FF2A0C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7" name="直線コネクタ 66436">
                      <a:extLst>
                        <a:ext uri="{FF2B5EF4-FFF2-40B4-BE49-F238E27FC236}">
                          <a16:creationId xmlns:a16="http://schemas.microsoft.com/office/drawing/2014/main" id="{408FD76E-D460-4717-98AE-1F79648603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8" name="直線コネクタ 66437">
                      <a:extLst>
                        <a:ext uri="{FF2B5EF4-FFF2-40B4-BE49-F238E27FC236}">
                          <a16:creationId xmlns:a16="http://schemas.microsoft.com/office/drawing/2014/main" id="{120CC73D-7FA9-45DE-B855-B89F10EF4A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39" name="直線コネクタ 66438">
                      <a:extLst>
                        <a:ext uri="{FF2B5EF4-FFF2-40B4-BE49-F238E27FC236}">
                          <a16:creationId xmlns:a16="http://schemas.microsoft.com/office/drawing/2014/main" id="{A6DD0889-CF38-4162-B137-724C98C421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0" name="直線コネクタ 66439">
                      <a:extLst>
                        <a:ext uri="{FF2B5EF4-FFF2-40B4-BE49-F238E27FC236}">
                          <a16:creationId xmlns:a16="http://schemas.microsoft.com/office/drawing/2014/main" id="{F0AFBD53-EDB8-4054-94C6-7D35103731D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1" name="直線コネクタ 66440">
                      <a:extLst>
                        <a:ext uri="{FF2B5EF4-FFF2-40B4-BE49-F238E27FC236}">
                          <a16:creationId xmlns:a16="http://schemas.microsoft.com/office/drawing/2014/main" id="{B217FFFC-A064-4BEC-95B6-010CC52558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2" name="直線コネクタ 66441">
                      <a:extLst>
                        <a:ext uri="{FF2B5EF4-FFF2-40B4-BE49-F238E27FC236}">
                          <a16:creationId xmlns:a16="http://schemas.microsoft.com/office/drawing/2014/main" id="{9C6D66BE-AD03-4E6F-8E27-5A123E89ADD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3" name="直線コネクタ 66442">
                      <a:extLst>
                        <a:ext uri="{FF2B5EF4-FFF2-40B4-BE49-F238E27FC236}">
                          <a16:creationId xmlns:a16="http://schemas.microsoft.com/office/drawing/2014/main" id="{C0578AF5-D468-4E32-BBCA-45BA11EDCB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4" name="直線コネクタ 66443">
                      <a:extLst>
                        <a:ext uri="{FF2B5EF4-FFF2-40B4-BE49-F238E27FC236}">
                          <a16:creationId xmlns:a16="http://schemas.microsoft.com/office/drawing/2014/main" id="{B648FCD5-3C48-45AC-9E0D-04ACBBFF52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5" name="直線コネクタ 66444">
                      <a:extLst>
                        <a:ext uri="{FF2B5EF4-FFF2-40B4-BE49-F238E27FC236}">
                          <a16:creationId xmlns:a16="http://schemas.microsoft.com/office/drawing/2014/main" id="{1FBC8B44-2EDE-4A44-AE7A-63B0588F465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6" name="直線コネクタ 66445">
                      <a:extLst>
                        <a:ext uri="{FF2B5EF4-FFF2-40B4-BE49-F238E27FC236}">
                          <a16:creationId xmlns:a16="http://schemas.microsoft.com/office/drawing/2014/main" id="{AEC4F994-2AFB-4618-8E32-D9619B3731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7" name="直線コネクタ 66446">
                      <a:extLst>
                        <a:ext uri="{FF2B5EF4-FFF2-40B4-BE49-F238E27FC236}">
                          <a16:creationId xmlns:a16="http://schemas.microsoft.com/office/drawing/2014/main" id="{78718956-0C8C-41C2-A907-18060C767E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8" name="直線コネクタ 66447">
                      <a:extLst>
                        <a:ext uri="{FF2B5EF4-FFF2-40B4-BE49-F238E27FC236}">
                          <a16:creationId xmlns:a16="http://schemas.microsoft.com/office/drawing/2014/main" id="{18C58C79-F228-433D-9C71-B6E00B1BE7F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49" name="直線コネクタ 66448">
                      <a:extLst>
                        <a:ext uri="{FF2B5EF4-FFF2-40B4-BE49-F238E27FC236}">
                          <a16:creationId xmlns:a16="http://schemas.microsoft.com/office/drawing/2014/main" id="{8C6205C6-691D-49DD-A149-3FCA704AC10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50" name="直線コネクタ 66449">
                      <a:extLst>
                        <a:ext uri="{FF2B5EF4-FFF2-40B4-BE49-F238E27FC236}">
                          <a16:creationId xmlns:a16="http://schemas.microsoft.com/office/drawing/2014/main" id="{4B56E696-6D2B-4795-8938-7ACAE3F6A3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6358" name="グループ化 66357">
                    <a:extLst>
                      <a:ext uri="{FF2B5EF4-FFF2-40B4-BE49-F238E27FC236}">
                        <a16:creationId xmlns:a16="http://schemas.microsoft.com/office/drawing/2014/main" id="{444D2755-ACE4-4BC4-A36E-A7AFE68C66C2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359" name="直線コネクタ 66358">
                      <a:extLst>
                        <a:ext uri="{FF2B5EF4-FFF2-40B4-BE49-F238E27FC236}">
                          <a16:creationId xmlns:a16="http://schemas.microsoft.com/office/drawing/2014/main" id="{0540CD48-B52C-44E5-A87C-34530D2604D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0" name="直線コネクタ 66359">
                      <a:extLst>
                        <a:ext uri="{FF2B5EF4-FFF2-40B4-BE49-F238E27FC236}">
                          <a16:creationId xmlns:a16="http://schemas.microsoft.com/office/drawing/2014/main" id="{3E276159-CB9C-4917-B36B-51349FA7F3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1" name="直線コネクタ 66360">
                      <a:extLst>
                        <a:ext uri="{FF2B5EF4-FFF2-40B4-BE49-F238E27FC236}">
                          <a16:creationId xmlns:a16="http://schemas.microsoft.com/office/drawing/2014/main" id="{577804C2-2B59-43CE-9AE8-F32B8FEDB9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2" name="直線コネクタ 66361">
                      <a:extLst>
                        <a:ext uri="{FF2B5EF4-FFF2-40B4-BE49-F238E27FC236}">
                          <a16:creationId xmlns:a16="http://schemas.microsoft.com/office/drawing/2014/main" id="{A91D36DA-EE62-4E4F-8147-3B1DF7C20D4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3" name="直線コネクタ 66362">
                      <a:extLst>
                        <a:ext uri="{FF2B5EF4-FFF2-40B4-BE49-F238E27FC236}">
                          <a16:creationId xmlns:a16="http://schemas.microsoft.com/office/drawing/2014/main" id="{7E14BC8A-0727-4A7D-85CD-212B29071A7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4" name="直線コネクタ 66363">
                      <a:extLst>
                        <a:ext uri="{FF2B5EF4-FFF2-40B4-BE49-F238E27FC236}">
                          <a16:creationId xmlns:a16="http://schemas.microsoft.com/office/drawing/2014/main" id="{1B841E1D-A6AC-4259-A033-94E751687A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5" name="直線コネクタ 66364">
                      <a:extLst>
                        <a:ext uri="{FF2B5EF4-FFF2-40B4-BE49-F238E27FC236}">
                          <a16:creationId xmlns:a16="http://schemas.microsoft.com/office/drawing/2014/main" id="{BEAF3D51-5439-45B1-9F27-695B369B27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6" name="直線コネクタ 66365">
                      <a:extLst>
                        <a:ext uri="{FF2B5EF4-FFF2-40B4-BE49-F238E27FC236}">
                          <a16:creationId xmlns:a16="http://schemas.microsoft.com/office/drawing/2014/main" id="{D398B881-ABFF-4A25-9581-7DE5C9B6ECF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7" name="直線コネクタ 66366">
                      <a:extLst>
                        <a:ext uri="{FF2B5EF4-FFF2-40B4-BE49-F238E27FC236}">
                          <a16:creationId xmlns:a16="http://schemas.microsoft.com/office/drawing/2014/main" id="{0B9D3BCF-CBDA-4C9D-8E58-1F23308F473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8" name="直線コネクタ 66367">
                      <a:extLst>
                        <a:ext uri="{FF2B5EF4-FFF2-40B4-BE49-F238E27FC236}">
                          <a16:creationId xmlns:a16="http://schemas.microsoft.com/office/drawing/2014/main" id="{B3B7B3DD-5441-456A-93B1-BCD15BEE05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69" name="直線コネクタ 66368">
                      <a:extLst>
                        <a:ext uri="{FF2B5EF4-FFF2-40B4-BE49-F238E27FC236}">
                          <a16:creationId xmlns:a16="http://schemas.microsoft.com/office/drawing/2014/main" id="{E950BE75-46BE-424A-8E40-BB00B0AB140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0" name="直線コネクタ 66369">
                      <a:extLst>
                        <a:ext uri="{FF2B5EF4-FFF2-40B4-BE49-F238E27FC236}">
                          <a16:creationId xmlns:a16="http://schemas.microsoft.com/office/drawing/2014/main" id="{E1BFB525-D7E3-43A9-BB78-8F60E7772E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1" name="直線コネクタ 66370">
                      <a:extLst>
                        <a:ext uri="{FF2B5EF4-FFF2-40B4-BE49-F238E27FC236}">
                          <a16:creationId xmlns:a16="http://schemas.microsoft.com/office/drawing/2014/main" id="{32E37E01-2DD5-499D-95CB-CAE71CF48D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2" name="直線コネクタ 66371">
                      <a:extLst>
                        <a:ext uri="{FF2B5EF4-FFF2-40B4-BE49-F238E27FC236}">
                          <a16:creationId xmlns:a16="http://schemas.microsoft.com/office/drawing/2014/main" id="{65BF3265-DDE4-4C8F-ADE2-088F6CEE28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3" name="直線コネクタ 66372">
                      <a:extLst>
                        <a:ext uri="{FF2B5EF4-FFF2-40B4-BE49-F238E27FC236}">
                          <a16:creationId xmlns:a16="http://schemas.microsoft.com/office/drawing/2014/main" id="{6F9EEC4A-E9F8-42A0-9C0F-A280529008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4" name="直線コネクタ 66373">
                      <a:extLst>
                        <a:ext uri="{FF2B5EF4-FFF2-40B4-BE49-F238E27FC236}">
                          <a16:creationId xmlns:a16="http://schemas.microsoft.com/office/drawing/2014/main" id="{76B59B8B-652D-4A92-B70A-784A6EEA20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5" name="直線コネクタ 66374">
                      <a:extLst>
                        <a:ext uri="{FF2B5EF4-FFF2-40B4-BE49-F238E27FC236}">
                          <a16:creationId xmlns:a16="http://schemas.microsoft.com/office/drawing/2014/main" id="{ACF43A91-E8C2-4841-A979-5A86572CA1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6" name="直線コネクタ 66375">
                      <a:extLst>
                        <a:ext uri="{FF2B5EF4-FFF2-40B4-BE49-F238E27FC236}">
                          <a16:creationId xmlns:a16="http://schemas.microsoft.com/office/drawing/2014/main" id="{5E61DA56-5CAB-4651-B172-2645C760EE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7" name="直線コネクタ 66376">
                      <a:extLst>
                        <a:ext uri="{FF2B5EF4-FFF2-40B4-BE49-F238E27FC236}">
                          <a16:creationId xmlns:a16="http://schemas.microsoft.com/office/drawing/2014/main" id="{12BC5B2B-DF34-4344-8CBC-9CEAAD19D3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8" name="直線コネクタ 66377">
                      <a:extLst>
                        <a:ext uri="{FF2B5EF4-FFF2-40B4-BE49-F238E27FC236}">
                          <a16:creationId xmlns:a16="http://schemas.microsoft.com/office/drawing/2014/main" id="{56D5C833-9CE9-4DCC-98E2-ED8F1C05CB2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79" name="直線コネクタ 66378">
                      <a:extLst>
                        <a:ext uri="{FF2B5EF4-FFF2-40B4-BE49-F238E27FC236}">
                          <a16:creationId xmlns:a16="http://schemas.microsoft.com/office/drawing/2014/main" id="{CB7E94A4-B8E0-4568-95DC-413DCFE36F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0" name="直線コネクタ 66379">
                      <a:extLst>
                        <a:ext uri="{FF2B5EF4-FFF2-40B4-BE49-F238E27FC236}">
                          <a16:creationId xmlns:a16="http://schemas.microsoft.com/office/drawing/2014/main" id="{BB940FAC-4584-4763-8224-493185C2F7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1" name="直線コネクタ 66380">
                      <a:extLst>
                        <a:ext uri="{FF2B5EF4-FFF2-40B4-BE49-F238E27FC236}">
                          <a16:creationId xmlns:a16="http://schemas.microsoft.com/office/drawing/2014/main" id="{8E51CF16-66A2-42E7-98BB-49D7712EB8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2" name="直線コネクタ 66381">
                      <a:extLst>
                        <a:ext uri="{FF2B5EF4-FFF2-40B4-BE49-F238E27FC236}">
                          <a16:creationId xmlns:a16="http://schemas.microsoft.com/office/drawing/2014/main" id="{DF42E319-1C76-4513-8E95-FA82F60C63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3" name="直線コネクタ 66382">
                      <a:extLst>
                        <a:ext uri="{FF2B5EF4-FFF2-40B4-BE49-F238E27FC236}">
                          <a16:creationId xmlns:a16="http://schemas.microsoft.com/office/drawing/2014/main" id="{270316CD-893D-42B9-9283-68F99CCD10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4" name="直線コネクタ 66383">
                      <a:extLst>
                        <a:ext uri="{FF2B5EF4-FFF2-40B4-BE49-F238E27FC236}">
                          <a16:creationId xmlns:a16="http://schemas.microsoft.com/office/drawing/2014/main" id="{D548F9C1-B97B-4795-BE21-7B21F8A0D7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5" name="直線コネクタ 66384">
                      <a:extLst>
                        <a:ext uri="{FF2B5EF4-FFF2-40B4-BE49-F238E27FC236}">
                          <a16:creationId xmlns:a16="http://schemas.microsoft.com/office/drawing/2014/main" id="{E35AAC7E-AD56-4B04-9900-A5CF5ACDED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6" name="直線コネクタ 66385">
                      <a:extLst>
                        <a:ext uri="{FF2B5EF4-FFF2-40B4-BE49-F238E27FC236}">
                          <a16:creationId xmlns:a16="http://schemas.microsoft.com/office/drawing/2014/main" id="{621E6BFA-D456-404A-9BDE-B02842F65C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7" name="直線コネクタ 66386">
                      <a:extLst>
                        <a:ext uri="{FF2B5EF4-FFF2-40B4-BE49-F238E27FC236}">
                          <a16:creationId xmlns:a16="http://schemas.microsoft.com/office/drawing/2014/main" id="{A60A20DB-7C5B-40A3-8898-6EC18ECBC1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8" name="直線コネクタ 66387">
                      <a:extLst>
                        <a:ext uri="{FF2B5EF4-FFF2-40B4-BE49-F238E27FC236}">
                          <a16:creationId xmlns:a16="http://schemas.microsoft.com/office/drawing/2014/main" id="{4CCC246E-9C0A-40F6-B9D2-CFD58F806EC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89" name="直線コネクタ 66388">
                      <a:extLst>
                        <a:ext uri="{FF2B5EF4-FFF2-40B4-BE49-F238E27FC236}">
                          <a16:creationId xmlns:a16="http://schemas.microsoft.com/office/drawing/2014/main" id="{9126C8F2-7520-4BE8-8891-A54E810536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0" name="直線コネクタ 66389">
                      <a:extLst>
                        <a:ext uri="{FF2B5EF4-FFF2-40B4-BE49-F238E27FC236}">
                          <a16:creationId xmlns:a16="http://schemas.microsoft.com/office/drawing/2014/main" id="{1C0606DC-816A-465A-A49B-001027BE09E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1" name="直線コネクタ 66390">
                      <a:extLst>
                        <a:ext uri="{FF2B5EF4-FFF2-40B4-BE49-F238E27FC236}">
                          <a16:creationId xmlns:a16="http://schemas.microsoft.com/office/drawing/2014/main" id="{9E363F1E-50DA-409C-9D0B-CD29260F66D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2" name="直線コネクタ 66391">
                      <a:extLst>
                        <a:ext uri="{FF2B5EF4-FFF2-40B4-BE49-F238E27FC236}">
                          <a16:creationId xmlns:a16="http://schemas.microsoft.com/office/drawing/2014/main" id="{C91E5E63-1B89-4B54-913A-B4C472CA481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3" name="直線コネクタ 66392">
                      <a:extLst>
                        <a:ext uri="{FF2B5EF4-FFF2-40B4-BE49-F238E27FC236}">
                          <a16:creationId xmlns:a16="http://schemas.microsoft.com/office/drawing/2014/main" id="{16123F27-E1D2-41FD-9767-4CA505B9AE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4" name="直線コネクタ 66393">
                      <a:extLst>
                        <a:ext uri="{FF2B5EF4-FFF2-40B4-BE49-F238E27FC236}">
                          <a16:creationId xmlns:a16="http://schemas.microsoft.com/office/drawing/2014/main" id="{12F8E7E4-A77C-4818-A4CE-F91C2707E6E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5" name="直線コネクタ 66394">
                      <a:extLst>
                        <a:ext uri="{FF2B5EF4-FFF2-40B4-BE49-F238E27FC236}">
                          <a16:creationId xmlns:a16="http://schemas.microsoft.com/office/drawing/2014/main" id="{9F3BBD6C-3D18-44BE-8EF2-6EF260FD9C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6" name="直線コネクタ 66395">
                      <a:extLst>
                        <a:ext uri="{FF2B5EF4-FFF2-40B4-BE49-F238E27FC236}">
                          <a16:creationId xmlns:a16="http://schemas.microsoft.com/office/drawing/2014/main" id="{B5BD84B6-F5D0-4522-960B-B7DE0C4EA1C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7" name="直線コネクタ 66396">
                      <a:extLst>
                        <a:ext uri="{FF2B5EF4-FFF2-40B4-BE49-F238E27FC236}">
                          <a16:creationId xmlns:a16="http://schemas.microsoft.com/office/drawing/2014/main" id="{5E8F0923-55C7-4EB2-9212-73A7A39B57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8" name="直線コネクタ 66397">
                      <a:extLst>
                        <a:ext uri="{FF2B5EF4-FFF2-40B4-BE49-F238E27FC236}">
                          <a16:creationId xmlns:a16="http://schemas.microsoft.com/office/drawing/2014/main" id="{03619340-0404-44BE-B41F-B3C5ADE755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99" name="直線コネクタ 66398">
                      <a:extLst>
                        <a:ext uri="{FF2B5EF4-FFF2-40B4-BE49-F238E27FC236}">
                          <a16:creationId xmlns:a16="http://schemas.microsoft.com/office/drawing/2014/main" id="{9ACA706F-FAFC-4BAB-9E39-E564B7242E0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0" name="直線コネクタ 66399">
                      <a:extLst>
                        <a:ext uri="{FF2B5EF4-FFF2-40B4-BE49-F238E27FC236}">
                          <a16:creationId xmlns:a16="http://schemas.microsoft.com/office/drawing/2014/main" id="{37B2184A-5B84-4E3F-8E94-A0FC3369FA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1" name="直線コネクタ 66400">
                      <a:extLst>
                        <a:ext uri="{FF2B5EF4-FFF2-40B4-BE49-F238E27FC236}">
                          <a16:creationId xmlns:a16="http://schemas.microsoft.com/office/drawing/2014/main" id="{93663EB4-F093-4F6D-BE8E-F124DA0AEBC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2" name="直線コネクタ 66401">
                      <a:extLst>
                        <a:ext uri="{FF2B5EF4-FFF2-40B4-BE49-F238E27FC236}">
                          <a16:creationId xmlns:a16="http://schemas.microsoft.com/office/drawing/2014/main" id="{EB51EC5D-A654-4E15-90F2-8A2EA74931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3" name="直線コネクタ 66402">
                      <a:extLst>
                        <a:ext uri="{FF2B5EF4-FFF2-40B4-BE49-F238E27FC236}">
                          <a16:creationId xmlns:a16="http://schemas.microsoft.com/office/drawing/2014/main" id="{EA91F6F2-3E86-4F45-97A6-FA77169654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404" name="直線コネクタ 66403">
                      <a:extLst>
                        <a:ext uri="{FF2B5EF4-FFF2-40B4-BE49-F238E27FC236}">
                          <a16:creationId xmlns:a16="http://schemas.microsoft.com/office/drawing/2014/main" id="{4094F43C-AF01-4EBC-9E55-FE8257E046D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6072" name="グループ化 66071">
                  <a:extLst>
                    <a:ext uri="{FF2B5EF4-FFF2-40B4-BE49-F238E27FC236}">
                      <a16:creationId xmlns:a16="http://schemas.microsoft.com/office/drawing/2014/main" id="{2DC6978F-6CB8-41F0-8757-4EE638364A4F}"/>
                    </a:ext>
                  </a:extLst>
                </p:cNvPr>
                <p:cNvGrpSpPr/>
                <p:nvPr/>
              </p:nvGrpSpPr>
              <p:grpSpPr>
                <a:xfrm>
                  <a:off x="6299066" y="3599456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6263" name="グループ化 66262">
                    <a:extLst>
                      <a:ext uri="{FF2B5EF4-FFF2-40B4-BE49-F238E27FC236}">
                        <a16:creationId xmlns:a16="http://schemas.microsoft.com/office/drawing/2014/main" id="{76697758-D3D3-4327-A4E4-23B0A2AF7375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311" name="直線コネクタ 66310">
                      <a:extLst>
                        <a:ext uri="{FF2B5EF4-FFF2-40B4-BE49-F238E27FC236}">
                          <a16:creationId xmlns:a16="http://schemas.microsoft.com/office/drawing/2014/main" id="{806F2455-9FD6-43E3-BD4C-06F6D6678C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2" name="直線コネクタ 66311">
                      <a:extLst>
                        <a:ext uri="{FF2B5EF4-FFF2-40B4-BE49-F238E27FC236}">
                          <a16:creationId xmlns:a16="http://schemas.microsoft.com/office/drawing/2014/main" id="{CD8FB2B2-F391-4A41-9D63-5CD779C2439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3" name="直線コネクタ 66312">
                      <a:extLst>
                        <a:ext uri="{FF2B5EF4-FFF2-40B4-BE49-F238E27FC236}">
                          <a16:creationId xmlns:a16="http://schemas.microsoft.com/office/drawing/2014/main" id="{9DB9136D-F2D7-4F43-9BDC-A7334BB4F1F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4" name="直線コネクタ 66313">
                      <a:extLst>
                        <a:ext uri="{FF2B5EF4-FFF2-40B4-BE49-F238E27FC236}">
                          <a16:creationId xmlns:a16="http://schemas.microsoft.com/office/drawing/2014/main" id="{9ADDC3A0-372C-4FE9-BFE8-4B01766AA4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5" name="直線コネクタ 66314">
                      <a:extLst>
                        <a:ext uri="{FF2B5EF4-FFF2-40B4-BE49-F238E27FC236}">
                          <a16:creationId xmlns:a16="http://schemas.microsoft.com/office/drawing/2014/main" id="{965C9439-5F7C-470D-B40E-460FADB1D3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6" name="直線コネクタ 66315">
                      <a:extLst>
                        <a:ext uri="{FF2B5EF4-FFF2-40B4-BE49-F238E27FC236}">
                          <a16:creationId xmlns:a16="http://schemas.microsoft.com/office/drawing/2014/main" id="{89AEC342-0A9C-4BCF-AC96-A98C0A01775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7" name="直線コネクタ 66316">
                      <a:extLst>
                        <a:ext uri="{FF2B5EF4-FFF2-40B4-BE49-F238E27FC236}">
                          <a16:creationId xmlns:a16="http://schemas.microsoft.com/office/drawing/2014/main" id="{9E1E9753-20B3-4CF5-91B6-3384205FB9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8" name="直線コネクタ 66317">
                      <a:extLst>
                        <a:ext uri="{FF2B5EF4-FFF2-40B4-BE49-F238E27FC236}">
                          <a16:creationId xmlns:a16="http://schemas.microsoft.com/office/drawing/2014/main" id="{1F59B5B0-3BE9-4217-9220-6B93EF4727A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9" name="直線コネクタ 66318">
                      <a:extLst>
                        <a:ext uri="{FF2B5EF4-FFF2-40B4-BE49-F238E27FC236}">
                          <a16:creationId xmlns:a16="http://schemas.microsoft.com/office/drawing/2014/main" id="{11B01C35-DCEC-4074-B054-DBA0E1A84D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0" name="直線コネクタ 66319">
                      <a:extLst>
                        <a:ext uri="{FF2B5EF4-FFF2-40B4-BE49-F238E27FC236}">
                          <a16:creationId xmlns:a16="http://schemas.microsoft.com/office/drawing/2014/main" id="{0D13678C-D0EA-4756-B3D5-B1B415149E1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1" name="直線コネクタ 66320">
                      <a:extLst>
                        <a:ext uri="{FF2B5EF4-FFF2-40B4-BE49-F238E27FC236}">
                          <a16:creationId xmlns:a16="http://schemas.microsoft.com/office/drawing/2014/main" id="{5C3F50C6-3CC7-4D49-BC65-957B50443D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2" name="直線コネクタ 66321">
                      <a:extLst>
                        <a:ext uri="{FF2B5EF4-FFF2-40B4-BE49-F238E27FC236}">
                          <a16:creationId xmlns:a16="http://schemas.microsoft.com/office/drawing/2014/main" id="{249C8C15-2CF9-4E0B-89F6-463435669C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3" name="直線コネクタ 66322">
                      <a:extLst>
                        <a:ext uri="{FF2B5EF4-FFF2-40B4-BE49-F238E27FC236}">
                          <a16:creationId xmlns:a16="http://schemas.microsoft.com/office/drawing/2014/main" id="{CA27A152-428E-4DAA-8151-1A12EC526C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4" name="直線コネクタ 66323">
                      <a:extLst>
                        <a:ext uri="{FF2B5EF4-FFF2-40B4-BE49-F238E27FC236}">
                          <a16:creationId xmlns:a16="http://schemas.microsoft.com/office/drawing/2014/main" id="{5C1D36AF-02F9-4ED6-8B60-9664ADC02B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5" name="直線コネクタ 66324">
                      <a:extLst>
                        <a:ext uri="{FF2B5EF4-FFF2-40B4-BE49-F238E27FC236}">
                          <a16:creationId xmlns:a16="http://schemas.microsoft.com/office/drawing/2014/main" id="{E8899AC7-8C1F-44C4-AD64-328CA0C4428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6" name="直線コネクタ 66325">
                      <a:extLst>
                        <a:ext uri="{FF2B5EF4-FFF2-40B4-BE49-F238E27FC236}">
                          <a16:creationId xmlns:a16="http://schemas.microsoft.com/office/drawing/2014/main" id="{1F622066-AEDB-421A-AD21-96909F2465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7" name="直線コネクタ 66326">
                      <a:extLst>
                        <a:ext uri="{FF2B5EF4-FFF2-40B4-BE49-F238E27FC236}">
                          <a16:creationId xmlns:a16="http://schemas.microsoft.com/office/drawing/2014/main" id="{88356DF9-F999-453E-A466-8FA7AA2F1E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8" name="直線コネクタ 66327">
                      <a:extLst>
                        <a:ext uri="{FF2B5EF4-FFF2-40B4-BE49-F238E27FC236}">
                          <a16:creationId xmlns:a16="http://schemas.microsoft.com/office/drawing/2014/main" id="{C6065BC5-9E04-47FD-ACD9-F837743C1B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29" name="直線コネクタ 66328">
                      <a:extLst>
                        <a:ext uri="{FF2B5EF4-FFF2-40B4-BE49-F238E27FC236}">
                          <a16:creationId xmlns:a16="http://schemas.microsoft.com/office/drawing/2014/main" id="{33D5DAE9-DD6B-4EF9-AA53-F5B9BDA43FA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0" name="直線コネクタ 66329">
                      <a:extLst>
                        <a:ext uri="{FF2B5EF4-FFF2-40B4-BE49-F238E27FC236}">
                          <a16:creationId xmlns:a16="http://schemas.microsoft.com/office/drawing/2014/main" id="{36C2C020-1FCF-4985-BC1D-20F6C1A5AB5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1" name="直線コネクタ 66330">
                      <a:extLst>
                        <a:ext uri="{FF2B5EF4-FFF2-40B4-BE49-F238E27FC236}">
                          <a16:creationId xmlns:a16="http://schemas.microsoft.com/office/drawing/2014/main" id="{6A1F57BB-FBCD-4B03-B7FC-1D88DAF055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2" name="直線コネクタ 66331">
                      <a:extLst>
                        <a:ext uri="{FF2B5EF4-FFF2-40B4-BE49-F238E27FC236}">
                          <a16:creationId xmlns:a16="http://schemas.microsoft.com/office/drawing/2014/main" id="{56889809-C54E-4000-831D-01523DCC5A2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3" name="直線コネクタ 66332">
                      <a:extLst>
                        <a:ext uri="{FF2B5EF4-FFF2-40B4-BE49-F238E27FC236}">
                          <a16:creationId xmlns:a16="http://schemas.microsoft.com/office/drawing/2014/main" id="{A4DD3A85-6E47-441A-996F-97A9EE8C9F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4" name="直線コネクタ 66333">
                      <a:extLst>
                        <a:ext uri="{FF2B5EF4-FFF2-40B4-BE49-F238E27FC236}">
                          <a16:creationId xmlns:a16="http://schemas.microsoft.com/office/drawing/2014/main" id="{6CD87859-A3E7-42AF-82FD-68D31A148E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5" name="直線コネクタ 66334">
                      <a:extLst>
                        <a:ext uri="{FF2B5EF4-FFF2-40B4-BE49-F238E27FC236}">
                          <a16:creationId xmlns:a16="http://schemas.microsoft.com/office/drawing/2014/main" id="{0892AB5B-195D-4570-80A1-4F8537C47F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6" name="直線コネクタ 66335">
                      <a:extLst>
                        <a:ext uri="{FF2B5EF4-FFF2-40B4-BE49-F238E27FC236}">
                          <a16:creationId xmlns:a16="http://schemas.microsoft.com/office/drawing/2014/main" id="{6DC49EA5-A313-4D74-A582-23D0A6FE57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7" name="直線コネクタ 66336">
                      <a:extLst>
                        <a:ext uri="{FF2B5EF4-FFF2-40B4-BE49-F238E27FC236}">
                          <a16:creationId xmlns:a16="http://schemas.microsoft.com/office/drawing/2014/main" id="{8FDEFBAE-F622-4B3B-B200-A3E2EB81FB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8" name="直線コネクタ 66337">
                      <a:extLst>
                        <a:ext uri="{FF2B5EF4-FFF2-40B4-BE49-F238E27FC236}">
                          <a16:creationId xmlns:a16="http://schemas.microsoft.com/office/drawing/2014/main" id="{29C5F9F3-AED4-4006-BE8C-778A14BB88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39" name="直線コネクタ 66338">
                      <a:extLst>
                        <a:ext uri="{FF2B5EF4-FFF2-40B4-BE49-F238E27FC236}">
                          <a16:creationId xmlns:a16="http://schemas.microsoft.com/office/drawing/2014/main" id="{7F39B98E-8C64-425D-939A-E1058B69C5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0" name="直線コネクタ 66339">
                      <a:extLst>
                        <a:ext uri="{FF2B5EF4-FFF2-40B4-BE49-F238E27FC236}">
                          <a16:creationId xmlns:a16="http://schemas.microsoft.com/office/drawing/2014/main" id="{4D505880-3E77-47B7-AD50-CA1E42BD14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1" name="直線コネクタ 66340">
                      <a:extLst>
                        <a:ext uri="{FF2B5EF4-FFF2-40B4-BE49-F238E27FC236}">
                          <a16:creationId xmlns:a16="http://schemas.microsoft.com/office/drawing/2014/main" id="{ED77D2C3-A597-42D1-93ED-01D6EF855B2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2" name="直線コネクタ 66341">
                      <a:extLst>
                        <a:ext uri="{FF2B5EF4-FFF2-40B4-BE49-F238E27FC236}">
                          <a16:creationId xmlns:a16="http://schemas.microsoft.com/office/drawing/2014/main" id="{7944733B-9132-4AAA-81EE-B90736261CE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3" name="直線コネクタ 66342">
                      <a:extLst>
                        <a:ext uri="{FF2B5EF4-FFF2-40B4-BE49-F238E27FC236}">
                          <a16:creationId xmlns:a16="http://schemas.microsoft.com/office/drawing/2014/main" id="{1CA3E6A5-0CD4-41DD-AEEA-0BBA07E001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4" name="直線コネクタ 66343">
                      <a:extLst>
                        <a:ext uri="{FF2B5EF4-FFF2-40B4-BE49-F238E27FC236}">
                          <a16:creationId xmlns:a16="http://schemas.microsoft.com/office/drawing/2014/main" id="{7AF74D1A-5888-447D-8B21-78CAE85022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5" name="直線コネクタ 66344">
                      <a:extLst>
                        <a:ext uri="{FF2B5EF4-FFF2-40B4-BE49-F238E27FC236}">
                          <a16:creationId xmlns:a16="http://schemas.microsoft.com/office/drawing/2014/main" id="{95F480BF-E13E-423D-92B2-FBE11C950A9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6" name="直線コネクタ 66345">
                      <a:extLst>
                        <a:ext uri="{FF2B5EF4-FFF2-40B4-BE49-F238E27FC236}">
                          <a16:creationId xmlns:a16="http://schemas.microsoft.com/office/drawing/2014/main" id="{14E98FC3-B958-4287-AB16-9DFA7B60010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7" name="直線コネクタ 66346">
                      <a:extLst>
                        <a:ext uri="{FF2B5EF4-FFF2-40B4-BE49-F238E27FC236}">
                          <a16:creationId xmlns:a16="http://schemas.microsoft.com/office/drawing/2014/main" id="{B5FE1168-1FAE-4119-BB65-4AE89D7614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8" name="直線コネクタ 66347">
                      <a:extLst>
                        <a:ext uri="{FF2B5EF4-FFF2-40B4-BE49-F238E27FC236}">
                          <a16:creationId xmlns:a16="http://schemas.microsoft.com/office/drawing/2014/main" id="{CCA3E5CD-8737-4FBB-AB55-D3944EA1A9E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49" name="直線コネクタ 66348">
                      <a:extLst>
                        <a:ext uri="{FF2B5EF4-FFF2-40B4-BE49-F238E27FC236}">
                          <a16:creationId xmlns:a16="http://schemas.microsoft.com/office/drawing/2014/main" id="{9104C7DF-0571-4E25-8A54-AB81D568C8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50" name="直線コネクタ 66349">
                      <a:extLst>
                        <a:ext uri="{FF2B5EF4-FFF2-40B4-BE49-F238E27FC236}">
                          <a16:creationId xmlns:a16="http://schemas.microsoft.com/office/drawing/2014/main" id="{D865A8DE-3636-4B4D-93D0-DBB7C0267C7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51" name="直線コネクタ 66350">
                      <a:extLst>
                        <a:ext uri="{FF2B5EF4-FFF2-40B4-BE49-F238E27FC236}">
                          <a16:creationId xmlns:a16="http://schemas.microsoft.com/office/drawing/2014/main" id="{0A9A392B-755B-4464-B48A-3969280479B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52" name="直線コネクタ 66351">
                      <a:extLst>
                        <a:ext uri="{FF2B5EF4-FFF2-40B4-BE49-F238E27FC236}">
                          <a16:creationId xmlns:a16="http://schemas.microsoft.com/office/drawing/2014/main" id="{C4C5828F-546D-45B9-9D29-D74DF36483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53" name="直線コネクタ 66352">
                      <a:extLst>
                        <a:ext uri="{FF2B5EF4-FFF2-40B4-BE49-F238E27FC236}">
                          <a16:creationId xmlns:a16="http://schemas.microsoft.com/office/drawing/2014/main" id="{4CE8C9F2-1E2D-4043-80C6-92F5709758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54" name="直線コネクタ 66353">
                      <a:extLst>
                        <a:ext uri="{FF2B5EF4-FFF2-40B4-BE49-F238E27FC236}">
                          <a16:creationId xmlns:a16="http://schemas.microsoft.com/office/drawing/2014/main" id="{E007D531-156D-4777-858B-25A1CC18D94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55" name="直線コネクタ 66354">
                      <a:extLst>
                        <a:ext uri="{FF2B5EF4-FFF2-40B4-BE49-F238E27FC236}">
                          <a16:creationId xmlns:a16="http://schemas.microsoft.com/office/drawing/2014/main" id="{2B09A19D-F3C8-4BF3-B869-805E6A5050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56" name="直線コネクタ 66355">
                      <a:extLst>
                        <a:ext uri="{FF2B5EF4-FFF2-40B4-BE49-F238E27FC236}">
                          <a16:creationId xmlns:a16="http://schemas.microsoft.com/office/drawing/2014/main" id="{27609897-52B6-4F76-B530-74F8A8296D1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6264" name="グループ化 66263">
                    <a:extLst>
                      <a:ext uri="{FF2B5EF4-FFF2-40B4-BE49-F238E27FC236}">
                        <a16:creationId xmlns:a16="http://schemas.microsoft.com/office/drawing/2014/main" id="{9E9FAC7C-3509-476B-BA78-A93DB39E7F20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265" name="直線コネクタ 66264">
                      <a:extLst>
                        <a:ext uri="{FF2B5EF4-FFF2-40B4-BE49-F238E27FC236}">
                          <a16:creationId xmlns:a16="http://schemas.microsoft.com/office/drawing/2014/main" id="{3D0D2486-4F68-4F15-9E7F-739E108B22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66" name="直線コネクタ 66265">
                      <a:extLst>
                        <a:ext uri="{FF2B5EF4-FFF2-40B4-BE49-F238E27FC236}">
                          <a16:creationId xmlns:a16="http://schemas.microsoft.com/office/drawing/2014/main" id="{FDFFDD14-A8C7-42A4-8094-1BB098EC38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67" name="直線コネクタ 66266">
                      <a:extLst>
                        <a:ext uri="{FF2B5EF4-FFF2-40B4-BE49-F238E27FC236}">
                          <a16:creationId xmlns:a16="http://schemas.microsoft.com/office/drawing/2014/main" id="{BF163F81-8905-4F95-8D9D-BAD87E8338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68" name="直線コネクタ 66267">
                      <a:extLst>
                        <a:ext uri="{FF2B5EF4-FFF2-40B4-BE49-F238E27FC236}">
                          <a16:creationId xmlns:a16="http://schemas.microsoft.com/office/drawing/2014/main" id="{FD833C2B-E4AB-4AA3-B4DD-35469C70B4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69" name="直線コネクタ 66268">
                      <a:extLst>
                        <a:ext uri="{FF2B5EF4-FFF2-40B4-BE49-F238E27FC236}">
                          <a16:creationId xmlns:a16="http://schemas.microsoft.com/office/drawing/2014/main" id="{B92F46BA-5DF9-4C38-892E-DEAABB4D0A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0" name="直線コネクタ 66269">
                      <a:extLst>
                        <a:ext uri="{FF2B5EF4-FFF2-40B4-BE49-F238E27FC236}">
                          <a16:creationId xmlns:a16="http://schemas.microsoft.com/office/drawing/2014/main" id="{B780B190-F461-483C-8767-867D2270C8E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1" name="直線コネクタ 66270">
                      <a:extLst>
                        <a:ext uri="{FF2B5EF4-FFF2-40B4-BE49-F238E27FC236}">
                          <a16:creationId xmlns:a16="http://schemas.microsoft.com/office/drawing/2014/main" id="{6A9DABE7-CA86-45F0-9B77-C3459E0671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2" name="直線コネクタ 66271">
                      <a:extLst>
                        <a:ext uri="{FF2B5EF4-FFF2-40B4-BE49-F238E27FC236}">
                          <a16:creationId xmlns:a16="http://schemas.microsoft.com/office/drawing/2014/main" id="{D1CA73BD-8F06-4AB5-9572-9A20E441A14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3" name="直線コネクタ 66272">
                      <a:extLst>
                        <a:ext uri="{FF2B5EF4-FFF2-40B4-BE49-F238E27FC236}">
                          <a16:creationId xmlns:a16="http://schemas.microsoft.com/office/drawing/2014/main" id="{3EFE8E7B-8B40-446A-9042-50AEB8DDC29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4" name="直線コネクタ 66273">
                      <a:extLst>
                        <a:ext uri="{FF2B5EF4-FFF2-40B4-BE49-F238E27FC236}">
                          <a16:creationId xmlns:a16="http://schemas.microsoft.com/office/drawing/2014/main" id="{02197F79-3832-4990-A25F-8F0F64AD28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5" name="直線コネクタ 66274">
                      <a:extLst>
                        <a:ext uri="{FF2B5EF4-FFF2-40B4-BE49-F238E27FC236}">
                          <a16:creationId xmlns:a16="http://schemas.microsoft.com/office/drawing/2014/main" id="{08D99DB7-E8BA-448C-B502-5EA174BB07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6" name="直線コネクタ 66275">
                      <a:extLst>
                        <a:ext uri="{FF2B5EF4-FFF2-40B4-BE49-F238E27FC236}">
                          <a16:creationId xmlns:a16="http://schemas.microsoft.com/office/drawing/2014/main" id="{EE6DA900-5A2B-4898-87C7-3651328BF1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7" name="直線コネクタ 66276">
                      <a:extLst>
                        <a:ext uri="{FF2B5EF4-FFF2-40B4-BE49-F238E27FC236}">
                          <a16:creationId xmlns:a16="http://schemas.microsoft.com/office/drawing/2014/main" id="{D8BBE5BE-74F6-4E95-A385-6D0F40693C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8" name="直線コネクタ 66277">
                      <a:extLst>
                        <a:ext uri="{FF2B5EF4-FFF2-40B4-BE49-F238E27FC236}">
                          <a16:creationId xmlns:a16="http://schemas.microsoft.com/office/drawing/2014/main" id="{DF15334C-A8DA-48CC-B2DB-A8CBBAFD77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79" name="直線コネクタ 66278">
                      <a:extLst>
                        <a:ext uri="{FF2B5EF4-FFF2-40B4-BE49-F238E27FC236}">
                          <a16:creationId xmlns:a16="http://schemas.microsoft.com/office/drawing/2014/main" id="{788E4709-9EB4-443B-AA1C-84A17D290B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0" name="直線コネクタ 66279">
                      <a:extLst>
                        <a:ext uri="{FF2B5EF4-FFF2-40B4-BE49-F238E27FC236}">
                          <a16:creationId xmlns:a16="http://schemas.microsoft.com/office/drawing/2014/main" id="{0A8A149A-616C-4EE1-AB6E-A30159F5BB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1" name="直線コネクタ 66280">
                      <a:extLst>
                        <a:ext uri="{FF2B5EF4-FFF2-40B4-BE49-F238E27FC236}">
                          <a16:creationId xmlns:a16="http://schemas.microsoft.com/office/drawing/2014/main" id="{9A9AEB0D-BB3C-4DFC-86B6-4413942A86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2" name="直線コネクタ 66281">
                      <a:extLst>
                        <a:ext uri="{FF2B5EF4-FFF2-40B4-BE49-F238E27FC236}">
                          <a16:creationId xmlns:a16="http://schemas.microsoft.com/office/drawing/2014/main" id="{9FCB75C2-41EC-4567-9BED-D8141F2B87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3" name="直線コネクタ 66282">
                      <a:extLst>
                        <a:ext uri="{FF2B5EF4-FFF2-40B4-BE49-F238E27FC236}">
                          <a16:creationId xmlns:a16="http://schemas.microsoft.com/office/drawing/2014/main" id="{EFC987BB-16D0-47B8-A42D-7D962D8364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4" name="直線コネクタ 66283">
                      <a:extLst>
                        <a:ext uri="{FF2B5EF4-FFF2-40B4-BE49-F238E27FC236}">
                          <a16:creationId xmlns:a16="http://schemas.microsoft.com/office/drawing/2014/main" id="{4D8DF295-8A8B-45E6-9BBF-1DC7CB96E6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5" name="直線コネクタ 66284">
                      <a:extLst>
                        <a:ext uri="{FF2B5EF4-FFF2-40B4-BE49-F238E27FC236}">
                          <a16:creationId xmlns:a16="http://schemas.microsoft.com/office/drawing/2014/main" id="{90D464D1-AAF1-4B6E-B440-8F0402D1C7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6" name="直線コネクタ 66285">
                      <a:extLst>
                        <a:ext uri="{FF2B5EF4-FFF2-40B4-BE49-F238E27FC236}">
                          <a16:creationId xmlns:a16="http://schemas.microsoft.com/office/drawing/2014/main" id="{86060627-F6C7-46F4-9F7D-9F51DCB891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7" name="直線コネクタ 66286">
                      <a:extLst>
                        <a:ext uri="{FF2B5EF4-FFF2-40B4-BE49-F238E27FC236}">
                          <a16:creationId xmlns:a16="http://schemas.microsoft.com/office/drawing/2014/main" id="{DCA16466-DABE-4A88-B897-9341483A794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8" name="直線コネクタ 66287">
                      <a:extLst>
                        <a:ext uri="{FF2B5EF4-FFF2-40B4-BE49-F238E27FC236}">
                          <a16:creationId xmlns:a16="http://schemas.microsoft.com/office/drawing/2014/main" id="{17B5A68D-717A-4968-A475-F5D101DD2E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89" name="直線コネクタ 66288">
                      <a:extLst>
                        <a:ext uri="{FF2B5EF4-FFF2-40B4-BE49-F238E27FC236}">
                          <a16:creationId xmlns:a16="http://schemas.microsoft.com/office/drawing/2014/main" id="{4A8EFA50-AC74-4A07-BE48-6D47FCA13EE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0" name="直線コネクタ 66289">
                      <a:extLst>
                        <a:ext uri="{FF2B5EF4-FFF2-40B4-BE49-F238E27FC236}">
                          <a16:creationId xmlns:a16="http://schemas.microsoft.com/office/drawing/2014/main" id="{5BB74743-517A-4E81-B854-77C80B61B3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1" name="直線コネクタ 66290">
                      <a:extLst>
                        <a:ext uri="{FF2B5EF4-FFF2-40B4-BE49-F238E27FC236}">
                          <a16:creationId xmlns:a16="http://schemas.microsoft.com/office/drawing/2014/main" id="{6C8EF75F-7589-4A75-9F60-7BE58947D8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2" name="直線コネクタ 66291">
                      <a:extLst>
                        <a:ext uri="{FF2B5EF4-FFF2-40B4-BE49-F238E27FC236}">
                          <a16:creationId xmlns:a16="http://schemas.microsoft.com/office/drawing/2014/main" id="{C0E45ECD-8D9B-4F22-A0B8-0EB8BA42B1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3" name="直線コネクタ 66292">
                      <a:extLst>
                        <a:ext uri="{FF2B5EF4-FFF2-40B4-BE49-F238E27FC236}">
                          <a16:creationId xmlns:a16="http://schemas.microsoft.com/office/drawing/2014/main" id="{A01712F0-4689-483C-B732-8CF7BD9446F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4" name="直線コネクタ 66293">
                      <a:extLst>
                        <a:ext uri="{FF2B5EF4-FFF2-40B4-BE49-F238E27FC236}">
                          <a16:creationId xmlns:a16="http://schemas.microsoft.com/office/drawing/2014/main" id="{6239A9D3-0245-407D-83D8-FCD8EC07D48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5" name="直線コネクタ 66294">
                      <a:extLst>
                        <a:ext uri="{FF2B5EF4-FFF2-40B4-BE49-F238E27FC236}">
                          <a16:creationId xmlns:a16="http://schemas.microsoft.com/office/drawing/2014/main" id="{D905715E-329E-41BC-AD0D-C7CF83E427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6" name="直線コネクタ 66295">
                      <a:extLst>
                        <a:ext uri="{FF2B5EF4-FFF2-40B4-BE49-F238E27FC236}">
                          <a16:creationId xmlns:a16="http://schemas.microsoft.com/office/drawing/2014/main" id="{15E3D467-F12C-4542-876E-610400616C4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7" name="直線コネクタ 66296">
                      <a:extLst>
                        <a:ext uri="{FF2B5EF4-FFF2-40B4-BE49-F238E27FC236}">
                          <a16:creationId xmlns:a16="http://schemas.microsoft.com/office/drawing/2014/main" id="{012DFE3A-E0EC-44EF-B795-4C8F4DECADE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8" name="直線コネクタ 66297">
                      <a:extLst>
                        <a:ext uri="{FF2B5EF4-FFF2-40B4-BE49-F238E27FC236}">
                          <a16:creationId xmlns:a16="http://schemas.microsoft.com/office/drawing/2014/main" id="{48C5F8C4-0E48-4B20-9BDE-DE9BE46740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99" name="直線コネクタ 66298">
                      <a:extLst>
                        <a:ext uri="{FF2B5EF4-FFF2-40B4-BE49-F238E27FC236}">
                          <a16:creationId xmlns:a16="http://schemas.microsoft.com/office/drawing/2014/main" id="{687B13A4-39A9-4299-BF4D-08928B1603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0" name="直線コネクタ 66299">
                      <a:extLst>
                        <a:ext uri="{FF2B5EF4-FFF2-40B4-BE49-F238E27FC236}">
                          <a16:creationId xmlns:a16="http://schemas.microsoft.com/office/drawing/2014/main" id="{BED99AF7-B103-4189-B255-C54AB01477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1" name="直線コネクタ 66300">
                      <a:extLst>
                        <a:ext uri="{FF2B5EF4-FFF2-40B4-BE49-F238E27FC236}">
                          <a16:creationId xmlns:a16="http://schemas.microsoft.com/office/drawing/2014/main" id="{CA2AC5A5-A401-4299-A7A6-F3BB144CDD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2" name="直線コネクタ 66301">
                      <a:extLst>
                        <a:ext uri="{FF2B5EF4-FFF2-40B4-BE49-F238E27FC236}">
                          <a16:creationId xmlns:a16="http://schemas.microsoft.com/office/drawing/2014/main" id="{1F7DF229-E7F9-4EAB-920B-C8D2B4DAE0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3" name="直線コネクタ 66302">
                      <a:extLst>
                        <a:ext uri="{FF2B5EF4-FFF2-40B4-BE49-F238E27FC236}">
                          <a16:creationId xmlns:a16="http://schemas.microsoft.com/office/drawing/2014/main" id="{8DE91E65-13A7-4A16-8750-6C6B1C7EEF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4" name="直線コネクタ 66303">
                      <a:extLst>
                        <a:ext uri="{FF2B5EF4-FFF2-40B4-BE49-F238E27FC236}">
                          <a16:creationId xmlns:a16="http://schemas.microsoft.com/office/drawing/2014/main" id="{1F85D8B7-D410-49E9-BF80-E8FA8C2B4F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5" name="直線コネクタ 66304">
                      <a:extLst>
                        <a:ext uri="{FF2B5EF4-FFF2-40B4-BE49-F238E27FC236}">
                          <a16:creationId xmlns:a16="http://schemas.microsoft.com/office/drawing/2014/main" id="{554734C1-60B1-4A26-8C77-18F50F33CF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6" name="直線コネクタ 66305">
                      <a:extLst>
                        <a:ext uri="{FF2B5EF4-FFF2-40B4-BE49-F238E27FC236}">
                          <a16:creationId xmlns:a16="http://schemas.microsoft.com/office/drawing/2014/main" id="{8D714FF5-3BC2-45CA-A409-9085426889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7" name="直線コネクタ 66306">
                      <a:extLst>
                        <a:ext uri="{FF2B5EF4-FFF2-40B4-BE49-F238E27FC236}">
                          <a16:creationId xmlns:a16="http://schemas.microsoft.com/office/drawing/2014/main" id="{C988916F-8256-411F-B019-39A50AB0D1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8" name="直線コネクタ 66307">
                      <a:extLst>
                        <a:ext uri="{FF2B5EF4-FFF2-40B4-BE49-F238E27FC236}">
                          <a16:creationId xmlns:a16="http://schemas.microsoft.com/office/drawing/2014/main" id="{613783FB-E362-4E3C-A402-C58C929BC0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09" name="直線コネクタ 66308">
                      <a:extLst>
                        <a:ext uri="{FF2B5EF4-FFF2-40B4-BE49-F238E27FC236}">
                          <a16:creationId xmlns:a16="http://schemas.microsoft.com/office/drawing/2014/main" id="{4C8F109A-EBB3-4AFB-870E-6177C7703D8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310" name="直線コネクタ 66309">
                      <a:extLst>
                        <a:ext uri="{FF2B5EF4-FFF2-40B4-BE49-F238E27FC236}">
                          <a16:creationId xmlns:a16="http://schemas.microsoft.com/office/drawing/2014/main" id="{9DDA8D85-607D-4385-80B8-3722236C2C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6073" name="グループ化 66072">
                  <a:extLst>
                    <a:ext uri="{FF2B5EF4-FFF2-40B4-BE49-F238E27FC236}">
                      <a16:creationId xmlns:a16="http://schemas.microsoft.com/office/drawing/2014/main" id="{C1B34765-FAF3-408D-BFFD-70590E779CDE}"/>
                    </a:ext>
                  </a:extLst>
                </p:cNvPr>
                <p:cNvGrpSpPr/>
                <p:nvPr/>
              </p:nvGrpSpPr>
              <p:grpSpPr>
                <a:xfrm rot="10800000">
                  <a:off x="7199185" y="4499695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6169" name="グループ化 66168">
                    <a:extLst>
                      <a:ext uri="{FF2B5EF4-FFF2-40B4-BE49-F238E27FC236}">
                        <a16:creationId xmlns:a16="http://schemas.microsoft.com/office/drawing/2014/main" id="{19241F59-D781-4213-AB1A-58D0CF71AC85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217" name="直線コネクタ 66216">
                      <a:extLst>
                        <a:ext uri="{FF2B5EF4-FFF2-40B4-BE49-F238E27FC236}">
                          <a16:creationId xmlns:a16="http://schemas.microsoft.com/office/drawing/2014/main" id="{3CD04BD4-251C-46BE-B5EA-59E73F2247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8" name="直線コネクタ 66217">
                      <a:extLst>
                        <a:ext uri="{FF2B5EF4-FFF2-40B4-BE49-F238E27FC236}">
                          <a16:creationId xmlns:a16="http://schemas.microsoft.com/office/drawing/2014/main" id="{7D1F4D48-7FD4-4063-847D-01AA9716B1E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9" name="直線コネクタ 66218">
                      <a:extLst>
                        <a:ext uri="{FF2B5EF4-FFF2-40B4-BE49-F238E27FC236}">
                          <a16:creationId xmlns:a16="http://schemas.microsoft.com/office/drawing/2014/main" id="{7A50BE80-E916-40BC-B853-FC8F4ADF65A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0" name="直線コネクタ 66219">
                      <a:extLst>
                        <a:ext uri="{FF2B5EF4-FFF2-40B4-BE49-F238E27FC236}">
                          <a16:creationId xmlns:a16="http://schemas.microsoft.com/office/drawing/2014/main" id="{65A71060-601C-4389-B37F-66B6C7DF56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1" name="直線コネクタ 66220">
                      <a:extLst>
                        <a:ext uri="{FF2B5EF4-FFF2-40B4-BE49-F238E27FC236}">
                          <a16:creationId xmlns:a16="http://schemas.microsoft.com/office/drawing/2014/main" id="{2BD0C32F-7611-4B96-941E-BE1F66ED9A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2" name="直線コネクタ 66221">
                      <a:extLst>
                        <a:ext uri="{FF2B5EF4-FFF2-40B4-BE49-F238E27FC236}">
                          <a16:creationId xmlns:a16="http://schemas.microsoft.com/office/drawing/2014/main" id="{59B62741-658F-4581-967A-CDBAA36311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3" name="直線コネクタ 66222">
                      <a:extLst>
                        <a:ext uri="{FF2B5EF4-FFF2-40B4-BE49-F238E27FC236}">
                          <a16:creationId xmlns:a16="http://schemas.microsoft.com/office/drawing/2014/main" id="{6A3EB53A-DB50-4B29-8924-0617500FEC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4" name="直線コネクタ 66223">
                      <a:extLst>
                        <a:ext uri="{FF2B5EF4-FFF2-40B4-BE49-F238E27FC236}">
                          <a16:creationId xmlns:a16="http://schemas.microsoft.com/office/drawing/2014/main" id="{BE802769-208A-4E9E-B725-214559D5B7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5" name="直線コネクタ 66224">
                      <a:extLst>
                        <a:ext uri="{FF2B5EF4-FFF2-40B4-BE49-F238E27FC236}">
                          <a16:creationId xmlns:a16="http://schemas.microsoft.com/office/drawing/2014/main" id="{3266190B-C8AB-4B2C-A944-83841C78FE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6" name="直線コネクタ 66225">
                      <a:extLst>
                        <a:ext uri="{FF2B5EF4-FFF2-40B4-BE49-F238E27FC236}">
                          <a16:creationId xmlns:a16="http://schemas.microsoft.com/office/drawing/2014/main" id="{CD8484FA-3328-417E-BE3E-65C74C098E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7" name="直線コネクタ 66226">
                      <a:extLst>
                        <a:ext uri="{FF2B5EF4-FFF2-40B4-BE49-F238E27FC236}">
                          <a16:creationId xmlns:a16="http://schemas.microsoft.com/office/drawing/2014/main" id="{191BB189-6B48-4253-8D5A-D124892252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8" name="直線コネクタ 66227">
                      <a:extLst>
                        <a:ext uri="{FF2B5EF4-FFF2-40B4-BE49-F238E27FC236}">
                          <a16:creationId xmlns:a16="http://schemas.microsoft.com/office/drawing/2014/main" id="{5D03573E-A412-432C-B9D9-2822A41F77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29" name="直線コネクタ 66228">
                      <a:extLst>
                        <a:ext uri="{FF2B5EF4-FFF2-40B4-BE49-F238E27FC236}">
                          <a16:creationId xmlns:a16="http://schemas.microsoft.com/office/drawing/2014/main" id="{DEDD4AC8-CB47-416C-867B-4E3811EA1C2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0" name="直線コネクタ 66229">
                      <a:extLst>
                        <a:ext uri="{FF2B5EF4-FFF2-40B4-BE49-F238E27FC236}">
                          <a16:creationId xmlns:a16="http://schemas.microsoft.com/office/drawing/2014/main" id="{2F7D7718-BCF3-4207-BE18-5E6F1D3739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1" name="直線コネクタ 66230">
                      <a:extLst>
                        <a:ext uri="{FF2B5EF4-FFF2-40B4-BE49-F238E27FC236}">
                          <a16:creationId xmlns:a16="http://schemas.microsoft.com/office/drawing/2014/main" id="{7135B731-039C-4D0F-855B-B75CE61E37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2" name="直線コネクタ 66231">
                      <a:extLst>
                        <a:ext uri="{FF2B5EF4-FFF2-40B4-BE49-F238E27FC236}">
                          <a16:creationId xmlns:a16="http://schemas.microsoft.com/office/drawing/2014/main" id="{0F042667-C869-4A87-8E3C-2BFE41D036F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3" name="直線コネクタ 66232">
                      <a:extLst>
                        <a:ext uri="{FF2B5EF4-FFF2-40B4-BE49-F238E27FC236}">
                          <a16:creationId xmlns:a16="http://schemas.microsoft.com/office/drawing/2014/main" id="{86C2550B-45B7-4272-8288-9FCAB2EC2E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4" name="直線コネクタ 66233">
                      <a:extLst>
                        <a:ext uri="{FF2B5EF4-FFF2-40B4-BE49-F238E27FC236}">
                          <a16:creationId xmlns:a16="http://schemas.microsoft.com/office/drawing/2014/main" id="{17CBAFBE-8C33-482E-B7C5-06E012A3740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5" name="直線コネクタ 66234">
                      <a:extLst>
                        <a:ext uri="{FF2B5EF4-FFF2-40B4-BE49-F238E27FC236}">
                          <a16:creationId xmlns:a16="http://schemas.microsoft.com/office/drawing/2014/main" id="{8796D907-A55E-46B9-9DDF-99967DB978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6" name="直線コネクタ 66235">
                      <a:extLst>
                        <a:ext uri="{FF2B5EF4-FFF2-40B4-BE49-F238E27FC236}">
                          <a16:creationId xmlns:a16="http://schemas.microsoft.com/office/drawing/2014/main" id="{D4ADEBA4-B288-43B2-A2EA-14F29997AC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7" name="直線コネクタ 66236">
                      <a:extLst>
                        <a:ext uri="{FF2B5EF4-FFF2-40B4-BE49-F238E27FC236}">
                          <a16:creationId xmlns:a16="http://schemas.microsoft.com/office/drawing/2014/main" id="{3DFDB548-F7A2-467D-A0BB-AC90F50EAF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8" name="直線コネクタ 66237">
                      <a:extLst>
                        <a:ext uri="{FF2B5EF4-FFF2-40B4-BE49-F238E27FC236}">
                          <a16:creationId xmlns:a16="http://schemas.microsoft.com/office/drawing/2014/main" id="{3A924B1E-1FA0-4009-A53F-F9DB83EB73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39" name="直線コネクタ 66238">
                      <a:extLst>
                        <a:ext uri="{FF2B5EF4-FFF2-40B4-BE49-F238E27FC236}">
                          <a16:creationId xmlns:a16="http://schemas.microsoft.com/office/drawing/2014/main" id="{AD5AADB6-9088-4D1F-A031-5FC75B0C6B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0" name="直線コネクタ 66239">
                      <a:extLst>
                        <a:ext uri="{FF2B5EF4-FFF2-40B4-BE49-F238E27FC236}">
                          <a16:creationId xmlns:a16="http://schemas.microsoft.com/office/drawing/2014/main" id="{ABBD39EF-76AE-4E9E-9F6C-C32A87979C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1" name="直線コネクタ 66240">
                      <a:extLst>
                        <a:ext uri="{FF2B5EF4-FFF2-40B4-BE49-F238E27FC236}">
                          <a16:creationId xmlns:a16="http://schemas.microsoft.com/office/drawing/2014/main" id="{489C19EC-C584-4373-80B9-72C2AA41B1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2" name="直線コネクタ 66241">
                      <a:extLst>
                        <a:ext uri="{FF2B5EF4-FFF2-40B4-BE49-F238E27FC236}">
                          <a16:creationId xmlns:a16="http://schemas.microsoft.com/office/drawing/2014/main" id="{F4E9F1FE-17C3-41DC-AB44-1E7487BB65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3" name="直線コネクタ 66242">
                      <a:extLst>
                        <a:ext uri="{FF2B5EF4-FFF2-40B4-BE49-F238E27FC236}">
                          <a16:creationId xmlns:a16="http://schemas.microsoft.com/office/drawing/2014/main" id="{618BEE9C-7BB2-42B2-966F-79F510622E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4" name="直線コネクタ 66243">
                      <a:extLst>
                        <a:ext uri="{FF2B5EF4-FFF2-40B4-BE49-F238E27FC236}">
                          <a16:creationId xmlns:a16="http://schemas.microsoft.com/office/drawing/2014/main" id="{C62CBB8D-BCDD-493B-A317-2AD5C78C519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5" name="直線コネクタ 66244">
                      <a:extLst>
                        <a:ext uri="{FF2B5EF4-FFF2-40B4-BE49-F238E27FC236}">
                          <a16:creationId xmlns:a16="http://schemas.microsoft.com/office/drawing/2014/main" id="{74D46AB7-D822-4EFE-8FF2-F40CC3E2F6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6" name="直線コネクタ 66245">
                      <a:extLst>
                        <a:ext uri="{FF2B5EF4-FFF2-40B4-BE49-F238E27FC236}">
                          <a16:creationId xmlns:a16="http://schemas.microsoft.com/office/drawing/2014/main" id="{54D5E34D-C6C1-477A-8544-2FD6CE25963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7" name="直線コネクタ 66246">
                      <a:extLst>
                        <a:ext uri="{FF2B5EF4-FFF2-40B4-BE49-F238E27FC236}">
                          <a16:creationId xmlns:a16="http://schemas.microsoft.com/office/drawing/2014/main" id="{E57510EA-FDF6-4489-9A93-D2DF1BEADB8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8" name="直線コネクタ 66247">
                      <a:extLst>
                        <a:ext uri="{FF2B5EF4-FFF2-40B4-BE49-F238E27FC236}">
                          <a16:creationId xmlns:a16="http://schemas.microsoft.com/office/drawing/2014/main" id="{EA2A439F-359A-4288-8E4B-32858673A4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49" name="直線コネクタ 66248">
                      <a:extLst>
                        <a:ext uri="{FF2B5EF4-FFF2-40B4-BE49-F238E27FC236}">
                          <a16:creationId xmlns:a16="http://schemas.microsoft.com/office/drawing/2014/main" id="{91FBED50-FAF7-47DA-9CD6-95ABE8B29A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0" name="直線コネクタ 66249">
                      <a:extLst>
                        <a:ext uri="{FF2B5EF4-FFF2-40B4-BE49-F238E27FC236}">
                          <a16:creationId xmlns:a16="http://schemas.microsoft.com/office/drawing/2014/main" id="{D17EE7E0-6B6C-41EC-AF0D-FB09EA77FC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1" name="直線コネクタ 66250">
                      <a:extLst>
                        <a:ext uri="{FF2B5EF4-FFF2-40B4-BE49-F238E27FC236}">
                          <a16:creationId xmlns:a16="http://schemas.microsoft.com/office/drawing/2014/main" id="{BF6C5FB8-DD79-4D21-8F89-99FA9A2C74C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2" name="直線コネクタ 66251">
                      <a:extLst>
                        <a:ext uri="{FF2B5EF4-FFF2-40B4-BE49-F238E27FC236}">
                          <a16:creationId xmlns:a16="http://schemas.microsoft.com/office/drawing/2014/main" id="{441C189E-34D7-483B-9697-52ABC3F2D60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3" name="直線コネクタ 66252">
                      <a:extLst>
                        <a:ext uri="{FF2B5EF4-FFF2-40B4-BE49-F238E27FC236}">
                          <a16:creationId xmlns:a16="http://schemas.microsoft.com/office/drawing/2014/main" id="{DF86575E-2604-4CD8-9810-C992AA24AE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4" name="直線コネクタ 66253">
                      <a:extLst>
                        <a:ext uri="{FF2B5EF4-FFF2-40B4-BE49-F238E27FC236}">
                          <a16:creationId xmlns:a16="http://schemas.microsoft.com/office/drawing/2014/main" id="{C79471A4-503D-48AC-8D40-31E9482CF0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5" name="直線コネクタ 66254">
                      <a:extLst>
                        <a:ext uri="{FF2B5EF4-FFF2-40B4-BE49-F238E27FC236}">
                          <a16:creationId xmlns:a16="http://schemas.microsoft.com/office/drawing/2014/main" id="{172B5BD6-FE52-4A6A-9BC1-0BB25FBD3C4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6" name="直線コネクタ 66255">
                      <a:extLst>
                        <a:ext uri="{FF2B5EF4-FFF2-40B4-BE49-F238E27FC236}">
                          <a16:creationId xmlns:a16="http://schemas.microsoft.com/office/drawing/2014/main" id="{F48D337B-6BB5-4306-B7F2-2395235E0FD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7" name="直線コネクタ 66256">
                      <a:extLst>
                        <a:ext uri="{FF2B5EF4-FFF2-40B4-BE49-F238E27FC236}">
                          <a16:creationId xmlns:a16="http://schemas.microsoft.com/office/drawing/2014/main" id="{56695550-8628-4015-A7BB-EE5404121D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8" name="直線コネクタ 66257">
                      <a:extLst>
                        <a:ext uri="{FF2B5EF4-FFF2-40B4-BE49-F238E27FC236}">
                          <a16:creationId xmlns:a16="http://schemas.microsoft.com/office/drawing/2014/main" id="{AFE508D1-B567-47F7-8440-92000B7157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59" name="直線コネクタ 66258">
                      <a:extLst>
                        <a:ext uri="{FF2B5EF4-FFF2-40B4-BE49-F238E27FC236}">
                          <a16:creationId xmlns:a16="http://schemas.microsoft.com/office/drawing/2014/main" id="{29F24D9E-3558-4556-AEF3-197BE1B461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60" name="直線コネクタ 66259">
                      <a:extLst>
                        <a:ext uri="{FF2B5EF4-FFF2-40B4-BE49-F238E27FC236}">
                          <a16:creationId xmlns:a16="http://schemas.microsoft.com/office/drawing/2014/main" id="{404FE6C0-6774-4359-B2E0-BCC4FEE7A3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61" name="直線コネクタ 66260">
                      <a:extLst>
                        <a:ext uri="{FF2B5EF4-FFF2-40B4-BE49-F238E27FC236}">
                          <a16:creationId xmlns:a16="http://schemas.microsoft.com/office/drawing/2014/main" id="{BD586D91-FB88-4C66-840E-3EDF9D40B6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62" name="直線コネクタ 66261">
                      <a:extLst>
                        <a:ext uri="{FF2B5EF4-FFF2-40B4-BE49-F238E27FC236}">
                          <a16:creationId xmlns:a16="http://schemas.microsoft.com/office/drawing/2014/main" id="{5203800F-1571-4D8F-B77B-68F2D27925C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6170" name="グループ化 66169">
                    <a:extLst>
                      <a:ext uri="{FF2B5EF4-FFF2-40B4-BE49-F238E27FC236}">
                        <a16:creationId xmlns:a16="http://schemas.microsoft.com/office/drawing/2014/main" id="{8E1F52F0-CE5A-47AE-9CEA-17DEBB758CC7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171" name="直線コネクタ 66170">
                      <a:extLst>
                        <a:ext uri="{FF2B5EF4-FFF2-40B4-BE49-F238E27FC236}">
                          <a16:creationId xmlns:a16="http://schemas.microsoft.com/office/drawing/2014/main" id="{05C935FE-A79D-4FE6-8701-B0CCA3883A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72" name="直線コネクタ 66171">
                      <a:extLst>
                        <a:ext uri="{FF2B5EF4-FFF2-40B4-BE49-F238E27FC236}">
                          <a16:creationId xmlns:a16="http://schemas.microsoft.com/office/drawing/2014/main" id="{94C976E2-923A-4771-8654-F6A7E4878B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73" name="直線コネクタ 66172">
                      <a:extLst>
                        <a:ext uri="{FF2B5EF4-FFF2-40B4-BE49-F238E27FC236}">
                          <a16:creationId xmlns:a16="http://schemas.microsoft.com/office/drawing/2014/main" id="{6F04D0E1-E6B9-431F-A15B-FF480A61B3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74" name="直線コネクタ 66173">
                      <a:extLst>
                        <a:ext uri="{FF2B5EF4-FFF2-40B4-BE49-F238E27FC236}">
                          <a16:creationId xmlns:a16="http://schemas.microsoft.com/office/drawing/2014/main" id="{06D93A2E-AE1C-472B-B7F8-C6CB59AA1D9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75" name="直線コネクタ 66174">
                      <a:extLst>
                        <a:ext uri="{FF2B5EF4-FFF2-40B4-BE49-F238E27FC236}">
                          <a16:creationId xmlns:a16="http://schemas.microsoft.com/office/drawing/2014/main" id="{E95FDE1D-4CE0-4B7A-9F97-C21EF054BC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76" name="直線コネクタ 66175">
                      <a:extLst>
                        <a:ext uri="{FF2B5EF4-FFF2-40B4-BE49-F238E27FC236}">
                          <a16:creationId xmlns:a16="http://schemas.microsoft.com/office/drawing/2014/main" id="{5DDA406F-FA2F-4FF7-8E8D-B3EBAF326E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77" name="直線コネクタ 66176">
                      <a:extLst>
                        <a:ext uri="{FF2B5EF4-FFF2-40B4-BE49-F238E27FC236}">
                          <a16:creationId xmlns:a16="http://schemas.microsoft.com/office/drawing/2014/main" id="{D18C8325-A739-4809-83EF-C6247C2E49C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78" name="直線コネクタ 66177">
                      <a:extLst>
                        <a:ext uri="{FF2B5EF4-FFF2-40B4-BE49-F238E27FC236}">
                          <a16:creationId xmlns:a16="http://schemas.microsoft.com/office/drawing/2014/main" id="{AABEB5E7-7F57-48F6-87A9-046CB100F3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79" name="直線コネクタ 66178">
                      <a:extLst>
                        <a:ext uri="{FF2B5EF4-FFF2-40B4-BE49-F238E27FC236}">
                          <a16:creationId xmlns:a16="http://schemas.microsoft.com/office/drawing/2014/main" id="{195DBDEF-FD6C-4095-BC13-4E096CCA51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0" name="直線コネクタ 66179">
                      <a:extLst>
                        <a:ext uri="{FF2B5EF4-FFF2-40B4-BE49-F238E27FC236}">
                          <a16:creationId xmlns:a16="http://schemas.microsoft.com/office/drawing/2014/main" id="{1051510C-1068-40CD-9D57-E77F4F810B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1" name="直線コネクタ 66180">
                      <a:extLst>
                        <a:ext uri="{FF2B5EF4-FFF2-40B4-BE49-F238E27FC236}">
                          <a16:creationId xmlns:a16="http://schemas.microsoft.com/office/drawing/2014/main" id="{6C432187-0276-4E25-99E0-C3A0013D8EE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2" name="直線コネクタ 66181">
                      <a:extLst>
                        <a:ext uri="{FF2B5EF4-FFF2-40B4-BE49-F238E27FC236}">
                          <a16:creationId xmlns:a16="http://schemas.microsoft.com/office/drawing/2014/main" id="{FD545826-68BC-41E9-90E4-BDD31E554F3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3" name="直線コネクタ 66182">
                      <a:extLst>
                        <a:ext uri="{FF2B5EF4-FFF2-40B4-BE49-F238E27FC236}">
                          <a16:creationId xmlns:a16="http://schemas.microsoft.com/office/drawing/2014/main" id="{FACEA831-89AE-4B57-BF4F-ECCD6642B88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4" name="直線コネクタ 66183">
                      <a:extLst>
                        <a:ext uri="{FF2B5EF4-FFF2-40B4-BE49-F238E27FC236}">
                          <a16:creationId xmlns:a16="http://schemas.microsoft.com/office/drawing/2014/main" id="{6C73194C-C915-4F80-AC30-F8A1ED60C6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5" name="直線コネクタ 66184">
                      <a:extLst>
                        <a:ext uri="{FF2B5EF4-FFF2-40B4-BE49-F238E27FC236}">
                          <a16:creationId xmlns:a16="http://schemas.microsoft.com/office/drawing/2014/main" id="{B90A2409-2EBD-44E5-9BDF-23DB274129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6" name="直線コネクタ 66185">
                      <a:extLst>
                        <a:ext uri="{FF2B5EF4-FFF2-40B4-BE49-F238E27FC236}">
                          <a16:creationId xmlns:a16="http://schemas.microsoft.com/office/drawing/2014/main" id="{BAC353FD-0F92-4292-8B1E-A1D204E1841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7" name="直線コネクタ 66186">
                      <a:extLst>
                        <a:ext uri="{FF2B5EF4-FFF2-40B4-BE49-F238E27FC236}">
                          <a16:creationId xmlns:a16="http://schemas.microsoft.com/office/drawing/2014/main" id="{312CEF6F-7FF7-4822-AF0B-101C9A5F0A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8" name="直線コネクタ 66187">
                      <a:extLst>
                        <a:ext uri="{FF2B5EF4-FFF2-40B4-BE49-F238E27FC236}">
                          <a16:creationId xmlns:a16="http://schemas.microsoft.com/office/drawing/2014/main" id="{337ADDC6-FD37-42C4-9917-D2268C2B78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89" name="直線コネクタ 66188">
                      <a:extLst>
                        <a:ext uri="{FF2B5EF4-FFF2-40B4-BE49-F238E27FC236}">
                          <a16:creationId xmlns:a16="http://schemas.microsoft.com/office/drawing/2014/main" id="{9E8086B3-8ED0-4CFF-B347-8705A46D714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0" name="直線コネクタ 66189">
                      <a:extLst>
                        <a:ext uri="{FF2B5EF4-FFF2-40B4-BE49-F238E27FC236}">
                          <a16:creationId xmlns:a16="http://schemas.microsoft.com/office/drawing/2014/main" id="{A5C19D3E-4403-44C3-B55F-B69720C0F20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1" name="直線コネクタ 66190">
                      <a:extLst>
                        <a:ext uri="{FF2B5EF4-FFF2-40B4-BE49-F238E27FC236}">
                          <a16:creationId xmlns:a16="http://schemas.microsoft.com/office/drawing/2014/main" id="{1B71059D-5E8C-4966-B942-5135DBAFBF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2" name="直線コネクタ 66191">
                      <a:extLst>
                        <a:ext uri="{FF2B5EF4-FFF2-40B4-BE49-F238E27FC236}">
                          <a16:creationId xmlns:a16="http://schemas.microsoft.com/office/drawing/2014/main" id="{13316D8E-2374-4A14-8F75-FABF398BC6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3" name="直線コネクタ 66192">
                      <a:extLst>
                        <a:ext uri="{FF2B5EF4-FFF2-40B4-BE49-F238E27FC236}">
                          <a16:creationId xmlns:a16="http://schemas.microsoft.com/office/drawing/2014/main" id="{8D955132-DBEF-4A8C-8E67-89C0234522F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4" name="直線コネクタ 66193">
                      <a:extLst>
                        <a:ext uri="{FF2B5EF4-FFF2-40B4-BE49-F238E27FC236}">
                          <a16:creationId xmlns:a16="http://schemas.microsoft.com/office/drawing/2014/main" id="{8EDCF3C1-9CD0-4CA9-878A-79B7FBB304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5" name="直線コネクタ 66194">
                      <a:extLst>
                        <a:ext uri="{FF2B5EF4-FFF2-40B4-BE49-F238E27FC236}">
                          <a16:creationId xmlns:a16="http://schemas.microsoft.com/office/drawing/2014/main" id="{7A09527F-584B-4D49-9DEB-CF5EAF64FD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6" name="直線コネクタ 66195">
                      <a:extLst>
                        <a:ext uri="{FF2B5EF4-FFF2-40B4-BE49-F238E27FC236}">
                          <a16:creationId xmlns:a16="http://schemas.microsoft.com/office/drawing/2014/main" id="{EB3DBEF0-60EB-4B58-AC05-36140E31C1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7" name="直線コネクタ 66196">
                      <a:extLst>
                        <a:ext uri="{FF2B5EF4-FFF2-40B4-BE49-F238E27FC236}">
                          <a16:creationId xmlns:a16="http://schemas.microsoft.com/office/drawing/2014/main" id="{B620B6F5-F4D4-48C0-904F-2E7BAD3C04D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8" name="直線コネクタ 66197">
                      <a:extLst>
                        <a:ext uri="{FF2B5EF4-FFF2-40B4-BE49-F238E27FC236}">
                          <a16:creationId xmlns:a16="http://schemas.microsoft.com/office/drawing/2014/main" id="{F2AA4FAA-87A7-416B-9984-733A3C4829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99" name="直線コネクタ 66198">
                      <a:extLst>
                        <a:ext uri="{FF2B5EF4-FFF2-40B4-BE49-F238E27FC236}">
                          <a16:creationId xmlns:a16="http://schemas.microsoft.com/office/drawing/2014/main" id="{22CA93D9-1274-4065-852B-ECF99430F88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0" name="直線コネクタ 66199">
                      <a:extLst>
                        <a:ext uri="{FF2B5EF4-FFF2-40B4-BE49-F238E27FC236}">
                          <a16:creationId xmlns:a16="http://schemas.microsoft.com/office/drawing/2014/main" id="{1A2C26B1-00B3-4F5B-BD54-E26EE7FB541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1" name="直線コネクタ 66200">
                      <a:extLst>
                        <a:ext uri="{FF2B5EF4-FFF2-40B4-BE49-F238E27FC236}">
                          <a16:creationId xmlns:a16="http://schemas.microsoft.com/office/drawing/2014/main" id="{9D289E69-6773-418E-89BB-C40BCB51FE2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2" name="直線コネクタ 66201">
                      <a:extLst>
                        <a:ext uri="{FF2B5EF4-FFF2-40B4-BE49-F238E27FC236}">
                          <a16:creationId xmlns:a16="http://schemas.microsoft.com/office/drawing/2014/main" id="{B5C0BC71-4EFB-4E06-BBBF-4D2C467828F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3" name="直線コネクタ 66202">
                      <a:extLst>
                        <a:ext uri="{FF2B5EF4-FFF2-40B4-BE49-F238E27FC236}">
                          <a16:creationId xmlns:a16="http://schemas.microsoft.com/office/drawing/2014/main" id="{2A163E1F-4EF1-4FAE-B3FC-49255D6B98F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4" name="直線コネクタ 66203">
                      <a:extLst>
                        <a:ext uri="{FF2B5EF4-FFF2-40B4-BE49-F238E27FC236}">
                          <a16:creationId xmlns:a16="http://schemas.microsoft.com/office/drawing/2014/main" id="{12EAC28E-5C46-4803-BB5F-8E2B12B5735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5" name="直線コネクタ 66204">
                      <a:extLst>
                        <a:ext uri="{FF2B5EF4-FFF2-40B4-BE49-F238E27FC236}">
                          <a16:creationId xmlns:a16="http://schemas.microsoft.com/office/drawing/2014/main" id="{9C824FDC-D6C9-4CD9-841B-1E34AEFBB9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6" name="直線コネクタ 66205">
                      <a:extLst>
                        <a:ext uri="{FF2B5EF4-FFF2-40B4-BE49-F238E27FC236}">
                          <a16:creationId xmlns:a16="http://schemas.microsoft.com/office/drawing/2014/main" id="{EF1CD9E0-5982-4CCC-9CBB-9D007781B33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7" name="直線コネクタ 66206">
                      <a:extLst>
                        <a:ext uri="{FF2B5EF4-FFF2-40B4-BE49-F238E27FC236}">
                          <a16:creationId xmlns:a16="http://schemas.microsoft.com/office/drawing/2014/main" id="{8C81FB43-42BA-451C-BF97-AC3B7831B4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8" name="直線コネクタ 66207">
                      <a:extLst>
                        <a:ext uri="{FF2B5EF4-FFF2-40B4-BE49-F238E27FC236}">
                          <a16:creationId xmlns:a16="http://schemas.microsoft.com/office/drawing/2014/main" id="{BDC14F25-037F-4059-AD31-30FBE3888E5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09" name="直線コネクタ 66208">
                      <a:extLst>
                        <a:ext uri="{FF2B5EF4-FFF2-40B4-BE49-F238E27FC236}">
                          <a16:creationId xmlns:a16="http://schemas.microsoft.com/office/drawing/2014/main" id="{F65C62CB-9FC6-43D6-8AA3-E4560F07DE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0" name="直線コネクタ 66209">
                      <a:extLst>
                        <a:ext uri="{FF2B5EF4-FFF2-40B4-BE49-F238E27FC236}">
                          <a16:creationId xmlns:a16="http://schemas.microsoft.com/office/drawing/2014/main" id="{89224D8A-2538-491E-B22D-A45ED232BE8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1" name="直線コネクタ 66210">
                      <a:extLst>
                        <a:ext uri="{FF2B5EF4-FFF2-40B4-BE49-F238E27FC236}">
                          <a16:creationId xmlns:a16="http://schemas.microsoft.com/office/drawing/2014/main" id="{DBD76CE8-78AA-4461-936C-E685534EFF4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2" name="直線コネクタ 66211">
                      <a:extLst>
                        <a:ext uri="{FF2B5EF4-FFF2-40B4-BE49-F238E27FC236}">
                          <a16:creationId xmlns:a16="http://schemas.microsoft.com/office/drawing/2014/main" id="{85365FEC-BF66-4561-9E96-270E8C3919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3" name="直線コネクタ 66212">
                      <a:extLst>
                        <a:ext uri="{FF2B5EF4-FFF2-40B4-BE49-F238E27FC236}">
                          <a16:creationId xmlns:a16="http://schemas.microsoft.com/office/drawing/2014/main" id="{967CB509-B443-4E77-86FB-E3612B2EC0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4" name="直線コネクタ 66213">
                      <a:extLst>
                        <a:ext uri="{FF2B5EF4-FFF2-40B4-BE49-F238E27FC236}">
                          <a16:creationId xmlns:a16="http://schemas.microsoft.com/office/drawing/2014/main" id="{176C6808-3ED9-472D-9EA6-189A25733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5" name="直線コネクタ 66214">
                      <a:extLst>
                        <a:ext uri="{FF2B5EF4-FFF2-40B4-BE49-F238E27FC236}">
                          <a16:creationId xmlns:a16="http://schemas.microsoft.com/office/drawing/2014/main" id="{BE506CE2-3B21-47E1-825F-7973C061D6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216" name="直線コネクタ 66215">
                      <a:extLst>
                        <a:ext uri="{FF2B5EF4-FFF2-40B4-BE49-F238E27FC236}">
                          <a16:creationId xmlns:a16="http://schemas.microsoft.com/office/drawing/2014/main" id="{7CA79067-2551-4573-9844-CED55DA000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6074" name="グループ化 66073">
                  <a:extLst>
                    <a:ext uri="{FF2B5EF4-FFF2-40B4-BE49-F238E27FC236}">
                      <a16:creationId xmlns:a16="http://schemas.microsoft.com/office/drawing/2014/main" id="{8F1D938A-2264-48A0-BD27-5AAEF17B54F1}"/>
                    </a:ext>
                  </a:extLst>
                </p:cNvPr>
                <p:cNvGrpSpPr/>
                <p:nvPr/>
              </p:nvGrpSpPr>
              <p:grpSpPr>
                <a:xfrm rot="10800000">
                  <a:off x="6299066" y="5399456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6075" name="グループ化 66074">
                    <a:extLst>
                      <a:ext uri="{FF2B5EF4-FFF2-40B4-BE49-F238E27FC236}">
                        <a16:creationId xmlns:a16="http://schemas.microsoft.com/office/drawing/2014/main" id="{D6FFDB13-42D6-49C8-A1EE-D392FA15B28E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123" name="直線コネクタ 66122">
                      <a:extLst>
                        <a:ext uri="{FF2B5EF4-FFF2-40B4-BE49-F238E27FC236}">
                          <a16:creationId xmlns:a16="http://schemas.microsoft.com/office/drawing/2014/main" id="{59F3B637-8F25-4573-8A4E-6A9482F5847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4" name="直線コネクタ 66123">
                      <a:extLst>
                        <a:ext uri="{FF2B5EF4-FFF2-40B4-BE49-F238E27FC236}">
                          <a16:creationId xmlns:a16="http://schemas.microsoft.com/office/drawing/2014/main" id="{1BCAC596-7377-4931-B372-68021CD012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5" name="直線コネクタ 66124">
                      <a:extLst>
                        <a:ext uri="{FF2B5EF4-FFF2-40B4-BE49-F238E27FC236}">
                          <a16:creationId xmlns:a16="http://schemas.microsoft.com/office/drawing/2014/main" id="{5D9FAAC3-A1C2-4CCF-9434-A7AB65F471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6" name="直線コネクタ 66125">
                      <a:extLst>
                        <a:ext uri="{FF2B5EF4-FFF2-40B4-BE49-F238E27FC236}">
                          <a16:creationId xmlns:a16="http://schemas.microsoft.com/office/drawing/2014/main" id="{D92F0906-17F4-45FA-BD9A-BB1B3CB5EF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7" name="直線コネクタ 66126">
                      <a:extLst>
                        <a:ext uri="{FF2B5EF4-FFF2-40B4-BE49-F238E27FC236}">
                          <a16:creationId xmlns:a16="http://schemas.microsoft.com/office/drawing/2014/main" id="{A0B2F53B-14B5-4F2B-BDBA-773D8449539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8" name="直線コネクタ 66127">
                      <a:extLst>
                        <a:ext uri="{FF2B5EF4-FFF2-40B4-BE49-F238E27FC236}">
                          <a16:creationId xmlns:a16="http://schemas.microsoft.com/office/drawing/2014/main" id="{7D6F53C6-2864-4361-8549-CE7CCD6894A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9" name="直線コネクタ 66128">
                      <a:extLst>
                        <a:ext uri="{FF2B5EF4-FFF2-40B4-BE49-F238E27FC236}">
                          <a16:creationId xmlns:a16="http://schemas.microsoft.com/office/drawing/2014/main" id="{77A6940E-003A-497E-953E-F4E8C335E8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0" name="直線コネクタ 66129">
                      <a:extLst>
                        <a:ext uri="{FF2B5EF4-FFF2-40B4-BE49-F238E27FC236}">
                          <a16:creationId xmlns:a16="http://schemas.microsoft.com/office/drawing/2014/main" id="{CDA6CB3D-7FE4-476D-849F-6C278A449E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1" name="直線コネクタ 66130">
                      <a:extLst>
                        <a:ext uri="{FF2B5EF4-FFF2-40B4-BE49-F238E27FC236}">
                          <a16:creationId xmlns:a16="http://schemas.microsoft.com/office/drawing/2014/main" id="{6193316A-CE84-413E-A328-E2D26348DA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2" name="直線コネクタ 66131">
                      <a:extLst>
                        <a:ext uri="{FF2B5EF4-FFF2-40B4-BE49-F238E27FC236}">
                          <a16:creationId xmlns:a16="http://schemas.microsoft.com/office/drawing/2014/main" id="{3B93FEA1-796D-4D50-99D2-93BAF377235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3" name="直線コネクタ 66132">
                      <a:extLst>
                        <a:ext uri="{FF2B5EF4-FFF2-40B4-BE49-F238E27FC236}">
                          <a16:creationId xmlns:a16="http://schemas.microsoft.com/office/drawing/2014/main" id="{8BB46BD0-8E3F-492F-B145-80CA024755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4" name="直線コネクタ 66133">
                      <a:extLst>
                        <a:ext uri="{FF2B5EF4-FFF2-40B4-BE49-F238E27FC236}">
                          <a16:creationId xmlns:a16="http://schemas.microsoft.com/office/drawing/2014/main" id="{27EC0423-7CC7-4304-ACA2-94D4ECBC9D2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5" name="直線コネクタ 66134">
                      <a:extLst>
                        <a:ext uri="{FF2B5EF4-FFF2-40B4-BE49-F238E27FC236}">
                          <a16:creationId xmlns:a16="http://schemas.microsoft.com/office/drawing/2014/main" id="{DD777ED1-26D2-46B6-8E39-4304E225E92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6" name="直線コネクタ 66135">
                      <a:extLst>
                        <a:ext uri="{FF2B5EF4-FFF2-40B4-BE49-F238E27FC236}">
                          <a16:creationId xmlns:a16="http://schemas.microsoft.com/office/drawing/2014/main" id="{984CA126-4265-4F26-8EAC-B990262E15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7" name="直線コネクタ 66136">
                      <a:extLst>
                        <a:ext uri="{FF2B5EF4-FFF2-40B4-BE49-F238E27FC236}">
                          <a16:creationId xmlns:a16="http://schemas.microsoft.com/office/drawing/2014/main" id="{74E3B276-C731-4E08-8DE0-AAF765E753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8" name="直線コネクタ 66137">
                      <a:extLst>
                        <a:ext uri="{FF2B5EF4-FFF2-40B4-BE49-F238E27FC236}">
                          <a16:creationId xmlns:a16="http://schemas.microsoft.com/office/drawing/2014/main" id="{830FA3FC-1B89-4726-9556-25FBE97E91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39" name="直線コネクタ 66138">
                      <a:extLst>
                        <a:ext uri="{FF2B5EF4-FFF2-40B4-BE49-F238E27FC236}">
                          <a16:creationId xmlns:a16="http://schemas.microsoft.com/office/drawing/2014/main" id="{A911CF7F-9E92-4883-8B00-22549952216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0" name="直線コネクタ 66139">
                      <a:extLst>
                        <a:ext uri="{FF2B5EF4-FFF2-40B4-BE49-F238E27FC236}">
                          <a16:creationId xmlns:a16="http://schemas.microsoft.com/office/drawing/2014/main" id="{05EF4641-4454-4581-A5DD-7C32EB9986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1" name="直線コネクタ 66140">
                      <a:extLst>
                        <a:ext uri="{FF2B5EF4-FFF2-40B4-BE49-F238E27FC236}">
                          <a16:creationId xmlns:a16="http://schemas.microsoft.com/office/drawing/2014/main" id="{02693CBF-0F12-4EC0-A292-DDFD23277A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2" name="直線コネクタ 66141">
                      <a:extLst>
                        <a:ext uri="{FF2B5EF4-FFF2-40B4-BE49-F238E27FC236}">
                          <a16:creationId xmlns:a16="http://schemas.microsoft.com/office/drawing/2014/main" id="{5D787D88-C1C1-4F97-AEA1-F1ACFDA0ECD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3" name="直線コネクタ 66142">
                      <a:extLst>
                        <a:ext uri="{FF2B5EF4-FFF2-40B4-BE49-F238E27FC236}">
                          <a16:creationId xmlns:a16="http://schemas.microsoft.com/office/drawing/2014/main" id="{C93452BF-3D0A-4274-98AE-9C5A639D4E3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4" name="直線コネクタ 66143">
                      <a:extLst>
                        <a:ext uri="{FF2B5EF4-FFF2-40B4-BE49-F238E27FC236}">
                          <a16:creationId xmlns:a16="http://schemas.microsoft.com/office/drawing/2014/main" id="{DD157383-598F-4823-BB75-4DC683F231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5" name="直線コネクタ 66144">
                      <a:extLst>
                        <a:ext uri="{FF2B5EF4-FFF2-40B4-BE49-F238E27FC236}">
                          <a16:creationId xmlns:a16="http://schemas.microsoft.com/office/drawing/2014/main" id="{A2865B73-D70F-4BC3-93D4-21166F93759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6" name="直線コネクタ 66145">
                      <a:extLst>
                        <a:ext uri="{FF2B5EF4-FFF2-40B4-BE49-F238E27FC236}">
                          <a16:creationId xmlns:a16="http://schemas.microsoft.com/office/drawing/2014/main" id="{50C591AE-1ECE-4CB6-99A4-2EE532C8CA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7" name="直線コネクタ 66146">
                      <a:extLst>
                        <a:ext uri="{FF2B5EF4-FFF2-40B4-BE49-F238E27FC236}">
                          <a16:creationId xmlns:a16="http://schemas.microsoft.com/office/drawing/2014/main" id="{6C137AAC-C630-4837-8F61-64A1146108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8" name="直線コネクタ 66147">
                      <a:extLst>
                        <a:ext uri="{FF2B5EF4-FFF2-40B4-BE49-F238E27FC236}">
                          <a16:creationId xmlns:a16="http://schemas.microsoft.com/office/drawing/2014/main" id="{76E22B6D-2E8F-4B1C-BF46-02E0FAB88B8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49" name="直線コネクタ 66148">
                      <a:extLst>
                        <a:ext uri="{FF2B5EF4-FFF2-40B4-BE49-F238E27FC236}">
                          <a16:creationId xmlns:a16="http://schemas.microsoft.com/office/drawing/2014/main" id="{031905E0-4CAB-4BEF-B937-22B54BDC59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0" name="直線コネクタ 66149">
                      <a:extLst>
                        <a:ext uri="{FF2B5EF4-FFF2-40B4-BE49-F238E27FC236}">
                          <a16:creationId xmlns:a16="http://schemas.microsoft.com/office/drawing/2014/main" id="{03EFB80F-64DF-4F33-8D9A-1A91113EE7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1" name="直線コネクタ 66150">
                      <a:extLst>
                        <a:ext uri="{FF2B5EF4-FFF2-40B4-BE49-F238E27FC236}">
                          <a16:creationId xmlns:a16="http://schemas.microsoft.com/office/drawing/2014/main" id="{2C1D113F-5C18-4737-AE0D-7D62F58661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2" name="直線コネクタ 66151">
                      <a:extLst>
                        <a:ext uri="{FF2B5EF4-FFF2-40B4-BE49-F238E27FC236}">
                          <a16:creationId xmlns:a16="http://schemas.microsoft.com/office/drawing/2014/main" id="{3C39CA0E-FDDE-4E17-8555-7EC426C849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3" name="直線コネクタ 66152">
                      <a:extLst>
                        <a:ext uri="{FF2B5EF4-FFF2-40B4-BE49-F238E27FC236}">
                          <a16:creationId xmlns:a16="http://schemas.microsoft.com/office/drawing/2014/main" id="{D92738FD-0BAF-4838-BD5E-6BB73B2275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4" name="直線コネクタ 66153">
                      <a:extLst>
                        <a:ext uri="{FF2B5EF4-FFF2-40B4-BE49-F238E27FC236}">
                          <a16:creationId xmlns:a16="http://schemas.microsoft.com/office/drawing/2014/main" id="{C1AB0571-63F2-4B98-A565-B5D4B54717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5" name="直線コネクタ 66154">
                      <a:extLst>
                        <a:ext uri="{FF2B5EF4-FFF2-40B4-BE49-F238E27FC236}">
                          <a16:creationId xmlns:a16="http://schemas.microsoft.com/office/drawing/2014/main" id="{030097F2-F591-4FC0-B327-B73141715E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6" name="直線コネクタ 66155">
                      <a:extLst>
                        <a:ext uri="{FF2B5EF4-FFF2-40B4-BE49-F238E27FC236}">
                          <a16:creationId xmlns:a16="http://schemas.microsoft.com/office/drawing/2014/main" id="{B732BACD-2E4D-460D-ACAF-5620C87551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7" name="直線コネクタ 66156">
                      <a:extLst>
                        <a:ext uri="{FF2B5EF4-FFF2-40B4-BE49-F238E27FC236}">
                          <a16:creationId xmlns:a16="http://schemas.microsoft.com/office/drawing/2014/main" id="{C937E8CE-EC08-4A8D-89D7-74FB189A31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8" name="直線コネクタ 66157">
                      <a:extLst>
                        <a:ext uri="{FF2B5EF4-FFF2-40B4-BE49-F238E27FC236}">
                          <a16:creationId xmlns:a16="http://schemas.microsoft.com/office/drawing/2014/main" id="{62BBB9CA-043C-4C3B-A42A-74C7B62A50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59" name="直線コネクタ 66158">
                      <a:extLst>
                        <a:ext uri="{FF2B5EF4-FFF2-40B4-BE49-F238E27FC236}">
                          <a16:creationId xmlns:a16="http://schemas.microsoft.com/office/drawing/2014/main" id="{105201A9-E401-4910-95C4-11D83CD7AF5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0" name="直線コネクタ 66159">
                      <a:extLst>
                        <a:ext uri="{FF2B5EF4-FFF2-40B4-BE49-F238E27FC236}">
                          <a16:creationId xmlns:a16="http://schemas.microsoft.com/office/drawing/2014/main" id="{79C18BA0-1E95-4358-BF30-596BE24A04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1" name="直線コネクタ 66160">
                      <a:extLst>
                        <a:ext uri="{FF2B5EF4-FFF2-40B4-BE49-F238E27FC236}">
                          <a16:creationId xmlns:a16="http://schemas.microsoft.com/office/drawing/2014/main" id="{0353D081-0E67-4813-B7EF-054D9EC495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2" name="直線コネクタ 66161">
                      <a:extLst>
                        <a:ext uri="{FF2B5EF4-FFF2-40B4-BE49-F238E27FC236}">
                          <a16:creationId xmlns:a16="http://schemas.microsoft.com/office/drawing/2014/main" id="{E1A16921-6BE9-4CDC-AD44-4C8CAD6FDF3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3" name="直線コネクタ 66162">
                      <a:extLst>
                        <a:ext uri="{FF2B5EF4-FFF2-40B4-BE49-F238E27FC236}">
                          <a16:creationId xmlns:a16="http://schemas.microsoft.com/office/drawing/2014/main" id="{53750676-3425-4571-BD57-C5BDA52B68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4" name="直線コネクタ 66163">
                      <a:extLst>
                        <a:ext uri="{FF2B5EF4-FFF2-40B4-BE49-F238E27FC236}">
                          <a16:creationId xmlns:a16="http://schemas.microsoft.com/office/drawing/2014/main" id="{66D87022-BC10-41A3-9109-53CF15F4FB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5" name="直線コネクタ 66164">
                      <a:extLst>
                        <a:ext uri="{FF2B5EF4-FFF2-40B4-BE49-F238E27FC236}">
                          <a16:creationId xmlns:a16="http://schemas.microsoft.com/office/drawing/2014/main" id="{713E3D2C-1DCA-486C-9991-CCF6934307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6" name="直線コネクタ 66165">
                      <a:extLst>
                        <a:ext uri="{FF2B5EF4-FFF2-40B4-BE49-F238E27FC236}">
                          <a16:creationId xmlns:a16="http://schemas.microsoft.com/office/drawing/2014/main" id="{FE0DEA45-1BB0-4F9E-AAF7-4FC230CAC98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7" name="直線コネクタ 66166">
                      <a:extLst>
                        <a:ext uri="{FF2B5EF4-FFF2-40B4-BE49-F238E27FC236}">
                          <a16:creationId xmlns:a16="http://schemas.microsoft.com/office/drawing/2014/main" id="{EC3C1270-73EF-40DE-9B3B-644CFF0D42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68" name="直線コネクタ 66167">
                      <a:extLst>
                        <a:ext uri="{FF2B5EF4-FFF2-40B4-BE49-F238E27FC236}">
                          <a16:creationId xmlns:a16="http://schemas.microsoft.com/office/drawing/2014/main" id="{5441AEBF-53C4-4A21-A5C4-1C87F01DC6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6076" name="グループ化 66075">
                    <a:extLst>
                      <a:ext uri="{FF2B5EF4-FFF2-40B4-BE49-F238E27FC236}">
                        <a16:creationId xmlns:a16="http://schemas.microsoft.com/office/drawing/2014/main" id="{B3DB6CE2-8FD4-42E1-8E15-4095A378BB8D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077" name="直線コネクタ 66076">
                      <a:extLst>
                        <a:ext uri="{FF2B5EF4-FFF2-40B4-BE49-F238E27FC236}">
                          <a16:creationId xmlns:a16="http://schemas.microsoft.com/office/drawing/2014/main" id="{5A1286DB-751B-4D23-88E9-8D21BD0979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78" name="直線コネクタ 66077">
                      <a:extLst>
                        <a:ext uri="{FF2B5EF4-FFF2-40B4-BE49-F238E27FC236}">
                          <a16:creationId xmlns:a16="http://schemas.microsoft.com/office/drawing/2014/main" id="{458AA1EF-FCF5-47C2-B450-7C2197EE46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79" name="直線コネクタ 66078">
                      <a:extLst>
                        <a:ext uri="{FF2B5EF4-FFF2-40B4-BE49-F238E27FC236}">
                          <a16:creationId xmlns:a16="http://schemas.microsoft.com/office/drawing/2014/main" id="{9D36C968-C5C3-43CB-9467-51C1EDC6949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0" name="直線コネクタ 66079">
                      <a:extLst>
                        <a:ext uri="{FF2B5EF4-FFF2-40B4-BE49-F238E27FC236}">
                          <a16:creationId xmlns:a16="http://schemas.microsoft.com/office/drawing/2014/main" id="{E0A4E187-CB07-454D-AB9A-E0442F3367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1" name="直線コネクタ 66080">
                      <a:extLst>
                        <a:ext uri="{FF2B5EF4-FFF2-40B4-BE49-F238E27FC236}">
                          <a16:creationId xmlns:a16="http://schemas.microsoft.com/office/drawing/2014/main" id="{7B16EBA4-DE6C-4036-84AF-7502187D37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2" name="直線コネクタ 66081">
                      <a:extLst>
                        <a:ext uri="{FF2B5EF4-FFF2-40B4-BE49-F238E27FC236}">
                          <a16:creationId xmlns:a16="http://schemas.microsoft.com/office/drawing/2014/main" id="{9BF77D1A-40CB-4FB5-88EA-CB32BEC002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3" name="直線コネクタ 66082">
                      <a:extLst>
                        <a:ext uri="{FF2B5EF4-FFF2-40B4-BE49-F238E27FC236}">
                          <a16:creationId xmlns:a16="http://schemas.microsoft.com/office/drawing/2014/main" id="{4EDBA71B-3EF0-49A7-9866-BF1BBF014A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4" name="直線コネクタ 66083">
                      <a:extLst>
                        <a:ext uri="{FF2B5EF4-FFF2-40B4-BE49-F238E27FC236}">
                          <a16:creationId xmlns:a16="http://schemas.microsoft.com/office/drawing/2014/main" id="{794731A9-593B-4E6E-864F-791CF2B283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5" name="直線コネクタ 66084">
                      <a:extLst>
                        <a:ext uri="{FF2B5EF4-FFF2-40B4-BE49-F238E27FC236}">
                          <a16:creationId xmlns:a16="http://schemas.microsoft.com/office/drawing/2014/main" id="{8DC42229-8E1D-4EB8-A667-5C4F703930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6" name="直線コネクタ 66085">
                      <a:extLst>
                        <a:ext uri="{FF2B5EF4-FFF2-40B4-BE49-F238E27FC236}">
                          <a16:creationId xmlns:a16="http://schemas.microsoft.com/office/drawing/2014/main" id="{73C09D24-BE54-4D08-8968-BC423819C3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7" name="直線コネクタ 66086">
                      <a:extLst>
                        <a:ext uri="{FF2B5EF4-FFF2-40B4-BE49-F238E27FC236}">
                          <a16:creationId xmlns:a16="http://schemas.microsoft.com/office/drawing/2014/main" id="{B82DF5A7-9495-4411-A59E-AF58C7D4BB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8" name="直線コネクタ 66087">
                      <a:extLst>
                        <a:ext uri="{FF2B5EF4-FFF2-40B4-BE49-F238E27FC236}">
                          <a16:creationId xmlns:a16="http://schemas.microsoft.com/office/drawing/2014/main" id="{CDE3654D-544B-4D86-BE28-FD47DEA6A9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89" name="直線コネクタ 66088">
                      <a:extLst>
                        <a:ext uri="{FF2B5EF4-FFF2-40B4-BE49-F238E27FC236}">
                          <a16:creationId xmlns:a16="http://schemas.microsoft.com/office/drawing/2014/main" id="{22FE6045-961A-4E9F-A367-A5C009E66E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0" name="直線コネクタ 66089">
                      <a:extLst>
                        <a:ext uri="{FF2B5EF4-FFF2-40B4-BE49-F238E27FC236}">
                          <a16:creationId xmlns:a16="http://schemas.microsoft.com/office/drawing/2014/main" id="{7D2504C7-23BE-4A96-AA49-3F5DBF7F7B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1" name="直線コネクタ 66090">
                      <a:extLst>
                        <a:ext uri="{FF2B5EF4-FFF2-40B4-BE49-F238E27FC236}">
                          <a16:creationId xmlns:a16="http://schemas.microsoft.com/office/drawing/2014/main" id="{C1A27F1F-F899-41B4-A2A4-1DA4391762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2" name="直線コネクタ 66091">
                      <a:extLst>
                        <a:ext uri="{FF2B5EF4-FFF2-40B4-BE49-F238E27FC236}">
                          <a16:creationId xmlns:a16="http://schemas.microsoft.com/office/drawing/2014/main" id="{AC1807C0-EBEE-4C1D-9CC4-ED33BCF081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3" name="直線コネクタ 66092">
                      <a:extLst>
                        <a:ext uri="{FF2B5EF4-FFF2-40B4-BE49-F238E27FC236}">
                          <a16:creationId xmlns:a16="http://schemas.microsoft.com/office/drawing/2014/main" id="{F0090D7F-E49D-4A2F-8483-CA81AE10ED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4" name="直線コネクタ 66093">
                      <a:extLst>
                        <a:ext uri="{FF2B5EF4-FFF2-40B4-BE49-F238E27FC236}">
                          <a16:creationId xmlns:a16="http://schemas.microsoft.com/office/drawing/2014/main" id="{A24F3823-7917-4256-8D46-6C5F997FE9A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5" name="直線コネクタ 66094">
                      <a:extLst>
                        <a:ext uri="{FF2B5EF4-FFF2-40B4-BE49-F238E27FC236}">
                          <a16:creationId xmlns:a16="http://schemas.microsoft.com/office/drawing/2014/main" id="{B081D80F-D582-44EF-ADEC-9441EEE272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6" name="直線コネクタ 66095">
                      <a:extLst>
                        <a:ext uri="{FF2B5EF4-FFF2-40B4-BE49-F238E27FC236}">
                          <a16:creationId xmlns:a16="http://schemas.microsoft.com/office/drawing/2014/main" id="{DA2D7143-1F78-466D-8342-F6A734C9F8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7" name="直線コネクタ 66096">
                      <a:extLst>
                        <a:ext uri="{FF2B5EF4-FFF2-40B4-BE49-F238E27FC236}">
                          <a16:creationId xmlns:a16="http://schemas.microsoft.com/office/drawing/2014/main" id="{C903791A-21C3-4C72-A31F-767943AB1E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8" name="直線コネクタ 66097">
                      <a:extLst>
                        <a:ext uri="{FF2B5EF4-FFF2-40B4-BE49-F238E27FC236}">
                          <a16:creationId xmlns:a16="http://schemas.microsoft.com/office/drawing/2014/main" id="{1EB3A9D1-C78A-4601-8FFB-91FDE71CBC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99" name="直線コネクタ 66098">
                      <a:extLst>
                        <a:ext uri="{FF2B5EF4-FFF2-40B4-BE49-F238E27FC236}">
                          <a16:creationId xmlns:a16="http://schemas.microsoft.com/office/drawing/2014/main" id="{6DE8DBF2-42D9-4466-83B6-4341673897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0" name="直線コネクタ 66099">
                      <a:extLst>
                        <a:ext uri="{FF2B5EF4-FFF2-40B4-BE49-F238E27FC236}">
                          <a16:creationId xmlns:a16="http://schemas.microsoft.com/office/drawing/2014/main" id="{ABC2FBFB-549D-42A3-8AE2-878B508C9F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1" name="直線コネクタ 66100">
                      <a:extLst>
                        <a:ext uri="{FF2B5EF4-FFF2-40B4-BE49-F238E27FC236}">
                          <a16:creationId xmlns:a16="http://schemas.microsoft.com/office/drawing/2014/main" id="{0184F74A-0CA0-4770-A08C-2CAB4417B5A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2" name="直線コネクタ 66101">
                      <a:extLst>
                        <a:ext uri="{FF2B5EF4-FFF2-40B4-BE49-F238E27FC236}">
                          <a16:creationId xmlns:a16="http://schemas.microsoft.com/office/drawing/2014/main" id="{1919E367-0CD3-4097-A3DE-8E2793443FD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3" name="直線コネクタ 66102">
                      <a:extLst>
                        <a:ext uri="{FF2B5EF4-FFF2-40B4-BE49-F238E27FC236}">
                          <a16:creationId xmlns:a16="http://schemas.microsoft.com/office/drawing/2014/main" id="{79BADF7E-CA99-444D-98A5-3BAA32552D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4" name="直線コネクタ 66103">
                      <a:extLst>
                        <a:ext uri="{FF2B5EF4-FFF2-40B4-BE49-F238E27FC236}">
                          <a16:creationId xmlns:a16="http://schemas.microsoft.com/office/drawing/2014/main" id="{9570A0E1-3323-43E5-807D-BFFBDC3B89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5" name="直線コネクタ 66104">
                      <a:extLst>
                        <a:ext uri="{FF2B5EF4-FFF2-40B4-BE49-F238E27FC236}">
                          <a16:creationId xmlns:a16="http://schemas.microsoft.com/office/drawing/2014/main" id="{7353DE36-542F-4A6E-A94B-7B2F86AC63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6" name="直線コネクタ 66105">
                      <a:extLst>
                        <a:ext uri="{FF2B5EF4-FFF2-40B4-BE49-F238E27FC236}">
                          <a16:creationId xmlns:a16="http://schemas.microsoft.com/office/drawing/2014/main" id="{D89C1F99-D769-43A0-894A-C2B07AAAE0F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7" name="直線コネクタ 66106">
                      <a:extLst>
                        <a:ext uri="{FF2B5EF4-FFF2-40B4-BE49-F238E27FC236}">
                          <a16:creationId xmlns:a16="http://schemas.microsoft.com/office/drawing/2014/main" id="{17CF2BC3-FDA5-4B03-B2D4-6B35831D02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8" name="直線コネクタ 66107">
                      <a:extLst>
                        <a:ext uri="{FF2B5EF4-FFF2-40B4-BE49-F238E27FC236}">
                          <a16:creationId xmlns:a16="http://schemas.microsoft.com/office/drawing/2014/main" id="{02222C4C-459E-4507-9B30-BBA10095A6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09" name="直線コネクタ 66108">
                      <a:extLst>
                        <a:ext uri="{FF2B5EF4-FFF2-40B4-BE49-F238E27FC236}">
                          <a16:creationId xmlns:a16="http://schemas.microsoft.com/office/drawing/2014/main" id="{C875F76A-8EAD-471A-8FD2-5D129D185E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0" name="直線コネクタ 66109">
                      <a:extLst>
                        <a:ext uri="{FF2B5EF4-FFF2-40B4-BE49-F238E27FC236}">
                          <a16:creationId xmlns:a16="http://schemas.microsoft.com/office/drawing/2014/main" id="{42F01BC1-CED9-4B76-BE98-96B9ADF293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1" name="直線コネクタ 66110">
                      <a:extLst>
                        <a:ext uri="{FF2B5EF4-FFF2-40B4-BE49-F238E27FC236}">
                          <a16:creationId xmlns:a16="http://schemas.microsoft.com/office/drawing/2014/main" id="{FE10F2E0-2684-4E38-8E9B-A4D201DE9A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2" name="直線コネクタ 66111">
                      <a:extLst>
                        <a:ext uri="{FF2B5EF4-FFF2-40B4-BE49-F238E27FC236}">
                          <a16:creationId xmlns:a16="http://schemas.microsoft.com/office/drawing/2014/main" id="{735BBF5C-6CDC-4BD0-8611-7C8E9F5373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3" name="直線コネクタ 66112">
                      <a:extLst>
                        <a:ext uri="{FF2B5EF4-FFF2-40B4-BE49-F238E27FC236}">
                          <a16:creationId xmlns:a16="http://schemas.microsoft.com/office/drawing/2014/main" id="{2A8D95FF-EF0D-4050-B8D6-B4547438D21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4" name="直線コネクタ 66113">
                      <a:extLst>
                        <a:ext uri="{FF2B5EF4-FFF2-40B4-BE49-F238E27FC236}">
                          <a16:creationId xmlns:a16="http://schemas.microsoft.com/office/drawing/2014/main" id="{369915FF-7647-4844-A607-4DBC2D2807D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5" name="直線コネクタ 66114">
                      <a:extLst>
                        <a:ext uri="{FF2B5EF4-FFF2-40B4-BE49-F238E27FC236}">
                          <a16:creationId xmlns:a16="http://schemas.microsoft.com/office/drawing/2014/main" id="{2B2E8245-4C54-44C7-B597-7DBA572D83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6" name="直線コネクタ 66115">
                      <a:extLst>
                        <a:ext uri="{FF2B5EF4-FFF2-40B4-BE49-F238E27FC236}">
                          <a16:creationId xmlns:a16="http://schemas.microsoft.com/office/drawing/2014/main" id="{7A618B3A-E021-4FE0-8B60-488C30130ED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7" name="直線コネクタ 66116">
                      <a:extLst>
                        <a:ext uri="{FF2B5EF4-FFF2-40B4-BE49-F238E27FC236}">
                          <a16:creationId xmlns:a16="http://schemas.microsoft.com/office/drawing/2014/main" id="{1672E1AA-D01B-4441-AE51-90C7A005A9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8" name="直線コネクタ 66117">
                      <a:extLst>
                        <a:ext uri="{FF2B5EF4-FFF2-40B4-BE49-F238E27FC236}">
                          <a16:creationId xmlns:a16="http://schemas.microsoft.com/office/drawing/2014/main" id="{75B1EEC3-2F12-48BF-8374-C69C3C0BE1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19" name="直線コネクタ 66118">
                      <a:extLst>
                        <a:ext uri="{FF2B5EF4-FFF2-40B4-BE49-F238E27FC236}">
                          <a16:creationId xmlns:a16="http://schemas.microsoft.com/office/drawing/2014/main" id="{953DC9C5-D5F5-41DF-8208-4A6801B2D5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0" name="直線コネクタ 66119">
                      <a:extLst>
                        <a:ext uri="{FF2B5EF4-FFF2-40B4-BE49-F238E27FC236}">
                          <a16:creationId xmlns:a16="http://schemas.microsoft.com/office/drawing/2014/main" id="{EA0C9D7A-1F92-4B0E-867B-8045D24A317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1" name="直線コネクタ 66120">
                      <a:extLst>
                        <a:ext uri="{FF2B5EF4-FFF2-40B4-BE49-F238E27FC236}">
                          <a16:creationId xmlns:a16="http://schemas.microsoft.com/office/drawing/2014/main" id="{BC6766FF-A39F-40ED-B5E2-F50C98C264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122" name="直線コネクタ 66121">
                      <a:extLst>
                        <a:ext uri="{FF2B5EF4-FFF2-40B4-BE49-F238E27FC236}">
                          <a16:creationId xmlns:a16="http://schemas.microsoft.com/office/drawing/2014/main" id="{6C528B8E-1B8E-4AC3-A722-565EC401F06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49856" name="グループ化 49855">
                <a:extLst>
                  <a:ext uri="{FF2B5EF4-FFF2-40B4-BE49-F238E27FC236}">
                    <a16:creationId xmlns:a16="http://schemas.microsoft.com/office/drawing/2014/main" id="{E3408489-5232-4FB2-8E11-78C47600B9F8}"/>
                  </a:ext>
                </a:extLst>
              </p:cNvPr>
              <p:cNvGrpSpPr/>
              <p:nvPr/>
            </p:nvGrpSpPr>
            <p:grpSpPr>
              <a:xfrm>
                <a:off x="1800426" y="3599302"/>
                <a:ext cx="3600000" cy="3600000"/>
                <a:chOff x="5399185" y="3599456"/>
                <a:chExt cx="3600000" cy="3600000"/>
              </a:xfrm>
            </p:grpSpPr>
            <p:grpSp>
              <p:nvGrpSpPr>
                <p:cNvPr id="65691" name="グループ化 65690">
                  <a:extLst>
                    <a:ext uri="{FF2B5EF4-FFF2-40B4-BE49-F238E27FC236}">
                      <a16:creationId xmlns:a16="http://schemas.microsoft.com/office/drawing/2014/main" id="{28BAF5CB-EBFE-4D3B-A5D9-B03B029F990A}"/>
                    </a:ext>
                  </a:extLst>
                </p:cNvPr>
                <p:cNvGrpSpPr/>
                <p:nvPr/>
              </p:nvGrpSpPr>
              <p:grpSpPr>
                <a:xfrm>
                  <a:off x="5399185" y="4498979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5977" name="グループ化 65976">
                    <a:extLst>
                      <a:ext uri="{FF2B5EF4-FFF2-40B4-BE49-F238E27FC236}">
                        <a16:creationId xmlns:a16="http://schemas.microsoft.com/office/drawing/2014/main" id="{723599DA-4373-47AA-94A1-DA3F149F4075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6025" name="直線コネクタ 66024">
                      <a:extLst>
                        <a:ext uri="{FF2B5EF4-FFF2-40B4-BE49-F238E27FC236}">
                          <a16:creationId xmlns:a16="http://schemas.microsoft.com/office/drawing/2014/main" id="{81438211-153A-4450-90E5-E629557E26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6" name="直線コネクタ 66025">
                      <a:extLst>
                        <a:ext uri="{FF2B5EF4-FFF2-40B4-BE49-F238E27FC236}">
                          <a16:creationId xmlns:a16="http://schemas.microsoft.com/office/drawing/2014/main" id="{FFBEA036-FD38-4219-A936-EBC348AA49E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7" name="直線コネクタ 66026">
                      <a:extLst>
                        <a:ext uri="{FF2B5EF4-FFF2-40B4-BE49-F238E27FC236}">
                          <a16:creationId xmlns:a16="http://schemas.microsoft.com/office/drawing/2014/main" id="{8AACC854-10CC-4CA1-B071-1588A0B162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8" name="直線コネクタ 66027">
                      <a:extLst>
                        <a:ext uri="{FF2B5EF4-FFF2-40B4-BE49-F238E27FC236}">
                          <a16:creationId xmlns:a16="http://schemas.microsoft.com/office/drawing/2014/main" id="{6C04C6B5-A8BB-4F28-9A7B-5A72FED154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9" name="直線コネクタ 66028">
                      <a:extLst>
                        <a:ext uri="{FF2B5EF4-FFF2-40B4-BE49-F238E27FC236}">
                          <a16:creationId xmlns:a16="http://schemas.microsoft.com/office/drawing/2014/main" id="{63979FEA-D52D-406F-8B27-A9A42AF4FF5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0" name="直線コネクタ 66029">
                      <a:extLst>
                        <a:ext uri="{FF2B5EF4-FFF2-40B4-BE49-F238E27FC236}">
                          <a16:creationId xmlns:a16="http://schemas.microsoft.com/office/drawing/2014/main" id="{DE3CB094-FE99-4324-AF52-6DFD3BDFA4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1" name="直線コネクタ 66030">
                      <a:extLst>
                        <a:ext uri="{FF2B5EF4-FFF2-40B4-BE49-F238E27FC236}">
                          <a16:creationId xmlns:a16="http://schemas.microsoft.com/office/drawing/2014/main" id="{EB4F484C-8758-41EF-A454-2DF84FC212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2" name="直線コネクタ 66031">
                      <a:extLst>
                        <a:ext uri="{FF2B5EF4-FFF2-40B4-BE49-F238E27FC236}">
                          <a16:creationId xmlns:a16="http://schemas.microsoft.com/office/drawing/2014/main" id="{912F5CF5-11D2-4945-BA70-68C50F5567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3" name="直線コネクタ 66032">
                      <a:extLst>
                        <a:ext uri="{FF2B5EF4-FFF2-40B4-BE49-F238E27FC236}">
                          <a16:creationId xmlns:a16="http://schemas.microsoft.com/office/drawing/2014/main" id="{F72B6B66-43AA-4975-BF59-26B401D7287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4" name="直線コネクタ 66033">
                      <a:extLst>
                        <a:ext uri="{FF2B5EF4-FFF2-40B4-BE49-F238E27FC236}">
                          <a16:creationId xmlns:a16="http://schemas.microsoft.com/office/drawing/2014/main" id="{F7257145-544D-49D9-BD15-A4263FE184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5" name="直線コネクタ 66034">
                      <a:extLst>
                        <a:ext uri="{FF2B5EF4-FFF2-40B4-BE49-F238E27FC236}">
                          <a16:creationId xmlns:a16="http://schemas.microsoft.com/office/drawing/2014/main" id="{5BCA222D-1729-4EE0-A1D9-0CBE53E884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6" name="直線コネクタ 66035">
                      <a:extLst>
                        <a:ext uri="{FF2B5EF4-FFF2-40B4-BE49-F238E27FC236}">
                          <a16:creationId xmlns:a16="http://schemas.microsoft.com/office/drawing/2014/main" id="{2F58CF2F-926A-4AD3-B324-DE8F3909E7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7" name="直線コネクタ 66036">
                      <a:extLst>
                        <a:ext uri="{FF2B5EF4-FFF2-40B4-BE49-F238E27FC236}">
                          <a16:creationId xmlns:a16="http://schemas.microsoft.com/office/drawing/2014/main" id="{92FFAF59-BDD9-4E46-B409-694630E0F9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8" name="直線コネクタ 66037">
                      <a:extLst>
                        <a:ext uri="{FF2B5EF4-FFF2-40B4-BE49-F238E27FC236}">
                          <a16:creationId xmlns:a16="http://schemas.microsoft.com/office/drawing/2014/main" id="{A5083D85-7735-4878-A9E6-87DCD4131E3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39" name="直線コネクタ 66038">
                      <a:extLst>
                        <a:ext uri="{FF2B5EF4-FFF2-40B4-BE49-F238E27FC236}">
                          <a16:creationId xmlns:a16="http://schemas.microsoft.com/office/drawing/2014/main" id="{A1C9F818-9132-41C9-AD31-3920220933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0" name="直線コネクタ 66039">
                      <a:extLst>
                        <a:ext uri="{FF2B5EF4-FFF2-40B4-BE49-F238E27FC236}">
                          <a16:creationId xmlns:a16="http://schemas.microsoft.com/office/drawing/2014/main" id="{4AA7B4EB-150C-4CD9-AF30-5CFF3417BE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1" name="直線コネクタ 66040">
                      <a:extLst>
                        <a:ext uri="{FF2B5EF4-FFF2-40B4-BE49-F238E27FC236}">
                          <a16:creationId xmlns:a16="http://schemas.microsoft.com/office/drawing/2014/main" id="{E472DE16-2999-41FD-99DE-F0E99D6385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2" name="直線コネクタ 66041">
                      <a:extLst>
                        <a:ext uri="{FF2B5EF4-FFF2-40B4-BE49-F238E27FC236}">
                          <a16:creationId xmlns:a16="http://schemas.microsoft.com/office/drawing/2014/main" id="{FD2A3877-BBAD-49A7-8715-25C6172993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3" name="直線コネクタ 66042">
                      <a:extLst>
                        <a:ext uri="{FF2B5EF4-FFF2-40B4-BE49-F238E27FC236}">
                          <a16:creationId xmlns:a16="http://schemas.microsoft.com/office/drawing/2014/main" id="{95141B64-63D8-42F4-B894-4BC87ADAC8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4" name="直線コネクタ 66043">
                      <a:extLst>
                        <a:ext uri="{FF2B5EF4-FFF2-40B4-BE49-F238E27FC236}">
                          <a16:creationId xmlns:a16="http://schemas.microsoft.com/office/drawing/2014/main" id="{BCC05371-41B1-43F4-B888-6D5CF0B0B70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5" name="直線コネクタ 66044">
                      <a:extLst>
                        <a:ext uri="{FF2B5EF4-FFF2-40B4-BE49-F238E27FC236}">
                          <a16:creationId xmlns:a16="http://schemas.microsoft.com/office/drawing/2014/main" id="{E619CEE3-8DFF-4CE4-9903-5F90B6059D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6" name="直線コネクタ 66045">
                      <a:extLst>
                        <a:ext uri="{FF2B5EF4-FFF2-40B4-BE49-F238E27FC236}">
                          <a16:creationId xmlns:a16="http://schemas.microsoft.com/office/drawing/2014/main" id="{DAF60758-C907-4A67-A5FA-9F821F1491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7" name="直線コネクタ 66046">
                      <a:extLst>
                        <a:ext uri="{FF2B5EF4-FFF2-40B4-BE49-F238E27FC236}">
                          <a16:creationId xmlns:a16="http://schemas.microsoft.com/office/drawing/2014/main" id="{96173F2F-9BED-48C9-8A31-3622695824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8" name="直線コネクタ 66047">
                      <a:extLst>
                        <a:ext uri="{FF2B5EF4-FFF2-40B4-BE49-F238E27FC236}">
                          <a16:creationId xmlns:a16="http://schemas.microsoft.com/office/drawing/2014/main" id="{BB532F60-E297-4CA0-9A12-29E7294D61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49" name="直線コネクタ 66048">
                      <a:extLst>
                        <a:ext uri="{FF2B5EF4-FFF2-40B4-BE49-F238E27FC236}">
                          <a16:creationId xmlns:a16="http://schemas.microsoft.com/office/drawing/2014/main" id="{68BA3941-C934-479C-9243-4F2A6546CB2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0" name="直線コネクタ 66049">
                      <a:extLst>
                        <a:ext uri="{FF2B5EF4-FFF2-40B4-BE49-F238E27FC236}">
                          <a16:creationId xmlns:a16="http://schemas.microsoft.com/office/drawing/2014/main" id="{FC9910DB-6E0E-43DC-BAEB-CCC46CDF67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1" name="直線コネクタ 66050">
                      <a:extLst>
                        <a:ext uri="{FF2B5EF4-FFF2-40B4-BE49-F238E27FC236}">
                          <a16:creationId xmlns:a16="http://schemas.microsoft.com/office/drawing/2014/main" id="{F77FC752-2FC0-449D-8B7A-2FF75DFE6F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2" name="直線コネクタ 66051">
                      <a:extLst>
                        <a:ext uri="{FF2B5EF4-FFF2-40B4-BE49-F238E27FC236}">
                          <a16:creationId xmlns:a16="http://schemas.microsoft.com/office/drawing/2014/main" id="{7DC607E9-0038-40BF-9B55-4B2CF2F1750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3" name="直線コネクタ 66052">
                      <a:extLst>
                        <a:ext uri="{FF2B5EF4-FFF2-40B4-BE49-F238E27FC236}">
                          <a16:creationId xmlns:a16="http://schemas.microsoft.com/office/drawing/2014/main" id="{40F75CA4-4E48-4747-90D9-35E815B7A68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4" name="直線コネクタ 66053">
                      <a:extLst>
                        <a:ext uri="{FF2B5EF4-FFF2-40B4-BE49-F238E27FC236}">
                          <a16:creationId xmlns:a16="http://schemas.microsoft.com/office/drawing/2014/main" id="{301FB701-6E47-49E1-B4BD-246BBEDBEB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5" name="直線コネクタ 66054">
                      <a:extLst>
                        <a:ext uri="{FF2B5EF4-FFF2-40B4-BE49-F238E27FC236}">
                          <a16:creationId xmlns:a16="http://schemas.microsoft.com/office/drawing/2014/main" id="{672AA4E8-8FE1-4D26-ADC5-72FA83FD67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6" name="直線コネクタ 66055">
                      <a:extLst>
                        <a:ext uri="{FF2B5EF4-FFF2-40B4-BE49-F238E27FC236}">
                          <a16:creationId xmlns:a16="http://schemas.microsoft.com/office/drawing/2014/main" id="{4E60616C-0559-4151-B085-D9410D4DDB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7" name="直線コネクタ 66056">
                      <a:extLst>
                        <a:ext uri="{FF2B5EF4-FFF2-40B4-BE49-F238E27FC236}">
                          <a16:creationId xmlns:a16="http://schemas.microsoft.com/office/drawing/2014/main" id="{BD622B08-7053-46E0-BE2B-D7D1FB59840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8" name="直線コネクタ 66057">
                      <a:extLst>
                        <a:ext uri="{FF2B5EF4-FFF2-40B4-BE49-F238E27FC236}">
                          <a16:creationId xmlns:a16="http://schemas.microsoft.com/office/drawing/2014/main" id="{2E919510-1477-4C60-9AAF-B9F614DC321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59" name="直線コネクタ 66058">
                      <a:extLst>
                        <a:ext uri="{FF2B5EF4-FFF2-40B4-BE49-F238E27FC236}">
                          <a16:creationId xmlns:a16="http://schemas.microsoft.com/office/drawing/2014/main" id="{524AF19A-6699-4152-B26B-2011B286AD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0" name="直線コネクタ 66059">
                      <a:extLst>
                        <a:ext uri="{FF2B5EF4-FFF2-40B4-BE49-F238E27FC236}">
                          <a16:creationId xmlns:a16="http://schemas.microsoft.com/office/drawing/2014/main" id="{547FA168-9FAC-4957-BD07-F8FA568B41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1" name="直線コネクタ 66060">
                      <a:extLst>
                        <a:ext uri="{FF2B5EF4-FFF2-40B4-BE49-F238E27FC236}">
                          <a16:creationId xmlns:a16="http://schemas.microsoft.com/office/drawing/2014/main" id="{1615F378-C74E-4646-8136-EF13F698245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2" name="直線コネクタ 66061">
                      <a:extLst>
                        <a:ext uri="{FF2B5EF4-FFF2-40B4-BE49-F238E27FC236}">
                          <a16:creationId xmlns:a16="http://schemas.microsoft.com/office/drawing/2014/main" id="{3A1C583D-805A-4B13-AFCF-7F1C9D5AD9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3" name="直線コネクタ 66062">
                      <a:extLst>
                        <a:ext uri="{FF2B5EF4-FFF2-40B4-BE49-F238E27FC236}">
                          <a16:creationId xmlns:a16="http://schemas.microsoft.com/office/drawing/2014/main" id="{F8887076-D7E8-40DB-B270-767AEE26DC4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4" name="直線コネクタ 66063">
                      <a:extLst>
                        <a:ext uri="{FF2B5EF4-FFF2-40B4-BE49-F238E27FC236}">
                          <a16:creationId xmlns:a16="http://schemas.microsoft.com/office/drawing/2014/main" id="{943DCA12-1816-4BD1-B6C3-FB86C076985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5" name="直線コネクタ 66064">
                      <a:extLst>
                        <a:ext uri="{FF2B5EF4-FFF2-40B4-BE49-F238E27FC236}">
                          <a16:creationId xmlns:a16="http://schemas.microsoft.com/office/drawing/2014/main" id="{0F80F4B9-55ED-46E6-89B3-9C656DFBA17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6" name="直線コネクタ 66065">
                      <a:extLst>
                        <a:ext uri="{FF2B5EF4-FFF2-40B4-BE49-F238E27FC236}">
                          <a16:creationId xmlns:a16="http://schemas.microsoft.com/office/drawing/2014/main" id="{16A0DCDB-758A-4F84-A0C8-8ECBF21000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7" name="直線コネクタ 66066">
                      <a:extLst>
                        <a:ext uri="{FF2B5EF4-FFF2-40B4-BE49-F238E27FC236}">
                          <a16:creationId xmlns:a16="http://schemas.microsoft.com/office/drawing/2014/main" id="{414DF7D4-F83B-4432-A80C-D6BEF0029E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8" name="直線コネクタ 66067">
                      <a:extLst>
                        <a:ext uri="{FF2B5EF4-FFF2-40B4-BE49-F238E27FC236}">
                          <a16:creationId xmlns:a16="http://schemas.microsoft.com/office/drawing/2014/main" id="{5A058888-DC30-4F56-BB82-E55F6B65463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69" name="直線コネクタ 66068">
                      <a:extLst>
                        <a:ext uri="{FF2B5EF4-FFF2-40B4-BE49-F238E27FC236}">
                          <a16:creationId xmlns:a16="http://schemas.microsoft.com/office/drawing/2014/main" id="{B6077956-E5C3-4A90-9E4F-ACD50EBD363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70" name="直線コネクタ 66069">
                      <a:extLst>
                        <a:ext uri="{FF2B5EF4-FFF2-40B4-BE49-F238E27FC236}">
                          <a16:creationId xmlns:a16="http://schemas.microsoft.com/office/drawing/2014/main" id="{5403EFAB-DBE7-46CC-8BED-7C1B1B78858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978" name="グループ化 65977">
                    <a:extLst>
                      <a:ext uri="{FF2B5EF4-FFF2-40B4-BE49-F238E27FC236}">
                        <a16:creationId xmlns:a16="http://schemas.microsoft.com/office/drawing/2014/main" id="{40FCB250-691D-4C44-AE5C-D282CC47723D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979" name="直線コネクタ 65978">
                      <a:extLst>
                        <a:ext uri="{FF2B5EF4-FFF2-40B4-BE49-F238E27FC236}">
                          <a16:creationId xmlns:a16="http://schemas.microsoft.com/office/drawing/2014/main" id="{0C434978-9F52-4B80-AE6B-9EF47582D6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0" name="直線コネクタ 65979">
                      <a:extLst>
                        <a:ext uri="{FF2B5EF4-FFF2-40B4-BE49-F238E27FC236}">
                          <a16:creationId xmlns:a16="http://schemas.microsoft.com/office/drawing/2014/main" id="{314149FE-C436-4A87-9549-297AD0876E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1" name="直線コネクタ 65980">
                      <a:extLst>
                        <a:ext uri="{FF2B5EF4-FFF2-40B4-BE49-F238E27FC236}">
                          <a16:creationId xmlns:a16="http://schemas.microsoft.com/office/drawing/2014/main" id="{3BE0FA7C-0017-4816-80E5-9DAF2E8613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2" name="直線コネクタ 65981">
                      <a:extLst>
                        <a:ext uri="{FF2B5EF4-FFF2-40B4-BE49-F238E27FC236}">
                          <a16:creationId xmlns:a16="http://schemas.microsoft.com/office/drawing/2014/main" id="{3EBE231C-7CC7-4455-9DF9-DE4D94044F1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3" name="直線コネクタ 65982">
                      <a:extLst>
                        <a:ext uri="{FF2B5EF4-FFF2-40B4-BE49-F238E27FC236}">
                          <a16:creationId xmlns:a16="http://schemas.microsoft.com/office/drawing/2014/main" id="{20C5648C-6045-44BE-9E0E-C74A56E848D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4" name="直線コネクタ 65983">
                      <a:extLst>
                        <a:ext uri="{FF2B5EF4-FFF2-40B4-BE49-F238E27FC236}">
                          <a16:creationId xmlns:a16="http://schemas.microsoft.com/office/drawing/2014/main" id="{71A00CC8-B4BA-42CE-B65A-D3956A70F1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5" name="直線コネクタ 65984">
                      <a:extLst>
                        <a:ext uri="{FF2B5EF4-FFF2-40B4-BE49-F238E27FC236}">
                          <a16:creationId xmlns:a16="http://schemas.microsoft.com/office/drawing/2014/main" id="{4E47F164-4D9F-4F62-B6F2-DBA2DF278AE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6" name="直線コネクタ 65985">
                      <a:extLst>
                        <a:ext uri="{FF2B5EF4-FFF2-40B4-BE49-F238E27FC236}">
                          <a16:creationId xmlns:a16="http://schemas.microsoft.com/office/drawing/2014/main" id="{3775EFA8-764C-4D6A-89C6-4FD74F69E3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7" name="直線コネクタ 65986">
                      <a:extLst>
                        <a:ext uri="{FF2B5EF4-FFF2-40B4-BE49-F238E27FC236}">
                          <a16:creationId xmlns:a16="http://schemas.microsoft.com/office/drawing/2014/main" id="{0D7FFE5D-A80C-46E3-9088-074FFBCEE2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8" name="直線コネクタ 65987">
                      <a:extLst>
                        <a:ext uri="{FF2B5EF4-FFF2-40B4-BE49-F238E27FC236}">
                          <a16:creationId xmlns:a16="http://schemas.microsoft.com/office/drawing/2014/main" id="{93F887CF-805C-45A3-AFA0-362F620E96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89" name="直線コネクタ 65988">
                      <a:extLst>
                        <a:ext uri="{FF2B5EF4-FFF2-40B4-BE49-F238E27FC236}">
                          <a16:creationId xmlns:a16="http://schemas.microsoft.com/office/drawing/2014/main" id="{77D57631-919F-4C9E-A1E7-9BB24178288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0" name="直線コネクタ 65989">
                      <a:extLst>
                        <a:ext uri="{FF2B5EF4-FFF2-40B4-BE49-F238E27FC236}">
                          <a16:creationId xmlns:a16="http://schemas.microsoft.com/office/drawing/2014/main" id="{127FEFCB-E0CB-4FEF-AC6B-F3D8968B8F3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1" name="直線コネクタ 65990">
                      <a:extLst>
                        <a:ext uri="{FF2B5EF4-FFF2-40B4-BE49-F238E27FC236}">
                          <a16:creationId xmlns:a16="http://schemas.microsoft.com/office/drawing/2014/main" id="{9F3FE4A4-0F5E-4E20-9E93-A12D22DFDE7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2" name="直線コネクタ 65991">
                      <a:extLst>
                        <a:ext uri="{FF2B5EF4-FFF2-40B4-BE49-F238E27FC236}">
                          <a16:creationId xmlns:a16="http://schemas.microsoft.com/office/drawing/2014/main" id="{8F9C9681-8A21-4536-A918-480C6DAFEE7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3" name="直線コネクタ 65992">
                      <a:extLst>
                        <a:ext uri="{FF2B5EF4-FFF2-40B4-BE49-F238E27FC236}">
                          <a16:creationId xmlns:a16="http://schemas.microsoft.com/office/drawing/2014/main" id="{A288BEDA-973B-449E-A271-B7A9CCB8B4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4" name="直線コネクタ 65993">
                      <a:extLst>
                        <a:ext uri="{FF2B5EF4-FFF2-40B4-BE49-F238E27FC236}">
                          <a16:creationId xmlns:a16="http://schemas.microsoft.com/office/drawing/2014/main" id="{C6091185-D18D-4254-8321-CA2D4E5281E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5" name="直線コネクタ 65994">
                      <a:extLst>
                        <a:ext uri="{FF2B5EF4-FFF2-40B4-BE49-F238E27FC236}">
                          <a16:creationId xmlns:a16="http://schemas.microsoft.com/office/drawing/2014/main" id="{F5E08E18-77F2-4176-8FD8-D403CD634B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6" name="直線コネクタ 65995">
                      <a:extLst>
                        <a:ext uri="{FF2B5EF4-FFF2-40B4-BE49-F238E27FC236}">
                          <a16:creationId xmlns:a16="http://schemas.microsoft.com/office/drawing/2014/main" id="{14F4BEB4-E310-43AC-86A3-56DF1C1E77D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7" name="直線コネクタ 65996">
                      <a:extLst>
                        <a:ext uri="{FF2B5EF4-FFF2-40B4-BE49-F238E27FC236}">
                          <a16:creationId xmlns:a16="http://schemas.microsoft.com/office/drawing/2014/main" id="{79042D27-9341-4B1E-9669-6D258A1229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8" name="直線コネクタ 65997">
                      <a:extLst>
                        <a:ext uri="{FF2B5EF4-FFF2-40B4-BE49-F238E27FC236}">
                          <a16:creationId xmlns:a16="http://schemas.microsoft.com/office/drawing/2014/main" id="{BB234B28-E39A-450C-B301-1F1BC94EBC1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99" name="直線コネクタ 65998">
                      <a:extLst>
                        <a:ext uri="{FF2B5EF4-FFF2-40B4-BE49-F238E27FC236}">
                          <a16:creationId xmlns:a16="http://schemas.microsoft.com/office/drawing/2014/main" id="{3174CAC1-2F78-461D-AE77-A1857C0F3F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0" name="直線コネクタ 65999">
                      <a:extLst>
                        <a:ext uri="{FF2B5EF4-FFF2-40B4-BE49-F238E27FC236}">
                          <a16:creationId xmlns:a16="http://schemas.microsoft.com/office/drawing/2014/main" id="{C459C9A5-060E-4CDE-96C5-16180D26D8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1" name="直線コネクタ 66000">
                      <a:extLst>
                        <a:ext uri="{FF2B5EF4-FFF2-40B4-BE49-F238E27FC236}">
                          <a16:creationId xmlns:a16="http://schemas.microsoft.com/office/drawing/2014/main" id="{028E2C26-FD00-4115-8C05-9CDBCBF1DE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2" name="直線コネクタ 66001">
                      <a:extLst>
                        <a:ext uri="{FF2B5EF4-FFF2-40B4-BE49-F238E27FC236}">
                          <a16:creationId xmlns:a16="http://schemas.microsoft.com/office/drawing/2014/main" id="{81CC2297-77C7-4476-889D-88128CD262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3" name="直線コネクタ 66002">
                      <a:extLst>
                        <a:ext uri="{FF2B5EF4-FFF2-40B4-BE49-F238E27FC236}">
                          <a16:creationId xmlns:a16="http://schemas.microsoft.com/office/drawing/2014/main" id="{0046EA3A-4A74-4B91-ACD3-0A8365542F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4" name="直線コネクタ 66003">
                      <a:extLst>
                        <a:ext uri="{FF2B5EF4-FFF2-40B4-BE49-F238E27FC236}">
                          <a16:creationId xmlns:a16="http://schemas.microsoft.com/office/drawing/2014/main" id="{FE9832B0-20B8-4F1A-8D28-B6C22945AB3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5" name="直線コネクタ 66004">
                      <a:extLst>
                        <a:ext uri="{FF2B5EF4-FFF2-40B4-BE49-F238E27FC236}">
                          <a16:creationId xmlns:a16="http://schemas.microsoft.com/office/drawing/2014/main" id="{95D9FCBE-B150-43A3-8DBB-A424E181BB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6" name="直線コネクタ 66005">
                      <a:extLst>
                        <a:ext uri="{FF2B5EF4-FFF2-40B4-BE49-F238E27FC236}">
                          <a16:creationId xmlns:a16="http://schemas.microsoft.com/office/drawing/2014/main" id="{E4CAE62B-247D-4607-BF29-4C478F1CC5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7" name="直線コネクタ 66006">
                      <a:extLst>
                        <a:ext uri="{FF2B5EF4-FFF2-40B4-BE49-F238E27FC236}">
                          <a16:creationId xmlns:a16="http://schemas.microsoft.com/office/drawing/2014/main" id="{D72DD161-0D29-412E-97E6-473FD12DF3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8" name="直線コネクタ 66007">
                      <a:extLst>
                        <a:ext uri="{FF2B5EF4-FFF2-40B4-BE49-F238E27FC236}">
                          <a16:creationId xmlns:a16="http://schemas.microsoft.com/office/drawing/2014/main" id="{ED997F9C-7D6A-40A1-B64A-6730A0233CE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09" name="直線コネクタ 66008">
                      <a:extLst>
                        <a:ext uri="{FF2B5EF4-FFF2-40B4-BE49-F238E27FC236}">
                          <a16:creationId xmlns:a16="http://schemas.microsoft.com/office/drawing/2014/main" id="{E160843B-C551-4D2F-9BD3-36640F6AB7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0" name="直線コネクタ 66009">
                      <a:extLst>
                        <a:ext uri="{FF2B5EF4-FFF2-40B4-BE49-F238E27FC236}">
                          <a16:creationId xmlns:a16="http://schemas.microsoft.com/office/drawing/2014/main" id="{7F3751C3-D897-4686-8612-C90101A9BF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1" name="直線コネクタ 66010">
                      <a:extLst>
                        <a:ext uri="{FF2B5EF4-FFF2-40B4-BE49-F238E27FC236}">
                          <a16:creationId xmlns:a16="http://schemas.microsoft.com/office/drawing/2014/main" id="{BD9B96AF-90B5-4CBB-99ED-63C185E0A0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2" name="直線コネクタ 66011">
                      <a:extLst>
                        <a:ext uri="{FF2B5EF4-FFF2-40B4-BE49-F238E27FC236}">
                          <a16:creationId xmlns:a16="http://schemas.microsoft.com/office/drawing/2014/main" id="{9480C2B2-26D5-4C65-995A-DC9D6D7E58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3" name="直線コネクタ 66012">
                      <a:extLst>
                        <a:ext uri="{FF2B5EF4-FFF2-40B4-BE49-F238E27FC236}">
                          <a16:creationId xmlns:a16="http://schemas.microsoft.com/office/drawing/2014/main" id="{618F60EA-2D5E-4C24-BE21-1039B256B50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4" name="直線コネクタ 66013">
                      <a:extLst>
                        <a:ext uri="{FF2B5EF4-FFF2-40B4-BE49-F238E27FC236}">
                          <a16:creationId xmlns:a16="http://schemas.microsoft.com/office/drawing/2014/main" id="{2CDA5CAE-5188-4572-9237-2B2B92F574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5" name="直線コネクタ 66014">
                      <a:extLst>
                        <a:ext uri="{FF2B5EF4-FFF2-40B4-BE49-F238E27FC236}">
                          <a16:creationId xmlns:a16="http://schemas.microsoft.com/office/drawing/2014/main" id="{40F84ABE-2505-482C-BC91-7C781F63B82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6" name="直線コネクタ 66015">
                      <a:extLst>
                        <a:ext uri="{FF2B5EF4-FFF2-40B4-BE49-F238E27FC236}">
                          <a16:creationId xmlns:a16="http://schemas.microsoft.com/office/drawing/2014/main" id="{34F0CBCE-93C3-4C3E-AF0B-0F373AAC00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7" name="直線コネクタ 66016">
                      <a:extLst>
                        <a:ext uri="{FF2B5EF4-FFF2-40B4-BE49-F238E27FC236}">
                          <a16:creationId xmlns:a16="http://schemas.microsoft.com/office/drawing/2014/main" id="{1AF3A11A-F1F7-4D47-9CA7-BE6C87ABE2D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8" name="直線コネクタ 66017">
                      <a:extLst>
                        <a:ext uri="{FF2B5EF4-FFF2-40B4-BE49-F238E27FC236}">
                          <a16:creationId xmlns:a16="http://schemas.microsoft.com/office/drawing/2014/main" id="{0594DABE-28FC-4A68-97F8-A8B73E2334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19" name="直線コネクタ 66018">
                      <a:extLst>
                        <a:ext uri="{FF2B5EF4-FFF2-40B4-BE49-F238E27FC236}">
                          <a16:creationId xmlns:a16="http://schemas.microsoft.com/office/drawing/2014/main" id="{2CB89E63-6D86-426A-8CBC-62C4E7C6F5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0" name="直線コネクタ 66019">
                      <a:extLst>
                        <a:ext uri="{FF2B5EF4-FFF2-40B4-BE49-F238E27FC236}">
                          <a16:creationId xmlns:a16="http://schemas.microsoft.com/office/drawing/2014/main" id="{3A251A46-7714-4855-A148-32B453C1281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1" name="直線コネクタ 66020">
                      <a:extLst>
                        <a:ext uri="{FF2B5EF4-FFF2-40B4-BE49-F238E27FC236}">
                          <a16:creationId xmlns:a16="http://schemas.microsoft.com/office/drawing/2014/main" id="{4F8829A6-1961-47FB-8D71-F8EC77EE80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2" name="直線コネクタ 66021">
                      <a:extLst>
                        <a:ext uri="{FF2B5EF4-FFF2-40B4-BE49-F238E27FC236}">
                          <a16:creationId xmlns:a16="http://schemas.microsoft.com/office/drawing/2014/main" id="{83E16189-3C27-41A6-A590-A292260F7D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3" name="直線コネクタ 66022">
                      <a:extLst>
                        <a:ext uri="{FF2B5EF4-FFF2-40B4-BE49-F238E27FC236}">
                          <a16:creationId xmlns:a16="http://schemas.microsoft.com/office/drawing/2014/main" id="{8D6C7A40-C49E-48C9-8DB4-978D77F4D7D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024" name="直線コネクタ 66023">
                      <a:extLst>
                        <a:ext uri="{FF2B5EF4-FFF2-40B4-BE49-F238E27FC236}">
                          <a16:creationId xmlns:a16="http://schemas.microsoft.com/office/drawing/2014/main" id="{C17C97B3-E76F-4E86-913A-AA109B3552D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5692" name="グループ化 65691">
                  <a:extLst>
                    <a:ext uri="{FF2B5EF4-FFF2-40B4-BE49-F238E27FC236}">
                      <a16:creationId xmlns:a16="http://schemas.microsoft.com/office/drawing/2014/main" id="{01EFBE73-3FE2-42AC-AE43-EC28AB52C7D1}"/>
                    </a:ext>
                  </a:extLst>
                </p:cNvPr>
                <p:cNvGrpSpPr/>
                <p:nvPr/>
              </p:nvGrpSpPr>
              <p:grpSpPr>
                <a:xfrm>
                  <a:off x="6299066" y="3599456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5883" name="グループ化 65882">
                    <a:extLst>
                      <a:ext uri="{FF2B5EF4-FFF2-40B4-BE49-F238E27FC236}">
                        <a16:creationId xmlns:a16="http://schemas.microsoft.com/office/drawing/2014/main" id="{AD12BCC6-E1F7-44BB-8685-D501779C4D1B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931" name="直線コネクタ 65930">
                      <a:extLst>
                        <a:ext uri="{FF2B5EF4-FFF2-40B4-BE49-F238E27FC236}">
                          <a16:creationId xmlns:a16="http://schemas.microsoft.com/office/drawing/2014/main" id="{42C63E98-0EE8-495A-AB6A-4358AF1C124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2" name="直線コネクタ 65931">
                      <a:extLst>
                        <a:ext uri="{FF2B5EF4-FFF2-40B4-BE49-F238E27FC236}">
                          <a16:creationId xmlns:a16="http://schemas.microsoft.com/office/drawing/2014/main" id="{362E2AB8-3D04-4CDA-9259-25D46B3206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3" name="直線コネクタ 65932">
                      <a:extLst>
                        <a:ext uri="{FF2B5EF4-FFF2-40B4-BE49-F238E27FC236}">
                          <a16:creationId xmlns:a16="http://schemas.microsoft.com/office/drawing/2014/main" id="{59D304EF-91D7-411F-8391-6D9F85FDFA8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4" name="直線コネクタ 65933">
                      <a:extLst>
                        <a:ext uri="{FF2B5EF4-FFF2-40B4-BE49-F238E27FC236}">
                          <a16:creationId xmlns:a16="http://schemas.microsoft.com/office/drawing/2014/main" id="{723935E1-BE32-43C1-A628-EA902C7713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5" name="直線コネクタ 65934">
                      <a:extLst>
                        <a:ext uri="{FF2B5EF4-FFF2-40B4-BE49-F238E27FC236}">
                          <a16:creationId xmlns:a16="http://schemas.microsoft.com/office/drawing/2014/main" id="{9B321772-5805-4FDE-A59A-C6744133A2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6" name="直線コネクタ 65935">
                      <a:extLst>
                        <a:ext uri="{FF2B5EF4-FFF2-40B4-BE49-F238E27FC236}">
                          <a16:creationId xmlns:a16="http://schemas.microsoft.com/office/drawing/2014/main" id="{63754F68-55A7-4E3C-BEDB-8554E04012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7" name="直線コネクタ 65936">
                      <a:extLst>
                        <a:ext uri="{FF2B5EF4-FFF2-40B4-BE49-F238E27FC236}">
                          <a16:creationId xmlns:a16="http://schemas.microsoft.com/office/drawing/2014/main" id="{EBD7479A-6926-47BC-B89A-949FED2B02C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8" name="直線コネクタ 65937">
                      <a:extLst>
                        <a:ext uri="{FF2B5EF4-FFF2-40B4-BE49-F238E27FC236}">
                          <a16:creationId xmlns:a16="http://schemas.microsoft.com/office/drawing/2014/main" id="{0D964CAD-7FD4-431B-8958-68DACECF76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9" name="直線コネクタ 65938">
                      <a:extLst>
                        <a:ext uri="{FF2B5EF4-FFF2-40B4-BE49-F238E27FC236}">
                          <a16:creationId xmlns:a16="http://schemas.microsoft.com/office/drawing/2014/main" id="{EC966531-2259-4CBC-90AE-F7BB973FD9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0" name="直線コネクタ 65939">
                      <a:extLst>
                        <a:ext uri="{FF2B5EF4-FFF2-40B4-BE49-F238E27FC236}">
                          <a16:creationId xmlns:a16="http://schemas.microsoft.com/office/drawing/2014/main" id="{F86204B6-98E5-450B-854B-589C65DC40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1" name="直線コネクタ 65940">
                      <a:extLst>
                        <a:ext uri="{FF2B5EF4-FFF2-40B4-BE49-F238E27FC236}">
                          <a16:creationId xmlns:a16="http://schemas.microsoft.com/office/drawing/2014/main" id="{82B05B1B-BE04-48E8-A18B-81A491D92FE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2" name="直線コネクタ 65941">
                      <a:extLst>
                        <a:ext uri="{FF2B5EF4-FFF2-40B4-BE49-F238E27FC236}">
                          <a16:creationId xmlns:a16="http://schemas.microsoft.com/office/drawing/2014/main" id="{A18B0ACC-1A5E-4BC4-9C67-055A54A475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3" name="直線コネクタ 65942">
                      <a:extLst>
                        <a:ext uri="{FF2B5EF4-FFF2-40B4-BE49-F238E27FC236}">
                          <a16:creationId xmlns:a16="http://schemas.microsoft.com/office/drawing/2014/main" id="{3E8B2DAB-1840-4EBC-BA37-DA7357FEA1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4" name="直線コネクタ 65943">
                      <a:extLst>
                        <a:ext uri="{FF2B5EF4-FFF2-40B4-BE49-F238E27FC236}">
                          <a16:creationId xmlns:a16="http://schemas.microsoft.com/office/drawing/2014/main" id="{8ACC7264-C611-4A7A-BF08-C78B2CF627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5" name="直線コネクタ 65944">
                      <a:extLst>
                        <a:ext uri="{FF2B5EF4-FFF2-40B4-BE49-F238E27FC236}">
                          <a16:creationId xmlns:a16="http://schemas.microsoft.com/office/drawing/2014/main" id="{0B3E440C-1DDF-41BB-B9E4-2704D1DB71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6" name="直線コネクタ 65945">
                      <a:extLst>
                        <a:ext uri="{FF2B5EF4-FFF2-40B4-BE49-F238E27FC236}">
                          <a16:creationId xmlns:a16="http://schemas.microsoft.com/office/drawing/2014/main" id="{1E9912A2-F4B5-40F1-8986-E02EAD5DA52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7" name="直線コネクタ 65946">
                      <a:extLst>
                        <a:ext uri="{FF2B5EF4-FFF2-40B4-BE49-F238E27FC236}">
                          <a16:creationId xmlns:a16="http://schemas.microsoft.com/office/drawing/2014/main" id="{FB7E982C-944E-446A-83B6-08D172EC615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8" name="直線コネクタ 65947">
                      <a:extLst>
                        <a:ext uri="{FF2B5EF4-FFF2-40B4-BE49-F238E27FC236}">
                          <a16:creationId xmlns:a16="http://schemas.microsoft.com/office/drawing/2014/main" id="{2ED3B8C0-20F9-4021-9117-8D45E7E497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49" name="直線コネクタ 65948">
                      <a:extLst>
                        <a:ext uri="{FF2B5EF4-FFF2-40B4-BE49-F238E27FC236}">
                          <a16:creationId xmlns:a16="http://schemas.microsoft.com/office/drawing/2014/main" id="{34600469-1999-4EB7-992B-63510EBD57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0" name="直線コネクタ 65949">
                      <a:extLst>
                        <a:ext uri="{FF2B5EF4-FFF2-40B4-BE49-F238E27FC236}">
                          <a16:creationId xmlns:a16="http://schemas.microsoft.com/office/drawing/2014/main" id="{0103D35B-B8B1-49F2-BFAB-0001F5FDCE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1" name="直線コネクタ 65950">
                      <a:extLst>
                        <a:ext uri="{FF2B5EF4-FFF2-40B4-BE49-F238E27FC236}">
                          <a16:creationId xmlns:a16="http://schemas.microsoft.com/office/drawing/2014/main" id="{D6A44CDB-42B5-4211-98D1-284E84456F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2" name="直線コネクタ 65951">
                      <a:extLst>
                        <a:ext uri="{FF2B5EF4-FFF2-40B4-BE49-F238E27FC236}">
                          <a16:creationId xmlns:a16="http://schemas.microsoft.com/office/drawing/2014/main" id="{CACEFFCF-9BD4-43F9-B4D0-6A4B781A29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3" name="直線コネクタ 65952">
                      <a:extLst>
                        <a:ext uri="{FF2B5EF4-FFF2-40B4-BE49-F238E27FC236}">
                          <a16:creationId xmlns:a16="http://schemas.microsoft.com/office/drawing/2014/main" id="{FD68E13F-D6B2-4B1F-A2AC-CE44D7A0A38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4" name="直線コネクタ 65953">
                      <a:extLst>
                        <a:ext uri="{FF2B5EF4-FFF2-40B4-BE49-F238E27FC236}">
                          <a16:creationId xmlns:a16="http://schemas.microsoft.com/office/drawing/2014/main" id="{6BF03902-6CDF-432F-91CC-2394B49600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5" name="直線コネクタ 65954">
                      <a:extLst>
                        <a:ext uri="{FF2B5EF4-FFF2-40B4-BE49-F238E27FC236}">
                          <a16:creationId xmlns:a16="http://schemas.microsoft.com/office/drawing/2014/main" id="{34F32F44-0E21-4A79-9E6B-79EB292D2B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6" name="直線コネクタ 65955">
                      <a:extLst>
                        <a:ext uri="{FF2B5EF4-FFF2-40B4-BE49-F238E27FC236}">
                          <a16:creationId xmlns:a16="http://schemas.microsoft.com/office/drawing/2014/main" id="{F3EE8742-9D51-47FE-A83E-8B9708CE30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7" name="直線コネクタ 65956">
                      <a:extLst>
                        <a:ext uri="{FF2B5EF4-FFF2-40B4-BE49-F238E27FC236}">
                          <a16:creationId xmlns:a16="http://schemas.microsoft.com/office/drawing/2014/main" id="{D376A679-C50A-44A5-9E4B-EDCDE36D7E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8" name="直線コネクタ 65957">
                      <a:extLst>
                        <a:ext uri="{FF2B5EF4-FFF2-40B4-BE49-F238E27FC236}">
                          <a16:creationId xmlns:a16="http://schemas.microsoft.com/office/drawing/2014/main" id="{B5DF898F-940C-4398-9C05-DCA1F2FDBD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59" name="直線コネクタ 65958">
                      <a:extLst>
                        <a:ext uri="{FF2B5EF4-FFF2-40B4-BE49-F238E27FC236}">
                          <a16:creationId xmlns:a16="http://schemas.microsoft.com/office/drawing/2014/main" id="{CD5469D7-A259-4CCC-A0B5-4E8ADFC79F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0" name="直線コネクタ 65959">
                      <a:extLst>
                        <a:ext uri="{FF2B5EF4-FFF2-40B4-BE49-F238E27FC236}">
                          <a16:creationId xmlns:a16="http://schemas.microsoft.com/office/drawing/2014/main" id="{D97470EB-E01E-47B3-BFD6-F6C137F06A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1" name="直線コネクタ 65960">
                      <a:extLst>
                        <a:ext uri="{FF2B5EF4-FFF2-40B4-BE49-F238E27FC236}">
                          <a16:creationId xmlns:a16="http://schemas.microsoft.com/office/drawing/2014/main" id="{FE4B61A3-A8CA-4407-9E34-391D0A02643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2" name="直線コネクタ 65961">
                      <a:extLst>
                        <a:ext uri="{FF2B5EF4-FFF2-40B4-BE49-F238E27FC236}">
                          <a16:creationId xmlns:a16="http://schemas.microsoft.com/office/drawing/2014/main" id="{F89C582F-4992-45C3-B569-495C36CACD0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3" name="直線コネクタ 65962">
                      <a:extLst>
                        <a:ext uri="{FF2B5EF4-FFF2-40B4-BE49-F238E27FC236}">
                          <a16:creationId xmlns:a16="http://schemas.microsoft.com/office/drawing/2014/main" id="{E41CD13E-495E-466F-8C08-B3BEDB04A4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4" name="直線コネクタ 65963">
                      <a:extLst>
                        <a:ext uri="{FF2B5EF4-FFF2-40B4-BE49-F238E27FC236}">
                          <a16:creationId xmlns:a16="http://schemas.microsoft.com/office/drawing/2014/main" id="{4E0A61EE-DA68-411F-B768-CFBAD1AACF1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5" name="直線コネクタ 65964">
                      <a:extLst>
                        <a:ext uri="{FF2B5EF4-FFF2-40B4-BE49-F238E27FC236}">
                          <a16:creationId xmlns:a16="http://schemas.microsoft.com/office/drawing/2014/main" id="{BFCBBA64-D59B-4C49-AC91-A81B1CBFDE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6" name="直線コネクタ 65965">
                      <a:extLst>
                        <a:ext uri="{FF2B5EF4-FFF2-40B4-BE49-F238E27FC236}">
                          <a16:creationId xmlns:a16="http://schemas.microsoft.com/office/drawing/2014/main" id="{F2ED2412-C644-40E4-A262-6A5C75933AC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7" name="直線コネクタ 65966">
                      <a:extLst>
                        <a:ext uri="{FF2B5EF4-FFF2-40B4-BE49-F238E27FC236}">
                          <a16:creationId xmlns:a16="http://schemas.microsoft.com/office/drawing/2014/main" id="{59328E42-54F4-46EF-9E9D-1B35990F99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8" name="直線コネクタ 65967">
                      <a:extLst>
                        <a:ext uri="{FF2B5EF4-FFF2-40B4-BE49-F238E27FC236}">
                          <a16:creationId xmlns:a16="http://schemas.microsoft.com/office/drawing/2014/main" id="{7627E2FA-3ECF-4D9B-A485-05236AA69B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69" name="直線コネクタ 65968">
                      <a:extLst>
                        <a:ext uri="{FF2B5EF4-FFF2-40B4-BE49-F238E27FC236}">
                          <a16:creationId xmlns:a16="http://schemas.microsoft.com/office/drawing/2014/main" id="{9075691F-5921-4871-957D-D14A491993D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70" name="直線コネクタ 65969">
                      <a:extLst>
                        <a:ext uri="{FF2B5EF4-FFF2-40B4-BE49-F238E27FC236}">
                          <a16:creationId xmlns:a16="http://schemas.microsoft.com/office/drawing/2014/main" id="{A4EFD2FD-1443-494F-9C2E-9F8B8C5014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71" name="直線コネクタ 65970">
                      <a:extLst>
                        <a:ext uri="{FF2B5EF4-FFF2-40B4-BE49-F238E27FC236}">
                          <a16:creationId xmlns:a16="http://schemas.microsoft.com/office/drawing/2014/main" id="{5BE577D4-D572-4145-B89C-DE1D5E38027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72" name="直線コネクタ 65971">
                      <a:extLst>
                        <a:ext uri="{FF2B5EF4-FFF2-40B4-BE49-F238E27FC236}">
                          <a16:creationId xmlns:a16="http://schemas.microsoft.com/office/drawing/2014/main" id="{A47D572B-460B-4C80-B76C-DFC5D729C8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73" name="直線コネクタ 65972">
                      <a:extLst>
                        <a:ext uri="{FF2B5EF4-FFF2-40B4-BE49-F238E27FC236}">
                          <a16:creationId xmlns:a16="http://schemas.microsoft.com/office/drawing/2014/main" id="{7AD30EE5-7ACD-4AC4-AA8D-AA98E43724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74" name="直線コネクタ 65973">
                      <a:extLst>
                        <a:ext uri="{FF2B5EF4-FFF2-40B4-BE49-F238E27FC236}">
                          <a16:creationId xmlns:a16="http://schemas.microsoft.com/office/drawing/2014/main" id="{A6D78C98-5409-4732-9B28-E0407D38B5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75" name="直線コネクタ 65974">
                      <a:extLst>
                        <a:ext uri="{FF2B5EF4-FFF2-40B4-BE49-F238E27FC236}">
                          <a16:creationId xmlns:a16="http://schemas.microsoft.com/office/drawing/2014/main" id="{8ECD947A-8054-4E22-9C16-DE98BD5D2DD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76" name="直線コネクタ 65975">
                      <a:extLst>
                        <a:ext uri="{FF2B5EF4-FFF2-40B4-BE49-F238E27FC236}">
                          <a16:creationId xmlns:a16="http://schemas.microsoft.com/office/drawing/2014/main" id="{0C480455-EB2B-4A2C-AE18-115748975B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884" name="グループ化 65883">
                    <a:extLst>
                      <a:ext uri="{FF2B5EF4-FFF2-40B4-BE49-F238E27FC236}">
                        <a16:creationId xmlns:a16="http://schemas.microsoft.com/office/drawing/2014/main" id="{52167601-999C-4919-BFB9-B2B751C0B5EA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885" name="直線コネクタ 65884">
                      <a:extLst>
                        <a:ext uri="{FF2B5EF4-FFF2-40B4-BE49-F238E27FC236}">
                          <a16:creationId xmlns:a16="http://schemas.microsoft.com/office/drawing/2014/main" id="{D8452FF3-4BF4-4604-92BB-401BE7DDD08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86" name="直線コネクタ 65885">
                      <a:extLst>
                        <a:ext uri="{FF2B5EF4-FFF2-40B4-BE49-F238E27FC236}">
                          <a16:creationId xmlns:a16="http://schemas.microsoft.com/office/drawing/2014/main" id="{05CF9254-26A7-40B3-800A-DC5D8D71F3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87" name="直線コネクタ 65886">
                      <a:extLst>
                        <a:ext uri="{FF2B5EF4-FFF2-40B4-BE49-F238E27FC236}">
                          <a16:creationId xmlns:a16="http://schemas.microsoft.com/office/drawing/2014/main" id="{A18B6EC9-580E-4FF6-9B96-7FDEB9ECCE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88" name="直線コネクタ 65887">
                      <a:extLst>
                        <a:ext uri="{FF2B5EF4-FFF2-40B4-BE49-F238E27FC236}">
                          <a16:creationId xmlns:a16="http://schemas.microsoft.com/office/drawing/2014/main" id="{9F881F5A-A20E-4BDD-AEE7-7660976F6C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89" name="直線コネクタ 65888">
                      <a:extLst>
                        <a:ext uri="{FF2B5EF4-FFF2-40B4-BE49-F238E27FC236}">
                          <a16:creationId xmlns:a16="http://schemas.microsoft.com/office/drawing/2014/main" id="{7BF0F238-D003-4E32-8DC8-CB24C8388C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0" name="直線コネクタ 65889">
                      <a:extLst>
                        <a:ext uri="{FF2B5EF4-FFF2-40B4-BE49-F238E27FC236}">
                          <a16:creationId xmlns:a16="http://schemas.microsoft.com/office/drawing/2014/main" id="{D7157D74-B725-4977-B345-65550CE34F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1" name="直線コネクタ 65890">
                      <a:extLst>
                        <a:ext uri="{FF2B5EF4-FFF2-40B4-BE49-F238E27FC236}">
                          <a16:creationId xmlns:a16="http://schemas.microsoft.com/office/drawing/2014/main" id="{FE169521-444C-464F-AFA2-7C9C781284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2" name="直線コネクタ 65891">
                      <a:extLst>
                        <a:ext uri="{FF2B5EF4-FFF2-40B4-BE49-F238E27FC236}">
                          <a16:creationId xmlns:a16="http://schemas.microsoft.com/office/drawing/2014/main" id="{5198BD90-A341-47CD-AD3B-B5D5D4574B7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3" name="直線コネクタ 65892">
                      <a:extLst>
                        <a:ext uri="{FF2B5EF4-FFF2-40B4-BE49-F238E27FC236}">
                          <a16:creationId xmlns:a16="http://schemas.microsoft.com/office/drawing/2014/main" id="{02250FFE-64E5-44F0-A68B-1CED0E30DD2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4" name="直線コネクタ 65893">
                      <a:extLst>
                        <a:ext uri="{FF2B5EF4-FFF2-40B4-BE49-F238E27FC236}">
                          <a16:creationId xmlns:a16="http://schemas.microsoft.com/office/drawing/2014/main" id="{0C7E13DF-3BB5-4250-9057-AED39D3DF7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5" name="直線コネクタ 65894">
                      <a:extLst>
                        <a:ext uri="{FF2B5EF4-FFF2-40B4-BE49-F238E27FC236}">
                          <a16:creationId xmlns:a16="http://schemas.microsoft.com/office/drawing/2014/main" id="{3910314C-1939-4AD4-8091-EECD291473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6" name="直線コネクタ 65895">
                      <a:extLst>
                        <a:ext uri="{FF2B5EF4-FFF2-40B4-BE49-F238E27FC236}">
                          <a16:creationId xmlns:a16="http://schemas.microsoft.com/office/drawing/2014/main" id="{3C440E98-CF0E-4899-998A-6E2F0697A0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7" name="直線コネクタ 65896">
                      <a:extLst>
                        <a:ext uri="{FF2B5EF4-FFF2-40B4-BE49-F238E27FC236}">
                          <a16:creationId xmlns:a16="http://schemas.microsoft.com/office/drawing/2014/main" id="{9D498BC4-A8A5-4A26-9F02-5F8CDEF075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8" name="直線コネクタ 65897">
                      <a:extLst>
                        <a:ext uri="{FF2B5EF4-FFF2-40B4-BE49-F238E27FC236}">
                          <a16:creationId xmlns:a16="http://schemas.microsoft.com/office/drawing/2014/main" id="{76FCCF4A-54D9-4E22-A58F-49A47E67ED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99" name="直線コネクタ 65898">
                      <a:extLst>
                        <a:ext uri="{FF2B5EF4-FFF2-40B4-BE49-F238E27FC236}">
                          <a16:creationId xmlns:a16="http://schemas.microsoft.com/office/drawing/2014/main" id="{4CE376FC-6426-4FEB-8200-B0398A1D4B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0" name="直線コネクタ 65899">
                      <a:extLst>
                        <a:ext uri="{FF2B5EF4-FFF2-40B4-BE49-F238E27FC236}">
                          <a16:creationId xmlns:a16="http://schemas.microsoft.com/office/drawing/2014/main" id="{A6A3967D-D118-4D09-86F4-29F51D30CA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1" name="直線コネクタ 65900">
                      <a:extLst>
                        <a:ext uri="{FF2B5EF4-FFF2-40B4-BE49-F238E27FC236}">
                          <a16:creationId xmlns:a16="http://schemas.microsoft.com/office/drawing/2014/main" id="{E8C8C247-71C4-428F-AF37-C399F32D4A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2" name="直線コネクタ 65901">
                      <a:extLst>
                        <a:ext uri="{FF2B5EF4-FFF2-40B4-BE49-F238E27FC236}">
                          <a16:creationId xmlns:a16="http://schemas.microsoft.com/office/drawing/2014/main" id="{1A998E6C-6393-4881-BCFB-B849157B923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3" name="直線コネクタ 65902">
                      <a:extLst>
                        <a:ext uri="{FF2B5EF4-FFF2-40B4-BE49-F238E27FC236}">
                          <a16:creationId xmlns:a16="http://schemas.microsoft.com/office/drawing/2014/main" id="{C29292D4-AA12-4C49-82DF-BCBA74B1E3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4" name="直線コネクタ 65903">
                      <a:extLst>
                        <a:ext uri="{FF2B5EF4-FFF2-40B4-BE49-F238E27FC236}">
                          <a16:creationId xmlns:a16="http://schemas.microsoft.com/office/drawing/2014/main" id="{FFC7A97B-2DDC-4A6C-B9F4-D756764DE0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5" name="直線コネクタ 65904">
                      <a:extLst>
                        <a:ext uri="{FF2B5EF4-FFF2-40B4-BE49-F238E27FC236}">
                          <a16:creationId xmlns:a16="http://schemas.microsoft.com/office/drawing/2014/main" id="{89C8A7DA-3014-4F1A-AA46-5B694E38621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6" name="直線コネクタ 65905">
                      <a:extLst>
                        <a:ext uri="{FF2B5EF4-FFF2-40B4-BE49-F238E27FC236}">
                          <a16:creationId xmlns:a16="http://schemas.microsoft.com/office/drawing/2014/main" id="{3956C383-87B7-41F1-B435-DB889800061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7" name="直線コネクタ 65906">
                      <a:extLst>
                        <a:ext uri="{FF2B5EF4-FFF2-40B4-BE49-F238E27FC236}">
                          <a16:creationId xmlns:a16="http://schemas.microsoft.com/office/drawing/2014/main" id="{19518184-CEB9-4E7A-924F-DCA5A4EADDE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8" name="直線コネクタ 65907">
                      <a:extLst>
                        <a:ext uri="{FF2B5EF4-FFF2-40B4-BE49-F238E27FC236}">
                          <a16:creationId xmlns:a16="http://schemas.microsoft.com/office/drawing/2014/main" id="{9533252F-1635-4379-90DC-047F1F306F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09" name="直線コネクタ 65908">
                      <a:extLst>
                        <a:ext uri="{FF2B5EF4-FFF2-40B4-BE49-F238E27FC236}">
                          <a16:creationId xmlns:a16="http://schemas.microsoft.com/office/drawing/2014/main" id="{DC3347CC-7773-4515-9A0B-165B35471D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0" name="直線コネクタ 65909">
                      <a:extLst>
                        <a:ext uri="{FF2B5EF4-FFF2-40B4-BE49-F238E27FC236}">
                          <a16:creationId xmlns:a16="http://schemas.microsoft.com/office/drawing/2014/main" id="{F63D60AE-7D33-4466-958F-4B48D257D2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1" name="直線コネクタ 65910">
                      <a:extLst>
                        <a:ext uri="{FF2B5EF4-FFF2-40B4-BE49-F238E27FC236}">
                          <a16:creationId xmlns:a16="http://schemas.microsoft.com/office/drawing/2014/main" id="{1D04EFA6-865A-47D1-874C-773B42A045F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2" name="直線コネクタ 65911">
                      <a:extLst>
                        <a:ext uri="{FF2B5EF4-FFF2-40B4-BE49-F238E27FC236}">
                          <a16:creationId xmlns:a16="http://schemas.microsoft.com/office/drawing/2014/main" id="{E8D71DE1-ECB2-4E64-8B08-FF332CFB55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3" name="直線コネクタ 65912">
                      <a:extLst>
                        <a:ext uri="{FF2B5EF4-FFF2-40B4-BE49-F238E27FC236}">
                          <a16:creationId xmlns:a16="http://schemas.microsoft.com/office/drawing/2014/main" id="{26479D15-CF54-40FE-9E27-EC083EBD04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4" name="直線コネクタ 65913">
                      <a:extLst>
                        <a:ext uri="{FF2B5EF4-FFF2-40B4-BE49-F238E27FC236}">
                          <a16:creationId xmlns:a16="http://schemas.microsoft.com/office/drawing/2014/main" id="{DD6F7068-4088-459F-ABFA-1987ECBA2E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5" name="直線コネクタ 65914">
                      <a:extLst>
                        <a:ext uri="{FF2B5EF4-FFF2-40B4-BE49-F238E27FC236}">
                          <a16:creationId xmlns:a16="http://schemas.microsoft.com/office/drawing/2014/main" id="{CF41265B-CA10-4113-B098-1071772677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6" name="直線コネクタ 65915">
                      <a:extLst>
                        <a:ext uri="{FF2B5EF4-FFF2-40B4-BE49-F238E27FC236}">
                          <a16:creationId xmlns:a16="http://schemas.microsoft.com/office/drawing/2014/main" id="{7757D319-EF75-4921-8400-1B5F771B9A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7" name="直線コネクタ 65916">
                      <a:extLst>
                        <a:ext uri="{FF2B5EF4-FFF2-40B4-BE49-F238E27FC236}">
                          <a16:creationId xmlns:a16="http://schemas.microsoft.com/office/drawing/2014/main" id="{E2274F14-9655-4283-B16E-19379A95295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8" name="直線コネクタ 65917">
                      <a:extLst>
                        <a:ext uri="{FF2B5EF4-FFF2-40B4-BE49-F238E27FC236}">
                          <a16:creationId xmlns:a16="http://schemas.microsoft.com/office/drawing/2014/main" id="{D2316AA0-1174-4219-99C6-B5F4FDED714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19" name="直線コネクタ 65918">
                      <a:extLst>
                        <a:ext uri="{FF2B5EF4-FFF2-40B4-BE49-F238E27FC236}">
                          <a16:creationId xmlns:a16="http://schemas.microsoft.com/office/drawing/2014/main" id="{A73F4AA9-BF64-47E4-9437-53B4B7FC665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0" name="直線コネクタ 65919">
                      <a:extLst>
                        <a:ext uri="{FF2B5EF4-FFF2-40B4-BE49-F238E27FC236}">
                          <a16:creationId xmlns:a16="http://schemas.microsoft.com/office/drawing/2014/main" id="{9D68ABC3-781E-4A0A-B154-83238F158A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1" name="直線コネクタ 65920">
                      <a:extLst>
                        <a:ext uri="{FF2B5EF4-FFF2-40B4-BE49-F238E27FC236}">
                          <a16:creationId xmlns:a16="http://schemas.microsoft.com/office/drawing/2014/main" id="{F0CCE21A-0E13-4EEA-8E09-85BBB0974E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2" name="直線コネクタ 65921">
                      <a:extLst>
                        <a:ext uri="{FF2B5EF4-FFF2-40B4-BE49-F238E27FC236}">
                          <a16:creationId xmlns:a16="http://schemas.microsoft.com/office/drawing/2014/main" id="{83735C79-8A95-4069-8A74-687C8DE7F3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3" name="直線コネクタ 65922">
                      <a:extLst>
                        <a:ext uri="{FF2B5EF4-FFF2-40B4-BE49-F238E27FC236}">
                          <a16:creationId xmlns:a16="http://schemas.microsoft.com/office/drawing/2014/main" id="{0445B652-D6D1-4EF7-95EB-3468DAA95E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4" name="直線コネクタ 65923">
                      <a:extLst>
                        <a:ext uri="{FF2B5EF4-FFF2-40B4-BE49-F238E27FC236}">
                          <a16:creationId xmlns:a16="http://schemas.microsoft.com/office/drawing/2014/main" id="{8CB17F52-1E77-4A7A-88C0-E4DE841BFE2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5" name="直線コネクタ 65924">
                      <a:extLst>
                        <a:ext uri="{FF2B5EF4-FFF2-40B4-BE49-F238E27FC236}">
                          <a16:creationId xmlns:a16="http://schemas.microsoft.com/office/drawing/2014/main" id="{8585F8C3-B8FF-4864-9A18-D5D5629A71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6" name="直線コネクタ 65925">
                      <a:extLst>
                        <a:ext uri="{FF2B5EF4-FFF2-40B4-BE49-F238E27FC236}">
                          <a16:creationId xmlns:a16="http://schemas.microsoft.com/office/drawing/2014/main" id="{6C876894-39AF-48D6-B27F-965EA043B1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7" name="直線コネクタ 65926">
                      <a:extLst>
                        <a:ext uri="{FF2B5EF4-FFF2-40B4-BE49-F238E27FC236}">
                          <a16:creationId xmlns:a16="http://schemas.microsoft.com/office/drawing/2014/main" id="{A1D4C241-48DC-4D3F-9BB3-63CFE386B1D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8" name="直線コネクタ 65927">
                      <a:extLst>
                        <a:ext uri="{FF2B5EF4-FFF2-40B4-BE49-F238E27FC236}">
                          <a16:creationId xmlns:a16="http://schemas.microsoft.com/office/drawing/2014/main" id="{46D70B1B-4F5B-4D5C-A1FD-BCC6E92E8B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29" name="直線コネクタ 65928">
                      <a:extLst>
                        <a:ext uri="{FF2B5EF4-FFF2-40B4-BE49-F238E27FC236}">
                          <a16:creationId xmlns:a16="http://schemas.microsoft.com/office/drawing/2014/main" id="{87B2AD77-C8D6-46AA-805D-2630E14CD8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930" name="直線コネクタ 65929">
                      <a:extLst>
                        <a:ext uri="{FF2B5EF4-FFF2-40B4-BE49-F238E27FC236}">
                          <a16:creationId xmlns:a16="http://schemas.microsoft.com/office/drawing/2014/main" id="{591795EC-D7D0-4BC1-8E52-13BB039985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5693" name="グループ化 65692">
                  <a:extLst>
                    <a:ext uri="{FF2B5EF4-FFF2-40B4-BE49-F238E27FC236}">
                      <a16:creationId xmlns:a16="http://schemas.microsoft.com/office/drawing/2014/main" id="{418A032A-051E-4DFD-A447-B4DA6477DA35}"/>
                    </a:ext>
                  </a:extLst>
                </p:cNvPr>
                <p:cNvGrpSpPr/>
                <p:nvPr/>
              </p:nvGrpSpPr>
              <p:grpSpPr>
                <a:xfrm rot="10800000">
                  <a:off x="7199185" y="4499695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5789" name="グループ化 65788">
                    <a:extLst>
                      <a:ext uri="{FF2B5EF4-FFF2-40B4-BE49-F238E27FC236}">
                        <a16:creationId xmlns:a16="http://schemas.microsoft.com/office/drawing/2014/main" id="{E8B2F687-E91E-490C-9FC8-013B61CEF192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837" name="直線コネクタ 65836">
                      <a:extLst>
                        <a:ext uri="{FF2B5EF4-FFF2-40B4-BE49-F238E27FC236}">
                          <a16:creationId xmlns:a16="http://schemas.microsoft.com/office/drawing/2014/main" id="{92CBC5A7-976C-4733-8558-4B1AF51180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8" name="直線コネクタ 65837">
                      <a:extLst>
                        <a:ext uri="{FF2B5EF4-FFF2-40B4-BE49-F238E27FC236}">
                          <a16:creationId xmlns:a16="http://schemas.microsoft.com/office/drawing/2014/main" id="{B468C94E-0F57-49AD-952E-015220D1A4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9" name="直線コネクタ 65838">
                      <a:extLst>
                        <a:ext uri="{FF2B5EF4-FFF2-40B4-BE49-F238E27FC236}">
                          <a16:creationId xmlns:a16="http://schemas.microsoft.com/office/drawing/2014/main" id="{4E7ABAB8-9CCC-4D03-9FB2-A507E9825D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0" name="直線コネクタ 65839">
                      <a:extLst>
                        <a:ext uri="{FF2B5EF4-FFF2-40B4-BE49-F238E27FC236}">
                          <a16:creationId xmlns:a16="http://schemas.microsoft.com/office/drawing/2014/main" id="{819B19F3-0068-47FF-87EB-CB5BC1DE85A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1" name="直線コネクタ 65840">
                      <a:extLst>
                        <a:ext uri="{FF2B5EF4-FFF2-40B4-BE49-F238E27FC236}">
                          <a16:creationId xmlns:a16="http://schemas.microsoft.com/office/drawing/2014/main" id="{25B4B21D-F65B-47F1-A143-4348FB1633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2" name="直線コネクタ 65841">
                      <a:extLst>
                        <a:ext uri="{FF2B5EF4-FFF2-40B4-BE49-F238E27FC236}">
                          <a16:creationId xmlns:a16="http://schemas.microsoft.com/office/drawing/2014/main" id="{D4722A84-881F-437B-A48E-CAB5E0D6A8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3" name="直線コネクタ 65842">
                      <a:extLst>
                        <a:ext uri="{FF2B5EF4-FFF2-40B4-BE49-F238E27FC236}">
                          <a16:creationId xmlns:a16="http://schemas.microsoft.com/office/drawing/2014/main" id="{0909DE92-D77B-4F7E-8CFC-8CB054AFDC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4" name="直線コネクタ 65843">
                      <a:extLst>
                        <a:ext uri="{FF2B5EF4-FFF2-40B4-BE49-F238E27FC236}">
                          <a16:creationId xmlns:a16="http://schemas.microsoft.com/office/drawing/2014/main" id="{B60B6CE6-369A-4F2C-A4E7-2860A55A9F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5" name="直線コネクタ 65844">
                      <a:extLst>
                        <a:ext uri="{FF2B5EF4-FFF2-40B4-BE49-F238E27FC236}">
                          <a16:creationId xmlns:a16="http://schemas.microsoft.com/office/drawing/2014/main" id="{5DF93DDF-632A-4220-9724-1D1D3E2742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6" name="直線コネクタ 65845">
                      <a:extLst>
                        <a:ext uri="{FF2B5EF4-FFF2-40B4-BE49-F238E27FC236}">
                          <a16:creationId xmlns:a16="http://schemas.microsoft.com/office/drawing/2014/main" id="{CFAF140E-095E-4B70-8AC8-C9854CD8C78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7" name="直線コネクタ 65846">
                      <a:extLst>
                        <a:ext uri="{FF2B5EF4-FFF2-40B4-BE49-F238E27FC236}">
                          <a16:creationId xmlns:a16="http://schemas.microsoft.com/office/drawing/2014/main" id="{C99A75D3-75D2-4572-B420-C4AE720BBC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8" name="直線コネクタ 65847">
                      <a:extLst>
                        <a:ext uri="{FF2B5EF4-FFF2-40B4-BE49-F238E27FC236}">
                          <a16:creationId xmlns:a16="http://schemas.microsoft.com/office/drawing/2014/main" id="{11CA0ABE-F904-4322-8CC1-DAE20DC2F4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49" name="直線コネクタ 65848">
                      <a:extLst>
                        <a:ext uri="{FF2B5EF4-FFF2-40B4-BE49-F238E27FC236}">
                          <a16:creationId xmlns:a16="http://schemas.microsoft.com/office/drawing/2014/main" id="{FC461546-533A-4B30-9D3E-7ED5C95985D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0" name="直線コネクタ 65849">
                      <a:extLst>
                        <a:ext uri="{FF2B5EF4-FFF2-40B4-BE49-F238E27FC236}">
                          <a16:creationId xmlns:a16="http://schemas.microsoft.com/office/drawing/2014/main" id="{D924CE54-4766-4E5F-B982-56D5D51966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1" name="直線コネクタ 65850">
                      <a:extLst>
                        <a:ext uri="{FF2B5EF4-FFF2-40B4-BE49-F238E27FC236}">
                          <a16:creationId xmlns:a16="http://schemas.microsoft.com/office/drawing/2014/main" id="{7598365E-E1EF-43D1-97E3-205247B15C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2" name="直線コネクタ 65851">
                      <a:extLst>
                        <a:ext uri="{FF2B5EF4-FFF2-40B4-BE49-F238E27FC236}">
                          <a16:creationId xmlns:a16="http://schemas.microsoft.com/office/drawing/2014/main" id="{1510B0C0-AE49-46D7-A1D2-8F56F64F62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3" name="直線コネクタ 65852">
                      <a:extLst>
                        <a:ext uri="{FF2B5EF4-FFF2-40B4-BE49-F238E27FC236}">
                          <a16:creationId xmlns:a16="http://schemas.microsoft.com/office/drawing/2014/main" id="{AEFCF3B0-8C9B-4F00-B2AF-89CD92B768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4" name="直線コネクタ 65853">
                      <a:extLst>
                        <a:ext uri="{FF2B5EF4-FFF2-40B4-BE49-F238E27FC236}">
                          <a16:creationId xmlns:a16="http://schemas.microsoft.com/office/drawing/2014/main" id="{F6466724-C0C8-4D71-B090-00EF9C402BC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5" name="直線コネクタ 65854">
                      <a:extLst>
                        <a:ext uri="{FF2B5EF4-FFF2-40B4-BE49-F238E27FC236}">
                          <a16:creationId xmlns:a16="http://schemas.microsoft.com/office/drawing/2014/main" id="{DBFAA1A0-7F58-4C36-A24B-D7385306E9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6" name="直線コネクタ 65855">
                      <a:extLst>
                        <a:ext uri="{FF2B5EF4-FFF2-40B4-BE49-F238E27FC236}">
                          <a16:creationId xmlns:a16="http://schemas.microsoft.com/office/drawing/2014/main" id="{F95885DB-2FEC-4AC0-A77A-48C3A23544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7" name="直線コネクタ 65856">
                      <a:extLst>
                        <a:ext uri="{FF2B5EF4-FFF2-40B4-BE49-F238E27FC236}">
                          <a16:creationId xmlns:a16="http://schemas.microsoft.com/office/drawing/2014/main" id="{FB344B94-0A6C-4BF4-8F7C-B34216030D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8" name="直線コネクタ 65857">
                      <a:extLst>
                        <a:ext uri="{FF2B5EF4-FFF2-40B4-BE49-F238E27FC236}">
                          <a16:creationId xmlns:a16="http://schemas.microsoft.com/office/drawing/2014/main" id="{27D99DD1-F8B1-4B5D-8C68-FE4C3DC90B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59" name="直線コネクタ 65858">
                      <a:extLst>
                        <a:ext uri="{FF2B5EF4-FFF2-40B4-BE49-F238E27FC236}">
                          <a16:creationId xmlns:a16="http://schemas.microsoft.com/office/drawing/2014/main" id="{767E2B2B-70D1-41FA-AFC5-D4CD198D9A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0" name="直線コネクタ 65859">
                      <a:extLst>
                        <a:ext uri="{FF2B5EF4-FFF2-40B4-BE49-F238E27FC236}">
                          <a16:creationId xmlns:a16="http://schemas.microsoft.com/office/drawing/2014/main" id="{CD085C47-8F77-435A-9FE8-0792FA9287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1" name="直線コネクタ 65860">
                      <a:extLst>
                        <a:ext uri="{FF2B5EF4-FFF2-40B4-BE49-F238E27FC236}">
                          <a16:creationId xmlns:a16="http://schemas.microsoft.com/office/drawing/2014/main" id="{0A7D4865-26C8-4801-A9A8-13B9233ACC8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2" name="直線コネクタ 65861">
                      <a:extLst>
                        <a:ext uri="{FF2B5EF4-FFF2-40B4-BE49-F238E27FC236}">
                          <a16:creationId xmlns:a16="http://schemas.microsoft.com/office/drawing/2014/main" id="{8BF3AC39-D57D-4DE3-BCFC-EC322B20AF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3" name="直線コネクタ 65862">
                      <a:extLst>
                        <a:ext uri="{FF2B5EF4-FFF2-40B4-BE49-F238E27FC236}">
                          <a16:creationId xmlns:a16="http://schemas.microsoft.com/office/drawing/2014/main" id="{A26AE865-65AB-4BBD-8211-2A8E68DE4B3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4" name="直線コネクタ 65863">
                      <a:extLst>
                        <a:ext uri="{FF2B5EF4-FFF2-40B4-BE49-F238E27FC236}">
                          <a16:creationId xmlns:a16="http://schemas.microsoft.com/office/drawing/2014/main" id="{D1DAE6B9-B327-4501-8FC4-44A95D9E86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5" name="直線コネクタ 65864">
                      <a:extLst>
                        <a:ext uri="{FF2B5EF4-FFF2-40B4-BE49-F238E27FC236}">
                          <a16:creationId xmlns:a16="http://schemas.microsoft.com/office/drawing/2014/main" id="{3B4C69E1-E6FC-42BA-A74E-02CE6104A5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6" name="直線コネクタ 65865">
                      <a:extLst>
                        <a:ext uri="{FF2B5EF4-FFF2-40B4-BE49-F238E27FC236}">
                          <a16:creationId xmlns:a16="http://schemas.microsoft.com/office/drawing/2014/main" id="{1A9D730A-573C-4E40-9EE4-DADD855F517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7" name="直線コネクタ 65866">
                      <a:extLst>
                        <a:ext uri="{FF2B5EF4-FFF2-40B4-BE49-F238E27FC236}">
                          <a16:creationId xmlns:a16="http://schemas.microsoft.com/office/drawing/2014/main" id="{C09705D3-EE06-44A1-A7F9-78EE1BCA5F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8" name="直線コネクタ 65867">
                      <a:extLst>
                        <a:ext uri="{FF2B5EF4-FFF2-40B4-BE49-F238E27FC236}">
                          <a16:creationId xmlns:a16="http://schemas.microsoft.com/office/drawing/2014/main" id="{2F45FAAA-D090-4FA5-A39E-FA09A3D1A1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69" name="直線コネクタ 65868">
                      <a:extLst>
                        <a:ext uri="{FF2B5EF4-FFF2-40B4-BE49-F238E27FC236}">
                          <a16:creationId xmlns:a16="http://schemas.microsoft.com/office/drawing/2014/main" id="{3FEB4386-7A29-4340-B804-146847412B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0" name="直線コネクタ 65869">
                      <a:extLst>
                        <a:ext uri="{FF2B5EF4-FFF2-40B4-BE49-F238E27FC236}">
                          <a16:creationId xmlns:a16="http://schemas.microsoft.com/office/drawing/2014/main" id="{100AA124-D66F-4F2C-9C49-E45E24F83A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1" name="直線コネクタ 65870">
                      <a:extLst>
                        <a:ext uri="{FF2B5EF4-FFF2-40B4-BE49-F238E27FC236}">
                          <a16:creationId xmlns:a16="http://schemas.microsoft.com/office/drawing/2014/main" id="{DBB0310C-AB9B-4BAC-8E49-27E11AFC71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2" name="直線コネクタ 65871">
                      <a:extLst>
                        <a:ext uri="{FF2B5EF4-FFF2-40B4-BE49-F238E27FC236}">
                          <a16:creationId xmlns:a16="http://schemas.microsoft.com/office/drawing/2014/main" id="{BE7B067F-2AD0-45FA-8CEA-6B4A21712B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3" name="直線コネクタ 65872">
                      <a:extLst>
                        <a:ext uri="{FF2B5EF4-FFF2-40B4-BE49-F238E27FC236}">
                          <a16:creationId xmlns:a16="http://schemas.microsoft.com/office/drawing/2014/main" id="{C19D3DFC-D217-491E-AF73-8891C2D7FE1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4" name="直線コネクタ 65873">
                      <a:extLst>
                        <a:ext uri="{FF2B5EF4-FFF2-40B4-BE49-F238E27FC236}">
                          <a16:creationId xmlns:a16="http://schemas.microsoft.com/office/drawing/2014/main" id="{AC48C96B-D6D6-4BD8-800D-9189FA45F2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5" name="直線コネクタ 65874">
                      <a:extLst>
                        <a:ext uri="{FF2B5EF4-FFF2-40B4-BE49-F238E27FC236}">
                          <a16:creationId xmlns:a16="http://schemas.microsoft.com/office/drawing/2014/main" id="{91FE461C-3E3D-4918-A344-FE0E9F38EB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6" name="直線コネクタ 65875">
                      <a:extLst>
                        <a:ext uri="{FF2B5EF4-FFF2-40B4-BE49-F238E27FC236}">
                          <a16:creationId xmlns:a16="http://schemas.microsoft.com/office/drawing/2014/main" id="{95FA4B25-3EEB-4DB9-993D-52B290E64E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7" name="直線コネクタ 65876">
                      <a:extLst>
                        <a:ext uri="{FF2B5EF4-FFF2-40B4-BE49-F238E27FC236}">
                          <a16:creationId xmlns:a16="http://schemas.microsoft.com/office/drawing/2014/main" id="{14580202-34C4-4CC8-8468-D374054AF97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8" name="直線コネクタ 65877">
                      <a:extLst>
                        <a:ext uri="{FF2B5EF4-FFF2-40B4-BE49-F238E27FC236}">
                          <a16:creationId xmlns:a16="http://schemas.microsoft.com/office/drawing/2014/main" id="{96B67D0C-6078-4B7C-BBD6-28266E16D1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79" name="直線コネクタ 65878">
                      <a:extLst>
                        <a:ext uri="{FF2B5EF4-FFF2-40B4-BE49-F238E27FC236}">
                          <a16:creationId xmlns:a16="http://schemas.microsoft.com/office/drawing/2014/main" id="{117C96DB-02E8-4599-90FE-0140CF6F394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80" name="直線コネクタ 65879">
                      <a:extLst>
                        <a:ext uri="{FF2B5EF4-FFF2-40B4-BE49-F238E27FC236}">
                          <a16:creationId xmlns:a16="http://schemas.microsoft.com/office/drawing/2014/main" id="{AE912FF4-ACD8-46A8-B83A-035CE5FCCD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81" name="直線コネクタ 65880">
                      <a:extLst>
                        <a:ext uri="{FF2B5EF4-FFF2-40B4-BE49-F238E27FC236}">
                          <a16:creationId xmlns:a16="http://schemas.microsoft.com/office/drawing/2014/main" id="{D6B348B6-59BA-4389-8C28-0C51F191F3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82" name="直線コネクタ 65881">
                      <a:extLst>
                        <a:ext uri="{FF2B5EF4-FFF2-40B4-BE49-F238E27FC236}">
                          <a16:creationId xmlns:a16="http://schemas.microsoft.com/office/drawing/2014/main" id="{65813DB0-9C8E-43BA-B079-5C58DBF073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790" name="グループ化 65789">
                    <a:extLst>
                      <a:ext uri="{FF2B5EF4-FFF2-40B4-BE49-F238E27FC236}">
                        <a16:creationId xmlns:a16="http://schemas.microsoft.com/office/drawing/2014/main" id="{51689493-A538-4D44-A709-2A0C654639CB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791" name="直線コネクタ 65790">
                      <a:extLst>
                        <a:ext uri="{FF2B5EF4-FFF2-40B4-BE49-F238E27FC236}">
                          <a16:creationId xmlns:a16="http://schemas.microsoft.com/office/drawing/2014/main" id="{80A35E91-DC5F-4245-AE7E-C811131452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92" name="直線コネクタ 65791">
                      <a:extLst>
                        <a:ext uri="{FF2B5EF4-FFF2-40B4-BE49-F238E27FC236}">
                          <a16:creationId xmlns:a16="http://schemas.microsoft.com/office/drawing/2014/main" id="{F43F18A6-6B8D-4AE0-9552-E7EC90D3A3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93" name="直線コネクタ 65792">
                      <a:extLst>
                        <a:ext uri="{FF2B5EF4-FFF2-40B4-BE49-F238E27FC236}">
                          <a16:creationId xmlns:a16="http://schemas.microsoft.com/office/drawing/2014/main" id="{C14DAB23-F1C6-41B8-9455-38793ED511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94" name="直線コネクタ 65793">
                      <a:extLst>
                        <a:ext uri="{FF2B5EF4-FFF2-40B4-BE49-F238E27FC236}">
                          <a16:creationId xmlns:a16="http://schemas.microsoft.com/office/drawing/2014/main" id="{1BA99A3F-434F-4E88-80E6-0DC3EDCF35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95" name="直線コネクタ 65794">
                      <a:extLst>
                        <a:ext uri="{FF2B5EF4-FFF2-40B4-BE49-F238E27FC236}">
                          <a16:creationId xmlns:a16="http://schemas.microsoft.com/office/drawing/2014/main" id="{AE636A7B-56D9-406A-BB96-381E93D91B7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96" name="直線コネクタ 65795">
                      <a:extLst>
                        <a:ext uri="{FF2B5EF4-FFF2-40B4-BE49-F238E27FC236}">
                          <a16:creationId xmlns:a16="http://schemas.microsoft.com/office/drawing/2014/main" id="{26919E7E-9EF1-48A3-85D9-B52FF3609E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97" name="直線コネクタ 65796">
                      <a:extLst>
                        <a:ext uri="{FF2B5EF4-FFF2-40B4-BE49-F238E27FC236}">
                          <a16:creationId xmlns:a16="http://schemas.microsoft.com/office/drawing/2014/main" id="{8BC920D0-FADE-4619-823B-D0432FC22E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98" name="直線コネクタ 65797">
                      <a:extLst>
                        <a:ext uri="{FF2B5EF4-FFF2-40B4-BE49-F238E27FC236}">
                          <a16:creationId xmlns:a16="http://schemas.microsoft.com/office/drawing/2014/main" id="{6ACEC9C2-DBFE-40AE-81BD-7841E3347CB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99" name="直線コネクタ 65798">
                      <a:extLst>
                        <a:ext uri="{FF2B5EF4-FFF2-40B4-BE49-F238E27FC236}">
                          <a16:creationId xmlns:a16="http://schemas.microsoft.com/office/drawing/2014/main" id="{47A63B0F-6C34-495B-B125-F54D554B85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0" name="直線コネクタ 65799">
                      <a:extLst>
                        <a:ext uri="{FF2B5EF4-FFF2-40B4-BE49-F238E27FC236}">
                          <a16:creationId xmlns:a16="http://schemas.microsoft.com/office/drawing/2014/main" id="{BB063A22-F1C1-4A31-8F6D-269D0FCD06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1" name="直線コネクタ 65800">
                      <a:extLst>
                        <a:ext uri="{FF2B5EF4-FFF2-40B4-BE49-F238E27FC236}">
                          <a16:creationId xmlns:a16="http://schemas.microsoft.com/office/drawing/2014/main" id="{1C06050F-1931-4569-9EAD-AD64FF6F588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2" name="直線コネクタ 65801">
                      <a:extLst>
                        <a:ext uri="{FF2B5EF4-FFF2-40B4-BE49-F238E27FC236}">
                          <a16:creationId xmlns:a16="http://schemas.microsoft.com/office/drawing/2014/main" id="{7514E707-29ED-4507-AD91-64DE68F4A6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3" name="直線コネクタ 65802">
                      <a:extLst>
                        <a:ext uri="{FF2B5EF4-FFF2-40B4-BE49-F238E27FC236}">
                          <a16:creationId xmlns:a16="http://schemas.microsoft.com/office/drawing/2014/main" id="{4B075028-1770-4484-9976-F9976C657D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4" name="直線コネクタ 65803">
                      <a:extLst>
                        <a:ext uri="{FF2B5EF4-FFF2-40B4-BE49-F238E27FC236}">
                          <a16:creationId xmlns:a16="http://schemas.microsoft.com/office/drawing/2014/main" id="{80FB02FE-EF07-4644-9B82-097AF19467D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5" name="直線コネクタ 65804">
                      <a:extLst>
                        <a:ext uri="{FF2B5EF4-FFF2-40B4-BE49-F238E27FC236}">
                          <a16:creationId xmlns:a16="http://schemas.microsoft.com/office/drawing/2014/main" id="{F495D435-6062-4240-B12A-C51B6D60166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6" name="直線コネクタ 65805">
                      <a:extLst>
                        <a:ext uri="{FF2B5EF4-FFF2-40B4-BE49-F238E27FC236}">
                          <a16:creationId xmlns:a16="http://schemas.microsoft.com/office/drawing/2014/main" id="{10F92D28-532D-41B5-976E-000B2747DD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7" name="直線コネクタ 65806">
                      <a:extLst>
                        <a:ext uri="{FF2B5EF4-FFF2-40B4-BE49-F238E27FC236}">
                          <a16:creationId xmlns:a16="http://schemas.microsoft.com/office/drawing/2014/main" id="{1D7A01DD-B53D-4C02-B252-1CD7410156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8" name="直線コネクタ 65807">
                      <a:extLst>
                        <a:ext uri="{FF2B5EF4-FFF2-40B4-BE49-F238E27FC236}">
                          <a16:creationId xmlns:a16="http://schemas.microsoft.com/office/drawing/2014/main" id="{8C41F294-0A01-4066-89CE-C5EA2F8301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09" name="直線コネクタ 65808">
                      <a:extLst>
                        <a:ext uri="{FF2B5EF4-FFF2-40B4-BE49-F238E27FC236}">
                          <a16:creationId xmlns:a16="http://schemas.microsoft.com/office/drawing/2014/main" id="{D94A3C83-EF8B-4268-80A1-BC84BAF873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0" name="直線コネクタ 65809">
                      <a:extLst>
                        <a:ext uri="{FF2B5EF4-FFF2-40B4-BE49-F238E27FC236}">
                          <a16:creationId xmlns:a16="http://schemas.microsoft.com/office/drawing/2014/main" id="{12A09340-7C01-4B3E-B1AA-E18C98D570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1" name="直線コネクタ 65810">
                      <a:extLst>
                        <a:ext uri="{FF2B5EF4-FFF2-40B4-BE49-F238E27FC236}">
                          <a16:creationId xmlns:a16="http://schemas.microsoft.com/office/drawing/2014/main" id="{3B199566-1DAC-4EF0-8D26-441E8356D78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2" name="直線コネクタ 65811">
                      <a:extLst>
                        <a:ext uri="{FF2B5EF4-FFF2-40B4-BE49-F238E27FC236}">
                          <a16:creationId xmlns:a16="http://schemas.microsoft.com/office/drawing/2014/main" id="{69A71E1E-C08F-4D72-AC94-A1436F32FA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3" name="直線コネクタ 65812">
                      <a:extLst>
                        <a:ext uri="{FF2B5EF4-FFF2-40B4-BE49-F238E27FC236}">
                          <a16:creationId xmlns:a16="http://schemas.microsoft.com/office/drawing/2014/main" id="{BBB1B281-16E4-4939-A1DE-1A46CC18A4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4" name="直線コネクタ 65813">
                      <a:extLst>
                        <a:ext uri="{FF2B5EF4-FFF2-40B4-BE49-F238E27FC236}">
                          <a16:creationId xmlns:a16="http://schemas.microsoft.com/office/drawing/2014/main" id="{C22532BA-06E0-4081-803F-5F0B4D5E61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5" name="直線コネクタ 65814">
                      <a:extLst>
                        <a:ext uri="{FF2B5EF4-FFF2-40B4-BE49-F238E27FC236}">
                          <a16:creationId xmlns:a16="http://schemas.microsoft.com/office/drawing/2014/main" id="{FB80AB9D-9350-456C-87BD-AE7C208A1E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6" name="直線コネクタ 65815">
                      <a:extLst>
                        <a:ext uri="{FF2B5EF4-FFF2-40B4-BE49-F238E27FC236}">
                          <a16:creationId xmlns:a16="http://schemas.microsoft.com/office/drawing/2014/main" id="{03E63BE3-BC7E-4735-8709-9559EF548F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7" name="直線コネクタ 65816">
                      <a:extLst>
                        <a:ext uri="{FF2B5EF4-FFF2-40B4-BE49-F238E27FC236}">
                          <a16:creationId xmlns:a16="http://schemas.microsoft.com/office/drawing/2014/main" id="{70324D5D-7138-42E0-875A-1B26F503701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8" name="直線コネクタ 65817">
                      <a:extLst>
                        <a:ext uri="{FF2B5EF4-FFF2-40B4-BE49-F238E27FC236}">
                          <a16:creationId xmlns:a16="http://schemas.microsoft.com/office/drawing/2014/main" id="{96AD9971-730A-42F7-B8A4-E37685FCB0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19" name="直線コネクタ 65818">
                      <a:extLst>
                        <a:ext uri="{FF2B5EF4-FFF2-40B4-BE49-F238E27FC236}">
                          <a16:creationId xmlns:a16="http://schemas.microsoft.com/office/drawing/2014/main" id="{62770AE6-84CF-40D6-94B8-F440B24A47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0" name="直線コネクタ 65819">
                      <a:extLst>
                        <a:ext uri="{FF2B5EF4-FFF2-40B4-BE49-F238E27FC236}">
                          <a16:creationId xmlns:a16="http://schemas.microsoft.com/office/drawing/2014/main" id="{7A9E55A7-778F-4490-95C0-BD3498665E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1" name="直線コネクタ 65820">
                      <a:extLst>
                        <a:ext uri="{FF2B5EF4-FFF2-40B4-BE49-F238E27FC236}">
                          <a16:creationId xmlns:a16="http://schemas.microsoft.com/office/drawing/2014/main" id="{273394BB-AC59-4DE9-B00B-6E9C431731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2" name="直線コネクタ 65821">
                      <a:extLst>
                        <a:ext uri="{FF2B5EF4-FFF2-40B4-BE49-F238E27FC236}">
                          <a16:creationId xmlns:a16="http://schemas.microsoft.com/office/drawing/2014/main" id="{99772716-D2BE-4510-8555-26E51851D1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3" name="直線コネクタ 65822">
                      <a:extLst>
                        <a:ext uri="{FF2B5EF4-FFF2-40B4-BE49-F238E27FC236}">
                          <a16:creationId xmlns:a16="http://schemas.microsoft.com/office/drawing/2014/main" id="{87F3DC06-5D8B-4C36-A5E2-5A063E6EAE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4" name="直線コネクタ 65823">
                      <a:extLst>
                        <a:ext uri="{FF2B5EF4-FFF2-40B4-BE49-F238E27FC236}">
                          <a16:creationId xmlns:a16="http://schemas.microsoft.com/office/drawing/2014/main" id="{2BA95114-4FEE-4766-8589-980FD867B2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5" name="直線コネクタ 65824">
                      <a:extLst>
                        <a:ext uri="{FF2B5EF4-FFF2-40B4-BE49-F238E27FC236}">
                          <a16:creationId xmlns:a16="http://schemas.microsoft.com/office/drawing/2014/main" id="{68D87F7E-CB1E-4F02-B645-89FA73EDA1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6" name="直線コネクタ 65825">
                      <a:extLst>
                        <a:ext uri="{FF2B5EF4-FFF2-40B4-BE49-F238E27FC236}">
                          <a16:creationId xmlns:a16="http://schemas.microsoft.com/office/drawing/2014/main" id="{43E5C0C4-4EB3-449C-93E5-D1B609B8F51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7" name="直線コネクタ 65826">
                      <a:extLst>
                        <a:ext uri="{FF2B5EF4-FFF2-40B4-BE49-F238E27FC236}">
                          <a16:creationId xmlns:a16="http://schemas.microsoft.com/office/drawing/2014/main" id="{7F653716-2193-4FD6-8F11-6B144E741F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8" name="直線コネクタ 65827">
                      <a:extLst>
                        <a:ext uri="{FF2B5EF4-FFF2-40B4-BE49-F238E27FC236}">
                          <a16:creationId xmlns:a16="http://schemas.microsoft.com/office/drawing/2014/main" id="{F62B1146-AB23-40DD-87B3-438B1E3C2C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29" name="直線コネクタ 65828">
                      <a:extLst>
                        <a:ext uri="{FF2B5EF4-FFF2-40B4-BE49-F238E27FC236}">
                          <a16:creationId xmlns:a16="http://schemas.microsoft.com/office/drawing/2014/main" id="{4A64F0D5-EB1D-45BE-A295-A4D29D5CA3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0" name="直線コネクタ 65829">
                      <a:extLst>
                        <a:ext uri="{FF2B5EF4-FFF2-40B4-BE49-F238E27FC236}">
                          <a16:creationId xmlns:a16="http://schemas.microsoft.com/office/drawing/2014/main" id="{C5C55519-41B2-410E-ADDA-E4CB6017F7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1" name="直線コネクタ 65830">
                      <a:extLst>
                        <a:ext uri="{FF2B5EF4-FFF2-40B4-BE49-F238E27FC236}">
                          <a16:creationId xmlns:a16="http://schemas.microsoft.com/office/drawing/2014/main" id="{74CBBF10-0A22-4FD4-9C73-68597B4DD6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2" name="直線コネクタ 65831">
                      <a:extLst>
                        <a:ext uri="{FF2B5EF4-FFF2-40B4-BE49-F238E27FC236}">
                          <a16:creationId xmlns:a16="http://schemas.microsoft.com/office/drawing/2014/main" id="{24069917-7FEB-410A-8E5B-01B9C806B5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3" name="直線コネクタ 65832">
                      <a:extLst>
                        <a:ext uri="{FF2B5EF4-FFF2-40B4-BE49-F238E27FC236}">
                          <a16:creationId xmlns:a16="http://schemas.microsoft.com/office/drawing/2014/main" id="{C3276147-DECC-42A7-9398-2D3705FD58D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4" name="直線コネクタ 65833">
                      <a:extLst>
                        <a:ext uri="{FF2B5EF4-FFF2-40B4-BE49-F238E27FC236}">
                          <a16:creationId xmlns:a16="http://schemas.microsoft.com/office/drawing/2014/main" id="{04AA9D3C-7F2B-41FC-8ADA-D0BF234B8C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5" name="直線コネクタ 65834">
                      <a:extLst>
                        <a:ext uri="{FF2B5EF4-FFF2-40B4-BE49-F238E27FC236}">
                          <a16:creationId xmlns:a16="http://schemas.microsoft.com/office/drawing/2014/main" id="{A869C4B3-EB6C-4C45-BE64-E4F840A89C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836" name="直線コネクタ 65835">
                      <a:extLst>
                        <a:ext uri="{FF2B5EF4-FFF2-40B4-BE49-F238E27FC236}">
                          <a16:creationId xmlns:a16="http://schemas.microsoft.com/office/drawing/2014/main" id="{507F5B92-3BCC-4B01-9017-D65F87B2C90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5694" name="グループ化 65693">
                  <a:extLst>
                    <a:ext uri="{FF2B5EF4-FFF2-40B4-BE49-F238E27FC236}">
                      <a16:creationId xmlns:a16="http://schemas.microsoft.com/office/drawing/2014/main" id="{805E7A19-77C9-4FD5-A3F4-02C384B5B44F}"/>
                    </a:ext>
                  </a:extLst>
                </p:cNvPr>
                <p:cNvGrpSpPr/>
                <p:nvPr/>
              </p:nvGrpSpPr>
              <p:grpSpPr>
                <a:xfrm rot="10800000">
                  <a:off x="6299066" y="5399456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5695" name="グループ化 65694">
                    <a:extLst>
                      <a:ext uri="{FF2B5EF4-FFF2-40B4-BE49-F238E27FC236}">
                        <a16:creationId xmlns:a16="http://schemas.microsoft.com/office/drawing/2014/main" id="{DE5100A2-174A-48DB-8DB7-562624C93C25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743" name="直線コネクタ 65742">
                      <a:extLst>
                        <a:ext uri="{FF2B5EF4-FFF2-40B4-BE49-F238E27FC236}">
                          <a16:creationId xmlns:a16="http://schemas.microsoft.com/office/drawing/2014/main" id="{E19593D7-6A7A-4416-A118-2511776EB3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4" name="直線コネクタ 65743">
                      <a:extLst>
                        <a:ext uri="{FF2B5EF4-FFF2-40B4-BE49-F238E27FC236}">
                          <a16:creationId xmlns:a16="http://schemas.microsoft.com/office/drawing/2014/main" id="{7899147B-6EF5-43C5-8871-12BE6F3417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5" name="直線コネクタ 65744">
                      <a:extLst>
                        <a:ext uri="{FF2B5EF4-FFF2-40B4-BE49-F238E27FC236}">
                          <a16:creationId xmlns:a16="http://schemas.microsoft.com/office/drawing/2014/main" id="{A0B60246-3C1D-462D-A979-5E40FF336C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6" name="直線コネクタ 65745">
                      <a:extLst>
                        <a:ext uri="{FF2B5EF4-FFF2-40B4-BE49-F238E27FC236}">
                          <a16:creationId xmlns:a16="http://schemas.microsoft.com/office/drawing/2014/main" id="{276AF595-5F70-46A5-AC5A-ED18D310A1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7" name="直線コネクタ 65746">
                      <a:extLst>
                        <a:ext uri="{FF2B5EF4-FFF2-40B4-BE49-F238E27FC236}">
                          <a16:creationId xmlns:a16="http://schemas.microsoft.com/office/drawing/2014/main" id="{C62AA231-FE5C-4E0F-AD8E-948BA8E5842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8" name="直線コネクタ 65747">
                      <a:extLst>
                        <a:ext uri="{FF2B5EF4-FFF2-40B4-BE49-F238E27FC236}">
                          <a16:creationId xmlns:a16="http://schemas.microsoft.com/office/drawing/2014/main" id="{571C2644-1AF0-4D14-BC44-353F994D23F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9" name="直線コネクタ 65748">
                      <a:extLst>
                        <a:ext uri="{FF2B5EF4-FFF2-40B4-BE49-F238E27FC236}">
                          <a16:creationId xmlns:a16="http://schemas.microsoft.com/office/drawing/2014/main" id="{9F0F1B87-F51B-4E78-9633-73DAAD3060B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0" name="直線コネクタ 65749">
                      <a:extLst>
                        <a:ext uri="{FF2B5EF4-FFF2-40B4-BE49-F238E27FC236}">
                          <a16:creationId xmlns:a16="http://schemas.microsoft.com/office/drawing/2014/main" id="{0CB25BE6-A908-4E65-BB40-27024AA3EC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1" name="直線コネクタ 65750">
                      <a:extLst>
                        <a:ext uri="{FF2B5EF4-FFF2-40B4-BE49-F238E27FC236}">
                          <a16:creationId xmlns:a16="http://schemas.microsoft.com/office/drawing/2014/main" id="{E2BE4AD6-390A-4411-8589-A0611F30ED1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2" name="直線コネクタ 65751">
                      <a:extLst>
                        <a:ext uri="{FF2B5EF4-FFF2-40B4-BE49-F238E27FC236}">
                          <a16:creationId xmlns:a16="http://schemas.microsoft.com/office/drawing/2014/main" id="{2B6AD89A-49AA-4E53-B312-AD5A473263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3" name="直線コネクタ 65752">
                      <a:extLst>
                        <a:ext uri="{FF2B5EF4-FFF2-40B4-BE49-F238E27FC236}">
                          <a16:creationId xmlns:a16="http://schemas.microsoft.com/office/drawing/2014/main" id="{F13FBA9D-DB5C-44FC-A151-C5ACE89263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4" name="直線コネクタ 65753">
                      <a:extLst>
                        <a:ext uri="{FF2B5EF4-FFF2-40B4-BE49-F238E27FC236}">
                          <a16:creationId xmlns:a16="http://schemas.microsoft.com/office/drawing/2014/main" id="{4EF45449-979D-48C0-A32A-E58219FEFBD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5" name="直線コネクタ 65754">
                      <a:extLst>
                        <a:ext uri="{FF2B5EF4-FFF2-40B4-BE49-F238E27FC236}">
                          <a16:creationId xmlns:a16="http://schemas.microsoft.com/office/drawing/2014/main" id="{E9E501A6-9868-4C8A-B4E7-07718F88402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6" name="直線コネクタ 65755">
                      <a:extLst>
                        <a:ext uri="{FF2B5EF4-FFF2-40B4-BE49-F238E27FC236}">
                          <a16:creationId xmlns:a16="http://schemas.microsoft.com/office/drawing/2014/main" id="{EF71B05C-5436-4878-931B-631B78E076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7" name="直線コネクタ 65756">
                      <a:extLst>
                        <a:ext uri="{FF2B5EF4-FFF2-40B4-BE49-F238E27FC236}">
                          <a16:creationId xmlns:a16="http://schemas.microsoft.com/office/drawing/2014/main" id="{5B66CAAA-37D5-4F7B-B4B3-B081B36478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8" name="直線コネクタ 65757">
                      <a:extLst>
                        <a:ext uri="{FF2B5EF4-FFF2-40B4-BE49-F238E27FC236}">
                          <a16:creationId xmlns:a16="http://schemas.microsoft.com/office/drawing/2014/main" id="{1AB5DAE5-18B0-4659-86F1-29E07D228ED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59" name="直線コネクタ 65758">
                      <a:extLst>
                        <a:ext uri="{FF2B5EF4-FFF2-40B4-BE49-F238E27FC236}">
                          <a16:creationId xmlns:a16="http://schemas.microsoft.com/office/drawing/2014/main" id="{8A45201D-1471-4895-8EB3-18CF4C932BA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0" name="直線コネクタ 65759">
                      <a:extLst>
                        <a:ext uri="{FF2B5EF4-FFF2-40B4-BE49-F238E27FC236}">
                          <a16:creationId xmlns:a16="http://schemas.microsoft.com/office/drawing/2014/main" id="{F0DCAE04-F7B7-43A6-91F1-8BC43627623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1" name="直線コネクタ 65760">
                      <a:extLst>
                        <a:ext uri="{FF2B5EF4-FFF2-40B4-BE49-F238E27FC236}">
                          <a16:creationId xmlns:a16="http://schemas.microsoft.com/office/drawing/2014/main" id="{26B1028E-9C91-48B5-83C2-65F482C268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2" name="直線コネクタ 65761">
                      <a:extLst>
                        <a:ext uri="{FF2B5EF4-FFF2-40B4-BE49-F238E27FC236}">
                          <a16:creationId xmlns:a16="http://schemas.microsoft.com/office/drawing/2014/main" id="{19272D06-2E42-4336-A13E-257D7F01CE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3" name="直線コネクタ 65762">
                      <a:extLst>
                        <a:ext uri="{FF2B5EF4-FFF2-40B4-BE49-F238E27FC236}">
                          <a16:creationId xmlns:a16="http://schemas.microsoft.com/office/drawing/2014/main" id="{C2D5981C-E444-43A5-97AB-428C71621E7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4" name="直線コネクタ 65763">
                      <a:extLst>
                        <a:ext uri="{FF2B5EF4-FFF2-40B4-BE49-F238E27FC236}">
                          <a16:creationId xmlns:a16="http://schemas.microsoft.com/office/drawing/2014/main" id="{72EFAB32-77C7-44D3-BF37-FB0AA02623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5" name="直線コネクタ 65764">
                      <a:extLst>
                        <a:ext uri="{FF2B5EF4-FFF2-40B4-BE49-F238E27FC236}">
                          <a16:creationId xmlns:a16="http://schemas.microsoft.com/office/drawing/2014/main" id="{6CDE6E91-D919-4299-8158-3BDFA7D09C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6" name="直線コネクタ 65765">
                      <a:extLst>
                        <a:ext uri="{FF2B5EF4-FFF2-40B4-BE49-F238E27FC236}">
                          <a16:creationId xmlns:a16="http://schemas.microsoft.com/office/drawing/2014/main" id="{1BDA5605-456C-4AB1-A0E8-226750FB95B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7" name="直線コネクタ 65766">
                      <a:extLst>
                        <a:ext uri="{FF2B5EF4-FFF2-40B4-BE49-F238E27FC236}">
                          <a16:creationId xmlns:a16="http://schemas.microsoft.com/office/drawing/2014/main" id="{59F9FE0D-D6C8-4B7B-96A3-48A3FDAB48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8" name="直線コネクタ 65767">
                      <a:extLst>
                        <a:ext uri="{FF2B5EF4-FFF2-40B4-BE49-F238E27FC236}">
                          <a16:creationId xmlns:a16="http://schemas.microsoft.com/office/drawing/2014/main" id="{ED8EBA4F-420C-4850-80DB-EE2CC65E5A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69" name="直線コネクタ 65768">
                      <a:extLst>
                        <a:ext uri="{FF2B5EF4-FFF2-40B4-BE49-F238E27FC236}">
                          <a16:creationId xmlns:a16="http://schemas.microsoft.com/office/drawing/2014/main" id="{36B37D9A-AA6E-4BAB-9D9D-EF1E1AAFB6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0" name="直線コネクタ 65769">
                      <a:extLst>
                        <a:ext uri="{FF2B5EF4-FFF2-40B4-BE49-F238E27FC236}">
                          <a16:creationId xmlns:a16="http://schemas.microsoft.com/office/drawing/2014/main" id="{E14901FD-A88A-4AE5-A088-83776C663D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1" name="直線コネクタ 65770">
                      <a:extLst>
                        <a:ext uri="{FF2B5EF4-FFF2-40B4-BE49-F238E27FC236}">
                          <a16:creationId xmlns:a16="http://schemas.microsoft.com/office/drawing/2014/main" id="{48340F66-1FB7-458C-B4C6-AAE07B92E2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2" name="直線コネクタ 65771">
                      <a:extLst>
                        <a:ext uri="{FF2B5EF4-FFF2-40B4-BE49-F238E27FC236}">
                          <a16:creationId xmlns:a16="http://schemas.microsoft.com/office/drawing/2014/main" id="{C1BC880C-1D2C-4ABC-A5D7-B2333DB5D4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3" name="直線コネクタ 65772">
                      <a:extLst>
                        <a:ext uri="{FF2B5EF4-FFF2-40B4-BE49-F238E27FC236}">
                          <a16:creationId xmlns:a16="http://schemas.microsoft.com/office/drawing/2014/main" id="{481DAB0A-57ED-47E9-B90C-2936000B7D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4" name="直線コネクタ 65773">
                      <a:extLst>
                        <a:ext uri="{FF2B5EF4-FFF2-40B4-BE49-F238E27FC236}">
                          <a16:creationId xmlns:a16="http://schemas.microsoft.com/office/drawing/2014/main" id="{95A7CFA7-3C3F-459E-A2C9-5CC44F54390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5" name="直線コネクタ 65774">
                      <a:extLst>
                        <a:ext uri="{FF2B5EF4-FFF2-40B4-BE49-F238E27FC236}">
                          <a16:creationId xmlns:a16="http://schemas.microsoft.com/office/drawing/2014/main" id="{ED61FD6A-74B7-4A51-9251-A2E0473CFD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6" name="直線コネクタ 65775">
                      <a:extLst>
                        <a:ext uri="{FF2B5EF4-FFF2-40B4-BE49-F238E27FC236}">
                          <a16:creationId xmlns:a16="http://schemas.microsoft.com/office/drawing/2014/main" id="{62F74E49-A8E9-4A0B-904C-14C29C8196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7" name="直線コネクタ 65776">
                      <a:extLst>
                        <a:ext uri="{FF2B5EF4-FFF2-40B4-BE49-F238E27FC236}">
                          <a16:creationId xmlns:a16="http://schemas.microsoft.com/office/drawing/2014/main" id="{C74282DC-2FBA-45A4-A3B2-53FC6C6857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8" name="直線コネクタ 65777">
                      <a:extLst>
                        <a:ext uri="{FF2B5EF4-FFF2-40B4-BE49-F238E27FC236}">
                          <a16:creationId xmlns:a16="http://schemas.microsoft.com/office/drawing/2014/main" id="{F758C3D7-BEE2-401E-9687-753B593A0B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79" name="直線コネクタ 65778">
                      <a:extLst>
                        <a:ext uri="{FF2B5EF4-FFF2-40B4-BE49-F238E27FC236}">
                          <a16:creationId xmlns:a16="http://schemas.microsoft.com/office/drawing/2014/main" id="{2E5118B7-0765-4F02-AC8E-4EAA3FD302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0" name="直線コネクタ 65779">
                      <a:extLst>
                        <a:ext uri="{FF2B5EF4-FFF2-40B4-BE49-F238E27FC236}">
                          <a16:creationId xmlns:a16="http://schemas.microsoft.com/office/drawing/2014/main" id="{99E9E26F-0EC9-4268-AD4A-320465CF51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1" name="直線コネクタ 65780">
                      <a:extLst>
                        <a:ext uri="{FF2B5EF4-FFF2-40B4-BE49-F238E27FC236}">
                          <a16:creationId xmlns:a16="http://schemas.microsoft.com/office/drawing/2014/main" id="{FEF7F09F-5CF7-460A-A9C2-A55B4555D02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2" name="直線コネクタ 65781">
                      <a:extLst>
                        <a:ext uri="{FF2B5EF4-FFF2-40B4-BE49-F238E27FC236}">
                          <a16:creationId xmlns:a16="http://schemas.microsoft.com/office/drawing/2014/main" id="{01311E55-A4B8-4F07-8335-94A07353A6E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3" name="直線コネクタ 65782">
                      <a:extLst>
                        <a:ext uri="{FF2B5EF4-FFF2-40B4-BE49-F238E27FC236}">
                          <a16:creationId xmlns:a16="http://schemas.microsoft.com/office/drawing/2014/main" id="{74048C33-F301-48BF-A88E-90042018A3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4" name="直線コネクタ 65783">
                      <a:extLst>
                        <a:ext uri="{FF2B5EF4-FFF2-40B4-BE49-F238E27FC236}">
                          <a16:creationId xmlns:a16="http://schemas.microsoft.com/office/drawing/2014/main" id="{7D158A58-684D-42FC-9AD9-AB73E0AD729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5" name="直線コネクタ 65784">
                      <a:extLst>
                        <a:ext uri="{FF2B5EF4-FFF2-40B4-BE49-F238E27FC236}">
                          <a16:creationId xmlns:a16="http://schemas.microsoft.com/office/drawing/2014/main" id="{0ACBA13A-9302-4DF6-AFB4-C3251174182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6" name="直線コネクタ 65785">
                      <a:extLst>
                        <a:ext uri="{FF2B5EF4-FFF2-40B4-BE49-F238E27FC236}">
                          <a16:creationId xmlns:a16="http://schemas.microsoft.com/office/drawing/2014/main" id="{58440600-68C9-4DC9-9247-222F4129DBA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7" name="直線コネクタ 65786">
                      <a:extLst>
                        <a:ext uri="{FF2B5EF4-FFF2-40B4-BE49-F238E27FC236}">
                          <a16:creationId xmlns:a16="http://schemas.microsoft.com/office/drawing/2014/main" id="{62B89CEC-2F0D-492D-B0A4-B6DCF16694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88" name="直線コネクタ 65787">
                      <a:extLst>
                        <a:ext uri="{FF2B5EF4-FFF2-40B4-BE49-F238E27FC236}">
                          <a16:creationId xmlns:a16="http://schemas.microsoft.com/office/drawing/2014/main" id="{D7400DE5-C4EC-4F9C-B16F-D6CBBDEAA1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696" name="グループ化 65695">
                    <a:extLst>
                      <a:ext uri="{FF2B5EF4-FFF2-40B4-BE49-F238E27FC236}">
                        <a16:creationId xmlns:a16="http://schemas.microsoft.com/office/drawing/2014/main" id="{9F925ECD-766A-4B39-BE41-7D7568697220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697" name="直線コネクタ 65696">
                      <a:extLst>
                        <a:ext uri="{FF2B5EF4-FFF2-40B4-BE49-F238E27FC236}">
                          <a16:creationId xmlns:a16="http://schemas.microsoft.com/office/drawing/2014/main" id="{F8E91438-AAED-499C-A41E-1EFE0355631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98" name="直線コネクタ 65697">
                      <a:extLst>
                        <a:ext uri="{FF2B5EF4-FFF2-40B4-BE49-F238E27FC236}">
                          <a16:creationId xmlns:a16="http://schemas.microsoft.com/office/drawing/2014/main" id="{46B7A368-D888-4B06-8EBA-E273BF9DFB1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99" name="直線コネクタ 65698">
                      <a:extLst>
                        <a:ext uri="{FF2B5EF4-FFF2-40B4-BE49-F238E27FC236}">
                          <a16:creationId xmlns:a16="http://schemas.microsoft.com/office/drawing/2014/main" id="{D550696B-7A6B-47CB-8F5D-C85AB0A10D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0" name="直線コネクタ 65699">
                      <a:extLst>
                        <a:ext uri="{FF2B5EF4-FFF2-40B4-BE49-F238E27FC236}">
                          <a16:creationId xmlns:a16="http://schemas.microsoft.com/office/drawing/2014/main" id="{10566539-F1E1-4746-860E-9821D72784D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1" name="直線コネクタ 65700">
                      <a:extLst>
                        <a:ext uri="{FF2B5EF4-FFF2-40B4-BE49-F238E27FC236}">
                          <a16:creationId xmlns:a16="http://schemas.microsoft.com/office/drawing/2014/main" id="{E7D81593-415D-4103-8238-428540F9F9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2" name="直線コネクタ 65701">
                      <a:extLst>
                        <a:ext uri="{FF2B5EF4-FFF2-40B4-BE49-F238E27FC236}">
                          <a16:creationId xmlns:a16="http://schemas.microsoft.com/office/drawing/2014/main" id="{4E8D2A23-89F1-4E6B-88F4-11F3B3B0AF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3" name="直線コネクタ 65702">
                      <a:extLst>
                        <a:ext uri="{FF2B5EF4-FFF2-40B4-BE49-F238E27FC236}">
                          <a16:creationId xmlns:a16="http://schemas.microsoft.com/office/drawing/2014/main" id="{3DA64159-1723-4251-91F5-5FC29BB796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4" name="直線コネクタ 65703">
                      <a:extLst>
                        <a:ext uri="{FF2B5EF4-FFF2-40B4-BE49-F238E27FC236}">
                          <a16:creationId xmlns:a16="http://schemas.microsoft.com/office/drawing/2014/main" id="{23842CA6-0A5F-46A1-977A-BD2AFBB342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5" name="直線コネクタ 65704">
                      <a:extLst>
                        <a:ext uri="{FF2B5EF4-FFF2-40B4-BE49-F238E27FC236}">
                          <a16:creationId xmlns:a16="http://schemas.microsoft.com/office/drawing/2014/main" id="{5BDAA377-6739-49AA-9FB0-4F1A464066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6" name="直線コネクタ 65705">
                      <a:extLst>
                        <a:ext uri="{FF2B5EF4-FFF2-40B4-BE49-F238E27FC236}">
                          <a16:creationId xmlns:a16="http://schemas.microsoft.com/office/drawing/2014/main" id="{4D7D1024-02C5-4A2C-B909-CAF8BC5990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7" name="直線コネクタ 65706">
                      <a:extLst>
                        <a:ext uri="{FF2B5EF4-FFF2-40B4-BE49-F238E27FC236}">
                          <a16:creationId xmlns:a16="http://schemas.microsoft.com/office/drawing/2014/main" id="{4FD6EAFA-3A3C-4528-82B5-9B6F787DC9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8" name="直線コネクタ 65707">
                      <a:extLst>
                        <a:ext uri="{FF2B5EF4-FFF2-40B4-BE49-F238E27FC236}">
                          <a16:creationId xmlns:a16="http://schemas.microsoft.com/office/drawing/2014/main" id="{2388DC4C-203F-45E5-BFEC-AA692F9B35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09" name="直線コネクタ 65708">
                      <a:extLst>
                        <a:ext uri="{FF2B5EF4-FFF2-40B4-BE49-F238E27FC236}">
                          <a16:creationId xmlns:a16="http://schemas.microsoft.com/office/drawing/2014/main" id="{0252F20E-A337-4376-AB1A-13B25823CD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0" name="直線コネクタ 65709">
                      <a:extLst>
                        <a:ext uri="{FF2B5EF4-FFF2-40B4-BE49-F238E27FC236}">
                          <a16:creationId xmlns:a16="http://schemas.microsoft.com/office/drawing/2014/main" id="{AEF77F85-70B7-4254-9BA9-5F0C450679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1" name="直線コネクタ 65710">
                      <a:extLst>
                        <a:ext uri="{FF2B5EF4-FFF2-40B4-BE49-F238E27FC236}">
                          <a16:creationId xmlns:a16="http://schemas.microsoft.com/office/drawing/2014/main" id="{C343BDC7-302F-4009-83A5-1F4B758FF0C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2" name="直線コネクタ 65711">
                      <a:extLst>
                        <a:ext uri="{FF2B5EF4-FFF2-40B4-BE49-F238E27FC236}">
                          <a16:creationId xmlns:a16="http://schemas.microsoft.com/office/drawing/2014/main" id="{D465D4A2-7F58-4F61-9EA2-4735F8E5332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3" name="直線コネクタ 65712">
                      <a:extLst>
                        <a:ext uri="{FF2B5EF4-FFF2-40B4-BE49-F238E27FC236}">
                          <a16:creationId xmlns:a16="http://schemas.microsoft.com/office/drawing/2014/main" id="{75C3BB02-5C1A-4DEE-B3F5-0D3F79AEA5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4" name="直線コネクタ 65713">
                      <a:extLst>
                        <a:ext uri="{FF2B5EF4-FFF2-40B4-BE49-F238E27FC236}">
                          <a16:creationId xmlns:a16="http://schemas.microsoft.com/office/drawing/2014/main" id="{E1622406-10B1-47A5-ABF8-A491A8329B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5" name="直線コネクタ 65714">
                      <a:extLst>
                        <a:ext uri="{FF2B5EF4-FFF2-40B4-BE49-F238E27FC236}">
                          <a16:creationId xmlns:a16="http://schemas.microsoft.com/office/drawing/2014/main" id="{5F4438AB-F11D-4A4E-96FC-3D213F9459C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6" name="直線コネクタ 65715">
                      <a:extLst>
                        <a:ext uri="{FF2B5EF4-FFF2-40B4-BE49-F238E27FC236}">
                          <a16:creationId xmlns:a16="http://schemas.microsoft.com/office/drawing/2014/main" id="{630FB21A-C6E9-49BD-9047-DB9ED28152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7" name="直線コネクタ 65716">
                      <a:extLst>
                        <a:ext uri="{FF2B5EF4-FFF2-40B4-BE49-F238E27FC236}">
                          <a16:creationId xmlns:a16="http://schemas.microsoft.com/office/drawing/2014/main" id="{7FFE092B-2366-4999-ACCF-98822AC5C1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8" name="直線コネクタ 65717">
                      <a:extLst>
                        <a:ext uri="{FF2B5EF4-FFF2-40B4-BE49-F238E27FC236}">
                          <a16:creationId xmlns:a16="http://schemas.microsoft.com/office/drawing/2014/main" id="{C685D36A-C40E-4330-B713-C62A89CEDE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19" name="直線コネクタ 65718">
                      <a:extLst>
                        <a:ext uri="{FF2B5EF4-FFF2-40B4-BE49-F238E27FC236}">
                          <a16:creationId xmlns:a16="http://schemas.microsoft.com/office/drawing/2014/main" id="{7E860E4A-8254-46CA-9E90-877D2F3F2F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0" name="直線コネクタ 65719">
                      <a:extLst>
                        <a:ext uri="{FF2B5EF4-FFF2-40B4-BE49-F238E27FC236}">
                          <a16:creationId xmlns:a16="http://schemas.microsoft.com/office/drawing/2014/main" id="{71A268E9-B22B-4131-A604-C33C147C7EB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1" name="直線コネクタ 65720">
                      <a:extLst>
                        <a:ext uri="{FF2B5EF4-FFF2-40B4-BE49-F238E27FC236}">
                          <a16:creationId xmlns:a16="http://schemas.microsoft.com/office/drawing/2014/main" id="{B985BF16-E043-4A0E-BF16-8691E9C25A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2" name="直線コネクタ 65721">
                      <a:extLst>
                        <a:ext uri="{FF2B5EF4-FFF2-40B4-BE49-F238E27FC236}">
                          <a16:creationId xmlns:a16="http://schemas.microsoft.com/office/drawing/2014/main" id="{396CFE65-159C-4BFC-8CFB-D214E6B5FC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3" name="直線コネクタ 65722">
                      <a:extLst>
                        <a:ext uri="{FF2B5EF4-FFF2-40B4-BE49-F238E27FC236}">
                          <a16:creationId xmlns:a16="http://schemas.microsoft.com/office/drawing/2014/main" id="{E7B4DB05-3B4B-43D2-8CE0-8C1E40FB1E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4" name="直線コネクタ 65723">
                      <a:extLst>
                        <a:ext uri="{FF2B5EF4-FFF2-40B4-BE49-F238E27FC236}">
                          <a16:creationId xmlns:a16="http://schemas.microsoft.com/office/drawing/2014/main" id="{73024A18-3639-4432-8E92-F43401F9CD1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5" name="直線コネクタ 65724">
                      <a:extLst>
                        <a:ext uri="{FF2B5EF4-FFF2-40B4-BE49-F238E27FC236}">
                          <a16:creationId xmlns:a16="http://schemas.microsoft.com/office/drawing/2014/main" id="{75D6FF02-A31B-4C96-90F3-E51AE3AA56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6" name="直線コネクタ 65725">
                      <a:extLst>
                        <a:ext uri="{FF2B5EF4-FFF2-40B4-BE49-F238E27FC236}">
                          <a16:creationId xmlns:a16="http://schemas.microsoft.com/office/drawing/2014/main" id="{A21C8494-46E5-4713-8D99-C8D22429EDD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7" name="直線コネクタ 65726">
                      <a:extLst>
                        <a:ext uri="{FF2B5EF4-FFF2-40B4-BE49-F238E27FC236}">
                          <a16:creationId xmlns:a16="http://schemas.microsoft.com/office/drawing/2014/main" id="{1BE60379-C972-4B0D-94E5-5A5C5820A3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8" name="直線コネクタ 65727">
                      <a:extLst>
                        <a:ext uri="{FF2B5EF4-FFF2-40B4-BE49-F238E27FC236}">
                          <a16:creationId xmlns:a16="http://schemas.microsoft.com/office/drawing/2014/main" id="{CE6ABAD0-FD95-4F04-90C8-15D1737F3D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29" name="直線コネクタ 65728">
                      <a:extLst>
                        <a:ext uri="{FF2B5EF4-FFF2-40B4-BE49-F238E27FC236}">
                          <a16:creationId xmlns:a16="http://schemas.microsoft.com/office/drawing/2014/main" id="{5C142A6B-E3AB-40E3-AB18-25964A0510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0" name="直線コネクタ 65729">
                      <a:extLst>
                        <a:ext uri="{FF2B5EF4-FFF2-40B4-BE49-F238E27FC236}">
                          <a16:creationId xmlns:a16="http://schemas.microsoft.com/office/drawing/2014/main" id="{BE19B9A4-6420-48F9-B88F-C37D262F475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1" name="直線コネクタ 65730">
                      <a:extLst>
                        <a:ext uri="{FF2B5EF4-FFF2-40B4-BE49-F238E27FC236}">
                          <a16:creationId xmlns:a16="http://schemas.microsoft.com/office/drawing/2014/main" id="{8186206C-FEC8-400F-8B28-51413838D4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2" name="直線コネクタ 65731">
                      <a:extLst>
                        <a:ext uri="{FF2B5EF4-FFF2-40B4-BE49-F238E27FC236}">
                          <a16:creationId xmlns:a16="http://schemas.microsoft.com/office/drawing/2014/main" id="{4C141F6E-3BA4-4BFC-830D-3306649B9F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3" name="直線コネクタ 65732">
                      <a:extLst>
                        <a:ext uri="{FF2B5EF4-FFF2-40B4-BE49-F238E27FC236}">
                          <a16:creationId xmlns:a16="http://schemas.microsoft.com/office/drawing/2014/main" id="{5B72A2AD-53C6-468E-9BC6-D7B5AD857F3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4" name="直線コネクタ 65733">
                      <a:extLst>
                        <a:ext uri="{FF2B5EF4-FFF2-40B4-BE49-F238E27FC236}">
                          <a16:creationId xmlns:a16="http://schemas.microsoft.com/office/drawing/2014/main" id="{792145BE-A5DB-4A0D-B10B-215A6C8B4E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5" name="直線コネクタ 65734">
                      <a:extLst>
                        <a:ext uri="{FF2B5EF4-FFF2-40B4-BE49-F238E27FC236}">
                          <a16:creationId xmlns:a16="http://schemas.microsoft.com/office/drawing/2014/main" id="{4FE07234-8FE1-4E2A-B3CE-CB018A33933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6" name="直線コネクタ 65735">
                      <a:extLst>
                        <a:ext uri="{FF2B5EF4-FFF2-40B4-BE49-F238E27FC236}">
                          <a16:creationId xmlns:a16="http://schemas.microsoft.com/office/drawing/2014/main" id="{5FD660EB-F065-490A-8152-AA86443A91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7" name="直線コネクタ 65736">
                      <a:extLst>
                        <a:ext uri="{FF2B5EF4-FFF2-40B4-BE49-F238E27FC236}">
                          <a16:creationId xmlns:a16="http://schemas.microsoft.com/office/drawing/2014/main" id="{7B5DA79D-9DB6-44C7-BC1C-3FBA928BEE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8" name="直線コネクタ 65737">
                      <a:extLst>
                        <a:ext uri="{FF2B5EF4-FFF2-40B4-BE49-F238E27FC236}">
                          <a16:creationId xmlns:a16="http://schemas.microsoft.com/office/drawing/2014/main" id="{BC18F60C-A4FD-4938-AE16-59609E3906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39" name="直線コネクタ 65738">
                      <a:extLst>
                        <a:ext uri="{FF2B5EF4-FFF2-40B4-BE49-F238E27FC236}">
                          <a16:creationId xmlns:a16="http://schemas.microsoft.com/office/drawing/2014/main" id="{F112778A-B383-459D-A086-4FC5C1CFF3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0" name="直線コネクタ 65739">
                      <a:extLst>
                        <a:ext uri="{FF2B5EF4-FFF2-40B4-BE49-F238E27FC236}">
                          <a16:creationId xmlns:a16="http://schemas.microsoft.com/office/drawing/2014/main" id="{22DB9859-39FA-4978-8EE7-B1EC901A631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1" name="直線コネクタ 65740">
                      <a:extLst>
                        <a:ext uri="{FF2B5EF4-FFF2-40B4-BE49-F238E27FC236}">
                          <a16:creationId xmlns:a16="http://schemas.microsoft.com/office/drawing/2014/main" id="{AFCADAC1-C488-43EA-8533-969F0711BF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742" name="直線コネクタ 65741">
                      <a:extLst>
                        <a:ext uri="{FF2B5EF4-FFF2-40B4-BE49-F238E27FC236}">
                          <a16:creationId xmlns:a16="http://schemas.microsoft.com/office/drawing/2014/main" id="{0A17F1F0-7A8F-4A3C-82E0-46F70AFB58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49857" name="グループ化 49856">
                <a:extLst>
                  <a:ext uri="{FF2B5EF4-FFF2-40B4-BE49-F238E27FC236}">
                    <a16:creationId xmlns:a16="http://schemas.microsoft.com/office/drawing/2014/main" id="{794B3187-CB11-4A32-A4F8-FC29C06416AA}"/>
                  </a:ext>
                </a:extLst>
              </p:cNvPr>
              <p:cNvGrpSpPr/>
              <p:nvPr/>
            </p:nvGrpSpPr>
            <p:grpSpPr>
              <a:xfrm rot="5400000">
                <a:off x="3600152" y="5399031"/>
                <a:ext cx="3600000" cy="3600000"/>
                <a:chOff x="5399185" y="3599456"/>
                <a:chExt cx="3600000" cy="3600000"/>
              </a:xfrm>
            </p:grpSpPr>
            <p:grpSp>
              <p:nvGrpSpPr>
                <p:cNvPr id="65311" name="グループ化 65310">
                  <a:extLst>
                    <a:ext uri="{FF2B5EF4-FFF2-40B4-BE49-F238E27FC236}">
                      <a16:creationId xmlns:a16="http://schemas.microsoft.com/office/drawing/2014/main" id="{E2A82377-7604-4BFC-921D-D3AB28A009B5}"/>
                    </a:ext>
                  </a:extLst>
                </p:cNvPr>
                <p:cNvGrpSpPr/>
                <p:nvPr/>
              </p:nvGrpSpPr>
              <p:grpSpPr>
                <a:xfrm>
                  <a:off x="5399185" y="4498979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5597" name="グループ化 65596">
                    <a:extLst>
                      <a:ext uri="{FF2B5EF4-FFF2-40B4-BE49-F238E27FC236}">
                        <a16:creationId xmlns:a16="http://schemas.microsoft.com/office/drawing/2014/main" id="{B4DB95A8-03F3-46B5-BBBF-15A25FB13405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645" name="直線コネクタ 65644">
                      <a:extLst>
                        <a:ext uri="{FF2B5EF4-FFF2-40B4-BE49-F238E27FC236}">
                          <a16:creationId xmlns:a16="http://schemas.microsoft.com/office/drawing/2014/main" id="{1E88C9E7-C9D9-42E0-8FEE-D3F8D61318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6" name="直線コネクタ 65645">
                      <a:extLst>
                        <a:ext uri="{FF2B5EF4-FFF2-40B4-BE49-F238E27FC236}">
                          <a16:creationId xmlns:a16="http://schemas.microsoft.com/office/drawing/2014/main" id="{B2DA6946-0F2A-45B4-86F9-23769BB191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7" name="直線コネクタ 65646">
                      <a:extLst>
                        <a:ext uri="{FF2B5EF4-FFF2-40B4-BE49-F238E27FC236}">
                          <a16:creationId xmlns:a16="http://schemas.microsoft.com/office/drawing/2014/main" id="{26DA5CA8-113E-4496-9851-9A09FCB9A3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8" name="直線コネクタ 65647">
                      <a:extLst>
                        <a:ext uri="{FF2B5EF4-FFF2-40B4-BE49-F238E27FC236}">
                          <a16:creationId xmlns:a16="http://schemas.microsoft.com/office/drawing/2014/main" id="{8213F4F8-8962-4340-9D55-FCEBA08A47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9" name="直線コネクタ 65648">
                      <a:extLst>
                        <a:ext uri="{FF2B5EF4-FFF2-40B4-BE49-F238E27FC236}">
                          <a16:creationId xmlns:a16="http://schemas.microsoft.com/office/drawing/2014/main" id="{7579D5F0-A5F8-4755-BAC8-E6389D54B0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0" name="直線コネクタ 65649">
                      <a:extLst>
                        <a:ext uri="{FF2B5EF4-FFF2-40B4-BE49-F238E27FC236}">
                          <a16:creationId xmlns:a16="http://schemas.microsoft.com/office/drawing/2014/main" id="{5D9BA33A-F5C9-4FCC-A7EF-FB3967F627B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1" name="直線コネクタ 65650">
                      <a:extLst>
                        <a:ext uri="{FF2B5EF4-FFF2-40B4-BE49-F238E27FC236}">
                          <a16:creationId xmlns:a16="http://schemas.microsoft.com/office/drawing/2014/main" id="{34B83069-5089-4CC7-8493-28D1A5A31D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2" name="直線コネクタ 65651">
                      <a:extLst>
                        <a:ext uri="{FF2B5EF4-FFF2-40B4-BE49-F238E27FC236}">
                          <a16:creationId xmlns:a16="http://schemas.microsoft.com/office/drawing/2014/main" id="{DD9E36DC-0527-40D5-9E26-FFC204657F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3" name="直線コネクタ 65652">
                      <a:extLst>
                        <a:ext uri="{FF2B5EF4-FFF2-40B4-BE49-F238E27FC236}">
                          <a16:creationId xmlns:a16="http://schemas.microsoft.com/office/drawing/2014/main" id="{78992F4B-C637-408E-AD29-398CD09EC25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4" name="直線コネクタ 65653">
                      <a:extLst>
                        <a:ext uri="{FF2B5EF4-FFF2-40B4-BE49-F238E27FC236}">
                          <a16:creationId xmlns:a16="http://schemas.microsoft.com/office/drawing/2014/main" id="{823BD4A0-0E44-458F-8740-A23892BD36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5" name="直線コネクタ 65654">
                      <a:extLst>
                        <a:ext uri="{FF2B5EF4-FFF2-40B4-BE49-F238E27FC236}">
                          <a16:creationId xmlns:a16="http://schemas.microsoft.com/office/drawing/2014/main" id="{22115834-B53F-4D6F-8F19-6BFD90E3E0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6" name="直線コネクタ 65655">
                      <a:extLst>
                        <a:ext uri="{FF2B5EF4-FFF2-40B4-BE49-F238E27FC236}">
                          <a16:creationId xmlns:a16="http://schemas.microsoft.com/office/drawing/2014/main" id="{DC9A3048-D6CF-4552-AD5C-E913D502D2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7" name="直線コネクタ 65656">
                      <a:extLst>
                        <a:ext uri="{FF2B5EF4-FFF2-40B4-BE49-F238E27FC236}">
                          <a16:creationId xmlns:a16="http://schemas.microsoft.com/office/drawing/2014/main" id="{4ACFD003-D4A9-4CBE-B412-6BB1D768CA2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8" name="直線コネクタ 65657">
                      <a:extLst>
                        <a:ext uri="{FF2B5EF4-FFF2-40B4-BE49-F238E27FC236}">
                          <a16:creationId xmlns:a16="http://schemas.microsoft.com/office/drawing/2014/main" id="{57FB2C3F-B09D-4AB0-A8BF-BF7AA1BE5EF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59" name="直線コネクタ 65658">
                      <a:extLst>
                        <a:ext uri="{FF2B5EF4-FFF2-40B4-BE49-F238E27FC236}">
                          <a16:creationId xmlns:a16="http://schemas.microsoft.com/office/drawing/2014/main" id="{62B8E51E-82E1-4DF0-848C-0379AF80C4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0" name="直線コネクタ 65659">
                      <a:extLst>
                        <a:ext uri="{FF2B5EF4-FFF2-40B4-BE49-F238E27FC236}">
                          <a16:creationId xmlns:a16="http://schemas.microsoft.com/office/drawing/2014/main" id="{4ACA94B2-36AA-4A80-8A0E-0B26915FFA9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1" name="直線コネクタ 65660">
                      <a:extLst>
                        <a:ext uri="{FF2B5EF4-FFF2-40B4-BE49-F238E27FC236}">
                          <a16:creationId xmlns:a16="http://schemas.microsoft.com/office/drawing/2014/main" id="{87294D2E-83CA-476F-8F6C-6115116C169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2" name="直線コネクタ 65661">
                      <a:extLst>
                        <a:ext uri="{FF2B5EF4-FFF2-40B4-BE49-F238E27FC236}">
                          <a16:creationId xmlns:a16="http://schemas.microsoft.com/office/drawing/2014/main" id="{CBAE76FF-8592-4BAF-85D6-3FC52DF7FF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3" name="直線コネクタ 65662">
                      <a:extLst>
                        <a:ext uri="{FF2B5EF4-FFF2-40B4-BE49-F238E27FC236}">
                          <a16:creationId xmlns:a16="http://schemas.microsoft.com/office/drawing/2014/main" id="{EEF93573-9A10-4258-8BC2-30FA0301AE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4" name="直線コネクタ 65663">
                      <a:extLst>
                        <a:ext uri="{FF2B5EF4-FFF2-40B4-BE49-F238E27FC236}">
                          <a16:creationId xmlns:a16="http://schemas.microsoft.com/office/drawing/2014/main" id="{E80266A0-E2A6-4889-8D4C-AA70DC8BB5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5" name="直線コネクタ 65664">
                      <a:extLst>
                        <a:ext uri="{FF2B5EF4-FFF2-40B4-BE49-F238E27FC236}">
                          <a16:creationId xmlns:a16="http://schemas.microsoft.com/office/drawing/2014/main" id="{74D91221-05DC-4CE2-9C91-171E4B96368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6" name="直線コネクタ 65665">
                      <a:extLst>
                        <a:ext uri="{FF2B5EF4-FFF2-40B4-BE49-F238E27FC236}">
                          <a16:creationId xmlns:a16="http://schemas.microsoft.com/office/drawing/2014/main" id="{F5B6DD3F-AC59-4BEC-B503-EB655115EA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7" name="直線コネクタ 65666">
                      <a:extLst>
                        <a:ext uri="{FF2B5EF4-FFF2-40B4-BE49-F238E27FC236}">
                          <a16:creationId xmlns:a16="http://schemas.microsoft.com/office/drawing/2014/main" id="{AB46DB10-5C4A-4E67-9A5C-A2E5D0ED68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8" name="直線コネクタ 65667">
                      <a:extLst>
                        <a:ext uri="{FF2B5EF4-FFF2-40B4-BE49-F238E27FC236}">
                          <a16:creationId xmlns:a16="http://schemas.microsoft.com/office/drawing/2014/main" id="{69651ED6-3B38-43E2-A37A-358C8A8B092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69" name="直線コネクタ 65668">
                      <a:extLst>
                        <a:ext uri="{FF2B5EF4-FFF2-40B4-BE49-F238E27FC236}">
                          <a16:creationId xmlns:a16="http://schemas.microsoft.com/office/drawing/2014/main" id="{A9674205-BFF6-4942-8554-1A472D9E23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0" name="直線コネクタ 65669">
                      <a:extLst>
                        <a:ext uri="{FF2B5EF4-FFF2-40B4-BE49-F238E27FC236}">
                          <a16:creationId xmlns:a16="http://schemas.microsoft.com/office/drawing/2014/main" id="{EFEA2CB7-9741-4561-9000-ADFC061EEB9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1" name="直線コネクタ 65670">
                      <a:extLst>
                        <a:ext uri="{FF2B5EF4-FFF2-40B4-BE49-F238E27FC236}">
                          <a16:creationId xmlns:a16="http://schemas.microsoft.com/office/drawing/2014/main" id="{976129EF-3C29-4E4B-A251-B2E4BD8E40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2" name="直線コネクタ 65671">
                      <a:extLst>
                        <a:ext uri="{FF2B5EF4-FFF2-40B4-BE49-F238E27FC236}">
                          <a16:creationId xmlns:a16="http://schemas.microsoft.com/office/drawing/2014/main" id="{DE0540F7-155D-4A3C-83CA-6BA3A2F670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3" name="直線コネクタ 65672">
                      <a:extLst>
                        <a:ext uri="{FF2B5EF4-FFF2-40B4-BE49-F238E27FC236}">
                          <a16:creationId xmlns:a16="http://schemas.microsoft.com/office/drawing/2014/main" id="{3468088A-02A6-4AFE-9D7E-1844F47AC74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4" name="直線コネクタ 65673">
                      <a:extLst>
                        <a:ext uri="{FF2B5EF4-FFF2-40B4-BE49-F238E27FC236}">
                          <a16:creationId xmlns:a16="http://schemas.microsoft.com/office/drawing/2014/main" id="{772AB7AC-3695-4494-9D23-538DACD6F4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5" name="直線コネクタ 65674">
                      <a:extLst>
                        <a:ext uri="{FF2B5EF4-FFF2-40B4-BE49-F238E27FC236}">
                          <a16:creationId xmlns:a16="http://schemas.microsoft.com/office/drawing/2014/main" id="{C0D039B5-C6D3-4E1E-9BED-4217B25ACBB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6" name="直線コネクタ 65675">
                      <a:extLst>
                        <a:ext uri="{FF2B5EF4-FFF2-40B4-BE49-F238E27FC236}">
                          <a16:creationId xmlns:a16="http://schemas.microsoft.com/office/drawing/2014/main" id="{03BD0985-E614-4A56-A7DB-9C01636950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7" name="直線コネクタ 65676">
                      <a:extLst>
                        <a:ext uri="{FF2B5EF4-FFF2-40B4-BE49-F238E27FC236}">
                          <a16:creationId xmlns:a16="http://schemas.microsoft.com/office/drawing/2014/main" id="{CB2536BC-5493-47F2-A5D6-697B5F3090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8" name="直線コネクタ 65677">
                      <a:extLst>
                        <a:ext uri="{FF2B5EF4-FFF2-40B4-BE49-F238E27FC236}">
                          <a16:creationId xmlns:a16="http://schemas.microsoft.com/office/drawing/2014/main" id="{5498D165-53EC-4B3F-8604-2762C96B890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79" name="直線コネクタ 65678">
                      <a:extLst>
                        <a:ext uri="{FF2B5EF4-FFF2-40B4-BE49-F238E27FC236}">
                          <a16:creationId xmlns:a16="http://schemas.microsoft.com/office/drawing/2014/main" id="{85D8C8B4-7016-4375-8906-2F9803D500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0" name="直線コネクタ 65679">
                      <a:extLst>
                        <a:ext uri="{FF2B5EF4-FFF2-40B4-BE49-F238E27FC236}">
                          <a16:creationId xmlns:a16="http://schemas.microsoft.com/office/drawing/2014/main" id="{76C4B4AD-7438-448C-A5C5-F721CC76FE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1" name="直線コネクタ 65680">
                      <a:extLst>
                        <a:ext uri="{FF2B5EF4-FFF2-40B4-BE49-F238E27FC236}">
                          <a16:creationId xmlns:a16="http://schemas.microsoft.com/office/drawing/2014/main" id="{7E9117C7-B530-4A27-9700-735EF8993E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2" name="直線コネクタ 65681">
                      <a:extLst>
                        <a:ext uri="{FF2B5EF4-FFF2-40B4-BE49-F238E27FC236}">
                          <a16:creationId xmlns:a16="http://schemas.microsoft.com/office/drawing/2014/main" id="{4EC11C85-7FF5-451B-BE7B-8FB6A8599EF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3" name="直線コネクタ 65682">
                      <a:extLst>
                        <a:ext uri="{FF2B5EF4-FFF2-40B4-BE49-F238E27FC236}">
                          <a16:creationId xmlns:a16="http://schemas.microsoft.com/office/drawing/2014/main" id="{13D9CF26-67CB-453B-AD9D-46C7367BE7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4" name="直線コネクタ 65683">
                      <a:extLst>
                        <a:ext uri="{FF2B5EF4-FFF2-40B4-BE49-F238E27FC236}">
                          <a16:creationId xmlns:a16="http://schemas.microsoft.com/office/drawing/2014/main" id="{43D284F7-E2F8-4512-9E96-1063C81209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5" name="直線コネクタ 65684">
                      <a:extLst>
                        <a:ext uri="{FF2B5EF4-FFF2-40B4-BE49-F238E27FC236}">
                          <a16:creationId xmlns:a16="http://schemas.microsoft.com/office/drawing/2014/main" id="{09CAF197-22DD-421C-BABA-300A4BAC6BA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6" name="直線コネクタ 65685">
                      <a:extLst>
                        <a:ext uri="{FF2B5EF4-FFF2-40B4-BE49-F238E27FC236}">
                          <a16:creationId xmlns:a16="http://schemas.microsoft.com/office/drawing/2014/main" id="{F15A19C8-7037-4334-AF7D-D08934175F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7" name="直線コネクタ 65686">
                      <a:extLst>
                        <a:ext uri="{FF2B5EF4-FFF2-40B4-BE49-F238E27FC236}">
                          <a16:creationId xmlns:a16="http://schemas.microsoft.com/office/drawing/2014/main" id="{1C129133-FDD3-4CE8-A4FC-50476D9C30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8" name="直線コネクタ 65687">
                      <a:extLst>
                        <a:ext uri="{FF2B5EF4-FFF2-40B4-BE49-F238E27FC236}">
                          <a16:creationId xmlns:a16="http://schemas.microsoft.com/office/drawing/2014/main" id="{26A1E0F7-04F1-4043-A862-0503110133A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89" name="直線コネクタ 65688">
                      <a:extLst>
                        <a:ext uri="{FF2B5EF4-FFF2-40B4-BE49-F238E27FC236}">
                          <a16:creationId xmlns:a16="http://schemas.microsoft.com/office/drawing/2014/main" id="{0E05B85A-49F6-4022-85FE-51664397FD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90" name="直線コネクタ 65689">
                      <a:extLst>
                        <a:ext uri="{FF2B5EF4-FFF2-40B4-BE49-F238E27FC236}">
                          <a16:creationId xmlns:a16="http://schemas.microsoft.com/office/drawing/2014/main" id="{924D975F-6471-42E4-BCE6-A6E227E88E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598" name="グループ化 65597">
                    <a:extLst>
                      <a:ext uri="{FF2B5EF4-FFF2-40B4-BE49-F238E27FC236}">
                        <a16:creationId xmlns:a16="http://schemas.microsoft.com/office/drawing/2014/main" id="{5CF16451-FED7-4993-8680-50C3CA705A06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599" name="直線コネクタ 65598">
                      <a:extLst>
                        <a:ext uri="{FF2B5EF4-FFF2-40B4-BE49-F238E27FC236}">
                          <a16:creationId xmlns:a16="http://schemas.microsoft.com/office/drawing/2014/main" id="{D7F3987E-EE77-494A-94FB-8774A3214E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0" name="直線コネクタ 65599">
                      <a:extLst>
                        <a:ext uri="{FF2B5EF4-FFF2-40B4-BE49-F238E27FC236}">
                          <a16:creationId xmlns:a16="http://schemas.microsoft.com/office/drawing/2014/main" id="{CB17323C-A857-476C-9F01-F4969604371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1" name="直線コネクタ 65600">
                      <a:extLst>
                        <a:ext uri="{FF2B5EF4-FFF2-40B4-BE49-F238E27FC236}">
                          <a16:creationId xmlns:a16="http://schemas.microsoft.com/office/drawing/2014/main" id="{4DF06AFC-2827-45B2-95E5-909A15C84C0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2" name="直線コネクタ 65601">
                      <a:extLst>
                        <a:ext uri="{FF2B5EF4-FFF2-40B4-BE49-F238E27FC236}">
                          <a16:creationId xmlns:a16="http://schemas.microsoft.com/office/drawing/2014/main" id="{EBF28C56-D604-4224-A1D8-119413BD8B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3" name="直線コネクタ 65602">
                      <a:extLst>
                        <a:ext uri="{FF2B5EF4-FFF2-40B4-BE49-F238E27FC236}">
                          <a16:creationId xmlns:a16="http://schemas.microsoft.com/office/drawing/2014/main" id="{2E86EAD6-78BE-4C82-917C-7D96A7E1C89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4" name="直線コネクタ 65603">
                      <a:extLst>
                        <a:ext uri="{FF2B5EF4-FFF2-40B4-BE49-F238E27FC236}">
                          <a16:creationId xmlns:a16="http://schemas.microsoft.com/office/drawing/2014/main" id="{70F6457B-8316-4E69-9495-766605584A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5" name="直線コネクタ 65604">
                      <a:extLst>
                        <a:ext uri="{FF2B5EF4-FFF2-40B4-BE49-F238E27FC236}">
                          <a16:creationId xmlns:a16="http://schemas.microsoft.com/office/drawing/2014/main" id="{09F165DB-C63A-4158-85D5-9D1A7CE6EF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6" name="直線コネクタ 65605">
                      <a:extLst>
                        <a:ext uri="{FF2B5EF4-FFF2-40B4-BE49-F238E27FC236}">
                          <a16:creationId xmlns:a16="http://schemas.microsoft.com/office/drawing/2014/main" id="{E3416312-7301-4B5C-A923-CA92F4CBD0F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7" name="直線コネクタ 65606">
                      <a:extLst>
                        <a:ext uri="{FF2B5EF4-FFF2-40B4-BE49-F238E27FC236}">
                          <a16:creationId xmlns:a16="http://schemas.microsoft.com/office/drawing/2014/main" id="{2B7BD1AF-EC21-4CC1-8364-9446D6619F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8" name="直線コネクタ 65607">
                      <a:extLst>
                        <a:ext uri="{FF2B5EF4-FFF2-40B4-BE49-F238E27FC236}">
                          <a16:creationId xmlns:a16="http://schemas.microsoft.com/office/drawing/2014/main" id="{CD73FF7A-7C47-4575-A6A9-4AD57B02CFD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09" name="直線コネクタ 65608">
                      <a:extLst>
                        <a:ext uri="{FF2B5EF4-FFF2-40B4-BE49-F238E27FC236}">
                          <a16:creationId xmlns:a16="http://schemas.microsoft.com/office/drawing/2014/main" id="{946FD3D0-5829-4177-8B96-488F43BEAC5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0" name="直線コネクタ 65609">
                      <a:extLst>
                        <a:ext uri="{FF2B5EF4-FFF2-40B4-BE49-F238E27FC236}">
                          <a16:creationId xmlns:a16="http://schemas.microsoft.com/office/drawing/2014/main" id="{2A3AB0C1-A37A-437C-A495-CF9281DAC0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1" name="直線コネクタ 65610">
                      <a:extLst>
                        <a:ext uri="{FF2B5EF4-FFF2-40B4-BE49-F238E27FC236}">
                          <a16:creationId xmlns:a16="http://schemas.microsoft.com/office/drawing/2014/main" id="{E74F6C72-76EA-4202-928C-67303C6607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2" name="直線コネクタ 65611">
                      <a:extLst>
                        <a:ext uri="{FF2B5EF4-FFF2-40B4-BE49-F238E27FC236}">
                          <a16:creationId xmlns:a16="http://schemas.microsoft.com/office/drawing/2014/main" id="{BD9A3925-8DBA-4833-AB8C-C78E7FDF52A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3" name="直線コネクタ 65612">
                      <a:extLst>
                        <a:ext uri="{FF2B5EF4-FFF2-40B4-BE49-F238E27FC236}">
                          <a16:creationId xmlns:a16="http://schemas.microsoft.com/office/drawing/2014/main" id="{FFCBA3BE-0C11-4CB4-A490-1D0E43E068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4" name="直線コネクタ 65613">
                      <a:extLst>
                        <a:ext uri="{FF2B5EF4-FFF2-40B4-BE49-F238E27FC236}">
                          <a16:creationId xmlns:a16="http://schemas.microsoft.com/office/drawing/2014/main" id="{F4867D75-44DE-435B-A9C3-1F2595BCBE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5" name="直線コネクタ 65614">
                      <a:extLst>
                        <a:ext uri="{FF2B5EF4-FFF2-40B4-BE49-F238E27FC236}">
                          <a16:creationId xmlns:a16="http://schemas.microsoft.com/office/drawing/2014/main" id="{18293D2F-99E6-4119-8D84-6ACC60C39C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6" name="直線コネクタ 65615">
                      <a:extLst>
                        <a:ext uri="{FF2B5EF4-FFF2-40B4-BE49-F238E27FC236}">
                          <a16:creationId xmlns:a16="http://schemas.microsoft.com/office/drawing/2014/main" id="{D3BDA6A4-382B-44E3-B3AC-E0F4A01CF2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7" name="直線コネクタ 65616">
                      <a:extLst>
                        <a:ext uri="{FF2B5EF4-FFF2-40B4-BE49-F238E27FC236}">
                          <a16:creationId xmlns:a16="http://schemas.microsoft.com/office/drawing/2014/main" id="{53DB556C-14D2-4D95-9C5C-931AB619E7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8" name="直線コネクタ 65617">
                      <a:extLst>
                        <a:ext uri="{FF2B5EF4-FFF2-40B4-BE49-F238E27FC236}">
                          <a16:creationId xmlns:a16="http://schemas.microsoft.com/office/drawing/2014/main" id="{995DC41A-F2FD-4DB5-9438-9F04272B7A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19" name="直線コネクタ 65618">
                      <a:extLst>
                        <a:ext uri="{FF2B5EF4-FFF2-40B4-BE49-F238E27FC236}">
                          <a16:creationId xmlns:a16="http://schemas.microsoft.com/office/drawing/2014/main" id="{BBAEB8BE-B8FF-4D84-B310-87842147143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0" name="直線コネクタ 65619">
                      <a:extLst>
                        <a:ext uri="{FF2B5EF4-FFF2-40B4-BE49-F238E27FC236}">
                          <a16:creationId xmlns:a16="http://schemas.microsoft.com/office/drawing/2014/main" id="{BA53D77D-8EEC-44F6-9557-00444832F6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1" name="直線コネクタ 65620">
                      <a:extLst>
                        <a:ext uri="{FF2B5EF4-FFF2-40B4-BE49-F238E27FC236}">
                          <a16:creationId xmlns:a16="http://schemas.microsoft.com/office/drawing/2014/main" id="{0A694827-D75F-4829-9718-9369CEECEFF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2" name="直線コネクタ 65621">
                      <a:extLst>
                        <a:ext uri="{FF2B5EF4-FFF2-40B4-BE49-F238E27FC236}">
                          <a16:creationId xmlns:a16="http://schemas.microsoft.com/office/drawing/2014/main" id="{5DE25DDC-B226-4A56-A80C-A489084387A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3" name="直線コネクタ 65622">
                      <a:extLst>
                        <a:ext uri="{FF2B5EF4-FFF2-40B4-BE49-F238E27FC236}">
                          <a16:creationId xmlns:a16="http://schemas.microsoft.com/office/drawing/2014/main" id="{F07D9966-2453-4865-B3A1-4016C334D85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4" name="直線コネクタ 65623">
                      <a:extLst>
                        <a:ext uri="{FF2B5EF4-FFF2-40B4-BE49-F238E27FC236}">
                          <a16:creationId xmlns:a16="http://schemas.microsoft.com/office/drawing/2014/main" id="{1B204D4A-3194-4E0E-9F8A-7E61D3390B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5" name="直線コネクタ 65624">
                      <a:extLst>
                        <a:ext uri="{FF2B5EF4-FFF2-40B4-BE49-F238E27FC236}">
                          <a16:creationId xmlns:a16="http://schemas.microsoft.com/office/drawing/2014/main" id="{7A8DC28D-7988-4E25-BD9A-30E75CE52A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6" name="直線コネクタ 65625">
                      <a:extLst>
                        <a:ext uri="{FF2B5EF4-FFF2-40B4-BE49-F238E27FC236}">
                          <a16:creationId xmlns:a16="http://schemas.microsoft.com/office/drawing/2014/main" id="{98746E2D-E01E-43FF-8839-6D080C9009D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7" name="直線コネクタ 65626">
                      <a:extLst>
                        <a:ext uri="{FF2B5EF4-FFF2-40B4-BE49-F238E27FC236}">
                          <a16:creationId xmlns:a16="http://schemas.microsoft.com/office/drawing/2014/main" id="{EDFF45E7-A273-4662-B407-36E5C3EE7C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8" name="直線コネクタ 65627">
                      <a:extLst>
                        <a:ext uri="{FF2B5EF4-FFF2-40B4-BE49-F238E27FC236}">
                          <a16:creationId xmlns:a16="http://schemas.microsoft.com/office/drawing/2014/main" id="{09030F35-2E01-45CC-9FB8-280EF2F1B8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29" name="直線コネクタ 65628">
                      <a:extLst>
                        <a:ext uri="{FF2B5EF4-FFF2-40B4-BE49-F238E27FC236}">
                          <a16:creationId xmlns:a16="http://schemas.microsoft.com/office/drawing/2014/main" id="{C6378522-43D9-4A14-AA2A-67BF160E999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0" name="直線コネクタ 65629">
                      <a:extLst>
                        <a:ext uri="{FF2B5EF4-FFF2-40B4-BE49-F238E27FC236}">
                          <a16:creationId xmlns:a16="http://schemas.microsoft.com/office/drawing/2014/main" id="{8792FF14-FA81-4A06-997A-2D587E2D76D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1" name="直線コネクタ 65630">
                      <a:extLst>
                        <a:ext uri="{FF2B5EF4-FFF2-40B4-BE49-F238E27FC236}">
                          <a16:creationId xmlns:a16="http://schemas.microsoft.com/office/drawing/2014/main" id="{05CEAD96-0C66-4982-AF1C-11804F6FD7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2" name="直線コネクタ 65631">
                      <a:extLst>
                        <a:ext uri="{FF2B5EF4-FFF2-40B4-BE49-F238E27FC236}">
                          <a16:creationId xmlns:a16="http://schemas.microsoft.com/office/drawing/2014/main" id="{16A375FF-A145-46BE-BFDB-4025D93483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3" name="直線コネクタ 65632">
                      <a:extLst>
                        <a:ext uri="{FF2B5EF4-FFF2-40B4-BE49-F238E27FC236}">
                          <a16:creationId xmlns:a16="http://schemas.microsoft.com/office/drawing/2014/main" id="{66F39851-7654-4995-927E-10EA1BF4CA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4" name="直線コネクタ 65633">
                      <a:extLst>
                        <a:ext uri="{FF2B5EF4-FFF2-40B4-BE49-F238E27FC236}">
                          <a16:creationId xmlns:a16="http://schemas.microsoft.com/office/drawing/2014/main" id="{C8EDD164-83C1-477D-BCB3-5B1D62EFBF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5" name="直線コネクタ 65634">
                      <a:extLst>
                        <a:ext uri="{FF2B5EF4-FFF2-40B4-BE49-F238E27FC236}">
                          <a16:creationId xmlns:a16="http://schemas.microsoft.com/office/drawing/2014/main" id="{868CE197-AFFA-4467-86CE-26F195E06D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6" name="直線コネクタ 65635">
                      <a:extLst>
                        <a:ext uri="{FF2B5EF4-FFF2-40B4-BE49-F238E27FC236}">
                          <a16:creationId xmlns:a16="http://schemas.microsoft.com/office/drawing/2014/main" id="{8647378F-812D-43D6-B084-CCEFED845C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7" name="直線コネクタ 65636">
                      <a:extLst>
                        <a:ext uri="{FF2B5EF4-FFF2-40B4-BE49-F238E27FC236}">
                          <a16:creationId xmlns:a16="http://schemas.microsoft.com/office/drawing/2014/main" id="{B8F4409C-11EE-4F95-8C6B-22EB10FFB9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8" name="直線コネクタ 65637">
                      <a:extLst>
                        <a:ext uri="{FF2B5EF4-FFF2-40B4-BE49-F238E27FC236}">
                          <a16:creationId xmlns:a16="http://schemas.microsoft.com/office/drawing/2014/main" id="{4A426111-2F86-410F-8BEE-ECFCC9F27F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39" name="直線コネクタ 65638">
                      <a:extLst>
                        <a:ext uri="{FF2B5EF4-FFF2-40B4-BE49-F238E27FC236}">
                          <a16:creationId xmlns:a16="http://schemas.microsoft.com/office/drawing/2014/main" id="{0EB3283E-51A1-411F-9BAA-2D55CB05F39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0" name="直線コネクタ 65639">
                      <a:extLst>
                        <a:ext uri="{FF2B5EF4-FFF2-40B4-BE49-F238E27FC236}">
                          <a16:creationId xmlns:a16="http://schemas.microsoft.com/office/drawing/2014/main" id="{1595E8B7-13F7-4751-888D-2019C20BE3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1" name="直線コネクタ 65640">
                      <a:extLst>
                        <a:ext uri="{FF2B5EF4-FFF2-40B4-BE49-F238E27FC236}">
                          <a16:creationId xmlns:a16="http://schemas.microsoft.com/office/drawing/2014/main" id="{AFAC4E67-F08E-44B9-9FE1-3D18341D65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2" name="直線コネクタ 65641">
                      <a:extLst>
                        <a:ext uri="{FF2B5EF4-FFF2-40B4-BE49-F238E27FC236}">
                          <a16:creationId xmlns:a16="http://schemas.microsoft.com/office/drawing/2014/main" id="{B07A9586-F28E-4617-8433-B9654176DC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3" name="直線コネクタ 65642">
                      <a:extLst>
                        <a:ext uri="{FF2B5EF4-FFF2-40B4-BE49-F238E27FC236}">
                          <a16:creationId xmlns:a16="http://schemas.microsoft.com/office/drawing/2014/main" id="{EF375A5F-9232-4F26-A7DF-072E34EFB8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644" name="直線コネクタ 65643">
                      <a:extLst>
                        <a:ext uri="{FF2B5EF4-FFF2-40B4-BE49-F238E27FC236}">
                          <a16:creationId xmlns:a16="http://schemas.microsoft.com/office/drawing/2014/main" id="{FEB4ABC1-5E56-4584-ADC6-CF97FAEB7A2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5312" name="グループ化 65311">
                  <a:extLst>
                    <a:ext uri="{FF2B5EF4-FFF2-40B4-BE49-F238E27FC236}">
                      <a16:creationId xmlns:a16="http://schemas.microsoft.com/office/drawing/2014/main" id="{627677C3-1B9B-4135-AFE9-A6B7D1DAEFD1}"/>
                    </a:ext>
                  </a:extLst>
                </p:cNvPr>
                <p:cNvGrpSpPr/>
                <p:nvPr/>
              </p:nvGrpSpPr>
              <p:grpSpPr>
                <a:xfrm>
                  <a:off x="6299066" y="3599456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5503" name="グループ化 65502">
                    <a:extLst>
                      <a:ext uri="{FF2B5EF4-FFF2-40B4-BE49-F238E27FC236}">
                        <a16:creationId xmlns:a16="http://schemas.microsoft.com/office/drawing/2014/main" id="{45565B96-72A8-4F5D-97CA-E9CCF01022D4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551" name="直線コネクタ 65550">
                      <a:extLst>
                        <a:ext uri="{FF2B5EF4-FFF2-40B4-BE49-F238E27FC236}">
                          <a16:creationId xmlns:a16="http://schemas.microsoft.com/office/drawing/2014/main" id="{14EDB639-C5EB-4F3C-BDB1-F8C3679557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2" name="直線コネクタ 65551">
                      <a:extLst>
                        <a:ext uri="{FF2B5EF4-FFF2-40B4-BE49-F238E27FC236}">
                          <a16:creationId xmlns:a16="http://schemas.microsoft.com/office/drawing/2014/main" id="{7A13321E-CFC4-4040-8857-0AB91F86448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3" name="直線コネクタ 65552">
                      <a:extLst>
                        <a:ext uri="{FF2B5EF4-FFF2-40B4-BE49-F238E27FC236}">
                          <a16:creationId xmlns:a16="http://schemas.microsoft.com/office/drawing/2014/main" id="{3EB0876F-23D3-428E-B3A8-992CE404708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4" name="直線コネクタ 65553">
                      <a:extLst>
                        <a:ext uri="{FF2B5EF4-FFF2-40B4-BE49-F238E27FC236}">
                          <a16:creationId xmlns:a16="http://schemas.microsoft.com/office/drawing/2014/main" id="{58AB1144-ABF1-4767-8BAD-C8166585DF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5" name="直線コネクタ 65554">
                      <a:extLst>
                        <a:ext uri="{FF2B5EF4-FFF2-40B4-BE49-F238E27FC236}">
                          <a16:creationId xmlns:a16="http://schemas.microsoft.com/office/drawing/2014/main" id="{8DC8DAF6-9D87-4860-ABBA-64EC756A21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6" name="直線コネクタ 65555">
                      <a:extLst>
                        <a:ext uri="{FF2B5EF4-FFF2-40B4-BE49-F238E27FC236}">
                          <a16:creationId xmlns:a16="http://schemas.microsoft.com/office/drawing/2014/main" id="{97EF11A3-7782-4715-86AC-7587EC218A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7" name="直線コネクタ 65556">
                      <a:extLst>
                        <a:ext uri="{FF2B5EF4-FFF2-40B4-BE49-F238E27FC236}">
                          <a16:creationId xmlns:a16="http://schemas.microsoft.com/office/drawing/2014/main" id="{B474D64D-AF0E-4A62-B114-F13BB12E22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8" name="直線コネクタ 65557">
                      <a:extLst>
                        <a:ext uri="{FF2B5EF4-FFF2-40B4-BE49-F238E27FC236}">
                          <a16:creationId xmlns:a16="http://schemas.microsoft.com/office/drawing/2014/main" id="{CA4F73B4-BEDD-45C1-8593-1A28D152B07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9" name="直線コネクタ 65558">
                      <a:extLst>
                        <a:ext uri="{FF2B5EF4-FFF2-40B4-BE49-F238E27FC236}">
                          <a16:creationId xmlns:a16="http://schemas.microsoft.com/office/drawing/2014/main" id="{5D349FE3-DAD0-456E-88DE-669A3886E19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0" name="直線コネクタ 65559">
                      <a:extLst>
                        <a:ext uri="{FF2B5EF4-FFF2-40B4-BE49-F238E27FC236}">
                          <a16:creationId xmlns:a16="http://schemas.microsoft.com/office/drawing/2014/main" id="{E2BAC0FB-DBC3-4968-9348-E3CB29EB953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1" name="直線コネクタ 65560">
                      <a:extLst>
                        <a:ext uri="{FF2B5EF4-FFF2-40B4-BE49-F238E27FC236}">
                          <a16:creationId xmlns:a16="http://schemas.microsoft.com/office/drawing/2014/main" id="{B5CB71FC-3EBB-4350-9E01-2441F95AB4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2" name="直線コネクタ 65561">
                      <a:extLst>
                        <a:ext uri="{FF2B5EF4-FFF2-40B4-BE49-F238E27FC236}">
                          <a16:creationId xmlns:a16="http://schemas.microsoft.com/office/drawing/2014/main" id="{8802E55A-9030-436C-B8D6-8BEBA45D25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3" name="直線コネクタ 65562">
                      <a:extLst>
                        <a:ext uri="{FF2B5EF4-FFF2-40B4-BE49-F238E27FC236}">
                          <a16:creationId xmlns:a16="http://schemas.microsoft.com/office/drawing/2014/main" id="{0BEE029D-56C3-44FE-84D9-54A2D5FCCA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4" name="直線コネクタ 65563">
                      <a:extLst>
                        <a:ext uri="{FF2B5EF4-FFF2-40B4-BE49-F238E27FC236}">
                          <a16:creationId xmlns:a16="http://schemas.microsoft.com/office/drawing/2014/main" id="{DC68E8CA-71FF-476F-9204-26653F5BEA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5" name="直線コネクタ 65564">
                      <a:extLst>
                        <a:ext uri="{FF2B5EF4-FFF2-40B4-BE49-F238E27FC236}">
                          <a16:creationId xmlns:a16="http://schemas.microsoft.com/office/drawing/2014/main" id="{B1A79059-3118-4772-BCAE-14787FD84A2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6" name="直線コネクタ 65565">
                      <a:extLst>
                        <a:ext uri="{FF2B5EF4-FFF2-40B4-BE49-F238E27FC236}">
                          <a16:creationId xmlns:a16="http://schemas.microsoft.com/office/drawing/2014/main" id="{42B5553C-2D81-490E-A7C1-E69BD1FE288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7" name="直線コネクタ 65566">
                      <a:extLst>
                        <a:ext uri="{FF2B5EF4-FFF2-40B4-BE49-F238E27FC236}">
                          <a16:creationId xmlns:a16="http://schemas.microsoft.com/office/drawing/2014/main" id="{B0DF309C-9BDC-44D2-BAF9-D005E6D1C45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8" name="直線コネクタ 65567">
                      <a:extLst>
                        <a:ext uri="{FF2B5EF4-FFF2-40B4-BE49-F238E27FC236}">
                          <a16:creationId xmlns:a16="http://schemas.microsoft.com/office/drawing/2014/main" id="{D04573DD-C03E-4A4D-9E00-843D200037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69" name="直線コネクタ 65568">
                      <a:extLst>
                        <a:ext uri="{FF2B5EF4-FFF2-40B4-BE49-F238E27FC236}">
                          <a16:creationId xmlns:a16="http://schemas.microsoft.com/office/drawing/2014/main" id="{4EB06C02-4240-427E-A4B5-5ED86CE100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0" name="直線コネクタ 65569">
                      <a:extLst>
                        <a:ext uri="{FF2B5EF4-FFF2-40B4-BE49-F238E27FC236}">
                          <a16:creationId xmlns:a16="http://schemas.microsoft.com/office/drawing/2014/main" id="{DB3FCE78-7489-4A64-A181-7C130301F7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1" name="直線コネクタ 65570">
                      <a:extLst>
                        <a:ext uri="{FF2B5EF4-FFF2-40B4-BE49-F238E27FC236}">
                          <a16:creationId xmlns:a16="http://schemas.microsoft.com/office/drawing/2014/main" id="{9EF5AB99-105C-4133-8C06-7BA102BB7A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2" name="直線コネクタ 65571">
                      <a:extLst>
                        <a:ext uri="{FF2B5EF4-FFF2-40B4-BE49-F238E27FC236}">
                          <a16:creationId xmlns:a16="http://schemas.microsoft.com/office/drawing/2014/main" id="{6D632C10-048D-4402-B2C3-8CEDBB8E23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3" name="直線コネクタ 65572">
                      <a:extLst>
                        <a:ext uri="{FF2B5EF4-FFF2-40B4-BE49-F238E27FC236}">
                          <a16:creationId xmlns:a16="http://schemas.microsoft.com/office/drawing/2014/main" id="{A64AF9BD-334F-4110-92A7-CB70162EF5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4" name="直線コネクタ 65573">
                      <a:extLst>
                        <a:ext uri="{FF2B5EF4-FFF2-40B4-BE49-F238E27FC236}">
                          <a16:creationId xmlns:a16="http://schemas.microsoft.com/office/drawing/2014/main" id="{A1B8765B-917D-410A-83E9-892E8949D54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5" name="直線コネクタ 65574">
                      <a:extLst>
                        <a:ext uri="{FF2B5EF4-FFF2-40B4-BE49-F238E27FC236}">
                          <a16:creationId xmlns:a16="http://schemas.microsoft.com/office/drawing/2014/main" id="{F7519D5B-F576-4159-A58D-87233780D67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6" name="直線コネクタ 65575">
                      <a:extLst>
                        <a:ext uri="{FF2B5EF4-FFF2-40B4-BE49-F238E27FC236}">
                          <a16:creationId xmlns:a16="http://schemas.microsoft.com/office/drawing/2014/main" id="{2E308C2E-3B26-4F17-8DA7-0761210DDF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7" name="直線コネクタ 65576">
                      <a:extLst>
                        <a:ext uri="{FF2B5EF4-FFF2-40B4-BE49-F238E27FC236}">
                          <a16:creationId xmlns:a16="http://schemas.microsoft.com/office/drawing/2014/main" id="{3A8AF11D-A515-499D-8011-06DE105CD8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8" name="直線コネクタ 65577">
                      <a:extLst>
                        <a:ext uri="{FF2B5EF4-FFF2-40B4-BE49-F238E27FC236}">
                          <a16:creationId xmlns:a16="http://schemas.microsoft.com/office/drawing/2014/main" id="{A33126EB-367E-40BA-BE5C-FF0AC4D2515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79" name="直線コネクタ 65578">
                      <a:extLst>
                        <a:ext uri="{FF2B5EF4-FFF2-40B4-BE49-F238E27FC236}">
                          <a16:creationId xmlns:a16="http://schemas.microsoft.com/office/drawing/2014/main" id="{765CA136-42C4-4646-9708-875C331EBE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0" name="直線コネクタ 65579">
                      <a:extLst>
                        <a:ext uri="{FF2B5EF4-FFF2-40B4-BE49-F238E27FC236}">
                          <a16:creationId xmlns:a16="http://schemas.microsoft.com/office/drawing/2014/main" id="{D5602BFD-06B7-48CA-BF94-5B62A26FF04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1" name="直線コネクタ 65580">
                      <a:extLst>
                        <a:ext uri="{FF2B5EF4-FFF2-40B4-BE49-F238E27FC236}">
                          <a16:creationId xmlns:a16="http://schemas.microsoft.com/office/drawing/2014/main" id="{F6CD674E-F067-47F6-A7AA-47FFC05FE4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2" name="直線コネクタ 65581">
                      <a:extLst>
                        <a:ext uri="{FF2B5EF4-FFF2-40B4-BE49-F238E27FC236}">
                          <a16:creationId xmlns:a16="http://schemas.microsoft.com/office/drawing/2014/main" id="{09DF6EAD-8A22-4CD2-AACF-326C6695723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3" name="直線コネクタ 65582">
                      <a:extLst>
                        <a:ext uri="{FF2B5EF4-FFF2-40B4-BE49-F238E27FC236}">
                          <a16:creationId xmlns:a16="http://schemas.microsoft.com/office/drawing/2014/main" id="{D0ED57EC-07B1-4B99-A13E-615683DF7B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4" name="直線コネクタ 65583">
                      <a:extLst>
                        <a:ext uri="{FF2B5EF4-FFF2-40B4-BE49-F238E27FC236}">
                          <a16:creationId xmlns:a16="http://schemas.microsoft.com/office/drawing/2014/main" id="{D3AE4BC4-00CA-4342-AA42-9E9B7325A1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5" name="直線コネクタ 65584">
                      <a:extLst>
                        <a:ext uri="{FF2B5EF4-FFF2-40B4-BE49-F238E27FC236}">
                          <a16:creationId xmlns:a16="http://schemas.microsoft.com/office/drawing/2014/main" id="{48AD79FB-904C-4A99-B558-B19C1BACF3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6" name="直線コネクタ 65585">
                      <a:extLst>
                        <a:ext uri="{FF2B5EF4-FFF2-40B4-BE49-F238E27FC236}">
                          <a16:creationId xmlns:a16="http://schemas.microsoft.com/office/drawing/2014/main" id="{654F2782-B73C-469F-A3FC-7FA62FFC6C4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7" name="直線コネクタ 65586">
                      <a:extLst>
                        <a:ext uri="{FF2B5EF4-FFF2-40B4-BE49-F238E27FC236}">
                          <a16:creationId xmlns:a16="http://schemas.microsoft.com/office/drawing/2014/main" id="{1720E6FC-F549-46F1-A8CA-A0C4743E20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8" name="直線コネクタ 65587">
                      <a:extLst>
                        <a:ext uri="{FF2B5EF4-FFF2-40B4-BE49-F238E27FC236}">
                          <a16:creationId xmlns:a16="http://schemas.microsoft.com/office/drawing/2014/main" id="{A053194F-EE05-4516-A3A7-4155323B61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89" name="直線コネクタ 65588">
                      <a:extLst>
                        <a:ext uri="{FF2B5EF4-FFF2-40B4-BE49-F238E27FC236}">
                          <a16:creationId xmlns:a16="http://schemas.microsoft.com/office/drawing/2014/main" id="{FDC35EF7-4A8C-4D82-8726-9057240187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90" name="直線コネクタ 65589">
                      <a:extLst>
                        <a:ext uri="{FF2B5EF4-FFF2-40B4-BE49-F238E27FC236}">
                          <a16:creationId xmlns:a16="http://schemas.microsoft.com/office/drawing/2014/main" id="{2250E6F7-89A6-4BAC-B8CF-26EAF01A5E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91" name="直線コネクタ 65590">
                      <a:extLst>
                        <a:ext uri="{FF2B5EF4-FFF2-40B4-BE49-F238E27FC236}">
                          <a16:creationId xmlns:a16="http://schemas.microsoft.com/office/drawing/2014/main" id="{B89CC46A-637E-45F5-A3E0-642810789E8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92" name="直線コネクタ 65591">
                      <a:extLst>
                        <a:ext uri="{FF2B5EF4-FFF2-40B4-BE49-F238E27FC236}">
                          <a16:creationId xmlns:a16="http://schemas.microsoft.com/office/drawing/2014/main" id="{679564BB-8843-484D-A1EF-73DF3FDD32F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93" name="直線コネクタ 65592">
                      <a:extLst>
                        <a:ext uri="{FF2B5EF4-FFF2-40B4-BE49-F238E27FC236}">
                          <a16:creationId xmlns:a16="http://schemas.microsoft.com/office/drawing/2014/main" id="{46C91344-E8BE-43AB-9C08-13975A77B3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94" name="直線コネクタ 65593">
                      <a:extLst>
                        <a:ext uri="{FF2B5EF4-FFF2-40B4-BE49-F238E27FC236}">
                          <a16:creationId xmlns:a16="http://schemas.microsoft.com/office/drawing/2014/main" id="{73FA02EF-3913-4F6F-A479-B1E350751E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95" name="直線コネクタ 65594">
                      <a:extLst>
                        <a:ext uri="{FF2B5EF4-FFF2-40B4-BE49-F238E27FC236}">
                          <a16:creationId xmlns:a16="http://schemas.microsoft.com/office/drawing/2014/main" id="{3B68D554-D13E-45E8-AD8B-6FF0D02FEC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96" name="直線コネクタ 65595">
                      <a:extLst>
                        <a:ext uri="{FF2B5EF4-FFF2-40B4-BE49-F238E27FC236}">
                          <a16:creationId xmlns:a16="http://schemas.microsoft.com/office/drawing/2014/main" id="{943A6DE9-ABE8-4526-86D0-89495972F2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504" name="グループ化 65503">
                    <a:extLst>
                      <a:ext uri="{FF2B5EF4-FFF2-40B4-BE49-F238E27FC236}">
                        <a16:creationId xmlns:a16="http://schemas.microsoft.com/office/drawing/2014/main" id="{946A2662-6FEF-4603-BF44-E97894371887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505" name="直線コネクタ 65504">
                      <a:extLst>
                        <a:ext uri="{FF2B5EF4-FFF2-40B4-BE49-F238E27FC236}">
                          <a16:creationId xmlns:a16="http://schemas.microsoft.com/office/drawing/2014/main" id="{7254A58C-366B-430F-BF02-43A8A8A062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06" name="直線コネクタ 65505">
                      <a:extLst>
                        <a:ext uri="{FF2B5EF4-FFF2-40B4-BE49-F238E27FC236}">
                          <a16:creationId xmlns:a16="http://schemas.microsoft.com/office/drawing/2014/main" id="{CC56F879-7853-4539-BD50-BDE2BE8331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07" name="直線コネクタ 65506">
                      <a:extLst>
                        <a:ext uri="{FF2B5EF4-FFF2-40B4-BE49-F238E27FC236}">
                          <a16:creationId xmlns:a16="http://schemas.microsoft.com/office/drawing/2014/main" id="{85ED5063-0B7C-427C-A30A-737B93100F7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08" name="直線コネクタ 65507">
                      <a:extLst>
                        <a:ext uri="{FF2B5EF4-FFF2-40B4-BE49-F238E27FC236}">
                          <a16:creationId xmlns:a16="http://schemas.microsoft.com/office/drawing/2014/main" id="{D10DC622-9F7B-46F7-AF85-FF958D6602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09" name="直線コネクタ 65508">
                      <a:extLst>
                        <a:ext uri="{FF2B5EF4-FFF2-40B4-BE49-F238E27FC236}">
                          <a16:creationId xmlns:a16="http://schemas.microsoft.com/office/drawing/2014/main" id="{D8811492-EDC8-4F6E-8470-0F631667EC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0" name="直線コネクタ 65509">
                      <a:extLst>
                        <a:ext uri="{FF2B5EF4-FFF2-40B4-BE49-F238E27FC236}">
                          <a16:creationId xmlns:a16="http://schemas.microsoft.com/office/drawing/2014/main" id="{8D3ECD2F-ED75-44EC-AFB6-47721805AE8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1" name="直線コネクタ 65510">
                      <a:extLst>
                        <a:ext uri="{FF2B5EF4-FFF2-40B4-BE49-F238E27FC236}">
                          <a16:creationId xmlns:a16="http://schemas.microsoft.com/office/drawing/2014/main" id="{FA7112DB-7599-4D05-85BB-800EA56D22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2" name="直線コネクタ 65511">
                      <a:extLst>
                        <a:ext uri="{FF2B5EF4-FFF2-40B4-BE49-F238E27FC236}">
                          <a16:creationId xmlns:a16="http://schemas.microsoft.com/office/drawing/2014/main" id="{01F4D57E-5140-4E64-ABA9-BB308F0A61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3" name="直線コネクタ 65512">
                      <a:extLst>
                        <a:ext uri="{FF2B5EF4-FFF2-40B4-BE49-F238E27FC236}">
                          <a16:creationId xmlns:a16="http://schemas.microsoft.com/office/drawing/2014/main" id="{CE65A499-4D26-44C9-9838-035588C5D2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4" name="直線コネクタ 65513">
                      <a:extLst>
                        <a:ext uri="{FF2B5EF4-FFF2-40B4-BE49-F238E27FC236}">
                          <a16:creationId xmlns:a16="http://schemas.microsoft.com/office/drawing/2014/main" id="{767194E3-F3BF-4DC0-A61C-CA51365CE2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5" name="直線コネクタ 65514">
                      <a:extLst>
                        <a:ext uri="{FF2B5EF4-FFF2-40B4-BE49-F238E27FC236}">
                          <a16:creationId xmlns:a16="http://schemas.microsoft.com/office/drawing/2014/main" id="{DEB33D0F-A071-4946-BDD7-095D3DB9DFA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6" name="直線コネクタ 65515">
                      <a:extLst>
                        <a:ext uri="{FF2B5EF4-FFF2-40B4-BE49-F238E27FC236}">
                          <a16:creationId xmlns:a16="http://schemas.microsoft.com/office/drawing/2014/main" id="{D3626037-CD8C-4EBB-AB1C-E12C19A2C3A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7" name="直線コネクタ 65516">
                      <a:extLst>
                        <a:ext uri="{FF2B5EF4-FFF2-40B4-BE49-F238E27FC236}">
                          <a16:creationId xmlns:a16="http://schemas.microsoft.com/office/drawing/2014/main" id="{8EC88CAE-8482-497D-BFA9-3E34CB989DD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8" name="直線コネクタ 65517">
                      <a:extLst>
                        <a:ext uri="{FF2B5EF4-FFF2-40B4-BE49-F238E27FC236}">
                          <a16:creationId xmlns:a16="http://schemas.microsoft.com/office/drawing/2014/main" id="{B1948528-DF96-492D-B13A-2A0892CFE84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19" name="直線コネクタ 65518">
                      <a:extLst>
                        <a:ext uri="{FF2B5EF4-FFF2-40B4-BE49-F238E27FC236}">
                          <a16:creationId xmlns:a16="http://schemas.microsoft.com/office/drawing/2014/main" id="{0F2A0088-1FB5-45B3-80AD-9D3AF37BFA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0" name="直線コネクタ 65519">
                      <a:extLst>
                        <a:ext uri="{FF2B5EF4-FFF2-40B4-BE49-F238E27FC236}">
                          <a16:creationId xmlns:a16="http://schemas.microsoft.com/office/drawing/2014/main" id="{EED2D7B0-CD02-427C-AE66-7D0713EA3A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1" name="直線コネクタ 65520">
                      <a:extLst>
                        <a:ext uri="{FF2B5EF4-FFF2-40B4-BE49-F238E27FC236}">
                          <a16:creationId xmlns:a16="http://schemas.microsoft.com/office/drawing/2014/main" id="{0B9A1284-FFF6-47C8-99AB-F324454C90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2" name="直線コネクタ 65521">
                      <a:extLst>
                        <a:ext uri="{FF2B5EF4-FFF2-40B4-BE49-F238E27FC236}">
                          <a16:creationId xmlns:a16="http://schemas.microsoft.com/office/drawing/2014/main" id="{10EC93A5-3CC4-452D-9773-51B65437C79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3" name="直線コネクタ 65522">
                      <a:extLst>
                        <a:ext uri="{FF2B5EF4-FFF2-40B4-BE49-F238E27FC236}">
                          <a16:creationId xmlns:a16="http://schemas.microsoft.com/office/drawing/2014/main" id="{49001933-64AC-4E08-92F1-5AB8845EA9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4" name="直線コネクタ 65523">
                      <a:extLst>
                        <a:ext uri="{FF2B5EF4-FFF2-40B4-BE49-F238E27FC236}">
                          <a16:creationId xmlns:a16="http://schemas.microsoft.com/office/drawing/2014/main" id="{5E76D9F0-7228-4865-AE6B-85936CFE337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5" name="直線コネクタ 65524">
                      <a:extLst>
                        <a:ext uri="{FF2B5EF4-FFF2-40B4-BE49-F238E27FC236}">
                          <a16:creationId xmlns:a16="http://schemas.microsoft.com/office/drawing/2014/main" id="{5292707B-2C53-4B6C-B760-C76E35447B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6" name="直線コネクタ 65525">
                      <a:extLst>
                        <a:ext uri="{FF2B5EF4-FFF2-40B4-BE49-F238E27FC236}">
                          <a16:creationId xmlns:a16="http://schemas.microsoft.com/office/drawing/2014/main" id="{21E6EFC7-12E9-4032-8235-3AB0D3379A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7" name="直線コネクタ 65526">
                      <a:extLst>
                        <a:ext uri="{FF2B5EF4-FFF2-40B4-BE49-F238E27FC236}">
                          <a16:creationId xmlns:a16="http://schemas.microsoft.com/office/drawing/2014/main" id="{72C4132C-37B9-4DA6-8264-35AF8A6437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8" name="直線コネクタ 65527">
                      <a:extLst>
                        <a:ext uri="{FF2B5EF4-FFF2-40B4-BE49-F238E27FC236}">
                          <a16:creationId xmlns:a16="http://schemas.microsoft.com/office/drawing/2014/main" id="{8380053F-E32D-4BF9-BF2D-ABFE247C4E7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29" name="直線コネクタ 65528">
                      <a:extLst>
                        <a:ext uri="{FF2B5EF4-FFF2-40B4-BE49-F238E27FC236}">
                          <a16:creationId xmlns:a16="http://schemas.microsoft.com/office/drawing/2014/main" id="{BE821A8F-0BCE-45E0-B5B9-D8F70DE6481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0" name="直線コネクタ 65529">
                      <a:extLst>
                        <a:ext uri="{FF2B5EF4-FFF2-40B4-BE49-F238E27FC236}">
                          <a16:creationId xmlns:a16="http://schemas.microsoft.com/office/drawing/2014/main" id="{3EBE588D-5B75-42DB-B97C-3E25AEE8577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1" name="直線コネクタ 65530">
                      <a:extLst>
                        <a:ext uri="{FF2B5EF4-FFF2-40B4-BE49-F238E27FC236}">
                          <a16:creationId xmlns:a16="http://schemas.microsoft.com/office/drawing/2014/main" id="{7DAD6D80-16B0-43F1-AF25-AB6D0E10E3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2" name="直線コネクタ 65531">
                      <a:extLst>
                        <a:ext uri="{FF2B5EF4-FFF2-40B4-BE49-F238E27FC236}">
                          <a16:creationId xmlns:a16="http://schemas.microsoft.com/office/drawing/2014/main" id="{C69BA01F-F27E-4F1C-80A7-25836865430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3" name="直線コネクタ 65532">
                      <a:extLst>
                        <a:ext uri="{FF2B5EF4-FFF2-40B4-BE49-F238E27FC236}">
                          <a16:creationId xmlns:a16="http://schemas.microsoft.com/office/drawing/2014/main" id="{90753E8F-D48E-4775-912D-D1CFD190FB8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4" name="直線コネクタ 65533">
                      <a:extLst>
                        <a:ext uri="{FF2B5EF4-FFF2-40B4-BE49-F238E27FC236}">
                          <a16:creationId xmlns:a16="http://schemas.microsoft.com/office/drawing/2014/main" id="{810F47F6-0057-48ED-B8C7-2CC2C5EE11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5" name="直線コネクタ 65534">
                      <a:extLst>
                        <a:ext uri="{FF2B5EF4-FFF2-40B4-BE49-F238E27FC236}">
                          <a16:creationId xmlns:a16="http://schemas.microsoft.com/office/drawing/2014/main" id="{3EC485C0-8254-4132-9C2B-E4465992B2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6" name="直線コネクタ 65535">
                      <a:extLst>
                        <a:ext uri="{FF2B5EF4-FFF2-40B4-BE49-F238E27FC236}">
                          <a16:creationId xmlns:a16="http://schemas.microsoft.com/office/drawing/2014/main" id="{0C71D280-972C-44A9-AB45-69337E41C1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7" name="直線コネクタ 65536">
                      <a:extLst>
                        <a:ext uri="{FF2B5EF4-FFF2-40B4-BE49-F238E27FC236}">
                          <a16:creationId xmlns:a16="http://schemas.microsoft.com/office/drawing/2014/main" id="{59345E1A-16F9-4D7B-8AAC-9218E5CD27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8" name="直線コネクタ 65537">
                      <a:extLst>
                        <a:ext uri="{FF2B5EF4-FFF2-40B4-BE49-F238E27FC236}">
                          <a16:creationId xmlns:a16="http://schemas.microsoft.com/office/drawing/2014/main" id="{D60D7552-9E4B-487A-8D0E-7B5E217AE4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39" name="直線コネクタ 65538">
                      <a:extLst>
                        <a:ext uri="{FF2B5EF4-FFF2-40B4-BE49-F238E27FC236}">
                          <a16:creationId xmlns:a16="http://schemas.microsoft.com/office/drawing/2014/main" id="{362A9502-4DFE-4D5D-8EA2-D23CA8D8E9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0" name="直線コネクタ 65539">
                      <a:extLst>
                        <a:ext uri="{FF2B5EF4-FFF2-40B4-BE49-F238E27FC236}">
                          <a16:creationId xmlns:a16="http://schemas.microsoft.com/office/drawing/2014/main" id="{E2F979CF-F35F-4E93-BA81-B405AF5953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1" name="直線コネクタ 65540">
                      <a:extLst>
                        <a:ext uri="{FF2B5EF4-FFF2-40B4-BE49-F238E27FC236}">
                          <a16:creationId xmlns:a16="http://schemas.microsoft.com/office/drawing/2014/main" id="{54CECCD7-F098-46DF-B39F-C790F2002B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2" name="直線コネクタ 65541">
                      <a:extLst>
                        <a:ext uri="{FF2B5EF4-FFF2-40B4-BE49-F238E27FC236}">
                          <a16:creationId xmlns:a16="http://schemas.microsoft.com/office/drawing/2014/main" id="{FED76E9E-E9C6-40B8-9A0C-A00BD4C38F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3" name="直線コネクタ 65542">
                      <a:extLst>
                        <a:ext uri="{FF2B5EF4-FFF2-40B4-BE49-F238E27FC236}">
                          <a16:creationId xmlns:a16="http://schemas.microsoft.com/office/drawing/2014/main" id="{1ABD3127-E887-492F-92AB-111C0AAF37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4" name="直線コネクタ 65543">
                      <a:extLst>
                        <a:ext uri="{FF2B5EF4-FFF2-40B4-BE49-F238E27FC236}">
                          <a16:creationId xmlns:a16="http://schemas.microsoft.com/office/drawing/2014/main" id="{3D52F3AE-5E3D-41B0-8A49-6A830DD29D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5" name="直線コネクタ 65544">
                      <a:extLst>
                        <a:ext uri="{FF2B5EF4-FFF2-40B4-BE49-F238E27FC236}">
                          <a16:creationId xmlns:a16="http://schemas.microsoft.com/office/drawing/2014/main" id="{6D40543A-7398-4552-8A13-99300892220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6" name="直線コネクタ 65545">
                      <a:extLst>
                        <a:ext uri="{FF2B5EF4-FFF2-40B4-BE49-F238E27FC236}">
                          <a16:creationId xmlns:a16="http://schemas.microsoft.com/office/drawing/2014/main" id="{08376982-DC6A-4494-B7D1-5200E4B8B6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7" name="直線コネクタ 65546">
                      <a:extLst>
                        <a:ext uri="{FF2B5EF4-FFF2-40B4-BE49-F238E27FC236}">
                          <a16:creationId xmlns:a16="http://schemas.microsoft.com/office/drawing/2014/main" id="{05EBBE50-2C0C-4071-B816-81D283F51B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8" name="直線コネクタ 65547">
                      <a:extLst>
                        <a:ext uri="{FF2B5EF4-FFF2-40B4-BE49-F238E27FC236}">
                          <a16:creationId xmlns:a16="http://schemas.microsoft.com/office/drawing/2014/main" id="{953A0847-D70F-4EAD-935E-E644661C7F7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49" name="直線コネクタ 65548">
                      <a:extLst>
                        <a:ext uri="{FF2B5EF4-FFF2-40B4-BE49-F238E27FC236}">
                          <a16:creationId xmlns:a16="http://schemas.microsoft.com/office/drawing/2014/main" id="{3DEFA0F2-B927-49C0-8D50-F94E9ABED55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50" name="直線コネクタ 65549">
                      <a:extLst>
                        <a:ext uri="{FF2B5EF4-FFF2-40B4-BE49-F238E27FC236}">
                          <a16:creationId xmlns:a16="http://schemas.microsoft.com/office/drawing/2014/main" id="{0941250A-ECF7-4FF5-9538-84CE6C86CB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5313" name="グループ化 65312">
                  <a:extLst>
                    <a:ext uri="{FF2B5EF4-FFF2-40B4-BE49-F238E27FC236}">
                      <a16:creationId xmlns:a16="http://schemas.microsoft.com/office/drawing/2014/main" id="{9BFEB065-8319-4CC4-9944-C00F5769A968}"/>
                    </a:ext>
                  </a:extLst>
                </p:cNvPr>
                <p:cNvGrpSpPr/>
                <p:nvPr/>
              </p:nvGrpSpPr>
              <p:grpSpPr>
                <a:xfrm rot="10800000">
                  <a:off x="7199185" y="4499695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5409" name="グループ化 65408">
                    <a:extLst>
                      <a:ext uri="{FF2B5EF4-FFF2-40B4-BE49-F238E27FC236}">
                        <a16:creationId xmlns:a16="http://schemas.microsoft.com/office/drawing/2014/main" id="{BABF9F34-C717-4B45-A689-0E02EB58B11B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457" name="直線コネクタ 65456">
                      <a:extLst>
                        <a:ext uri="{FF2B5EF4-FFF2-40B4-BE49-F238E27FC236}">
                          <a16:creationId xmlns:a16="http://schemas.microsoft.com/office/drawing/2014/main" id="{6E7CE6DA-6F59-487D-AB1F-72899768AB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8" name="直線コネクタ 65457">
                      <a:extLst>
                        <a:ext uri="{FF2B5EF4-FFF2-40B4-BE49-F238E27FC236}">
                          <a16:creationId xmlns:a16="http://schemas.microsoft.com/office/drawing/2014/main" id="{EB5ED08E-BBFB-4AB7-AE29-272C4E9C6D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9" name="直線コネクタ 65458">
                      <a:extLst>
                        <a:ext uri="{FF2B5EF4-FFF2-40B4-BE49-F238E27FC236}">
                          <a16:creationId xmlns:a16="http://schemas.microsoft.com/office/drawing/2014/main" id="{E795208A-83D2-4903-AE9B-EFECC8C7225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0" name="直線コネクタ 65459">
                      <a:extLst>
                        <a:ext uri="{FF2B5EF4-FFF2-40B4-BE49-F238E27FC236}">
                          <a16:creationId xmlns:a16="http://schemas.microsoft.com/office/drawing/2014/main" id="{9AA6E5E5-010E-4508-8EE3-5109490FB2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1" name="直線コネクタ 65460">
                      <a:extLst>
                        <a:ext uri="{FF2B5EF4-FFF2-40B4-BE49-F238E27FC236}">
                          <a16:creationId xmlns:a16="http://schemas.microsoft.com/office/drawing/2014/main" id="{40CD2FBE-9644-4B01-9E29-8D87215F33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2" name="直線コネクタ 65461">
                      <a:extLst>
                        <a:ext uri="{FF2B5EF4-FFF2-40B4-BE49-F238E27FC236}">
                          <a16:creationId xmlns:a16="http://schemas.microsoft.com/office/drawing/2014/main" id="{738E6A81-8290-4DCA-9E12-752D59F8A4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3" name="直線コネクタ 65462">
                      <a:extLst>
                        <a:ext uri="{FF2B5EF4-FFF2-40B4-BE49-F238E27FC236}">
                          <a16:creationId xmlns:a16="http://schemas.microsoft.com/office/drawing/2014/main" id="{EE4C561D-C3C0-4FCA-998D-2980C05CD5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4" name="直線コネクタ 65463">
                      <a:extLst>
                        <a:ext uri="{FF2B5EF4-FFF2-40B4-BE49-F238E27FC236}">
                          <a16:creationId xmlns:a16="http://schemas.microsoft.com/office/drawing/2014/main" id="{42039CA8-3E6B-4879-BAF4-241312F0FF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5" name="直線コネクタ 65464">
                      <a:extLst>
                        <a:ext uri="{FF2B5EF4-FFF2-40B4-BE49-F238E27FC236}">
                          <a16:creationId xmlns:a16="http://schemas.microsoft.com/office/drawing/2014/main" id="{81967A36-EAA3-4927-AFF0-F77CDAFBAD5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6" name="直線コネクタ 65465">
                      <a:extLst>
                        <a:ext uri="{FF2B5EF4-FFF2-40B4-BE49-F238E27FC236}">
                          <a16:creationId xmlns:a16="http://schemas.microsoft.com/office/drawing/2014/main" id="{4044378F-85EE-4B83-B5A0-79B6BCF502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7" name="直線コネクタ 65466">
                      <a:extLst>
                        <a:ext uri="{FF2B5EF4-FFF2-40B4-BE49-F238E27FC236}">
                          <a16:creationId xmlns:a16="http://schemas.microsoft.com/office/drawing/2014/main" id="{F2867D9A-B42A-49F6-AA52-DA1C3FC8D7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8" name="直線コネクタ 65467">
                      <a:extLst>
                        <a:ext uri="{FF2B5EF4-FFF2-40B4-BE49-F238E27FC236}">
                          <a16:creationId xmlns:a16="http://schemas.microsoft.com/office/drawing/2014/main" id="{A691C55B-4AED-4612-9E6F-2A2E821614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69" name="直線コネクタ 65468">
                      <a:extLst>
                        <a:ext uri="{FF2B5EF4-FFF2-40B4-BE49-F238E27FC236}">
                          <a16:creationId xmlns:a16="http://schemas.microsoft.com/office/drawing/2014/main" id="{A904D975-2606-4312-B21C-A2D10017FF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0" name="直線コネクタ 65469">
                      <a:extLst>
                        <a:ext uri="{FF2B5EF4-FFF2-40B4-BE49-F238E27FC236}">
                          <a16:creationId xmlns:a16="http://schemas.microsoft.com/office/drawing/2014/main" id="{5380FF72-5A2D-43AE-8F5A-11336CB33DB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1" name="直線コネクタ 65470">
                      <a:extLst>
                        <a:ext uri="{FF2B5EF4-FFF2-40B4-BE49-F238E27FC236}">
                          <a16:creationId xmlns:a16="http://schemas.microsoft.com/office/drawing/2014/main" id="{3767E0AF-247F-4EB2-B8D6-09AA90EBC53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2" name="直線コネクタ 65471">
                      <a:extLst>
                        <a:ext uri="{FF2B5EF4-FFF2-40B4-BE49-F238E27FC236}">
                          <a16:creationId xmlns:a16="http://schemas.microsoft.com/office/drawing/2014/main" id="{A2F09F27-41C2-4B4A-AA7D-5CAFEA377F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3" name="直線コネクタ 65472">
                      <a:extLst>
                        <a:ext uri="{FF2B5EF4-FFF2-40B4-BE49-F238E27FC236}">
                          <a16:creationId xmlns:a16="http://schemas.microsoft.com/office/drawing/2014/main" id="{6AC171C7-169B-4EEC-8EF9-EBBCC333CF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4" name="直線コネクタ 65473">
                      <a:extLst>
                        <a:ext uri="{FF2B5EF4-FFF2-40B4-BE49-F238E27FC236}">
                          <a16:creationId xmlns:a16="http://schemas.microsoft.com/office/drawing/2014/main" id="{E5361763-906B-4AF2-88F5-09F37BE742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5" name="直線コネクタ 65474">
                      <a:extLst>
                        <a:ext uri="{FF2B5EF4-FFF2-40B4-BE49-F238E27FC236}">
                          <a16:creationId xmlns:a16="http://schemas.microsoft.com/office/drawing/2014/main" id="{BBB4CB21-04FA-4C60-B820-0158E8B2F3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6" name="直線コネクタ 65475">
                      <a:extLst>
                        <a:ext uri="{FF2B5EF4-FFF2-40B4-BE49-F238E27FC236}">
                          <a16:creationId xmlns:a16="http://schemas.microsoft.com/office/drawing/2014/main" id="{56838E8B-F68A-401C-9017-4BD5CB7CC48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7" name="直線コネクタ 65476">
                      <a:extLst>
                        <a:ext uri="{FF2B5EF4-FFF2-40B4-BE49-F238E27FC236}">
                          <a16:creationId xmlns:a16="http://schemas.microsoft.com/office/drawing/2014/main" id="{BEBB9B9C-7834-4608-BB61-1958D2983C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8" name="直線コネクタ 65477">
                      <a:extLst>
                        <a:ext uri="{FF2B5EF4-FFF2-40B4-BE49-F238E27FC236}">
                          <a16:creationId xmlns:a16="http://schemas.microsoft.com/office/drawing/2014/main" id="{43E71F5D-E52A-4A81-BFBF-9D5EDDF282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79" name="直線コネクタ 65478">
                      <a:extLst>
                        <a:ext uri="{FF2B5EF4-FFF2-40B4-BE49-F238E27FC236}">
                          <a16:creationId xmlns:a16="http://schemas.microsoft.com/office/drawing/2014/main" id="{E1602A24-F9B9-49E6-A9F0-503C646475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0" name="直線コネクタ 65479">
                      <a:extLst>
                        <a:ext uri="{FF2B5EF4-FFF2-40B4-BE49-F238E27FC236}">
                          <a16:creationId xmlns:a16="http://schemas.microsoft.com/office/drawing/2014/main" id="{A74864C1-50F4-4238-AFB1-0633923585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1" name="直線コネクタ 65480">
                      <a:extLst>
                        <a:ext uri="{FF2B5EF4-FFF2-40B4-BE49-F238E27FC236}">
                          <a16:creationId xmlns:a16="http://schemas.microsoft.com/office/drawing/2014/main" id="{1CB7A0F9-0E2A-4E4B-A391-A287AF24EA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2" name="直線コネクタ 65481">
                      <a:extLst>
                        <a:ext uri="{FF2B5EF4-FFF2-40B4-BE49-F238E27FC236}">
                          <a16:creationId xmlns:a16="http://schemas.microsoft.com/office/drawing/2014/main" id="{DEC46C0B-C3D4-4C93-AE54-3CCB6D69188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3" name="直線コネクタ 65482">
                      <a:extLst>
                        <a:ext uri="{FF2B5EF4-FFF2-40B4-BE49-F238E27FC236}">
                          <a16:creationId xmlns:a16="http://schemas.microsoft.com/office/drawing/2014/main" id="{D7BBAA07-95EE-4BA5-B7B6-4D09EAF2E44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4" name="直線コネクタ 65483">
                      <a:extLst>
                        <a:ext uri="{FF2B5EF4-FFF2-40B4-BE49-F238E27FC236}">
                          <a16:creationId xmlns:a16="http://schemas.microsoft.com/office/drawing/2014/main" id="{CB81FD63-A0E6-44A5-AE35-F1445A7BE1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5" name="直線コネクタ 65484">
                      <a:extLst>
                        <a:ext uri="{FF2B5EF4-FFF2-40B4-BE49-F238E27FC236}">
                          <a16:creationId xmlns:a16="http://schemas.microsoft.com/office/drawing/2014/main" id="{3448BA74-7D16-4244-B955-03B0628EE1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6" name="直線コネクタ 65485">
                      <a:extLst>
                        <a:ext uri="{FF2B5EF4-FFF2-40B4-BE49-F238E27FC236}">
                          <a16:creationId xmlns:a16="http://schemas.microsoft.com/office/drawing/2014/main" id="{A5225370-E497-4CA7-B3E1-AB304035BE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7" name="直線コネクタ 65486">
                      <a:extLst>
                        <a:ext uri="{FF2B5EF4-FFF2-40B4-BE49-F238E27FC236}">
                          <a16:creationId xmlns:a16="http://schemas.microsoft.com/office/drawing/2014/main" id="{48CEF799-BA92-4781-9484-5E195D3957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8" name="直線コネクタ 65487">
                      <a:extLst>
                        <a:ext uri="{FF2B5EF4-FFF2-40B4-BE49-F238E27FC236}">
                          <a16:creationId xmlns:a16="http://schemas.microsoft.com/office/drawing/2014/main" id="{280EBDB5-9332-4B45-B55B-AF232395AC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89" name="直線コネクタ 65488">
                      <a:extLst>
                        <a:ext uri="{FF2B5EF4-FFF2-40B4-BE49-F238E27FC236}">
                          <a16:creationId xmlns:a16="http://schemas.microsoft.com/office/drawing/2014/main" id="{AB9FB24C-7166-487A-A5EA-AB5459B6D0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0" name="直線コネクタ 65489">
                      <a:extLst>
                        <a:ext uri="{FF2B5EF4-FFF2-40B4-BE49-F238E27FC236}">
                          <a16:creationId xmlns:a16="http://schemas.microsoft.com/office/drawing/2014/main" id="{DB2BEDA4-E1C5-44A7-B643-A876ED4F1A2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1" name="直線コネクタ 65490">
                      <a:extLst>
                        <a:ext uri="{FF2B5EF4-FFF2-40B4-BE49-F238E27FC236}">
                          <a16:creationId xmlns:a16="http://schemas.microsoft.com/office/drawing/2014/main" id="{03C6B056-4D36-4E0A-B969-4C9191D62F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2" name="直線コネクタ 65491">
                      <a:extLst>
                        <a:ext uri="{FF2B5EF4-FFF2-40B4-BE49-F238E27FC236}">
                          <a16:creationId xmlns:a16="http://schemas.microsoft.com/office/drawing/2014/main" id="{FF3EE304-DC6C-405F-A877-3228BA9573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3" name="直線コネクタ 65492">
                      <a:extLst>
                        <a:ext uri="{FF2B5EF4-FFF2-40B4-BE49-F238E27FC236}">
                          <a16:creationId xmlns:a16="http://schemas.microsoft.com/office/drawing/2014/main" id="{0AEB9F2F-08FA-478A-B35B-0BD5BB55CA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4" name="直線コネクタ 65493">
                      <a:extLst>
                        <a:ext uri="{FF2B5EF4-FFF2-40B4-BE49-F238E27FC236}">
                          <a16:creationId xmlns:a16="http://schemas.microsoft.com/office/drawing/2014/main" id="{2C06F301-2C35-487A-86CC-AB47B9E8E78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5" name="直線コネクタ 65494">
                      <a:extLst>
                        <a:ext uri="{FF2B5EF4-FFF2-40B4-BE49-F238E27FC236}">
                          <a16:creationId xmlns:a16="http://schemas.microsoft.com/office/drawing/2014/main" id="{06E3CF4A-C00C-4B90-B992-7AD459D56B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6" name="直線コネクタ 65495">
                      <a:extLst>
                        <a:ext uri="{FF2B5EF4-FFF2-40B4-BE49-F238E27FC236}">
                          <a16:creationId xmlns:a16="http://schemas.microsoft.com/office/drawing/2014/main" id="{42841EA9-965C-4E73-A51D-BE645742D4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7" name="直線コネクタ 65496">
                      <a:extLst>
                        <a:ext uri="{FF2B5EF4-FFF2-40B4-BE49-F238E27FC236}">
                          <a16:creationId xmlns:a16="http://schemas.microsoft.com/office/drawing/2014/main" id="{14018976-3C32-4FDC-A54F-A2F66939026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8" name="直線コネクタ 65497">
                      <a:extLst>
                        <a:ext uri="{FF2B5EF4-FFF2-40B4-BE49-F238E27FC236}">
                          <a16:creationId xmlns:a16="http://schemas.microsoft.com/office/drawing/2014/main" id="{7885294B-E1AF-4D10-815F-82AF62455F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99" name="直線コネクタ 65498">
                      <a:extLst>
                        <a:ext uri="{FF2B5EF4-FFF2-40B4-BE49-F238E27FC236}">
                          <a16:creationId xmlns:a16="http://schemas.microsoft.com/office/drawing/2014/main" id="{B9C36168-77D4-4DB3-9232-52E2664D47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00" name="直線コネクタ 65499">
                      <a:extLst>
                        <a:ext uri="{FF2B5EF4-FFF2-40B4-BE49-F238E27FC236}">
                          <a16:creationId xmlns:a16="http://schemas.microsoft.com/office/drawing/2014/main" id="{3F1D2A17-6338-42FE-BA9D-CFDD97C683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01" name="直線コネクタ 65500">
                      <a:extLst>
                        <a:ext uri="{FF2B5EF4-FFF2-40B4-BE49-F238E27FC236}">
                          <a16:creationId xmlns:a16="http://schemas.microsoft.com/office/drawing/2014/main" id="{65A4DB62-0C6E-49FB-9FD4-10C3C822EE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502" name="直線コネクタ 65501">
                      <a:extLst>
                        <a:ext uri="{FF2B5EF4-FFF2-40B4-BE49-F238E27FC236}">
                          <a16:creationId xmlns:a16="http://schemas.microsoft.com/office/drawing/2014/main" id="{C322BFBA-5AD1-4D37-853A-4D2BEFCB47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410" name="グループ化 65409">
                    <a:extLst>
                      <a:ext uri="{FF2B5EF4-FFF2-40B4-BE49-F238E27FC236}">
                        <a16:creationId xmlns:a16="http://schemas.microsoft.com/office/drawing/2014/main" id="{691E3ABD-30F5-423D-A5DC-ADE4C1425DBD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411" name="直線コネクタ 65410">
                      <a:extLst>
                        <a:ext uri="{FF2B5EF4-FFF2-40B4-BE49-F238E27FC236}">
                          <a16:creationId xmlns:a16="http://schemas.microsoft.com/office/drawing/2014/main" id="{6BC5B8AB-0481-4E50-B23B-2507883DA30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12" name="直線コネクタ 65411">
                      <a:extLst>
                        <a:ext uri="{FF2B5EF4-FFF2-40B4-BE49-F238E27FC236}">
                          <a16:creationId xmlns:a16="http://schemas.microsoft.com/office/drawing/2014/main" id="{19D9EDDC-5030-44FD-B84E-E32EB9D4D0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13" name="直線コネクタ 65412">
                      <a:extLst>
                        <a:ext uri="{FF2B5EF4-FFF2-40B4-BE49-F238E27FC236}">
                          <a16:creationId xmlns:a16="http://schemas.microsoft.com/office/drawing/2014/main" id="{8124EB5F-1C8C-49D4-9F3F-846FB58420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14" name="直線コネクタ 65413">
                      <a:extLst>
                        <a:ext uri="{FF2B5EF4-FFF2-40B4-BE49-F238E27FC236}">
                          <a16:creationId xmlns:a16="http://schemas.microsoft.com/office/drawing/2014/main" id="{91AF5DFA-9E15-4FD8-B962-62D7357BDB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15" name="直線コネクタ 65414">
                      <a:extLst>
                        <a:ext uri="{FF2B5EF4-FFF2-40B4-BE49-F238E27FC236}">
                          <a16:creationId xmlns:a16="http://schemas.microsoft.com/office/drawing/2014/main" id="{B86C2083-3D48-4788-A2F6-BEFF34D74B5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16" name="直線コネクタ 65415">
                      <a:extLst>
                        <a:ext uri="{FF2B5EF4-FFF2-40B4-BE49-F238E27FC236}">
                          <a16:creationId xmlns:a16="http://schemas.microsoft.com/office/drawing/2014/main" id="{5C9DB688-3C39-4478-9066-DD93B6F72A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17" name="直線コネクタ 65416">
                      <a:extLst>
                        <a:ext uri="{FF2B5EF4-FFF2-40B4-BE49-F238E27FC236}">
                          <a16:creationId xmlns:a16="http://schemas.microsoft.com/office/drawing/2014/main" id="{C1480F53-0582-4058-ACA1-F374AD6F9BC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18" name="直線コネクタ 65417">
                      <a:extLst>
                        <a:ext uri="{FF2B5EF4-FFF2-40B4-BE49-F238E27FC236}">
                          <a16:creationId xmlns:a16="http://schemas.microsoft.com/office/drawing/2014/main" id="{A887ABDC-2420-4423-B757-D4E1DFA0B8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19" name="直線コネクタ 65418">
                      <a:extLst>
                        <a:ext uri="{FF2B5EF4-FFF2-40B4-BE49-F238E27FC236}">
                          <a16:creationId xmlns:a16="http://schemas.microsoft.com/office/drawing/2014/main" id="{06D1ED67-1B29-4C0C-8EE1-AB7010A5C9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0" name="直線コネクタ 65419">
                      <a:extLst>
                        <a:ext uri="{FF2B5EF4-FFF2-40B4-BE49-F238E27FC236}">
                          <a16:creationId xmlns:a16="http://schemas.microsoft.com/office/drawing/2014/main" id="{5815A2E4-3DB1-46A8-9F86-355E839DA23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1" name="直線コネクタ 65420">
                      <a:extLst>
                        <a:ext uri="{FF2B5EF4-FFF2-40B4-BE49-F238E27FC236}">
                          <a16:creationId xmlns:a16="http://schemas.microsoft.com/office/drawing/2014/main" id="{E4FBCE57-CA1D-4237-8989-D103FC6C7F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2" name="直線コネクタ 65421">
                      <a:extLst>
                        <a:ext uri="{FF2B5EF4-FFF2-40B4-BE49-F238E27FC236}">
                          <a16:creationId xmlns:a16="http://schemas.microsoft.com/office/drawing/2014/main" id="{5A11DDC4-A506-4D29-A690-498E9BE626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3" name="直線コネクタ 65422">
                      <a:extLst>
                        <a:ext uri="{FF2B5EF4-FFF2-40B4-BE49-F238E27FC236}">
                          <a16:creationId xmlns:a16="http://schemas.microsoft.com/office/drawing/2014/main" id="{69B31519-6370-4F48-BD03-A59222666FF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4" name="直線コネクタ 65423">
                      <a:extLst>
                        <a:ext uri="{FF2B5EF4-FFF2-40B4-BE49-F238E27FC236}">
                          <a16:creationId xmlns:a16="http://schemas.microsoft.com/office/drawing/2014/main" id="{14009148-E369-42E2-8649-CC83882BEF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5" name="直線コネクタ 65424">
                      <a:extLst>
                        <a:ext uri="{FF2B5EF4-FFF2-40B4-BE49-F238E27FC236}">
                          <a16:creationId xmlns:a16="http://schemas.microsoft.com/office/drawing/2014/main" id="{452805FF-441E-4E52-8A05-63AA3F8ED5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6" name="直線コネクタ 65425">
                      <a:extLst>
                        <a:ext uri="{FF2B5EF4-FFF2-40B4-BE49-F238E27FC236}">
                          <a16:creationId xmlns:a16="http://schemas.microsoft.com/office/drawing/2014/main" id="{63B004E0-B686-4190-BB69-4255F2D7B3D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7" name="直線コネクタ 65426">
                      <a:extLst>
                        <a:ext uri="{FF2B5EF4-FFF2-40B4-BE49-F238E27FC236}">
                          <a16:creationId xmlns:a16="http://schemas.microsoft.com/office/drawing/2014/main" id="{16A5A699-4725-4E73-9094-FA09804134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8" name="直線コネクタ 65427">
                      <a:extLst>
                        <a:ext uri="{FF2B5EF4-FFF2-40B4-BE49-F238E27FC236}">
                          <a16:creationId xmlns:a16="http://schemas.microsoft.com/office/drawing/2014/main" id="{140F6BE6-D5D2-470E-8280-F5A5DD2A1A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29" name="直線コネクタ 65428">
                      <a:extLst>
                        <a:ext uri="{FF2B5EF4-FFF2-40B4-BE49-F238E27FC236}">
                          <a16:creationId xmlns:a16="http://schemas.microsoft.com/office/drawing/2014/main" id="{8D41933F-8105-4F0B-94C9-DD4839D02A4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0" name="直線コネクタ 65429">
                      <a:extLst>
                        <a:ext uri="{FF2B5EF4-FFF2-40B4-BE49-F238E27FC236}">
                          <a16:creationId xmlns:a16="http://schemas.microsoft.com/office/drawing/2014/main" id="{9EA8F309-0ABC-4473-BEFC-9FA3A17D8D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1" name="直線コネクタ 65430">
                      <a:extLst>
                        <a:ext uri="{FF2B5EF4-FFF2-40B4-BE49-F238E27FC236}">
                          <a16:creationId xmlns:a16="http://schemas.microsoft.com/office/drawing/2014/main" id="{EF14FE8D-4734-465D-BA25-DFDE127EEF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2" name="直線コネクタ 65431">
                      <a:extLst>
                        <a:ext uri="{FF2B5EF4-FFF2-40B4-BE49-F238E27FC236}">
                          <a16:creationId xmlns:a16="http://schemas.microsoft.com/office/drawing/2014/main" id="{71640300-DDC2-46C9-B14F-7E7BE5C2ED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3" name="直線コネクタ 65432">
                      <a:extLst>
                        <a:ext uri="{FF2B5EF4-FFF2-40B4-BE49-F238E27FC236}">
                          <a16:creationId xmlns:a16="http://schemas.microsoft.com/office/drawing/2014/main" id="{FA4D494C-E8DE-4B06-A0F7-B1C9B39478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4" name="直線コネクタ 65433">
                      <a:extLst>
                        <a:ext uri="{FF2B5EF4-FFF2-40B4-BE49-F238E27FC236}">
                          <a16:creationId xmlns:a16="http://schemas.microsoft.com/office/drawing/2014/main" id="{FF7D144A-D139-461F-A99B-1871999AF5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5" name="直線コネクタ 65434">
                      <a:extLst>
                        <a:ext uri="{FF2B5EF4-FFF2-40B4-BE49-F238E27FC236}">
                          <a16:creationId xmlns:a16="http://schemas.microsoft.com/office/drawing/2014/main" id="{EFB5BA67-C96F-4910-BB13-FDF36078C5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6" name="直線コネクタ 65435">
                      <a:extLst>
                        <a:ext uri="{FF2B5EF4-FFF2-40B4-BE49-F238E27FC236}">
                          <a16:creationId xmlns:a16="http://schemas.microsoft.com/office/drawing/2014/main" id="{E0E54D6A-C1B3-4C28-9459-3A3B907E04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7" name="直線コネクタ 65436">
                      <a:extLst>
                        <a:ext uri="{FF2B5EF4-FFF2-40B4-BE49-F238E27FC236}">
                          <a16:creationId xmlns:a16="http://schemas.microsoft.com/office/drawing/2014/main" id="{54FDFD75-3A96-4095-81CC-BC12BDD37E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8" name="直線コネクタ 65437">
                      <a:extLst>
                        <a:ext uri="{FF2B5EF4-FFF2-40B4-BE49-F238E27FC236}">
                          <a16:creationId xmlns:a16="http://schemas.microsoft.com/office/drawing/2014/main" id="{DFE99793-BAD5-4E3B-A044-9B66C8F7C4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39" name="直線コネクタ 65438">
                      <a:extLst>
                        <a:ext uri="{FF2B5EF4-FFF2-40B4-BE49-F238E27FC236}">
                          <a16:creationId xmlns:a16="http://schemas.microsoft.com/office/drawing/2014/main" id="{A83E21FA-9759-4FFA-983E-CB3F6280383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0" name="直線コネクタ 65439">
                      <a:extLst>
                        <a:ext uri="{FF2B5EF4-FFF2-40B4-BE49-F238E27FC236}">
                          <a16:creationId xmlns:a16="http://schemas.microsoft.com/office/drawing/2014/main" id="{6AFDE229-2E5E-4FBD-B566-468DC282AFC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1" name="直線コネクタ 65440">
                      <a:extLst>
                        <a:ext uri="{FF2B5EF4-FFF2-40B4-BE49-F238E27FC236}">
                          <a16:creationId xmlns:a16="http://schemas.microsoft.com/office/drawing/2014/main" id="{63F63479-E4A8-459D-A649-444FDD12B5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2" name="直線コネクタ 65441">
                      <a:extLst>
                        <a:ext uri="{FF2B5EF4-FFF2-40B4-BE49-F238E27FC236}">
                          <a16:creationId xmlns:a16="http://schemas.microsoft.com/office/drawing/2014/main" id="{FC6B4DD5-5B1E-43D3-BFA5-89397B830A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3" name="直線コネクタ 65442">
                      <a:extLst>
                        <a:ext uri="{FF2B5EF4-FFF2-40B4-BE49-F238E27FC236}">
                          <a16:creationId xmlns:a16="http://schemas.microsoft.com/office/drawing/2014/main" id="{17C944BE-C5CB-4FD2-B789-E0B4947D1C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4" name="直線コネクタ 65443">
                      <a:extLst>
                        <a:ext uri="{FF2B5EF4-FFF2-40B4-BE49-F238E27FC236}">
                          <a16:creationId xmlns:a16="http://schemas.microsoft.com/office/drawing/2014/main" id="{F68BCEDD-CE47-49E8-A21D-06613CA2970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5" name="直線コネクタ 65444">
                      <a:extLst>
                        <a:ext uri="{FF2B5EF4-FFF2-40B4-BE49-F238E27FC236}">
                          <a16:creationId xmlns:a16="http://schemas.microsoft.com/office/drawing/2014/main" id="{24696879-B623-45BB-9B07-D53E3FE76A3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6" name="直線コネクタ 65445">
                      <a:extLst>
                        <a:ext uri="{FF2B5EF4-FFF2-40B4-BE49-F238E27FC236}">
                          <a16:creationId xmlns:a16="http://schemas.microsoft.com/office/drawing/2014/main" id="{59248483-3628-4BEA-988B-50C7DD0A37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7" name="直線コネクタ 65446">
                      <a:extLst>
                        <a:ext uri="{FF2B5EF4-FFF2-40B4-BE49-F238E27FC236}">
                          <a16:creationId xmlns:a16="http://schemas.microsoft.com/office/drawing/2014/main" id="{2853309A-5910-4D2A-A727-8A4CEF7B93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8" name="直線コネクタ 65447">
                      <a:extLst>
                        <a:ext uri="{FF2B5EF4-FFF2-40B4-BE49-F238E27FC236}">
                          <a16:creationId xmlns:a16="http://schemas.microsoft.com/office/drawing/2014/main" id="{7DBACDA8-B184-4F30-9443-9416CBBD69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49" name="直線コネクタ 65448">
                      <a:extLst>
                        <a:ext uri="{FF2B5EF4-FFF2-40B4-BE49-F238E27FC236}">
                          <a16:creationId xmlns:a16="http://schemas.microsoft.com/office/drawing/2014/main" id="{97642BC9-A62A-4B76-94E6-D3BDA987B8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0" name="直線コネクタ 65449">
                      <a:extLst>
                        <a:ext uri="{FF2B5EF4-FFF2-40B4-BE49-F238E27FC236}">
                          <a16:creationId xmlns:a16="http://schemas.microsoft.com/office/drawing/2014/main" id="{D30806B1-EB63-4791-B0DD-2B59176C8CC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1" name="直線コネクタ 65450">
                      <a:extLst>
                        <a:ext uri="{FF2B5EF4-FFF2-40B4-BE49-F238E27FC236}">
                          <a16:creationId xmlns:a16="http://schemas.microsoft.com/office/drawing/2014/main" id="{9870AF88-1846-447F-AF6A-843FA858318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2" name="直線コネクタ 65451">
                      <a:extLst>
                        <a:ext uri="{FF2B5EF4-FFF2-40B4-BE49-F238E27FC236}">
                          <a16:creationId xmlns:a16="http://schemas.microsoft.com/office/drawing/2014/main" id="{F5771C54-DFC6-4017-A816-19A302F7F6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3" name="直線コネクタ 65452">
                      <a:extLst>
                        <a:ext uri="{FF2B5EF4-FFF2-40B4-BE49-F238E27FC236}">
                          <a16:creationId xmlns:a16="http://schemas.microsoft.com/office/drawing/2014/main" id="{86CE66AE-D0CF-4248-B343-AC589E2D25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4" name="直線コネクタ 65453">
                      <a:extLst>
                        <a:ext uri="{FF2B5EF4-FFF2-40B4-BE49-F238E27FC236}">
                          <a16:creationId xmlns:a16="http://schemas.microsoft.com/office/drawing/2014/main" id="{CA7866AF-2A44-4BDC-9850-98D05F3D1F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5" name="直線コネクタ 65454">
                      <a:extLst>
                        <a:ext uri="{FF2B5EF4-FFF2-40B4-BE49-F238E27FC236}">
                          <a16:creationId xmlns:a16="http://schemas.microsoft.com/office/drawing/2014/main" id="{9C75DD8D-D7CD-41C1-9B94-19EA07E88B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56" name="直線コネクタ 65455">
                      <a:extLst>
                        <a:ext uri="{FF2B5EF4-FFF2-40B4-BE49-F238E27FC236}">
                          <a16:creationId xmlns:a16="http://schemas.microsoft.com/office/drawing/2014/main" id="{3C0BBDAD-4F06-47C4-B10C-457AE71973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5314" name="グループ化 65313">
                  <a:extLst>
                    <a:ext uri="{FF2B5EF4-FFF2-40B4-BE49-F238E27FC236}">
                      <a16:creationId xmlns:a16="http://schemas.microsoft.com/office/drawing/2014/main" id="{801AC46D-2008-4C09-9E43-748B640E88E5}"/>
                    </a:ext>
                  </a:extLst>
                </p:cNvPr>
                <p:cNvGrpSpPr/>
                <p:nvPr/>
              </p:nvGrpSpPr>
              <p:grpSpPr>
                <a:xfrm rot="10800000">
                  <a:off x="6299066" y="5399456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5315" name="グループ化 65314">
                    <a:extLst>
                      <a:ext uri="{FF2B5EF4-FFF2-40B4-BE49-F238E27FC236}">
                        <a16:creationId xmlns:a16="http://schemas.microsoft.com/office/drawing/2014/main" id="{1D8E1F0B-427C-49CC-8FC0-FA6AAE30553B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363" name="直線コネクタ 65362">
                      <a:extLst>
                        <a:ext uri="{FF2B5EF4-FFF2-40B4-BE49-F238E27FC236}">
                          <a16:creationId xmlns:a16="http://schemas.microsoft.com/office/drawing/2014/main" id="{D1EC5BD6-E342-4DD5-91E9-FEC673ED98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4" name="直線コネクタ 65363">
                      <a:extLst>
                        <a:ext uri="{FF2B5EF4-FFF2-40B4-BE49-F238E27FC236}">
                          <a16:creationId xmlns:a16="http://schemas.microsoft.com/office/drawing/2014/main" id="{F9F1214C-7BDE-482C-81F4-3FE73285849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5" name="直線コネクタ 65364">
                      <a:extLst>
                        <a:ext uri="{FF2B5EF4-FFF2-40B4-BE49-F238E27FC236}">
                          <a16:creationId xmlns:a16="http://schemas.microsoft.com/office/drawing/2014/main" id="{2FFAB7FC-BAC0-4B39-8D07-E3EB34FBF5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6" name="直線コネクタ 65365">
                      <a:extLst>
                        <a:ext uri="{FF2B5EF4-FFF2-40B4-BE49-F238E27FC236}">
                          <a16:creationId xmlns:a16="http://schemas.microsoft.com/office/drawing/2014/main" id="{B7DA90C5-5C5B-4816-87F2-AD0E52E78AD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7" name="直線コネクタ 65366">
                      <a:extLst>
                        <a:ext uri="{FF2B5EF4-FFF2-40B4-BE49-F238E27FC236}">
                          <a16:creationId xmlns:a16="http://schemas.microsoft.com/office/drawing/2014/main" id="{0691C152-1AE8-4B35-99A0-3DECE4F8A53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8" name="直線コネクタ 65367">
                      <a:extLst>
                        <a:ext uri="{FF2B5EF4-FFF2-40B4-BE49-F238E27FC236}">
                          <a16:creationId xmlns:a16="http://schemas.microsoft.com/office/drawing/2014/main" id="{21725F5E-A984-4C46-BC2A-A76A15B91A7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9" name="直線コネクタ 65368">
                      <a:extLst>
                        <a:ext uri="{FF2B5EF4-FFF2-40B4-BE49-F238E27FC236}">
                          <a16:creationId xmlns:a16="http://schemas.microsoft.com/office/drawing/2014/main" id="{BAF8F3F7-4934-450D-BDEE-57B0875DE9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0" name="直線コネクタ 65369">
                      <a:extLst>
                        <a:ext uri="{FF2B5EF4-FFF2-40B4-BE49-F238E27FC236}">
                          <a16:creationId xmlns:a16="http://schemas.microsoft.com/office/drawing/2014/main" id="{D6FC9EB6-885F-4672-8838-1D8A6A809BC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1" name="直線コネクタ 65370">
                      <a:extLst>
                        <a:ext uri="{FF2B5EF4-FFF2-40B4-BE49-F238E27FC236}">
                          <a16:creationId xmlns:a16="http://schemas.microsoft.com/office/drawing/2014/main" id="{250C898F-E60D-4DD8-A7B1-CBB9AD7F0C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2" name="直線コネクタ 65371">
                      <a:extLst>
                        <a:ext uri="{FF2B5EF4-FFF2-40B4-BE49-F238E27FC236}">
                          <a16:creationId xmlns:a16="http://schemas.microsoft.com/office/drawing/2014/main" id="{E52DF4A2-58F8-45A4-AA29-6601C24907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3" name="直線コネクタ 65372">
                      <a:extLst>
                        <a:ext uri="{FF2B5EF4-FFF2-40B4-BE49-F238E27FC236}">
                          <a16:creationId xmlns:a16="http://schemas.microsoft.com/office/drawing/2014/main" id="{568C4F44-DFA5-4F32-9DAF-02DD79A15AA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4" name="直線コネクタ 65373">
                      <a:extLst>
                        <a:ext uri="{FF2B5EF4-FFF2-40B4-BE49-F238E27FC236}">
                          <a16:creationId xmlns:a16="http://schemas.microsoft.com/office/drawing/2014/main" id="{7E29F3D4-ED7A-4A9E-AA45-4F216F1F1F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5" name="直線コネクタ 65374">
                      <a:extLst>
                        <a:ext uri="{FF2B5EF4-FFF2-40B4-BE49-F238E27FC236}">
                          <a16:creationId xmlns:a16="http://schemas.microsoft.com/office/drawing/2014/main" id="{8CB65091-9A39-4647-A6EB-B7C6E1267B8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6" name="直線コネクタ 65375">
                      <a:extLst>
                        <a:ext uri="{FF2B5EF4-FFF2-40B4-BE49-F238E27FC236}">
                          <a16:creationId xmlns:a16="http://schemas.microsoft.com/office/drawing/2014/main" id="{604D2357-AD59-4B76-91F3-44D6B7CBA8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7" name="直線コネクタ 65376">
                      <a:extLst>
                        <a:ext uri="{FF2B5EF4-FFF2-40B4-BE49-F238E27FC236}">
                          <a16:creationId xmlns:a16="http://schemas.microsoft.com/office/drawing/2014/main" id="{032A78B6-24D3-4D82-9BC9-A2208FE0C6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8" name="直線コネクタ 65377">
                      <a:extLst>
                        <a:ext uri="{FF2B5EF4-FFF2-40B4-BE49-F238E27FC236}">
                          <a16:creationId xmlns:a16="http://schemas.microsoft.com/office/drawing/2014/main" id="{A1BC8A32-3BA5-4B64-B34D-BC318486F5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79" name="直線コネクタ 65378">
                      <a:extLst>
                        <a:ext uri="{FF2B5EF4-FFF2-40B4-BE49-F238E27FC236}">
                          <a16:creationId xmlns:a16="http://schemas.microsoft.com/office/drawing/2014/main" id="{0A3F18FE-3A57-4162-B53F-BF92414C82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0" name="直線コネクタ 65379">
                      <a:extLst>
                        <a:ext uri="{FF2B5EF4-FFF2-40B4-BE49-F238E27FC236}">
                          <a16:creationId xmlns:a16="http://schemas.microsoft.com/office/drawing/2014/main" id="{B45E7D66-4FF4-4D73-AA15-942B9B813A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1" name="直線コネクタ 65380">
                      <a:extLst>
                        <a:ext uri="{FF2B5EF4-FFF2-40B4-BE49-F238E27FC236}">
                          <a16:creationId xmlns:a16="http://schemas.microsoft.com/office/drawing/2014/main" id="{ED89CD7C-CC84-4CF5-A44B-B4B8EF043C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2" name="直線コネクタ 65381">
                      <a:extLst>
                        <a:ext uri="{FF2B5EF4-FFF2-40B4-BE49-F238E27FC236}">
                          <a16:creationId xmlns:a16="http://schemas.microsoft.com/office/drawing/2014/main" id="{DEFEF925-F1A5-4E0C-BC7D-2B86E2DE4DF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3" name="直線コネクタ 65382">
                      <a:extLst>
                        <a:ext uri="{FF2B5EF4-FFF2-40B4-BE49-F238E27FC236}">
                          <a16:creationId xmlns:a16="http://schemas.microsoft.com/office/drawing/2014/main" id="{A0849F6C-02A2-4989-BDF8-854AB075DF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4" name="直線コネクタ 65383">
                      <a:extLst>
                        <a:ext uri="{FF2B5EF4-FFF2-40B4-BE49-F238E27FC236}">
                          <a16:creationId xmlns:a16="http://schemas.microsoft.com/office/drawing/2014/main" id="{4E533663-7149-4A8F-90E1-69F4494CF41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5" name="直線コネクタ 65384">
                      <a:extLst>
                        <a:ext uri="{FF2B5EF4-FFF2-40B4-BE49-F238E27FC236}">
                          <a16:creationId xmlns:a16="http://schemas.microsoft.com/office/drawing/2014/main" id="{36B0D7A2-409B-4305-8CEE-4033799C14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6" name="直線コネクタ 65385">
                      <a:extLst>
                        <a:ext uri="{FF2B5EF4-FFF2-40B4-BE49-F238E27FC236}">
                          <a16:creationId xmlns:a16="http://schemas.microsoft.com/office/drawing/2014/main" id="{4DA606A0-55CD-4F1A-B389-B6E3A1A7EB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7" name="直線コネクタ 65386">
                      <a:extLst>
                        <a:ext uri="{FF2B5EF4-FFF2-40B4-BE49-F238E27FC236}">
                          <a16:creationId xmlns:a16="http://schemas.microsoft.com/office/drawing/2014/main" id="{540B683F-8DF9-4A40-BEA3-D048E76A74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8" name="直線コネクタ 65387">
                      <a:extLst>
                        <a:ext uri="{FF2B5EF4-FFF2-40B4-BE49-F238E27FC236}">
                          <a16:creationId xmlns:a16="http://schemas.microsoft.com/office/drawing/2014/main" id="{88B13B8A-6401-4225-954B-AC6848CBCA1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89" name="直線コネクタ 65388">
                      <a:extLst>
                        <a:ext uri="{FF2B5EF4-FFF2-40B4-BE49-F238E27FC236}">
                          <a16:creationId xmlns:a16="http://schemas.microsoft.com/office/drawing/2014/main" id="{8287FE7B-96B5-4910-A679-04C731EED5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0" name="直線コネクタ 65389">
                      <a:extLst>
                        <a:ext uri="{FF2B5EF4-FFF2-40B4-BE49-F238E27FC236}">
                          <a16:creationId xmlns:a16="http://schemas.microsoft.com/office/drawing/2014/main" id="{B89C1C22-5694-4291-B201-4CDE69A312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1" name="直線コネクタ 65390">
                      <a:extLst>
                        <a:ext uri="{FF2B5EF4-FFF2-40B4-BE49-F238E27FC236}">
                          <a16:creationId xmlns:a16="http://schemas.microsoft.com/office/drawing/2014/main" id="{61B1F9D4-97C4-45E2-AA9D-153057B6463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2" name="直線コネクタ 65391">
                      <a:extLst>
                        <a:ext uri="{FF2B5EF4-FFF2-40B4-BE49-F238E27FC236}">
                          <a16:creationId xmlns:a16="http://schemas.microsoft.com/office/drawing/2014/main" id="{8C172CCA-9B64-407E-9E14-10477EF4F6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3" name="直線コネクタ 65392">
                      <a:extLst>
                        <a:ext uri="{FF2B5EF4-FFF2-40B4-BE49-F238E27FC236}">
                          <a16:creationId xmlns:a16="http://schemas.microsoft.com/office/drawing/2014/main" id="{95BADF0C-33DE-4FA0-BC76-8C80B357CA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4" name="直線コネクタ 65393">
                      <a:extLst>
                        <a:ext uri="{FF2B5EF4-FFF2-40B4-BE49-F238E27FC236}">
                          <a16:creationId xmlns:a16="http://schemas.microsoft.com/office/drawing/2014/main" id="{1D74B2BF-0710-493A-923D-D58ED336B8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5" name="直線コネクタ 65394">
                      <a:extLst>
                        <a:ext uri="{FF2B5EF4-FFF2-40B4-BE49-F238E27FC236}">
                          <a16:creationId xmlns:a16="http://schemas.microsoft.com/office/drawing/2014/main" id="{8C3C8D01-79CE-4F70-82D0-6D9351B11E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6" name="直線コネクタ 65395">
                      <a:extLst>
                        <a:ext uri="{FF2B5EF4-FFF2-40B4-BE49-F238E27FC236}">
                          <a16:creationId xmlns:a16="http://schemas.microsoft.com/office/drawing/2014/main" id="{A564ECF1-D476-4D89-8C1F-C15E72C365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7" name="直線コネクタ 65396">
                      <a:extLst>
                        <a:ext uri="{FF2B5EF4-FFF2-40B4-BE49-F238E27FC236}">
                          <a16:creationId xmlns:a16="http://schemas.microsoft.com/office/drawing/2014/main" id="{135F2614-3F6B-43BE-A8E0-8B01D629B6A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8" name="直線コネクタ 65397">
                      <a:extLst>
                        <a:ext uri="{FF2B5EF4-FFF2-40B4-BE49-F238E27FC236}">
                          <a16:creationId xmlns:a16="http://schemas.microsoft.com/office/drawing/2014/main" id="{764CA404-C011-420C-91C4-190D800E96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99" name="直線コネクタ 65398">
                      <a:extLst>
                        <a:ext uri="{FF2B5EF4-FFF2-40B4-BE49-F238E27FC236}">
                          <a16:creationId xmlns:a16="http://schemas.microsoft.com/office/drawing/2014/main" id="{191D1A5D-86F5-4D35-AB82-36CFF75D982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0" name="直線コネクタ 65399">
                      <a:extLst>
                        <a:ext uri="{FF2B5EF4-FFF2-40B4-BE49-F238E27FC236}">
                          <a16:creationId xmlns:a16="http://schemas.microsoft.com/office/drawing/2014/main" id="{1FA41AF0-A76F-4198-A85F-17F7EEE1A76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1" name="直線コネクタ 65400">
                      <a:extLst>
                        <a:ext uri="{FF2B5EF4-FFF2-40B4-BE49-F238E27FC236}">
                          <a16:creationId xmlns:a16="http://schemas.microsoft.com/office/drawing/2014/main" id="{A7B366FD-B4DB-4095-813F-BFC61D4DC7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2" name="直線コネクタ 65401">
                      <a:extLst>
                        <a:ext uri="{FF2B5EF4-FFF2-40B4-BE49-F238E27FC236}">
                          <a16:creationId xmlns:a16="http://schemas.microsoft.com/office/drawing/2014/main" id="{60AB9783-234D-4CCE-950F-C2FDE923E6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3" name="直線コネクタ 65402">
                      <a:extLst>
                        <a:ext uri="{FF2B5EF4-FFF2-40B4-BE49-F238E27FC236}">
                          <a16:creationId xmlns:a16="http://schemas.microsoft.com/office/drawing/2014/main" id="{8BC1F3EF-85E9-4B88-964A-97A9865CF33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4" name="直線コネクタ 65403">
                      <a:extLst>
                        <a:ext uri="{FF2B5EF4-FFF2-40B4-BE49-F238E27FC236}">
                          <a16:creationId xmlns:a16="http://schemas.microsoft.com/office/drawing/2014/main" id="{0F6B6FEB-26C4-4F0A-8226-F43010F9354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5" name="直線コネクタ 65404">
                      <a:extLst>
                        <a:ext uri="{FF2B5EF4-FFF2-40B4-BE49-F238E27FC236}">
                          <a16:creationId xmlns:a16="http://schemas.microsoft.com/office/drawing/2014/main" id="{2D200A10-2B4A-4E30-A901-0611B624C1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6" name="直線コネクタ 65405">
                      <a:extLst>
                        <a:ext uri="{FF2B5EF4-FFF2-40B4-BE49-F238E27FC236}">
                          <a16:creationId xmlns:a16="http://schemas.microsoft.com/office/drawing/2014/main" id="{728C4354-FEAB-49DF-9355-D976675914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7" name="直線コネクタ 65406">
                      <a:extLst>
                        <a:ext uri="{FF2B5EF4-FFF2-40B4-BE49-F238E27FC236}">
                          <a16:creationId xmlns:a16="http://schemas.microsoft.com/office/drawing/2014/main" id="{88902704-B39C-4A21-B7E8-ED00BE6C8D0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408" name="直線コネクタ 65407">
                      <a:extLst>
                        <a:ext uri="{FF2B5EF4-FFF2-40B4-BE49-F238E27FC236}">
                          <a16:creationId xmlns:a16="http://schemas.microsoft.com/office/drawing/2014/main" id="{0430EF4C-E07B-4855-B49C-44FC7F09EB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316" name="グループ化 65315">
                    <a:extLst>
                      <a:ext uri="{FF2B5EF4-FFF2-40B4-BE49-F238E27FC236}">
                        <a16:creationId xmlns:a16="http://schemas.microsoft.com/office/drawing/2014/main" id="{36006194-3DD9-478E-BA67-29F6410AFDB9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317" name="直線コネクタ 65316">
                      <a:extLst>
                        <a:ext uri="{FF2B5EF4-FFF2-40B4-BE49-F238E27FC236}">
                          <a16:creationId xmlns:a16="http://schemas.microsoft.com/office/drawing/2014/main" id="{5FC925B3-44B2-4A94-9409-5A3E62A11F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18" name="直線コネクタ 65317">
                      <a:extLst>
                        <a:ext uri="{FF2B5EF4-FFF2-40B4-BE49-F238E27FC236}">
                          <a16:creationId xmlns:a16="http://schemas.microsoft.com/office/drawing/2014/main" id="{D1284B65-47F1-42CD-B630-E3F90CDCA71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19" name="直線コネクタ 65318">
                      <a:extLst>
                        <a:ext uri="{FF2B5EF4-FFF2-40B4-BE49-F238E27FC236}">
                          <a16:creationId xmlns:a16="http://schemas.microsoft.com/office/drawing/2014/main" id="{9F7CE963-4660-4148-B7D9-69F22583FE6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0" name="直線コネクタ 65319">
                      <a:extLst>
                        <a:ext uri="{FF2B5EF4-FFF2-40B4-BE49-F238E27FC236}">
                          <a16:creationId xmlns:a16="http://schemas.microsoft.com/office/drawing/2014/main" id="{32F754AE-E3CA-499E-B38F-5D5BAD85EB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1" name="直線コネクタ 65320">
                      <a:extLst>
                        <a:ext uri="{FF2B5EF4-FFF2-40B4-BE49-F238E27FC236}">
                          <a16:creationId xmlns:a16="http://schemas.microsoft.com/office/drawing/2014/main" id="{277EA7AF-0067-445C-AD0F-9685D602C12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2" name="直線コネクタ 65321">
                      <a:extLst>
                        <a:ext uri="{FF2B5EF4-FFF2-40B4-BE49-F238E27FC236}">
                          <a16:creationId xmlns:a16="http://schemas.microsoft.com/office/drawing/2014/main" id="{DB2AFC17-3BD3-4BD4-85CB-9436731E75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3" name="直線コネクタ 65322">
                      <a:extLst>
                        <a:ext uri="{FF2B5EF4-FFF2-40B4-BE49-F238E27FC236}">
                          <a16:creationId xmlns:a16="http://schemas.microsoft.com/office/drawing/2014/main" id="{578F1EA6-0D4F-4DA0-A1F8-D342811296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4" name="直線コネクタ 65323">
                      <a:extLst>
                        <a:ext uri="{FF2B5EF4-FFF2-40B4-BE49-F238E27FC236}">
                          <a16:creationId xmlns:a16="http://schemas.microsoft.com/office/drawing/2014/main" id="{D4EEB403-3C2D-4CBA-A1FB-4A028994457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5" name="直線コネクタ 65324">
                      <a:extLst>
                        <a:ext uri="{FF2B5EF4-FFF2-40B4-BE49-F238E27FC236}">
                          <a16:creationId xmlns:a16="http://schemas.microsoft.com/office/drawing/2014/main" id="{DA9377D3-DC7D-422D-B413-D6B4E11B24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6" name="直線コネクタ 65325">
                      <a:extLst>
                        <a:ext uri="{FF2B5EF4-FFF2-40B4-BE49-F238E27FC236}">
                          <a16:creationId xmlns:a16="http://schemas.microsoft.com/office/drawing/2014/main" id="{00781109-0106-4B31-935D-C688FD1665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7" name="直線コネクタ 65326">
                      <a:extLst>
                        <a:ext uri="{FF2B5EF4-FFF2-40B4-BE49-F238E27FC236}">
                          <a16:creationId xmlns:a16="http://schemas.microsoft.com/office/drawing/2014/main" id="{7E1EFCFE-EE7E-46FC-89BC-8BE681EBF5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8" name="直線コネクタ 65327">
                      <a:extLst>
                        <a:ext uri="{FF2B5EF4-FFF2-40B4-BE49-F238E27FC236}">
                          <a16:creationId xmlns:a16="http://schemas.microsoft.com/office/drawing/2014/main" id="{08603DA1-8450-4FBD-A1BA-ACE933FE48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29" name="直線コネクタ 65328">
                      <a:extLst>
                        <a:ext uri="{FF2B5EF4-FFF2-40B4-BE49-F238E27FC236}">
                          <a16:creationId xmlns:a16="http://schemas.microsoft.com/office/drawing/2014/main" id="{D67DBA1B-71E7-4336-ABBA-D142CB661CA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0" name="直線コネクタ 65329">
                      <a:extLst>
                        <a:ext uri="{FF2B5EF4-FFF2-40B4-BE49-F238E27FC236}">
                          <a16:creationId xmlns:a16="http://schemas.microsoft.com/office/drawing/2014/main" id="{4D41C59A-3AEA-4D77-B1A1-049C2B8DEB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1" name="直線コネクタ 65330">
                      <a:extLst>
                        <a:ext uri="{FF2B5EF4-FFF2-40B4-BE49-F238E27FC236}">
                          <a16:creationId xmlns:a16="http://schemas.microsoft.com/office/drawing/2014/main" id="{3D6199A2-03FB-4369-A482-96EB8D57E2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2" name="直線コネクタ 65331">
                      <a:extLst>
                        <a:ext uri="{FF2B5EF4-FFF2-40B4-BE49-F238E27FC236}">
                          <a16:creationId xmlns:a16="http://schemas.microsoft.com/office/drawing/2014/main" id="{72A0CCBB-CE9F-4B24-BAB0-DCA642A64B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3" name="直線コネクタ 65332">
                      <a:extLst>
                        <a:ext uri="{FF2B5EF4-FFF2-40B4-BE49-F238E27FC236}">
                          <a16:creationId xmlns:a16="http://schemas.microsoft.com/office/drawing/2014/main" id="{0400009B-F13B-4468-8AC1-6F4276A4C3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4" name="直線コネクタ 65333">
                      <a:extLst>
                        <a:ext uri="{FF2B5EF4-FFF2-40B4-BE49-F238E27FC236}">
                          <a16:creationId xmlns:a16="http://schemas.microsoft.com/office/drawing/2014/main" id="{EECDF013-87D0-4D9B-8574-76A21CAD3A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5" name="直線コネクタ 65334">
                      <a:extLst>
                        <a:ext uri="{FF2B5EF4-FFF2-40B4-BE49-F238E27FC236}">
                          <a16:creationId xmlns:a16="http://schemas.microsoft.com/office/drawing/2014/main" id="{ADAC3A99-23A9-4879-8368-1195DCE7A2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6" name="直線コネクタ 65335">
                      <a:extLst>
                        <a:ext uri="{FF2B5EF4-FFF2-40B4-BE49-F238E27FC236}">
                          <a16:creationId xmlns:a16="http://schemas.microsoft.com/office/drawing/2014/main" id="{1FAE1D61-C899-403C-AA3E-A1A241F469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7" name="直線コネクタ 65336">
                      <a:extLst>
                        <a:ext uri="{FF2B5EF4-FFF2-40B4-BE49-F238E27FC236}">
                          <a16:creationId xmlns:a16="http://schemas.microsoft.com/office/drawing/2014/main" id="{47E935CF-6878-449B-A196-E6A393F59C3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8" name="直線コネクタ 65337">
                      <a:extLst>
                        <a:ext uri="{FF2B5EF4-FFF2-40B4-BE49-F238E27FC236}">
                          <a16:creationId xmlns:a16="http://schemas.microsoft.com/office/drawing/2014/main" id="{8658E222-BF7D-4D2F-84E6-93F6F462B4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39" name="直線コネクタ 65338">
                      <a:extLst>
                        <a:ext uri="{FF2B5EF4-FFF2-40B4-BE49-F238E27FC236}">
                          <a16:creationId xmlns:a16="http://schemas.microsoft.com/office/drawing/2014/main" id="{7A0C1C27-3201-4EEB-9268-D847BF8ADB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0" name="直線コネクタ 65339">
                      <a:extLst>
                        <a:ext uri="{FF2B5EF4-FFF2-40B4-BE49-F238E27FC236}">
                          <a16:creationId xmlns:a16="http://schemas.microsoft.com/office/drawing/2014/main" id="{2BCC595C-2C0C-488C-8A36-316438CD35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1" name="直線コネクタ 65340">
                      <a:extLst>
                        <a:ext uri="{FF2B5EF4-FFF2-40B4-BE49-F238E27FC236}">
                          <a16:creationId xmlns:a16="http://schemas.microsoft.com/office/drawing/2014/main" id="{5D4B56F7-AA95-4B3B-9D73-58B17360645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2" name="直線コネクタ 65341">
                      <a:extLst>
                        <a:ext uri="{FF2B5EF4-FFF2-40B4-BE49-F238E27FC236}">
                          <a16:creationId xmlns:a16="http://schemas.microsoft.com/office/drawing/2014/main" id="{C9608BF3-0CD8-43A1-A5E0-2CD94E68AC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3" name="直線コネクタ 65342">
                      <a:extLst>
                        <a:ext uri="{FF2B5EF4-FFF2-40B4-BE49-F238E27FC236}">
                          <a16:creationId xmlns:a16="http://schemas.microsoft.com/office/drawing/2014/main" id="{2F8181A7-C4C5-4DD1-8848-1A109E3EBC7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4" name="直線コネクタ 65343">
                      <a:extLst>
                        <a:ext uri="{FF2B5EF4-FFF2-40B4-BE49-F238E27FC236}">
                          <a16:creationId xmlns:a16="http://schemas.microsoft.com/office/drawing/2014/main" id="{3B6EF321-627B-4938-AD96-967AD7FFE4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5" name="直線コネクタ 65344">
                      <a:extLst>
                        <a:ext uri="{FF2B5EF4-FFF2-40B4-BE49-F238E27FC236}">
                          <a16:creationId xmlns:a16="http://schemas.microsoft.com/office/drawing/2014/main" id="{628A7A3E-59B1-4662-9D2E-7AC254982B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6" name="直線コネクタ 65345">
                      <a:extLst>
                        <a:ext uri="{FF2B5EF4-FFF2-40B4-BE49-F238E27FC236}">
                          <a16:creationId xmlns:a16="http://schemas.microsoft.com/office/drawing/2014/main" id="{AA2F9B94-F0D7-4222-ADEE-BFC43444ACF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7" name="直線コネクタ 65346">
                      <a:extLst>
                        <a:ext uri="{FF2B5EF4-FFF2-40B4-BE49-F238E27FC236}">
                          <a16:creationId xmlns:a16="http://schemas.microsoft.com/office/drawing/2014/main" id="{3404074F-C5BD-448E-8869-CA1436E631D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8" name="直線コネクタ 65347">
                      <a:extLst>
                        <a:ext uri="{FF2B5EF4-FFF2-40B4-BE49-F238E27FC236}">
                          <a16:creationId xmlns:a16="http://schemas.microsoft.com/office/drawing/2014/main" id="{D90D432F-CA71-437A-8A18-685BA5B867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49" name="直線コネクタ 65348">
                      <a:extLst>
                        <a:ext uri="{FF2B5EF4-FFF2-40B4-BE49-F238E27FC236}">
                          <a16:creationId xmlns:a16="http://schemas.microsoft.com/office/drawing/2014/main" id="{BE10A5D0-57F1-41D3-B228-BB674656CD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0" name="直線コネクタ 65349">
                      <a:extLst>
                        <a:ext uri="{FF2B5EF4-FFF2-40B4-BE49-F238E27FC236}">
                          <a16:creationId xmlns:a16="http://schemas.microsoft.com/office/drawing/2014/main" id="{83185557-3A38-48DE-94E8-D7EF6B7970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1" name="直線コネクタ 65350">
                      <a:extLst>
                        <a:ext uri="{FF2B5EF4-FFF2-40B4-BE49-F238E27FC236}">
                          <a16:creationId xmlns:a16="http://schemas.microsoft.com/office/drawing/2014/main" id="{7891C80A-A44B-4D33-8FF8-60720C1DC3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2" name="直線コネクタ 65351">
                      <a:extLst>
                        <a:ext uri="{FF2B5EF4-FFF2-40B4-BE49-F238E27FC236}">
                          <a16:creationId xmlns:a16="http://schemas.microsoft.com/office/drawing/2014/main" id="{11541D9F-B997-4D54-A2E3-E10C603E2F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3" name="直線コネクタ 65352">
                      <a:extLst>
                        <a:ext uri="{FF2B5EF4-FFF2-40B4-BE49-F238E27FC236}">
                          <a16:creationId xmlns:a16="http://schemas.microsoft.com/office/drawing/2014/main" id="{370E7079-5456-44BF-8C85-CC804D9A43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4" name="直線コネクタ 65353">
                      <a:extLst>
                        <a:ext uri="{FF2B5EF4-FFF2-40B4-BE49-F238E27FC236}">
                          <a16:creationId xmlns:a16="http://schemas.microsoft.com/office/drawing/2014/main" id="{C5B9330B-7AF8-4923-9BA4-98726C5F06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5" name="直線コネクタ 65354">
                      <a:extLst>
                        <a:ext uri="{FF2B5EF4-FFF2-40B4-BE49-F238E27FC236}">
                          <a16:creationId xmlns:a16="http://schemas.microsoft.com/office/drawing/2014/main" id="{C52D4119-5D4E-4329-8FC8-695B27B033A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6" name="直線コネクタ 65355">
                      <a:extLst>
                        <a:ext uri="{FF2B5EF4-FFF2-40B4-BE49-F238E27FC236}">
                          <a16:creationId xmlns:a16="http://schemas.microsoft.com/office/drawing/2014/main" id="{1DD09A54-8FD1-43FE-83CB-C573CD5850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7" name="直線コネクタ 65356">
                      <a:extLst>
                        <a:ext uri="{FF2B5EF4-FFF2-40B4-BE49-F238E27FC236}">
                          <a16:creationId xmlns:a16="http://schemas.microsoft.com/office/drawing/2014/main" id="{C843EB91-4737-4C54-BF96-D97A108A5B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8" name="直線コネクタ 65357">
                      <a:extLst>
                        <a:ext uri="{FF2B5EF4-FFF2-40B4-BE49-F238E27FC236}">
                          <a16:creationId xmlns:a16="http://schemas.microsoft.com/office/drawing/2014/main" id="{B6EB5967-F9EA-450B-81F1-0EBAE9A617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59" name="直線コネクタ 65358">
                      <a:extLst>
                        <a:ext uri="{FF2B5EF4-FFF2-40B4-BE49-F238E27FC236}">
                          <a16:creationId xmlns:a16="http://schemas.microsoft.com/office/drawing/2014/main" id="{04E2D70B-A89E-4832-8F82-1DC727136F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0" name="直線コネクタ 65359">
                      <a:extLst>
                        <a:ext uri="{FF2B5EF4-FFF2-40B4-BE49-F238E27FC236}">
                          <a16:creationId xmlns:a16="http://schemas.microsoft.com/office/drawing/2014/main" id="{A16C85CC-BD5D-465B-ABB8-96D0CB2180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1" name="直線コネクタ 65360">
                      <a:extLst>
                        <a:ext uri="{FF2B5EF4-FFF2-40B4-BE49-F238E27FC236}">
                          <a16:creationId xmlns:a16="http://schemas.microsoft.com/office/drawing/2014/main" id="{CBFFCB3E-3DBB-4042-AC9F-0ECBEAA433D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62" name="直線コネクタ 65361">
                      <a:extLst>
                        <a:ext uri="{FF2B5EF4-FFF2-40B4-BE49-F238E27FC236}">
                          <a16:creationId xmlns:a16="http://schemas.microsoft.com/office/drawing/2014/main" id="{4BB96539-748B-436E-B85F-EAB62A17E0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49858" name="グループ化 49857">
                <a:extLst>
                  <a:ext uri="{FF2B5EF4-FFF2-40B4-BE49-F238E27FC236}">
                    <a16:creationId xmlns:a16="http://schemas.microsoft.com/office/drawing/2014/main" id="{CF35DEF8-E3CE-46C0-B347-A77856DF96BC}"/>
                  </a:ext>
                </a:extLst>
              </p:cNvPr>
              <p:cNvGrpSpPr/>
              <p:nvPr/>
            </p:nvGrpSpPr>
            <p:grpSpPr>
              <a:xfrm rot="5400000">
                <a:off x="3600152" y="1800426"/>
                <a:ext cx="3600000" cy="3600000"/>
                <a:chOff x="5399185" y="3599456"/>
                <a:chExt cx="3600000" cy="3600000"/>
              </a:xfrm>
            </p:grpSpPr>
            <p:grpSp>
              <p:nvGrpSpPr>
                <p:cNvPr id="64931" name="グループ化 64930">
                  <a:extLst>
                    <a:ext uri="{FF2B5EF4-FFF2-40B4-BE49-F238E27FC236}">
                      <a16:creationId xmlns:a16="http://schemas.microsoft.com/office/drawing/2014/main" id="{B2149E08-426A-4DDE-8119-A107852F36F9}"/>
                    </a:ext>
                  </a:extLst>
                </p:cNvPr>
                <p:cNvGrpSpPr/>
                <p:nvPr/>
              </p:nvGrpSpPr>
              <p:grpSpPr>
                <a:xfrm>
                  <a:off x="5399185" y="4498979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5217" name="グループ化 65216">
                    <a:extLst>
                      <a:ext uri="{FF2B5EF4-FFF2-40B4-BE49-F238E27FC236}">
                        <a16:creationId xmlns:a16="http://schemas.microsoft.com/office/drawing/2014/main" id="{78F66655-98A3-4D7E-97D8-61A4B3FEFAF9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265" name="直線コネクタ 65264">
                      <a:extLst>
                        <a:ext uri="{FF2B5EF4-FFF2-40B4-BE49-F238E27FC236}">
                          <a16:creationId xmlns:a16="http://schemas.microsoft.com/office/drawing/2014/main" id="{CDC44DC5-FA82-4383-ABBA-375C9AF6CD8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6" name="直線コネクタ 65265">
                      <a:extLst>
                        <a:ext uri="{FF2B5EF4-FFF2-40B4-BE49-F238E27FC236}">
                          <a16:creationId xmlns:a16="http://schemas.microsoft.com/office/drawing/2014/main" id="{C8AA5A08-6C29-4661-941D-4F6CE52D51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7" name="直線コネクタ 65266">
                      <a:extLst>
                        <a:ext uri="{FF2B5EF4-FFF2-40B4-BE49-F238E27FC236}">
                          <a16:creationId xmlns:a16="http://schemas.microsoft.com/office/drawing/2014/main" id="{12298F55-EB91-4FE5-AC44-84E680E377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8" name="直線コネクタ 65267">
                      <a:extLst>
                        <a:ext uri="{FF2B5EF4-FFF2-40B4-BE49-F238E27FC236}">
                          <a16:creationId xmlns:a16="http://schemas.microsoft.com/office/drawing/2014/main" id="{0F60AF94-0B75-4902-A4EB-C39BB35E0A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9" name="直線コネクタ 65268">
                      <a:extLst>
                        <a:ext uri="{FF2B5EF4-FFF2-40B4-BE49-F238E27FC236}">
                          <a16:creationId xmlns:a16="http://schemas.microsoft.com/office/drawing/2014/main" id="{BC89BFA1-9EBD-4B63-933D-F02C8CFD088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0" name="直線コネクタ 65269">
                      <a:extLst>
                        <a:ext uri="{FF2B5EF4-FFF2-40B4-BE49-F238E27FC236}">
                          <a16:creationId xmlns:a16="http://schemas.microsoft.com/office/drawing/2014/main" id="{3F62678B-48AF-476F-9DD2-CC8EDA7D4E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1" name="直線コネクタ 65270">
                      <a:extLst>
                        <a:ext uri="{FF2B5EF4-FFF2-40B4-BE49-F238E27FC236}">
                          <a16:creationId xmlns:a16="http://schemas.microsoft.com/office/drawing/2014/main" id="{27526908-6462-45BD-B087-583BC2E384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2" name="直線コネクタ 65271">
                      <a:extLst>
                        <a:ext uri="{FF2B5EF4-FFF2-40B4-BE49-F238E27FC236}">
                          <a16:creationId xmlns:a16="http://schemas.microsoft.com/office/drawing/2014/main" id="{F8A3E04E-EF8C-4CE8-82D0-C98C4D04E7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3" name="直線コネクタ 65272">
                      <a:extLst>
                        <a:ext uri="{FF2B5EF4-FFF2-40B4-BE49-F238E27FC236}">
                          <a16:creationId xmlns:a16="http://schemas.microsoft.com/office/drawing/2014/main" id="{2D3191B1-2CB5-4FDA-90D9-CA547D5FE9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4" name="直線コネクタ 65273">
                      <a:extLst>
                        <a:ext uri="{FF2B5EF4-FFF2-40B4-BE49-F238E27FC236}">
                          <a16:creationId xmlns:a16="http://schemas.microsoft.com/office/drawing/2014/main" id="{16D156CC-39A3-46D8-B5B7-15E1B5D086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5" name="直線コネクタ 65274">
                      <a:extLst>
                        <a:ext uri="{FF2B5EF4-FFF2-40B4-BE49-F238E27FC236}">
                          <a16:creationId xmlns:a16="http://schemas.microsoft.com/office/drawing/2014/main" id="{C9AAEAAB-B706-487F-B86A-DCC42E4F99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6" name="直線コネクタ 65275">
                      <a:extLst>
                        <a:ext uri="{FF2B5EF4-FFF2-40B4-BE49-F238E27FC236}">
                          <a16:creationId xmlns:a16="http://schemas.microsoft.com/office/drawing/2014/main" id="{3CC95B78-0BB3-48E3-9184-994B05E169C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7" name="直線コネクタ 65276">
                      <a:extLst>
                        <a:ext uri="{FF2B5EF4-FFF2-40B4-BE49-F238E27FC236}">
                          <a16:creationId xmlns:a16="http://schemas.microsoft.com/office/drawing/2014/main" id="{1B406294-4086-4F5E-BB5D-8A6C95ACED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8" name="直線コネクタ 65277">
                      <a:extLst>
                        <a:ext uri="{FF2B5EF4-FFF2-40B4-BE49-F238E27FC236}">
                          <a16:creationId xmlns:a16="http://schemas.microsoft.com/office/drawing/2014/main" id="{1AC4EFAD-B87F-4AEA-9FE5-7D3E1766E9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79" name="直線コネクタ 65278">
                      <a:extLst>
                        <a:ext uri="{FF2B5EF4-FFF2-40B4-BE49-F238E27FC236}">
                          <a16:creationId xmlns:a16="http://schemas.microsoft.com/office/drawing/2014/main" id="{36575124-8917-4165-932C-BBA6703A77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0" name="直線コネクタ 65279">
                      <a:extLst>
                        <a:ext uri="{FF2B5EF4-FFF2-40B4-BE49-F238E27FC236}">
                          <a16:creationId xmlns:a16="http://schemas.microsoft.com/office/drawing/2014/main" id="{F3F98983-0979-4687-853F-1B19EB9A03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1" name="直線コネクタ 65280">
                      <a:extLst>
                        <a:ext uri="{FF2B5EF4-FFF2-40B4-BE49-F238E27FC236}">
                          <a16:creationId xmlns:a16="http://schemas.microsoft.com/office/drawing/2014/main" id="{F5106C29-9A0A-481A-8948-A279EAC838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2" name="直線コネクタ 65281">
                      <a:extLst>
                        <a:ext uri="{FF2B5EF4-FFF2-40B4-BE49-F238E27FC236}">
                          <a16:creationId xmlns:a16="http://schemas.microsoft.com/office/drawing/2014/main" id="{2BC34205-609A-45AA-BE18-0B2897A7128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3" name="直線コネクタ 65282">
                      <a:extLst>
                        <a:ext uri="{FF2B5EF4-FFF2-40B4-BE49-F238E27FC236}">
                          <a16:creationId xmlns:a16="http://schemas.microsoft.com/office/drawing/2014/main" id="{693959B1-3176-474A-AC0D-523E5E2565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4" name="直線コネクタ 65283">
                      <a:extLst>
                        <a:ext uri="{FF2B5EF4-FFF2-40B4-BE49-F238E27FC236}">
                          <a16:creationId xmlns:a16="http://schemas.microsoft.com/office/drawing/2014/main" id="{73D39B5E-C037-4341-893D-5FDBFD481D3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5" name="直線コネクタ 65284">
                      <a:extLst>
                        <a:ext uri="{FF2B5EF4-FFF2-40B4-BE49-F238E27FC236}">
                          <a16:creationId xmlns:a16="http://schemas.microsoft.com/office/drawing/2014/main" id="{BE1162ED-81E0-4664-B757-68530DCA3E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6" name="直線コネクタ 65285">
                      <a:extLst>
                        <a:ext uri="{FF2B5EF4-FFF2-40B4-BE49-F238E27FC236}">
                          <a16:creationId xmlns:a16="http://schemas.microsoft.com/office/drawing/2014/main" id="{BACE33C8-ABE3-47A6-813F-D4B8608C79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7" name="直線コネクタ 65286">
                      <a:extLst>
                        <a:ext uri="{FF2B5EF4-FFF2-40B4-BE49-F238E27FC236}">
                          <a16:creationId xmlns:a16="http://schemas.microsoft.com/office/drawing/2014/main" id="{C6230349-AACC-4B3B-AF83-F3D28F7AEF7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8" name="直線コネクタ 65287">
                      <a:extLst>
                        <a:ext uri="{FF2B5EF4-FFF2-40B4-BE49-F238E27FC236}">
                          <a16:creationId xmlns:a16="http://schemas.microsoft.com/office/drawing/2014/main" id="{31C0DEBB-815D-4ACD-9E01-6AA1CA8D30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89" name="直線コネクタ 65288">
                      <a:extLst>
                        <a:ext uri="{FF2B5EF4-FFF2-40B4-BE49-F238E27FC236}">
                          <a16:creationId xmlns:a16="http://schemas.microsoft.com/office/drawing/2014/main" id="{1BBF3D2A-E5A6-41BB-A1AB-57818A6B57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0" name="直線コネクタ 65289">
                      <a:extLst>
                        <a:ext uri="{FF2B5EF4-FFF2-40B4-BE49-F238E27FC236}">
                          <a16:creationId xmlns:a16="http://schemas.microsoft.com/office/drawing/2014/main" id="{FB4BBF40-D6A9-4985-A1EB-AF5F416E238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1" name="直線コネクタ 65290">
                      <a:extLst>
                        <a:ext uri="{FF2B5EF4-FFF2-40B4-BE49-F238E27FC236}">
                          <a16:creationId xmlns:a16="http://schemas.microsoft.com/office/drawing/2014/main" id="{22FB06D7-0EA8-4A5A-95AD-FD28EC9236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2" name="直線コネクタ 65291">
                      <a:extLst>
                        <a:ext uri="{FF2B5EF4-FFF2-40B4-BE49-F238E27FC236}">
                          <a16:creationId xmlns:a16="http://schemas.microsoft.com/office/drawing/2014/main" id="{2271A88C-BD52-4C64-9E95-958893BA104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3" name="直線コネクタ 65292">
                      <a:extLst>
                        <a:ext uri="{FF2B5EF4-FFF2-40B4-BE49-F238E27FC236}">
                          <a16:creationId xmlns:a16="http://schemas.microsoft.com/office/drawing/2014/main" id="{1F54D1DA-7830-45BE-9D87-41411D4EB9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4" name="直線コネクタ 65293">
                      <a:extLst>
                        <a:ext uri="{FF2B5EF4-FFF2-40B4-BE49-F238E27FC236}">
                          <a16:creationId xmlns:a16="http://schemas.microsoft.com/office/drawing/2014/main" id="{6791F96F-6C7B-40F7-AF7B-57C03EAD87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5" name="直線コネクタ 65294">
                      <a:extLst>
                        <a:ext uri="{FF2B5EF4-FFF2-40B4-BE49-F238E27FC236}">
                          <a16:creationId xmlns:a16="http://schemas.microsoft.com/office/drawing/2014/main" id="{8F8D37D3-B5D3-47E0-B8BF-D104DD45430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6" name="直線コネクタ 65295">
                      <a:extLst>
                        <a:ext uri="{FF2B5EF4-FFF2-40B4-BE49-F238E27FC236}">
                          <a16:creationId xmlns:a16="http://schemas.microsoft.com/office/drawing/2014/main" id="{42E31F8C-86E8-4B7F-87ED-26D8D742EF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7" name="直線コネクタ 65296">
                      <a:extLst>
                        <a:ext uri="{FF2B5EF4-FFF2-40B4-BE49-F238E27FC236}">
                          <a16:creationId xmlns:a16="http://schemas.microsoft.com/office/drawing/2014/main" id="{9B7236D0-F4DB-4DFF-A752-54E4B7CB0A9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8" name="直線コネクタ 65297">
                      <a:extLst>
                        <a:ext uri="{FF2B5EF4-FFF2-40B4-BE49-F238E27FC236}">
                          <a16:creationId xmlns:a16="http://schemas.microsoft.com/office/drawing/2014/main" id="{05C0AC5F-34D9-482E-B753-7B5B06EFD9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99" name="直線コネクタ 65298">
                      <a:extLst>
                        <a:ext uri="{FF2B5EF4-FFF2-40B4-BE49-F238E27FC236}">
                          <a16:creationId xmlns:a16="http://schemas.microsoft.com/office/drawing/2014/main" id="{76CCF543-B90C-4399-9D39-6B1AFCF0A0D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0" name="直線コネクタ 65299">
                      <a:extLst>
                        <a:ext uri="{FF2B5EF4-FFF2-40B4-BE49-F238E27FC236}">
                          <a16:creationId xmlns:a16="http://schemas.microsoft.com/office/drawing/2014/main" id="{A1066FFC-4C8E-4322-BD6D-0CB0CC2F267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1" name="直線コネクタ 65300">
                      <a:extLst>
                        <a:ext uri="{FF2B5EF4-FFF2-40B4-BE49-F238E27FC236}">
                          <a16:creationId xmlns:a16="http://schemas.microsoft.com/office/drawing/2014/main" id="{841AEB75-36E5-40B9-AC03-C77C178E6B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2" name="直線コネクタ 65301">
                      <a:extLst>
                        <a:ext uri="{FF2B5EF4-FFF2-40B4-BE49-F238E27FC236}">
                          <a16:creationId xmlns:a16="http://schemas.microsoft.com/office/drawing/2014/main" id="{FCF85A6A-D897-4336-97D7-4BDCD4B0837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3" name="直線コネクタ 65302">
                      <a:extLst>
                        <a:ext uri="{FF2B5EF4-FFF2-40B4-BE49-F238E27FC236}">
                          <a16:creationId xmlns:a16="http://schemas.microsoft.com/office/drawing/2014/main" id="{125AF8FE-224F-471B-B517-DD7F04853F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4" name="直線コネクタ 65303">
                      <a:extLst>
                        <a:ext uri="{FF2B5EF4-FFF2-40B4-BE49-F238E27FC236}">
                          <a16:creationId xmlns:a16="http://schemas.microsoft.com/office/drawing/2014/main" id="{5788402F-4015-4A97-BD50-F4ED5F9E11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5" name="直線コネクタ 65304">
                      <a:extLst>
                        <a:ext uri="{FF2B5EF4-FFF2-40B4-BE49-F238E27FC236}">
                          <a16:creationId xmlns:a16="http://schemas.microsoft.com/office/drawing/2014/main" id="{9D29A3E3-2D52-4B04-BFC0-B336AE2359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6" name="直線コネクタ 65305">
                      <a:extLst>
                        <a:ext uri="{FF2B5EF4-FFF2-40B4-BE49-F238E27FC236}">
                          <a16:creationId xmlns:a16="http://schemas.microsoft.com/office/drawing/2014/main" id="{B0CCFD25-2473-4DB0-9920-63207942C49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7" name="直線コネクタ 65306">
                      <a:extLst>
                        <a:ext uri="{FF2B5EF4-FFF2-40B4-BE49-F238E27FC236}">
                          <a16:creationId xmlns:a16="http://schemas.microsoft.com/office/drawing/2014/main" id="{B1B5F95E-B6F5-41CE-82CE-6819769594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8" name="直線コネクタ 65307">
                      <a:extLst>
                        <a:ext uri="{FF2B5EF4-FFF2-40B4-BE49-F238E27FC236}">
                          <a16:creationId xmlns:a16="http://schemas.microsoft.com/office/drawing/2014/main" id="{693326E9-3014-43E7-870F-8906242480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09" name="直線コネクタ 65308">
                      <a:extLst>
                        <a:ext uri="{FF2B5EF4-FFF2-40B4-BE49-F238E27FC236}">
                          <a16:creationId xmlns:a16="http://schemas.microsoft.com/office/drawing/2014/main" id="{03EEA91C-0EF8-4066-9CD6-33B26B0998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310" name="直線コネクタ 65309">
                      <a:extLst>
                        <a:ext uri="{FF2B5EF4-FFF2-40B4-BE49-F238E27FC236}">
                          <a16:creationId xmlns:a16="http://schemas.microsoft.com/office/drawing/2014/main" id="{EA8286D2-F81C-4B28-8D18-6D7B355CD2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218" name="グループ化 65217">
                    <a:extLst>
                      <a:ext uri="{FF2B5EF4-FFF2-40B4-BE49-F238E27FC236}">
                        <a16:creationId xmlns:a16="http://schemas.microsoft.com/office/drawing/2014/main" id="{790B720D-EDE1-4C57-9B01-B375B2E964B4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219" name="直線コネクタ 65218">
                      <a:extLst>
                        <a:ext uri="{FF2B5EF4-FFF2-40B4-BE49-F238E27FC236}">
                          <a16:creationId xmlns:a16="http://schemas.microsoft.com/office/drawing/2014/main" id="{C4DC0302-D71E-45CF-828B-3923FD5ACF9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0" name="直線コネクタ 65219">
                      <a:extLst>
                        <a:ext uri="{FF2B5EF4-FFF2-40B4-BE49-F238E27FC236}">
                          <a16:creationId xmlns:a16="http://schemas.microsoft.com/office/drawing/2014/main" id="{F157D967-B83F-40C4-B6F1-5C57D1B01C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1" name="直線コネクタ 65220">
                      <a:extLst>
                        <a:ext uri="{FF2B5EF4-FFF2-40B4-BE49-F238E27FC236}">
                          <a16:creationId xmlns:a16="http://schemas.microsoft.com/office/drawing/2014/main" id="{25591E40-78AD-4C00-BD96-4659EF6A65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2" name="直線コネクタ 65221">
                      <a:extLst>
                        <a:ext uri="{FF2B5EF4-FFF2-40B4-BE49-F238E27FC236}">
                          <a16:creationId xmlns:a16="http://schemas.microsoft.com/office/drawing/2014/main" id="{6BD5867E-6F3A-467B-8E27-32C5CEA7913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3" name="直線コネクタ 65222">
                      <a:extLst>
                        <a:ext uri="{FF2B5EF4-FFF2-40B4-BE49-F238E27FC236}">
                          <a16:creationId xmlns:a16="http://schemas.microsoft.com/office/drawing/2014/main" id="{09F99F48-C561-41B5-9709-865B8B97D32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4" name="直線コネクタ 65223">
                      <a:extLst>
                        <a:ext uri="{FF2B5EF4-FFF2-40B4-BE49-F238E27FC236}">
                          <a16:creationId xmlns:a16="http://schemas.microsoft.com/office/drawing/2014/main" id="{E987BC63-D883-4CE9-BA87-7F8C7F4835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5" name="直線コネクタ 65224">
                      <a:extLst>
                        <a:ext uri="{FF2B5EF4-FFF2-40B4-BE49-F238E27FC236}">
                          <a16:creationId xmlns:a16="http://schemas.microsoft.com/office/drawing/2014/main" id="{C7AA2494-A001-45BD-9F16-77169BA91A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6" name="直線コネクタ 65225">
                      <a:extLst>
                        <a:ext uri="{FF2B5EF4-FFF2-40B4-BE49-F238E27FC236}">
                          <a16:creationId xmlns:a16="http://schemas.microsoft.com/office/drawing/2014/main" id="{261A03C3-1485-40C0-BE53-931F545FBD4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7" name="直線コネクタ 65226">
                      <a:extLst>
                        <a:ext uri="{FF2B5EF4-FFF2-40B4-BE49-F238E27FC236}">
                          <a16:creationId xmlns:a16="http://schemas.microsoft.com/office/drawing/2014/main" id="{64E65FEE-8D61-4884-853F-D299C9E829A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8" name="直線コネクタ 65227">
                      <a:extLst>
                        <a:ext uri="{FF2B5EF4-FFF2-40B4-BE49-F238E27FC236}">
                          <a16:creationId xmlns:a16="http://schemas.microsoft.com/office/drawing/2014/main" id="{DFD1AC5C-3E97-4746-9F63-3ACDD350730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29" name="直線コネクタ 65228">
                      <a:extLst>
                        <a:ext uri="{FF2B5EF4-FFF2-40B4-BE49-F238E27FC236}">
                          <a16:creationId xmlns:a16="http://schemas.microsoft.com/office/drawing/2014/main" id="{55A8A2E7-F4BF-43B3-B6E2-9050756EB8B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0" name="直線コネクタ 65229">
                      <a:extLst>
                        <a:ext uri="{FF2B5EF4-FFF2-40B4-BE49-F238E27FC236}">
                          <a16:creationId xmlns:a16="http://schemas.microsoft.com/office/drawing/2014/main" id="{905BDA2C-3420-43AA-9EC2-BF7D6B0C7B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1" name="直線コネクタ 65230">
                      <a:extLst>
                        <a:ext uri="{FF2B5EF4-FFF2-40B4-BE49-F238E27FC236}">
                          <a16:creationId xmlns:a16="http://schemas.microsoft.com/office/drawing/2014/main" id="{56E640EE-BDD5-4992-A8C1-A14395A3C5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2" name="直線コネクタ 65231">
                      <a:extLst>
                        <a:ext uri="{FF2B5EF4-FFF2-40B4-BE49-F238E27FC236}">
                          <a16:creationId xmlns:a16="http://schemas.microsoft.com/office/drawing/2014/main" id="{AB262118-0500-4C95-A153-7534DF0974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3" name="直線コネクタ 65232">
                      <a:extLst>
                        <a:ext uri="{FF2B5EF4-FFF2-40B4-BE49-F238E27FC236}">
                          <a16:creationId xmlns:a16="http://schemas.microsoft.com/office/drawing/2014/main" id="{BA80027E-D3BD-42F1-AF36-5E4D66BBAEA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4" name="直線コネクタ 65233">
                      <a:extLst>
                        <a:ext uri="{FF2B5EF4-FFF2-40B4-BE49-F238E27FC236}">
                          <a16:creationId xmlns:a16="http://schemas.microsoft.com/office/drawing/2014/main" id="{2F541B20-422A-4480-9BFD-BE92C7552E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5" name="直線コネクタ 65234">
                      <a:extLst>
                        <a:ext uri="{FF2B5EF4-FFF2-40B4-BE49-F238E27FC236}">
                          <a16:creationId xmlns:a16="http://schemas.microsoft.com/office/drawing/2014/main" id="{5E5797E2-6B6C-41B2-AD81-D284F92A9D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6" name="直線コネクタ 65235">
                      <a:extLst>
                        <a:ext uri="{FF2B5EF4-FFF2-40B4-BE49-F238E27FC236}">
                          <a16:creationId xmlns:a16="http://schemas.microsoft.com/office/drawing/2014/main" id="{BEF691C3-78F4-4CB2-BA7C-4B5C36453A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7" name="直線コネクタ 65236">
                      <a:extLst>
                        <a:ext uri="{FF2B5EF4-FFF2-40B4-BE49-F238E27FC236}">
                          <a16:creationId xmlns:a16="http://schemas.microsoft.com/office/drawing/2014/main" id="{99D4A5BA-6264-48BB-AA2E-E38D91603E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8" name="直線コネクタ 65237">
                      <a:extLst>
                        <a:ext uri="{FF2B5EF4-FFF2-40B4-BE49-F238E27FC236}">
                          <a16:creationId xmlns:a16="http://schemas.microsoft.com/office/drawing/2014/main" id="{D80D6178-2725-4047-AB2A-3C0BBAF09A3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39" name="直線コネクタ 65238">
                      <a:extLst>
                        <a:ext uri="{FF2B5EF4-FFF2-40B4-BE49-F238E27FC236}">
                          <a16:creationId xmlns:a16="http://schemas.microsoft.com/office/drawing/2014/main" id="{71CCF675-98AE-4194-B97F-97864F2499B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0" name="直線コネクタ 65239">
                      <a:extLst>
                        <a:ext uri="{FF2B5EF4-FFF2-40B4-BE49-F238E27FC236}">
                          <a16:creationId xmlns:a16="http://schemas.microsoft.com/office/drawing/2014/main" id="{A71E39D8-50B4-46B3-989D-CB60EAA29B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1" name="直線コネクタ 65240">
                      <a:extLst>
                        <a:ext uri="{FF2B5EF4-FFF2-40B4-BE49-F238E27FC236}">
                          <a16:creationId xmlns:a16="http://schemas.microsoft.com/office/drawing/2014/main" id="{8D50FB1D-7F76-4157-B16C-51EE9A830FB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2" name="直線コネクタ 65241">
                      <a:extLst>
                        <a:ext uri="{FF2B5EF4-FFF2-40B4-BE49-F238E27FC236}">
                          <a16:creationId xmlns:a16="http://schemas.microsoft.com/office/drawing/2014/main" id="{B161F58F-171B-4797-8287-E0C8AE52DE7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3" name="直線コネクタ 65242">
                      <a:extLst>
                        <a:ext uri="{FF2B5EF4-FFF2-40B4-BE49-F238E27FC236}">
                          <a16:creationId xmlns:a16="http://schemas.microsoft.com/office/drawing/2014/main" id="{2B127249-F4AE-4F26-8531-06978DA9E3E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4" name="直線コネクタ 65243">
                      <a:extLst>
                        <a:ext uri="{FF2B5EF4-FFF2-40B4-BE49-F238E27FC236}">
                          <a16:creationId xmlns:a16="http://schemas.microsoft.com/office/drawing/2014/main" id="{F9A34F3C-F7AD-43DF-ABF4-5BCBC7710E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5" name="直線コネクタ 65244">
                      <a:extLst>
                        <a:ext uri="{FF2B5EF4-FFF2-40B4-BE49-F238E27FC236}">
                          <a16:creationId xmlns:a16="http://schemas.microsoft.com/office/drawing/2014/main" id="{BD2EDF1E-7D14-49D0-BF29-24F717F0D2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6" name="直線コネクタ 65245">
                      <a:extLst>
                        <a:ext uri="{FF2B5EF4-FFF2-40B4-BE49-F238E27FC236}">
                          <a16:creationId xmlns:a16="http://schemas.microsoft.com/office/drawing/2014/main" id="{189CA957-30D0-4CBC-8D45-F12065C7A67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7" name="直線コネクタ 65246">
                      <a:extLst>
                        <a:ext uri="{FF2B5EF4-FFF2-40B4-BE49-F238E27FC236}">
                          <a16:creationId xmlns:a16="http://schemas.microsoft.com/office/drawing/2014/main" id="{89950D8D-13C7-423E-8AA7-795D4091463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8" name="直線コネクタ 65247">
                      <a:extLst>
                        <a:ext uri="{FF2B5EF4-FFF2-40B4-BE49-F238E27FC236}">
                          <a16:creationId xmlns:a16="http://schemas.microsoft.com/office/drawing/2014/main" id="{A1162778-00E6-4731-A0AC-36589942127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49" name="直線コネクタ 65248">
                      <a:extLst>
                        <a:ext uri="{FF2B5EF4-FFF2-40B4-BE49-F238E27FC236}">
                          <a16:creationId xmlns:a16="http://schemas.microsoft.com/office/drawing/2014/main" id="{A108E7B4-F597-4795-A444-B74AECCDCE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0" name="直線コネクタ 65249">
                      <a:extLst>
                        <a:ext uri="{FF2B5EF4-FFF2-40B4-BE49-F238E27FC236}">
                          <a16:creationId xmlns:a16="http://schemas.microsoft.com/office/drawing/2014/main" id="{C462F6EF-C89E-4F2D-A630-7F64E271637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1" name="直線コネクタ 65250">
                      <a:extLst>
                        <a:ext uri="{FF2B5EF4-FFF2-40B4-BE49-F238E27FC236}">
                          <a16:creationId xmlns:a16="http://schemas.microsoft.com/office/drawing/2014/main" id="{02223710-5F64-4C7E-A48B-4545CB63048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2" name="直線コネクタ 65251">
                      <a:extLst>
                        <a:ext uri="{FF2B5EF4-FFF2-40B4-BE49-F238E27FC236}">
                          <a16:creationId xmlns:a16="http://schemas.microsoft.com/office/drawing/2014/main" id="{01451D12-1453-46BD-95D1-7A7B56D45C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3" name="直線コネクタ 65252">
                      <a:extLst>
                        <a:ext uri="{FF2B5EF4-FFF2-40B4-BE49-F238E27FC236}">
                          <a16:creationId xmlns:a16="http://schemas.microsoft.com/office/drawing/2014/main" id="{EFBD9690-EB4F-438C-AF21-F2F8595D54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4" name="直線コネクタ 65253">
                      <a:extLst>
                        <a:ext uri="{FF2B5EF4-FFF2-40B4-BE49-F238E27FC236}">
                          <a16:creationId xmlns:a16="http://schemas.microsoft.com/office/drawing/2014/main" id="{E3C64EDC-06BE-49D2-A89F-7E855E4D19D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5" name="直線コネクタ 65254">
                      <a:extLst>
                        <a:ext uri="{FF2B5EF4-FFF2-40B4-BE49-F238E27FC236}">
                          <a16:creationId xmlns:a16="http://schemas.microsoft.com/office/drawing/2014/main" id="{E3D8A253-3F56-44EC-8146-6BF4BCA14C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6" name="直線コネクタ 65255">
                      <a:extLst>
                        <a:ext uri="{FF2B5EF4-FFF2-40B4-BE49-F238E27FC236}">
                          <a16:creationId xmlns:a16="http://schemas.microsoft.com/office/drawing/2014/main" id="{917B9F8A-8D09-4FF6-B393-ED425CDAD6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7" name="直線コネクタ 65256">
                      <a:extLst>
                        <a:ext uri="{FF2B5EF4-FFF2-40B4-BE49-F238E27FC236}">
                          <a16:creationId xmlns:a16="http://schemas.microsoft.com/office/drawing/2014/main" id="{720AF93F-3494-4D2E-91E1-A0B6D8CCDD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8" name="直線コネクタ 65257">
                      <a:extLst>
                        <a:ext uri="{FF2B5EF4-FFF2-40B4-BE49-F238E27FC236}">
                          <a16:creationId xmlns:a16="http://schemas.microsoft.com/office/drawing/2014/main" id="{281ED41B-203F-4347-AEA2-6CB0379056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59" name="直線コネクタ 65258">
                      <a:extLst>
                        <a:ext uri="{FF2B5EF4-FFF2-40B4-BE49-F238E27FC236}">
                          <a16:creationId xmlns:a16="http://schemas.microsoft.com/office/drawing/2014/main" id="{EF6E0A8C-4563-44E6-9BA0-949E366B39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0" name="直線コネクタ 65259">
                      <a:extLst>
                        <a:ext uri="{FF2B5EF4-FFF2-40B4-BE49-F238E27FC236}">
                          <a16:creationId xmlns:a16="http://schemas.microsoft.com/office/drawing/2014/main" id="{DC439676-EC57-4820-8184-96CAD18B32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1" name="直線コネクタ 65260">
                      <a:extLst>
                        <a:ext uri="{FF2B5EF4-FFF2-40B4-BE49-F238E27FC236}">
                          <a16:creationId xmlns:a16="http://schemas.microsoft.com/office/drawing/2014/main" id="{0DF80143-873B-4192-9C6C-727B95B1B1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2" name="直線コネクタ 65261">
                      <a:extLst>
                        <a:ext uri="{FF2B5EF4-FFF2-40B4-BE49-F238E27FC236}">
                          <a16:creationId xmlns:a16="http://schemas.microsoft.com/office/drawing/2014/main" id="{3DBAD396-837D-45E6-94B6-90EED402345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3" name="直線コネクタ 65262">
                      <a:extLst>
                        <a:ext uri="{FF2B5EF4-FFF2-40B4-BE49-F238E27FC236}">
                          <a16:creationId xmlns:a16="http://schemas.microsoft.com/office/drawing/2014/main" id="{EC8314E8-D3EA-4271-BAF9-41E8951CC6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64" name="直線コネクタ 65263">
                      <a:extLst>
                        <a:ext uri="{FF2B5EF4-FFF2-40B4-BE49-F238E27FC236}">
                          <a16:creationId xmlns:a16="http://schemas.microsoft.com/office/drawing/2014/main" id="{BED1DC99-E7D7-4EE0-A184-7173AE3CC8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4932" name="グループ化 64931">
                  <a:extLst>
                    <a:ext uri="{FF2B5EF4-FFF2-40B4-BE49-F238E27FC236}">
                      <a16:creationId xmlns:a16="http://schemas.microsoft.com/office/drawing/2014/main" id="{C4E3093D-092C-4CF9-887F-43AE4871ED75}"/>
                    </a:ext>
                  </a:extLst>
                </p:cNvPr>
                <p:cNvGrpSpPr/>
                <p:nvPr/>
              </p:nvGrpSpPr>
              <p:grpSpPr>
                <a:xfrm>
                  <a:off x="6299066" y="3599456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5123" name="グループ化 65122">
                    <a:extLst>
                      <a:ext uri="{FF2B5EF4-FFF2-40B4-BE49-F238E27FC236}">
                        <a16:creationId xmlns:a16="http://schemas.microsoft.com/office/drawing/2014/main" id="{C4C10F33-A52C-4FE1-839C-F9936D10963A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171" name="直線コネクタ 65170">
                      <a:extLst>
                        <a:ext uri="{FF2B5EF4-FFF2-40B4-BE49-F238E27FC236}">
                          <a16:creationId xmlns:a16="http://schemas.microsoft.com/office/drawing/2014/main" id="{C54AA3C8-70EC-41E1-B30B-A11E8A9F91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2" name="直線コネクタ 65171">
                      <a:extLst>
                        <a:ext uri="{FF2B5EF4-FFF2-40B4-BE49-F238E27FC236}">
                          <a16:creationId xmlns:a16="http://schemas.microsoft.com/office/drawing/2014/main" id="{32AE9C60-F5C9-4973-8816-1558A84718D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3" name="直線コネクタ 65172">
                      <a:extLst>
                        <a:ext uri="{FF2B5EF4-FFF2-40B4-BE49-F238E27FC236}">
                          <a16:creationId xmlns:a16="http://schemas.microsoft.com/office/drawing/2014/main" id="{F75C799F-9A44-4E89-B3C7-0D102106E5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4" name="直線コネクタ 65173">
                      <a:extLst>
                        <a:ext uri="{FF2B5EF4-FFF2-40B4-BE49-F238E27FC236}">
                          <a16:creationId xmlns:a16="http://schemas.microsoft.com/office/drawing/2014/main" id="{F8ACE637-2F96-4AC0-A4FA-F2BA143D37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5" name="直線コネクタ 65174">
                      <a:extLst>
                        <a:ext uri="{FF2B5EF4-FFF2-40B4-BE49-F238E27FC236}">
                          <a16:creationId xmlns:a16="http://schemas.microsoft.com/office/drawing/2014/main" id="{56C2117E-BA4C-49D6-BF69-EDC8695327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6" name="直線コネクタ 65175">
                      <a:extLst>
                        <a:ext uri="{FF2B5EF4-FFF2-40B4-BE49-F238E27FC236}">
                          <a16:creationId xmlns:a16="http://schemas.microsoft.com/office/drawing/2014/main" id="{BED3B19B-9769-4B09-9A76-91150F2F61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7" name="直線コネクタ 65176">
                      <a:extLst>
                        <a:ext uri="{FF2B5EF4-FFF2-40B4-BE49-F238E27FC236}">
                          <a16:creationId xmlns:a16="http://schemas.microsoft.com/office/drawing/2014/main" id="{F6CD0015-CCAA-4720-AB59-A68EA530E4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8" name="直線コネクタ 65177">
                      <a:extLst>
                        <a:ext uri="{FF2B5EF4-FFF2-40B4-BE49-F238E27FC236}">
                          <a16:creationId xmlns:a16="http://schemas.microsoft.com/office/drawing/2014/main" id="{DED71B89-0C84-4A64-A2BD-B83720CA91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9" name="直線コネクタ 65178">
                      <a:extLst>
                        <a:ext uri="{FF2B5EF4-FFF2-40B4-BE49-F238E27FC236}">
                          <a16:creationId xmlns:a16="http://schemas.microsoft.com/office/drawing/2014/main" id="{33310050-76EA-41B9-B9AA-0E2806AE1B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0" name="直線コネクタ 65179">
                      <a:extLst>
                        <a:ext uri="{FF2B5EF4-FFF2-40B4-BE49-F238E27FC236}">
                          <a16:creationId xmlns:a16="http://schemas.microsoft.com/office/drawing/2014/main" id="{A7510B3B-1545-440D-9D32-800935E887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1" name="直線コネクタ 65180">
                      <a:extLst>
                        <a:ext uri="{FF2B5EF4-FFF2-40B4-BE49-F238E27FC236}">
                          <a16:creationId xmlns:a16="http://schemas.microsoft.com/office/drawing/2014/main" id="{28B9747C-8089-4036-A7D5-4A54ED8085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2" name="直線コネクタ 65181">
                      <a:extLst>
                        <a:ext uri="{FF2B5EF4-FFF2-40B4-BE49-F238E27FC236}">
                          <a16:creationId xmlns:a16="http://schemas.microsoft.com/office/drawing/2014/main" id="{9560F26A-51B9-4565-920F-0640B58D87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3" name="直線コネクタ 65182">
                      <a:extLst>
                        <a:ext uri="{FF2B5EF4-FFF2-40B4-BE49-F238E27FC236}">
                          <a16:creationId xmlns:a16="http://schemas.microsoft.com/office/drawing/2014/main" id="{C00D358B-7093-4934-9425-315C06812B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4" name="直線コネクタ 65183">
                      <a:extLst>
                        <a:ext uri="{FF2B5EF4-FFF2-40B4-BE49-F238E27FC236}">
                          <a16:creationId xmlns:a16="http://schemas.microsoft.com/office/drawing/2014/main" id="{62203B93-57C5-4074-806C-606924B847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5" name="直線コネクタ 65184">
                      <a:extLst>
                        <a:ext uri="{FF2B5EF4-FFF2-40B4-BE49-F238E27FC236}">
                          <a16:creationId xmlns:a16="http://schemas.microsoft.com/office/drawing/2014/main" id="{6C9CF809-2428-48F7-8F8D-FC61D60C0FB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6" name="直線コネクタ 65185">
                      <a:extLst>
                        <a:ext uri="{FF2B5EF4-FFF2-40B4-BE49-F238E27FC236}">
                          <a16:creationId xmlns:a16="http://schemas.microsoft.com/office/drawing/2014/main" id="{D78602AC-2890-4195-B829-9EAD9DCE08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7" name="直線コネクタ 65186">
                      <a:extLst>
                        <a:ext uri="{FF2B5EF4-FFF2-40B4-BE49-F238E27FC236}">
                          <a16:creationId xmlns:a16="http://schemas.microsoft.com/office/drawing/2014/main" id="{7A5A31CE-73E5-484B-9509-B6C0FD1F39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8" name="直線コネクタ 65187">
                      <a:extLst>
                        <a:ext uri="{FF2B5EF4-FFF2-40B4-BE49-F238E27FC236}">
                          <a16:creationId xmlns:a16="http://schemas.microsoft.com/office/drawing/2014/main" id="{B6BA9A04-F7AC-4D4C-A56D-65F3E677E6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89" name="直線コネクタ 65188">
                      <a:extLst>
                        <a:ext uri="{FF2B5EF4-FFF2-40B4-BE49-F238E27FC236}">
                          <a16:creationId xmlns:a16="http://schemas.microsoft.com/office/drawing/2014/main" id="{9AE3BE2B-2554-4EE3-9B14-D73C7E92EF8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0" name="直線コネクタ 65189">
                      <a:extLst>
                        <a:ext uri="{FF2B5EF4-FFF2-40B4-BE49-F238E27FC236}">
                          <a16:creationId xmlns:a16="http://schemas.microsoft.com/office/drawing/2014/main" id="{18D6691E-CB7D-447D-9B0B-3C19A661A0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1" name="直線コネクタ 65190">
                      <a:extLst>
                        <a:ext uri="{FF2B5EF4-FFF2-40B4-BE49-F238E27FC236}">
                          <a16:creationId xmlns:a16="http://schemas.microsoft.com/office/drawing/2014/main" id="{3E213AAB-E6AB-4148-A951-FFB4FC775B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2" name="直線コネクタ 65191">
                      <a:extLst>
                        <a:ext uri="{FF2B5EF4-FFF2-40B4-BE49-F238E27FC236}">
                          <a16:creationId xmlns:a16="http://schemas.microsoft.com/office/drawing/2014/main" id="{F20CBCAC-BDF8-4A1D-9DA4-1E915E243D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3" name="直線コネクタ 65192">
                      <a:extLst>
                        <a:ext uri="{FF2B5EF4-FFF2-40B4-BE49-F238E27FC236}">
                          <a16:creationId xmlns:a16="http://schemas.microsoft.com/office/drawing/2014/main" id="{FAA1A873-AD50-43DE-A938-3E0C23FF20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4" name="直線コネクタ 65193">
                      <a:extLst>
                        <a:ext uri="{FF2B5EF4-FFF2-40B4-BE49-F238E27FC236}">
                          <a16:creationId xmlns:a16="http://schemas.microsoft.com/office/drawing/2014/main" id="{30A2F7CD-6462-409B-A303-9C0873FD83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5" name="直線コネクタ 65194">
                      <a:extLst>
                        <a:ext uri="{FF2B5EF4-FFF2-40B4-BE49-F238E27FC236}">
                          <a16:creationId xmlns:a16="http://schemas.microsoft.com/office/drawing/2014/main" id="{1FC775C5-223F-4CC1-BCC0-CF0B414E423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6" name="直線コネクタ 65195">
                      <a:extLst>
                        <a:ext uri="{FF2B5EF4-FFF2-40B4-BE49-F238E27FC236}">
                          <a16:creationId xmlns:a16="http://schemas.microsoft.com/office/drawing/2014/main" id="{488915FE-4F09-452B-B917-16D62D0D8A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7" name="直線コネクタ 65196">
                      <a:extLst>
                        <a:ext uri="{FF2B5EF4-FFF2-40B4-BE49-F238E27FC236}">
                          <a16:creationId xmlns:a16="http://schemas.microsoft.com/office/drawing/2014/main" id="{6B636A47-6868-496F-BF23-4C7D538520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8" name="直線コネクタ 65197">
                      <a:extLst>
                        <a:ext uri="{FF2B5EF4-FFF2-40B4-BE49-F238E27FC236}">
                          <a16:creationId xmlns:a16="http://schemas.microsoft.com/office/drawing/2014/main" id="{ACBE545C-F39A-4F4B-8EAE-19149FDF34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99" name="直線コネクタ 65198">
                      <a:extLst>
                        <a:ext uri="{FF2B5EF4-FFF2-40B4-BE49-F238E27FC236}">
                          <a16:creationId xmlns:a16="http://schemas.microsoft.com/office/drawing/2014/main" id="{6763BB75-13FC-4D56-A6B5-90168F1D9B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0" name="直線コネクタ 65199">
                      <a:extLst>
                        <a:ext uri="{FF2B5EF4-FFF2-40B4-BE49-F238E27FC236}">
                          <a16:creationId xmlns:a16="http://schemas.microsoft.com/office/drawing/2014/main" id="{6E6F8FA0-EED9-44F2-88D6-DDAB576875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1" name="直線コネクタ 65200">
                      <a:extLst>
                        <a:ext uri="{FF2B5EF4-FFF2-40B4-BE49-F238E27FC236}">
                          <a16:creationId xmlns:a16="http://schemas.microsoft.com/office/drawing/2014/main" id="{0CFC89C6-F381-4FD9-94B7-5F03914E5B2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2" name="直線コネクタ 65201">
                      <a:extLst>
                        <a:ext uri="{FF2B5EF4-FFF2-40B4-BE49-F238E27FC236}">
                          <a16:creationId xmlns:a16="http://schemas.microsoft.com/office/drawing/2014/main" id="{3E97F275-CE27-47E0-9FF8-9B73A12568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3" name="直線コネクタ 65202">
                      <a:extLst>
                        <a:ext uri="{FF2B5EF4-FFF2-40B4-BE49-F238E27FC236}">
                          <a16:creationId xmlns:a16="http://schemas.microsoft.com/office/drawing/2014/main" id="{21D4F54E-B2D2-4480-B354-8838A0FDA87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4" name="直線コネクタ 65203">
                      <a:extLst>
                        <a:ext uri="{FF2B5EF4-FFF2-40B4-BE49-F238E27FC236}">
                          <a16:creationId xmlns:a16="http://schemas.microsoft.com/office/drawing/2014/main" id="{3D555F1B-4B9B-43DC-B3A3-ED28B38E3E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5" name="直線コネクタ 65204">
                      <a:extLst>
                        <a:ext uri="{FF2B5EF4-FFF2-40B4-BE49-F238E27FC236}">
                          <a16:creationId xmlns:a16="http://schemas.microsoft.com/office/drawing/2014/main" id="{8FF69403-2CA3-4F49-B398-D2E170B590C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6" name="直線コネクタ 65205">
                      <a:extLst>
                        <a:ext uri="{FF2B5EF4-FFF2-40B4-BE49-F238E27FC236}">
                          <a16:creationId xmlns:a16="http://schemas.microsoft.com/office/drawing/2014/main" id="{6807A7BF-571D-4F3D-8539-76325A830A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7" name="直線コネクタ 65206">
                      <a:extLst>
                        <a:ext uri="{FF2B5EF4-FFF2-40B4-BE49-F238E27FC236}">
                          <a16:creationId xmlns:a16="http://schemas.microsoft.com/office/drawing/2014/main" id="{90F3DD33-62B6-463C-ABAC-0344658DB9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8" name="直線コネクタ 65207">
                      <a:extLst>
                        <a:ext uri="{FF2B5EF4-FFF2-40B4-BE49-F238E27FC236}">
                          <a16:creationId xmlns:a16="http://schemas.microsoft.com/office/drawing/2014/main" id="{F0158D2D-0563-41E3-B8F8-FBB14AEFB9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09" name="直線コネクタ 65208">
                      <a:extLst>
                        <a:ext uri="{FF2B5EF4-FFF2-40B4-BE49-F238E27FC236}">
                          <a16:creationId xmlns:a16="http://schemas.microsoft.com/office/drawing/2014/main" id="{DCE1955E-2732-44DF-A4BE-3BBD4CA87AC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10" name="直線コネクタ 65209">
                      <a:extLst>
                        <a:ext uri="{FF2B5EF4-FFF2-40B4-BE49-F238E27FC236}">
                          <a16:creationId xmlns:a16="http://schemas.microsoft.com/office/drawing/2014/main" id="{D23F0911-6ECB-4B79-9EFD-A8EF984772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11" name="直線コネクタ 65210">
                      <a:extLst>
                        <a:ext uri="{FF2B5EF4-FFF2-40B4-BE49-F238E27FC236}">
                          <a16:creationId xmlns:a16="http://schemas.microsoft.com/office/drawing/2014/main" id="{34816540-03BE-4175-A62A-DD3A388BF4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12" name="直線コネクタ 65211">
                      <a:extLst>
                        <a:ext uri="{FF2B5EF4-FFF2-40B4-BE49-F238E27FC236}">
                          <a16:creationId xmlns:a16="http://schemas.microsoft.com/office/drawing/2014/main" id="{864A9F4F-7548-4585-B919-BFE08B4645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13" name="直線コネクタ 65212">
                      <a:extLst>
                        <a:ext uri="{FF2B5EF4-FFF2-40B4-BE49-F238E27FC236}">
                          <a16:creationId xmlns:a16="http://schemas.microsoft.com/office/drawing/2014/main" id="{329D28F1-E5FB-40DE-A610-3B6363DACD5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14" name="直線コネクタ 65213">
                      <a:extLst>
                        <a:ext uri="{FF2B5EF4-FFF2-40B4-BE49-F238E27FC236}">
                          <a16:creationId xmlns:a16="http://schemas.microsoft.com/office/drawing/2014/main" id="{31467E1E-943F-4943-8A15-7938B6000C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15" name="直線コネクタ 65214">
                      <a:extLst>
                        <a:ext uri="{FF2B5EF4-FFF2-40B4-BE49-F238E27FC236}">
                          <a16:creationId xmlns:a16="http://schemas.microsoft.com/office/drawing/2014/main" id="{B9926E4B-00DC-4CD5-82AC-F176A99D30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216" name="直線コネクタ 65215">
                      <a:extLst>
                        <a:ext uri="{FF2B5EF4-FFF2-40B4-BE49-F238E27FC236}">
                          <a16:creationId xmlns:a16="http://schemas.microsoft.com/office/drawing/2014/main" id="{B619DC57-0BC5-49B1-87AE-AFD75C4259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124" name="グループ化 65123">
                    <a:extLst>
                      <a:ext uri="{FF2B5EF4-FFF2-40B4-BE49-F238E27FC236}">
                        <a16:creationId xmlns:a16="http://schemas.microsoft.com/office/drawing/2014/main" id="{34CC0AA0-B583-481E-AB4F-CF10EC97DEBB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125" name="直線コネクタ 65124">
                      <a:extLst>
                        <a:ext uri="{FF2B5EF4-FFF2-40B4-BE49-F238E27FC236}">
                          <a16:creationId xmlns:a16="http://schemas.microsoft.com/office/drawing/2014/main" id="{BB67308F-12BA-4722-8E62-3F8F65700E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26" name="直線コネクタ 65125">
                      <a:extLst>
                        <a:ext uri="{FF2B5EF4-FFF2-40B4-BE49-F238E27FC236}">
                          <a16:creationId xmlns:a16="http://schemas.microsoft.com/office/drawing/2014/main" id="{79F0B769-F2DD-4C78-B6E0-24D963982F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27" name="直線コネクタ 65126">
                      <a:extLst>
                        <a:ext uri="{FF2B5EF4-FFF2-40B4-BE49-F238E27FC236}">
                          <a16:creationId xmlns:a16="http://schemas.microsoft.com/office/drawing/2014/main" id="{766558D5-034F-4404-ACFF-A59B578938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28" name="直線コネクタ 65127">
                      <a:extLst>
                        <a:ext uri="{FF2B5EF4-FFF2-40B4-BE49-F238E27FC236}">
                          <a16:creationId xmlns:a16="http://schemas.microsoft.com/office/drawing/2014/main" id="{68CA10C1-A60F-45A2-AA47-1528A3621E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29" name="直線コネクタ 65128">
                      <a:extLst>
                        <a:ext uri="{FF2B5EF4-FFF2-40B4-BE49-F238E27FC236}">
                          <a16:creationId xmlns:a16="http://schemas.microsoft.com/office/drawing/2014/main" id="{DA7E975D-B562-4331-BDB5-B7C78A626DB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0" name="直線コネクタ 65129">
                      <a:extLst>
                        <a:ext uri="{FF2B5EF4-FFF2-40B4-BE49-F238E27FC236}">
                          <a16:creationId xmlns:a16="http://schemas.microsoft.com/office/drawing/2014/main" id="{8ACCCEC7-CF9C-412A-AC91-8A286492D1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1" name="直線コネクタ 65130">
                      <a:extLst>
                        <a:ext uri="{FF2B5EF4-FFF2-40B4-BE49-F238E27FC236}">
                          <a16:creationId xmlns:a16="http://schemas.microsoft.com/office/drawing/2014/main" id="{9EEE7F36-5C8E-4501-9687-D62883EE37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2" name="直線コネクタ 65131">
                      <a:extLst>
                        <a:ext uri="{FF2B5EF4-FFF2-40B4-BE49-F238E27FC236}">
                          <a16:creationId xmlns:a16="http://schemas.microsoft.com/office/drawing/2014/main" id="{7E06B372-3FEE-4605-8807-E018D43328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3" name="直線コネクタ 65132">
                      <a:extLst>
                        <a:ext uri="{FF2B5EF4-FFF2-40B4-BE49-F238E27FC236}">
                          <a16:creationId xmlns:a16="http://schemas.microsoft.com/office/drawing/2014/main" id="{C060EC05-2513-4CB8-AEED-65F822708F4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4" name="直線コネクタ 65133">
                      <a:extLst>
                        <a:ext uri="{FF2B5EF4-FFF2-40B4-BE49-F238E27FC236}">
                          <a16:creationId xmlns:a16="http://schemas.microsoft.com/office/drawing/2014/main" id="{D8F3AA7F-B023-40EA-965A-F7804D107B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5" name="直線コネクタ 65134">
                      <a:extLst>
                        <a:ext uri="{FF2B5EF4-FFF2-40B4-BE49-F238E27FC236}">
                          <a16:creationId xmlns:a16="http://schemas.microsoft.com/office/drawing/2014/main" id="{CAFD2EF3-8C6F-4C41-A495-2EF5237947D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6" name="直線コネクタ 65135">
                      <a:extLst>
                        <a:ext uri="{FF2B5EF4-FFF2-40B4-BE49-F238E27FC236}">
                          <a16:creationId xmlns:a16="http://schemas.microsoft.com/office/drawing/2014/main" id="{15B78A57-AFDD-4E98-B5B8-C15DCB44F4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7" name="直線コネクタ 65136">
                      <a:extLst>
                        <a:ext uri="{FF2B5EF4-FFF2-40B4-BE49-F238E27FC236}">
                          <a16:creationId xmlns:a16="http://schemas.microsoft.com/office/drawing/2014/main" id="{4DE4843B-66CB-421A-9863-DC1239A395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8" name="直線コネクタ 65137">
                      <a:extLst>
                        <a:ext uri="{FF2B5EF4-FFF2-40B4-BE49-F238E27FC236}">
                          <a16:creationId xmlns:a16="http://schemas.microsoft.com/office/drawing/2014/main" id="{8E30FD37-44FC-4A68-B44A-0AB0677610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39" name="直線コネクタ 65138">
                      <a:extLst>
                        <a:ext uri="{FF2B5EF4-FFF2-40B4-BE49-F238E27FC236}">
                          <a16:creationId xmlns:a16="http://schemas.microsoft.com/office/drawing/2014/main" id="{2B17FC8C-14AD-4AE6-9EA3-0BF250B253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0" name="直線コネクタ 65139">
                      <a:extLst>
                        <a:ext uri="{FF2B5EF4-FFF2-40B4-BE49-F238E27FC236}">
                          <a16:creationId xmlns:a16="http://schemas.microsoft.com/office/drawing/2014/main" id="{97604355-F264-4D37-AF89-5D723E1824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1" name="直線コネクタ 65140">
                      <a:extLst>
                        <a:ext uri="{FF2B5EF4-FFF2-40B4-BE49-F238E27FC236}">
                          <a16:creationId xmlns:a16="http://schemas.microsoft.com/office/drawing/2014/main" id="{0AC4DA4A-18AE-439B-823A-E108A93EF2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2" name="直線コネクタ 65141">
                      <a:extLst>
                        <a:ext uri="{FF2B5EF4-FFF2-40B4-BE49-F238E27FC236}">
                          <a16:creationId xmlns:a16="http://schemas.microsoft.com/office/drawing/2014/main" id="{F8AC438F-2809-4619-861F-260DA09830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3" name="直線コネクタ 65142">
                      <a:extLst>
                        <a:ext uri="{FF2B5EF4-FFF2-40B4-BE49-F238E27FC236}">
                          <a16:creationId xmlns:a16="http://schemas.microsoft.com/office/drawing/2014/main" id="{8B9299C5-131E-4725-ACC7-105AC9D60D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4" name="直線コネクタ 65143">
                      <a:extLst>
                        <a:ext uri="{FF2B5EF4-FFF2-40B4-BE49-F238E27FC236}">
                          <a16:creationId xmlns:a16="http://schemas.microsoft.com/office/drawing/2014/main" id="{3D74A23E-F49D-4D67-AE82-207ABF3A2D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5" name="直線コネクタ 65144">
                      <a:extLst>
                        <a:ext uri="{FF2B5EF4-FFF2-40B4-BE49-F238E27FC236}">
                          <a16:creationId xmlns:a16="http://schemas.microsoft.com/office/drawing/2014/main" id="{6B807A76-E58F-4F54-8D8A-BCADE1FCFBD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6" name="直線コネクタ 65145">
                      <a:extLst>
                        <a:ext uri="{FF2B5EF4-FFF2-40B4-BE49-F238E27FC236}">
                          <a16:creationId xmlns:a16="http://schemas.microsoft.com/office/drawing/2014/main" id="{88F3D232-158D-4301-A3FF-42BDBCCED0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7" name="直線コネクタ 65146">
                      <a:extLst>
                        <a:ext uri="{FF2B5EF4-FFF2-40B4-BE49-F238E27FC236}">
                          <a16:creationId xmlns:a16="http://schemas.microsoft.com/office/drawing/2014/main" id="{CAE40F4E-8C12-4542-8637-F833450BDC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8" name="直線コネクタ 65147">
                      <a:extLst>
                        <a:ext uri="{FF2B5EF4-FFF2-40B4-BE49-F238E27FC236}">
                          <a16:creationId xmlns:a16="http://schemas.microsoft.com/office/drawing/2014/main" id="{770F13E8-95F7-4B9B-A95A-C573636C4DC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49" name="直線コネクタ 65148">
                      <a:extLst>
                        <a:ext uri="{FF2B5EF4-FFF2-40B4-BE49-F238E27FC236}">
                          <a16:creationId xmlns:a16="http://schemas.microsoft.com/office/drawing/2014/main" id="{D8C602EE-24C0-4120-96CF-2A11489E64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0" name="直線コネクタ 65149">
                      <a:extLst>
                        <a:ext uri="{FF2B5EF4-FFF2-40B4-BE49-F238E27FC236}">
                          <a16:creationId xmlns:a16="http://schemas.microsoft.com/office/drawing/2014/main" id="{4A846BFF-34C5-4573-A5AF-9B1E144114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1" name="直線コネクタ 65150">
                      <a:extLst>
                        <a:ext uri="{FF2B5EF4-FFF2-40B4-BE49-F238E27FC236}">
                          <a16:creationId xmlns:a16="http://schemas.microsoft.com/office/drawing/2014/main" id="{1E88234B-86DF-42FB-9DFE-002B14D98B3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2" name="直線コネクタ 65151">
                      <a:extLst>
                        <a:ext uri="{FF2B5EF4-FFF2-40B4-BE49-F238E27FC236}">
                          <a16:creationId xmlns:a16="http://schemas.microsoft.com/office/drawing/2014/main" id="{9A1F20BA-DA9B-4E29-8976-623569EBBE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3" name="直線コネクタ 65152">
                      <a:extLst>
                        <a:ext uri="{FF2B5EF4-FFF2-40B4-BE49-F238E27FC236}">
                          <a16:creationId xmlns:a16="http://schemas.microsoft.com/office/drawing/2014/main" id="{D37F6AF4-E2AA-43CB-ABD3-44B1347187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4" name="直線コネクタ 65153">
                      <a:extLst>
                        <a:ext uri="{FF2B5EF4-FFF2-40B4-BE49-F238E27FC236}">
                          <a16:creationId xmlns:a16="http://schemas.microsoft.com/office/drawing/2014/main" id="{4758E7F8-2569-45C7-BE6C-DB3E0452F1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5" name="直線コネクタ 65154">
                      <a:extLst>
                        <a:ext uri="{FF2B5EF4-FFF2-40B4-BE49-F238E27FC236}">
                          <a16:creationId xmlns:a16="http://schemas.microsoft.com/office/drawing/2014/main" id="{9BF5FCE5-731C-47D4-9AD2-07735CF3D7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6" name="直線コネクタ 65155">
                      <a:extLst>
                        <a:ext uri="{FF2B5EF4-FFF2-40B4-BE49-F238E27FC236}">
                          <a16:creationId xmlns:a16="http://schemas.microsoft.com/office/drawing/2014/main" id="{D84EAFE1-B40D-4E83-A8BC-A281FA975B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7" name="直線コネクタ 65156">
                      <a:extLst>
                        <a:ext uri="{FF2B5EF4-FFF2-40B4-BE49-F238E27FC236}">
                          <a16:creationId xmlns:a16="http://schemas.microsoft.com/office/drawing/2014/main" id="{BCD603A9-7245-4849-B410-E896DED7A8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8" name="直線コネクタ 65157">
                      <a:extLst>
                        <a:ext uri="{FF2B5EF4-FFF2-40B4-BE49-F238E27FC236}">
                          <a16:creationId xmlns:a16="http://schemas.microsoft.com/office/drawing/2014/main" id="{A9DFA153-56EE-4CA4-9449-3E678EAA6D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59" name="直線コネクタ 65158">
                      <a:extLst>
                        <a:ext uri="{FF2B5EF4-FFF2-40B4-BE49-F238E27FC236}">
                          <a16:creationId xmlns:a16="http://schemas.microsoft.com/office/drawing/2014/main" id="{614D5542-2DC2-4C60-9A5F-0854696A86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0" name="直線コネクタ 65159">
                      <a:extLst>
                        <a:ext uri="{FF2B5EF4-FFF2-40B4-BE49-F238E27FC236}">
                          <a16:creationId xmlns:a16="http://schemas.microsoft.com/office/drawing/2014/main" id="{2968B7FB-878D-4896-8960-C193B47C480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1" name="直線コネクタ 65160">
                      <a:extLst>
                        <a:ext uri="{FF2B5EF4-FFF2-40B4-BE49-F238E27FC236}">
                          <a16:creationId xmlns:a16="http://schemas.microsoft.com/office/drawing/2014/main" id="{F1B6E2CC-DF7A-425D-81CE-D2CF8270FD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2" name="直線コネクタ 65161">
                      <a:extLst>
                        <a:ext uri="{FF2B5EF4-FFF2-40B4-BE49-F238E27FC236}">
                          <a16:creationId xmlns:a16="http://schemas.microsoft.com/office/drawing/2014/main" id="{722E2A1E-25B2-495A-876D-B72862871A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3" name="直線コネクタ 65162">
                      <a:extLst>
                        <a:ext uri="{FF2B5EF4-FFF2-40B4-BE49-F238E27FC236}">
                          <a16:creationId xmlns:a16="http://schemas.microsoft.com/office/drawing/2014/main" id="{31277125-255D-45F9-8620-19C8ED9F70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4" name="直線コネクタ 65163">
                      <a:extLst>
                        <a:ext uri="{FF2B5EF4-FFF2-40B4-BE49-F238E27FC236}">
                          <a16:creationId xmlns:a16="http://schemas.microsoft.com/office/drawing/2014/main" id="{18486370-A572-4D1D-9066-8AA3472605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5" name="直線コネクタ 65164">
                      <a:extLst>
                        <a:ext uri="{FF2B5EF4-FFF2-40B4-BE49-F238E27FC236}">
                          <a16:creationId xmlns:a16="http://schemas.microsoft.com/office/drawing/2014/main" id="{EBABF00C-FB5B-40B4-B435-28CD24FEB5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6" name="直線コネクタ 65165">
                      <a:extLst>
                        <a:ext uri="{FF2B5EF4-FFF2-40B4-BE49-F238E27FC236}">
                          <a16:creationId xmlns:a16="http://schemas.microsoft.com/office/drawing/2014/main" id="{D432BF09-6BE4-467C-BC4E-94783BD5D5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7" name="直線コネクタ 65166">
                      <a:extLst>
                        <a:ext uri="{FF2B5EF4-FFF2-40B4-BE49-F238E27FC236}">
                          <a16:creationId xmlns:a16="http://schemas.microsoft.com/office/drawing/2014/main" id="{854F5FA5-773F-4B87-9BFE-3B3D746853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8" name="直線コネクタ 65167">
                      <a:extLst>
                        <a:ext uri="{FF2B5EF4-FFF2-40B4-BE49-F238E27FC236}">
                          <a16:creationId xmlns:a16="http://schemas.microsoft.com/office/drawing/2014/main" id="{0E8EB5DF-9034-4CA3-994C-7C8F645798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69" name="直線コネクタ 65168">
                      <a:extLst>
                        <a:ext uri="{FF2B5EF4-FFF2-40B4-BE49-F238E27FC236}">
                          <a16:creationId xmlns:a16="http://schemas.microsoft.com/office/drawing/2014/main" id="{DD6B49D4-A463-4659-B23B-0DE9944F6B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70" name="直線コネクタ 65169">
                      <a:extLst>
                        <a:ext uri="{FF2B5EF4-FFF2-40B4-BE49-F238E27FC236}">
                          <a16:creationId xmlns:a16="http://schemas.microsoft.com/office/drawing/2014/main" id="{2FB8FE97-3DA7-4E1D-B23B-BA88D63CE1B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4933" name="グループ化 64932">
                  <a:extLst>
                    <a:ext uri="{FF2B5EF4-FFF2-40B4-BE49-F238E27FC236}">
                      <a16:creationId xmlns:a16="http://schemas.microsoft.com/office/drawing/2014/main" id="{96B31534-8FA8-4854-BC00-E9C81DD72829}"/>
                    </a:ext>
                  </a:extLst>
                </p:cNvPr>
                <p:cNvGrpSpPr/>
                <p:nvPr/>
              </p:nvGrpSpPr>
              <p:grpSpPr>
                <a:xfrm rot="10800000">
                  <a:off x="7199185" y="4499695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5029" name="グループ化 65028">
                    <a:extLst>
                      <a:ext uri="{FF2B5EF4-FFF2-40B4-BE49-F238E27FC236}">
                        <a16:creationId xmlns:a16="http://schemas.microsoft.com/office/drawing/2014/main" id="{B15CAFF7-925E-46F8-8F37-724A10EC4ADA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077" name="直線コネクタ 65076">
                      <a:extLst>
                        <a:ext uri="{FF2B5EF4-FFF2-40B4-BE49-F238E27FC236}">
                          <a16:creationId xmlns:a16="http://schemas.microsoft.com/office/drawing/2014/main" id="{E4025EA3-F93A-4043-BEC4-C9D4ACDA75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8" name="直線コネクタ 65077">
                      <a:extLst>
                        <a:ext uri="{FF2B5EF4-FFF2-40B4-BE49-F238E27FC236}">
                          <a16:creationId xmlns:a16="http://schemas.microsoft.com/office/drawing/2014/main" id="{146CD61E-A9AC-4D88-A4DF-5AEE3D390B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9" name="直線コネクタ 65078">
                      <a:extLst>
                        <a:ext uri="{FF2B5EF4-FFF2-40B4-BE49-F238E27FC236}">
                          <a16:creationId xmlns:a16="http://schemas.microsoft.com/office/drawing/2014/main" id="{A2976097-1596-4028-AEFD-1B834C118A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0" name="直線コネクタ 65079">
                      <a:extLst>
                        <a:ext uri="{FF2B5EF4-FFF2-40B4-BE49-F238E27FC236}">
                          <a16:creationId xmlns:a16="http://schemas.microsoft.com/office/drawing/2014/main" id="{D75E14DB-F576-4546-839D-57DED4C3E6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1" name="直線コネクタ 65080">
                      <a:extLst>
                        <a:ext uri="{FF2B5EF4-FFF2-40B4-BE49-F238E27FC236}">
                          <a16:creationId xmlns:a16="http://schemas.microsoft.com/office/drawing/2014/main" id="{C4C302C6-08CC-4736-8FB3-DF55FE6183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2" name="直線コネクタ 65081">
                      <a:extLst>
                        <a:ext uri="{FF2B5EF4-FFF2-40B4-BE49-F238E27FC236}">
                          <a16:creationId xmlns:a16="http://schemas.microsoft.com/office/drawing/2014/main" id="{212CDC5D-18BD-4BD4-B193-07661D291C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3" name="直線コネクタ 65082">
                      <a:extLst>
                        <a:ext uri="{FF2B5EF4-FFF2-40B4-BE49-F238E27FC236}">
                          <a16:creationId xmlns:a16="http://schemas.microsoft.com/office/drawing/2014/main" id="{82FAB5ED-D1A6-44C5-BC27-A6E2EA05EA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4" name="直線コネクタ 65083">
                      <a:extLst>
                        <a:ext uri="{FF2B5EF4-FFF2-40B4-BE49-F238E27FC236}">
                          <a16:creationId xmlns:a16="http://schemas.microsoft.com/office/drawing/2014/main" id="{42BE8C47-F972-4401-B6A8-5B14A0D5E8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5" name="直線コネクタ 65084">
                      <a:extLst>
                        <a:ext uri="{FF2B5EF4-FFF2-40B4-BE49-F238E27FC236}">
                          <a16:creationId xmlns:a16="http://schemas.microsoft.com/office/drawing/2014/main" id="{EB34AFC1-46FD-47AD-90A5-EC99FD0602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6" name="直線コネクタ 65085">
                      <a:extLst>
                        <a:ext uri="{FF2B5EF4-FFF2-40B4-BE49-F238E27FC236}">
                          <a16:creationId xmlns:a16="http://schemas.microsoft.com/office/drawing/2014/main" id="{B7E61D2A-5C00-4B6C-8436-D89FDBF9FE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7" name="直線コネクタ 65086">
                      <a:extLst>
                        <a:ext uri="{FF2B5EF4-FFF2-40B4-BE49-F238E27FC236}">
                          <a16:creationId xmlns:a16="http://schemas.microsoft.com/office/drawing/2014/main" id="{FC6E0D16-AC8D-4789-9B65-5A65CB847B2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8" name="直線コネクタ 65087">
                      <a:extLst>
                        <a:ext uri="{FF2B5EF4-FFF2-40B4-BE49-F238E27FC236}">
                          <a16:creationId xmlns:a16="http://schemas.microsoft.com/office/drawing/2014/main" id="{48DB1CD8-7BA5-48C6-965E-CFE47A32F1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89" name="直線コネクタ 65088">
                      <a:extLst>
                        <a:ext uri="{FF2B5EF4-FFF2-40B4-BE49-F238E27FC236}">
                          <a16:creationId xmlns:a16="http://schemas.microsoft.com/office/drawing/2014/main" id="{61FB0267-AD94-4055-B563-913393EEB9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0" name="直線コネクタ 65089">
                      <a:extLst>
                        <a:ext uri="{FF2B5EF4-FFF2-40B4-BE49-F238E27FC236}">
                          <a16:creationId xmlns:a16="http://schemas.microsoft.com/office/drawing/2014/main" id="{47D0C020-19FF-40CB-9497-24B0DC5919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1" name="直線コネクタ 65090">
                      <a:extLst>
                        <a:ext uri="{FF2B5EF4-FFF2-40B4-BE49-F238E27FC236}">
                          <a16:creationId xmlns:a16="http://schemas.microsoft.com/office/drawing/2014/main" id="{6330C86C-F8DE-4764-ABF3-A2C3A394983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2" name="直線コネクタ 65091">
                      <a:extLst>
                        <a:ext uri="{FF2B5EF4-FFF2-40B4-BE49-F238E27FC236}">
                          <a16:creationId xmlns:a16="http://schemas.microsoft.com/office/drawing/2014/main" id="{97D92337-5393-454D-9CF3-0A17F0A5EA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3" name="直線コネクタ 65092">
                      <a:extLst>
                        <a:ext uri="{FF2B5EF4-FFF2-40B4-BE49-F238E27FC236}">
                          <a16:creationId xmlns:a16="http://schemas.microsoft.com/office/drawing/2014/main" id="{0BCEC942-7B45-431E-ABE5-F1A222A1A6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4" name="直線コネクタ 65093">
                      <a:extLst>
                        <a:ext uri="{FF2B5EF4-FFF2-40B4-BE49-F238E27FC236}">
                          <a16:creationId xmlns:a16="http://schemas.microsoft.com/office/drawing/2014/main" id="{68208081-3C50-4C50-9081-DB977C0E6F2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5" name="直線コネクタ 65094">
                      <a:extLst>
                        <a:ext uri="{FF2B5EF4-FFF2-40B4-BE49-F238E27FC236}">
                          <a16:creationId xmlns:a16="http://schemas.microsoft.com/office/drawing/2014/main" id="{D015492C-0D0F-4959-905E-0B4916F869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6" name="直線コネクタ 65095">
                      <a:extLst>
                        <a:ext uri="{FF2B5EF4-FFF2-40B4-BE49-F238E27FC236}">
                          <a16:creationId xmlns:a16="http://schemas.microsoft.com/office/drawing/2014/main" id="{9478874D-BA4B-46EB-A7DD-A44E195C16D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7" name="直線コネクタ 65096">
                      <a:extLst>
                        <a:ext uri="{FF2B5EF4-FFF2-40B4-BE49-F238E27FC236}">
                          <a16:creationId xmlns:a16="http://schemas.microsoft.com/office/drawing/2014/main" id="{27127E09-C858-43D9-A570-41F5883B7D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8" name="直線コネクタ 65097">
                      <a:extLst>
                        <a:ext uri="{FF2B5EF4-FFF2-40B4-BE49-F238E27FC236}">
                          <a16:creationId xmlns:a16="http://schemas.microsoft.com/office/drawing/2014/main" id="{A01D0DF7-B900-4442-8194-23D2711F87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99" name="直線コネクタ 65098">
                      <a:extLst>
                        <a:ext uri="{FF2B5EF4-FFF2-40B4-BE49-F238E27FC236}">
                          <a16:creationId xmlns:a16="http://schemas.microsoft.com/office/drawing/2014/main" id="{B591E5C2-ED45-4A9B-9AAC-0DE6BD94E8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0" name="直線コネクタ 65099">
                      <a:extLst>
                        <a:ext uri="{FF2B5EF4-FFF2-40B4-BE49-F238E27FC236}">
                          <a16:creationId xmlns:a16="http://schemas.microsoft.com/office/drawing/2014/main" id="{E020495A-7E16-47BB-BB7A-F9D5B8697FD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1" name="直線コネクタ 65100">
                      <a:extLst>
                        <a:ext uri="{FF2B5EF4-FFF2-40B4-BE49-F238E27FC236}">
                          <a16:creationId xmlns:a16="http://schemas.microsoft.com/office/drawing/2014/main" id="{F65E782A-FC04-43B3-BBF9-4CF3ACCD23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2" name="直線コネクタ 65101">
                      <a:extLst>
                        <a:ext uri="{FF2B5EF4-FFF2-40B4-BE49-F238E27FC236}">
                          <a16:creationId xmlns:a16="http://schemas.microsoft.com/office/drawing/2014/main" id="{E84430A6-EDA1-40CE-AAD4-A8ADCAA6E2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3" name="直線コネクタ 65102">
                      <a:extLst>
                        <a:ext uri="{FF2B5EF4-FFF2-40B4-BE49-F238E27FC236}">
                          <a16:creationId xmlns:a16="http://schemas.microsoft.com/office/drawing/2014/main" id="{DEAE8A9C-D727-435E-8498-15869F5EFF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4" name="直線コネクタ 65103">
                      <a:extLst>
                        <a:ext uri="{FF2B5EF4-FFF2-40B4-BE49-F238E27FC236}">
                          <a16:creationId xmlns:a16="http://schemas.microsoft.com/office/drawing/2014/main" id="{A9A08816-13AE-46A5-8A03-CCCC528ECB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5" name="直線コネクタ 65104">
                      <a:extLst>
                        <a:ext uri="{FF2B5EF4-FFF2-40B4-BE49-F238E27FC236}">
                          <a16:creationId xmlns:a16="http://schemas.microsoft.com/office/drawing/2014/main" id="{3479B7E9-C2FB-4B54-B358-0BA03C22287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6" name="直線コネクタ 65105">
                      <a:extLst>
                        <a:ext uri="{FF2B5EF4-FFF2-40B4-BE49-F238E27FC236}">
                          <a16:creationId xmlns:a16="http://schemas.microsoft.com/office/drawing/2014/main" id="{B5C25F06-9998-459D-893D-448C0BED5C8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7" name="直線コネクタ 65106">
                      <a:extLst>
                        <a:ext uri="{FF2B5EF4-FFF2-40B4-BE49-F238E27FC236}">
                          <a16:creationId xmlns:a16="http://schemas.microsoft.com/office/drawing/2014/main" id="{04A44385-DDC8-4869-B97B-A9D5491CA67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8" name="直線コネクタ 65107">
                      <a:extLst>
                        <a:ext uri="{FF2B5EF4-FFF2-40B4-BE49-F238E27FC236}">
                          <a16:creationId xmlns:a16="http://schemas.microsoft.com/office/drawing/2014/main" id="{BB888521-0E42-48C0-8774-A762F5515E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09" name="直線コネクタ 65108">
                      <a:extLst>
                        <a:ext uri="{FF2B5EF4-FFF2-40B4-BE49-F238E27FC236}">
                          <a16:creationId xmlns:a16="http://schemas.microsoft.com/office/drawing/2014/main" id="{C9EA7D24-091B-4692-B9F1-39C2181F233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0" name="直線コネクタ 65109">
                      <a:extLst>
                        <a:ext uri="{FF2B5EF4-FFF2-40B4-BE49-F238E27FC236}">
                          <a16:creationId xmlns:a16="http://schemas.microsoft.com/office/drawing/2014/main" id="{58DF83C1-8642-4D4F-BDEE-C6F9B8774F4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1" name="直線コネクタ 65110">
                      <a:extLst>
                        <a:ext uri="{FF2B5EF4-FFF2-40B4-BE49-F238E27FC236}">
                          <a16:creationId xmlns:a16="http://schemas.microsoft.com/office/drawing/2014/main" id="{CCA61326-5C36-4E99-9B76-8F8DF5F20F8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2" name="直線コネクタ 65111">
                      <a:extLst>
                        <a:ext uri="{FF2B5EF4-FFF2-40B4-BE49-F238E27FC236}">
                          <a16:creationId xmlns:a16="http://schemas.microsoft.com/office/drawing/2014/main" id="{154002D9-5E6A-4E4C-A775-7FB26CCE53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3" name="直線コネクタ 65112">
                      <a:extLst>
                        <a:ext uri="{FF2B5EF4-FFF2-40B4-BE49-F238E27FC236}">
                          <a16:creationId xmlns:a16="http://schemas.microsoft.com/office/drawing/2014/main" id="{6E863964-1D5C-413B-BE2B-8EAAB0F9B0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4" name="直線コネクタ 65113">
                      <a:extLst>
                        <a:ext uri="{FF2B5EF4-FFF2-40B4-BE49-F238E27FC236}">
                          <a16:creationId xmlns:a16="http://schemas.microsoft.com/office/drawing/2014/main" id="{39906B43-47E2-444E-8A88-19FE569404D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5" name="直線コネクタ 65114">
                      <a:extLst>
                        <a:ext uri="{FF2B5EF4-FFF2-40B4-BE49-F238E27FC236}">
                          <a16:creationId xmlns:a16="http://schemas.microsoft.com/office/drawing/2014/main" id="{AF66B9D6-6084-43A8-A335-1E079361BA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6" name="直線コネクタ 65115">
                      <a:extLst>
                        <a:ext uri="{FF2B5EF4-FFF2-40B4-BE49-F238E27FC236}">
                          <a16:creationId xmlns:a16="http://schemas.microsoft.com/office/drawing/2014/main" id="{B7147579-1970-4E8F-B5AC-843A8D3BB5D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7" name="直線コネクタ 65116">
                      <a:extLst>
                        <a:ext uri="{FF2B5EF4-FFF2-40B4-BE49-F238E27FC236}">
                          <a16:creationId xmlns:a16="http://schemas.microsoft.com/office/drawing/2014/main" id="{AF61534A-D6B9-42F6-8BA8-0085E29455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8" name="直線コネクタ 65117">
                      <a:extLst>
                        <a:ext uri="{FF2B5EF4-FFF2-40B4-BE49-F238E27FC236}">
                          <a16:creationId xmlns:a16="http://schemas.microsoft.com/office/drawing/2014/main" id="{F5CB778F-1F9B-436E-BDAC-25FE335A0B0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19" name="直線コネクタ 65118">
                      <a:extLst>
                        <a:ext uri="{FF2B5EF4-FFF2-40B4-BE49-F238E27FC236}">
                          <a16:creationId xmlns:a16="http://schemas.microsoft.com/office/drawing/2014/main" id="{1AB45DC0-4AE7-4E04-9316-F8852C79ABE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20" name="直線コネクタ 65119">
                      <a:extLst>
                        <a:ext uri="{FF2B5EF4-FFF2-40B4-BE49-F238E27FC236}">
                          <a16:creationId xmlns:a16="http://schemas.microsoft.com/office/drawing/2014/main" id="{B5B63472-3FAB-4AF3-A497-98A47A74F2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21" name="直線コネクタ 65120">
                      <a:extLst>
                        <a:ext uri="{FF2B5EF4-FFF2-40B4-BE49-F238E27FC236}">
                          <a16:creationId xmlns:a16="http://schemas.microsoft.com/office/drawing/2014/main" id="{DBA28760-9FC1-4726-A4A8-6B5D314FF8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122" name="直線コネクタ 65121">
                      <a:extLst>
                        <a:ext uri="{FF2B5EF4-FFF2-40B4-BE49-F238E27FC236}">
                          <a16:creationId xmlns:a16="http://schemas.microsoft.com/office/drawing/2014/main" id="{4202DA8D-662A-424C-AF0D-5D3912108E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5030" name="グループ化 65029">
                    <a:extLst>
                      <a:ext uri="{FF2B5EF4-FFF2-40B4-BE49-F238E27FC236}">
                        <a16:creationId xmlns:a16="http://schemas.microsoft.com/office/drawing/2014/main" id="{E53F0374-F8F6-4744-9956-6257439E4B3E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5031" name="直線コネクタ 65030">
                      <a:extLst>
                        <a:ext uri="{FF2B5EF4-FFF2-40B4-BE49-F238E27FC236}">
                          <a16:creationId xmlns:a16="http://schemas.microsoft.com/office/drawing/2014/main" id="{F1811A51-27F3-4090-82D8-4CF54A0A09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32" name="直線コネクタ 65031">
                      <a:extLst>
                        <a:ext uri="{FF2B5EF4-FFF2-40B4-BE49-F238E27FC236}">
                          <a16:creationId xmlns:a16="http://schemas.microsoft.com/office/drawing/2014/main" id="{6A234E2A-316B-4AA9-81B8-97346FCC88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33" name="直線コネクタ 65032">
                      <a:extLst>
                        <a:ext uri="{FF2B5EF4-FFF2-40B4-BE49-F238E27FC236}">
                          <a16:creationId xmlns:a16="http://schemas.microsoft.com/office/drawing/2014/main" id="{E2AA987F-245B-4CAB-84C7-CA19AC9E93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34" name="直線コネクタ 65033">
                      <a:extLst>
                        <a:ext uri="{FF2B5EF4-FFF2-40B4-BE49-F238E27FC236}">
                          <a16:creationId xmlns:a16="http://schemas.microsoft.com/office/drawing/2014/main" id="{EAC13302-F544-46B7-AC88-C7ED6562E3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35" name="直線コネクタ 65034">
                      <a:extLst>
                        <a:ext uri="{FF2B5EF4-FFF2-40B4-BE49-F238E27FC236}">
                          <a16:creationId xmlns:a16="http://schemas.microsoft.com/office/drawing/2014/main" id="{EBDBCD35-7CA8-48A6-A881-F572253DF5A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36" name="直線コネクタ 65035">
                      <a:extLst>
                        <a:ext uri="{FF2B5EF4-FFF2-40B4-BE49-F238E27FC236}">
                          <a16:creationId xmlns:a16="http://schemas.microsoft.com/office/drawing/2014/main" id="{29FACC67-403B-4C5E-A53A-0CCECBCC52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37" name="直線コネクタ 65036">
                      <a:extLst>
                        <a:ext uri="{FF2B5EF4-FFF2-40B4-BE49-F238E27FC236}">
                          <a16:creationId xmlns:a16="http://schemas.microsoft.com/office/drawing/2014/main" id="{D491EEB2-FE7C-4D26-8D26-C52DACA7244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38" name="直線コネクタ 65037">
                      <a:extLst>
                        <a:ext uri="{FF2B5EF4-FFF2-40B4-BE49-F238E27FC236}">
                          <a16:creationId xmlns:a16="http://schemas.microsoft.com/office/drawing/2014/main" id="{ACEF4764-900A-4D7C-8C16-75A1D548CD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39" name="直線コネクタ 65038">
                      <a:extLst>
                        <a:ext uri="{FF2B5EF4-FFF2-40B4-BE49-F238E27FC236}">
                          <a16:creationId xmlns:a16="http://schemas.microsoft.com/office/drawing/2014/main" id="{C1314F58-883E-4412-AC57-704587F6EE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0" name="直線コネクタ 65039">
                      <a:extLst>
                        <a:ext uri="{FF2B5EF4-FFF2-40B4-BE49-F238E27FC236}">
                          <a16:creationId xmlns:a16="http://schemas.microsoft.com/office/drawing/2014/main" id="{8B830DA2-B8C4-4A18-8C17-696F35FA750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1" name="直線コネクタ 65040">
                      <a:extLst>
                        <a:ext uri="{FF2B5EF4-FFF2-40B4-BE49-F238E27FC236}">
                          <a16:creationId xmlns:a16="http://schemas.microsoft.com/office/drawing/2014/main" id="{58496F0F-977C-444D-8DEB-B71AF7546D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2" name="直線コネクタ 65041">
                      <a:extLst>
                        <a:ext uri="{FF2B5EF4-FFF2-40B4-BE49-F238E27FC236}">
                          <a16:creationId xmlns:a16="http://schemas.microsoft.com/office/drawing/2014/main" id="{C35FDD8A-C340-4852-A7EA-E352FF455A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3" name="直線コネクタ 65042">
                      <a:extLst>
                        <a:ext uri="{FF2B5EF4-FFF2-40B4-BE49-F238E27FC236}">
                          <a16:creationId xmlns:a16="http://schemas.microsoft.com/office/drawing/2014/main" id="{900CA029-3B81-4F21-AC2A-8DE8CE0CD6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4" name="直線コネクタ 65043">
                      <a:extLst>
                        <a:ext uri="{FF2B5EF4-FFF2-40B4-BE49-F238E27FC236}">
                          <a16:creationId xmlns:a16="http://schemas.microsoft.com/office/drawing/2014/main" id="{84CA4B3D-45A3-4EB4-A87C-200329A4A8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5" name="直線コネクタ 65044">
                      <a:extLst>
                        <a:ext uri="{FF2B5EF4-FFF2-40B4-BE49-F238E27FC236}">
                          <a16:creationId xmlns:a16="http://schemas.microsoft.com/office/drawing/2014/main" id="{96E6C549-7EC8-45FF-ABFF-C9CF01A31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6" name="直線コネクタ 65045">
                      <a:extLst>
                        <a:ext uri="{FF2B5EF4-FFF2-40B4-BE49-F238E27FC236}">
                          <a16:creationId xmlns:a16="http://schemas.microsoft.com/office/drawing/2014/main" id="{596A24B0-FD6D-4A69-AFA0-9D1808EAD5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7" name="直線コネクタ 65046">
                      <a:extLst>
                        <a:ext uri="{FF2B5EF4-FFF2-40B4-BE49-F238E27FC236}">
                          <a16:creationId xmlns:a16="http://schemas.microsoft.com/office/drawing/2014/main" id="{A73BB385-15EE-46D2-9B11-3226D72578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8" name="直線コネクタ 65047">
                      <a:extLst>
                        <a:ext uri="{FF2B5EF4-FFF2-40B4-BE49-F238E27FC236}">
                          <a16:creationId xmlns:a16="http://schemas.microsoft.com/office/drawing/2014/main" id="{955A625C-BF73-4565-8E60-29A4D5687C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49" name="直線コネクタ 65048">
                      <a:extLst>
                        <a:ext uri="{FF2B5EF4-FFF2-40B4-BE49-F238E27FC236}">
                          <a16:creationId xmlns:a16="http://schemas.microsoft.com/office/drawing/2014/main" id="{98691220-6755-493D-9B16-309DC5A2134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0" name="直線コネクタ 65049">
                      <a:extLst>
                        <a:ext uri="{FF2B5EF4-FFF2-40B4-BE49-F238E27FC236}">
                          <a16:creationId xmlns:a16="http://schemas.microsoft.com/office/drawing/2014/main" id="{C3D07FF4-25ED-4DA2-B845-2E7EBA36CF8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1" name="直線コネクタ 65050">
                      <a:extLst>
                        <a:ext uri="{FF2B5EF4-FFF2-40B4-BE49-F238E27FC236}">
                          <a16:creationId xmlns:a16="http://schemas.microsoft.com/office/drawing/2014/main" id="{50156B04-F9E0-4DC6-81FC-74EFF042B6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2" name="直線コネクタ 65051">
                      <a:extLst>
                        <a:ext uri="{FF2B5EF4-FFF2-40B4-BE49-F238E27FC236}">
                          <a16:creationId xmlns:a16="http://schemas.microsoft.com/office/drawing/2014/main" id="{490BFDCC-B46E-4DD4-B932-6972605F55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3" name="直線コネクタ 65052">
                      <a:extLst>
                        <a:ext uri="{FF2B5EF4-FFF2-40B4-BE49-F238E27FC236}">
                          <a16:creationId xmlns:a16="http://schemas.microsoft.com/office/drawing/2014/main" id="{22898C8F-38F5-41A2-9EBF-DD6B7CEF0F4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4" name="直線コネクタ 65053">
                      <a:extLst>
                        <a:ext uri="{FF2B5EF4-FFF2-40B4-BE49-F238E27FC236}">
                          <a16:creationId xmlns:a16="http://schemas.microsoft.com/office/drawing/2014/main" id="{3E6FF599-9D8F-436F-9F38-FA2FC13FC7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5" name="直線コネクタ 65054">
                      <a:extLst>
                        <a:ext uri="{FF2B5EF4-FFF2-40B4-BE49-F238E27FC236}">
                          <a16:creationId xmlns:a16="http://schemas.microsoft.com/office/drawing/2014/main" id="{0A4FE54A-06FD-4BBA-8FAF-50033658E4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6" name="直線コネクタ 65055">
                      <a:extLst>
                        <a:ext uri="{FF2B5EF4-FFF2-40B4-BE49-F238E27FC236}">
                          <a16:creationId xmlns:a16="http://schemas.microsoft.com/office/drawing/2014/main" id="{27F9A379-5AA9-43CC-99AF-5F6929C409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7" name="直線コネクタ 65056">
                      <a:extLst>
                        <a:ext uri="{FF2B5EF4-FFF2-40B4-BE49-F238E27FC236}">
                          <a16:creationId xmlns:a16="http://schemas.microsoft.com/office/drawing/2014/main" id="{4A0601D5-FFE2-487A-9D77-9EE342F9C51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8" name="直線コネクタ 65057">
                      <a:extLst>
                        <a:ext uri="{FF2B5EF4-FFF2-40B4-BE49-F238E27FC236}">
                          <a16:creationId xmlns:a16="http://schemas.microsoft.com/office/drawing/2014/main" id="{6AF32B8C-0BDF-49E6-9FE7-52CF0B5AE4D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59" name="直線コネクタ 65058">
                      <a:extLst>
                        <a:ext uri="{FF2B5EF4-FFF2-40B4-BE49-F238E27FC236}">
                          <a16:creationId xmlns:a16="http://schemas.microsoft.com/office/drawing/2014/main" id="{A251C32E-DF43-44EE-8966-899DE48846F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0" name="直線コネクタ 65059">
                      <a:extLst>
                        <a:ext uri="{FF2B5EF4-FFF2-40B4-BE49-F238E27FC236}">
                          <a16:creationId xmlns:a16="http://schemas.microsoft.com/office/drawing/2014/main" id="{C245D10B-3E38-46A0-95F2-24103FE6F9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1" name="直線コネクタ 65060">
                      <a:extLst>
                        <a:ext uri="{FF2B5EF4-FFF2-40B4-BE49-F238E27FC236}">
                          <a16:creationId xmlns:a16="http://schemas.microsoft.com/office/drawing/2014/main" id="{677E2316-E05D-45D1-A280-6CD8FBD5418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2" name="直線コネクタ 65061">
                      <a:extLst>
                        <a:ext uri="{FF2B5EF4-FFF2-40B4-BE49-F238E27FC236}">
                          <a16:creationId xmlns:a16="http://schemas.microsoft.com/office/drawing/2014/main" id="{37B21C57-19C2-4A23-BE8F-89174EDEDFD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3" name="直線コネクタ 65062">
                      <a:extLst>
                        <a:ext uri="{FF2B5EF4-FFF2-40B4-BE49-F238E27FC236}">
                          <a16:creationId xmlns:a16="http://schemas.microsoft.com/office/drawing/2014/main" id="{9B061746-0678-4637-A26A-B7EF4C5B965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4" name="直線コネクタ 65063">
                      <a:extLst>
                        <a:ext uri="{FF2B5EF4-FFF2-40B4-BE49-F238E27FC236}">
                          <a16:creationId xmlns:a16="http://schemas.microsoft.com/office/drawing/2014/main" id="{B64536EE-2B42-48DD-9504-0FFE928045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5" name="直線コネクタ 65064">
                      <a:extLst>
                        <a:ext uri="{FF2B5EF4-FFF2-40B4-BE49-F238E27FC236}">
                          <a16:creationId xmlns:a16="http://schemas.microsoft.com/office/drawing/2014/main" id="{9B0ED343-C89D-4680-9F52-9D8F2A5976B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6" name="直線コネクタ 65065">
                      <a:extLst>
                        <a:ext uri="{FF2B5EF4-FFF2-40B4-BE49-F238E27FC236}">
                          <a16:creationId xmlns:a16="http://schemas.microsoft.com/office/drawing/2014/main" id="{32C707EF-8C10-4847-97BF-94D15898453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7" name="直線コネクタ 65066">
                      <a:extLst>
                        <a:ext uri="{FF2B5EF4-FFF2-40B4-BE49-F238E27FC236}">
                          <a16:creationId xmlns:a16="http://schemas.microsoft.com/office/drawing/2014/main" id="{22B00EAF-AD13-4812-A20E-6C6C3786F7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8" name="直線コネクタ 65067">
                      <a:extLst>
                        <a:ext uri="{FF2B5EF4-FFF2-40B4-BE49-F238E27FC236}">
                          <a16:creationId xmlns:a16="http://schemas.microsoft.com/office/drawing/2014/main" id="{0261154B-99BC-4CA2-ADBC-3953C8A45E1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69" name="直線コネクタ 65068">
                      <a:extLst>
                        <a:ext uri="{FF2B5EF4-FFF2-40B4-BE49-F238E27FC236}">
                          <a16:creationId xmlns:a16="http://schemas.microsoft.com/office/drawing/2014/main" id="{18A3294F-4CFF-4485-84F3-A73AED2466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0" name="直線コネクタ 65069">
                      <a:extLst>
                        <a:ext uri="{FF2B5EF4-FFF2-40B4-BE49-F238E27FC236}">
                          <a16:creationId xmlns:a16="http://schemas.microsoft.com/office/drawing/2014/main" id="{F809CCDC-B834-47F4-8262-55B1E74758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1" name="直線コネクタ 65070">
                      <a:extLst>
                        <a:ext uri="{FF2B5EF4-FFF2-40B4-BE49-F238E27FC236}">
                          <a16:creationId xmlns:a16="http://schemas.microsoft.com/office/drawing/2014/main" id="{E2FCB42C-BFD8-4C1C-8783-56EA64D1047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2" name="直線コネクタ 65071">
                      <a:extLst>
                        <a:ext uri="{FF2B5EF4-FFF2-40B4-BE49-F238E27FC236}">
                          <a16:creationId xmlns:a16="http://schemas.microsoft.com/office/drawing/2014/main" id="{E1D6EA16-4C03-49A3-8412-603CC088F8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3" name="直線コネクタ 65072">
                      <a:extLst>
                        <a:ext uri="{FF2B5EF4-FFF2-40B4-BE49-F238E27FC236}">
                          <a16:creationId xmlns:a16="http://schemas.microsoft.com/office/drawing/2014/main" id="{83298C9E-9F76-427C-8A9F-FF9BD3EB9F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4" name="直線コネクタ 65073">
                      <a:extLst>
                        <a:ext uri="{FF2B5EF4-FFF2-40B4-BE49-F238E27FC236}">
                          <a16:creationId xmlns:a16="http://schemas.microsoft.com/office/drawing/2014/main" id="{C529E0A6-400A-4CF6-8437-145AF4EC06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5" name="直線コネクタ 65074">
                      <a:extLst>
                        <a:ext uri="{FF2B5EF4-FFF2-40B4-BE49-F238E27FC236}">
                          <a16:creationId xmlns:a16="http://schemas.microsoft.com/office/drawing/2014/main" id="{925E2846-3B3A-4F98-969F-7B7B6198DE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76" name="直線コネクタ 65075">
                      <a:extLst>
                        <a:ext uri="{FF2B5EF4-FFF2-40B4-BE49-F238E27FC236}">
                          <a16:creationId xmlns:a16="http://schemas.microsoft.com/office/drawing/2014/main" id="{D8B0F4CB-6C50-45F3-8D82-E875A085D0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4934" name="グループ化 64933">
                  <a:extLst>
                    <a:ext uri="{FF2B5EF4-FFF2-40B4-BE49-F238E27FC236}">
                      <a16:creationId xmlns:a16="http://schemas.microsoft.com/office/drawing/2014/main" id="{18264EB5-0EC2-4BD8-8C02-F87566B38E1A}"/>
                    </a:ext>
                  </a:extLst>
                </p:cNvPr>
                <p:cNvGrpSpPr/>
                <p:nvPr/>
              </p:nvGrpSpPr>
              <p:grpSpPr>
                <a:xfrm rot="10800000">
                  <a:off x="6299066" y="5399456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4935" name="グループ化 64934">
                    <a:extLst>
                      <a:ext uri="{FF2B5EF4-FFF2-40B4-BE49-F238E27FC236}">
                        <a16:creationId xmlns:a16="http://schemas.microsoft.com/office/drawing/2014/main" id="{E2DB584E-7061-4543-80E0-64BABDD99D10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983" name="直線コネクタ 64982">
                      <a:extLst>
                        <a:ext uri="{FF2B5EF4-FFF2-40B4-BE49-F238E27FC236}">
                          <a16:creationId xmlns:a16="http://schemas.microsoft.com/office/drawing/2014/main" id="{F339309E-EFE9-47DB-A342-5FD88A7CA0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4" name="直線コネクタ 64983">
                      <a:extLst>
                        <a:ext uri="{FF2B5EF4-FFF2-40B4-BE49-F238E27FC236}">
                          <a16:creationId xmlns:a16="http://schemas.microsoft.com/office/drawing/2014/main" id="{839D084B-6504-4E23-8D31-94652071545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5" name="直線コネクタ 64984">
                      <a:extLst>
                        <a:ext uri="{FF2B5EF4-FFF2-40B4-BE49-F238E27FC236}">
                          <a16:creationId xmlns:a16="http://schemas.microsoft.com/office/drawing/2014/main" id="{8AC78601-45E1-48F1-A1D2-5A3FB9AC41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6" name="直線コネクタ 64985">
                      <a:extLst>
                        <a:ext uri="{FF2B5EF4-FFF2-40B4-BE49-F238E27FC236}">
                          <a16:creationId xmlns:a16="http://schemas.microsoft.com/office/drawing/2014/main" id="{4BEBECF0-B42D-4BEE-A0B1-F3387574B3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7" name="直線コネクタ 64986">
                      <a:extLst>
                        <a:ext uri="{FF2B5EF4-FFF2-40B4-BE49-F238E27FC236}">
                          <a16:creationId xmlns:a16="http://schemas.microsoft.com/office/drawing/2014/main" id="{E967CD07-26C0-46CD-98AA-65F3D3D3D21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8" name="直線コネクタ 64987">
                      <a:extLst>
                        <a:ext uri="{FF2B5EF4-FFF2-40B4-BE49-F238E27FC236}">
                          <a16:creationId xmlns:a16="http://schemas.microsoft.com/office/drawing/2014/main" id="{A7D97B35-D14A-4454-B181-7666DCF3F02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9" name="直線コネクタ 64988">
                      <a:extLst>
                        <a:ext uri="{FF2B5EF4-FFF2-40B4-BE49-F238E27FC236}">
                          <a16:creationId xmlns:a16="http://schemas.microsoft.com/office/drawing/2014/main" id="{E318782C-9A5F-4528-9C73-1CA376CA75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0" name="直線コネクタ 64989">
                      <a:extLst>
                        <a:ext uri="{FF2B5EF4-FFF2-40B4-BE49-F238E27FC236}">
                          <a16:creationId xmlns:a16="http://schemas.microsoft.com/office/drawing/2014/main" id="{F8B7D2CF-196B-436B-AD98-BD8319BB46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1" name="直線コネクタ 64990">
                      <a:extLst>
                        <a:ext uri="{FF2B5EF4-FFF2-40B4-BE49-F238E27FC236}">
                          <a16:creationId xmlns:a16="http://schemas.microsoft.com/office/drawing/2014/main" id="{B6548A5A-CFD9-416D-BA05-64BCC6D977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2" name="直線コネクタ 64991">
                      <a:extLst>
                        <a:ext uri="{FF2B5EF4-FFF2-40B4-BE49-F238E27FC236}">
                          <a16:creationId xmlns:a16="http://schemas.microsoft.com/office/drawing/2014/main" id="{96ED18BA-CA0A-47A7-8E50-0965425CA7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3" name="直線コネクタ 64992">
                      <a:extLst>
                        <a:ext uri="{FF2B5EF4-FFF2-40B4-BE49-F238E27FC236}">
                          <a16:creationId xmlns:a16="http://schemas.microsoft.com/office/drawing/2014/main" id="{BFCD6C21-3C43-4EDD-B130-2579E83012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4" name="直線コネクタ 64993">
                      <a:extLst>
                        <a:ext uri="{FF2B5EF4-FFF2-40B4-BE49-F238E27FC236}">
                          <a16:creationId xmlns:a16="http://schemas.microsoft.com/office/drawing/2014/main" id="{0529EE19-9986-471C-85B8-BA35900A4A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5" name="直線コネクタ 64994">
                      <a:extLst>
                        <a:ext uri="{FF2B5EF4-FFF2-40B4-BE49-F238E27FC236}">
                          <a16:creationId xmlns:a16="http://schemas.microsoft.com/office/drawing/2014/main" id="{0D97B4FE-957B-4157-A09E-D13DF17E4C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6" name="直線コネクタ 64995">
                      <a:extLst>
                        <a:ext uri="{FF2B5EF4-FFF2-40B4-BE49-F238E27FC236}">
                          <a16:creationId xmlns:a16="http://schemas.microsoft.com/office/drawing/2014/main" id="{17B4C1CC-E6D8-41F9-A300-4416551EDD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7" name="直線コネクタ 64996">
                      <a:extLst>
                        <a:ext uri="{FF2B5EF4-FFF2-40B4-BE49-F238E27FC236}">
                          <a16:creationId xmlns:a16="http://schemas.microsoft.com/office/drawing/2014/main" id="{B66D280B-6DB6-41F2-99E1-5E61DE997B8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8" name="直線コネクタ 64997">
                      <a:extLst>
                        <a:ext uri="{FF2B5EF4-FFF2-40B4-BE49-F238E27FC236}">
                          <a16:creationId xmlns:a16="http://schemas.microsoft.com/office/drawing/2014/main" id="{796FECF6-DE60-45C9-A308-45709A26244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99" name="直線コネクタ 64998">
                      <a:extLst>
                        <a:ext uri="{FF2B5EF4-FFF2-40B4-BE49-F238E27FC236}">
                          <a16:creationId xmlns:a16="http://schemas.microsoft.com/office/drawing/2014/main" id="{3F1929F7-3D5A-4820-B23B-5798BC2F36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0" name="直線コネクタ 64999">
                      <a:extLst>
                        <a:ext uri="{FF2B5EF4-FFF2-40B4-BE49-F238E27FC236}">
                          <a16:creationId xmlns:a16="http://schemas.microsoft.com/office/drawing/2014/main" id="{1414CD95-B8E0-455F-AF2B-A749D91B41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1" name="直線コネクタ 65000">
                      <a:extLst>
                        <a:ext uri="{FF2B5EF4-FFF2-40B4-BE49-F238E27FC236}">
                          <a16:creationId xmlns:a16="http://schemas.microsoft.com/office/drawing/2014/main" id="{97C45FAD-2621-4563-AC8F-311AE661B39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2" name="直線コネクタ 65001">
                      <a:extLst>
                        <a:ext uri="{FF2B5EF4-FFF2-40B4-BE49-F238E27FC236}">
                          <a16:creationId xmlns:a16="http://schemas.microsoft.com/office/drawing/2014/main" id="{9D137619-4636-4885-BDC1-66E743D3AB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3" name="直線コネクタ 65002">
                      <a:extLst>
                        <a:ext uri="{FF2B5EF4-FFF2-40B4-BE49-F238E27FC236}">
                          <a16:creationId xmlns:a16="http://schemas.microsoft.com/office/drawing/2014/main" id="{D56443F3-5013-47F4-A334-04FADC2618C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4" name="直線コネクタ 65003">
                      <a:extLst>
                        <a:ext uri="{FF2B5EF4-FFF2-40B4-BE49-F238E27FC236}">
                          <a16:creationId xmlns:a16="http://schemas.microsoft.com/office/drawing/2014/main" id="{18E02D01-CFB6-4D50-B80D-760263178F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5" name="直線コネクタ 65004">
                      <a:extLst>
                        <a:ext uri="{FF2B5EF4-FFF2-40B4-BE49-F238E27FC236}">
                          <a16:creationId xmlns:a16="http://schemas.microsoft.com/office/drawing/2014/main" id="{14CB88CF-272A-4E51-904C-7DCAF60C2B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6" name="直線コネクタ 65005">
                      <a:extLst>
                        <a:ext uri="{FF2B5EF4-FFF2-40B4-BE49-F238E27FC236}">
                          <a16:creationId xmlns:a16="http://schemas.microsoft.com/office/drawing/2014/main" id="{B029BCD7-5A9B-4115-AD1B-DFADC62ED7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7" name="直線コネクタ 65006">
                      <a:extLst>
                        <a:ext uri="{FF2B5EF4-FFF2-40B4-BE49-F238E27FC236}">
                          <a16:creationId xmlns:a16="http://schemas.microsoft.com/office/drawing/2014/main" id="{13CEFF19-B83B-43EC-8D3A-C05A7B41289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8" name="直線コネクタ 65007">
                      <a:extLst>
                        <a:ext uri="{FF2B5EF4-FFF2-40B4-BE49-F238E27FC236}">
                          <a16:creationId xmlns:a16="http://schemas.microsoft.com/office/drawing/2014/main" id="{0C50130A-725D-40BC-A17E-4E26DBF589E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09" name="直線コネクタ 65008">
                      <a:extLst>
                        <a:ext uri="{FF2B5EF4-FFF2-40B4-BE49-F238E27FC236}">
                          <a16:creationId xmlns:a16="http://schemas.microsoft.com/office/drawing/2014/main" id="{1DC817E9-8006-4B76-A24F-DF512B46293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0" name="直線コネクタ 65009">
                      <a:extLst>
                        <a:ext uri="{FF2B5EF4-FFF2-40B4-BE49-F238E27FC236}">
                          <a16:creationId xmlns:a16="http://schemas.microsoft.com/office/drawing/2014/main" id="{D4229F59-8536-4F3E-9800-D7EFD1FF913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1" name="直線コネクタ 65010">
                      <a:extLst>
                        <a:ext uri="{FF2B5EF4-FFF2-40B4-BE49-F238E27FC236}">
                          <a16:creationId xmlns:a16="http://schemas.microsoft.com/office/drawing/2014/main" id="{83218ECA-F5B8-4BAF-BA86-2D8E4EBFFC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2" name="直線コネクタ 65011">
                      <a:extLst>
                        <a:ext uri="{FF2B5EF4-FFF2-40B4-BE49-F238E27FC236}">
                          <a16:creationId xmlns:a16="http://schemas.microsoft.com/office/drawing/2014/main" id="{32D2B431-DC64-4C0A-9FC6-3666CAF144D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3" name="直線コネクタ 65012">
                      <a:extLst>
                        <a:ext uri="{FF2B5EF4-FFF2-40B4-BE49-F238E27FC236}">
                          <a16:creationId xmlns:a16="http://schemas.microsoft.com/office/drawing/2014/main" id="{85978656-F825-4C58-BDF4-DE6D6F9A38D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4" name="直線コネクタ 65013">
                      <a:extLst>
                        <a:ext uri="{FF2B5EF4-FFF2-40B4-BE49-F238E27FC236}">
                          <a16:creationId xmlns:a16="http://schemas.microsoft.com/office/drawing/2014/main" id="{65344ABC-695B-44CC-AA0D-9A72AFC96F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5" name="直線コネクタ 65014">
                      <a:extLst>
                        <a:ext uri="{FF2B5EF4-FFF2-40B4-BE49-F238E27FC236}">
                          <a16:creationId xmlns:a16="http://schemas.microsoft.com/office/drawing/2014/main" id="{84A9B54B-718A-47B7-BF1F-7DDCFE85E9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6" name="直線コネクタ 65015">
                      <a:extLst>
                        <a:ext uri="{FF2B5EF4-FFF2-40B4-BE49-F238E27FC236}">
                          <a16:creationId xmlns:a16="http://schemas.microsoft.com/office/drawing/2014/main" id="{1B3CD356-C70C-4E59-9BAD-0676EFFD59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7" name="直線コネクタ 65016">
                      <a:extLst>
                        <a:ext uri="{FF2B5EF4-FFF2-40B4-BE49-F238E27FC236}">
                          <a16:creationId xmlns:a16="http://schemas.microsoft.com/office/drawing/2014/main" id="{E17E3EE2-6624-4F5B-8E1F-7742BE7229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8" name="直線コネクタ 65017">
                      <a:extLst>
                        <a:ext uri="{FF2B5EF4-FFF2-40B4-BE49-F238E27FC236}">
                          <a16:creationId xmlns:a16="http://schemas.microsoft.com/office/drawing/2014/main" id="{5628715B-1CCE-42ED-8B5E-A0506B14F5E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19" name="直線コネクタ 65018">
                      <a:extLst>
                        <a:ext uri="{FF2B5EF4-FFF2-40B4-BE49-F238E27FC236}">
                          <a16:creationId xmlns:a16="http://schemas.microsoft.com/office/drawing/2014/main" id="{191AB87D-857E-4C6A-8719-33EC5FD638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0" name="直線コネクタ 65019">
                      <a:extLst>
                        <a:ext uri="{FF2B5EF4-FFF2-40B4-BE49-F238E27FC236}">
                          <a16:creationId xmlns:a16="http://schemas.microsoft.com/office/drawing/2014/main" id="{E0EDA2F4-6C0F-48BB-8B11-BBECC729C2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1" name="直線コネクタ 65020">
                      <a:extLst>
                        <a:ext uri="{FF2B5EF4-FFF2-40B4-BE49-F238E27FC236}">
                          <a16:creationId xmlns:a16="http://schemas.microsoft.com/office/drawing/2014/main" id="{5C9DB2D4-D22E-4C8C-A526-04FFC740EA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2" name="直線コネクタ 65021">
                      <a:extLst>
                        <a:ext uri="{FF2B5EF4-FFF2-40B4-BE49-F238E27FC236}">
                          <a16:creationId xmlns:a16="http://schemas.microsoft.com/office/drawing/2014/main" id="{0D221085-66EB-4B46-B8AC-99D5B5E7C14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3" name="直線コネクタ 65022">
                      <a:extLst>
                        <a:ext uri="{FF2B5EF4-FFF2-40B4-BE49-F238E27FC236}">
                          <a16:creationId xmlns:a16="http://schemas.microsoft.com/office/drawing/2014/main" id="{4F378327-04D0-41EC-B9E7-E653FBF209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4" name="直線コネクタ 65023">
                      <a:extLst>
                        <a:ext uri="{FF2B5EF4-FFF2-40B4-BE49-F238E27FC236}">
                          <a16:creationId xmlns:a16="http://schemas.microsoft.com/office/drawing/2014/main" id="{4FEF394E-A34A-4F0E-BDB2-481ADF603C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5" name="直線コネクタ 65024">
                      <a:extLst>
                        <a:ext uri="{FF2B5EF4-FFF2-40B4-BE49-F238E27FC236}">
                          <a16:creationId xmlns:a16="http://schemas.microsoft.com/office/drawing/2014/main" id="{B8C00AD4-8154-4451-8516-BB274564F3B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6" name="直線コネクタ 65025">
                      <a:extLst>
                        <a:ext uri="{FF2B5EF4-FFF2-40B4-BE49-F238E27FC236}">
                          <a16:creationId xmlns:a16="http://schemas.microsoft.com/office/drawing/2014/main" id="{BEB2D8C4-D4A1-4E56-83F6-E5E57DF2D1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7" name="直線コネクタ 65026">
                      <a:extLst>
                        <a:ext uri="{FF2B5EF4-FFF2-40B4-BE49-F238E27FC236}">
                          <a16:creationId xmlns:a16="http://schemas.microsoft.com/office/drawing/2014/main" id="{EFB4265A-5CF0-4B2B-8FCF-22E9940557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028" name="直線コネクタ 65027">
                      <a:extLst>
                        <a:ext uri="{FF2B5EF4-FFF2-40B4-BE49-F238E27FC236}">
                          <a16:creationId xmlns:a16="http://schemas.microsoft.com/office/drawing/2014/main" id="{F2FE2AA5-76F2-4D61-9D47-6AB15A09E4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936" name="グループ化 64935">
                    <a:extLst>
                      <a:ext uri="{FF2B5EF4-FFF2-40B4-BE49-F238E27FC236}">
                        <a16:creationId xmlns:a16="http://schemas.microsoft.com/office/drawing/2014/main" id="{20E56C64-918B-4797-B74D-E1606690F9F7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937" name="直線コネクタ 64936">
                      <a:extLst>
                        <a:ext uri="{FF2B5EF4-FFF2-40B4-BE49-F238E27FC236}">
                          <a16:creationId xmlns:a16="http://schemas.microsoft.com/office/drawing/2014/main" id="{793E98CF-0746-4BA5-970D-29C899C3593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38" name="直線コネクタ 64937">
                      <a:extLst>
                        <a:ext uri="{FF2B5EF4-FFF2-40B4-BE49-F238E27FC236}">
                          <a16:creationId xmlns:a16="http://schemas.microsoft.com/office/drawing/2014/main" id="{EFBE2F96-C7F4-4ADC-9D2A-A02D5AAA72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39" name="直線コネクタ 64938">
                      <a:extLst>
                        <a:ext uri="{FF2B5EF4-FFF2-40B4-BE49-F238E27FC236}">
                          <a16:creationId xmlns:a16="http://schemas.microsoft.com/office/drawing/2014/main" id="{DB9911E6-B294-42DF-BE64-BEDF4F60AB3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0" name="直線コネクタ 64939">
                      <a:extLst>
                        <a:ext uri="{FF2B5EF4-FFF2-40B4-BE49-F238E27FC236}">
                          <a16:creationId xmlns:a16="http://schemas.microsoft.com/office/drawing/2014/main" id="{DE3F2B7F-1C59-4992-9A65-166D170C6F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1" name="直線コネクタ 64940">
                      <a:extLst>
                        <a:ext uri="{FF2B5EF4-FFF2-40B4-BE49-F238E27FC236}">
                          <a16:creationId xmlns:a16="http://schemas.microsoft.com/office/drawing/2014/main" id="{21632467-B2EB-4CC6-8E83-21B31DDE36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2" name="直線コネクタ 64941">
                      <a:extLst>
                        <a:ext uri="{FF2B5EF4-FFF2-40B4-BE49-F238E27FC236}">
                          <a16:creationId xmlns:a16="http://schemas.microsoft.com/office/drawing/2014/main" id="{E8521D9D-C049-4C41-980E-1F9010318F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3" name="直線コネクタ 64942">
                      <a:extLst>
                        <a:ext uri="{FF2B5EF4-FFF2-40B4-BE49-F238E27FC236}">
                          <a16:creationId xmlns:a16="http://schemas.microsoft.com/office/drawing/2014/main" id="{012E3D67-DA34-4C18-9946-611BDDCFC20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4" name="直線コネクタ 64943">
                      <a:extLst>
                        <a:ext uri="{FF2B5EF4-FFF2-40B4-BE49-F238E27FC236}">
                          <a16:creationId xmlns:a16="http://schemas.microsoft.com/office/drawing/2014/main" id="{A8F97C81-D42F-43CD-9C02-BA0C24F3585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5" name="直線コネクタ 64944">
                      <a:extLst>
                        <a:ext uri="{FF2B5EF4-FFF2-40B4-BE49-F238E27FC236}">
                          <a16:creationId xmlns:a16="http://schemas.microsoft.com/office/drawing/2014/main" id="{240B4752-F1FB-4D8C-8E29-EB0AE08C4F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6" name="直線コネクタ 64945">
                      <a:extLst>
                        <a:ext uri="{FF2B5EF4-FFF2-40B4-BE49-F238E27FC236}">
                          <a16:creationId xmlns:a16="http://schemas.microsoft.com/office/drawing/2014/main" id="{4BC6647E-95FA-4FC1-98D8-EBA4BCC31AC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7" name="直線コネクタ 64946">
                      <a:extLst>
                        <a:ext uri="{FF2B5EF4-FFF2-40B4-BE49-F238E27FC236}">
                          <a16:creationId xmlns:a16="http://schemas.microsoft.com/office/drawing/2014/main" id="{03D0E005-4D68-4B1B-AA40-B576C03ADD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8" name="直線コネクタ 64947">
                      <a:extLst>
                        <a:ext uri="{FF2B5EF4-FFF2-40B4-BE49-F238E27FC236}">
                          <a16:creationId xmlns:a16="http://schemas.microsoft.com/office/drawing/2014/main" id="{F46E81DE-4E4C-42EC-8285-76D4ACCC01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49" name="直線コネクタ 64948">
                      <a:extLst>
                        <a:ext uri="{FF2B5EF4-FFF2-40B4-BE49-F238E27FC236}">
                          <a16:creationId xmlns:a16="http://schemas.microsoft.com/office/drawing/2014/main" id="{E74A67C8-8C74-4C1D-8BD2-0945057A2F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0" name="直線コネクタ 64949">
                      <a:extLst>
                        <a:ext uri="{FF2B5EF4-FFF2-40B4-BE49-F238E27FC236}">
                          <a16:creationId xmlns:a16="http://schemas.microsoft.com/office/drawing/2014/main" id="{6E63CC6D-D024-46CB-A2DF-65C9BA743E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1" name="直線コネクタ 64950">
                      <a:extLst>
                        <a:ext uri="{FF2B5EF4-FFF2-40B4-BE49-F238E27FC236}">
                          <a16:creationId xmlns:a16="http://schemas.microsoft.com/office/drawing/2014/main" id="{92500232-27CC-4B3A-AC8B-D88A3723EA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2" name="直線コネクタ 64951">
                      <a:extLst>
                        <a:ext uri="{FF2B5EF4-FFF2-40B4-BE49-F238E27FC236}">
                          <a16:creationId xmlns:a16="http://schemas.microsoft.com/office/drawing/2014/main" id="{5356BFAB-16E3-4A27-8CF1-13C9FF8FB92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3" name="直線コネクタ 64952">
                      <a:extLst>
                        <a:ext uri="{FF2B5EF4-FFF2-40B4-BE49-F238E27FC236}">
                          <a16:creationId xmlns:a16="http://schemas.microsoft.com/office/drawing/2014/main" id="{F2C291E5-6C07-42FD-8ADF-D956806F7D7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4" name="直線コネクタ 64953">
                      <a:extLst>
                        <a:ext uri="{FF2B5EF4-FFF2-40B4-BE49-F238E27FC236}">
                          <a16:creationId xmlns:a16="http://schemas.microsoft.com/office/drawing/2014/main" id="{7716CA3A-2E7C-4F62-9E6B-7F772513759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5" name="直線コネクタ 64954">
                      <a:extLst>
                        <a:ext uri="{FF2B5EF4-FFF2-40B4-BE49-F238E27FC236}">
                          <a16:creationId xmlns:a16="http://schemas.microsoft.com/office/drawing/2014/main" id="{81BC0CF6-5D57-4B57-B10F-DA2B6A61FC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6" name="直線コネクタ 64955">
                      <a:extLst>
                        <a:ext uri="{FF2B5EF4-FFF2-40B4-BE49-F238E27FC236}">
                          <a16:creationId xmlns:a16="http://schemas.microsoft.com/office/drawing/2014/main" id="{6BC10789-972B-4FDD-8B74-608E6324085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7" name="直線コネクタ 64956">
                      <a:extLst>
                        <a:ext uri="{FF2B5EF4-FFF2-40B4-BE49-F238E27FC236}">
                          <a16:creationId xmlns:a16="http://schemas.microsoft.com/office/drawing/2014/main" id="{F1DC6AA1-B35B-4E8F-85F6-2146F6F889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8" name="直線コネクタ 64957">
                      <a:extLst>
                        <a:ext uri="{FF2B5EF4-FFF2-40B4-BE49-F238E27FC236}">
                          <a16:creationId xmlns:a16="http://schemas.microsoft.com/office/drawing/2014/main" id="{7E1073B3-AF27-49B5-AB69-7D06B709B7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59" name="直線コネクタ 64958">
                      <a:extLst>
                        <a:ext uri="{FF2B5EF4-FFF2-40B4-BE49-F238E27FC236}">
                          <a16:creationId xmlns:a16="http://schemas.microsoft.com/office/drawing/2014/main" id="{0E9C7BD2-0802-48F6-A6C5-4E34668FF4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0" name="直線コネクタ 64959">
                      <a:extLst>
                        <a:ext uri="{FF2B5EF4-FFF2-40B4-BE49-F238E27FC236}">
                          <a16:creationId xmlns:a16="http://schemas.microsoft.com/office/drawing/2014/main" id="{AB9D6B92-6D7C-4795-9BAD-ABF1606C41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1" name="直線コネクタ 64960">
                      <a:extLst>
                        <a:ext uri="{FF2B5EF4-FFF2-40B4-BE49-F238E27FC236}">
                          <a16:creationId xmlns:a16="http://schemas.microsoft.com/office/drawing/2014/main" id="{7D5075B6-38BE-4B66-999D-6E408CBE00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2" name="直線コネクタ 64961">
                      <a:extLst>
                        <a:ext uri="{FF2B5EF4-FFF2-40B4-BE49-F238E27FC236}">
                          <a16:creationId xmlns:a16="http://schemas.microsoft.com/office/drawing/2014/main" id="{2704AF61-FD2A-474C-BE7E-DA8D4E1AD95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3" name="直線コネクタ 64962">
                      <a:extLst>
                        <a:ext uri="{FF2B5EF4-FFF2-40B4-BE49-F238E27FC236}">
                          <a16:creationId xmlns:a16="http://schemas.microsoft.com/office/drawing/2014/main" id="{242A1EC7-DCD7-4184-9A84-A8C8BAD711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4" name="直線コネクタ 64963">
                      <a:extLst>
                        <a:ext uri="{FF2B5EF4-FFF2-40B4-BE49-F238E27FC236}">
                          <a16:creationId xmlns:a16="http://schemas.microsoft.com/office/drawing/2014/main" id="{90B6317C-6658-4C1E-8576-08788A76E1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5" name="直線コネクタ 64964">
                      <a:extLst>
                        <a:ext uri="{FF2B5EF4-FFF2-40B4-BE49-F238E27FC236}">
                          <a16:creationId xmlns:a16="http://schemas.microsoft.com/office/drawing/2014/main" id="{FC7347EF-7079-4641-8AC2-F72F9BDC7D1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6" name="直線コネクタ 64965">
                      <a:extLst>
                        <a:ext uri="{FF2B5EF4-FFF2-40B4-BE49-F238E27FC236}">
                          <a16:creationId xmlns:a16="http://schemas.microsoft.com/office/drawing/2014/main" id="{11075389-F729-4D20-95BB-EF4F505108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7" name="直線コネクタ 64966">
                      <a:extLst>
                        <a:ext uri="{FF2B5EF4-FFF2-40B4-BE49-F238E27FC236}">
                          <a16:creationId xmlns:a16="http://schemas.microsoft.com/office/drawing/2014/main" id="{B0BD8616-C496-4D75-9CBA-3BE5AD2D8A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8" name="直線コネクタ 64967">
                      <a:extLst>
                        <a:ext uri="{FF2B5EF4-FFF2-40B4-BE49-F238E27FC236}">
                          <a16:creationId xmlns:a16="http://schemas.microsoft.com/office/drawing/2014/main" id="{2C646C0A-B685-45BF-A290-7F2694A878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69" name="直線コネクタ 64968">
                      <a:extLst>
                        <a:ext uri="{FF2B5EF4-FFF2-40B4-BE49-F238E27FC236}">
                          <a16:creationId xmlns:a16="http://schemas.microsoft.com/office/drawing/2014/main" id="{20C449D1-F3E6-496F-B2F5-5A2A036535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0" name="直線コネクタ 64969">
                      <a:extLst>
                        <a:ext uri="{FF2B5EF4-FFF2-40B4-BE49-F238E27FC236}">
                          <a16:creationId xmlns:a16="http://schemas.microsoft.com/office/drawing/2014/main" id="{29AB6847-FA05-4AEE-8A65-25AB6947212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1" name="直線コネクタ 64970">
                      <a:extLst>
                        <a:ext uri="{FF2B5EF4-FFF2-40B4-BE49-F238E27FC236}">
                          <a16:creationId xmlns:a16="http://schemas.microsoft.com/office/drawing/2014/main" id="{03C1A0FD-83E0-4926-B73B-9531DDFC65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2" name="直線コネクタ 64971">
                      <a:extLst>
                        <a:ext uri="{FF2B5EF4-FFF2-40B4-BE49-F238E27FC236}">
                          <a16:creationId xmlns:a16="http://schemas.microsoft.com/office/drawing/2014/main" id="{B05DEF06-2EA8-4497-9CD6-0E1BB36B03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3" name="直線コネクタ 64972">
                      <a:extLst>
                        <a:ext uri="{FF2B5EF4-FFF2-40B4-BE49-F238E27FC236}">
                          <a16:creationId xmlns:a16="http://schemas.microsoft.com/office/drawing/2014/main" id="{8EFACC03-3EA0-4CC7-A51F-A709564428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4" name="直線コネクタ 64973">
                      <a:extLst>
                        <a:ext uri="{FF2B5EF4-FFF2-40B4-BE49-F238E27FC236}">
                          <a16:creationId xmlns:a16="http://schemas.microsoft.com/office/drawing/2014/main" id="{510254A5-FE39-4D5A-95E5-049E89B83FF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5" name="直線コネクタ 64974">
                      <a:extLst>
                        <a:ext uri="{FF2B5EF4-FFF2-40B4-BE49-F238E27FC236}">
                          <a16:creationId xmlns:a16="http://schemas.microsoft.com/office/drawing/2014/main" id="{A1F72F72-EEBD-4496-949E-70914674318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6" name="直線コネクタ 64975">
                      <a:extLst>
                        <a:ext uri="{FF2B5EF4-FFF2-40B4-BE49-F238E27FC236}">
                          <a16:creationId xmlns:a16="http://schemas.microsoft.com/office/drawing/2014/main" id="{2CA2FC80-D177-4CCE-AF3C-FE46CCD3BD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7" name="直線コネクタ 64976">
                      <a:extLst>
                        <a:ext uri="{FF2B5EF4-FFF2-40B4-BE49-F238E27FC236}">
                          <a16:creationId xmlns:a16="http://schemas.microsoft.com/office/drawing/2014/main" id="{87D2FFEC-7E99-42C1-B23F-FF3ECF9E8CF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8" name="直線コネクタ 64977">
                      <a:extLst>
                        <a:ext uri="{FF2B5EF4-FFF2-40B4-BE49-F238E27FC236}">
                          <a16:creationId xmlns:a16="http://schemas.microsoft.com/office/drawing/2014/main" id="{E5E7B636-C032-4D60-992C-0801B4C72F8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79" name="直線コネクタ 64978">
                      <a:extLst>
                        <a:ext uri="{FF2B5EF4-FFF2-40B4-BE49-F238E27FC236}">
                          <a16:creationId xmlns:a16="http://schemas.microsoft.com/office/drawing/2014/main" id="{4B8FF8AA-97A7-4463-A27E-4995CCB656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0" name="直線コネクタ 64979">
                      <a:extLst>
                        <a:ext uri="{FF2B5EF4-FFF2-40B4-BE49-F238E27FC236}">
                          <a16:creationId xmlns:a16="http://schemas.microsoft.com/office/drawing/2014/main" id="{AF034525-CA20-43D6-A226-1EAB5AF9114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1" name="直線コネクタ 64980">
                      <a:extLst>
                        <a:ext uri="{FF2B5EF4-FFF2-40B4-BE49-F238E27FC236}">
                          <a16:creationId xmlns:a16="http://schemas.microsoft.com/office/drawing/2014/main" id="{15C603F9-47DE-4FBA-AA04-13959767453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982" name="直線コネクタ 64981">
                      <a:extLst>
                        <a:ext uri="{FF2B5EF4-FFF2-40B4-BE49-F238E27FC236}">
                          <a16:creationId xmlns:a16="http://schemas.microsoft.com/office/drawing/2014/main" id="{8C7DCD48-BA33-4B56-A5AE-0A181F65BD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62635" name="グループ化 62634">
                <a:extLst>
                  <a:ext uri="{FF2B5EF4-FFF2-40B4-BE49-F238E27FC236}">
                    <a16:creationId xmlns:a16="http://schemas.microsoft.com/office/drawing/2014/main" id="{6B70AC2F-2C86-49CA-B938-9FE67EEDD9BD}"/>
                  </a:ext>
                </a:extLst>
              </p:cNvPr>
              <p:cNvGrpSpPr/>
              <p:nvPr/>
            </p:nvGrpSpPr>
            <p:grpSpPr>
              <a:xfrm>
                <a:off x="1799185" y="1799184"/>
                <a:ext cx="3600000" cy="3600000"/>
                <a:chOff x="1799185" y="1799184"/>
                <a:chExt cx="3600000" cy="3600000"/>
              </a:xfrm>
            </p:grpSpPr>
            <p:grpSp>
              <p:nvGrpSpPr>
                <p:cNvPr id="64553" name="グループ化 64552">
                  <a:extLst>
                    <a:ext uri="{FF2B5EF4-FFF2-40B4-BE49-F238E27FC236}">
                      <a16:creationId xmlns:a16="http://schemas.microsoft.com/office/drawing/2014/main" id="{739372F1-329A-4F2C-97CB-3B8192609BF1}"/>
                    </a:ext>
                  </a:extLst>
                </p:cNvPr>
                <p:cNvGrpSpPr/>
                <p:nvPr/>
              </p:nvGrpSpPr>
              <p:grpSpPr>
                <a:xfrm rot="5400000" flipV="1">
                  <a:off x="1349846" y="224918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885" name="直線コネクタ 64884">
                    <a:extLst>
                      <a:ext uri="{FF2B5EF4-FFF2-40B4-BE49-F238E27FC236}">
                        <a16:creationId xmlns:a16="http://schemas.microsoft.com/office/drawing/2014/main" id="{45C8DE3D-B00F-4934-B864-2A0D9C47818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86" name="直線コネクタ 64885">
                    <a:extLst>
                      <a:ext uri="{FF2B5EF4-FFF2-40B4-BE49-F238E27FC236}">
                        <a16:creationId xmlns:a16="http://schemas.microsoft.com/office/drawing/2014/main" id="{287312FD-8ADC-4510-83D4-39C638A49DE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87" name="直線コネクタ 64886">
                    <a:extLst>
                      <a:ext uri="{FF2B5EF4-FFF2-40B4-BE49-F238E27FC236}">
                        <a16:creationId xmlns:a16="http://schemas.microsoft.com/office/drawing/2014/main" id="{BEBA94B3-CB15-471A-8B5D-5130A6A806A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88" name="直線コネクタ 64887">
                    <a:extLst>
                      <a:ext uri="{FF2B5EF4-FFF2-40B4-BE49-F238E27FC236}">
                        <a16:creationId xmlns:a16="http://schemas.microsoft.com/office/drawing/2014/main" id="{282962F4-F5D9-4881-AB60-B2CADBCC20B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89" name="直線コネクタ 64888">
                    <a:extLst>
                      <a:ext uri="{FF2B5EF4-FFF2-40B4-BE49-F238E27FC236}">
                        <a16:creationId xmlns:a16="http://schemas.microsoft.com/office/drawing/2014/main" id="{611E30D0-0A82-44CC-92BF-E0D1ADCD603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0" name="直線コネクタ 64889">
                    <a:extLst>
                      <a:ext uri="{FF2B5EF4-FFF2-40B4-BE49-F238E27FC236}">
                        <a16:creationId xmlns:a16="http://schemas.microsoft.com/office/drawing/2014/main" id="{873849CF-553D-400B-A73C-DEE16336AFC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1" name="直線コネクタ 64890">
                    <a:extLst>
                      <a:ext uri="{FF2B5EF4-FFF2-40B4-BE49-F238E27FC236}">
                        <a16:creationId xmlns:a16="http://schemas.microsoft.com/office/drawing/2014/main" id="{EDE1F3BB-ACC1-45EE-B589-B5490FAC132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2" name="直線コネクタ 64891">
                    <a:extLst>
                      <a:ext uri="{FF2B5EF4-FFF2-40B4-BE49-F238E27FC236}">
                        <a16:creationId xmlns:a16="http://schemas.microsoft.com/office/drawing/2014/main" id="{0A4B9A19-0F94-4104-A679-F9304C4DF6B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3" name="直線コネクタ 64892">
                    <a:extLst>
                      <a:ext uri="{FF2B5EF4-FFF2-40B4-BE49-F238E27FC236}">
                        <a16:creationId xmlns:a16="http://schemas.microsoft.com/office/drawing/2014/main" id="{811F5731-E783-4BC3-877B-282AF9BAD85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4" name="直線コネクタ 64893">
                    <a:extLst>
                      <a:ext uri="{FF2B5EF4-FFF2-40B4-BE49-F238E27FC236}">
                        <a16:creationId xmlns:a16="http://schemas.microsoft.com/office/drawing/2014/main" id="{0205A7BD-16D0-489F-B466-6BEDBA342A2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5" name="直線コネクタ 64894">
                    <a:extLst>
                      <a:ext uri="{FF2B5EF4-FFF2-40B4-BE49-F238E27FC236}">
                        <a16:creationId xmlns:a16="http://schemas.microsoft.com/office/drawing/2014/main" id="{0D382DF0-AACC-4B8B-8E0E-D0D731E3CE1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6" name="直線コネクタ 64895">
                    <a:extLst>
                      <a:ext uri="{FF2B5EF4-FFF2-40B4-BE49-F238E27FC236}">
                        <a16:creationId xmlns:a16="http://schemas.microsoft.com/office/drawing/2014/main" id="{0E71E10F-91B2-4E98-A550-BBADB9CB44E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7" name="直線コネクタ 64896">
                    <a:extLst>
                      <a:ext uri="{FF2B5EF4-FFF2-40B4-BE49-F238E27FC236}">
                        <a16:creationId xmlns:a16="http://schemas.microsoft.com/office/drawing/2014/main" id="{088E913C-4C05-4E0D-9F5F-AA08223897D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8" name="直線コネクタ 64897">
                    <a:extLst>
                      <a:ext uri="{FF2B5EF4-FFF2-40B4-BE49-F238E27FC236}">
                        <a16:creationId xmlns:a16="http://schemas.microsoft.com/office/drawing/2014/main" id="{5632DF9E-48BE-4DFD-B5BD-1D322649ADB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99" name="直線コネクタ 64898">
                    <a:extLst>
                      <a:ext uri="{FF2B5EF4-FFF2-40B4-BE49-F238E27FC236}">
                        <a16:creationId xmlns:a16="http://schemas.microsoft.com/office/drawing/2014/main" id="{79FC80EB-3C50-49CD-9F57-6188F37B0D6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0" name="直線コネクタ 64899">
                    <a:extLst>
                      <a:ext uri="{FF2B5EF4-FFF2-40B4-BE49-F238E27FC236}">
                        <a16:creationId xmlns:a16="http://schemas.microsoft.com/office/drawing/2014/main" id="{F2F8B914-72E9-49A2-B5C4-44B2E51B851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1" name="直線コネクタ 64900">
                    <a:extLst>
                      <a:ext uri="{FF2B5EF4-FFF2-40B4-BE49-F238E27FC236}">
                        <a16:creationId xmlns:a16="http://schemas.microsoft.com/office/drawing/2014/main" id="{E74D194A-0AEC-487A-91E8-672E15EDBBD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2" name="直線コネクタ 64901">
                    <a:extLst>
                      <a:ext uri="{FF2B5EF4-FFF2-40B4-BE49-F238E27FC236}">
                        <a16:creationId xmlns:a16="http://schemas.microsoft.com/office/drawing/2014/main" id="{ECC46512-E181-425D-B1B7-4F5693FB5AD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3" name="直線コネクタ 64902">
                    <a:extLst>
                      <a:ext uri="{FF2B5EF4-FFF2-40B4-BE49-F238E27FC236}">
                        <a16:creationId xmlns:a16="http://schemas.microsoft.com/office/drawing/2014/main" id="{D21EF290-F254-4D4B-A85B-160057C058F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4" name="直線コネクタ 64903">
                    <a:extLst>
                      <a:ext uri="{FF2B5EF4-FFF2-40B4-BE49-F238E27FC236}">
                        <a16:creationId xmlns:a16="http://schemas.microsoft.com/office/drawing/2014/main" id="{4B8E5526-7EED-4D67-A1D9-E91AA8F67FE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5" name="直線コネクタ 64904">
                    <a:extLst>
                      <a:ext uri="{FF2B5EF4-FFF2-40B4-BE49-F238E27FC236}">
                        <a16:creationId xmlns:a16="http://schemas.microsoft.com/office/drawing/2014/main" id="{A547E16E-C5E7-4A07-9AB6-63BFFF4B66F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6" name="直線コネクタ 64905">
                    <a:extLst>
                      <a:ext uri="{FF2B5EF4-FFF2-40B4-BE49-F238E27FC236}">
                        <a16:creationId xmlns:a16="http://schemas.microsoft.com/office/drawing/2014/main" id="{816BA5B7-19DF-40A9-B14C-12A793F9486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7" name="直線コネクタ 64906">
                    <a:extLst>
                      <a:ext uri="{FF2B5EF4-FFF2-40B4-BE49-F238E27FC236}">
                        <a16:creationId xmlns:a16="http://schemas.microsoft.com/office/drawing/2014/main" id="{EE937DB3-DAAB-4B98-8556-94CEC1ED9F2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8" name="直線コネクタ 64907">
                    <a:extLst>
                      <a:ext uri="{FF2B5EF4-FFF2-40B4-BE49-F238E27FC236}">
                        <a16:creationId xmlns:a16="http://schemas.microsoft.com/office/drawing/2014/main" id="{59B8E3A2-9735-4B4B-AA03-20475271009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09" name="直線コネクタ 64908">
                    <a:extLst>
                      <a:ext uri="{FF2B5EF4-FFF2-40B4-BE49-F238E27FC236}">
                        <a16:creationId xmlns:a16="http://schemas.microsoft.com/office/drawing/2014/main" id="{13634CC0-800C-4768-A3A9-F5D1681488D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0" name="直線コネクタ 64909">
                    <a:extLst>
                      <a:ext uri="{FF2B5EF4-FFF2-40B4-BE49-F238E27FC236}">
                        <a16:creationId xmlns:a16="http://schemas.microsoft.com/office/drawing/2014/main" id="{2B9229AF-9FBE-408F-B6FD-8B7A682F574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1" name="直線コネクタ 64910">
                    <a:extLst>
                      <a:ext uri="{FF2B5EF4-FFF2-40B4-BE49-F238E27FC236}">
                        <a16:creationId xmlns:a16="http://schemas.microsoft.com/office/drawing/2014/main" id="{3F9C25AF-4783-4919-9425-AA9ACE5D8E8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2" name="直線コネクタ 64911">
                    <a:extLst>
                      <a:ext uri="{FF2B5EF4-FFF2-40B4-BE49-F238E27FC236}">
                        <a16:creationId xmlns:a16="http://schemas.microsoft.com/office/drawing/2014/main" id="{2B0D51BC-F81E-4829-A2A1-809F9A0E56E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3" name="直線コネクタ 64912">
                    <a:extLst>
                      <a:ext uri="{FF2B5EF4-FFF2-40B4-BE49-F238E27FC236}">
                        <a16:creationId xmlns:a16="http://schemas.microsoft.com/office/drawing/2014/main" id="{DB8B4405-2F42-468C-85D7-D45A56136D8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4" name="直線コネクタ 64913">
                    <a:extLst>
                      <a:ext uri="{FF2B5EF4-FFF2-40B4-BE49-F238E27FC236}">
                        <a16:creationId xmlns:a16="http://schemas.microsoft.com/office/drawing/2014/main" id="{4CDEB7CA-9F45-4EA7-8CFF-DE0C709B546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5" name="直線コネクタ 64914">
                    <a:extLst>
                      <a:ext uri="{FF2B5EF4-FFF2-40B4-BE49-F238E27FC236}">
                        <a16:creationId xmlns:a16="http://schemas.microsoft.com/office/drawing/2014/main" id="{AFC2A010-83FF-44B8-B39C-ACB98B87569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6" name="直線コネクタ 64915">
                    <a:extLst>
                      <a:ext uri="{FF2B5EF4-FFF2-40B4-BE49-F238E27FC236}">
                        <a16:creationId xmlns:a16="http://schemas.microsoft.com/office/drawing/2014/main" id="{D98D16F1-997A-4B33-BE87-259C96E073B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7" name="直線コネクタ 64916">
                    <a:extLst>
                      <a:ext uri="{FF2B5EF4-FFF2-40B4-BE49-F238E27FC236}">
                        <a16:creationId xmlns:a16="http://schemas.microsoft.com/office/drawing/2014/main" id="{2778C828-6EE3-415B-86B7-A81B9B2ED1A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8" name="直線コネクタ 64917">
                    <a:extLst>
                      <a:ext uri="{FF2B5EF4-FFF2-40B4-BE49-F238E27FC236}">
                        <a16:creationId xmlns:a16="http://schemas.microsoft.com/office/drawing/2014/main" id="{5643E61C-C079-482B-8364-8CA60A30547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19" name="直線コネクタ 64918">
                    <a:extLst>
                      <a:ext uri="{FF2B5EF4-FFF2-40B4-BE49-F238E27FC236}">
                        <a16:creationId xmlns:a16="http://schemas.microsoft.com/office/drawing/2014/main" id="{98E08BB6-F35B-47FD-8EAB-D7AA38F0044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0" name="直線コネクタ 64919">
                    <a:extLst>
                      <a:ext uri="{FF2B5EF4-FFF2-40B4-BE49-F238E27FC236}">
                        <a16:creationId xmlns:a16="http://schemas.microsoft.com/office/drawing/2014/main" id="{7A7C9F95-BFF6-492D-AD42-B4DFADC394A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1" name="直線コネクタ 64920">
                    <a:extLst>
                      <a:ext uri="{FF2B5EF4-FFF2-40B4-BE49-F238E27FC236}">
                        <a16:creationId xmlns:a16="http://schemas.microsoft.com/office/drawing/2014/main" id="{A06CD67C-19DC-42C5-B604-DD5C90A36B8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2" name="直線コネクタ 64921">
                    <a:extLst>
                      <a:ext uri="{FF2B5EF4-FFF2-40B4-BE49-F238E27FC236}">
                        <a16:creationId xmlns:a16="http://schemas.microsoft.com/office/drawing/2014/main" id="{6A5DBE25-DDE2-42DB-B570-441360F2FC1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3" name="直線コネクタ 64922">
                    <a:extLst>
                      <a:ext uri="{FF2B5EF4-FFF2-40B4-BE49-F238E27FC236}">
                        <a16:creationId xmlns:a16="http://schemas.microsoft.com/office/drawing/2014/main" id="{0A1EAC13-3BC8-4382-8BB8-54154C0D2BB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4" name="直線コネクタ 64923">
                    <a:extLst>
                      <a:ext uri="{FF2B5EF4-FFF2-40B4-BE49-F238E27FC236}">
                        <a16:creationId xmlns:a16="http://schemas.microsoft.com/office/drawing/2014/main" id="{B4D4D42A-1BDA-4904-8BCA-B196456EA04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5" name="直線コネクタ 64924">
                    <a:extLst>
                      <a:ext uri="{FF2B5EF4-FFF2-40B4-BE49-F238E27FC236}">
                        <a16:creationId xmlns:a16="http://schemas.microsoft.com/office/drawing/2014/main" id="{E5308B0A-8ACD-45B3-B795-64CD7850ACA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6" name="直線コネクタ 64925">
                    <a:extLst>
                      <a:ext uri="{FF2B5EF4-FFF2-40B4-BE49-F238E27FC236}">
                        <a16:creationId xmlns:a16="http://schemas.microsoft.com/office/drawing/2014/main" id="{31CD8AF3-211F-4D47-BF57-C371C419819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7" name="直線コネクタ 64926">
                    <a:extLst>
                      <a:ext uri="{FF2B5EF4-FFF2-40B4-BE49-F238E27FC236}">
                        <a16:creationId xmlns:a16="http://schemas.microsoft.com/office/drawing/2014/main" id="{59CA6D7A-061C-48EC-BDAF-888EB51ED5E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8" name="直線コネクタ 64927">
                    <a:extLst>
                      <a:ext uri="{FF2B5EF4-FFF2-40B4-BE49-F238E27FC236}">
                        <a16:creationId xmlns:a16="http://schemas.microsoft.com/office/drawing/2014/main" id="{84838488-6714-4A72-BA90-0AFBB0B8C9C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29" name="直線コネクタ 64928">
                    <a:extLst>
                      <a:ext uri="{FF2B5EF4-FFF2-40B4-BE49-F238E27FC236}">
                        <a16:creationId xmlns:a16="http://schemas.microsoft.com/office/drawing/2014/main" id="{EACE2929-864C-40C3-80D0-11E6D7F6015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930" name="直線コネクタ 64929">
                    <a:extLst>
                      <a:ext uri="{FF2B5EF4-FFF2-40B4-BE49-F238E27FC236}">
                        <a16:creationId xmlns:a16="http://schemas.microsoft.com/office/drawing/2014/main" id="{52EBF546-CB33-48E5-A710-D268D9551AF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554" name="グループ化 64553">
                  <a:extLst>
                    <a:ext uri="{FF2B5EF4-FFF2-40B4-BE49-F238E27FC236}">
                      <a16:creationId xmlns:a16="http://schemas.microsoft.com/office/drawing/2014/main" id="{60FCA828-12C2-4D0E-95E4-F3B39AD0285F}"/>
                    </a:ext>
                  </a:extLst>
                </p:cNvPr>
                <p:cNvGrpSpPr/>
                <p:nvPr/>
              </p:nvGrpSpPr>
              <p:grpSpPr>
                <a:xfrm rot="10800000">
                  <a:off x="1799727" y="2699423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4791" name="グループ化 64790">
                    <a:extLst>
                      <a:ext uri="{FF2B5EF4-FFF2-40B4-BE49-F238E27FC236}">
                        <a16:creationId xmlns:a16="http://schemas.microsoft.com/office/drawing/2014/main" id="{74904326-319E-44FC-AD83-3DE3C4FC5E63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839" name="直線コネクタ 64838">
                      <a:extLst>
                        <a:ext uri="{FF2B5EF4-FFF2-40B4-BE49-F238E27FC236}">
                          <a16:creationId xmlns:a16="http://schemas.microsoft.com/office/drawing/2014/main" id="{D11702C4-66A3-4C14-808D-DCC8AC7E79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0" name="直線コネクタ 64839">
                      <a:extLst>
                        <a:ext uri="{FF2B5EF4-FFF2-40B4-BE49-F238E27FC236}">
                          <a16:creationId xmlns:a16="http://schemas.microsoft.com/office/drawing/2014/main" id="{0A43185D-30CB-4E76-A147-D6C373D557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1" name="直線コネクタ 64840">
                      <a:extLst>
                        <a:ext uri="{FF2B5EF4-FFF2-40B4-BE49-F238E27FC236}">
                          <a16:creationId xmlns:a16="http://schemas.microsoft.com/office/drawing/2014/main" id="{CD81E2E3-CCE3-498B-9F34-8C2E74013F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2" name="直線コネクタ 64841">
                      <a:extLst>
                        <a:ext uri="{FF2B5EF4-FFF2-40B4-BE49-F238E27FC236}">
                          <a16:creationId xmlns:a16="http://schemas.microsoft.com/office/drawing/2014/main" id="{A0CA81EC-15B1-4F39-A2DD-1FE05314BD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3" name="直線コネクタ 64842">
                      <a:extLst>
                        <a:ext uri="{FF2B5EF4-FFF2-40B4-BE49-F238E27FC236}">
                          <a16:creationId xmlns:a16="http://schemas.microsoft.com/office/drawing/2014/main" id="{4348BA83-29EB-4B4F-AE41-C0CB99E8DF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4" name="直線コネクタ 64843">
                      <a:extLst>
                        <a:ext uri="{FF2B5EF4-FFF2-40B4-BE49-F238E27FC236}">
                          <a16:creationId xmlns:a16="http://schemas.microsoft.com/office/drawing/2014/main" id="{C0B14955-2A9D-40EE-A1CA-11DDFBDA56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5" name="直線コネクタ 64844">
                      <a:extLst>
                        <a:ext uri="{FF2B5EF4-FFF2-40B4-BE49-F238E27FC236}">
                          <a16:creationId xmlns:a16="http://schemas.microsoft.com/office/drawing/2014/main" id="{AD8C0ECE-B2F4-4AAD-B3B9-0F6825590F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6" name="直線コネクタ 64845">
                      <a:extLst>
                        <a:ext uri="{FF2B5EF4-FFF2-40B4-BE49-F238E27FC236}">
                          <a16:creationId xmlns:a16="http://schemas.microsoft.com/office/drawing/2014/main" id="{06EDF246-6D4E-4643-894B-92615E253C8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7" name="直線コネクタ 64846">
                      <a:extLst>
                        <a:ext uri="{FF2B5EF4-FFF2-40B4-BE49-F238E27FC236}">
                          <a16:creationId xmlns:a16="http://schemas.microsoft.com/office/drawing/2014/main" id="{4BFF8605-0C7A-4379-988F-1E1604A8655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8" name="直線コネクタ 64847">
                      <a:extLst>
                        <a:ext uri="{FF2B5EF4-FFF2-40B4-BE49-F238E27FC236}">
                          <a16:creationId xmlns:a16="http://schemas.microsoft.com/office/drawing/2014/main" id="{6F4DE676-E4E5-45BD-A77D-13F8C3332F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49" name="直線コネクタ 64848">
                      <a:extLst>
                        <a:ext uri="{FF2B5EF4-FFF2-40B4-BE49-F238E27FC236}">
                          <a16:creationId xmlns:a16="http://schemas.microsoft.com/office/drawing/2014/main" id="{59C13CE0-05B3-4C10-B466-E51B430ACDD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0" name="直線コネクタ 64849">
                      <a:extLst>
                        <a:ext uri="{FF2B5EF4-FFF2-40B4-BE49-F238E27FC236}">
                          <a16:creationId xmlns:a16="http://schemas.microsoft.com/office/drawing/2014/main" id="{CAC086FF-F22C-4233-BC49-4C557FCB44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1" name="直線コネクタ 64850">
                      <a:extLst>
                        <a:ext uri="{FF2B5EF4-FFF2-40B4-BE49-F238E27FC236}">
                          <a16:creationId xmlns:a16="http://schemas.microsoft.com/office/drawing/2014/main" id="{BA89E5B8-3FD1-4175-99F1-FD2A3E87F0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2" name="直線コネクタ 64851">
                      <a:extLst>
                        <a:ext uri="{FF2B5EF4-FFF2-40B4-BE49-F238E27FC236}">
                          <a16:creationId xmlns:a16="http://schemas.microsoft.com/office/drawing/2014/main" id="{E34D94F0-BAE5-459A-AECB-A6A2AA068F9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3" name="直線コネクタ 64852">
                      <a:extLst>
                        <a:ext uri="{FF2B5EF4-FFF2-40B4-BE49-F238E27FC236}">
                          <a16:creationId xmlns:a16="http://schemas.microsoft.com/office/drawing/2014/main" id="{50AB9C88-A361-4ADE-948D-6344B8B983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4" name="直線コネクタ 64853">
                      <a:extLst>
                        <a:ext uri="{FF2B5EF4-FFF2-40B4-BE49-F238E27FC236}">
                          <a16:creationId xmlns:a16="http://schemas.microsoft.com/office/drawing/2014/main" id="{7779ECC5-535D-4BBD-AED4-84058613E1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5" name="直線コネクタ 64854">
                      <a:extLst>
                        <a:ext uri="{FF2B5EF4-FFF2-40B4-BE49-F238E27FC236}">
                          <a16:creationId xmlns:a16="http://schemas.microsoft.com/office/drawing/2014/main" id="{4AD9DCE5-EE16-40B2-BA7F-3239F965DE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6" name="直線コネクタ 64855">
                      <a:extLst>
                        <a:ext uri="{FF2B5EF4-FFF2-40B4-BE49-F238E27FC236}">
                          <a16:creationId xmlns:a16="http://schemas.microsoft.com/office/drawing/2014/main" id="{02C45214-9C6D-487A-8F39-C3E7853ABE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7" name="直線コネクタ 64856">
                      <a:extLst>
                        <a:ext uri="{FF2B5EF4-FFF2-40B4-BE49-F238E27FC236}">
                          <a16:creationId xmlns:a16="http://schemas.microsoft.com/office/drawing/2014/main" id="{A3702333-19F0-4836-BC2C-0E1E0219E8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8" name="直線コネクタ 64857">
                      <a:extLst>
                        <a:ext uri="{FF2B5EF4-FFF2-40B4-BE49-F238E27FC236}">
                          <a16:creationId xmlns:a16="http://schemas.microsoft.com/office/drawing/2014/main" id="{0BB501C9-0B58-4630-A619-6BD1A8C3D1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59" name="直線コネクタ 64858">
                      <a:extLst>
                        <a:ext uri="{FF2B5EF4-FFF2-40B4-BE49-F238E27FC236}">
                          <a16:creationId xmlns:a16="http://schemas.microsoft.com/office/drawing/2014/main" id="{C23EADBE-9B76-4F61-BE2C-0349BFC5309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0" name="直線コネクタ 64859">
                      <a:extLst>
                        <a:ext uri="{FF2B5EF4-FFF2-40B4-BE49-F238E27FC236}">
                          <a16:creationId xmlns:a16="http://schemas.microsoft.com/office/drawing/2014/main" id="{FCDFE4F1-B1C6-4F03-A8C3-0B1FA03668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1" name="直線コネクタ 64860">
                      <a:extLst>
                        <a:ext uri="{FF2B5EF4-FFF2-40B4-BE49-F238E27FC236}">
                          <a16:creationId xmlns:a16="http://schemas.microsoft.com/office/drawing/2014/main" id="{DCCE990F-45F8-4A3F-AB40-55238389613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2" name="直線コネクタ 64861">
                      <a:extLst>
                        <a:ext uri="{FF2B5EF4-FFF2-40B4-BE49-F238E27FC236}">
                          <a16:creationId xmlns:a16="http://schemas.microsoft.com/office/drawing/2014/main" id="{2B60AD22-DDAE-4FA3-AE95-04E298E393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3" name="直線コネクタ 64862">
                      <a:extLst>
                        <a:ext uri="{FF2B5EF4-FFF2-40B4-BE49-F238E27FC236}">
                          <a16:creationId xmlns:a16="http://schemas.microsoft.com/office/drawing/2014/main" id="{63A4AC29-DE2D-47FB-8B8F-F2A00CA8F4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4" name="直線コネクタ 64863">
                      <a:extLst>
                        <a:ext uri="{FF2B5EF4-FFF2-40B4-BE49-F238E27FC236}">
                          <a16:creationId xmlns:a16="http://schemas.microsoft.com/office/drawing/2014/main" id="{B87ECD31-CF79-4E1D-81A9-C2C9756F343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5" name="直線コネクタ 64864">
                      <a:extLst>
                        <a:ext uri="{FF2B5EF4-FFF2-40B4-BE49-F238E27FC236}">
                          <a16:creationId xmlns:a16="http://schemas.microsoft.com/office/drawing/2014/main" id="{F8F05E38-4C59-4454-9B26-8A1A75CB04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6" name="直線コネクタ 64865">
                      <a:extLst>
                        <a:ext uri="{FF2B5EF4-FFF2-40B4-BE49-F238E27FC236}">
                          <a16:creationId xmlns:a16="http://schemas.microsoft.com/office/drawing/2014/main" id="{99152E11-EE79-40D6-B3BA-326E0A303D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7" name="直線コネクタ 64866">
                      <a:extLst>
                        <a:ext uri="{FF2B5EF4-FFF2-40B4-BE49-F238E27FC236}">
                          <a16:creationId xmlns:a16="http://schemas.microsoft.com/office/drawing/2014/main" id="{20524FB7-F88F-4661-A4EE-3391940DE9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8" name="直線コネクタ 64867">
                      <a:extLst>
                        <a:ext uri="{FF2B5EF4-FFF2-40B4-BE49-F238E27FC236}">
                          <a16:creationId xmlns:a16="http://schemas.microsoft.com/office/drawing/2014/main" id="{6F067BBC-1870-4D34-8FDC-B811B2C915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69" name="直線コネクタ 64868">
                      <a:extLst>
                        <a:ext uri="{FF2B5EF4-FFF2-40B4-BE49-F238E27FC236}">
                          <a16:creationId xmlns:a16="http://schemas.microsoft.com/office/drawing/2014/main" id="{B95D14B2-0914-42C3-B627-7DAEF4B190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0" name="直線コネクタ 64869">
                      <a:extLst>
                        <a:ext uri="{FF2B5EF4-FFF2-40B4-BE49-F238E27FC236}">
                          <a16:creationId xmlns:a16="http://schemas.microsoft.com/office/drawing/2014/main" id="{69B6BDEB-F0F3-4F43-9150-BC791B18CC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1" name="直線コネクタ 64870">
                      <a:extLst>
                        <a:ext uri="{FF2B5EF4-FFF2-40B4-BE49-F238E27FC236}">
                          <a16:creationId xmlns:a16="http://schemas.microsoft.com/office/drawing/2014/main" id="{3BBE04D3-A023-4E88-89BD-19F999D1C60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2" name="直線コネクタ 64871">
                      <a:extLst>
                        <a:ext uri="{FF2B5EF4-FFF2-40B4-BE49-F238E27FC236}">
                          <a16:creationId xmlns:a16="http://schemas.microsoft.com/office/drawing/2014/main" id="{1DADF423-CA04-4420-8363-B3D71724BC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3" name="直線コネクタ 64872">
                      <a:extLst>
                        <a:ext uri="{FF2B5EF4-FFF2-40B4-BE49-F238E27FC236}">
                          <a16:creationId xmlns:a16="http://schemas.microsoft.com/office/drawing/2014/main" id="{9830DC36-F8F2-4104-AF3F-908164DA0A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4" name="直線コネクタ 64873">
                      <a:extLst>
                        <a:ext uri="{FF2B5EF4-FFF2-40B4-BE49-F238E27FC236}">
                          <a16:creationId xmlns:a16="http://schemas.microsoft.com/office/drawing/2014/main" id="{AE110E27-91C8-4167-966D-BA943C76F3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5" name="直線コネクタ 64874">
                      <a:extLst>
                        <a:ext uri="{FF2B5EF4-FFF2-40B4-BE49-F238E27FC236}">
                          <a16:creationId xmlns:a16="http://schemas.microsoft.com/office/drawing/2014/main" id="{6613558E-F037-4011-917B-4EF34E618CD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6" name="直線コネクタ 64875">
                      <a:extLst>
                        <a:ext uri="{FF2B5EF4-FFF2-40B4-BE49-F238E27FC236}">
                          <a16:creationId xmlns:a16="http://schemas.microsoft.com/office/drawing/2014/main" id="{07CE5036-4C21-4087-ACD7-0A81AFE29B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7" name="直線コネクタ 64876">
                      <a:extLst>
                        <a:ext uri="{FF2B5EF4-FFF2-40B4-BE49-F238E27FC236}">
                          <a16:creationId xmlns:a16="http://schemas.microsoft.com/office/drawing/2014/main" id="{8F079C77-C48C-4315-A704-AD52E254349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8" name="直線コネクタ 64877">
                      <a:extLst>
                        <a:ext uri="{FF2B5EF4-FFF2-40B4-BE49-F238E27FC236}">
                          <a16:creationId xmlns:a16="http://schemas.microsoft.com/office/drawing/2014/main" id="{4DE211E8-203A-43F0-A34D-3EB94455F6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79" name="直線コネクタ 64878">
                      <a:extLst>
                        <a:ext uri="{FF2B5EF4-FFF2-40B4-BE49-F238E27FC236}">
                          <a16:creationId xmlns:a16="http://schemas.microsoft.com/office/drawing/2014/main" id="{395B702D-0833-40E0-A0FF-19EE1138C73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80" name="直線コネクタ 64879">
                      <a:extLst>
                        <a:ext uri="{FF2B5EF4-FFF2-40B4-BE49-F238E27FC236}">
                          <a16:creationId xmlns:a16="http://schemas.microsoft.com/office/drawing/2014/main" id="{C76EE3D9-2643-43D6-87BB-41D025F503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81" name="直線コネクタ 64880">
                      <a:extLst>
                        <a:ext uri="{FF2B5EF4-FFF2-40B4-BE49-F238E27FC236}">
                          <a16:creationId xmlns:a16="http://schemas.microsoft.com/office/drawing/2014/main" id="{1F576F29-643E-4BC2-8F32-8DA7FDC425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82" name="直線コネクタ 64881">
                      <a:extLst>
                        <a:ext uri="{FF2B5EF4-FFF2-40B4-BE49-F238E27FC236}">
                          <a16:creationId xmlns:a16="http://schemas.microsoft.com/office/drawing/2014/main" id="{558EECCE-0650-4480-AEFA-41332A5861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83" name="直線コネクタ 64882">
                      <a:extLst>
                        <a:ext uri="{FF2B5EF4-FFF2-40B4-BE49-F238E27FC236}">
                          <a16:creationId xmlns:a16="http://schemas.microsoft.com/office/drawing/2014/main" id="{45A3C0A3-1FA7-4858-A9B1-63879E50635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84" name="直線コネクタ 64883">
                      <a:extLst>
                        <a:ext uri="{FF2B5EF4-FFF2-40B4-BE49-F238E27FC236}">
                          <a16:creationId xmlns:a16="http://schemas.microsoft.com/office/drawing/2014/main" id="{45AA23F2-9883-4CB6-8AF7-100DD497AC7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792" name="グループ化 64791">
                    <a:extLst>
                      <a:ext uri="{FF2B5EF4-FFF2-40B4-BE49-F238E27FC236}">
                        <a16:creationId xmlns:a16="http://schemas.microsoft.com/office/drawing/2014/main" id="{C6A2CCF3-6F7F-4C1E-AFC7-80BBEF40902F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793" name="直線コネクタ 64792">
                      <a:extLst>
                        <a:ext uri="{FF2B5EF4-FFF2-40B4-BE49-F238E27FC236}">
                          <a16:creationId xmlns:a16="http://schemas.microsoft.com/office/drawing/2014/main" id="{E6D11A9C-96CD-46E8-A573-540D17885F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794" name="直線コネクタ 64793">
                      <a:extLst>
                        <a:ext uri="{FF2B5EF4-FFF2-40B4-BE49-F238E27FC236}">
                          <a16:creationId xmlns:a16="http://schemas.microsoft.com/office/drawing/2014/main" id="{6FF14214-31FB-4A7D-A6CC-6F859DB96B4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795" name="直線コネクタ 64794">
                      <a:extLst>
                        <a:ext uri="{FF2B5EF4-FFF2-40B4-BE49-F238E27FC236}">
                          <a16:creationId xmlns:a16="http://schemas.microsoft.com/office/drawing/2014/main" id="{1D2C376E-3ABF-4D19-A80F-C6CD03FA113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796" name="直線コネクタ 64795">
                      <a:extLst>
                        <a:ext uri="{FF2B5EF4-FFF2-40B4-BE49-F238E27FC236}">
                          <a16:creationId xmlns:a16="http://schemas.microsoft.com/office/drawing/2014/main" id="{8CC20880-2C1D-49CE-B5C7-3118240ECE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797" name="直線コネクタ 64796">
                      <a:extLst>
                        <a:ext uri="{FF2B5EF4-FFF2-40B4-BE49-F238E27FC236}">
                          <a16:creationId xmlns:a16="http://schemas.microsoft.com/office/drawing/2014/main" id="{D8A1DAF1-7433-49E3-85BD-0D74A40305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798" name="直線コネクタ 64797">
                      <a:extLst>
                        <a:ext uri="{FF2B5EF4-FFF2-40B4-BE49-F238E27FC236}">
                          <a16:creationId xmlns:a16="http://schemas.microsoft.com/office/drawing/2014/main" id="{C3350B57-5917-46CD-A6F0-7281D6ED0B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799" name="直線コネクタ 64798">
                      <a:extLst>
                        <a:ext uri="{FF2B5EF4-FFF2-40B4-BE49-F238E27FC236}">
                          <a16:creationId xmlns:a16="http://schemas.microsoft.com/office/drawing/2014/main" id="{A65698C2-0038-4637-95A7-2659D4282C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0" name="直線コネクタ 64799">
                      <a:extLst>
                        <a:ext uri="{FF2B5EF4-FFF2-40B4-BE49-F238E27FC236}">
                          <a16:creationId xmlns:a16="http://schemas.microsoft.com/office/drawing/2014/main" id="{FF570FF6-7904-470D-8F63-7166CC805C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1" name="直線コネクタ 64800">
                      <a:extLst>
                        <a:ext uri="{FF2B5EF4-FFF2-40B4-BE49-F238E27FC236}">
                          <a16:creationId xmlns:a16="http://schemas.microsoft.com/office/drawing/2014/main" id="{9E3DDE3F-DCA3-42F9-A0BB-A7D62F3D033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2" name="直線コネクタ 64801">
                      <a:extLst>
                        <a:ext uri="{FF2B5EF4-FFF2-40B4-BE49-F238E27FC236}">
                          <a16:creationId xmlns:a16="http://schemas.microsoft.com/office/drawing/2014/main" id="{73FA2AE6-B4BF-421F-84B1-837C9DB8FC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3" name="直線コネクタ 64802">
                      <a:extLst>
                        <a:ext uri="{FF2B5EF4-FFF2-40B4-BE49-F238E27FC236}">
                          <a16:creationId xmlns:a16="http://schemas.microsoft.com/office/drawing/2014/main" id="{3787CC02-A6D8-4D44-A1DE-E6AB870BDBA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4" name="直線コネクタ 64803">
                      <a:extLst>
                        <a:ext uri="{FF2B5EF4-FFF2-40B4-BE49-F238E27FC236}">
                          <a16:creationId xmlns:a16="http://schemas.microsoft.com/office/drawing/2014/main" id="{B20A6EE6-ED4A-43A8-8276-A5E0C529F07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5" name="直線コネクタ 64804">
                      <a:extLst>
                        <a:ext uri="{FF2B5EF4-FFF2-40B4-BE49-F238E27FC236}">
                          <a16:creationId xmlns:a16="http://schemas.microsoft.com/office/drawing/2014/main" id="{3D80558A-B268-4131-9888-C9F0FC432C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6" name="直線コネクタ 64805">
                      <a:extLst>
                        <a:ext uri="{FF2B5EF4-FFF2-40B4-BE49-F238E27FC236}">
                          <a16:creationId xmlns:a16="http://schemas.microsoft.com/office/drawing/2014/main" id="{65E0CF0C-26AD-4CD4-8B59-0AD3BA66C1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7" name="直線コネクタ 64806">
                      <a:extLst>
                        <a:ext uri="{FF2B5EF4-FFF2-40B4-BE49-F238E27FC236}">
                          <a16:creationId xmlns:a16="http://schemas.microsoft.com/office/drawing/2014/main" id="{46882F93-CC2B-4BF1-A1D6-08C82034DF0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8" name="直線コネクタ 64807">
                      <a:extLst>
                        <a:ext uri="{FF2B5EF4-FFF2-40B4-BE49-F238E27FC236}">
                          <a16:creationId xmlns:a16="http://schemas.microsoft.com/office/drawing/2014/main" id="{7571056B-C8E2-4087-A54F-7DE4965DEC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09" name="直線コネクタ 64808">
                      <a:extLst>
                        <a:ext uri="{FF2B5EF4-FFF2-40B4-BE49-F238E27FC236}">
                          <a16:creationId xmlns:a16="http://schemas.microsoft.com/office/drawing/2014/main" id="{8CDA3273-BA7C-47A9-B31C-4F01E2FF5E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0" name="直線コネクタ 64809">
                      <a:extLst>
                        <a:ext uri="{FF2B5EF4-FFF2-40B4-BE49-F238E27FC236}">
                          <a16:creationId xmlns:a16="http://schemas.microsoft.com/office/drawing/2014/main" id="{84095623-7EED-4A97-894F-D126891AB3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1" name="直線コネクタ 64810">
                      <a:extLst>
                        <a:ext uri="{FF2B5EF4-FFF2-40B4-BE49-F238E27FC236}">
                          <a16:creationId xmlns:a16="http://schemas.microsoft.com/office/drawing/2014/main" id="{E84C66F2-3BBC-4494-86F6-F5C8276243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2" name="直線コネクタ 64811">
                      <a:extLst>
                        <a:ext uri="{FF2B5EF4-FFF2-40B4-BE49-F238E27FC236}">
                          <a16:creationId xmlns:a16="http://schemas.microsoft.com/office/drawing/2014/main" id="{ED3EC867-1177-4885-BBDA-BAE78F78268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3" name="直線コネクタ 64812">
                      <a:extLst>
                        <a:ext uri="{FF2B5EF4-FFF2-40B4-BE49-F238E27FC236}">
                          <a16:creationId xmlns:a16="http://schemas.microsoft.com/office/drawing/2014/main" id="{D06931A2-D570-4118-9940-26ACAFDA28F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4" name="直線コネクタ 64813">
                      <a:extLst>
                        <a:ext uri="{FF2B5EF4-FFF2-40B4-BE49-F238E27FC236}">
                          <a16:creationId xmlns:a16="http://schemas.microsoft.com/office/drawing/2014/main" id="{29FBFD8F-CEE5-4FEB-A634-5393698394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5" name="直線コネクタ 64814">
                      <a:extLst>
                        <a:ext uri="{FF2B5EF4-FFF2-40B4-BE49-F238E27FC236}">
                          <a16:creationId xmlns:a16="http://schemas.microsoft.com/office/drawing/2014/main" id="{7EBFF5BA-4A0F-491F-9EBA-2EE36546C6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6" name="直線コネクタ 64815">
                      <a:extLst>
                        <a:ext uri="{FF2B5EF4-FFF2-40B4-BE49-F238E27FC236}">
                          <a16:creationId xmlns:a16="http://schemas.microsoft.com/office/drawing/2014/main" id="{0DFEF9EA-4CFA-455F-9703-3AADA853DB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7" name="直線コネクタ 64816">
                      <a:extLst>
                        <a:ext uri="{FF2B5EF4-FFF2-40B4-BE49-F238E27FC236}">
                          <a16:creationId xmlns:a16="http://schemas.microsoft.com/office/drawing/2014/main" id="{4CA90182-4AEB-4DBE-90DE-EAAAE0FBB11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8" name="直線コネクタ 64817">
                      <a:extLst>
                        <a:ext uri="{FF2B5EF4-FFF2-40B4-BE49-F238E27FC236}">
                          <a16:creationId xmlns:a16="http://schemas.microsoft.com/office/drawing/2014/main" id="{C5AC0F8E-B0CB-4296-ABBF-CBC981DDC64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19" name="直線コネクタ 64818">
                      <a:extLst>
                        <a:ext uri="{FF2B5EF4-FFF2-40B4-BE49-F238E27FC236}">
                          <a16:creationId xmlns:a16="http://schemas.microsoft.com/office/drawing/2014/main" id="{CF2011B0-D8A6-4BC6-9B6D-9338EEB7D27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0" name="直線コネクタ 64819">
                      <a:extLst>
                        <a:ext uri="{FF2B5EF4-FFF2-40B4-BE49-F238E27FC236}">
                          <a16:creationId xmlns:a16="http://schemas.microsoft.com/office/drawing/2014/main" id="{F1107C95-7B6C-44E5-838E-80B2223AA2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1" name="直線コネクタ 64820">
                      <a:extLst>
                        <a:ext uri="{FF2B5EF4-FFF2-40B4-BE49-F238E27FC236}">
                          <a16:creationId xmlns:a16="http://schemas.microsoft.com/office/drawing/2014/main" id="{B9AD5723-FF40-48D4-AE6F-292AE518A81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2" name="直線コネクタ 64821">
                      <a:extLst>
                        <a:ext uri="{FF2B5EF4-FFF2-40B4-BE49-F238E27FC236}">
                          <a16:creationId xmlns:a16="http://schemas.microsoft.com/office/drawing/2014/main" id="{42308D6A-89B7-4CB7-B637-49F3B2CCEFC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3" name="直線コネクタ 64822">
                      <a:extLst>
                        <a:ext uri="{FF2B5EF4-FFF2-40B4-BE49-F238E27FC236}">
                          <a16:creationId xmlns:a16="http://schemas.microsoft.com/office/drawing/2014/main" id="{20C7994A-C7CE-4570-B3E0-E779D0ABF8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4" name="直線コネクタ 64823">
                      <a:extLst>
                        <a:ext uri="{FF2B5EF4-FFF2-40B4-BE49-F238E27FC236}">
                          <a16:creationId xmlns:a16="http://schemas.microsoft.com/office/drawing/2014/main" id="{57580AC6-410A-407B-9595-3C0619589E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5" name="直線コネクタ 64824">
                      <a:extLst>
                        <a:ext uri="{FF2B5EF4-FFF2-40B4-BE49-F238E27FC236}">
                          <a16:creationId xmlns:a16="http://schemas.microsoft.com/office/drawing/2014/main" id="{B4308FC5-C19E-42AB-8DB6-5842CBB42FC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6" name="直線コネクタ 64825">
                      <a:extLst>
                        <a:ext uri="{FF2B5EF4-FFF2-40B4-BE49-F238E27FC236}">
                          <a16:creationId xmlns:a16="http://schemas.microsoft.com/office/drawing/2014/main" id="{22AD7590-1C0B-49B5-91E6-66478546508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7" name="直線コネクタ 64826">
                      <a:extLst>
                        <a:ext uri="{FF2B5EF4-FFF2-40B4-BE49-F238E27FC236}">
                          <a16:creationId xmlns:a16="http://schemas.microsoft.com/office/drawing/2014/main" id="{A7D7A4DC-CCE6-4996-9873-B9FF4B0E0A8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8" name="直線コネクタ 64827">
                      <a:extLst>
                        <a:ext uri="{FF2B5EF4-FFF2-40B4-BE49-F238E27FC236}">
                          <a16:creationId xmlns:a16="http://schemas.microsoft.com/office/drawing/2014/main" id="{D8A0786B-4FCC-4175-B6D4-3C364AE55A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29" name="直線コネクタ 64828">
                      <a:extLst>
                        <a:ext uri="{FF2B5EF4-FFF2-40B4-BE49-F238E27FC236}">
                          <a16:creationId xmlns:a16="http://schemas.microsoft.com/office/drawing/2014/main" id="{BCE9748F-A226-4EC7-90C7-4F1F5DD1350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0" name="直線コネクタ 64829">
                      <a:extLst>
                        <a:ext uri="{FF2B5EF4-FFF2-40B4-BE49-F238E27FC236}">
                          <a16:creationId xmlns:a16="http://schemas.microsoft.com/office/drawing/2014/main" id="{D2CC727D-85D7-4015-A59C-6DD1F1E449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1" name="直線コネクタ 64830">
                      <a:extLst>
                        <a:ext uri="{FF2B5EF4-FFF2-40B4-BE49-F238E27FC236}">
                          <a16:creationId xmlns:a16="http://schemas.microsoft.com/office/drawing/2014/main" id="{47F6702C-62BB-4305-B043-FD9367CBFA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2" name="直線コネクタ 64831">
                      <a:extLst>
                        <a:ext uri="{FF2B5EF4-FFF2-40B4-BE49-F238E27FC236}">
                          <a16:creationId xmlns:a16="http://schemas.microsoft.com/office/drawing/2014/main" id="{794E1900-B666-41BE-8182-E344BC7748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3" name="直線コネクタ 64832">
                      <a:extLst>
                        <a:ext uri="{FF2B5EF4-FFF2-40B4-BE49-F238E27FC236}">
                          <a16:creationId xmlns:a16="http://schemas.microsoft.com/office/drawing/2014/main" id="{FEE33FDC-CEB3-4FBC-873C-6612DEE112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4" name="直線コネクタ 64833">
                      <a:extLst>
                        <a:ext uri="{FF2B5EF4-FFF2-40B4-BE49-F238E27FC236}">
                          <a16:creationId xmlns:a16="http://schemas.microsoft.com/office/drawing/2014/main" id="{C51974CA-47AE-4302-9FE5-B6A3D7A9B71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5" name="直線コネクタ 64834">
                      <a:extLst>
                        <a:ext uri="{FF2B5EF4-FFF2-40B4-BE49-F238E27FC236}">
                          <a16:creationId xmlns:a16="http://schemas.microsoft.com/office/drawing/2014/main" id="{DCD0B63A-DF73-4995-9FD6-DCD5438653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6" name="直線コネクタ 64835">
                      <a:extLst>
                        <a:ext uri="{FF2B5EF4-FFF2-40B4-BE49-F238E27FC236}">
                          <a16:creationId xmlns:a16="http://schemas.microsoft.com/office/drawing/2014/main" id="{147CDC12-9A20-4D87-9D14-C8ABE8ED98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7" name="直線コネクタ 64836">
                      <a:extLst>
                        <a:ext uri="{FF2B5EF4-FFF2-40B4-BE49-F238E27FC236}">
                          <a16:creationId xmlns:a16="http://schemas.microsoft.com/office/drawing/2014/main" id="{13C925F6-DCE1-456C-9B76-B0FF898C10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838" name="直線コネクタ 64837">
                      <a:extLst>
                        <a:ext uri="{FF2B5EF4-FFF2-40B4-BE49-F238E27FC236}">
                          <a16:creationId xmlns:a16="http://schemas.microsoft.com/office/drawing/2014/main" id="{19650AE7-2B72-4B52-9874-F314261A14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4555" name="グループ化 64554">
                  <a:extLst>
                    <a:ext uri="{FF2B5EF4-FFF2-40B4-BE49-F238E27FC236}">
                      <a16:creationId xmlns:a16="http://schemas.microsoft.com/office/drawing/2014/main" id="{CAB01D32-B521-45B3-A446-6A8B9495D58C}"/>
                    </a:ext>
                  </a:extLst>
                </p:cNvPr>
                <p:cNvGrpSpPr/>
                <p:nvPr/>
              </p:nvGrpSpPr>
              <p:grpSpPr>
                <a:xfrm rot="16200000">
                  <a:off x="1349846" y="404918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745" name="直線コネクタ 64744">
                    <a:extLst>
                      <a:ext uri="{FF2B5EF4-FFF2-40B4-BE49-F238E27FC236}">
                        <a16:creationId xmlns:a16="http://schemas.microsoft.com/office/drawing/2014/main" id="{A9A1B825-AB3E-4C9B-B73C-7199A6FC464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6" name="直線コネクタ 64745">
                    <a:extLst>
                      <a:ext uri="{FF2B5EF4-FFF2-40B4-BE49-F238E27FC236}">
                        <a16:creationId xmlns:a16="http://schemas.microsoft.com/office/drawing/2014/main" id="{72A35C4F-4EAA-4060-8C9D-53FD7FAAE25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7" name="直線コネクタ 64746">
                    <a:extLst>
                      <a:ext uri="{FF2B5EF4-FFF2-40B4-BE49-F238E27FC236}">
                        <a16:creationId xmlns:a16="http://schemas.microsoft.com/office/drawing/2014/main" id="{FCF0C661-49E3-49DD-9652-E42A3FDB791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8" name="直線コネクタ 64747">
                    <a:extLst>
                      <a:ext uri="{FF2B5EF4-FFF2-40B4-BE49-F238E27FC236}">
                        <a16:creationId xmlns:a16="http://schemas.microsoft.com/office/drawing/2014/main" id="{185D12AE-3865-4700-A720-8E77BA89ECE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9" name="直線コネクタ 64748">
                    <a:extLst>
                      <a:ext uri="{FF2B5EF4-FFF2-40B4-BE49-F238E27FC236}">
                        <a16:creationId xmlns:a16="http://schemas.microsoft.com/office/drawing/2014/main" id="{743FB83B-5717-4898-B1A2-E48612E3F3C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0" name="直線コネクタ 64749">
                    <a:extLst>
                      <a:ext uri="{FF2B5EF4-FFF2-40B4-BE49-F238E27FC236}">
                        <a16:creationId xmlns:a16="http://schemas.microsoft.com/office/drawing/2014/main" id="{0B4554E3-3A6F-49DC-902D-48C0BD88E71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1" name="直線コネクタ 64750">
                    <a:extLst>
                      <a:ext uri="{FF2B5EF4-FFF2-40B4-BE49-F238E27FC236}">
                        <a16:creationId xmlns:a16="http://schemas.microsoft.com/office/drawing/2014/main" id="{CD867CAB-959E-4838-B179-2E271B22979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2" name="直線コネクタ 64751">
                    <a:extLst>
                      <a:ext uri="{FF2B5EF4-FFF2-40B4-BE49-F238E27FC236}">
                        <a16:creationId xmlns:a16="http://schemas.microsoft.com/office/drawing/2014/main" id="{25217C7A-95DF-4B8F-BEBD-714076FCA9F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3" name="直線コネクタ 64752">
                    <a:extLst>
                      <a:ext uri="{FF2B5EF4-FFF2-40B4-BE49-F238E27FC236}">
                        <a16:creationId xmlns:a16="http://schemas.microsoft.com/office/drawing/2014/main" id="{506CA0DB-65E1-4C35-AD87-6EC163351D4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4" name="直線コネクタ 64753">
                    <a:extLst>
                      <a:ext uri="{FF2B5EF4-FFF2-40B4-BE49-F238E27FC236}">
                        <a16:creationId xmlns:a16="http://schemas.microsoft.com/office/drawing/2014/main" id="{133C6BD0-0FE6-4071-BCBD-DBDF2F75B63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5" name="直線コネクタ 64754">
                    <a:extLst>
                      <a:ext uri="{FF2B5EF4-FFF2-40B4-BE49-F238E27FC236}">
                        <a16:creationId xmlns:a16="http://schemas.microsoft.com/office/drawing/2014/main" id="{535DAA2C-0150-4F97-AF39-650E742DA46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6" name="直線コネクタ 64755">
                    <a:extLst>
                      <a:ext uri="{FF2B5EF4-FFF2-40B4-BE49-F238E27FC236}">
                        <a16:creationId xmlns:a16="http://schemas.microsoft.com/office/drawing/2014/main" id="{78FE5786-9C8C-4D94-BF58-00D0D94248A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7" name="直線コネクタ 64756">
                    <a:extLst>
                      <a:ext uri="{FF2B5EF4-FFF2-40B4-BE49-F238E27FC236}">
                        <a16:creationId xmlns:a16="http://schemas.microsoft.com/office/drawing/2014/main" id="{4E9B9443-D58E-439E-B9C6-22C0BBDC791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8" name="直線コネクタ 64757">
                    <a:extLst>
                      <a:ext uri="{FF2B5EF4-FFF2-40B4-BE49-F238E27FC236}">
                        <a16:creationId xmlns:a16="http://schemas.microsoft.com/office/drawing/2014/main" id="{1EDE5EFB-FA03-439A-9D7F-0DE8695DD15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59" name="直線コネクタ 64758">
                    <a:extLst>
                      <a:ext uri="{FF2B5EF4-FFF2-40B4-BE49-F238E27FC236}">
                        <a16:creationId xmlns:a16="http://schemas.microsoft.com/office/drawing/2014/main" id="{877E88A5-25E3-410D-87FA-715D178E58F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0" name="直線コネクタ 64759">
                    <a:extLst>
                      <a:ext uri="{FF2B5EF4-FFF2-40B4-BE49-F238E27FC236}">
                        <a16:creationId xmlns:a16="http://schemas.microsoft.com/office/drawing/2014/main" id="{8916B7C0-93B7-4CCE-8B61-B6C130C9380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1" name="直線コネクタ 64760">
                    <a:extLst>
                      <a:ext uri="{FF2B5EF4-FFF2-40B4-BE49-F238E27FC236}">
                        <a16:creationId xmlns:a16="http://schemas.microsoft.com/office/drawing/2014/main" id="{B0555CCE-5109-4590-B79A-68F8F0781E5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2" name="直線コネクタ 64761">
                    <a:extLst>
                      <a:ext uri="{FF2B5EF4-FFF2-40B4-BE49-F238E27FC236}">
                        <a16:creationId xmlns:a16="http://schemas.microsoft.com/office/drawing/2014/main" id="{F4D1CA00-A488-4A38-B9B0-D07A5F8BF07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3" name="直線コネクタ 64762">
                    <a:extLst>
                      <a:ext uri="{FF2B5EF4-FFF2-40B4-BE49-F238E27FC236}">
                        <a16:creationId xmlns:a16="http://schemas.microsoft.com/office/drawing/2014/main" id="{4CBBE173-A4D6-4F7A-AE86-5EC783E6DED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4" name="直線コネクタ 64763">
                    <a:extLst>
                      <a:ext uri="{FF2B5EF4-FFF2-40B4-BE49-F238E27FC236}">
                        <a16:creationId xmlns:a16="http://schemas.microsoft.com/office/drawing/2014/main" id="{12EFA391-49E1-487B-8EAD-E057CB5B95E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5" name="直線コネクタ 64764">
                    <a:extLst>
                      <a:ext uri="{FF2B5EF4-FFF2-40B4-BE49-F238E27FC236}">
                        <a16:creationId xmlns:a16="http://schemas.microsoft.com/office/drawing/2014/main" id="{6B985935-7BA7-4A8A-B119-F15D1FF2F27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6" name="直線コネクタ 64765">
                    <a:extLst>
                      <a:ext uri="{FF2B5EF4-FFF2-40B4-BE49-F238E27FC236}">
                        <a16:creationId xmlns:a16="http://schemas.microsoft.com/office/drawing/2014/main" id="{9403EF0B-A054-4FEC-B579-1C2840507D5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7" name="直線コネクタ 64766">
                    <a:extLst>
                      <a:ext uri="{FF2B5EF4-FFF2-40B4-BE49-F238E27FC236}">
                        <a16:creationId xmlns:a16="http://schemas.microsoft.com/office/drawing/2014/main" id="{8CDE8F01-AB8C-4A23-94C1-1362F560EB8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8" name="直線コネクタ 64767">
                    <a:extLst>
                      <a:ext uri="{FF2B5EF4-FFF2-40B4-BE49-F238E27FC236}">
                        <a16:creationId xmlns:a16="http://schemas.microsoft.com/office/drawing/2014/main" id="{35D51618-A427-433C-B0C0-BE8577AA099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69" name="直線コネクタ 64768">
                    <a:extLst>
                      <a:ext uri="{FF2B5EF4-FFF2-40B4-BE49-F238E27FC236}">
                        <a16:creationId xmlns:a16="http://schemas.microsoft.com/office/drawing/2014/main" id="{07302E3D-DB04-4906-AF62-9907ED4B43D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0" name="直線コネクタ 64769">
                    <a:extLst>
                      <a:ext uri="{FF2B5EF4-FFF2-40B4-BE49-F238E27FC236}">
                        <a16:creationId xmlns:a16="http://schemas.microsoft.com/office/drawing/2014/main" id="{2B01ABFC-2A6B-48BD-AB80-3BE09277039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1" name="直線コネクタ 64770">
                    <a:extLst>
                      <a:ext uri="{FF2B5EF4-FFF2-40B4-BE49-F238E27FC236}">
                        <a16:creationId xmlns:a16="http://schemas.microsoft.com/office/drawing/2014/main" id="{1672F549-63B8-42C4-B966-FC6A997AA97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2" name="直線コネクタ 64771">
                    <a:extLst>
                      <a:ext uri="{FF2B5EF4-FFF2-40B4-BE49-F238E27FC236}">
                        <a16:creationId xmlns:a16="http://schemas.microsoft.com/office/drawing/2014/main" id="{5AEE43CD-C9C4-49AF-8AAE-F082A68DA0F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3" name="直線コネクタ 64772">
                    <a:extLst>
                      <a:ext uri="{FF2B5EF4-FFF2-40B4-BE49-F238E27FC236}">
                        <a16:creationId xmlns:a16="http://schemas.microsoft.com/office/drawing/2014/main" id="{3E26411B-434A-4507-BD65-4DC8A767FDC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4" name="直線コネクタ 64773">
                    <a:extLst>
                      <a:ext uri="{FF2B5EF4-FFF2-40B4-BE49-F238E27FC236}">
                        <a16:creationId xmlns:a16="http://schemas.microsoft.com/office/drawing/2014/main" id="{A1855CFA-4226-48DD-B3C0-F69D77F9556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5" name="直線コネクタ 64774">
                    <a:extLst>
                      <a:ext uri="{FF2B5EF4-FFF2-40B4-BE49-F238E27FC236}">
                        <a16:creationId xmlns:a16="http://schemas.microsoft.com/office/drawing/2014/main" id="{CE3900EA-BE55-46BC-9FFA-98B4F2D77DF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6" name="直線コネクタ 64775">
                    <a:extLst>
                      <a:ext uri="{FF2B5EF4-FFF2-40B4-BE49-F238E27FC236}">
                        <a16:creationId xmlns:a16="http://schemas.microsoft.com/office/drawing/2014/main" id="{CF791E26-38E5-4FA0-89CE-9A43891C7C3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7" name="直線コネクタ 64776">
                    <a:extLst>
                      <a:ext uri="{FF2B5EF4-FFF2-40B4-BE49-F238E27FC236}">
                        <a16:creationId xmlns:a16="http://schemas.microsoft.com/office/drawing/2014/main" id="{27BB7B35-6CAE-45BD-AA85-920E829EB4A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8" name="直線コネクタ 64777">
                    <a:extLst>
                      <a:ext uri="{FF2B5EF4-FFF2-40B4-BE49-F238E27FC236}">
                        <a16:creationId xmlns:a16="http://schemas.microsoft.com/office/drawing/2014/main" id="{A74D7D67-CA37-4D04-B7AC-7A026B2AF35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79" name="直線コネクタ 64778">
                    <a:extLst>
                      <a:ext uri="{FF2B5EF4-FFF2-40B4-BE49-F238E27FC236}">
                        <a16:creationId xmlns:a16="http://schemas.microsoft.com/office/drawing/2014/main" id="{BD2618EC-40D2-4745-ABC0-3C1B59DE5A0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0" name="直線コネクタ 64779">
                    <a:extLst>
                      <a:ext uri="{FF2B5EF4-FFF2-40B4-BE49-F238E27FC236}">
                        <a16:creationId xmlns:a16="http://schemas.microsoft.com/office/drawing/2014/main" id="{E19EC407-7FC3-4107-9B00-563FF43F24C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1" name="直線コネクタ 64780">
                    <a:extLst>
                      <a:ext uri="{FF2B5EF4-FFF2-40B4-BE49-F238E27FC236}">
                        <a16:creationId xmlns:a16="http://schemas.microsoft.com/office/drawing/2014/main" id="{336C567D-DB7B-4CFA-AA72-D497328419D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2" name="直線コネクタ 64781">
                    <a:extLst>
                      <a:ext uri="{FF2B5EF4-FFF2-40B4-BE49-F238E27FC236}">
                        <a16:creationId xmlns:a16="http://schemas.microsoft.com/office/drawing/2014/main" id="{94EE62FC-829F-44C2-9F8F-0D3741F5E6B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3" name="直線コネクタ 64782">
                    <a:extLst>
                      <a:ext uri="{FF2B5EF4-FFF2-40B4-BE49-F238E27FC236}">
                        <a16:creationId xmlns:a16="http://schemas.microsoft.com/office/drawing/2014/main" id="{0F2C5EBC-683F-4FD9-8BCC-31D8FD00C56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4" name="直線コネクタ 64783">
                    <a:extLst>
                      <a:ext uri="{FF2B5EF4-FFF2-40B4-BE49-F238E27FC236}">
                        <a16:creationId xmlns:a16="http://schemas.microsoft.com/office/drawing/2014/main" id="{D8F5B395-5FEA-4BFE-AD4C-C0EBA11F6C7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5" name="直線コネクタ 64784">
                    <a:extLst>
                      <a:ext uri="{FF2B5EF4-FFF2-40B4-BE49-F238E27FC236}">
                        <a16:creationId xmlns:a16="http://schemas.microsoft.com/office/drawing/2014/main" id="{3D3B7B03-AF2E-449B-BFB2-B0BDCC2A6ED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6" name="直線コネクタ 64785">
                    <a:extLst>
                      <a:ext uri="{FF2B5EF4-FFF2-40B4-BE49-F238E27FC236}">
                        <a16:creationId xmlns:a16="http://schemas.microsoft.com/office/drawing/2014/main" id="{C06C136C-9496-4867-BB43-4A74E47BA96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7" name="直線コネクタ 64786">
                    <a:extLst>
                      <a:ext uri="{FF2B5EF4-FFF2-40B4-BE49-F238E27FC236}">
                        <a16:creationId xmlns:a16="http://schemas.microsoft.com/office/drawing/2014/main" id="{C6813A95-2D6D-49BE-B467-4DD3A853CB9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8" name="直線コネクタ 64787">
                    <a:extLst>
                      <a:ext uri="{FF2B5EF4-FFF2-40B4-BE49-F238E27FC236}">
                        <a16:creationId xmlns:a16="http://schemas.microsoft.com/office/drawing/2014/main" id="{6E4D59B0-599D-47F5-8A64-BE5D7BF363D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89" name="直線コネクタ 64788">
                    <a:extLst>
                      <a:ext uri="{FF2B5EF4-FFF2-40B4-BE49-F238E27FC236}">
                        <a16:creationId xmlns:a16="http://schemas.microsoft.com/office/drawing/2014/main" id="{44B7F197-78ED-4FA1-81CA-57EA4E23BF2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90" name="直線コネクタ 64789">
                    <a:extLst>
                      <a:ext uri="{FF2B5EF4-FFF2-40B4-BE49-F238E27FC236}">
                        <a16:creationId xmlns:a16="http://schemas.microsoft.com/office/drawing/2014/main" id="{E7D813F0-15B1-40E2-8CDE-BF0B6AA9CAB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556" name="グループ化 64555">
                  <a:extLst>
                    <a:ext uri="{FF2B5EF4-FFF2-40B4-BE49-F238E27FC236}">
                      <a16:creationId xmlns:a16="http://schemas.microsoft.com/office/drawing/2014/main" id="{9455778D-3460-4310-BCF3-3717E5D12444}"/>
                    </a:ext>
                  </a:extLst>
                </p:cNvPr>
                <p:cNvGrpSpPr/>
                <p:nvPr/>
              </p:nvGrpSpPr>
              <p:grpSpPr>
                <a:xfrm>
                  <a:off x="1799185" y="1799488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699" name="直線コネクタ 64698">
                    <a:extLst>
                      <a:ext uri="{FF2B5EF4-FFF2-40B4-BE49-F238E27FC236}">
                        <a16:creationId xmlns:a16="http://schemas.microsoft.com/office/drawing/2014/main" id="{335A5BE2-6466-4074-A435-3D414221C10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0" name="直線コネクタ 64699">
                    <a:extLst>
                      <a:ext uri="{FF2B5EF4-FFF2-40B4-BE49-F238E27FC236}">
                        <a16:creationId xmlns:a16="http://schemas.microsoft.com/office/drawing/2014/main" id="{349AD969-C73C-4581-8DB7-35696016D61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1" name="直線コネクタ 64700">
                    <a:extLst>
                      <a:ext uri="{FF2B5EF4-FFF2-40B4-BE49-F238E27FC236}">
                        <a16:creationId xmlns:a16="http://schemas.microsoft.com/office/drawing/2014/main" id="{FF56155E-260B-4EF3-92F5-D529EAEB236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2" name="直線コネクタ 64701">
                    <a:extLst>
                      <a:ext uri="{FF2B5EF4-FFF2-40B4-BE49-F238E27FC236}">
                        <a16:creationId xmlns:a16="http://schemas.microsoft.com/office/drawing/2014/main" id="{B64B56A4-67DD-4182-BBEA-70135ADAAFE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3" name="直線コネクタ 64702">
                    <a:extLst>
                      <a:ext uri="{FF2B5EF4-FFF2-40B4-BE49-F238E27FC236}">
                        <a16:creationId xmlns:a16="http://schemas.microsoft.com/office/drawing/2014/main" id="{231185B4-9C50-4FDD-9E08-695C54D29A7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4" name="直線コネクタ 64703">
                    <a:extLst>
                      <a:ext uri="{FF2B5EF4-FFF2-40B4-BE49-F238E27FC236}">
                        <a16:creationId xmlns:a16="http://schemas.microsoft.com/office/drawing/2014/main" id="{36DB27B7-F7B0-4F49-9081-227BABA6895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5" name="直線コネクタ 64704">
                    <a:extLst>
                      <a:ext uri="{FF2B5EF4-FFF2-40B4-BE49-F238E27FC236}">
                        <a16:creationId xmlns:a16="http://schemas.microsoft.com/office/drawing/2014/main" id="{8A1EC3A0-4E87-40F4-8B50-39B44D80130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6" name="直線コネクタ 64705">
                    <a:extLst>
                      <a:ext uri="{FF2B5EF4-FFF2-40B4-BE49-F238E27FC236}">
                        <a16:creationId xmlns:a16="http://schemas.microsoft.com/office/drawing/2014/main" id="{F96FC43E-ECB9-4F3B-B511-66F6D02514F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7" name="直線コネクタ 64706">
                    <a:extLst>
                      <a:ext uri="{FF2B5EF4-FFF2-40B4-BE49-F238E27FC236}">
                        <a16:creationId xmlns:a16="http://schemas.microsoft.com/office/drawing/2014/main" id="{883886F0-CBCC-4A9D-B2E0-0D146658E3C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8" name="直線コネクタ 64707">
                    <a:extLst>
                      <a:ext uri="{FF2B5EF4-FFF2-40B4-BE49-F238E27FC236}">
                        <a16:creationId xmlns:a16="http://schemas.microsoft.com/office/drawing/2014/main" id="{CD066DF3-9895-4C01-B7FE-84BF42EACA2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09" name="直線コネクタ 64708">
                    <a:extLst>
                      <a:ext uri="{FF2B5EF4-FFF2-40B4-BE49-F238E27FC236}">
                        <a16:creationId xmlns:a16="http://schemas.microsoft.com/office/drawing/2014/main" id="{951FC09C-0D69-4895-A621-E83D3D63C6B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0" name="直線コネクタ 64709">
                    <a:extLst>
                      <a:ext uri="{FF2B5EF4-FFF2-40B4-BE49-F238E27FC236}">
                        <a16:creationId xmlns:a16="http://schemas.microsoft.com/office/drawing/2014/main" id="{CAA9663F-BCDD-496C-8280-0620DD85693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1" name="直線コネクタ 64710">
                    <a:extLst>
                      <a:ext uri="{FF2B5EF4-FFF2-40B4-BE49-F238E27FC236}">
                        <a16:creationId xmlns:a16="http://schemas.microsoft.com/office/drawing/2014/main" id="{2649FEC8-9822-474E-B7DB-8A3D37013A7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2" name="直線コネクタ 64711">
                    <a:extLst>
                      <a:ext uri="{FF2B5EF4-FFF2-40B4-BE49-F238E27FC236}">
                        <a16:creationId xmlns:a16="http://schemas.microsoft.com/office/drawing/2014/main" id="{880281A1-A037-4EE1-BC36-18B0C06912A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3" name="直線コネクタ 64712">
                    <a:extLst>
                      <a:ext uri="{FF2B5EF4-FFF2-40B4-BE49-F238E27FC236}">
                        <a16:creationId xmlns:a16="http://schemas.microsoft.com/office/drawing/2014/main" id="{C37D5797-C22B-422A-A956-9303B09232F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4" name="直線コネクタ 64713">
                    <a:extLst>
                      <a:ext uri="{FF2B5EF4-FFF2-40B4-BE49-F238E27FC236}">
                        <a16:creationId xmlns:a16="http://schemas.microsoft.com/office/drawing/2014/main" id="{F6DAFB90-4347-405B-BCC5-730B1598FFF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5" name="直線コネクタ 64714">
                    <a:extLst>
                      <a:ext uri="{FF2B5EF4-FFF2-40B4-BE49-F238E27FC236}">
                        <a16:creationId xmlns:a16="http://schemas.microsoft.com/office/drawing/2014/main" id="{3B428D38-1217-4A7F-B0AE-37D648D7D61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6" name="直線コネクタ 64715">
                    <a:extLst>
                      <a:ext uri="{FF2B5EF4-FFF2-40B4-BE49-F238E27FC236}">
                        <a16:creationId xmlns:a16="http://schemas.microsoft.com/office/drawing/2014/main" id="{D30729DE-B3D5-48FA-A315-6DA87D78726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7" name="直線コネクタ 64716">
                    <a:extLst>
                      <a:ext uri="{FF2B5EF4-FFF2-40B4-BE49-F238E27FC236}">
                        <a16:creationId xmlns:a16="http://schemas.microsoft.com/office/drawing/2014/main" id="{A7E4E291-475E-4A83-BD7E-A64BB17FA8E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8" name="直線コネクタ 64717">
                    <a:extLst>
                      <a:ext uri="{FF2B5EF4-FFF2-40B4-BE49-F238E27FC236}">
                        <a16:creationId xmlns:a16="http://schemas.microsoft.com/office/drawing/2014/main" id="{F31FEC6D-BFEE-4AB0-B172-010926CA6AE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19" name="直線コネクタ 64718">
                    <a:extLst>
                      <a:ext uri="{FF2B5EF4-FFF2-40B4-BE49-F238E27FC236}">
                        <a16:creationId xmlns:a16="http://schemas.microsoft.com/office/drawing/2014/main" id="{CFF5FB97-C2D1-45D5-BC32-D3503D46A2E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0" name="直線コネクタ 64719">
                    <a:extLst>
                      <a:ext uri="{FF2B5EF4-FFF2-40B4-BE49-F238E27FC236}">
                        <a16:creationId xmlns:a16="http://schemas.microsoft.com/office/drawing/2014/main" id="{528D0D8C-7DDF-41AD-84EC-DF37299E831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1" name="直線コネクタ 64720">
                    <a:extLst>
                      <a:ext uri="{FF2B5EF4-FFF2-40B4-BE49-F238E27FC236}">
                        <a16:creationId xmlns:a16="http://schemas.microsoft.com/office/drawing/2014/main" id="{1BA12402-4AD7-413C-AA26-846FAD52EF6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2" name="直線コネクタ 64721">
                    <a:extLst>
                      <a:ext uri="{FF2B5EF4-FFF2-40B4-BE49-F238E27FC236}">
                        <a16:creationId xmlns:a16="http://schemas.microsoft.com/office/drawing/2014/main" id="{1C14989D-AF2E-4A8B-8127-AB42366673A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3" name="直線コネクタ 64722">
                    <a:extLst>
                      <a:ext uri="{FF2B5EF4-FFF2-40B4-BE49-F238E27FC236}">
                        <a16:creationId xmlns:a16="http://schemas.microsoft.com/office/drawing/2014/main" id="{A1166B82-3BFA-4F31-B941-9A9E2B399C2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4" name="直線コネクタ 64723">
                    <a:extLst>
                      <a:ext uri="{FF2B5EF4-FFF2-40B4-BE49-F238E27FC236}">
                        <a16:creationId xmlns:a16="http://schemas.microsoft.com/office/drawing/2014/main" id="{8F729D94-E447-42A8-881B-27AF6C061DE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5" name="直線コネクタ 64724">
                    <a:extLst>
                      <a:ext uri="{FF2B5EF4-FFF2-40B4-BE49-F238E27FC236}">
                        <a16:creationId xmlns:a16="http://schemas.microsoft.com/office/drawing/2014/main" id="{6327906A-2D0C-4AC7-981D-E583ED2DADB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6" name="直線コネクタ 64725">
                    <a:extLst>
                      <a:ext uri="{FF2B5EF4-FFF2-40B4-BE49-F238E27FC236}">
                        <a16:creationId xmlns:a16="http://schemas.microsoft.com/office/drawing/2014/main" id="{44F656A1-CE79-4261-BDAE-AD58B195B48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7" name="直線コネクタ 64726">
                    <a:extLst>
                      <a:ext uri="{FF2B5EF4-FFF2-40B4-BE49-F238E27FC236}">
                        <a16:creationId xmlns:a16="http://schemas.microsoft.com/office/drawing/2014/main" id="{0F940BF4-9BC3-475E-B1AF-DAE8E831950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8" name="直線コネクタ 64727">
                    <a:extLst>
                      <a:ext uri="{FF2B5EF4-FFF2-40B4-BE49-F238E27FC236}">
                        <a16:creationId xmlns:a16="http://schemas.microsoft.com/office/drawing/2014/main" id="{77073E65-6BBB-41BD-99EF-BAF41A65FEF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29" name="直線コネクタ 64728">
                    <a:extLst>
                      <a:ext uri="{FF2B5EF4-FFF2-40B4-BE49-F238E27FC236}">
                        <a16:creationId xmlns:a16="http://schemas.microsoft.com/office/drawing/2014/main" id="{BCF1D408-E1A6-4F7B-95E3-F0F5BB1992A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0" name="直線コネクタ 64729">
                    <a:extLst>
                      <a:ext uri="{FF2B5EF4-FFF2-40B4-BE49-F238E27FC236}">
                        <a16:creationId xmlns:a16="http://schemas.microsoft.com/office/drawing/2014/main" id="{C6B3B9E0-5A01-4EAB-9D60-B2A3A021385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1" name="直線コネクタ 64730">
                    <a:extLst>
                      <a:ext uri="{FF2B5EF4-FFF2-40B4-BE49-F238E27FC236}">
                        <a16:creationId xmlns:a16="http://schemas.microsoft.com/office/drawing/2014/main" id="{4A79B9FF-BBD6-4C03-9A48-52AA9628D02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2" name="直線コネクタ 64731">
                    <a:extLst>
                      <a:ext uri="{FF2B5EF4-FFF2-40B4-BE49-F238E27FC236}">
                        <a16:creationId xmlns:a16="http://schemas.microsoft.com/office/drawing/2014/main" id="{6DD2E3D0-5A48-4086-857B-2ED04F64B2E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3" name="直線コネクタ 64732">
                    <a:extLst>
                      <a:ext uri="{FF2B5EF4-FFF2-40B4-BE49-F238E27FC236}">
                        <a16:creationId xmlns:a16="http://schemas.microsoft.com/office/drawing/2014/main" id="{BE47E30B-747F-451C-84F5-B01AE4FB667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4" name="直線コネクタ 64733">
                    <a:extLst>
                      <a:ext uri="{FF2B5EF4-FFF2-40B4-BE49-F238E27FC236}">
                        <a16:creationId xmlns:a16="http://schemas.microsoft.com/office/drawing/2014/main" id="{5B3C8499-E486-4791-9B67-AD8C682F3F7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5" name="直線コネクタ 64734">
                    <a:extLst>
                      <a:ext uri="{FF2B5EF4-FFF2-40B4-BE49-F238E27FC236}">
                        <a16:creationId xmlns:a16="http://schemas.microsoft.com/office/drawing/2014/main" id="{12C4D132-873B-4DC9-B976-63E4BF0D23E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6" name="直線コネクタ 64735">
                    <a:extLst>
                      <a:ext uri="{FF2B5EF4-FFF2-40B4-BE49-F238E27FC236}">
                        <a16:creationId xmlns:a16="http://schemas.microsoft.com/office/drawing/2014/main" id="{FDEB6847-28EB-41E6-84B8-8D91300DB85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7" name="直線コネクタ 64736">
                    <a:extLst>
                      <a:ext uri="{FF2B5EF4-FFF2-40B4-BE49-F238E27FC236}">
                        <a16:creationId xmlns:a16="http://schemas.microsoft.com/office/drawing/2014/main" id="{E3175961-5085-4FCD-AE79-99AE09BB181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8" name="直線コネクタ 64737">
                    <a:extLst>
                      <a:ext uri="{FF2B5EF4-FFF2-40B4-BE49-F238E27FC236}">
                        <a16:creationId xmlns:a16="http://schemas.microsoft.com/office/drawing/2014/main" id="{1EC1CFF7-7D3B-408D-BE7E-F2C69E7E898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39" name="直線コネクタ 64738">
                    <a:extLst>
                      <a:ext uri="{FF2B5EF4-FFF2-40B4-BE49-F238E27FC236}">
                        <a16:creationId xmlns:a16="http://schemas.microsoft.com/office/drawing/2014/main" id="{F58F5BCD-04C2-43A9-AFB0-96F1CC87FF5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0" name="直線コネクタ 64739">
                    <a:extLst>
                      <a:ext uri="{FF2B5EF4-FFF2-40B4-BE49-F238E27FC236}">
                        <a16:creationId xmlns:a16="http://schemas.microsoft.com/office/drawing/2014/main" id="{CFDF92ED-3531-4809-A61D-9F62E405D4B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1" name="直線コネクタ 64740">
                    <a:extLst>
                      <a:ext uri="{FF2B5EF4-FFF2-40B4-BE49-F238E27FC236}">
                        <a16:creationId xmlns:a16="http://schemas.microsoft.com/office/drawing/2014/main" id="{1DC94D42-9218-4076-BA61-215295E7E9A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2" name="直線コネクタ 64741">
                    <a:extLst>
                      <a:ext uri="{FF2B5EF4-FFF2-40B4-BE49-F238E27FC236}">
                        <a16:creationId xmlns:a16="http://schemas.microsoft.com/office/drawing/2014/main" id="{0B093E2B-BE34-41E9-9B84-CA8732286F5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3" name="直線コネクタ 64742">
                    <a:extLst>
                      <a:ext uri="{FF2B5EF4-FFF2-40B4-BE49-F238E27FC236}">
                        <a16:creationId xmlns:a16="http://schemas.microsoft.com/office/drawing/2014/main" id="{404D862E-C1AC-4D84-9E74-9443D85150B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44" name="直線コネクタ 64743">
                    <a:extLst>
                      <a:ext uri="{FF2B5EF4-FFF2-40B4-BE49-F238E27FC236}">
                        <a16:creationId xmlns:a16="http://schemas.microsoft.com/office/drawing/2014/main" id="{29173E2D-1CA7-4EE0-8F2B-388C48547AA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557" name="グループ化 64556">
                  <a:extLst>
                    <a:ext uri="{FF2B5EF4-FFF2-40B4-BE49-F238E27FC236}">
                      <a16:creationId xmlns:a16="http://schemas.microsoft.com/office/drawing/2014/main" id="{92867388-4573-4910-9432-93DA558CCF6C}"/>
                    </a:ext>
                  </a:extLst>
                </p:cNvPr>
                <p:cNvGrpSpPr/>
                <p:nvPr/>
              </p:nvGrpSpPr>
              <p:grpSpPr>
                <a:xfrm rot="10800000" flipV="1">
                  <a:off x="3599185" y="180020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653" name="直線コネクタ 64652">
                    <a:extLst>
                      <a:ext uri="{FF2B5EF4-FFF2-40B4-BE49-F238E27FC236}">
                        <a16:creationId xmlns:a16="http://schemas.microsoft.com/office/drawing/2014/main" id="{49BC849F-4E57-4A7C-A5B8-1160704AFFC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54" name="直線コネクタ 64653">
                    <a:extLst>
                      <a:ext uri="{FF2B5EF4-FFF2-40B4-BE49-F238E27FC236}">
                        <a16:creationId xmlns:a16="http://schemas.microsoft.com/office/drawing/2014/main" id="{7299F938-0C30-4682-84C7-7AC1396C01B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55" name="直線コネクタ 64654">
                    <a:extLst>
                      <a:ext uri="{FF2B5EF4-FFF2-40B4-BE49-F238E27FC236}">
                        <a16:creationId xmlns:a16="http://schemas.microsoft.com/office/drawing/2014/main" id="{C1A8A2CA-F914-4F49-AC53-ED2D01D589B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56" name="直線コネクタ 64655">
                    <a:extLst>
                      <a:ext uri="{FF2B5EF4-FFF2-40B4-BE49-F238E27FC236}">
                        <a16:creationId xmlns:a16="http://schemas.microsoft.com/office/drawing/2014/main" id="{B8EADDA6-19E7-4BF7-B96A-881B7B14F7E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57" name="直線コネクタ 64656">
                    <a:extLst>
                      <a:ext uri="{FF2B5EF4-FFF2-40B4-BE49-F238E27FC236}">
                        <a16:creationId xmlns:a16="http://schemas.microsoft.com/office/drawing/2014/main" id="{B1C9ECAE-7A86-41C2-A290-F15D14A3888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58" name="直線コネクタ 64657">
                    <a:extLst>
                      <a:ext uri="{FF2B5EF4-FFF2-40B4-BE49-F238E27FC236}">
                        <a16:creationId xmlns:a16="http://schemas.microsoft.com/office/drawing/2014/main" id="{D108D9CC-155B-4035-A3B0-464B40C64E3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59" name="直線コネクタ 64658">
                    <a:extLst>
                      <a:ext uri="{FF2B5EF4-FFF2-40B4-BE49-F238E27FC236}">
                        <a16:creationId xmlns:a16="http://schemas.microsoft.com/office/drawing/2014/main" id="{70DBA948-0021-47BA-84B7-77700001DC6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0" name="直線コネクタ 64659">
                    <a:extLst>
                      <a:ext uri="{FF2B5EF4-FFF2-40B4-BE49-F238E27FC236}">
                        <a16:creationId xmlns:a16="http://schemas.microsoft.com/office/drawing/2014/main" id="{60C16056-F9AE-4188-940E-12DC480CE48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1" name="直線コネクタ 64660">
                    <a:extLst>
                      <a:ext uri="{FF2B5EF4-FFF2-40B4-BE49-F238E27FC236}">
                        <a16:creationId xmlns:a16="http://schemas.microsoft.com/office/drawing/2014/main" id="{11AC13AD-2AB5-4129-A9D6-EA552706824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2" name="直線コネクタ 64661">
                    <a:extLst>
                      <a:ext uri="{FF2B5EF4-FFF2-40B4-BE49-F238E27FC236}">
                        <a16:creationId xmlns:a16="http://schemas.microsoft.com/office/drawing/2014/main" id="{6931C4F7-DA5E-404D-B520-B85131FE843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3" name="直線コネクタ 64662">
                    <a:extLst>
                      <a:ext uri="{FF2B5EF4-FFF2-40B4-BE49-F238E27FC236}">
                        <a16:creationId xmlns:a16="http://schemas.microsoft.com/office/drawing/2014/main" id="{0547EAA1-F0E5-40AC-9522-2D326807919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4" name="直線コネクタ 64663">
                    <a:extLst>
                      <a:ext uri="{FF2B5EF4-FFF2-40B4-BE49-F238E27FC236}">
                        <a16:creationId xmlns:a16="http://schemas.microsoft.com/office/drawing/2014/main" id="{08BFC817-63AC-4263-BAD7-A0735C95A8C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5" name="直線コネクタ 64664">
                    <a:extLst>
                      <a:ext uri="{FF2B5EF4-FFF2-40B4-BE49-F238E27FC236}">
                        <a16:creationId xmlns:a16="http://schemas.microsoft.com/office/drawing/2014/main" id="{51D94F50-0E27-4189-8B40-401F5DFFE66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6" name="直線コネクタ 64665">
                    <a:extLst>
                      <a:ext uri="{FF2B5EF4-FFF2-40B4-BE49-F238E27FC236}">
                        <a16:creationId xmlns:a16="http://schemas.microsoft.com/office/drawing/2014/main" id="{1DF5AAD1-DCE3-4942-9E75-8E55B70AD24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7" name="直線コネクタ 64666">
                    <a:extLst>
                      <a:ext uri="{FF2B5EF4-FFF2-40B4-BE49-F238E27FC236}">
                        <a16:creationId xmlns:a16="http://schemas.microsoft.com/office/drawing/2014/main" id="{DE591EBB-8E62-4BAD-BAD2-E7A315110D6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8" name="直線コネクタ 64667">
                    <a:extLst>
                      <a:ext uri="{FF2B5EF4-FFF2-40B4-BE49-F238E27FC236}">
                        <a16:creationId xmlns:a16="http://schemas.microsoft.com/office/drawing/2014/main" id="{C4C3ABF8-DE0C-4DEB-BD98-F6408F4E9D4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69" name="直線コネクタ 64668">
                    <a:extLst>
                      <a:ext uri="{FF2B5EF4-FFF2-40B4-BE49-F238E27FC236}">
                        <a16:creationId xmlns:a16="http://schemas.microsoft.com/office/drawing/2014/main" id="{19A7387B-AFF8-48A5-B499-2BF55F1BBEC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0" name="直線コネクタ 64669">
                    <a:extLst>
                      <a:ext uri="{FF2B5EF4-FFF2-40B4-BE49-F238E27FC236}">
                        <a16:creationId xmlns:a16="http://schemas.microsoft.com/office/drawing/2014/main" id="{6B14E9B0-216D-4BA0-910B-ABBAEBD7ED2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1" name="直線コネクタ 64670">
                    <a:extLst>
                      <a:ext uri="{FF2B5EF4-FFF2-40B4-BE49-F238E27FC236}">
                        <a16:creationId xmlns:a16="http://schemas.microsoft.com/office/drawing/2014/main" id="{C3A6C40E-0801-40DA-BB18-6E1D07C4B61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2" name="直線コネクタ 64671">
                    <a:extLst>
                      <a:ext uri="{FF2B5EF4-FFF2-40B4-BE49-F238E27FC236}">
                        <a16:creationId xmlns:a16="http://schemas.microsoft.com/office/drawing/2014/main" id="{22C5C14E-7347-40C4-9F97-1B8A1714ED6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3" name="直線コネクタ 64672">
                    <a:extLst>
                      <a:ext uri="{FF2B5EF4-FFF2-40B4-BE49-F238E27FC236}">
                        <a16:creationId xmlns:a16="http://schemas.microsoft.com/office/drawing/2014/main" id="{916F5FE0-4BED-46B5-A9DF-0EAAC1D7C76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4" name="直線コネクタ 64673">
                    <a:extLst>
                      <a:ext uri="{FF2B5EF4-FFF2-40B4-BE49-F238E27FC236}">
                        <a16:creationId xmlns:a16="http://schemas.microsoft.com/office/drawing/2014/main" id="{00A9724A-61EE-44F5-87CE-03B5FDF7110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5" name="直線コネクタ 64674">
                    <a:extLst>
                      <a:ext uri="{FF2B5EF4-FFF2-40B4-BE49-F238E27FC236}">
                        <a16:creationId xmlns:a16="http://schemas.microsoft.com/office/drawing/2014/main" id="{F345B150-E7AE-4D4C-A350-0ACFEA94D7F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6" name="直線コネクタ 64675">
                    <a:extLst>
                      <a:ext uri="{FF2B5EF4-FFF2-40B4-BE49-F238E27FC236}">
                        <a16:creationId xmlns:a16="http://schemas.microsoft.com/office/drawing/2014/main" id="{E0CC97D4-E9F6-4868-91F2-072DA1D711C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7" name="直線コネクタ 64676">
                    <a:extLst>
                      <a:ext uri="{FF2B5EF4-FFF2-40B4-BE49-F238E27FC236}">
                        <a16:creationId xmlns:a16="http://schemas.microsoft.com/office/drawing/2014/main" id="{D7134918-C9BC-4442-A8D6-0F87C0FCCCC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8" name="直線コネクタ 64677">
                    <a:extLst>
                      <a:ext uri="{FF2B5EF4-FFF2-40B4-BE49-F238E27FC236}">
                        <a16:creationId xmlns:a16="http://schemas.microsoft.com/office/drawing/2014/main" id="{3C80F7F4-CFC5-4AE0-89EE-FEEE7AF886A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79" name="直線コネクタ 64678">
                    <a:extLst>
                      <a:ext uri="{FF2B5EF4-FFF2-40B4-BE49-F238E27FC236}">
                        <a16:creationId xmlns:a16="http://schemas.microsoft.com/office/drawing/2014/main" id="{A33BB61D-BB2C-465E-98B9-F9639A169DF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0" name="直線コネクタ 64679">
                    <a:extLst>
                      <a:ext uri="{FF2B5EF4-FFF2-40B4-BE49-F238E27FC236}">
                        <a16:creationId xmlns:a16="http://schemas.microsoft.com/office/drawing/2014/main" id="{3AD5ADFC-6CC2-46EF-AD71-427F8521D89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1" name="直線コネクタ 64680">
                    <a:extLst>
                      <a:ext uri="{FF2B5EF4-FFF2-40B4-BE49-F238E27FC236}">
                        <a16:creationId xmlns:a16="http://schemas.microsoft.com/office/drawing/2014/main" id="{C518D884-7FA3-4EC8-8225-AB66E4AF4E5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2" name="直線コネクタ 64681">
                    <a:extLst>
                      <a:ext uri="{FF2B5EF4-FFF2-40B4-BE49-F238E27FC236}">
                        <a16:creationId xmlns:a16="http://schemas.microsoft.com/office/drawing/2014/main" id="{7AB739E2-6E6B-422C-AC6B-B274AEB0AF1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3" name="直線コネクタ 64682">
                    <a:extLst>
                      <a:ext uri="{FF2B5EF4-FFF2-40B4-BE49-F238E27FC236}">
                        <a16:creationId xmlns:a16="http://schemas.microsoft.com/office/drawing/2014/main" id="{0D67F02B-340D-4EE4-9F26-FCD7709F760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4" name="直線コネクタ 64683">
                    <a:extLst>
                      <a:ext uri="{FF2B5EF4-FFF2-40B4-BE49-F238E27FC236}">
                        <a16:creationId xmlns:a16="http://schemas.microsoft.com/office/drawing/2014/main" id="{577553DB-C028-494D-9E99-6AD6BF07A1A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5" name="直線コネクタ 64684">
                    <a:extLst>
                      <a:ext uri="{FF2B5EF4-FFF2-40B4-BE49-F238E27FC236}">
                        <a16:creationId xmlns:a16="http://schemas.microsoft.com/office/drawing/2014/main" id="{C4F71B0B-DA2A-4DFC-8423-0D63852842C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6" name="直線コネクタ 64685">
                    <a:extLst>
                      <a:ext uri="{FF2B5EF4-FFF2-40B4-BE49-F238E27FC236}">
                        <a16:creationId xmlns:a16="http://schemas.microsoft.com/office/drawing/2014/main" id="{174352C7-E5B8-4B2B-A53C-B813438F67E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7" name="直線コネクタ 64686">
                    <a:extLst>
                      <a:ext uri="{FF2B5EF4-FFF2-40B4-BE49-F238E27FC236}">
                        <a16:creationId xmlns:a16="http://schemas.microsoft.com/office/drawing/2014/main" id="{1CA572A1-E470-479B-81A0-EBCD7B438B9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8" name="直線コネクタ 64687">
                    <a:extLst>
                      <a:ext uri="{FF2B5EF4-FFF2-40B4-BE49-F238E27FC236}">
                        <a16:creationId xmlns:a16="http://schemas.microsoft.com/office/drawing/2014/main" id="{8689AE1E-E945-467D-9A4E-F9C2F2C3783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89" name="直線コネクタ 64688">
                    <a:extLst>
                      <a:ext uri="{FF2B5EF4-FFF2-40B4-BE49-F238E27FC236}">
                        <a16:creationId xmlns:a16="http://schemas.microsoft.com/office/drawing/2014/main" id="{AD5A8D99-E71A-49A8-875F-EB52BC4E4C8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0" name="直線コネクタ 64689">
                    <a:extLst>
                      <a:ext uri="{FF2B5EF4-FFF2-40B4-BE49-F238E27FC236}">
                        <a16:creationId xmlns:a16="http://schemas.microsoft.com/office/drawing/2014/main" id="{44D7BD01-D7CD-4702-B525-C28BD8F7873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1" name="直線コネクタ 64690">
                    <a:extLst>
                      <a:ext uri="{FF2B5EF4-FFF2-40B4-BE49-F238E27FC236}">
                        <a16:creationId xmlns:a16="http://schemas.microsoft.com/office/drawing/2014/main" id="{14211F9F-0F45-4886-BAE3-6BA8C893A8F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2" name="直線コネクタ 64691">
                    <a:extLst>
                      <a:ext uri="{FF2B5EF4-FFF2-40B4-BE49-F238E27FC236}">
                        <a16:creationId xmlns:a16="http://schemas.microsoft.com/office/drawing/2014/main" id="{E1EF226A-88A6-463D-882C-AF6C614ACC9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3" name="直線コネクタ 64692">
                    <a:extLst>
                      <a:ext uri="{FF2B5EF4-FFF2-40B4-BE49-F238E27FC236}">
                        <a16:creationId xmlns:a16="http://schemas.microsoft.com/office/drawing/2014/main" id="{8F0DD732-5941-42AB-AC7A-A3EF40F33B8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4" name="直線コネクタ 64693">
                    <a:extLst>
                      <a:ext uri="{FF2B5EF4-FFF2-40B4-BE49-F238E27FC236}">
                        <a16:creationId xmlns:a16="http://schemas.microsoft.com/office/drawing/2014/main" id="{1D488485-D60F-4A85-9275-D60413DCBD7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5" name="直線コネクタ 64694">
                    <a:extLst>
                      <a:ext uri="{FF2B5EF4-FFF2-40B4-BE49-F238E27FC236}">
                        <a16:creationId xmlns:a16="http://schemas.microsoft.com/office/drawing/2014/main" id="{71FBB9D4-85AB-4DF0-923B-4618A202447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6" name="直線コネクタ 64695">
                    <a:extLst>
                      <a:ext uri="{FF2B5EF4-FFF2-40B4-BE49-F238E27FC236}">
                        <a16:creationId xmlns:a16="http://schemas.microsoft.com/office/drawing/2014/main" id="{618086EC-02DF-4C2A-A63E-513F80028B3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7" name="直線コネクタ 64696">
                    <a:extLst>
                      <a:ext uri="{FF2B5EF4-FFF2-40B4-BE49-F238E27FC236}">
                        <a16:creationId xmlns:a16="http://schemas.microsoft.com/office/drawing/2014/main" id="{A7213A2E-F073-4521-B094-01EE19B794F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98" name="直線コネクタ 64697">
                    <a:extLst>
                      <a:ext uri="{FF2B5EF4-FFF2-40B4-BE49-F238E27FC236}">
                        <a16:creationId xmlns:a16="http://schemas.microsoft.com/office/drawing/2014/main" id="{9E2B1FF3-AD47-4DDD-8A06-FBF5299810C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558" name="グループ化 64557">
                  <a:extLst>
                    <a:ext uri="{FF2B5EF4-FFF2-40B4-BE49-F238E27FC236}">
                      <a16:creationId xmlns:a16="http://schemas.microsoft.com/office/drawing/2014/main" id="{9A79A6FC-F2A5-4160-9766-FC3B256789B4}"/>
                    </a:ext>
                  </a:extLst>
                </p:cNvPr>
                <p:cNvGrpSpPr/>
                <p:nvPr/>
              </p:nvGrpSpPr>
              <p:grpSpPr>
                <a:xfrm rot="10800000">
                  <a:off x="2699066" y="1799727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4559" name="グループ化 64558">
                    <a:extLst>
                      <a:ext uri="{FF2B5EF4-FFF2-40B4-BE49-F238E27FC236}">
                        <a16:creationId xmlns:a16="http://schemas.microsoft.com/office/drawing/2014/main" id="{FA168AF0-4377-4604-B7AB-A5227E0E8319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607" name="直線コネクタ 64606">
                      <a:extLst>
                        <a:ext uri="{FF2B5EF4-FFF2-40B4-BE49-F238E27FC236}">
                          <a16:creationId xmlns:a16="http://schemas.microsoft.com/office/drawing/2014/main" id="{E5469442-1CA7-49DF-AC98-ECEA91BC06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8" name="直線コネクタ 64607">
                      <a:extLst>
                        <a:ext uri="{FF2B5EF4-FFF2-40B4-BE49-F238E27FC236}">
                          <a16:creationId xmlns:a16="http://schemas.microsoft.com/office/drawing/2014/main" id="{C06A5B11-88C6-4D06-A004-64C7C28F453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9" name="直線コネクタ 64608">
                      <a:extLst>
                        <a:ext uri="{FF2B5EF4-FFF2-40B4-BE49-F238E27FC236}">
                          <a16:creationId xmlns:a16="http://schemas.microsoft.com/office/drawing/2014/main" id="{D9B3FD90-E7D4-49F6-8251-A34F86019B7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0" name="直線コネクタ 64609">
                      <a:extLst>
                        <a:ext uri="{FF2B5EF4-FFF2-40B4-BE49-F238E27FC236}">
                          <a16:creationId xmlns:a16="http://schemas.microsoft.com/office/drawing/2014/main" id="{D2D94756-0228-4BB1-B0CE-E7A44009CB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1" name="直線コネクタ 64610">
                      <a:extLst>
                        <a:ext uri="{FF2B5EF4-FFF2-40B4-BE49-F238E27FC236}">
                          <a16:creationId xmlns:a16="http://schemas.microsoft.com/office/drawing/2014/main" id="{0C6A72B5-D051-4345-8320-16A83A2A629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2" name="直線コネクタ 64611">
                      <a:extLst>
                        <a:ext uri="{FF2B5EF4-FFF2-40B4-BE49-F238E27FC236}">
                          <a16:creationId xmlns:a16="http://schemas.microsoft.com/office/drawing/2014/main" id="{F4D31881-F222-4828-8BAD-778F7EECAD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3" name="直線コネクタ 64612">
                      <a:extLst>
                        <a:ext uri="{FF2B5EF4-FFF2-40B4-BE49-F238E27FC236}">
                          <a16:creationId xmlns:a16="http://schemas.microsoft.com/office/drawing/2014/main" id="{B64AFA8B-D275-425C-A1DD-DA13E0EC023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4" name="直線コネクタ 64613">
                      <a:extLst>
                        <a:ext uri="{FF2B5EF4-FFF2-40B4-BE49-F238E27FC236}">
                          <a16:creationId xmlns:a16="http://schemas.microsoft.com/office/drawing/2014/main" id="{99EF90EA-D8E3-47E7-9FA1-403B3F7566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5" name="直線コネクタ 64614">
                      <a:extLst>
                        <a:ext uri="{FF2B5EF4-FFF2-40B4-BE49-F238E27FC236}">
                          <a16:creationId xmlns:a16="http://schemas.microsoft.com/office/drawing/2014/main" id="{34D8ACB9-E7DC-4121-BFE9-049A18C3F5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6" name="直線コネクタ 64615">
                      <a:extLst>
                        <a:ext uri="{FF2B5EF4-FFF2-40B4-BE49-F238E27FC236}">
                          <a16:creationId xmlns:a16="http://schemas.microsoft.com/office/drawing/2014/main" id="{4B79E3DB-D250-4755-81AC-CA3339C701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7" name="直線コネクタ 64616">
                      <a:extLst>
                        <a:ext uri="{FF2B5EF4-FFF2-40B4-BE49-F238E27FC236}">
                          <a16:creationId xmlns:a16="http://schemas.microsoft.com/office/drawing/2014/main" id="{985FD815-0B76-474A-92D3-2384C8F00F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8" name="直線コネクタ 64617">
                      <a:extLst>
                        <a:ext uri="{FF2B5EF4-FFF2-40B4-BE49-F238E27FC236}">
                          <a16:creationId xmlns:a16="http://schemas.microsoft.com/office/drawing/2014/main" id="{ACEF388A-632B-4F7B-8A6E-E185117404D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19" name="直線コネクタ 64618">
                      <a:extLst>
                        <a:ext uri="{FF2B5EF4-FFF2-40B4-BE49-F238E27FC236}">
                          <a16:creationId xmlns:a16="http://schemas.microsoft.com/office/drawing/2014/main" id="{28140403-90BA-4070-A354-410539C83D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0" name="直線コネクタ 64619">
                      <a:extLst>
                        <a:ext uri="{FF2B5EF4-FFF2-40B4-BE49-F238E27FC236}">
                          <a16:creationId xmlns:a16="http://schemas.microsoft.com/office/drawing/2014/main" id="{84569767-AACF-41F8-AFDA-67743E91CDC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1" name="直線コネクタ 64620">
                      <a:extLst>
                        <a:ext uri="{FF2B5EF4-FFF2-40B4-BE49-F238E27FC236}">
                          <a16:creationId xmlns:a16="http://schemas.microsoft.com/office/drawing/2014/main" id="{0D142F4B-C03C-44D8-B3E0-C92392D946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2" name="直線コネクタ 64621">
                      <a:extLst>
                        <a:ext uri="{FF2B5EF4-FFF2-40B4-BE49-F238E27FC236}">
                          <a16:creationId xmlns:a16="http://schemas.microsoft.com/office/drawing/2014/main" id="{0182FEC5-ADC3-4620-A01C-98DD4B9837D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3" name="直線コネクタ 64622">
                      <a:extLst>
                        <a:ext uri="{FF2B5EF4-FFF2-40B4-BE49-F238E27FC236}">
                          <a16:creationId xmlns:a16="http://schemas.microsoft.com/office/drawing/2014/main" id="{21FF5465-683C-4B45-AE36-FA6FA0FC46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4" name="直線コネクタ 64623">
                      <a:extLst>
                        <a:ext uri="{FF2B5EF4-FFF2-40B4-BE49-F238E27FC236}">
                          <a16:creationId xmlns:a16="http://schemas.microsoft.com/office/drawing/2014/main" id="{A9E6F4C8-FBAF-43B5-9B89-40FB88DC5D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5" name="直線コネクタ 64624">
                      <a:extLst>
                        <a:ext uri="{FF2B5EF4-FFF2-40B4-BE49-F238E27FC236}">
                          <a16:creationId xmlns:a16="http://schemas.microsoft.com/office/drawing/2014/main" id="{6F515DE5-57FD-4791-991D-A3595FA081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6" name="直線コネクタ 64625">
                      <a:extLst>
                        <a:ext uri="{FF2B5EF4-FFF2-40B4-BE49-F238E27FC236}">
                          <a16:creationId xmlns:a16="http://schemas.microsoft.com/office/drawing/2014/main" id="{D7282171-1671-4BCC-BD94-29105A780E3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7" name="直線コネクタ 64626">
                      <a:extLst>
                        <a:ext uri="{FF2B5EF4-FFF2-40B4-BE49-F238E27FC236}">
                          <a16:creationId xmlns:a16="http://schemas.microsoft.com/office/drawing/2014/main" id="{7517226F-5731-412F-A2B6-C67D65F811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8" name="直線コネクタ 64627">
                      <a:extLst>
                        <a:ext uri="{FF2B5EF4-FFF2-40B4-BE49-F238E27FC236}">
                          <a16:creationId xmlns:a16="http://schemas.microsoft.com/office/drawing/2014/main" id="{20AD7C1A-5A9C-47BD-86F9-F2AE6A5DE6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29" name="直線コネクタ 64628">
                      <a:extLst>
                        <a:ext uri="{FF2B5EF4-FFF2-40B4-BE49-F238E27FC236}">
                          <a16:creationId xmlns:a16="http://schemas.microsoft.com/office/drawing/2014/main" id="{8A2D09C8-782E-4777-9F44-B507D246FD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0" name="直線コネクタ 64629">
                      <a:extLst>
                        <a:ext uri="{FF2B5EF4-FFF2-40B4-BE49-F238E27FC236}">
                          <a16:creationId xmlns:a16="http://schemas.microsoft.com/office/drawing/2014/main" id="{181A323F-DB56-4302-89DE-7B6E128732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1" name="直線コネクタ 64630">
                      <a:extLst>
                        <a:ext uri="{FF2B5EF4-FFF2-40B4-BE49-F238E27FC236}">
                          <a16:creationId xmlns:a16="http://schemas.microsoft.com/office/drawing/2014/main" id="{BB3C02B7-112C-4C33-8860-845FC172F77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2" name="直線コネクタ 64631">
                      <a:extLst>
                        <a:ext uri="{FF2B5EF4-FFF2-40B4-BE49-F238E27FC236}">
                          <a16:creationId xmlns:a16="http://schemas.microsoft.com/office/drawing/2014/main" id="{48D5B588-8C00-44C9-9A1B-83D6863AC3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3" name="直線コネクタ 64632">
                      <a:extLst>
                        <a:ext uri="{FF2B5EF4-FFF2-40B4-BE49-F238E27FC236}">
                          <a16:creationId xmlns:a16="http://schemas.microsoft.com/office/drawing/2014/main" id="{F9F46516-403A-4203-9423-86A8A8F180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4" name="直線コネクタ 64633">
                      <a:extLst>
                        <a:ext uri="{FF2B5EF4-FFF2-40B4-BE49-F238E27FC236}">
                          <a16:creationId xmlns:a16="http://schemas.microsoft.com/office/drawing/2014/main" id="{B0003627-2B87-4CF8-B56F-1FD27DFD2B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5" name="直線コネクタ 64634">
                      <a:extLst>
                        <a:ext uri="{FF2B5EF4-FFF2-40B4-BE49-F238E27FC236}">
                          <a16:creationId xmlns:a16="http://schemas.microsoft.com/office/drawing/2014/main" id="{51A371D6-3873-46BA-A323-BBAAE8BD81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6" name="直線コネクタ 64635">
                      <a:extLst>
                        <a:ext uri="{FF2B5EF4-FFF2-40B4-BE49-F238E27FC236}">
                          <a16:creationId xmlns:a16="http://schemas.microsoft.com/office/drawing/2014/main" id="{6A695C3C-1127-460E-A73B-B99A9EE2547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7" name="直線コネクタ 64636">
                      <a:extLst>
                        <a:ext uri="{FF2B5EF4-FFF2-40B4-BE49-F238E27FC236}">
                          <a16:creationId xmlns:a16="http://schemas.microsoft.com/office/drawing/2014/main" id="{F4EE2FDF-4D3C-4722-A778-4280269528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8" name="直線コネクタ 64637">
                      <a:extLst>
                        <a:ext uri="{FF2B5EF4-FFF2-40B4-BE49-F238E27FC236}">
                          <a16:creationId xmlns:a16="http://schemas.microsoft.com/office/drawing/2014/main" id="{A7835D0D-5D4F-4315-B235-45B6292F75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39" name="直線コネクタ 64638">
                      <a:extLst>
                        <a:ext uri="{FF2B5EF4-FFF2-40B4-BE49-F238E27FC236}">
                          <a16:creationId xmlns:a16="http://schemas.microsoft.com/office/drawing/2014/main" id="{A1D62129-3142-4B8A-B9F5-694B408434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0" name="直線コネクタ 64639">
                      <a:extLst>
                        <a:ext uri="{FF2B5EF4-FFF2-40B4-BE49-F238E27FC236}">
                          <a16:creationId xmlns:a16="http://schemas.microsoft.com/office/drawing/2014/main" id="{866306AF-27D4-4E00-AA2F-27EA32173A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1" name="直線コネクタ 64640">
                      <a:extLst>
                        <a:ext uri="{FF2B5EF4-FFF2-40B4-BE49-F238E27FC236}">
                          <a16:creationId xmlns:a16="http://schemas.microsoft.com/office/drawing/2014/main" id="{4CF8996E-9005-4F7A-8C25-F4F4FEB80DE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2" name="直線コネクタ 64641">
                      <a:extLst>
                        <a:ext uri="{FF2B5EF4-FFF2-40B4-BE49-F238E27FC236}">
                          <a16:creationId xmlns:a16="http://schemas.microsoft.com/office/drawing/2014/main" id="{52EA5ED4-0EF3-496F-BD14-1F1E50B490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3" name="直線コネクタ 64642">
                      <a:extLst>
                        <a:ext uri="{FF2B5EF4-FFF2-40B4-BE49-F238E27FC236}">
                          <a16:creationId xmlns:a16="http://schemas.microsoft.com/office/drawing/2014/main" id="{B2F4868D-DFB4-449F-9503-AA8CCFFF429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4" name="直線コネクタ 64643">
                      <a:extLst>
                        <a:ext uri="{FF2B5EF4-FFF2-40B4-BE49-F238E27FC236}">
                          <a16:creationId xmlns:a16="http://schemas.microsoft.com/office/drawing/2014/main" id="{F1E72F2E-BB8C-49B4-85ED-570265BF6AC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5" name="直線コネクタ 64644">
                      <a:extLst>
                        <a:ext uri="{FF2B5EF4-FFF2-40B4-BE49-F238E27FC236}">
                          <a16:creationId xmlns:a16="http://schemas.microsoft.com/office/drawing/2014/main" id="{BB1D0607-A45C-4424-9B89-DFE354A629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6" name="直線コネクタ 64645">
                      <a:extLst>
                        <a:ext uri="{FF2B5EF4-FFF2-40B4-BE49-F238E27FC236}">
                          <a16:creationId xmlns:a16="http://schemas.microsoft.com/office/drawing/2014/main" id="{0C8FCB14-15C8-49A0-82DB-42044D32A1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7" name="直線コネクタ 64646">
                      <a:extLst>
                        <a:ext uri="{FF2B5EF4-FFF2-40B4-BE49-F238E27FC236}">
                          <a16:creationId xmlns:a16="http://schemas.microsoft.com/office/drawing/2014/main" id="{64ACD29B-B3C4-4DCE-9E44-5AAC07784CB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8" name="直線コネクタ 64647">
                      <a:extLst>
                        <a:ext uri="{FF2B5EF4-FFF2-40B4-BE49-F238E27FC236}">
                          <a16:creationId xmlns:a16="http://schemas.microsoft.com/office/drawing/2014/main" id="{6B446A2C-4B31-4413-A242-79B478421B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49" name="直線コネクタ 64648">
                      <a:extLst>
                        <a:ext uri="{FF2B5EF4-FFF2-40B4-BE49-F238E27FC236}">
                          <a16:creationId xmlns:a16="http://schemas.microsoft.com/office/drawing/2014/main" id="{AE7C79E8-4601-48B3-81EC-ABAA88B3B4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50" name="直線コネクタ 64649">
                      <a:extLst>
                        <a:ext uri="{FF2B5EF4-FFF2-40B4-BE49-F238E27FC236}">
                          <a16:creationId xmlns:a16="http://schemas.microsoft.com/office/drawing/2014/main" id="{4E4A6127-252F-4E93-B605-7035F320F8F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51" name="直線コネクタ 64650">
                      <a:extLst>
                        <a:ext uri="{FF2B5EF4-FFF2-40B4-BE49-F238E27FC236}">
                          <a16:creationId xmlns:a16="http://schemas.microsoft.com/office/drawing/2014/main" id="{D09276F6-83C3-48CA-8A56-90D268993E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52" name="直線コネクタ 64651">
                      <a:extLst>
                        <a:ext uri="{FF2B5EF4-FFF2-40B4-BE49-F238E27FC236}">
                          <a16:creationId xmlns:a16="http://schemas.microsoft.com/office/drawing/2014/main" id="{6DAD892C-7E33-44CE-901A-A23D7DFBCA5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560" name="グループ化 64559">
                    <a:extLst>
                      <a:ext uri="{FF2B5EF4-FFF2-40B4-BE49-F238E27FC236}">
                        <a16:creationId xmlns:a16="http://schemas.microsoft.com/office/drawing/2014/main" id="{DE769A7B-7D85-4702-9EAC-F6436FC981CE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561" name="直線コネクタ 64560">
                      <a:extLst>
                        <a:ext uri="{FF2B5EF4-FFF2-40B4-BE49-F238E27FC236}">
                          <a16:creationId xmlns:a16="http://schemas.microsoft.com/office/drawing/2014/main" id="{6BAAA0CF-95DC-4770-BAC1-17C87EFA16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62" name="直線コネクタ 64561">
                      <a:extLst>
                        <a:ext uri="{FF2B5EF4-FFF2-40B4-BE49-F238E27FC236}">
                          <a16:creationId xmlns:a16="http://schemas.microsoft.com/office/drawing/2014/main" id="{7CE738D8-D483-49B7-A611-405FDFF7B77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63" name="直線コネクタ 64562">
                      <a:extLst>
                        <a:ext uri="{FF2B5EF4-FFF2-40B4-BE49-F238E27FC236}">
                          <a16:creationId xmlns:a16="http://schemas.microsoft.com/office/drawing/2014/main" id="{2CB8E60E-39DF-4912-96F3-39B9D0D975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64" name="直線コネクタ 64563">
                      <a:extLst>
                        <a:ext uri="{FF2B5EF4-FFF2-40B4-BE49-F238E27FC236}">
                          <a16:creationId xmlns:a16="http://schemas.microsoft.com/office/drawing/2014/main" id="{B5B3C70D-0219-4021-B4ED-C25423D486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65" name="直線コネクタ 64564">
                      <a:extLst>
                        <a:ext uri="{FF2B5EF4-FFF2-40B4-BE49-F238E27FC236}">
                          <a16:creationId xmlns:a16="http://schemas.microsoft.com/office/drawing/2014/main" id="{380CD082-642A-453D-BBAA-42A5D438D49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66" name="直線コネクタ 64565">
                      <a:extLst>
                        <a:ext uri="{FF2B5EF4-FFF2-40B4-BE49-F238E27FC236}">
                          <a16:creationId xmlns:a16="http://schemas.microsoft.com/office/drawing/2014/main" id="{F6FF3668-5F9D-4126-AAB3-6155F558B8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67" name="直線コネクタ 64566">
                      <a:extLst>
                        <a:ext uri="{FF2B5EF4-FFF2-40B4-BE49-F238E27FC236}">
                          <a16:creationId xmlns:a16="http://schemas.microsoft.com/office/drawing/2014/main" id="{49E0F1B8-50FF-486F-B22B-9D71B14A28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68" name="直線コネクタ 64567">
                      <a:extLst>
                        <a:ext uri="{FF2B5EF4-FFF2-40B4-BE49-F238E27FC236}">
                          <a16:creationId xmlns:a16="http://schemas.microsoft.com/office/drawing/2014/main" id="{4BDA3AD5-86C1-464B-8E61-2BD1C9D80C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69" name="直線コネクタ 64568">
                      <a:extLst>
                        <a:ext uri="{FF2B5EF4-FFF2-40B4-BE49-F238E27FC236}">
                          <a16:creationId xmlns:a16="http://schemas.microsoft.com/office/drawing/2014/main" id="{54173F2B-6927-474B-807A-D1B9ED877AC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0" name="直線コネクタ 64569">
                      <a:extLst>
                        <a:ext uri="{FF2B5EF4-FFF2-40B4-BE49-F238E27FC236}">
                          <a16:creationId xmlns:a16="http://schemas.microsoft.com/office/drawing/2014/main" id="{3902CFB6-5DEC-4795-974A-E574DAF67EC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1" name="直線コネクタ 64570">
                      <a:extLst>
                        <a:ext uri="{FF2B5EF4-FFF2-40B4-BE49-F238E27FC236}">
                          <a16:creationId xmlns:a16="http://schemas.microsoft.com/office/drawing/2014/main" id="{A1DEE8D6-7404-42B9-A606-9EDC03A17FD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2" name="直線コネクタ 64571">
                      <a:extLst>
                        <a:ext uri="{FF2B5EF4-FFF2-40B4-BE49-F238E27FC236}">
                          <a16:creationId xmlns:a16="http://schemas.microsoft.com/office/drawing/2014/main" id="{4D172EDC-7C43-48E6-99BD-95E4250027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3" name="直線コネクタ 64572">
                      <a:extLst>
                        <a:ext uri="{FF2B5EF4-FFF2-40B4-BE49-F238E27FC236}">
                          <a16:creationId xmlns:a16="http://schemas.microsoft.com/office/drawing/2014/main" id="{5D198539-1012-4683-B8DF-FBC9E3569B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4" name="直線コネクタ 64573">
                      <a:extLst>
                        <a:ext uri="{FF2B5EF4-FFF2-40B4-BE49-F238E27FC236}">
                          <a16:creationId xmlns:a16="http://schemas.microsoft.com/office/drawing/2014/main" id="{80E7466D-DD76-4296-96D8-AB6860B176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5" name="直線コネクタ 64574">
                      <a:extLst>
                        <a:ext uri="{FF2B5EF4-FFF2-40B4-BE49-F238E27FC236}">
                          <a16:creationId xmlns:a16="http://schemas.microsoft.com/office/drawing/2014/main" id="{3DE8E543-DBB1-45B4-A39D-4A757B9387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6" name="直線コネクタ 64575">
                      <a:extLst>
                        <a:ext uri="{FF2B5EF4-FFF2-40B4-BE49-F238E27FC236}">
                          <a16:creationId xmlns:a16="http://schemas.microsoft.com/office/drawing/2014/main" id="{68A16E4D-EECA-4BA1-B1D6-302DF681D5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7" name="直線コネクタ 64576">
                      <a:extLst>
                        <a:ext uri="{FF2B5EF4-FFF2-40B4-BE49-F238E27FC236}">
                          <a16:creationId xmlns:a16="http://schemas.microsoft.com/office/drawing/2014/main" id="{08534F44-2D02-43D1-867F-399374AED8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8" name="直線コネクタ 64577">
                      <a:extLst>
                        <a:ext uri="{FF2B5EF4-FFF2-40B4-BE49-F238E27FC236}">
                          <a16:creationId xmlns:a16="http://schemas.microsoft.com/office/drawing/2014/main" id="{846EE84E-31FC-4C34-81EF-B6F0CDF7E0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79" name="直線コネクタ 64578">
                      <a:extLst>
                        <a:ext uri="{FF2B5EF4-FFF2-40B4-BE49-F238E27FC236}">
                          <a16:creationId xmlns:a16="http://schemas.microsoft.com/office/drawing/2014/main" id="{ECA8E82A-F404-4849-91EE-E02C7A678F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0" name="直線コネクタ 64579">
                      <a:extLst>
                        <a:ext uri="{FF2B5EF4-FFF2-40B4-BE49-F238E27FC236}">
                          <a16:creationId xmlns:a16="http://schemas.microsoft.com/office/drawing/2014/main" id="{748A0DCE-A143-4AAE-B358-0EFC44D004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1" name="直線コネクタ 64580">
                      <a:extLst>
                        <a:ext uri="{FF2B5EF4-FFF2-40B4-BE49-F238E27FC236}">
                          <a16:creationId xmlns:a16="http://schemas.microsoft.com/office/drawing/2014/main" id="{7E862CDC-6541-4F5D-9408-615F8980CB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2" name="直線コネクタ 64581">
                      <a:extLst>
                        <a:ext uri="{FF2B5EF4-FFF2-40B4-BE49-F238E27FC236}">
                          <a16:creationId xmlns:a16="http://schemas.microsoft.com/office/drawing/2014/main" id="{D637266E-D367-4F72-8B88-423ED4E74F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3" name="直線コネクタ 64582">
                      <a:extLst>
                        <a:ext uri="{FF2B5EF4-FFF2-40B4-BE49-F238E27FC236}">
                          <a16:creationId xmlns:a16="http://schemas.microsoft.com/office/drawing/2014/main" id="{AE2BEBDD-1211-4545-807C-B7DADC85CB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4" name="直線コネクタ 64583">
                      <a:extLst>
                        <a:ext uri="{FF2B5EF4-FFF2-40B4-BE49-F238E27FC236}">
                          <a16:creationId xmlns:a16="http://schemas.microsoft.com/office/drawing/2014/main" id="{20872246-3253-4D60-AB7E-9FA4F3C0AB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5" name="直線コネクタ 64584">
                      <a:extLst>
                        <a:ext uri="{FF2B5EF4-FFF2-40B4-BE49-F238E27FC236}">
                          <a16:creationId xmlns:a16="http://schemas.microsoft.com/office/drawing/2014/main" id="{416E68BA-D042-442A-B97F-BD0CD57759A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6" name="直線コネクタ 64585">
                      <a:extLst>
                        <a:ext uri="{FF2B5EF4-FFF2-40B4-BE49-F238E27FC236}">
                          <a16:creationId xmlns:a16="http://schemas.microsoft.com/office/drawing/2014/main" id="{55EBA96C-E21B-46A0-9A57-1547021A60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7" name="直線コネクタ 64586">
                      <a:extLst>
                        <a:ext uri="{FF2B5EF4-FFF2-40B4-BE49-F238E27FC236}">
                          <a16:creationId xmlns:a16="http://schemas.microsoft.com/office/drawing/2014/main" id="{4A24C8F0-AE28-420B-8D25-19AB933E180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8" name="直線コネクタ 64587">
                      <a:extLst>
                        <a:ext uri="{FF2B5EF4-FFF2-40B4-BE49-F238E27FC236}">
                          <a16:creationId xmlns:a16="http://schemas.microsoft.com/office/drawing/2014/main" id="{43D48C92-7F21-461A-AC25-4B02D1D19F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89" name="直線コネクタ 64588">
                      <a:extLst>
                        <a:ext uri="{FF2B5EF4-FFF2-40B4-BE49-F238E27FC236}">
                          <a16:creationId xmlns:a16="http://schemas.microsoft.com/office/drawing/2014/main" id="{296A102C-424A-46BC-A245-37987E19B6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0" name="直線コネクタ 64589">
                      <a:extLst>
                        <a:ext uri="{FF2B5EF4-FFF2-40B4-BE49-F238E27FC236}">
                          <a16:creationId xmlns:a16="http://schemas.microsoft.com/office/drawing/2014/main" id="{B1738911-3D7B-4A4F-9B49-7150C3B694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1" name="直線コネクタ 64590">
                      <a:extLst>
                        <a:ext uri="{FF2B5EF4-FFF2-40B4-BE49-F238E27FC236}">
                          <a16:creationId xmlns:a16="http://schemas.microsoft.com/office/drawing/2014/main" id="{15FB24C2-87E8-49BD-AA1F-B06DFBBE1B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2" name="直線コネクタ 64591">
                      <a:extLst>
                        <a:ext uri="{FF2B5EF4-FFF2-40B4-BE49-F238E27FC236}">
                          <a16:creationId xmlns:a16="http://schemas.microsoft.com/office/drawing/2014/main" id="{37CA39A5-C74F-4568-A6B9-4E4DB04754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3" name="直線コネクタ 64592">
                      <a:extLst>
                        <a:ext uri="{FF2B5EF4-FFF2-40B4-BE49-F238E27FC236}">
                          <a16:creationId xmlns:a16="http://schemas.microsoft.com/office/drawing/2014/main" id="{AA28ADB3-059C-4817-B9D3-C50B254C402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4" name="直線コネクタ 64593">
                      <a:extLst>
                        <a:ext uri="{FF2B5EF4-FFF2-40B4-BE49-F238E27FC236}">
                          <a16:creationId xmlns:a16="http://schemas.microsoft.com/office/drawing/2014/main" id="{B4A8A8B3-2DEA-4364-B5D9-3DBABD2F2D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5" name="直線コネクタ 64594">
                      <a:extLst>
                        <a:ext uri="{FF2B5EF4-FFF2-40B4-BE49-F238E27FC236}">
                          <a16:creationId xmlns:a16="http://schemas.microsoft.com/office/drawing/2014/main" id="{826B5C9B-0F80-4756-BFD6-3BA726A916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6" name="直線コネクタ 64595">
                      <a:extLst>
                        <a:ext uri="{FF2B5EF4-FFF2-40B4-BE49-F238E27FC236}">
                          <a16:creationId xmlns:a16="http://schemas.microsoft.com/office/drawing/2014/main" id="{6BFF804D-11F6-4F8C-985E-5799C15972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7" name="直線コネクタ 64596">
                      <a:extLst>
                        <a:ext uri="{FF2B5EF4-FFF2-40B4-BE49-F238E27FC236}">
                          <a16:creationId xmlns:a16="http://schemas.microsoft.com/office/drawing/2014/main" id="{59084DF7-45BE-47E2-87AA-3A12BA1EC28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8" name="直線コネクタ 64597">
                      <a:extLst>
                        <a:ext uri="{FF2B5EF4-FFF2-40B4-BE49-F238E27FC236}">
                          <a16:creationId xmlns:a16="http://schemas.microsoft.com/office/drawing/2014/main" id="{1544D739-7337-41FD-93F8-EA43CF15F3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99" name="直線コネクタ 64598">
                      <a:extLst>
                        <a:ext uri="{FF2B5EF4-FFF2-40B4-BE49-F238E27FC236}">
                          <a16:creationId xmlns:a16="http://schemas.microsoft.com/office/drawing/2014/main" id="{9C05EECE-42F3-4793-BC0E-409623BA42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0" name="直線コネクタ 64599">
                      <a:extLst>
                        <a:ext uri="{FF2B5EF4-FFF2-40B4-BE49-F238E27FC236}">
                          <a16:creationId xmlns:a16="http://schemas.microsoft.com/office/drawing/2014/main" id="{7700E307-19DD-49C6-9610-CFBB065FE7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1" name="直線コネクタ 64600">
                      <a:extLst>
                        <a:ext uri="{FF2B5EF4-FFF2-40B4-BE49-F238E27FC236}">
                          <a16:creationId xmlns:a16="http://schemas.microsoft.com/office/drawing/2014/main" id="{53D4E575-93CC-4D93-B4FF-777776D09C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2" name="直線コネクタ 64601">
                      <a:extLst>
                        <a:ext uri="{FF2B5EF4-FFF2-40B4-BE49-F238E27FC236}">
                          <a16:creationId xmlns:a16="http://schemas.microsoft.com/office/drawing/2014/main" id="{77E699DE-1462-44F1-98EA-CF7C7A06FB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3" name="直線コネクタ 64602">
                      <a:extLst>
                        <a:ext uri="{FF2B5EF4-FFF2-40B4-BE49-F238E27FC236}">
                          <a16:creationId xmlns:a16="http://schemas.microsoft.com/office/drawing/2014/main" id="{F34AF718-1462-493E-AA81-8EB192DB23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4" name="直線コネクタ 64603">
                      <a:extLst>
                        <a:ext uri="{FF2B5EF4-FFF2-40B4-BE49-F238E27FC236}">
                          <a16:creationId xmlns:a16="http://schemas.microsoft.com/office/drawing/2014/main" id="{0C034817-6BC7-4852-8BA4-EADCF195A6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5" name="直線コネクタ 64604">
                      <a:extLst>
                        <a:ext uri="{FF2B5EF4-FFF2-40B4-BE49-F238E27FC236}">
                          <a16:creationId xmlns:a16="http://schemas.microsoft.com/office/drawing/2014/main" id="{916FF109-0719-4994-917C-48095AB023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606" name="直線コネクタ 64605">
                      <a:extLst>
                        <a:ext uri="{FF2B5EF4-FFF2-40B4-BE49-F238E27FC236}">
                          <a16:creationId xmlns:a16="http://schemas.microsoft.com/office/drawing/2014/main" id="{14B71428-6EC6-4061-9786-E2E5A2F798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62640" name="グループ化 62639">
                <a:extLst>
                  <a:ext uri="{FF2B5EF4-FFF2-40B4-BE49-F238E27FC236}">
                    <a16:creationId xmlns:a16="http://schemas.microsoft.com/office/drawing/2014/main" id="{6458F89E-2CEC-42D9-B83D-D7A60ADCCC4D}"/>
                  </a:ext>
                </a:extLst>
              </p:cNvPr>
              <p:cNvGrpSpPr/>
              <p:nvPr/>
            </p:nvGrpSpPr>
            <p:grpSpPr>
              <a:xfrm rot="5400000">
                <a:off x="5400578" y="1799185"/>
                <a:ext cx="3600000" cy="3600000"/>
                <a:chOff x="1799185" y="1799184"/>
                <a:chExt cx="3600000" cy="3600000"/>
              </a:xfrm>
            </p:grpSpPr>
            <p:grpSp>
              <p:nvGrpSpPr>
                <p:cNvPr id="64175" name="グループ化 64174">
                  <a:extLst>
                    <a:ext uri="{FF2B5EF4-FFF2-40B4-BE49-F238E27FC236}">
                      <a16:creationId xmlns:a16="http://schemas.microsoft.com/office/drawing/2014/main" id="{FE12741F-7431-4B63-BB96-C00DBB7FE802}"/>
                    </a:ext>
                  </a:extLst>
                </p:cNvPr>
                <p:cNvGrpSpPr/>
                <p:nvPr/>
              </p:nvGrpSpPr>
              <p:grpSpPr>
                <a:xfrm rot="5400000" flipV="1">
                  <a:off x="1349846" y="224918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507" name="直線コネクタ 64506">
                    <a:extLst>
                      <a:ext uri="{FF2B5EF4-FFF2-40B4-BE49-F238E27FC236}">
                        <a16:creationId xmlns:a16="http://schemas.microsoft.com/office/drawing/2014/main" id="{80EC375B-BB64-4871-A6FD-FE3EB5FED2A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08" name="直線コネクタ 64507">
                    <a:extLst>
                      <a:ext uri="{FF2B5EF4-FFF2-40B4-BE49-F238E27FC236}">
                        <a16:creationId xmlns:a16="http://schemas.microsoft.com/office/drawing/2014/main" id="{BEAF5429-04AE-4641-AC17-C2C76AC50EB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09" name="直線コネクタ 64508">
                    <a:extLst>
                      <a:ext uri="{FF2B5EF4-FFF2-40B4-BE49-F238E27FC236}">
                        <a16:creationId xmlns:a16="http://schemas.microsoft.com/office/drawing/2014/main" id="{A9F59305-B06F-4159-92BC-906BC5B7356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0" name="直線コネクタ 64509">
                    <a:extLst>
                      <a:ext uri="{FF2B5EF4-FFF2-40B4-BE49-F238E27FC236}">
                        <a16:creationId xmlns:a16="http://schemas.microsoft.com/office/drawing/2014/main" id="{8812794A-0260-40F9-8274-52478D54026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1" name="直線コネクタ 64510">
                    <a:extLst>
                      <a:ext uri="{FF2B5EF4-FFF2-40B4-BE49-F238E27FC236}">
                        <a16:creationId xmlns:a16="http://schemas.microsoft.com/office/drawing/2014/main" id="{3FC3DE2E-C17A-4EB1-8888-6AE9A515018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2" name="直線コネクタ 64511">
                    <a:extLst>
                      <a:ext uri="{FF2B5EF4-FFF2-40B4-BE49-F238E27FC236}">
                        <a16:creationId xmlns:a16="http://schemas.microsoft.com/office/drawing/2014/main" id="{CC0671A9-F7C4-47C7-BA63-DA105218F12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3" name="直線コネクタ 64512">
                    <a:extLst>
                      <a:ext uri="{FF2B5EF4-FFF2-40B4-BE49-F238E27FC236}">
                        <a16:creationId xmlns:a16="http://schemas.microsoft.com/office/drawing/2014/main" id="{45A3534E-AD71-4003-B612-6E7489FF1D7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4" name="直線コネクタ 64513">
                    <a:extLst>
                      <a:ext uri="{FF2B5EF4-FFF2-40B4-BE49-F238E27FC236}">
                        <a16:creationId xmlns:a16="http://schemas.microsoft.com/office/drawing/2014/main" id="{07503F6D-6B9E-488C-87E6-8300584A57C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5" name="直線コネクタ 64514">
                    <a:extLst>
                      <a:ext uri="{FF2B5EF4-FFF2-40B4-BE49-F238E27FC236}">
                        <a16:creationId xmlns:a16="http://schemas.microsoft.com/office/drawing/2014/main" id="{1F675856-158D-40F0-932C-06A18375FBE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6" name="直線コネクタ 64515">
                    <a:extLst>
                      <a:ext uri="{FF2B5EF4-FFF2-40B4-BE49-F238E27FC236}">
                        <a16:creationId xmlns:a16="http://schemas.microsoft.com/office/drawing/2014/main" id="{41D88AB6-7DEB-4C61-BD5E-7B896AD11A2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7" name="直線コネクタ 64516">
                    <a:extLst>
                      <a:ext uri="{FF2B5EF4-FFF2-40B4-BE49-F238E27FC236}">
                        <a16:creationId xmlns:a16="http://schemas.microsoft.com/office/drawing/2014/main" id="{6F38C79D-0541-43BD-8730-E585216AF48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8" name="直線コネクタ 64517">
                    <a:extLst>
                      <a:ext uri="{FF2B5EF4-FFF2-40B4-BE49-F238E27FC236}">
                        <a16:creationId xmlns:a16="http://schemas.microsoft.com/office/drawing/2014/main" id="{9E29B6A9-832D-4462-968A-1B0982F84CD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19" name="直線コネクタ 64518">
                    <a:extLst>
                      <a:ext uri="{FF2B5EF4-FFF2-40B4-BE49-F238E27FC236}">
                        <a16:creationId xmlns:a16="http://schemas.microsoft.com/office/drawing/2014/main" id="{6F1FAAAD-21A9-4F0A-8CC9-E35C6856322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0" name="直線コネクタ 64519">
                    <a:extLst>
                      <a:ext uri="{FF2B5EF4-FFF2-40B4-BE49-F238E27FC236}">
                        <a16:creationId xmlns:a16="http://schemas.microsoft.com/office/drawing/2014/main" id="{E5915B05-9F04-461C-A58C-06336FE5253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1" name="直線コネクタ 64520">
                    <a:extLst>
                      <a:ext uri="{FF2B5EF4-FFF2-40B4-BE49-F238E27FC236}">
                        <a16:creationId xmlns:a16="http://schemas.microsoft.com/office/drawing/2014/main" id="{F2C027C6-79F1-4461-B661-263692BFD89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2" name="直線コネクタ 64521">
                    <a:extLst>
                      <a:ext uri="{FF2B5EF4-FFF2-40B4-BE49-F238E27FC236}">
                        <a16:creationId xmlns:a16="http://schemas.microsoft.com/office/drawing/2014/main" id="{B4CC58E5-A648-4665-8BDC-B3954488B34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3" name="直線コネクタ 64522">
                    <a:extLst>
                      <a:ext uri="{FF2B5EF4-FFF2-40B4-BE49-F238E27FC236}">
                        <a16:creationId xmlns:a16="http://schemas.microsoft.com/office/drawing/2014/main" id="{54722CBA-341F-47B8-B208-C50DF4EED4E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4" name="直線コネクタ 64523">
                    <a:extLst>
                      <a:ext uri="{FF2B5EF4-FFF2-40B4-BE49-F238E27FC236}">
                        <a16:creationId xmlns:a16="http://schemas.microsoft.com/office/drawing/2014/main" id="{68AAA536-6F80-4A39-971F-B0644295155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5" name="直線コネクタ 64524">
                    <a:extLst>
                      <a:ext uri="{FF2B5EF4-FFF2-40B4-BE49-F238E27FC236}">
                        <a16:creationId xmlns:a16="http://schemas.microsoft.com/office/drawing/2014/main" id="{002B9E01-4534-4A6F-8B93-681A7A321CB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6" name="直線コネクタ 64525">
                    <a:extLst>
                      <a:ext uri="{FF2B5EF4-FFF2-40B4-BE49-F238E27FC236}">
                        <a16:creationId xmlns:a16="http://schemas.microsoft.com/office/drawing/2014/main" id="{DCDFABB2-EE81-4761-80B1-5B642F5E471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7" name="直線コネクタ 64526">
                    <a:extLst>
                      <a:ext uri="{FF2B5EF4-FFF2-40B4-BE49-F238E27FC236}">
                        <a16:creationId xmlns:a16="http://schemas.microsoft.com/office/drawing/2014/main" id="{62587879-C8A7-43E8-ABCF-E6483C2C0CD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8" name="直線コネクタ 64527">
                    <a:extLst>
                      <a:ext uri="{FF2B5EF4-FFF2-40B4-BE49-F238E27FC236}">
                        <a16:creationId xmlns:a16="http://schemas.microsoft.com/office/drawing/2014/main" id="{ECD6E56D-ED1D-45F3-AC0C-8AFFE5D578D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29" name="直線コネクタ 64528">
                    <a:extLst>
                      <a:ext uri="{FF2B5EF4-FFF2-40B4-BE49-F238E27FC236}">
                        <a16:creationId xmlns:a16="http://schemas.microsoft.com/office/drawing/2014/main" id="{66D173BF-6F09-411A-9221-7FC0D8D4A37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0" name="直線コネクタ 64529">
                    <a:extLst>
                      <a:ext uri="{FF2B5EF4-FFF2-40B4-BE49-F238E27FC236}">
                        <a16:creationId xmlns:a16="http://schemas.microsoft.com/office/drawing/2014/main" id="{203EC204-4115-4578-AA3F-185F8C4BAC7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1" name="直線コネクタ 64530">
                    <a:extLst>
                      <a:ext uri="{FF2B5EF4-FFF2-40B4-BE49-F238E27FC236}">
                        <a16:creationId xmlns:a16="http://schemas.microsoft.com/office/drawing/2014/main" id="{C13BDC96-53A1-4197-B8F1-D5C23046389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2" name="直線コネクタ 64531">
                    <a:extLst>
                      <a:ext uri="{FF2B5EF4-FFF2-40B4-BE49-F238E27FC236}">
                        <a16:creationId xmlns:a16="http://schemas.microsoft.com/office/drawing/2014/main" id="{E339AAA4-BF8D-4852-8A1A-F013BC60A27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3" name="直線コネクタ 64532">
                    <a:extLst>
                      <a:ext uri="{FF2B5EF4-FFF2-40B4-BE49-F238E27FC236}">
                        <a16:creationId xmlns:a16="http://schemas.microsoft.com/office/drawing/2014/main" id="{CFA241D0-9479-48A5-8C58-CDE1A8AE568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4" name="直線コネクタ 64533">
                    <a:extLst>
                      <a:ext uri="{FF2B5EF4-FFF2-40B4-BE49-F238E27FC236}">
                        <a16:creationId xmlns:a16="http://schemas.microsoft.com/office/drawing/2014/main" id="{A4EBFDFB-3E70-41F8-A8AB-FEC1D8D6E2E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5" name="直線コネクタ 64534">
                    <a:extLst>
                      <a:ext uri="{FF2B5EF4-FFF2-40B4-BE49-F238E27FC236}">
                        <a16:creationId xmlns:a16="http://schemas.microsoft.com/office/drawing/2014/main" id="{55A185A9-66A1-491A-89B7-73AE3393182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6" name="直線コネクタ 64535">
                    <a:extLst>
                      <a:ext uri="{FF2B5EF4-FFF2-40B4-BE49-F238E27FC236}">
                        <a16:creationId xmlns:a16="http://schemas.microsoft.com/office/drawing/2014/main" id="{E91F2814-3923-45A4-896E-56538026D4F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7" name="直線コネクタ 64536">
                    <a:extLst>
                      <a:ext uri="{FF2B5EF4-FFF2-40B4-BE49-F238E27FC236}">
                        <a16:creationId xmlns:a16="http://schemas.microsoft.com/office/drawing/2014/main" id="{155421DF-CD2C-49E2-9A5F-361E24E154A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8" name="直線コネクタ 64537">
                    <a:extLst>
                      <a:ext uri="{FF2B5EF4-FFF2-40B4-BE49-F238E27FC236}">
                        <a16:creationId xmlns:a16="http://schemas.microsoft.com/office/drawing/2014/main" id="{47137148-9D45-4D7D-8F7E-5666C5723FB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39" name="直線コネクタ 64538">
                    <a:extLst>
                      <a:ext uri="{FF2B5EF4-FFF2-40B4-BE49-F238E27FC236}">
                        <a16:creationId xmlns:a16="http://schemas.microsoft.com/office/drawing/2014/main" id="{7664D1FC-E8FB-482C-A888-64F13B780A7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0" name="直線コネクタ 64539">
                    <a:extLst>
                      <a:ext uri="{FF2B5EF4-FFF2-40B4-BE49-F238E27FC236}">
                        <a16:creationId xmlns:a16="http://schemas.microsoft.com/office/drawing/2014/main" id="{51E75E34-05C1-4D20-A8E6-983C6AF141B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1" name="直線コネクタ 64540">
                    <a:extLst>
                      <a:ext uri="{FF2B5EF4-FFF2-40B4-BE49-F238E27FC236}">
                        <a16:creationId xmlns:a16="http://schemas.microsoft.com/office/drawing/2014/main" id="{8348EB6C-5A5E-488A-83E6-5A4258D4487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2" name="直線コネクタ 64541">
                    <a:extLst>
                      <a:ext uri="{FF2B5EF4-FFF2-40B4-BE49-F238E27FC236}">
                        <a16:creationId xmlns:a16="http://schemas.microsoft.com/office/drawing/2014/main" id="{3A79FCC7-28D0-4E54-8075-02B574A7E6C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3" name="直線コネクタ 64542">
                    <a:extLst>
                      <a:ext uri="{FF2B5EF4-FFF2-40B4-BE49-F238E27FC236}">
                        <a16:creationId xmlns:a16="http://schemas.microsoft.com/office/drawing/2014/main" id="{682A2E10-740B-41C9-AFA3-4A00F99020D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4" name="直線コネクタ 64543">
                    <a:extLst>
                      <a:ext uri="{FF2B5EF4-FFF2-40B4-BE49-F238E27FC236}">
                        <a16:creationId xmlns:a16="http://schemas.microsoft.com/office/drawing/2014/main" id="{531CED8C-6EBE-4CCC-A7C4-18278176848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5" name="直線コネクタ 64544">
                    <a:extLst>
                      <a:ext uri="{FF2B5EF4-FFF2-40B4-BE49-F238E27FC236}">
                        <a16:creationId xmlns:a16="http://schemas.microsoft.com/office/drawing/2014/main" id="{B7DDC84A-1F2C-4FEA-B36C-0E9805320A4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6" name="直線コネクタ 64545">
                    <a:extLst>
                      <a:ext uri="{FF2B5EF4-FFF2-40B4-BE49-F238E27FC236}">
                        <a16:creationId xmlns:a16="http://schemas.microsoft.com/office/drawing/2014/main" id="{26A262A7-405D-4703-83FB-4C04C7EDA39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7" name="直線コネクタ 64546">
                    <a:extLst>
                      <a:ext uri="{FF2B5EF4-FFF2-40B4-BE49-F238E27FC236}">
                        <a16:creationId xmlns:a16="http://schemas.microsoft.com/office/drawing/2014/main" id="{A6FC7EC7-2448-4A2A-AAF3-E5D7C72FB1B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8" name="直線コネクタ 64547">
                    <a:extLst>
                      <a:ext uri="{FF2B5EF4-FFF2-40B4-BE49-F238E27FC236}">
                        <a16:creationId xmlns:a16="http://schemas.microsoft.com/office/drawing/2014/main" id="{E808BFB6-2BF1-4421-8493-5693D7E42A0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49" name="直線コネクタ 64548">
                    <a:extLst>
                      <a:ext uri="{FF2B5EF4-FFF2-40B4-BE49-F238E27FC236}">
                        <a16:creationId xmlns:a16="http://schemas.microsoft.com/office/drawing/2014/main" id="{16B03ED4-FB12-4968-A185-D1CDA527CC4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50" name="直線コネクタ 64549">
                    <a:extLst>
                      <a:ext uri="{FF2B5EF4-FFF2-40B4-BE49-F238E27FC236}">
                        <a16:creationId xmlns:a16="http://schemas.microsoft.com/office/drawing/2014/main" id="{46D67359-5E59-4FF2-8EA4-39B05129EDD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51" name="直線コネクタ 64550">
                    <a:extLst>
                      <a:ext uri="{FF2B5EF4-FFF2-40B4-BE49-F238E27FC236}">
                        <a16:creationId xmlns:a16="http://schemas.microsoft.com/office/drawing/2014/main" id="{CCDF7C14-F03D-4E6C-9956-39493759E87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552" name="直線コネクタ 64551">
                    <a:extLst>
                      <a:ext uri="{FF2B5EF4-FFF2-40B4-BE49-F238E27FC236}">
                        <a16:creationId xmlns:a16="http://schemas.microsoft.com/office/drawing/2014/main" id="{7C7BCF46-68A3-49CE-A29F-1DA688C7492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176" name="グループ化 64175">
                  <a:extLst>
                    <a:ext uri="{FF2B5EF4-FFF2-40B4-BE49-F238E27FC236}">
                      <a16:creationId xmlns:a16="http://schemas.microsoft.com/office/drawing/2014/main" id="{E6501E8D-8518-49E0-B453-9B7323BEC1FA}"/>
                    </a:ext>
                  </a:extLst>
                </p:cNvPr>
                <p:cNvGrpSpPr/>
                <p:nvPr/>
              </p:nvGrpSpPr>
              <p:grpSpPr>
                <a:xfrm rot="10800000">
                  <a:off x="1799727" y="2699423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4413" name="グループ化 64412">
                    <a:extLst>
                      <a:ext uri="{FF2B5EF4-FFF2-40B4-BE49-F238E27FC236}">
                        <a16:creationId xmlns:a16="http://schemas.microsoft.com/office/drawing/2014/main" id="{6AB9A211-59AE-414C-BC3B-6B4DA15345D2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461" name="直線コネクタ 64460">
                      <a:extLst>
                        <a:ext uri="{FF2B5EF4-FFF2-40B4-BE49-F238E27FC236}">
                          <a16:creationId xmlns:a16="http://schemas.microsoft.com/office/drawing/2014/main" id="{62A67EA8-E42D-4DC2-B45E-BB50C8775C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2" name="直線コネクタ 64461">
                      <a:extLst>
                        <a:ext uri="{FF2B5EF4-FFF2-40B4-BE49-F238E27FC236}">
                          <a16:creationId xmlns:a16="http://schemas.microsoft.com/office/drawing/2014/main" id="{38FE817B-180B-4077-A782-EE5DD2B2414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3" name="直線コネクタ 64462">
                      <a:extLst>
                        <a:ext uri="{FF2B5EF4-FFF2-40B4-BE49-F238E27FC236}">
                          <a16:creationId xmlns:a16="http://schemas.microsoft.com/office/drawing/2014/main" id="{26DC0C7A-5DC6-4280-A39B-CE99FA976F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4" name="直線コネクタ 64463">
                      <a:extLst>
                        <a:ext uri="{FF2B5EF4-FFF2-40B4-BE49-F238E27FC236}">
                          <a16:creationId xmlns:a16="http://schemas.microsoft.com/office/drawing/2014/main" id="{C3733513-89AA-4FF4-8524-550BC917C9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5" name="直線コネクタ 64464">
                      <a:extLst>
                        <a:ext uri="{FF2B5EF4-FFF2-40B4-BE49-F238E27FC236}">
                          <a16:creationId xmlns:a16="http://schemas.microsoft.com/office/drawing/2014/main" id="{9E167206-891E-4981-84FD-8FA8E5AECB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6" name="直線コネクタ 64465">
                      <a:extLst>
                        <a:ext uri="{FF2B5EF4-FFF2-40B4-BE49-F238E27FC236}">
                          <a16:creationId xmlns:a16="http://schemas.microsoft.com/office/drawing/2014/main" id="{AC8FD764-7A99-431A-917A-43D2156C22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7" name="直線コネクタ 64466">
                      <a:extLst>
                        <a:ext uri="{FF2B5EF4-FFF2-40B4-BE49-F238E27FC236}">
                          <a16:creationId xmlns:a16="http://schemas.microsoft.com/office/drawing/2014/main" id="{036132B2-E8C2-4222-90BE-17E0AE9299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8" name="直線コネクタ 64467">
                      <a:extLst>
                        <a:ext uri="{FF2B5EF4-FFF2-40B4-BE49-F238E27FC236}">
                          <a16:creationId xmlns:a16="http://schemas.microsoft.com/office/drawing/2014/main" id="{7333EE7D-9BD2-4000-9728-0A8C027D5E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9" name="直線コネクタ 64468">
                      <a:extLst>
                        <a:ext uri="{FF2B5EF4-FFF2-40B4-BE49-F238E27FC236}">
                          <a16:creationId xmlns:a16="http://schemas.microsoft.com/office/drawing/2014/main" id="{B3327E3C-31AE-41DD-B011-E9B1C721ED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0" name="直線コネクタ 64469">
                      <a:extLst>
                        <a:ext uri="{FF2B5EF4-FFF2-40B4-BE49-F238E27FC236}">
                          <a16:creationId xmlns:a16="http://schemas.microsoft.com/office/drawing/2014/main" id="{7811BE67-5976-458E-9C6D-84AD2C8D738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1" name="直線コネクタ 64470">
                      <a:extLst>
                        <a:ext uri="{FF2B5EF4-FFF2-40B4-BE49-F238E27FC236}">
                          <a16:creationId xmlns:a16="http://schemas.microsoft.com/office/drawing/2014/main" id="{06E4B0E0-D8BE-40BC-B563-8A169FDF9E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2" name="直線コネクタ 64471">
                      <a:extLst>
                        <a:ext uri="{FF2B5EF4-FFF2-40B4-BE49-F238E27FC236}">
                          <a16:creationId xmlns:a16="http://schemas.microsoft.com/office/drawing/2014/main" id="{A3CCED33-8FBA-4270-B092-CC506CFBD5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3" name="直線コネクタ 64472">
                      <a:extLst>
                        <a:ext uri="{FF2B5EF4-FFF2-40B4-BE49-F238E27FC236}">
                          <a16:creationId xmlns:a16="http://schemas.microsoft.com/office/drawing/2014/main" id="{896175F6-9BC5-4F21-AE52-8ED5628FBFE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4" name="直線コネクタ 64473">
                      <a:extLst>
                        <a:ext uri="{FF2B5EF4-FFF2-40B4-BE49-F238E27FC236}">
                          <a16:creationId xmlns:a16="http://schemas.microsoft.com/office/drawing/2014/main" id="{56F545AC-86E4-442E-9EAF-3B4E4597DD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5" name="直線コネクタ 64474">
                      <a:extLst>
                        <a:ext uri="{FF2B5EF4-FFF2-40B4-BE49-F238E27FC236}">
                          <a16:creationId xmlns:a16="http://schemas.microsoft.com/office/drawing/2014/main" id="{174A64A6-ABB4-48C9-9FF8-89130F0AF9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6" name="直線コネクタ 64475">
                      <a:extLst>
                        <a:ext uri="{FF2B5EF4-FFF2-40B4-BE49-F238E27FC236}">
                          <a16:creationId xmlns:a16="http://schemas.microsoft.com/office/drawing/2014/main" id="{BA477A6C-7ADD-4777-833A-B83514F7B4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7" name="直線コネクタ 64476">
                      <a:extLst>
                        <a:ext uri="{FF2B5EF4-FFF2-40B4-BE49-F238E27FC236}">
                          <a16:creationId xmlns:a16="http://schemas.microsoft.com/office/drawing/2014/main" id="{F29003D0-A5BE-44E4-BDFC-4C75229C2C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8" name="直線コネクタ 64477">
                      <a:extLst>
                        <a:ext uri="{FF2B5EF4-FFF2-40B4-BE49-F238E27FC236}">
                          <a16:creationId xmlns:a16="http://schemas.microsoft.com/office/drawing/2014/main" id="{4FA3A9EE-5A5F-4DFD-99D3-59F17EE19A8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79" name="直線コネクタ 64478">
                      <a:extLst>
                        <a:ext uri="{FF2B5EF4-FFF2-40B4-BE49-F238E27FC236}">
                          <a16:creationId xmlns:a16="http://schemas.microsoft.com/office/drawing/2014/main" id="{AD57DB41-2D48-4D26-9DE9-760C7D49C9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0" name="直線コネクタ 64479">
                      <a:extLst>
                        <a:ext uri="{FF2B5EF4-FFF2-40B4-BE49-F238E27FC236}">
                          <a16:creationId xmlns:a16="http://schemas.microsoft.com/office/drawing/2014/main" id="{5ADCD51E-BA4A-4EC0-96A5-B541F49B2A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1" name="直線コネクタ 64480">
                      <a:extLst>
                        <a:ext uri="{FF2B5EF4-FFF2-40B4-BE49-F238E27FC236}">
                          <a16:creationId xmlns:a16="http://schemas.microsoft.com/office/drawing/2014/main" id="{CB403751-3FC1-4FF8-B683-1E4690BD773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2" name="直線コネクタ 64481">
                      <a:extLst>
                        <a:ext uri="{FF2B5EF4-FFF2-40B4-BE49-F238E27FC236}">
                          <a16:creationId xmlns:a16="http://schemas.microsoft.com/office/drawing/2014/main" id="{672CD5C8-0C78-492F-9907-C581084FD9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3" name="直線コネクタ 64482">
                      <a:extLst>
                        <a:ext uri="{FF2B5EF4-FFF2-40B4-BE49-F238E27FC236}">
                          <a16:creationId xmlns:a16="http://schemas.microsoft.com/office/drawing/2014/main" id="{A9403470-4E11-4729-9EEE-E99010E5A18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4" name="直線コネクタ 64483">
                      <a:extLst>
                        <a:ext uri="{FF2B5EF4-FFF2-40B4-BE49-F238E27FC236}">
                          <a16:creationId xmlns:a16="http://schemas.microsoft.com/office/drawing/2014/main" id="{B53DC849-688D-4291-9C2D-F257BA0862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5" name="直線コネクタ 64484">
                      <a:extLst>
                        <a:ext uri="{FF2B5EF4-FFF2-40B4-BE49-F238E27FC236}">
                          <a16:creationId xmlns:a16="http://schemas.microsoft.com/office/drawing/2014/main" id="{15403E18-E53B-4015-8BBE-0D2D1E227E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6" name="直線コネクタ 64485">
                      <a:extLst>
                        <a:ext uri="{FF2B5EF4-FFF2-40B4-BE49-F238E27FC236}">
                          <a16:creationId xmlns:a16="http://schemas.microsoft.com/office/drawing/2014/main" id="{390F2929-E3E7-46A3-8183-543448BE01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7" name="直線コネクタ 64486">
                      <a:extLst>
                        <a:ext uri="{FF2B5EF4-FFF2-40B4-BE49-F238E27FC236}">
                          <a16:creationId xmlns:a16="http://schemas.microsoft.com/office/drawing/2014/main" id="{674DED59-513F-493E-9C16-237ABF2E43D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8" name="直線コネクタ 64487">
                      <a:extLst>
                        <a:ext uri="{FF2B5EF4-FFF2-40B4-BE49-F238E27FC236}">
                          <a16:creationId xmlns:a16="http://schemas.microsoft.com/office/drawing/2014/main" id="{33206CA5-A7B3-47CF-8002-78AD93934E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89" name="直線コネクタ 64488">
                      <a:extLst>
                        <a:ext uri="{FF2B5EF4-FFF2-40B4-BE49-F238E27FC236}">
                          <a16:creationId xmlns:a16="http://schemas.microsoft.com/office/drawing/2014/main" id="{7C930A9D-FDFC-4C31-955F-7F08257A8A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0" name="直線コネクタ 64489">
                      <a:extLst>
                        <a:ext uri="{FF2B5EF4-FFF2-40B4-BE49-F238E27FC236}">
                          <a16:creationId xmlns:a16="http://schemas.microsoft.com/office/drawing/2014/main" id="{BA546360-F793-48FD-85DF-E158D4DFB1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1" name="直線コネクタ 64490">
                      <a:extLst>
                        <a:ext uri="{FF2B5EF4-FFF2-40B4-BE49-F238E27FC236}">
                          <a16:creationId xmlns:a16="http://schemas.microsoft.com/office/drawing/2014/main" id="{78C3AB45-246C-4CE7-A79D-74F2B14E2E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2" name="直線コネクタ 64491">
                      <a:extLst>
                        <a:ext uri="{FF2B5EF4-FFF2-40B4-BE49-F238E27FC236}">
                          <a16:creationId xmlns:a16="http://schemas.microsoft.com/office/drawing/2014/main" id="{8F495133-F473-42CD-A873-9444684598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3" name="直線コネクタ 64492">
                      <a:extLst>
                        <a:ext uri="{FF2B5EF4-FFF2-40B4-BE49-F238E27FC236}">
                          <a16:creationId xmlns:a16="http://schemas.microsoft.com/office/drawing/2014/main" id="{CB2F4983-9D88-4C33-8F99-BA734C26903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4" name="直線コネクタ 64493">
                      <a:extLst>
                        <a:ext uri="{FF2B5EF4-FFF2-40B4-BE49-F238E27FC236}">
                          <a16:creationId xmlns:a16="http://schemas.microsoft.com/office/drawing/2014/main" id="{E3E9E4EB-4321-470B-9490-442FFEF6A3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5" name="直線コネクタ 64494">
                      <a:extLst>
                        <a:ext uri="{FF2B5EF4-FFF2-40B4-BE49-F238E27FC236}">
                          <a16:creationId xmlns:a16="http://schemas.microsoft.com/office/drawing/2014/main" id="{5E45567B-C5CA-44FA-A7CB-6E38F806DED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6" name="直線コネクタ 64495">
                      <a:extLst>
                        <a:ext uri="{FF2B5EF4-FFF2-40B4-BE49-F238E27FC236}">
                          <a16:creationId xmlns:a16="http://schemas.microsoft.com/office/drawing/2014/main" id="{BC7D3CB3-DF9B-4EEF-8977-59E9E16FE2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7" name="直線コネクタ 64496">
                      <a:extLst>
                        <a:ext uri="{FF2B5EF4-FFF2-40B4-BE49-F238E27FC236}">
                          <a16:creationId xmlns:a16="http://schemas.microsoft.com/office/drawing/2014/main" id="{B84D5694-1AB2-405C-B6CD-0EC623DCFBD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8" name="直線コネクタ 64497">
                      <a:extLst>
                        <a:ext uri="{FF2B5EF4-FFF2-40B4-BE49-F238E27FC236}">
                          <a16:creationId xmlns:a16="http://schemas.microsoft.com/office/drawing/2014/main" id="{BD2E5033-1140-4C4A-9339-20827129F84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99" name="直線コネクタ 64498">
                      <a:extLst>
                        <a:ext uri="{FF2B5EF4-FFF2-40B4-BE49-F238E27FC236}">
                          <a16:creationId xmlns:a16="http://schemas.microsoft.com/office/drawing/2014/main" id="{3D5A0692-8494-4CC6-8632-E8BDB5D1CC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00" name="直線コネクタ 64499">
                      <a:extLst>
                        <a:ext uri="{FF2B5EF4-FFF2-40B4-BE49-F238E27FC236}">
                          <a16:creationId xmlns:a16="http://schemas.microsoft.com/office/drawing/2014/main" id="{745A2F67-7FE9-4B52-AB85-E2011827384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01" name="直線コネクタ 64500">
                      <a:extLst>
                        <a:ext uri="{FF2B5EF4-FFF2-40B4-BE49-F238E27FC236}">
                          <a16:creationId xmlns:a16="http://schemas.microsoft.com/office/drawing/2014/main" id="{48E4F0F0-906F-4BD4-9D14-C05667801B7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02" name="直線コネクタ 64501">
                      <a:extLst>
                        <a:ext uri="{FF2B5EF4-FFF2-40B4-BE49-F238E27FC236}">
                          <a16:creationId xmlns:a16="http://schemas.microsoft.com/office/drawing/2014/main" id="{5AD2E8D4-22D9-426B-BB56-6E0EB565A60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03" name="直線コネクタ 64502">
                      <a:extLst>
                        <a:ext uri="{FF2B5EF4-FFF2-40B4-BE49-F238E27FC236}">
                          <a16:creationId xmlns:a16="http://schemas.microsoft.com/office/drawing/2014/main" id="{EA7FACD5-473E-4937-9249-A45F53F50D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04" name="直線コネクタ 64503">
                      <a:extLst>
                        <a:ext uri="{FF2B5EF4-FFF2-40B4-BE49-F238E27FC236}">
                          <a16:creationId xmlns:a16="http://schemas.microsoft.com/office/drawing/2014/main" id="{A27407E3-928E-4CD5-B640-F46E80F2611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05" name="直線コネクタ 64504">
                      <a:extLst>
                        <a:ext uri="{FF2B5EF4-FFF2-40B4-BE49-F238E27FC236}">
                          <a16:creationId xmlns:a16="http://schemas.microsoft.com/office/drawing/2014/main" id="{68181D91-D259-4AF4-B858-0FF1157EE0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506" name="直線コネクタ 64505">
                      <a:extLst>
                        <a:ext uri="{FF2B5EF4-FFF2-40B4-BE49-F238E27FC236}">
                          <a16:creationId xmlns:a16="http://schemas.microsoft.com/office/drawing/2014/main" id="{BACB8125-97E9-4C91-9FEE-E6F1FA3F302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414" name="グループ化 64413">
                    <a:extLst>
                      <a:ext uri="{FF2B5EF4-FFF2-40B4-BE49-F238E27FC236}">
                        <a16:creationId xmlns:a16="http://schemas.microsoft.com/office/drawing/2014/main" id="{54268C64-7DE3-487B-8811-085729B148FC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415" name="直線コネクタ 64414">
                      <a:extLst>
                        <a:ext uri="{FF2B5EF4-FFF2-40B4-BE49-F238E27FC236}">
                          <a16:creationId xmlns:a16="http://schemas.microsoft.com/office/drawing/2014/main" id="{295BC4B6-6EDB-4DEF-8194-04A96DD07D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16" name="直線コネクタ 64415">
                      <a:extLst>
                        <a:ext uri="{FF2B5EF4-FFF2-40B4-BE49-F238E27FC236}">
                          <a16:creationId xmlns:a16="http://schemas.microsoft.com/office/drawing/2014/main" id="{7DBBB91E-B7FD-4D2E-B1E2-F2DB0F90CF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17" name="直線コネクタ 64416">
                      <a:extLst>
                        <a:ext uri="{FF2B5EF4-FFF2-40B4-BE49-F238E27FC236}">
                          <a16:creationId xmlns:a16="http://schemas.microsoft.com/office/drawing/2014/main" id="{40973B03-C161-4747-8EB7-D45E8C19D2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18" name="直線コネクタ 64417">
                      <a:extLst>
                        <a:ext uri="{FF2B5EF4-FFF2-40B4-BE49-F238E27FC236}">
                          <a16:creationId xmlns:a16="http://schemas.microsoft.com/office/drawing/2014/main" id="{5B1BAFD1-1052-4C23-9CE6-23568E9DDD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19" name="直線コネクタ 64418">
                      <a:extLst>
                        <a:ext uri="{FF2B5EF4-FFF2-40B4-BE49-F238E27FC236}">
                          <a16:creationId xmlns:a16="http://schemas.microsoft.com/office/drawing/2014/main" id="{C1F51589-A17C-4393-A00D-ABE3E6C5C6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0" name="直線コネクタ 64419">
                      <a:extLst>
                        <a:ext uri="{FF2B5EF4-FFF2-40B4-BE49-F238E27FC236}">
                          <a16:creationId xmlns:a16="http://schemas.microsoft.com/office/drawing/2014/main" id="{483A9B76-0280-4923-BEB3-FAA2D54441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1" name="直線コネクタ 64420">
                      <a:extLst>
                        <a:ext uri="{FF2B5EF4-FFF2-40B4-BE49-F238E27FC236}">
                          <a16:creationId xmlns:a16="http://schemas.microsoft.com/office/drawing/2014/main" id="{2CC3C5A6-F610-4950-8F4E-156CBD98C7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2" name="直線コネクタ 64421">
                      <a:extLst>
                        <a:ext uri="{FF2B5EF4-FFF2-40B4-BE49-F238E27FC236}">
                          <a16:creationId xmlns:a16="http://schemas.microsoft.com/office/drawing/2014/main" id="{87ABEA6B-499F-491F-AAF8-51ABC13486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3" name="直線コネクタ 64422">
                      <a:extLst>
                        <a:ext uri="{FF2B5EF4-FFF2-40B4-BE49-F238E27FC236}">
                          <a16:creationId xmlns:a16="http://schemas.microsoft.com/office/drawing/2014/main" id="{C9A60987-0506-44B5-842B-0B5CC94A9C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4" name="直線コネクタ 64423">
                      <a:extLst>
                        <a:ext uri="{FF2B5EF4-FFF2-40B4-BE49-F238E27FC236}">
                          <a16:creationId xmlns:a16="http://schemas.microsoft.com/office/drawing/2014/main" id="{E3FE48B8-A0C6-4862-82FE-976FC0900B1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5" name="直線コネクタ 64424">
                      <a:extLst>
                        <a:ext uri="{FF2B5EF4-FFF2-40B4-BE49-F238E27FC236}">
                          <a16:creationId xmlns:a16="http://schemas.microsoft.com/office/drawing/2014/main" id="{8BF111A4-38A1-4306-AAE5-B00A407C6E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6" name="直線コネクタ 64425">
                      <a:extLst>
                        <a:ext uri="{FF2B5EF4-FFF2-40B4-BE49-F238E27FC236}">
                          <a16:creationId xmlns:a16="http://schemas.microsoft.com/office/drawing/2014/main" id="{868293CF-5230-4E57-9E1F-16FCA5EDC6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7" name="直線コネクタ 64426">
                      <a:extLst>
                        <a:ext uri="{FF2B5EF4-FFF2-40B4-BE49-F238E27FC236}">
                          <a16:creationId xmlns:a16="http://schemas.microsoft.com/office/drawing/2014/main" id="{01A502A8-88C3-42BC-8108-893B80A503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8" name="直線コネクタ 64427">
                      <a:extLst>
                        <a:ext uri="{FF2B5EF4-FFF2-40B4-BE49-F238E27FC236}">
                          <a16:creationId xmlns:a16="http://schemas.microsoft.com/office/drawing/2014/main" id="{F8A55647-CAD1-434C-9162-AD28A242C0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29" name="直線コネクタ 64428">
                      <a:extLst>
                        <a:ext uri="{FF2B5EF4-FFF2-40B4-BE49-F238E27FC236}">
                          <a16:creationId xmlns:a16="http://schemas.microsoft.com/office/drawing/2014/main" id="{259FDAC0-CAEB-4B77-82BA-1D723CFCD4C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0" name="直線コネクタ 64429">
                      <a:extLst>
                        <a:ext uri="{FF2B5EF4-FFF2-40B4-BE49-F238E27FC236}">
                          <a16:creationId xmlns:a16="http://schemas.microsoft.com/office/drawing/2014/main" id="{9A1741DD-C759-4E2A-870B-B45FF7EBC0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1" name="直線コネクタ 64430">
                      <a:extLst>
                        <a:ext uri="{FF2B5EF4-FFF2-40B4-BE49-F238E27FC236}">
                          <a16:creationId xmlns:a16="http://schemas.microsoft.com/office/drawing/2014/main" id="{91BF7C35-12DF-46AA-9F44-290DD805A7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2" name="直線コネクタ 64431">
                      <a:extLst>
                        <a:ext uri="{FF2B5EF4-FFF2-40B4-BE49-F238E27FC236}">
                          <a16:creationId xmlns:a16="http://schemas.microsoft.com/office/drawing/2014/main" id="{0AEBC937-D0AF-49CD-9DAB-2952C48CF6D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3" name="直線コネクタ 64432">
                      <a:extLst>
                        <a:ext uri="{FF2B5EF4-FFF2-40B4-BE49-F238E27FC236}">
                          <a16:creationId xmlns:a16="http://schemas.microsoft.com/office/drawing/2014/main" id="{52063A9A-9141-48C5-AA7A-A69B6F4F0F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4" name="直線コネクタ 64433">
                      <a:extLst>
                        <a:ext uri="{FF2B5EF4-FFF2-40B4-BE49-F238E27FC236}">
                          <a16:creationId xmlns:a16="http://schemas.microsoft.com/office/drawing/2014/main" id="{9602E200-74E0-4920-B64D-49A943589EF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5" name="直線コネクタ 64434">
                      <a:extLst>
                        <a:ext uri="{FF2B5EF4-FFF2-40B4-BE49-F238E27FC236}">
                          <a16:creationId xmlns:a16="http://schemas.microsoft.com/office/drawing/2014/main" id="{C10BA5B5-F8D6-4D2B-8E32-DF8B5B00D0D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6" name="直線コネクタ 64435">
                      <a:extLst>
                        <a:ext uri="{FF2B5EF4-FFF2-40B4-BE49-F238E27FC236}">
                          <a16:creationId xmlns:a16="http://schemas.microsoft.com/office/drawing/2014/main" id="{BA48913C-8A2D-4695-AE46-B7822552870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7" name="直線コネクタ 64436">
                      <a:extLst>
                        <a:ext uri="{FF2B5EF4-FFF2-40B4-BE49-F238E27FC236}">
                          <a16:creationId xmlns:a16="http://schemas.microsoft.com/office/drawing/2014/main" id="{8AEC960C-8DD9-4C08-B749-1C8888FC22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8" name="直線コネクタ 64437">
                      <a:extLst>
                        <a:ext uri="{FF2B5EF4-FFF2-40B4-BE49-F238E27FC236}">
                          <a16:creationId xmlns:a16="http://schemas.microsoft.com/office/drawing/2014/main" id="{2F80C915-509C-47E4-8277-B21F638166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39" name="直線コネクタ 64438">
                      <a:extLst>
                        <a:ext uri="{FF2B5EF4-FFF2-40B4-BE49-F238E27FC236}">
                          <a16:creationId xmlns:a16="http://schemas.microsoft.com/office/drawing/2014/main" id="{349E822E-961A-490F-A62E-E4FFEF1084E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0" name="直線コネクタ 64439">
                      <a:extLst>
                        <a:ext uri="{FF2B5EF4-FFF2-40B4-BE49-F238E27FC236}">
                          <a16:creationId xmlns:a16="http://schemas.microsoft.com/office/drawing/2014/main" id="{5CEBC942-D175-42E7-AC8C-5D977F9F9A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1" name="直線コネクタ 64440">
                      <a:extLst>
                        <a:ext uri="{FF2B5EF4-FFF2-40B4-BE49-F238E27FC236}">
                          <a16:creationId xmlns:a16="http://schemas.microsoft.com/office/drawing/2014/main" id="{E0BC5F8B-F22F-47C7-A0C9-363E096118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2" name="直線コネクタ 64441">
                      <a:extLst>
                        <a:ext uri="{FF2B5EF4-FFF2-40B4-BE49-F238E27FC236}">
                          <a16:creationId xmlns:a16="http://schemas.microsoft.com/office/drawing/2014/main" id="{8CA538A3-19F6-4166-AFE6-A3D87D9A41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3" name="直線コネクタ 64442">
                      <a:extLst>
                        <a:ext uri="{FF2B5EF4-FFF2-40B4-BE49-F238E27FC236}">
                          <a16:creationId xmlns:a16="http://schemas.microsoft.com/office/drawing/2014/main" id="{3EFAF691-74A3-4DEA-B7F5-5B5A679F2EA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4" name="直線コネクタ 64443">
                      <a:extLst>
                        <a:ext uri="{FF2B5EF4-FFF2-40B4-BE49-F238E27FC236}">
                          <a16:creationId xmlns:a16="http://schemas.microsoft.com/office/drawing/2014/main" id="{8F454FA8-3361-40C5-826B-FE92F8E5C7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5" name="直線コネクタ 64444">
                      <a:extLst>
                        <a:ext uri="{FF2B5EF4-FFF2-40B4-BE49-F238E27FC236}">
                          <a16:creationId xmlns:a16="http://schemas.microsoft.com/office/drawing/2014/main" id="{5547B922-8004-47B4-9389-36D1044BA54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6" name="直線コネクタ 64445">
                      <a:extLst>
                        <a:ext uri="{FF2B5EF4-FFF2-40B4-BE49-F238E27FC236}">
                          <a16:creationId xmlns:a16="http://schemas.microsoft.com/office/drawing/2014/main" id="{C582E6B6-3694-40FE-ABA5-CE5D12565D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7" name="直線コネクタ 64446">
                      <a:extLst>
                        <a:ext uri="{FF2B5EF4-FFF2-40B4-BE49-F238E27FC236}">
                          <a16:creationId xmlns:a16="http://schemas.microsoft.com/office/drawing/2014/main" id="{A71C6B9E-AC6A-4948-A508-20EBC67349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8" name="直線コネクタ 64447">
                      <a:extLst>
                        <a:ext uri="{FF2B5EF4-FFF2-40B4-BE49-F238E27FC236}">
                          <a16:creationId xmlns:a16="http://schemas.microsoft.com/office/drawing/2014/main" id="{279EB892-B16C-4B0B-B1F3-5E11075C43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49" name="直線コネクタ 64448">
                      <a:extLst>
                        <a:ext uri="{FF2B5EF4-FFF2-40B4-BE49-F238E27FC236}">
                          <a16:creationId xmlns:a16="http://schemas.microsoft.com/office/drawing/2014/main" id="{2DF01FB5-CFD3-41CD-8B1D-48BC7AFC5F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0" name="直線コネクタ 64449">
                      <a:extLst>
                        <a:ext uri="{FF2B5EF4-FFF2-40B4-BE49-F238E27FC236}">
                          <a16:creationId xmlns:a16="http://schemas.microsoft.com/office/drawing/2014/main" id="{6CBAFDF0-F04E-4798-8F4B-03C2EFBB37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1" name="直線コネクタ 64450">
                      <a:extLst>
                        <a:ext uri="{FF2B5EF4-FFF2-40B4-BE49-F238E27FC236}">
                          <a16:creationId xmlns:a16="http://schemas.microsoft.com/office/drawing/2014/main" id="{8681EE45-5EE9-42ED-B064-805745DFD6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2" name="直線コネクタ 64451">
                      <a:extLst>
                        <a:ext uri="{FF2B5EF4-FFF2-40B4-BE49-F238E27FC236}">
                          <a16:creationId xmlns:a16="http://schemas.microsoft.com/office/drawing/2014/main" id="{B08C00A2-E2B6-4A9F-BD41-DC1849D25D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3" name="直線コネクタ 64452">
                      <a:extLst>
                        <a:ext uri="{FF2B5EF4-FFF2-40B4-BE49-F238E27FC236}">
                          <a16:creationId xmlns:a16="http://schemas.microsoft.com/office/drawing/2014/main" id="{A81797E2-E89E-4AFE-B506-DA68193B04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4" name="直線コネクタ 64453">
                      <a:extLst>
                        <a:ext uri="{FF2B5EF4-FFF2-40B4-BE49-F238E27FC236}">
                          <a16:creationId xmlns:a16="http://schemas.microsoft.com/office/drawing/2014/main" id="{71BED3C1-FD65-4EF0-AB6D-437A1DF4639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5" name="直線コネクタ 64454">
                      <a:extLst>
                        <a:ext uri="{FF2B5EF4-FFF2-40B4-BE49-F238E27FC236}">
                          <a16:creationId xmlns:a16="http://schemas.microsoft.com/office/drawing/2014/main" id="{7F2FD544-CEC9-432B-A746-06ECF0C03F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6" name="直線コネクタ 64455">
                      <a:extLst>
                        <a:ext uri="{FF2B5EF4-FFF2-40B4-BE49-F238E27FC236}">
                          <a16:creationId xmlns:a16="http://schemas.microsoft.com/office/drawing/2014/main" id="{BEAA70DA-A6DD-4788-9190-BEAC41839D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7" name="直線コネクタ 64456">
                      <a:extLst>
                        <a:ext uri="{FF2B5EF4-FFF2-40B4-BE49-F238E27FC236}">
                          <a16:creationId xmlns:a16="http://schemas.microsoft.com/office/drawing/2014/main" id="{6D0DF60B-877E-4794-8992-0AF955CD21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8" name="直線コネクタ 64457">
                      <a:extLst>
                        <a:ext uri="{FF2B5EF4-FFF2-40B4-BE49-F238E27FC236}">
                          <a16:creationId xmlns:a16="http://schemas.microsoft.com/office/drawing/2014/main" id="{7B779228-98FC-4D58-BD68-7080E6965A2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59" name="直線コネクタ 64458">
                      <a:extLst>
                        <a:ext uri="{FF2B5EF4-FFF2-40B4-BE49-F238E27FC236}">
                          <a16:creationId xmlns:a16="http://schemas.microsoft.com/office/drawing/2014/main" id="{B7543403-DF1E-4C26-B083-9F2E441B41A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460" name="直線コネクタ 64459">
                      <a:extLst>
                        <a:ext uri="{FF2B5EF4-FFF2-40B4-BE49-F238E27FC236}">
                          <a16:creationId xmlns:a16="http://schemas.microsoft.com/office/drawing/2014/main" id="{AF503041-A112-4170-85FE-E8AA233F0F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4177" name="グループ化 64176">
                  <a:extLst>
                    <a:ext uri="{FF2B5EF4-FFF2-40B4-BE49-F238E27FC236}">
                      <a16:creationId xmlns:a16="http://schemas.microsoft.com/office/drawing/2014/main" id="{87FBE4D3-1B71-4B01-88DC-DA629ACF6EF5}"/>
                    </a:ext>
                  </a:extLst>
                </p:cNvPr>
                <p:cNvGrpSpPr/>
                <p:nvPr/>
              </p:nvGrpSpPr>
              <p:grpSpPr>
                <a:xfrm rot="16200000">
                  <a:off x="1349846" y="404918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367" name="直線コネクタ 64366">
                    <a:extLst>
                      <a:ext uri="{FF2B5EF4-FFF2-40B4-BE49-F238E27FC236}">
                        <a16:creationId xmlns:a16="http://schemas.microsoft.com/office/drawing/2014/main" id="{DAEB2F75-51D3-45F1-8CA8-D7760611B4C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8" name="直線コネクタ 64367">
                    <a:extLst>
                      <a:ext uri="{FF2B5EF4-FFF2-40B4-BE49-F238E27FC236}">
                        <a16:creationId xmlns:a16="http://schemas.microsoft.com/office/drawing/2014/main" id="{DB4B997A-E6AD-49C8-B9C2-56024A5D9B4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9" name="直線コネクタ 64368">
                    <a:extLst>
                      <a:ext uri="{FF2B5EF4-FFF2-40B4-BE49-F238E27FC236}">
                        <a16:creationId xmlns:a16="http://schemas.microsoft.com/office/drawing/2014/main" id="{5BE496D0-4554-4836-B705-5AE04486975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0" name="直線コネクタ 64369">
                    <a:extLst>
                      <a:ext uri="{FF2B5EF4-FFF2-40B4-BE49-F238E27FC236}">
                        <a16:creationId xmlns:a16="http://schemas.microsoft.com/office/drawing/2014/main" id="{6A0777AE-9AF7-434C-B91D-91D8DF61C52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1" name="直線コネクタ 64370">
                    <a:extLst>
                      <a:ext uri="{FF2B5EF4-FFF2-40B4-BE49-F238E27FC236}">
                        <a16:creationId xmlns:a16="http://schemas.microsoft.com/office/drawing/2014/main" id="{97C75753-C269-4647-B515-E2309EDA831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2" name="直線コネクタ 64371">
                    <a:extLst>
                      <a:ext uri="{FF2B5EF4-FFF2-40B4-BE49-F238E27FC236}">
                        <a16:creationId xmlns:a16="http://schemas.microsoft.com/office/drawing/2014/main" id="{E54FEB86-8403-48FA-AC29-195521A0EF9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3" name="直線コネクタ 64372">
                    <a:extLst>
                      <a:ext uri="{FF2B5EF4-FFF2-40B4-BE49-F238E27FC236}">
                        <a16:creationId xmlns:a16="http://schemas.microsoft.com/office/drawing/2014/main" id="{5F89124A-8E15-462D-903A-F8BD8BA519D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4" name="直線コネクタ 64373">
                    <a:extLst>
                      <a:ext uri="{FF2B5EF4-FFF2-40B4-BE49-F238E27FC236}">
                        <a16:creationId xmlns:a16="http://schemas.microsoft.com/office/drawing/2014/main" id="{8FE7A386-211B-4508-924A-4F1D8E0A742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5" name="直線コネクタ 64374">
                    <a:extLst>
                      <a:ext uri="{FF2B5EF4-FFF2-40B4-BE49-F238E27FC236}">
                        <a16:creationId xmlns:a16="http://schemas.microsoft.com/office/drawing/2014/main" id="{7D5236C1-23EC-4F14-8AF6-9CEE0DDABE9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6" name="直線コネクタ 64375">
                    <a:extLst>
                      <a:ext uri="{FF2B5EF4-FFF2-40B4-BE49-F238E27FC236}">
                        <a16:creationId xmlns:a16="http://schemas.microsoft.com/office/drawing/2014/main" id="{7B8E024C-F0A3-4BEC-80EC-E9A27C5ED47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7" name="直線コネクタ 64376">
                    <a:extLst>
                      <a:ext uri="{FF2B5EF4-FFF2-40B4-BE49-F238E27FC236}">
                        <a16:creationId xmlns:a16="http://schemas.microsoft.com/office/drawing/2014/main" id="{201F59CD-F2BD-4917-AEE3-0D3D8B76E17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8" name="直線コネクタ 64377">
                    <a:extLst>
                      <a:ext uri="{FF2B5EF4-FFF2-40B4-BE49-F238E27FC236}">
                        <a16:creationId xmlns:a16="http://schemas.microsoft.com/office/drawing/2014/main" id="{5D5B5AA5-6A0C-4D2C-82CC-09A93FA22E5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79" name="直線コネクタ 64378">
                    <a:extLst>
                      <a:ext uri="{FF2B5EF4-FFF2-40B4-BE49-F238E27FC236}">
                        <a16:creationId xmlns:a16="http://schemas.microsoft.com/office/drawing/2014/main" id="{F129B124-BC3D-493A-B5A3-386EC45A9F2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0" name="直線コネクタ 64379">
                    <a:extLst>
                      <a:ext uri="{FF2B5EF4-FFF2-40B4-BE49-F238E27FC236}">
                        <a16:creationId xmlns:a16="http://schemas.microsoft.com/office/drawing/2014/main" id="{46C8A7BD-FF65-45D1-A1C1-790F814B914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1" name="直線コネクタ 64380">
                    <a:extLst>
                      <a:ext uri="{FF2B5EF4-FFF2-40B4-BE49-F238E27FC236}">
                        <a16:creationId xmlns:a16="http://schemas.microsoft.com/office/drawing/2014/main" id="{5051DD27-3235-4C77-8E97-AE392FF9994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2" name="直線コネクタ 64381">
                    <a:extLst>
                      <a:ext uri="{FF2B5EF4-FFF2-40B4-BE49-F238E27FC236}">
                        <a16:creationId xmlns:a16="http://schemas.microsoft.com/office/drawing/2014/main" id="{5AB85D52-85B0-4C33-A231-3356296DDBD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3" name="直線コネクタ 64382">
                    <a:extLst>
                      <a:ext uri="{FF2B5EF4-FFF2-40B4-BE49-F238E27FC236}">
                        <a16:creationId xmlns:a16="http://schemas.microsoft.com/office/drawing/2014/main" id="{000FA4CF-B830-422A-817A-C5264FE0B19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4" name="直線コネクタ 64383">
                    <a:extLst>
                      <a:ext uri="{FF2B5EF4-FFF2-40B4-BE49-F238E27FC236}">
                        <a16:creationId xmlns:a16="http://schemas.microsoft.com/office/drawing/2014/main" id="{76B175A3-6788-4A85-B2B3-DAD1166B7D5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5" name="直線コネクタ 64384">
                    <a:extLst>
                      <a:ext uri="{FF2B5EF4-FFF2-40B4-BE49-F238E27FC236}">
                        <a16:creationId xmlns:a16="http://schemas.microsoft.com/office/drawing/2014/main" id="{C3ECAD1A-DE2E-4AD7-ADEF-6849EB66A54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6" name="直線コネクタ 64385">
                    <a:extLst>
                      <a:ext uri="{FF2B5EF4-FFF2-40B4-BE49-F238E27FC236}">
                        <a16:creationId xmlns:a16="http://schemas.microsoft.com/office/drawing/2014/main" id="{2F27739F-339A-44E5-AE9E-963DA05E47E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7" name="直線コネクタ 64386">
                    <a:extLst>
                      <a:ext uri="{FF2B5EF4-FFF2-40B4-BE49-F238E27FC236}">
                        <a16:creationId xmlns:a16="http://schemas.microsoft.com/office/drawing/2014/main" id="{B7A4F73B-E03A-4937-B26A-667B6405063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8" name="直線コネクタ 64387">
                    <a:extLst>
                      <a:ext uri="{FF2B5EF4-FFF2-40B4-BE49-F238E27FC236}">
                        <a16:creationId xmlns:a16="http://schemas.microsoft.com/office/drawing/2014/main" id="{C8522E79-90CE-46E2-9A3A-A89354A2F80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89" name="直線コネクタ 64388">
                    <a:extLst>
                      <a:ext uri="{FF2B5EF4-FFF2-40B4-BE49-F238E27FC236}">
                        <a16:creationId xmlns:a16="http://schemas.microsoft.com/office/drawing/2014/main" id="{5EA2E9DD-9A4F-4CED-8483-841388ECDC0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0" name="直線コネクタ 64389">
                    <a:extLst>
                      <a:ext uri="{FF2B5EF4-FFF2-40B4-BE49-F238E27FC236}">
                        <a16:creationId xmlns:a16="http://schemas.microsoft.com/office/drawing/2014/main" id="{6FFB3788-CCC8-4A6A-879D-E2F2E98B9A2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1" name="直線コネクタ 64390">
                    <a:extLst>
                      <a:ext uri="{FF2B5EF4-FFF2-40B4-BE49-F238E27FC236}">
                        <a16:creationId xmlns:a16="http://schemas.microsoft.com/office/drawing/2014/main" id="{E40BBE7A-BAF0-42FB-BEF7-8AD04FC83A8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2" name="直線コネクタ 64391">
                    <a:extLst>
                      <a:ext uri="{FF2B5EF4-FFF2-40B4-BE49-F238E27FC236}">
                        <a16:creationId xmlns:a16="http://schemas.microsoft.com/office/drawing/2014/main" id="{00E53F1A-659D-43BF-B7C3-9D292A9E7E5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3" name="直線コネクタ 64392">
                    <a:extLst>
                      <a:ext uri="{FF2B5EF4-FFF2-40B4-BE49-F238E27FC236}">
                        <a16:creationId xmlns:a16="http://schemas.microsoft.com/office/drawing/2014/main" id="{5CF43918-3AE7-4978-A563-0B450933C4E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4" name="直線コネクタ 64393">
                    <a:extLst>
                      <a:ext uri="{FF2B5EF4-FFF2-40B4-BE49-F238E27FC236}">
                        <a16:creationId xmlns:a16="http://schemas.microsoft.com/office/drawing/2014/main" id="{E4982C37-A790-4DA7-8C03-FA83946DD02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5" name="直線コネクタ 64394">
                    <a:extLst>
                      <a:ext uri="{FF2B5EF4-FFF2-40B4-BE49-F238E27FC236}">
                        <a16:creationId xmlns:a16="http://schemas.microsoft.com/office/drawing/2014/main" id="{42EB6C5F-A84E-4577-9331-0647A9D5E8B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6" name="直線コネクタ 64395">
                    <a:extLst>
                      <a:ext uri="{FF2B5EF4-FFF2-40B4-BE49-F238E27FC236}">
                        <a16:creationId xmlns:a16="http://schemas.microsoft.com/office/drawing/2014/main" id="{6F856CFD-4EF2-438E-8D19-850072E16B0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7" name="直線コネクタ 64396">
                    <a:extLst>
                      <a:ext uri="{FF2B5EF4-FFF2-40B4-BE49-F238E27FC236}">
                        <a16:creationId xmlns:a16="http://schemas.microsoft.com/office/drawing/2014/main" id="{C69FDFB0-0693-4099-8BE3-816176EB651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8" name="直線コネクタ 64397">
                    <a:extLst>
                      <a:ext uri="{FF2B5EF4-FFF2-40B4-BE49-F238E27FC236}">
                        <a16:creationId xmlns:a16="http://schemas.microsoft.com/office/drawing/2014/main" id="{A1781D44-034D-4D85-B96A-B20B9790486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99" name="直線コネクタ 64398">
                    <a:extLst>
                      <a:ext uri="{FF2B5EF4-FFF2-40B4-BE49-F238E27FC236}">
                        <a16:creationId xmlns:a16="http://schemas.microsoft.com/office/drawing/2014/main" id="{83E7ED15-E6E0-4D91-8D2E-10D91C72CFE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0" name="直線コネクタ 64399">
                    <a:extLst>
                      <a:ext uri="{FF2B5EF4-FFF2-40B4-BE49-F238E27FC236}">
                        <a16:creationId xmlns:a16="http://schemas.microsoft.com/office/drawing/2014/main" id="{FDDEDBF2-F09E-40BC-AFFA-8A6A6DE041B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1" name="直線コネクタ 64400">
                    <a:extLst>
                      <a:ext uri="{FF2B5EF4-FFF2-40B4-BE49-F238E27FC236}">
                        <a16:creationId xmlns:a16="http://schemas.microsoft.com/office/drawing/2014/main" id="{56BCED06-59B5-4AA4-8DCE-D7C0CD4DC14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2" name="直線コネクタ 64401">
                    <a:extLst>
                      <a:ext uri="{FF2B5EF4-FFF2-40B4-BE49-F238E27FC236}">
                        <a16:creationId xmlns:a16="http://schemas.microsoft.com/office/drawing/2014/main" id="{D627471C-E22A-4272-BC54-623425EF237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3" name="直線コネクタ 64402">
                    <a:extLst>
                      <a:ext uri="{FF2B5EF4-FFF2-40B4-BE49-F238E27FC236}">
                        <a16:creationId xmlns:a16="http://schemas.microsoft.com/office/drawing/2014/main" id="{C1A43850-98C3-4630-AF7A-D17BE2AB892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4" name="直線コネクタ 64403">
                    <a:extLst>
                      <a:ext uri="{FF2B5EF4-FFF2-40B4-BE49-F238E27FC236}">
                        <a16:creationId xmlns:a16="http://schemas.microsoft.com/office/drawing/2014/main" id="{5C4A9613-7DB1-4368-8E28-E01433A0BF2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5" name="直線コネクタ 64404">
                    <a:extLst>
                      <a:ext uri="{FF2B5EF4-FFF2-40B4-BE49-F238E27FC236}">
                        <a16:creationId xmlns:a16="http://schemas.microsoft.com/office/drawing/2014/main" id="{37336638-614D-4B3A-8974-1934FDE5006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6" name="直線コネクタ 64405">
                    <a:extLst>
                      <a:ext uri="{FF2B5EF4-FFF2-40B4-BE49-F238E27FC236}">
                        <a16:creationId xmlns:a16="http://schemas.microsoft.com/office/drawing/2014/main" id="{610240FB-3CF4-4D55-B21D-ABDDC0EE0CF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7" name="直線コネクタ 64406">
                    <a:extLst>
                      <a:ext uri="{FF2B5EF4-FFF2-40B4-BE49-F238E27FC236}">
                        <a16:creationId xmlns:a16="http://schemas.microsoft.com/office/drawing/2014/main" id="{087BCDD5-D725-4400-8CA4-CEDDB145DC8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8" name="直線コネクタ 64407">
                    <a:extLst>
                      <a:ext uri="{FF2B5EF4-FFF2-40B4-BE49-F238E27FC236}">
                        <a16:creationId xmlns:a16="http://schemas.microsoft.com/office/drawing/2014/main" id="{2D763965-57CB-4CBE-810D-694E80BC89F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09" name="直線コネクタ 64408">
                    <a:extLst>
                      <a:ext uri="{FF2B5EF4-FFF2-40B4-BE49-F238E27FC236}">
                        <a16:creationId xmlns:a16="http://schemas.microsoft.com/office/drawing/2014/main" id="{4A79CE30-6380-4017-953D-146109DAC10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10" name="直線コネクタ 64409">
                    <a:extLst>
                      <a:ext uri="{FF2B5EF4-FFF2-40B4-BE49-F238E27FC236}">
                        <a16:creationId xmlns:a16="http://schemas.microsoft.com/office/drawing/2014/main" id="{E25B90BB-A54D-4B87-8703-CB13C138C95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11" name="直線コネクタ 64410">
                    <a:extLst>
                      <a:ext uri="{FF2B5EF4-FFF2-40B4-BE49-F238E27FC236}">
                        <a16:creationId xmlns:a16="http://schemas.microsoft.com/office/drawing/2014/main" id="{40A17AB1-D82E-4E98-BE10-51B2E20C6C7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12" name="直線コネクタ 64411">
                    <a:extLst>
                      <a:ext uri="{FF2B5EF4-FFF2-40B4-BE49-F238E27FC236}">
                        <a16:creationId xmlns:a16="http://schemas.microsoft.com/office/drawing/2014/main" id="{043E6FCC-5DC2-45E4-AC41-F9540E41DEC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178" name="グループ化 64177">
                  <a:extLst>
                    <a:ext uri="{FF2B5EF4-FFF2-40B4-BE49-F238E27FC236}">
                      <a16:creationId xmlns:a16="http://schemas.microsoft.com/office/drawing/2014/main" id="{279583D8-B725-4556-9367-EE63E19A5E21}"/>
                    </a:ext>
                  </a:extLst>
                </p:cNvPr>
                <p:cNvGrpSpPr/>
                <p:nvPr/>
              </p:nvGrpSpPr>
              <p:grpSpPr>
                <a:xfrm>
                  <a:off x="1799185" y="1799488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321" name="直線コネクタ 64320">
                    <a:extLst>
                      <a:ext uri="{FF2B5EF4-FFF2-40B4-BE49-F238E27FC236}">
                        <a16:creationId xmlns:a16="http://schemas.microsoft.com/office/drawing/2014/main" id="{03A3B8AD-42FE-4276-B920-ECDA3029C59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2" name="直線コネクタ 64321">
                    <a:extLst>
                      <a:ext uri="{FF2B5EF4-FFF2-40B4-BE49-F238E27FC236}">
                        <a16:creationId xmlns:a16="http://schemas.microsoft.com/office/drawing/2014/main" id="{DC6F76F9-F727-4156-9B80-A6BE4B956DA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3" name="直線コネクタ 64322">
                    <a:extLst>
                      <a:ext uri="{FF2B5EF4-FFF2-40B4-BE49-F238E27FC236}">
                        <a16:creationId xmlns:a16="http://schemas.microsoft.com/office/drawing/2014/main" id="{A61ACDC6-0DE0-4525-BBD0-1ADE7DFE2AD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4" name="直線コネクタ 64323">
                    <a:extLst>
                      <a:ext uri="{FF2B5EF4-FFF2-40B4-BE49-F238E27FC236}">
                        <a16:creationId xmlns:a16="http://schemas.microsoft.com/office/drawing/2014/main" id="{1E71343A-D0EC-45C7-96D9-BCFBCB9F27D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5" name="直線コネクタ 64324">
                    <a:extLst>
                      <a:ext uri="{FF2B5EF4-FFF2-40B4-BE49-F238E27FC236}">
                        <a16:creationId xmlns:a16="http://schemas.microsoft.com/office/drawing/2014/main" id="{DE0C2825-13AC-4E6F-A9F3-A91BA006BCA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6" name="直線コネクタ 64325">
                    <a:extLst>
                      <a:ext uri="{FF2B5EF4-FFF2-40B4-BE49-F238E27FC236}">
                        <a16:creationId xmlns:a16="http://schemas.microsoft.com/office/drawing/2014/main" id="{028D7AE4-B80F-43C5-B0E4-28A4DC5EB97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7" name="直線コネクタ 64326">
                    <a:extLst>
                      <a:ext uri="{FF2B5EF4-FFF2-40B4-BE49-F238E27FC236}">
                        <a16:creationId xmlns:a16="http://schemas.microsoft.com/office/drawing/2014/main" id="{F3ADA6BE-BB67-4D40-9A24-01F27E1B78B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8" name="直線コネクタ 64327">
                    <a:extLst>
                      <a:ext uri="{FF2B5EF4-FFF2-40B4-BE49-F238E27FC236}">
                        <a16:creationId xmlns:a16="http://schemas.microsoft.com/office/drawing/2014/main" id="{B6187210-CFA5-4173-B427-1F5DC391D58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9" name="直線コネクタ 64328">
                    <a:extLst>
                      <a:ext uri="{FF2B5EF4-FFF2-40B4-BE49-F238E27FC236}">
                        <a16:creationId xmlns:a16="http://schemas.microsoft.com/office/drawing/2014/main" id="{052CFF49-0BB3-401D-8373-649931CAA79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0" name="直線コネクタ 64329">
                    <a:extLst>
                      <a:ext uri="{FF2B5EF4-FFF2-40B4-BE49-F238E27FC236}">
                        <a16:creationId xmlns:a16="http://schemas.microsoft.com/office/drawing/2014/main" id="{B69D04A7-73D3-43F9-93BE-9ED66FE61DE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1" name="直線コネクタ 64330">
                    <a:extLst>
                      <a:ext uri="{FF2B5EF4-FFF2-40B4-BE49-F238E27FC236}">
                        <a16:creationId xmlns:a16="http://schemas.microsoft.com/office/drawing/2014/main" id="{46E7DBD4-7A6F-42D5-9341-2CFBD1003B8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2" name="直線コネクタ 64331">
                    <a:extLst>
                      <a:ext uri="{FF2B5EF4-FFF2-40B4-BE49-F238E27FC236}">
                        <a16:creationId xmlns:a16="http://schemas.microsoft.com/office/drawing/2014/main" id="{02F8F323-3288-4889-8072-2764846A52E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3" name="直線コネクタ 64332">
                    <a:extLst>
                      <a:ext uri="{FF2B5EF4-FFF2-40B4-BE49-F238E27FC236}">
                        <a16:creationId xmlns:a16="http://schemas.microsoft.com/office/drawing/2014/main" id="{DCC3CDA6-0481-48A1-9A31-40F785FD379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4" name="直線コネクタ 64333">
                    <a:extLst>
                      <a:ext uri="{FF2B5EF4-FFF2-40B4-BE49-F238E27FC236}">
                        <a16:creationId xmlns:a16="http://schemas.microsoft.com/office/drawing/2014/main" id="{F2D3440D-B317-4CA0-A982-3AFE877E848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5" name="直線コネクタ 64334">
                    <a:extLst>
                      <a:ext uri="{FF2B5EF4-FFF2-40B4-BE49-F238E27FC236}">
                        <a16:creationId xmlns:a16="http://schemas.microsoft.com/office/drawing/2014/main" id="{9343E510-76A4-4D6C-9181-22590A1E5B2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6" name="直線コネクタ 64335">
                    <a:extLst>
                      <a:ext uri="{FF2B5EF4-FFF2-40B4-BE49-F238E27FC236}">
                        <a16:creationId xmlns:a16="http://schemas.microsoft.com/office/drawing/2014/main" id="{13EBC069-1475-4975-8866-2453997DDF7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7" name="直線コネクタ 64336">
                    <a:extLst>
                      <a:ext uri="{FF2B5EF4-FFF2-40B4-BE49-F238E27FC236}">
                        <a16:creationId xmlns:a16="http://schemas.microsoft.com/office/drawing/2014/main" id="{7D11884C-1524-4D4A-9CCB-B25FE990D5A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8" name="直線コネクタ 64337">
                    <a:extLst>
                      <a:ext uri="{FF2B5EF4-FFF2-40B4-BE49-F238E27FC236}">
                        <a16:creationId xmlns:a16="http://schemas.microsoft.com/office/drawing/2014/main" id="{FF697461-2404-42ED-A19A-06578745ECA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39" name="直線コネクタ 64338">
                    <a:extLst>
                      <a:ext uri="{FF2B5EF4-FFF2-40B4-BE49-F238E27FC236}">
                        <a16:creationId xmlns:a16="http://schemas.microsoft.com/office/drawing/2014/main" id="{437B36D5-042E-4C57-8D00-3EBAFC3CE20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0" name="直線コネクタ 64339">
                    <a:extLst>
                      <a:ext uri="{FF2B5EF4-FFF2-40B4-BE49-F238E27FC236}">
                        <a16:creationId xmlns:a16="http://schemas.microsoft.com/office/drawing/2014/main" id="{BC7115DC-0669-4366-93D9-1D29CEDD9AC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1" name="直線コネクタ 64340">
                    <a:extLst>
                      <a:ext uri="{FF2B5EF4-FFF2-40B4-BE49-F238E27FC236}">
                        <a16:creationId xmlns:a16="http://schemas.microsoft.com/office/drawing/2014/main" id="{CF971E09-6756-4282-BFCF-E402767CDAD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2" name="直線コネクタ 64341">
                    <a:extLst>
                      <a:ext uri="{FF2B5EF4-FFF2-40B4-BE49-F238E27FC236}">
                        <a16:creationId xmlns:a16="http://schemas.microsoft.com/office/drawing/2014/main" id="{FD69A8CB-E7E4-4561-9BA5-D4A986DE58A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3" name="直線コネクタ 64342">
                    <a:extLst>
                      <a:ext uri="{FF2B5EF4-FFF2-40B4-BE49-F238E27FC236}">
                        <a16:creationId xmlns:a16="http://schemas.microsoft.com/office/drawing/2014/main" id="{7503C9C9-0F56-4886-856A-F2C20F13AFD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4" name="直線コネクタ 64343">
                    <a:extLst>
                      <a:ext uri="{FF2B5EF4-FFF2-40B4-BE49-F238E27FC236}">
                        <a16:creationId xmlns:a16="http://schemas.microsoft.com/office/drawing/2014/main" id="{37125D09-2A90-47BD-BDD2-E51E9829E8B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5" name="直線コネクタ 64344">
                    <a:extLst>
                      <a:ext uri="{FF2B5EF4-FFF2-40B4-BE49-F238E27FC236}">
                        <a16:creationId xmlns:a16="http://schemas.microsoft.com/office/drawing/2014/main" id="{19E5E433-77F0-46F6-8F67-5761F4C2189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6" name="直線コネクタ 64345">
                    <a:extLst>
                      <a:ext uri="{FF2B5EF4-FFF2-40B4-BE49-F238E27FC236}">
                        <a16:creationId xmlns:a16="http://schemas.microsoft.com/office/drawing/2014/main" id="{072EE1DE-E68C-4CB8-B86B-2636A50E09A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7" name="直線コネクタ 64346">
                    <a:extLst>
                      <a:ext uri="{FF2B5EF4-FFF2-40B4-BE49-F238E27FC236}">
                        <a16:creationId xmlns:a16="http://schemas.microsoft.com/office/drawing/2014/main" id="{455A9CE6-615E-46F3-80A0-6D8630E8705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8" name="直線コネクタ 64347">
                    <a:extLst>
                      <a:ext uri="{FF2B5EF4-FFF2-40B4-BE49-F238E27FC236}">
                        <a16:creationId xmlns:a16="http://schemas.microsoft.com/office/drawing/2014/main" id="{EB73CB6D-55FA-46E2-AD20-D21683FCBF5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49" name="直線コネクタ 64348">
                    <a:extLst>
                      <a:ext uri="{FF2B5EF4-FFF2-40B4-BE49-F238E27FC236}">
                        <a16:creationId xmlns:a16="http://schemas.microsoft.com/office/drawing/2014/main" id="{7A2A0E37-13F0-4071-A31E-300C3DA6CCE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0" name="直線コネクタ 64349">
                    <a:extLst>
                      <a:ext uri="{FF2B5EF4-FFF2-40B4-BE49-F238E27FC236}">
                        <a16:creationId xmlns:a16="http://schemas.microsoft.com/office/drawing/2014/main" id="{39DB1A4C-D571-40C1-AECC-BE0231BA32A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1" name="直線コネクタ 64350">
                    <a:extLst>
                      <a:ext uri="{FF2B5EF4-FFF2-40B4-BE49-F238E27FC236}">
                        <a16:creationId xmlns:a16="http://schemas.microsoft.com/office/drawing/2014/main" id="{5FA0B4A5-2511-4C1F-83AC-D6C5B2F58E6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2" name="直線コネクタ 64351">
                    <a:extLst>
                      <a:ext uri="{FF2B5EF4-FFF2-40B4-BE49-F238E27FC236}">
                        <a16:creationId xmlns:a16="http://schemas.microsoft.com/office/drawing/2014/main" id="{3816C8E3-5B5E-430B-AB1C-0A9B202AB0E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3" name="直線コネクタ 64352">
                    <a:extLst>
                      <a:ext uri="{FF2B5EF4-FFF2-40B4-BE49-F238E27FC236}">
                        <a16:creationId xmlns:a16="http://schemas.microsoft.com/office/drawing/2014/main" id="{628236DF-965E-4405-9769-D309A3965BE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4" name="直線コネクタ 64353">
                    <a:extLst>
                      <a:ext uri="{FF2B5EF4-FFF2-40B4-BE49-F238E27FC236}">
                        <a16:creationId xmlns:a16="http://schemas.microsoft.com/office/drawing/2014/main" id="{451AB30F-D1E7-42E2-A13A-EDB57C66431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5" name="直線コネクタ 64354">
                    <a:extLst>
                      <a:ext uri="{FF2B5EF4-FFF2-40B4-BE49-F238E27FC236}">
                        <a16:creationId xmlns:a16="http://schemas.microsoft.com/office/drawing/2014/main" id="{06B51500-F51D-4252-B97C-3B5FEFEA43A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6" name="直線コネクタ 64355">
                    <a:extLst>
                      <a:ext uri="{FF2B5EF4-FFF2-40B4-BE49-F238E27FC236}">
                        <a16:creationId xmlns:a16="http://schemas.microsoft.com/office/drawing/2014/main" id="{ED5799F9-B648-4CFB-B03F-7422B569EE9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7" name="直線コネクタ 64356">
                    <a:extLst>
                      <a:ext uri="{FF2B5EF4-FFF2-40B4-BE49-F238E27FC236}">
                        <a16:creationId xmlns:a16="http://schemas.microsoft.com/office/drawing/2014/main" id="{CA1B3D26-40FC-4F77-985E-630270CC19E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8" name="直線コネクタ 64357">
                    <a:extLst>
                      <a:ext uri="{FF2B5EF4-FFF2-40B4-BE49-F238E27FC236}">
                        <a16:creationId xmlns:a16="http://schemas.microsoft.com/office/drawing/2014/main" id="{1A2EDAB1-6445-4447-AE7E-1A754FA2624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59" name="直線コネクタ 64358">
                    <a:extLst>
                      <a:ext uri="{FF2B5EF4-FFF2-40B4-BE49-F238E27FC236}">
                        <a16:creationId xmlns:a16="http://schemas.microsoft.com/office/drawing/2014/main" id="{CE22064E-BE97-4D56-9062-A96C654E490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0" name="直線コネクタ 64359">
                    <a:extLst>
                      <a:ext uri="{FF2B5EF4-FFF2-40B4-BE49-F238E27FC236}">
                        <a16:creationId xmlns:a16="http://schemas.microsoft.com/office/drawing/2014/main" id="{5AE86BDD-3B54-443C-8272-FAF399893E6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1" name="直線コネクタ 64360">
                    <a:extLst>
                      <a:ext uri="{FF2B5EF4-FFF2-40B4-BE49-F238E27FC236}">
                        <a16:creationId xmlns:a16="http://schemas.microsoft.com/office/drawing/2014/main" id="{382E70A1-77CC-44DD-BB54-73D79BF1C83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2" name="直線コネクタ 64361">
                    <a:extLst>
                      <a:ext uri="{FF2B5EF4-FFF2-40B4-BE49-F238E27FC236}">
                        <a16:creationId xmlns:a16="http://schemas.microsoft.com/office/drawing/2014/main" id="{EF57FC65-373B-472E-AFEC-E8DC4C940B9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3" name="直線コネクタ 64362">
                    <a:extLst>
                      <a:ext uri="{FF2B5EF4-FFF2-40B4-BE49-F238E27FC236}">
                        <a16:creationId xmlns:a16="http://schemas.microsoft.com/office/drawing/2014/main" id="{6971CA31-A439-437A-8ECB-DAE6A6BA289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4" name="直線コネクタ 64363">
                    <a:extLst>
                      <a:ext uri="{FF2B5EF4-FFF2-40B4-BE49-F238E27FC236}">
                        <a16:creationId xmlns:a16="http://schemas.microsoft.com/office/drawing/2014/main" id="{ADC3309D-AFF5-4A25-848A-5940CAFAF24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5" name="直線コネクタ 64364">
                    <a:extLst>
                      <a:ext uri="{FF2B5EF4-FFF2-40B4-BE49-F238E27FC236}">
                        <a16:creationId xmlns:a16="http://schemas.microsoft.com/office/drawing/2014/main" id="{853F8EB5-EFBE-408C-AFE9-AFB9136FF13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66" name="直線コネクタ 64365">
                    <a:extLst>
                      <a:ext uri="{FF2B5EF4-FFF2-40B4-BE49-F238E27FC236}">
                        <a16:creationId xmlns:a16="http://schemas.microsoft.com/office/drawing/2014/main" id="{1DF1C057-15F4-4A5D-B1DB-8AB46ED92C8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179" name="グループ化 64178">
                  <a:extLst>
                    <a:ext uri="{FF2B5EF4-FFF2-40B4-BE49-F238E27FC236}">
                      <a16:creationId xmlns:a16="http://schemas.microsoft.com/office/drawing/2014/main" id="{D98B48E0-CD35-4635-837A-4C561D94BB95}"/>
                    </a:ext>
                  </a:extLst>
                </p:cNvPr>
                <p:cNvGrpSpPr/>
                <p:nvPr/>
              </p:nvGrpSpPr>
              <p:grpSpPr>
                <a:xfrm rot="10800000" flipV="1">
                  <a:off x="3599185" y="180020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275" name="直線コネクタ 64274">
                    <a:extLst>
                      <a:ext uri="{FF2B5EF4-FFF2-40B4-BE49-F238E27FC236}">
                        <a16:creationId xmlns:a16="http://schemas.microsoft.com/office/drawing/2014/main" id="{5390B354-6211-4955-A207-0C3C4149997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76" name="直線コネクタ 64275">
                    <a:extLst>
                      <a:ext uri="{FF2B5EF4-FFF2-40B4-BE49-F238E27FC236}">
                        <a16:creationId xmlns:a16="http://schemas.microsoft.com/office/drawing/2014/main" id="{7AE28642-1180-4F3B-BD0D-618DE0E1C88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77" name="直線コネクタ 64276">
                    <a:extLst>
                      <a:ext uri="{FF2B5EF4-FFF2-40B4-BE49-F238E27FC236}">
                        <a16:creationId xmlns:a16="http://schemas.microsoft.com/office/drawing/2014/main" id="{95ADFAAB-441C-43E2-89CE-DCC1E03DED3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78" name="直線コネクタ 64277">
                    <a:extLst>
                      <a:ext uri="{FF2B5EF4-FFF2-40B4-BE49-F238E27FC236}">
                        <a16:creationId xmlns:a16="http://schemas.microsoft.com/office/drawing/2014/main" id="{E1EF759F-4DA3-46E3-B788-23EAA32FA13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79" name="直線コネクタ 64278">
                    <a:extLst>
                      <a:ext uri="{FF2B5EF4-FFF2-40B4-BE49-F238E27FC236}">
                        <a16:creationId xmlns:a16="http://schemas.microsoft.com/office/drawing/2014/main" id="{30AB9696-E644-4267-8B28-88BF6CB6E70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0" name="直線コネクタ 64279">
                    <a:extLst>
                      <a:ext uri="{FF2B5EF4-FFF2-40B4-BE49-F238E27FC236}">
                        <a16:creationId xmlns:a16="http://schemas.microsoft.com/office/drawing/2014/main" id="{06213357-D3E7-492B-A9E7-ADEFA87F62F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1" name="直線コネクタ 64280">
                    <a:extLst>
                      <a:ext uri="{FF2B5EF4-FFF2-40B4-BE49-F238E27FC236}">
                        <a16:creationId xmlns:a16="http://schemas.microsoft.com/office/drawing/2014/main" id="{EC897C8E-471E-4921-AC3D-518924C0891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2" name="直線コネクタ 64281">
                    <a:extLst>
                      <a:ext uri="{FF2B5EF4-FFF2-40B4-BE49-F238E27FC236}">
                        <a16:creationId xmlns:a16="http://schemas.microsoft.com/office/drawing/2014/main" id="{D6971770-A60C-47C3-A96A-34DBC59E088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3" name="直線コネクタ 64282">
                    <a:extLst>
                      <a:ext uri="{FF2B5EF4-FFF2-40B4-BE49-F238E27FC236}">
                        <a16:creationId xmlns:a16="http://schemas.microsoft.com/office/drawing/2014/main" id="{DA8C71F4-77EF-49D8-813E-15983CFCF5E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4" name="直線コネクタ 64283">
                    <a:extLst>
                      <a:ext uri="{FF2B5EF4-FFF2-40B4-BE49-F238E27FC236}">
                        <a16:creationId xmlns:a16="http://schemas.microsoft.com/office/drawing/2014/main" id="{E4738653-C999-4F14-BC45-D464E1540B0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5" name="直線コネクタ 64284">
                    <a:extLst>
                      <a:ext uri="{FF2B5EF4-FFF2-40B4-BE49-F238E27FC236}">
                        <a16:creationId xmlns:a16="http://schemas.microsoft.com/office/drawing/2014/main" id="{18728B4F-E5AA-40C8-8AB2-B6A5185592C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6" name="直線コネクタ 64285">
                    <a:extLst>
                      <a:ext uri="{FF2B5EF4-FFF2-40B4-BE49-F238E27FC236}">
                        <a16:creationId xmlns:a16="http://schemas.microsoft.com/office/drawing/2014/main" id="{A3904604-F642-4917-A8FA-761B20F0489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7" name="直線コネクタ 64286">
                    <a:extLst>
                      <a:ext uri="{FF2B5EF4-FFF2-40B4-BE49-F238E27FC236}">
                        <a16:creationId xmlns:a16="http://schemas.microsoft.com/office/drawing/2014/main" id="{231BF7FD-300B-477E-8684-CEA8C2DD562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8" name="直線コネクタ 64287">
                    <a:extLst>
                      <a:ext uri="{FF2B5EF4-FFF2-40B4-BE49-F238E27FC236}">
                        <a16:creationId xmlns:a16="http://schemas.microsoft.com/office/drawing/2014/main" id="{517666A1-7B4C-4122-A509-B3CD12CC074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89" name="直線コネクタ 64288">
                    <a:extLst>
                      <a:ext uri="{FF2B5EF4-FFF2-40B4-BE49-F238E27FC236}">
                        <a16:creationId xmlns:a16="http://schemas.microsoft.com/office/drawing/2014/main" id="{11F3B56D-F470-4D1C-9404-C4372FE3B26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0" name="直線コネクタ 64289">
                    <a:extLst>
                      <a:ext uri="{FF2B5EF4-FFF2-40B4-BE49-F238E27FC236}">
                        <a16:creationId xmlns:a16="http://schemas.microsoft.com/office/drawing/2014/main" id="{41F88A36-8F84-4208-8802-D4130AD207A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1" name="直線コネクタ 64290">
                    <a:extLst>
                      <a:ext uri="{FF2B5EF4-FFF2-40B4-BE49-F238E27FC236}">
                        <a16:creationId xmlns:a16="http://schemas.microsoft.com/office/drawing/2014/main" id="{93BC6F9E-0F1F-41E4-95A7-F6DBC878752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2" name="直線コネクタ 64291">
                    <a:extLst>
                      <a:ext uri="{FF2B5EF4-FFF2-40B4-BE49-F238E27FC236}">
                        <a16:creationId xmlns:a16="http://schemas.microsoft.com/office/drawing/2014/main" id="{7BC36DBB-DA46-46E4-884D-6CA924E8913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3" name="直線コネクタ 64292">
                    <a:extLst>
                      <a:ext uri="{FF2B5EF4-FFF2-40B4-BE49-F238E27FC236}">
                        <a16:creationId xmlns:a16="http://schemas.microsoft.com/office/drawing/2014/main" id="{7D0DAFB4-FBF7-499C-9D11-AD64C3DC348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4" name="直線コネクタ 64293">
                    <a:extLst>
                      <a:ext uri="{FF2B5EF4-FFF2-40B4-BE49-F238E27FC236}">
                        <a16:creationId xmlns:a16="http://schemas.microsoft.com/office/drawing/2014/main" id="{34C9E438-5CA5-4D8A-8202-287BD14B67B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5" name="直線コネクタ 64294">
                    <a:extLst>
                      <a:ext uri="{FF2B5EF4-FFF2-40B4-BE49-F238E27FC236}">
                        <a16:creationId xmlns:a16="http://schemas.microsoft.com/office/drawing/2014/main" id="{7F52C421-6864-422C-B11E-AA39B69AD9E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6" name="直線コネクタ 64295">
                    <a:extLst>
                      <a:ext uri="{FF2B5EF4-FFF2-40B4-BE49-F238E27FC236}">
                        <a16:creationId xmlns:a16="http://schemas.microsoft.com/office/drawing/2014/main" id="{206008DF-7BA8-4368-9DEB-7649F15A37C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7" name="直線コネクタ 64296">
                    <a:extLst>
                      <a:ext uri="{FF2B5EF4-FFF2-40B4-BE49-F238E27FC236}">
                        <a16:creationId xmlns:a16="http://schemas.microsoft.com/office/drawing/2014/main" id="{D536ACAB-21C5-420E-ACAE-A849DD2C16A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8" name="直線コネクタ 64297">
                    <a:extLst>
                      <a:ext uri="{FF2B5EF4-FFF2-40B4-BE49-F238E27FC236}">
                        <a16:creationId xmlns:a16="http://schemas.microsoft.com/office/drawing/2014/main" id="{BA74C423-66D6-4AA7-9FF6-26E909703FD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99" name="直線コネクタ 64298">
                    <a:extLst>
                      <a:ext uri="{FF2B5EF4-FFF2-40B4-BE49-F238E27FC236}">
                        <a16:creationId xmlns:a16="http://schemas.microsoft.com/office/drawing/2014/main" id="{244B5E3B-3570-48BF-B7A7-F0C908A1F03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0" name="直線コネクタ 64299">
                    <a:extLst>
                      <a:ext uri="{FF2B5EF4-FFF2-40B4-BE49-F238E27FC236}">
                        <a16:creationId xmlns:a16="http://schemas.microsoft.com/office/drawing/2014/main" id="{95E2BDBB-56EA-41C6-B84F-F67EA8FAF38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1" name="直線コネクタ 64300">
                    <a:extLst>
                      <a:ext uri="{FF2B5EF4-FFF2-40B4-BE49-F238E27FC236}">
                        <a16:creationId xmlns:a16="http://schemas.microsoft.com/office/drawing/2014/main" id="{5225AF7B-D135-41B0-BCE2-07851D88FA1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2" name="直線コネクタ 64301">
                    <a:extLst>
                      <a:ext uri="{FF2B5EF4-FFF2-40B4-BE49-F238E27FC236}">
                        <a16:creationId xmlns:a16="http://schemas.microsoft.com/office/drawing/2014/main" id="{EC6B6CA5-58E3-46F0-AEDD-0E353B92256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3" name="直線コネクタ 64302">
                    <a:extLst>
                      <a:ext uri="{FF2B5EF4-FFF2-40B4-BE49-F238E27FC236}">
                        <a16:creationId xmlns:a16="http://schemas.microsoft.com/office/drawing/2014/main" id="{F9054A06-84DE-4615-ACA8-588C72F378E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4" name="直線コネクタ 64303">
                    <a:extLst>
                      <a:ext uri="{FF2B5EF4-FFF2-40B4-BE49-F238E27FC236}">
                        <a16:creationId xmlns:a16="http://schemas.microsoft.com/office/drawing/2014/main" id="{C1F761D5-C2EB-485C-A438-326631C91E2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5" name="直線コネクタ 64304">
                    <a:extLst>
                      <a:ext uri="{FF2B5EF4-FFF2-40B4-BE49-F238E27FC236}">
                        <a16:creationId xmlns:a16="http://schemas.microsoft.com/office/drawing/2014/main" id="{E3EA675A-9AFE-4230-A0F0-AB82D1A02D3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6" name="直線コネクタ 64305">
                    <a:extLst>
                      <a:ext uri="{FF2B5EF4-FFF2-40B4-BE49-F238E27FC236}">
                        <a16:creationId xmlns:a16="http://schemas.microsoft.com/office/drawing/2014/main" id="{F82B4F25-F5F4-4050-ADAD-0CFC9B5CF8F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7" name="直線コネクタ 64306">
                    <a:extLst>
                      <a:ext uri="{FF2B5EF4-FFF2-40B4-BE49-F238E27FC236}">
                        <a16:creationId xmlns:a16="http://schemas.microsoft.com/office/drawing/2014/main" id="{9F1149D1-D36F-427F-8547-48D9C39B948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8" name="直線コネクタ 64307">
                    <a:extLst>
                      <a:ext uri="{FF2B5EF4-FFF2-40B4-BE49-F238E27FC236}">
                        <a16:creationId xmlns:a16="http://schemas.microsoft.com/office/drawing/2014/main" id="{9CEE597B-6664-4D81-BF71-2BCD095EEEE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09" name="直線コネクタ 64308">
                    <a:extLst>
                      <a:ext uri="{FF2B5EF4-FFF2-40B4-BE49-F238E27FC236}">
                        <a16:creationId xmlns:a16="http://schemas.microsoft.com/office/drawing/2014/main" id="{585CBE4E-1F6F-484B-8230-8C4BA55210B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0" name="直線コネクタ 64309">
                    <a:extLst>
                      <a:ext uri="{FF2B5EF4-FFF2-40B4-BE49-F238E27FC236}">
                        <a16:creationId xmlns:a16="http://schemas.microsoft.com/office/drawing/2014/main" id="{28CC2391-BDA9-4DE9-9D90-F26610CA4DD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1" name="直線コネクタ 64310">
                    <a:extLst>
                      <a:ext uri="{FF2B5EF4-FFF2-40B4-BE49-F238E27FC236}">
                        <a16:creationId xmlns:a16="http://schemas.microsoft.com/office/drawing/2014/main" id="{873138CD-BBA5-47DD-8E6D-8579E803562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2" name="直線コネクタ 64311">
                    <a:extLst>
                      <a:ext uri="{FF2B5EF4-FFF2-40B4-BE49-F238E27FC236}">
                        <a16:creationId xmlns:a16="http://schemas.microsoft.com/office/drawing/2014/main" id="{EE128BA2-39E6-43F6-9797-4AB0BBE1566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3" name="直線コネクタ 64312">
                    <a:extLst>
                      <a:ext uri="{FF2B5EF4-FFF2-40B4-BE49-F238E27FC236}">
                        <a16:creationId xmlns:a16="http://schemas.microsoft.com/office/drawing/2014/main" id="{49832DA8-9460-4EF6-B3F4-FD2D55C55C3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4" name="直線コネクタ 64313">
                    <a:extLst>
                      <a:ext uri="{FF2B5EF4-FFF2-40B4-BE49-F238E27FC236}">
                        <a16:creationId xmlns:a16="http://schemas.microsoft.com/office/drawing/2014/main" id="{68E923D9-FA06-4ED7-A297-70F55DCD074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5" name="直線コネクタ 64314">
                    <a:extLst>
                      <a:ext uri="{FF2B5EF4-FFF2-40B4-BE49-F238E27FC236}">
                        <a16:creationId xmlns:a16="http://schemas.microsoft.com/office/drawing/2014/main" id="{7E8BC551-AD18-4057-BC08-855ABBC9F16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6" name="直線コネクタ 64315">
                    <a:extLst>
                      <a:ext uri="{FF2B5EF4-FFF2-40B4-BE49-F238E27FC236}">
                        <a16:creationId xmlns:a16="http://schemas.microsoft.com/office/drawing/2014/main" id="{E92324D3-8938-44F9-B5DE-2E45135785B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7" name="直線コネクタ 64316">
                    <a:extLst>
                      <a:ext uri="{FF2B5EF4-FFF2-40B4-BE49-F238E27FC236}">
                        <a16:creationId xmlns:a16="http://schemas.microsoft.com/office/drawing/2014/main" id="{8644F6AA-5023-4111-B55B-48BDF2164F7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8" name="直線コネクタ 64317">
                    <a:extLst>
                      <a:ext uri="{FF2B5EF4-FFF2-40B4-BE49-F238E27FC236}">
                        <a16:creationId xmlns:a16="http://schemas.microsoft.com/office/drawing/2014/main" id="{7292A1DF-6658-43E8-A253-D622F101890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19" name="直線コネクタ 64318">
                    <a:extLst>
                      <a:ext uri="{FF2B5EF4-FFF2-40B4-BE49-F238E27FC236}">
                        <a16:creationId xmlns:a16="http://schemas.microsoft.com/office/drawing/2014/main" id="{8B030DFB-BE7E-409C-BD42-32C1025A3B6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320" name="直線コネクタ 64319">
                    <a:extLst>
                      <a:ext uri="{FF2B5EF4-FFF2-40B4-BE49-F238E27FC236}">
                        <a16:creationId xmlns:a16="http://schemas.microsoft.com/office/drawing/2014/main" id="{52D19346-1A43-49F9-A580-433A3949F8E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180" name="グループ化 64179">
                  <a:extLst>
                    <a:ext uri="{FF2B5EF4-FFF2-40B4-BE49-F238E27FC236}">
                      <a16:creationId xmlns:a16="http://schemas.microsoft.com/office/drawing/2014/main" id="{E761AF8A-18DF-4D7E-86BC-B6AD16FB7C16}"/>
                    </a:ext>
                  </a:extLst>
                </p:cNvPr>
                <p:cNvGrpSpPr/>
                <p:nvPr/>
              </p:nvGrpSpPr>
              <p:grpSpPr>
                <a:xfrm rot="10800000">
                  <a:off x="2699066" y="1799727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4181" name="グループ化 64180">
                    <a:extLst>
                      <a:ext uri="{FF2B5EF4-FFF2-40B4-BE49-F238E27FC236}">
                        <a16:creationId xmlns:a16="http://schemas.microsoft.com/office/drawing/2014/main" id="{8D9A0E76-7751-49E7-A84C-71068DEA0CB2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229" name="直線コネクタ 64228">
                      <a:extLst>
                        <a:ext uri="{FF2B5EF4-FFF2-40B4-BE49-F238E27FC236}">
                          <a16:creationId xmlns:a16="http://schemas.microsoft.com/office/drawing/2014/main" id="{70C030D7-7E35-4249-B880-CFF6B147A8E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0" name="直線コネクタ 64229">
                      <a:extLst>
                        <a:ext uri="{FF2B5EF4-FFF2-40B4-BE49-F238E27FC236}">
                          <a16:creationId xmlns:a16="http://schemas.microsoft.com/office/drawing/2014/main" id="{77A76CD7-C065-4709-8C2F-CCD28F3DAE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1" name="直線コネクタ 64230">
                      <a:extLst>
                        <a:ext uri="{FF2B5EF4-FFF2-40B4-BE49-F238E27FC236}">
                          <a16:creationId xmlns:a16="http://schemas.microsoft.com/office/drawing/2014/main" id="{BBDF64D8-598C-4D8B-BA29-1582C4B745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2" name="直線コネクタ 64231">
                      <a:extLst>
                        <a:ext uri="{FF2B5EF4-FFF2-40B4-BE49-F238E27FC236}">
                          <a16:creationId xmlns:a16="http://schemas.microsoft.com/office/drawing/2014/main" id="{B956920D-59DB-46A2-80F7-DBB087E78F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3" name="直線コネクタ 64232">
                      <a:extLst>
                        <a:ext uri="{FF2B5EF4-FFF2-40B4-BE49-F238E27FC236}">
                          <a16:creationId xmlns:a16="http://schemas.microsoft.com/office/drawing/2014/main" id="{5BDBB914-EB53-4CB5-8A68-F7175D869F2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4" name="直線コネクタ 64233">
                      <a:extLst>
                        <a:ext uri="{FF2B5EF4-FFF2-40B4-BE49-F238E27FC236}">
                          <a16:creationId xmlns:a16="http://schemas.microsoft.com/office/drawing/2014/main" id="{8FF13700-772A-4892-8000-78EADD7EDA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5" name="直線コネクタ 64234">
                      <a:extLst>
                        <a:ext uri="{FF2B5EF4-FFF2-40B4-BE49-F238E27FC236}">
                          <a16:creationId xmlns:a16="http://schemas.microsoft.com/office/drawing/2014/main" id="{87FEF1F3-A0E4-4EFE-8BD2-53410A1029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6" name="直線コネクタ 64235">
                      <a:extLst>
                        <a:ext uri="{FF2B5EF4-FFF2-40B4-BE49-F238E27FC236}">
                          <a16:creationId xmlns:a16="http://schemas.microsoft.com/office/drawing/2014/main" id="{27813753-BCA4-4021-9CBC-258F6A2C4D2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7" name="直線コネクタ 64236">
                      <a:extLst>
                        <a:ext uri="{FF2B5EF4-FFF2-40B4-BE49-F238E27FC236}">
                          <a16:creationId xmlns:a16="http://schemas.microsoft.com/office/drawing/2014/main" id="{B8180BA8-79BB-4975-8E15-CD0844FF484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8" name="直線コネクタ 64237">
                      <a:extLst>
                        <a:ext uri="{FF2B5EF4-FFF2-40B4-BE49-F238E27FC236}">
                          <a16:creationId xmlns:a16="http://schemas.microsoft.com/office/drawing/2014/main" id="{FF1C49FB-DBD1-4786-B555-78210652B58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39" name="直線コネクタ 64238">
                      <a:extLst>
                        <a:ext uri="{FF2B5EF4-FFF2-40B4-BE49-F238E27FC236}">
                          <a16:creationId xmlns:a16="http://schemas.microsoft.com/office/drawing/2014/main" id="{DD0171D2-E711-4134-BD2D-00213304F4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0" name="直線コネクタ 64239">
                      <a:extLst>
                        <a:ext uri="{FF2B5EF4-FFF2-40B4-BE49-F238E27FC236}">
                          <a16:creationId xmlns:a16="http://schemas.microsoft.com/office/drawing/2014/main" id="{B4242C5E-2B1C-443F-9B6B-9D66AD7BE3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1" name="直線コネクタ 64240">
                      <a:extLst>
                        <a:ext uri="{FF2B5EF4-FFF2-40B4-BE49-F238E27FC236}">
                          <a16:creationId xmlns:a16="http://schemas.microsoft.com/office/drawing/2014/main" id="{3445E226-1DBC-415B-BCF9-92A223ABED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2" name="直線コネクタ 64241">
                      <a:extLst>
                        <a:ext uri="{FF2B5EF4-FFF2-40B4-BE49-F238E27FC236}">
                          <a16:creationId xmlns:a16="http://schemas.microsoft.com/office/drawing/2014/main" id="{A4CE9E29-CB68-44D7-AE4A-94311D0137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3" name="直線コネクタ 64242">
                      <a:extLst>
                        <a:ext uri="{FF2B5EF4-FFF2-40B4-BE49-F238E27FC236}">
                          <a16:creationId xmlns:a16="http://schemas.microsoft.com/office/drawing/2014/main" id="{7C2BA442-F990-4A2A-89BE-7BF3D05138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4" name="直線コネクタ 64243">
                      <a:extLst>
                        <a:ext uri="{FF2B5EF4-FFF2-40B4-BE49-F238E27FC236}">
                          <a16:creationId xmlns:a16="http://schemas.microsoft.com/office/drawing/2014/main" id="{B2482746-D137-477A-822F-92DB0A57D6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5" name="直線コネクタ 64244">
                      <a:extLst>
                        <a:ext uri="{FF2B5EF4-FFF2-40B4-BE49-F238E27FC236}">
                          <a16:creationId xmlns:a16="http://schemas.microsoft.com/office/drawing/2014/main" id="{0163937E-179B-41A9-9343-C3F7F6ECB7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6" name="直線コネクタ 64245">
                      <a:extLst>
                        <a:ext uri="{FF2B5EF4-FFF2-40B4-BE49-F238E27FC236}">
                          <a16:creationId xmlns:a16="http://schemas.microsoft.com/office/drawing/2014/main" id="{5FE612FA-7D59-4489-93FC-D573CEA4EC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7" name="直線コネクタ 64246">
                      <a:extLst>
                        <a:ext uri="{FF2B5EF4-FFF2-40B4-BE49-F238E27FC236}">
                          <a16:creationId xmlns:a16="http://schemas.microsoft.com/office/drawing/2014/main" id="{2A96C569-E6F0-4585-91CA-F6FC17B6137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8" name="直線コネクタ 64247">
                      <a:extLst>
                        <a:ext uri="{FF2B5EF4-FFF2-40B4-BE49-F238E27FC236}">
                          <a16:creationId xmlns:a16="http://schemas.microsoft.com/office/drawing/2014/main" id="{6CA6D0D7-847C-41FE-B3B6-0E13C68B8D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49" name="直線コネクタ 64248">
                      <a:extLst>
                        <a:ext uri="{FF2B5EF4-FFF2-40B4-BE49-F238E27FC236}">
                          <a16:creationId xmlns:a16="http://schemas.microsoft.com/office/drawing/2014/main" id="{4647DC05-2C58-4343-8358-5B2B586203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0" name="直線コネクタ 64249">
                      <a:extLst>
                        <a:ext uri="{FF2B5EF4-FFF2-40B4-BE49-F238E27FC236}">
                          <a16:creationId xmlns:a16="http://schemas.microsoft.com/office/drawing/2014/main" id="{AEF22377-B9EA-4B22-BD0C-075A98932A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1" name="直線コネクタ 64250">
                      <a:extLst>
                        <a:ext uri="{FF2B5EF4-FFF2-40B4-BE49-F238E27FC236}">
                          <a16:creationId xmlns:a16="http://schemas.microsoft.com/office/drawing/2014/main" id="{C6A42E17-7B78-4C63-BA46-17C243E93B4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2" name="直線コネクタ 64251">
                      <a:extLst>
                        <a:ext uri="{FF2B5EF4-FFF2-40B4-BE49-F238E27FC236}">
                          <a16:creationId xmlns:a16="http://schemas.microsoft.com/office/drawing/2014/main" id="{66261124-ACC5-4F69-A107-F9CEAB3339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3" name="直線コネクタ 64252">
                      <a:extLst>
                        <a:ext uri="{FF2B5EF4-FFF2-40B4-BE49-F238E27FC236}">
                          <a16:creationId xmlns:a16="http://schemas.microsoft.com/office/drawing/2014/main" id="{E3F04317-A8D7-49A9-BC3D-CB33A3145F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4" name="直線コネクタ 64253">
                      <a:extLst>
                        <a:ext uri="{FF2B5EF4-FFF2-40B4-BE49-F238E27FC236}">
                          <a16:creationId xmlns:a16="http://schemas.microsoft.com/office/drawing/2014/main" id="{3BEF079D-CDC5-44A5-A0C9-CBB4520CBC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5" name="直線コネクタ 64254">
                      <a:extLst>
                        <a:ext uri="{FF2B5EF4-FFF2-40B4-BE49-F238E27FC236}">
                          <a16:creationId xmlns:a16="http://schemas.microsoft.com/office/drawing/2014/main" id="{B511CA2C-4B10-4542-A20C-8EE74D3057E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6" name="直線コネクタ 64255">
                      <a:extLst>
                        <a:ext uri="{FF2B5EF4-FFF2-40B4-BE49-F238E27FC236}">
                          <a16:creationId xmlns:a16="http://schemas.microsoft.com/office/drawing/2014/main" id="{E9D44A7F-77ED-4B46-A419-780EB7B2EA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7" name="直線コネクタ 64256">
                      <a:extLst>
                        <a:ext uri="{FF2B5EF4-FFF2-40B4-BE49-F238E27FC236}">
                          <a16:creationId xmlns:a16="http://schemas.microsoft.com/office/drawing/2014/main" id="{234751E3-827B-409C-9955-740E64875E0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8" name="直線コネクタ 64257">
                      <a:extLst>
                        <a:ext uri="{FF2B5EF4-FFF2-40B4-BE49-F238E27FC236}">
                          <a16:creationId xmlns:a16="http://schemas.microsoft.com/office/drawing/2014/main" id="{DC417066-23BB-4CD0-85DD-B0C976F009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59" name="直線コネクタ 64258">
                      <a:extLst>
                        <a:ext uri="{FF2B5EF4-FFF2-40B4-BE49-F238E27FC236}">
                          <a16:creationId xmlns:a16="http://schemas.microsoft.com/office/drawing/2014/main" id="{70CE271C-C353-4A5F-B39B-E01BF8D2971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0" name="直線コネクタ 64259">
                      <a:extLst>
                        <a:ext uri="{FF2B5EF4-FFF2-40B4-BE49-F238E27FC236}">
                          <a16:creationId xmlns:a16="http://schemas.microsoft.com/office/drawing/2014/main" id="{4C5A8A5D-39A3-4663-860D-01B0F125AE7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1" name="直線コネクタ 64260">
                      <a:extLst>
                        <a:ext uri="{FF2B5EF4-FFF2-40B4-BE49-F238E27FC236}">
                          <a16:creationId xmlns:a16="http://schemas.microsoft.com/office/drawing/2014/main" id="{89B762F7-A2EB-426E-A742-6D794BE8068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2" name="直線コネクタ 64261">
                      <a:extLst>
                        <a:ext uri="{FF2B5EF4-FFF2-40B4-BE49-F238E27FC236}">
                          <a16:creationId xmlns:a16="http://schemas.microsoft.com/office/drawing/2014/main" id="{F5EBC25D-946D-4DAC-B150-289AC9D2D81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3" name="直線コネクタ 64262">
                      <a:extLst>
                        <a:ext uri="{FF2B5EF4-FFF2-40B4-BE49-F238E27FC236}">
                          <a16:creationId xmlns:a16="http://schemas.microsoft.com/office/drawing/2014/main" id="{97675387-5454-4B59-911C-9B8A5C2F6A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4" name="直線コネクタ 64263">
                      <a:extLst>
                        <a:ext uri="{FF2B5EF4-FFF2-40B4-BE49-F238E27FC236}">
                          <a16:creationId xmlns:a16="http://schemas.microsoft.com/office/drawing/2014/main" id="{4B54BDF9-CDE3-4F70-8ACB-DD00389D9B3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5" name="直線コネクタ 64264">
                      <a:extLst>
                        <a:ext uri="{FF2B5EF4-FFF2-40B4-BE49-F238E27FC236}">
                          <a16:creationId xmlns:a16="http://schemas.microsoft.com/office/drawing/2014/main" id="{4A8AFD63-25B1-4E3C-BADF-920218F435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6" name="直線コネクタ 64265">
                      <a:extLst>
                        <a:ext uri="{FF2B5EF4-FFF2-40B4-BE49-F238E27FC236}">
                          <a16:creationId xmlns:a16="http://schemas.microsoft.com/office/drawing/2014/main" id="{459CF624-4442-4D16-95DC-8588F7B666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7" name="直線コネクタ 64266">
                      <a:extLst>
                        <a:ext uri="{FF2B5EF4-FFF2-40B4-BE49-F238E27FC236}">
                          <a16:creationId xmlns:a16="http://schemas.microsoft.com/office/drawing/2014/main" id="{38DDF824-C14B-400D-86A9-60BFC457CBD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8" name="直線コネクタ 64267">
                      <a:extLst>
                        <a:ext uri="{FF2B5EF4-FFF2-40B4-BE49-F238E27FC236}">
                          <a16:creationId xmlns:a16="http://schemas.microsoft.com/office/drawing/2014/main" id="{4DF87BEB-787C-407F-A536-252BC53B5D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69" name="直線コネクタ 64268">
                      <a:extLst>
                        <a:ext uri="{FF2B5EF4-FFF2-40B4-BE49-F238E27FC236}">
                          <a16:creationId xmlns:a16="http://schemas.microsoft.com/office/drawing/2014/main" id="{5AF3D2A5-02F4-485B-80D0-B6B594F9DD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70" name="直線コネクタ 64269">
                      <a:extLst>
                        <a:ext uri="{FF2B5EF4-FFF2-40B4-BE49-F238E27FC236}">
                          <a16:creationId xmlns:a16="http://schemas.microsoft.com/office/drawing/2014/main" id="{E9D881FE-8A8D-4D72-B8EE-F6750F62E0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71" name="直線コネクタ 64270">
                      <a:extLst>
                        <a:ext uri="{FF2B5EF4-FFF2-40B4-BE49-F238E27FC236}">
                          <a16:creationId xmlns:a16="http://schemas.microsoft.com/office/drawing/2014/main" id="{1793AD96-9778-4A61-8839-D771EB2141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72" name="直線コネクタ 64271">
                      <a:extLst>
                        <a:ext uri="{FF2B5EF4-FFF2-40B4-BE49-F238E27FC236}">
                          <a16:creationId xmlns:a16="http://schemas.microsoft.com/office/drawing/2014/main" id="{5C0BBE90-C220-45F1-A830-2A1220509B4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73" name="直線コネクタ 64272">
                      <a:extLst>
                        <a:ext uri="{FF2B5EF4-FFF2-40B4-BE49-F238E27FC236}">
                          <a16:creationId xmlns:a16="http://schemas.microsoft.com/office/drawing/2014/main" id="{31396012-EDA0-4A1E-9D83-981EB7ADEE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74" name="直線コネクタ 64273">
                      <a:extLst>
                        <a:ext uri="{FF2B5EF4-FFF2-40B4-BE49-F238E27FC236}">
                          <a16:creationId xmlns:a16="http://schemas.microsoft.com/office/drawing/2014/main" id="{41CDBEFE-42B6-4CCC-BB0D-4AAA1F43DE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182" name="グループ化 64181">
                    <a:extLst>
                      <a:ext uri="{FF2B5EF4-FFF2-40B4-BE49-F238E27FC236}">
                        <a16:creationId xmlns:a16="http://schemas.microsoft.com/office/drawing/2014/main" id="{F085A8A2-823D-474C-A69D-2054628D44C6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183" name="直線コネクタ 64182">
                      <a:extLst>
                        <a:ext uri="{FF2B5EF4-FFF2-40B4-BE49-F238E27FC236}">
                          <a16:creationId xmlns:a16="http://schemas.microsoft.com/office/drawing/2014/main" id="{2BDE0CA7-A20B-41D4-9141-C4C3EC2BE6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84" name="直線コネクタ 64183">
                      <a:extLst>
                        <a:ext uri="{FF2B5EF4-FFF2-40B4-BE49-F238E27FC236}">
                          <a16:creationId xmlns:a16="http://schemas.microsoft.com/office/drawing/2014/main" id="{A3C633CA-88F3-4AEB-959F-8A02A26606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85" name="直線コネクタ 64184">
                      <a:extLst>
                        <a:ext uri="{FF2B5EF4-FFF2-40B4-BE49-F238E27FC236}">
                          <a16:creationId xmlns:a16="http://schemas.microsoft.com/office/drawing/2014/main" id="{EA055384-C857-43C8-97FB-D4E8AADE44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86" name="直線コネクタ 64185">
                      <a:extLst>
                        <a:ext uri="{FF2B5EF4-FFF2-40B4-BE49-F238E27FC236}">
                          <a16:creationId xmlns:a16="http://schemas.microsoft.com/office/drawing/2014/main" id="{56C0F4F2-5159-4218-B487-F398A5D19D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87" name="直線コネクタ 64186">
                      <a:extLst>
                        <a:ext uri="{FF2B5EF4-FFF2-40B4-BE49-F238E27FC236}">
                          <a16:creationId xmlns:a16="http://schemas.microsoft.com/office/drawing/2014/main" id="{A94D28D9-2B68-4F1F-8799-839B5DC92AC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88" name="直線コネクタ 64187">
                      <a:extLst>
                        <a:ext uri="{FF2B5EF4-FFF2-40B4-BE49-F238E27FC236}">
                          <a16:creationId xmlns:a16="http://schemas.microsoft.com/office/drawing/2014/main" id="{D68862B4-A2E7-4959-A39A-2F009E2EA9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89" name="直線コネクタ 64188">
                      <a:extLst>
                        <a:ext uri="{FF2B5EF4-FFF2-40B4-BE49-F238E27FC236}">
                          <a16:creationId xmlns:a16="http://schemas.microsoft.com/office/drawing/2014/main" id="{4FE9C39D-46FF-4A3C-B5E8-A9D4297B2B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0" name="直線コネクタ 64189">
                      <a:extLst>
                        <a:ext uri="{FF2B5EF4-FFF2-40B4-BE49-F238E27FC236}">
                          <a16:creationId xmlns:a16="http://schemas.microsoft.com/office/drawing/2014/main" id="{2EBD1ECF-7D10-4189-8A4E-8667E1B2F52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1" name="直線コネクタ 64190">
                      <a:extLst>
                        <a:ext uri="{FF2B5EF4-FFF2-40B4-BE49-F238E27FC236}">
                          <a16:creationId xmlns:a16="http://schemas.microsoft.com/office/drawing/2014/main" id="{B0406135-C3EA-4248-95DD-249B33E783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2" name="直線コネクタ 64191">
                      <a:extLst>
                        <a:ext uri="{FF2B5EF4-FFF2-40B4-BE49-F238E27FC236}">
                          <a16:creationId xmlns:a16="http://schemas.microsoft.com/office/drawing/2014/main" id="{2CD058E7-5E40-4516-A439-536649E5B4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3" name="直線コネクタ 64192">
                      <a:extLst>
                        <a:ext uri="{FF2B5EF4-FFF2-40B4-BE49-F238E27FC236}">
                          <a16:creationId xmlns:a16="http://schemas.microsoft.com/office/drawing/2014/main" id="{F583DC16-4F37-4308-A377-81B852C58A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4" name="直線コネクタ 64193">
                      <a:extLst>
                        <a:ext uri="{FF2B5EF4-FFF2-40B4-BE49-F238E27FC236}">
                          <a16:creationId xmlns:a16="http://schemas.microsoft.com/office/drawing/2014/main" id="{29EDA540-29CC-4DCF-AF34-41DD0B2162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5" name="直線コネクタ 64194">
                      <a:extLst>
                        <a:ext uri="{FF2B5EF4-FFF2-40B4-BE49-F238E27FC236}">
                          <a16:creationId xmlns:a16="http://schemas.microsoft.com/office/drawing/2014/main" id="{F7B6A06F-9CCF-4979-8D67-0572EADB16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6" name="直線コネクタ 64195">
                      <a:extLst>
                        <a:ext uri="{FF2B5EF4-FFF2-40B4-BE49-F238E27FC236}">
                          <a16:creationId xmlns:a16="http://schemas.microsoft.com/office/drawing/2014/main" id="{DC65ED6D-2838-44FF-84EE-B190CF819B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7" name="直線コネクタ 64196">
                      <a:extLst>
                        <a:ext uri="{FF2B5EF4-FFF2-40B4-BE49-F238E27FC236}">
                          <a16:creationId xmlns:a16="http://schemas.microsoft.com/office/drawing/2014/main" id="{0B47B4A0-E365-48B8-8E54-93312CE9F2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8" name="直線コネクタ 64197">
                      <a:extLst>
                        <a:ext uri="{FF2B5EF4-FFF2-40B4-BE49-F238E27FC236}">
                          <a16:creationId xmlns:a16="http://schemas.microsoft.com/office/drawing/2014/main" id="{2D5F2356-7B34-44B2-8753-883FC0DD22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99" name="直線コネクタ 64198">
                      <a:extLst>
                        <a:ext uri="{FF2B5EF4-FFF2-40B4-BE49-F238E27FC236}">
                          <a16:creationId xmlns:a16="http://schemas.microsoft.com/office/drawing/2014/main" id="{978CD08E-B81B-4E4A-9848-52FDC907C58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0" name="直線コネクタ 64199">
                      <a:extLst>
                        <a:ext uri="{FF2B5EF4-FFF2-40B4-BE49-F238E27FC236}">
                          <a16:creationId xmlns:a16="http://schemas.microsoft.com/office/drawing/2014/main" id="{BBE5ED31-8FA6-4110-893C-E70CA46B72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1" name="直線コネクタ 64200">
                      <a:extLst>
                        <a:ext uri="{FF2B5EF4-FFF2-40B4-BE49-F238E27FC236}">
                          <a16:creationId xmlns:a16="http://schemas.microsoft.com/office/drawing/2014/main" id="{3BCB0F56-EB03-4B9C-8F6B-0DF7371558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2" name="直線コネクタ 64201">
                      <a:extLst>
                        <a:ext uri="{FF2B5EF4-FFF2-40B4-BE49-F238E27FC236}">
                          <a16:creationId xmlns:a16="http://schemas.microsoft.com/office/drawing/2014/main" id="{14A3EC46-4021-49E6-9768-BD0D309A4C8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3" name="直線コネクタ 64202">
                      <a:extLst>
                        <a:ext uri="{FF2B5EF4-FFF2-40B4-BE49-F238E27FC236}">
                          <a16:creationId xmlns:a16="http://schemas.microsoft.com/office/drawing/2014/main" id="{9E1D0847-BD6D-4A87-9D26-8330E4D828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4" name="直線コネクタ 64203">
                      <a:extLst>
                        <a:ext uri="{FF2B5EF4-FFF2-40B4-BE49-F238E27FC236}">
                          <a16:creationId xmlns:a16="http://schemas.microsoft.com/office/drawing/2014/main" id="{D552A76D-DF75-4F72-ABBB-0FD297E7202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5" name="直線コネクタ 64204">
                      <a:extLst>
                        <a:ext uri="{FF2B5EF4-FFF2-40B4-BE49-F238E27FC236}">
                          <a16:creationId xmlns:a16="http://schemas.microsoft.com/office/drawing/2014/main" id="{089ED115-A970-43DF-9A61-EE6108BBD1B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6" name="直線コネクタ 64205">
                      <a:extLst>
                        <a:ext uri="{FF2B5EF4-FFF2-40B4-BE49-F238E27FC236}">
                          <a16:creationId xmlns:a16="http://schemas.microsoft.com/office/drawing/2014/main" id="{6178BF59-A026-4802-A7D4-12C65D69B4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7" name="直線コネクタ 64206">
                      <a:extLst>
                        <a:ext uri="{FF2B5EF4-FFF2-40B4-BE49-F238E27FC236}">
                          <a16:creationId xmlns:a16="http://schemas.microsoft.com/office/drawing/2014/main" id="{B19D5F22-D8A0-4EF4-B6D0-8E688568E2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8" name="直線コネクタ 64207">
                      <a:extLst>
                        <a:ext uri="{FF2B5EF4-FFF2-40B4-BE49-F238E27FC236}">
                          <a16:creationId xmlns:a16="http://schemas.microsoft.com/office/drawing/2014/main" id="{119592AB-12F9-438F-B796-A908C499CEC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09" name="直線コネクタ 64208">
                      <a:extLst>
                        <a:ext uri="{FF2B5EF4-FFF2-40B4-BE49-F238E27FC236}">
                          <a16:creationId xmlns:a16="http://schemas.microsoft.com/office/drawing/2014/main" id="{8C293942-62B4-4789-BA5A-8AA6C807AF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0" name="直線コネクタ 64209">
                      <a:extLst>
                        <a:ext uri="{FF2B5EF4-FFF2-40B4-BE49-F238E27FC236}">
                          <a16:creationId xmlns:a16="http://schemas.microsoft.com/office/drawing/2014/main" id="{C0943E63-7101-4435-B7D6-B489D38EED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1" name="直線コネクタ 64210">
                      <a:extLst>
                        <a:ext uri="{FF2B5EF4-FFF2-40B4-BE49-F238E27FC236}">
                          <a16:creationId xmlns:a16="http://schemas.microsoft.com/office/drawing/2014/main" id="{39801366-2514-4F50-B45C-D565E52D1B1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2" name="直線コネクタ 64211">
                      <a:extLst>
                        <a:ext uri="{FF2B5EF4-FFF2-40B4-BE49-F238E27FC236}">
                          <a16:creationId xmlns:a16="http://schemas.microsoft.com/office/drawing/2014/main" id="{E6236F40-8624-45DB-A1AC-84DD899C64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3" name="直線コネクタ 64212">
                      <a:extLst>
                        <a:ext uri="{FF2B5EF4-FFF2-40B4-BE49-F238E27FC236}">
                          <a16:creationId xmlns:a16="http://schemas.microsoft.com/office/drawing/2014/main" id="{212B79CF-7565-48C8-AC8A-5DB4A1C1548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4" name="直線コネクタ 64213">
                      <a:extLst>
                        <a:ext uri="{FF2B5EF4-FFF2-40B4-BE49-F238E27FC236}">
                          <a16:creationId xmlns:a16="http://schemas.microsoft.com/office/drawing/2014/main" id="{EFD936E1-3240-489B-8EFD-CBC8744BDA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5" name="直線コネクタ 64214">
                      <a:extLst>
                        <a:ext uri="{FF2B5EF4-FFF2-40B4-BE49-F238E27FC236}">
                          <a16:creationId xmlns:a16="http://schemas.microsoft.com/office/drawing/2014/main" id="{E7734A62-8E4A-48D2-B6D0-9C27E190AC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6" name="直線コネクタ 64215">
                      <a:extLst>
                        <a:ext uri="{FF2B5EF4-FFF2-40B4-BE49-F238E27FC236}">
                          <a16:creationId xmlns:a16="http://schemas.microsoft.com/office/drawing/2014/main" id="{ADB6D89D-EF67-4B12-BF1C-DCE9CE401EF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7" name="直線コネクタ 64216">
                      <a:extLst>
                        <a:ext uri="{FF2B5EF4-FFF2-40B4-BE49-F238E27FC236}">
                          <a16:creationId xmlns:a16="http://schemas.microsoft.com/office/drawing/2014/main" id="{F154CC7D-7F17-4E06-ACC9-A8C0CBEFEB4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8" name="直線コネクタ 64217">
                      <a:extLst>
                        <a:ext uri="{FF2B5EF4-FFF2-40B4-BE49-F238E27FC236}">
                          <a16:creationId xmlns:a16="http://schemas.microsoft.com/office/drawing/2014/main" id="{26B7E4C3-BECD-43E1-B57F-B413E5922E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19" name="直線コネクタ 64218">
                      <a:extLst>
                        <a:ext uri="{FF2B5EF4-FFF2-40B4-BE49-F238E27FC236}">
                          <a16:creationId xmlns:a16="http://schemas.microsoft.com/office/drawing/2014/main" id="{51C4A572-D103-468D-9B5A-19F14FDBAA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0" name="直線コネクタ 64219">
                      <a:extLst>
                        <a:ext uri="{FF2B5EF4-FFF2-40B4-BE49-F238E27FC236}">
                          <a16:creationId xmlns:a16="http://schemas.microsoft.com/office/drawing/2014/main" id="{4CF39171-595A-4AE9-8DD1-7279187D36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1" name="直線コネクタ 64220">
                      <a:extLst>
                        <a:ext uri="{FF2B5EF4-FFF2-40B4-BE49-F238E27FC236}">
                          <a16:creationId xmlns:a16="http://schemas.microsoft.com/office/drawing/2014/main" id="{7A3F0FFA-94FE-46DE-97DE-F96DD36EE39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2" name="直線コネクタ 64221">
                      <a:extLst>
                        <a:ext uri="{FF2B5EF4-FFF2-40B4-BE49-F238E27FC236}">
                          <a16:creationId xmlns:a16="http://schemas.microsoft.com/office/drawing/2014/main" id="{AB3E0DE5-1082-47FD-BDD8-97071BD27E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3" name="直線コネクタ 64222">
                      <a:extLst>
                        <a:ext uri="{FF2B5EF4-FFF2-40B4-BE49-F238E27FC236}">
                          <a16:creationId xmlns:a16="http://schemas.microsoft.com/office/drawing/2014/main" id="{B9835572-8AA2-4E7B-8533-06FCA67E9F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4" name="直線コネクタ 64223">
                      <a:extLst>
                        <a:ext uri="{FF2B5EF4-FFF2-40B4-BE49-F238E27FC236}">
                          <a16:creationId xmlns:a16="http://schemas.microsoft.com/office/drawing/2014/main" id="{E802D0C2-7A78-4AC5-A8ED-59371B9138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5" name="直線コネクタ 64224">
                      <a:extLst>
                        <a:ext uri="{FF2B5EF4-FFF2-40B4-BE49-F238E27FC236}">
                          <a16:creationId xmlns:a16="http://schemas.microsoft.com/office/drawing/2014/main" id="{B2554AD4-E9A9-4B49-B20B-7A975731A4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6" name="直線コネクタ 64225">
                      <a:extLst>
                        <a:ext uri="{FF2B5EF4-FFF2-40B4-BE49-F238E27FC236}">
                          <a16:creationId xmlns:a16="http://schemas.microsoft.com/office/drawing/2014/main" id="{5F482AF4-B18A-4313-9E29-877AA5B7BF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7" name="直線コネクタ 64226">
                      <a:extLst>
                        <a:ext uri="{FF2B5EF4-FFF2-40B4-BE49-F238E27FC236}">
                          <a16:creationId xmlns:a16="http://schemas.microsoft.com/office/drawing/2014/main" id="{FA663EF8-6138-4274-9160-2ECBD62E8A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228" name="直線コネクタ 64227">
                      <a:extLst>
                        <a:ext uri="{FF2B5EF4-FFF2-40B4-BE49-F238E27FC236}">
                          <a16:creationId xmlns:a16="http://schemas.microsoft.com/office/drawing/2014/main" id="{6B903B65-3A05-42B4-A595-9FF87F94CC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62641" name="グループ化 62640">
                <a:extLst>
                  <a:ext uri="{FF2B5EF4-FFF2-40B4-BE49-F238E27FC236}">
                    <a16:creationId xmlns:a16="http://schemas.microsoft.com/office/drawing/2014/main" id="{BFB01EFC-0982-4981-8F9E-13CC021168C2}"/>
                  </a:ext>
                </a:extLst>
              </p:cNvPr>
              <p:cNvGrpSpPr/>
              <p:nvPr/>
            </p:nvGrpSpPr>
            <p:grpSpPr>
              <a:xfrm rot="10800000">
                <a:off x="5400577" y="5400578"/>
                <a:ext cx="3600000" cy="3600000"/>
                <a:chOff x="1799185" y="1799184"/>
                <a:chExt cx="3600000" cy="3600000"/>
              </a:xfrm>
            </p:grpSpPr>
            <p:grpSp>
              <p:nvGrpSpPr>
                <p:cNvPr id="63797" name="グループ化 63796">
                  <a:extLst>
                    <a:ext uri="{FF2B5EF4-FFF2-40B4-BE49-F238E27FC236}">
                      <a16:creationId xmlns:a16="http://schemas.microsoft.com/office/drawing/2014/main" id="{DE75CFDD-1FC0-4E41-98A0-7B94C8E2B66F}"/>
                    </a:ext>
                  </a:extLst>
                </p:cNvPr>
                <p:cNvGrpSpPr/>
                <p:nvPr/>
              </p:nvGrpSpPr>
              <p:grpSpPr>
                <a:xfrm rot="5400000" flipV="1">
                  <a:off x="1349846" y="224918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4129" name="直線コネクタ 64128">
                    <a:extLst>
                      <a:ext uri="{FF2B5EF4-FFF2-40B4-BE49-F238E27FC236}">
                        <a16:creationId xmlns:a16="http://schemas.microsoft.com/office/drawing/2014/main" id="{D6F12F79-4AD7-40DD-AED5-EAA972E81C3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0" name="直線コネクタ 64129">
                    <a:extLst>
                      <a:ext uri="{FF2B5EF4-FFF2-40B4-BE49-F238E27FC236}">
                        <a16:creationId xmlns:a16="http://schemas.microsoft.com/office/drawing/2014/main" id="{09B327FF-DD7F-45BD-870D-58E3A7EDEB3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1" name="直線コネクタ 64130">
                    <a:extLst>
                      <a:ext uri="{FF2B5EF4-FFF2-40B4-BE49-F238E27FC236}">
                        <a16:creationId xmlns:a16="http://schemas.microsoft.com/office/drawing/2014/main" id="{19582B19-5760-4713-872C-0A3A7811294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2" name="直線コネクタ 64131">
                    <a:extLst>
                      <a:ext uri="{FF2B5EF4-FFF2-40B4-BE49-F238E27FC236}">
                        <a16:creationId xmlns:a16="http://schemas.microsoft.com/office/drawing/2014/main" id="{3AB2082A-7445-49C7-8621-6443BDF5951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3" name="直線コネクタ 64132">
                    <a:extLst>
                      <a:ext uri="{FF2B5EF4-FFF2-40B4-BE49-F238E27FC236}">
                        <a16:creationId xmlns:a16="http://schemas.microsoft.com/office/drawing/2014/main" id="{0C3C07C5-C2F1-4C15-B0DC-A6037BDC243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4" name="直線コネクタ 64133">
                    <a:extLst>
                      <a:ext uri="{FF2B5EF4-FFF2-40B4-BE49-F238E27FC236}">
                        <a16:creationId xmlns:a16="http://schemas.microsoft.com/office/drawing/2014/main" id="{96D7ACAD-484C-40B8-9F55-FF61DCDCC9E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5" name="直線コネクタ 64134">
                    <a:extLst>
                      <a:ext uri="{FF2B5EF4-FFF2-40B4-BE49-F238E27FC236}">
                        <a16:creationId xmlns:a16="http://schemas.microsoft.com/office/drawing/2014/main" id="{C9F5A24D-4F55-46C8-B2B4-F067343FAB0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6" name="直線コネクタ 64135">
                    <a:extLst>
                      <a:ext uri="{FF2B5EF4-FFF2-40B4-BE49-F238E27FC236}">
                        <a16:creationId xmlns:a16="http://schemas.microsoft.com/office/drawing/2014/main" id="{30C7B171-BA46-4489-B21A-D03819517E7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7" name="直線コネクタ 64136">
                    <a:extLst>
                      <a:ext uri="{FF2B5EF4-FFF2-40B4-BE49-F238E27FC236}">
                        <a16:creationId xmlns:a16="http://schemas.microsoft.com/office/drawing/2014/main" id="{413BF92E-BC04-4B11-9633-A68C73F24ED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8" name="直線コネクタ 64137">
                    <a:extLst>
                      <a:ext uri="{FF2B5EF4-FFF2-40B4-BE49-F238E27FC236}">
                        <a16:creationId xmlns:a16="http://schemas.microsoft.com/office/drawing/2014/main" id="{79184B57-1655-49FE-9F4E-8ED1753F75D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39" name="直線コネクタ 64138">
                    <a:extLst>
                      <a:ext uri="{FF2B5EF4-FFF2-40B4-BE49-F238E27FC236}">
                        <a16:creationId xmlns:a16="http://schemas.microsoft.com/office/drawing/2014/main" id="{9DB9C09B-EE0D-46C6-A123-266B39D0397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0" name="直線コネクタ 64139">
                    <a:extLst>
                      <a:ext uri="{FF2B5EF4-FFF2-40B4-BE49-F238E27FC236}">
                        <a16:creationId xmlns:a16="http://schemas.microsoft.com/office/drawing/2014/main" id="{D5C37C0B-6674-468B-8CFA-1C36FEB64DD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1" name="直線コネクタ 64140">
                    <a:extLst>
                      <a:ext uri="{FF2B5EF4-FFF2-40B4-BE49-F238E27FC236}">
                        <a16:creationId xmlns:a16="http://schemas.microsoft.com/office/drawing/2014/main" id="{B0978A16-C3B1-4A3D-A0B9-39D69B0645A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2" name="直線コネクタ 64141">
                    <a:extLst>
                      <a:ext uri="{FF2B5EF4-FFF2-40B4-BE49-F238E27FC236}">
                        <a16:creationId xmlns:a16="http://schemas.microsoft.com/office/drawing/2014/main" id="{9C3330D8-BE63-4F9F-B1B2-CBC25D24275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3" name="直線コネクタ 64142">
                    <a:extLst>
                      <a:ext uri="{FF2B5EF4-FFF2-40B4-BE49-F238E27FC236}">
                        <a16:creationId xmlns:a16="http://schemas.microsoft.com/office/drawing/2014/main" id="{FD53E8FC-CAB4-4952-AA45-33DA28EF059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4" name="直線コネクタ 64143">
                    <a:extLst>
                      <a:ext uri="{FF2B5EF4-FFF2-40B4-BE49-F238E27FC236}">
                        <a16:creationId xmlns:a16="http://schemas.microsoft.com/office/drawing/2014/main" id="{E08AE4AC-F53A-49B5-AFC6-D6E473F19F1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5" name="直線コネクタ 64144">
                    <a:extLst>
                      <a:ext uri="{FF2B5EF4-FFF2-40B4-BE49-F238E27FC236}">
                        <a16:creationId xmlns:a16="http://schemas.microsoft.com/office/drawing/2014/main" id="{2FD32DB8-6325-4D5C-88FD-3673E929004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6" name="直線コネクタ 64145">
                    <a:extLst>
                      <a:ext uri="{FF2B5EF4-FFF2-40B4-BE49-F238E27FC236}">
                        <a16:creationId xmlns:a16="http://schemas.microsoft.com/office/drawing/2014/main" id="{79CA10BA-0B26-4F83-A1DD-B30EAD20CE5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7" name="直線コネクタ 64146">
                    <a:extLst>
                      <a:ext uri="{FF2B5EF4-FFF2-40B4-BE49-F238E27FC236}">
                        <a16:creationId xmlns:a16="http://schemas.microsoft.com/office/drawing/2014/main" id="{B71F3AC1-ED86-4D94-876E-67EBF7B0228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8" name="直線コネクタ 64147">
                    <a:extLst>
                      <a:ext uri="{FF2B5EF4-FFF2-40B4-BE49-F238E27FC236}">
                        <a16:creationId xmlns:a16="http://schemas.microsoft.com/office/drawing/2014/main" id="{9A8F6E2F-4111-436E-82B2-0C5813A9F95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49" name="直線コネクタ 64148">
                    <a:extLst>
                      <a:ext uri="{FF2B5EF4-FFF2-40B4-BE49-F238E27FC236}">
                        <a16:creationId xmlns:a16="http://schemas.microsoft.com/office/drawing/2014/main" id="{24470137-25A0-4266-A645-30478F6EC68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0" name="直線コネクタ 64149">
                    <a:extLst>
                      <a:ext uri="{FF2B5EF4-FFF2-40B4-BE49-F238E27FC236}">
                        <a16:creationId xmlns:a16="http://schemas.microsoft.com/office/drawing/2014/main" id="{5DEF9A83-891C-4A16-AC3C-AB74986E37D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1" name="直線コネクタ 64150">
                    <a:extLst>
                      <a:ext uri="{FF2B5EF4-FFF2-40B4-BE49-F238E27FC236}">
                        <a16:creationId xmlns:a16="http://schemas.microsoft.com/office/drawing/2014/main" id="{7039B9C4-2C94-40BF-B83E-07200126E80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2" name="直線コネクタ 64151">
                    <a:extLst>
                      <a:ext uri="{FF2B5EF4-FFF2-40B4-BE49-F238E27FC236}">
                        <a16:creationId xmlns:a16="http://schemas.microsoft.com/office/drawing/2014/main" id="{8CDBF0AB-77D7-4107-BDAE-C75FEE20105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3" name="直線コネクタ 64152">
                    <a:extLst>
                      <a:ext uri="{FF2B5EF4-FFF2-40B4-BE49-F238E27FC236}">
                        <a16:creationId xmlns:a16="http://schemas.microsoft.com/office/drawing/2014/main" id="{E9E9F1EC-6C8E-4E1C-845F-617262864BC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4" name="直線コネクタ 64153">
                    <a:extLst>
                      <a:ext uri="{FF2B5EF4-FFF2-40B4-BE49-F238E27FC236}">
                        <a16:creationId xmlns:a16="http://schemas.microsoft.com/office/drawing/2014/main" id="{562ECA28-3A6E-4436-AAD7-CC89D96A70A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5" name="直線コネクタ 64154">
                    <a:extLst>
                      <a:ext uri="{FF2B5EF4-FFF2-40B4-BE49-F238E27FC236}">
                        <a16:creationId xmlns:a16="http://schemas.microsoft.com/office/drawing/2014/main" id="{FDF5070D-AADA-4CB8-A69A-B400A10F4DB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6" name="直線コネクタ 64155">
                    <a:extLst>
                      <a:ext uri="{FF2B5EF4-FFF2-40B4-BE49-F238E27FC236}">
                        <a16:creationId xmlns:a16="http://schemas.microsoft.com/office/drawing/2014/main" id="{91DA7F31-51FF-4140-AA0B-DE90F456BE8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7" name="直線コネクタ 64156">
                    <a:extLst>
                      <a:ext uri="{FF2B5EF4-FFF2-40B4-BE49-F238E27FC236}">
                        <a16:creationId xmlns:a16="http://schemas.microsoft.com/office/drawing/2014/main" id="{ED8891F7-22B5-4BF3-A2EF-7AD1E5DDE7A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8" name="直線コネクタ 64157">
                    <a:extLst>
                      <a:ext uri="{FF2B5EF4-FFF2-40B4-BE49-F238E27FC236}">
                        <a16:creationId xmlns:a16="http://schemas.microsoft.com/office/drawing/2014/main" id="{D67D7DEC-3506-457D-8C00-B0DE910E403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59" name="直線コネクタ 64158">
                    <a:extLst>
                      <a:ext uri="{FF2B5EF4-FFF2-40B4-BE49-F238E27FC236}">
                        <a16:creationId xmlns:a16="http://schemas.microsoft.com/office/drawing/2014/main" id="{2A4279F8-6703-4CF6-81D9-760189C6438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0" name="直線コネクタ 64159">
                    <a:extLst>
                      <a:ext uri="{FF2B5EF4-FFF2-40B4-BE49-F238E27FC236}">
                        <a16:creationId xmlns:a16="http://schemas.microsoft.com/office/drawing/2014/main" id="{5D2A7841-E530-4B91-A04C-D2C8C825F18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1" name="直線コネクタ 64160">
                    <a:extLst>
                      <a:ext uri="{FF2B5EF4-FFF2-40B4-BE49-F238E27FC236}">
                        <a16:creationId xmlns:a16="http://schemas.microsoft.com/office/drawing/2014/main" id="{B36949F3-7654-4EBB-B734-30543DB8A3C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2" name="直線コネクタ 64161">
                    <a:extLst>
                      <a:ext uri="{FF2B5EF4-FFF2-40B4-BE49-F238E27FC236}">
                        <a16:creationId xmlns:a16="http://schemas.microsoft.com/office/drawing/2014/main" id="{F0A00846-4F34-44EF-8049-025095812B2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3" name="直線コネクタ 64162">
                    <a:extLst>
                      <a:ext uri="{FF2B5EF4-FFF2-40B4-BE49-F238E27FC236}">
                        <a16:creationId xmlns:a16="http://schemas.microsoft.com/office/drawing/2014/main" id="{5DC61E5D-475C-49D2-A938-E5F9BAD29E4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4" name="直線コネクタ 64163">
                    <a:extLst>
                      <a:ext uri="{FF2B5EF4-FFF2-40B4-BE49-F238E27FC236}">
                        <a16:creationId xmlns:a16="http://schemas.microsoft.com/office/drawing/2014/main" id="{2DBACA17-24AA-4895-B561-3226B00BB63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5" name="直線コネクタ 64164">
                    <a:extLst>
                      <a:ext uri="{FF2B5EF4-FFF2-40B4-BE49-F238E27FC236}">
                        <a16:creationId xmlns:a16="http://schemas.microsoft.com/office/drawing/2014/main" id="{63A3AF71-3E7E-4DAC-A843-7AD5F3733B2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6" name="直線コネクタ 64165">
                    <a:extLst>
                      <a:ext uri="{FF2B5EF4-FFF2-40B4-BE49-F238E27FC236}">
                        <a16:creationId xmlns:a16="http://schemas.microsoft.com/office/drawing/2014/main" id="{4DA76113-3E18-4861-813B-FCC7B1D4D15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7" name="直線コネクタ 64166">
                    <a:extLst>
                      <a:ext uri="{FF2B5EF4-FFF2-40B4-BE49-F238E27FC236}">
                        <a16:creationId xmlns:a16="http://schemas.microsoft.com/office/drawing/2014/main" id="{E7465906-7724-4CBE-8E16-75CE3B6B432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8" name="直線コネクタ 64167">
                    <a:extLst>
                      <a:ext uri="{FF2B5EF4-FFF2-40B4-BE49-F238E27FC236}">
                        <a16:creationId xmlns:a16="http://schemas.microsoft.com/office/drawing/2014/main" id="{EA693D20-23BC-4583-BEEB-6AE70D6F199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69" name="直線コネクタ 64168">
                    <a:extLst>
                      <a:ext uri="{FF2B5EF4-FFF2-40B4-BE49-F238E27FC236}">
                        <a16:creationId xmlns:a16="http://schemas.microsoft.com/office/drawing/2014/main" id="{BC42C5B3-58E3-40E7-88AD-BAF5AE945FD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70" name="直線コネクタ 64169">
                    <a:extLst>
                      <a:ext uri="{FF2B5EF4-FFF2-40B4-BE49-F238E27FC236}">
                        <a16:creationId xmlns:a16="http://schemas.microsoft.com/office/drawing/2014/main" id="{10E337F3-217F-44A7-A302-80150EA8E93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71" name="直線コネクタ 64170">
                    <a:extLst>
                      <a:ext uri="{FF2B5EF4-FFF2-40B4-BE49-F238E27FC236}">
                        <a16:creationId xmlns:a16="http://schemas.microsoft.com/office/drawing/2014/main" id="{E86D3587-AA15-495B-99CB-22AD2172324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72" name="直線コネクタ 64171">
                    <a:extLst>
                      <a:ext uri="{FF2B5EF4-FFF2-40B4-BE49-F238E27FC236}">
                        <a16:creationId xmlns:a16="http://schemas.microsoft.com/office/drawing/2014/main" id="{6C980984-5FEC-44A4-AC40-76FDF19F7D2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73" name="直線コネクタ 64172">
                    <a:extLst>
                      <a:ext uri="{FF2B5EF4-FFF2-40B4-BE49-F238E27FC236}">
                        <a16:creationId xmlns:a16="http://schemas.microsoft.com/office/drawing/2014/main" id="{02F92B1F-F158-4719-A56D-505A1412A02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174" name="直線コネクタ 64173">
                    <a:extLst>
                      <a:ext uri="{FF2B5EF4-FFF2-40B4-BE49-F238E27FC236}">
                        <a16:creationId xmlns:a16="http://schemas.microsoft.com/office/drawing/2014/main" id="{B596727F-0034-447E-ACDD-8926ADF5470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798" name="グループ化 63797">
                  <a:extLst>
                    <a:ext uri="{FF2B5EF4-FFF2-40B4-BE49-F238E27FC236}">
                      <a16:creationId xmlns:a16="http://schemas.microsoft.com/office/drawing/2014/main" id="{D9E74E2D-0601-4294-8181-34204201711A}"/>
                    </a:ext>
                  </a:extLst>
                </p:cNvPr>
                <p:cNvGrpSpPr/>
                <p:nvPr/>
              </p:nvGrpSpPr>
              <p:grpSpPr>
                <a:xfrm rot="10800000">
                  <a:off x="1799727" y="2699423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4035" name="グループ化 64034">
                    <a:extLst>
                      <a:ext uri="{FF2B5EF4-FFF2-40B4-BE49-F238E27FC236}">
                        <a16:creationId xmlns:a16="http://schemas.microsoft.com/office/drawing/2014/main" id="{97D306A2-C1E7-44F2-A1AA-E0705E734302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083" name="直線コネクタ 64082">
                      <a:extLst>
                        <a:ext uri="{FF2B5EF4-FFF2-40B4-BE49-F238E27FC236}">
                          <a16:creationId xmlns:a16="http://schemas.microsoft.com/office/drawing/2014/main" id="{E0DC0394-1B2D-45F4-B241-6838698F63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4" name="直線コネクタ 64083">
                      <a:extLst>
                        <a:ext uri="{FF2B5EF4-FFF2-40B4-BE49-F238E27FC236}">
                          <a16:creationId xmlns:a16="http://schemas.microsoft.com/office/drawing/2014/main" id="{71196432-07CA-4F35-8338-55CF188118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5" name="直線コネクタ 64084">
                      <a:extLst>
                        <a:ext uri="{FF2B5EF4-FFF2-40B4-BE49-F238E27FC236}">
                          <a16:creationId xmlns:a16="http://schemas.microsoft.com/office/drawing/2014/main" id="{8AE1D40D-7588-4E88-93C4-EBD94CAC13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6" name="直線コネクタ 64085">
                      <a:extLst>
                        <a:ext uri="{FF2B5EF4-FFF2-40B4-BE49-F238E27FC236}">
                          <a16:creationId xmlns:a16="http://schemas.microsoft.com/office/drawing/2014/main" id="{A383A27C-9F29-4DA4-A9C6-38D07EF089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7" name="直線コネクタ 64086">
                      <a:extLst>
                        <a:ext uri="{FF2B5EF4-FFF2-40B4-BE49-F238E27FC236}">
                          <a16:creationId xmlns:a16="http://schemas.microsoft.com/office/drawing/2014/main" id="{15CC4545-AE1A-4483-8212-A3A799DD4E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8" name="直線コネクタ 64087">
                      <a:extLst>
                        <a:ext uri="{FF2B5EF4-FFF2-40B4-BE49-F238E27FC236}">
                          <a16:creationId xmlns:a16="http://schemas.microsoft.com/office/drawing/2014/main" id="{CF9E7FE2-B8F4-44DC-9315-7AAD60A5B24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9" name="直線コネクタ 64088">
                      <a:extLst>
                        <a:ext uri="{FF2B5EF4-FFF2-40B4-BE49-F238E27FC236}">
                          <a16:creationId xmlns:a16="http://schemas.microsoft.com/office/drawing/2014/main" id="{4DE085AD-5E7B-4974-8C9F-BF4915EC25F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0" name="直線コネクタ 64089">
                      <a:extLst>
                        <a:ext uri="{FF2B5EF4-FFF2-40B4-BE49-F238E27FC236}">
                          <a16:creationId xmlns:a16="http://schemas.microsoft.com/office/drawing/2014/main" id="{328D8E9A-F272-4301-B545-D001164D6C7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1" name="直線コネクタ 64090">
                      <a:extLst>
                        <a:ext uri="{FF2B5EF4-FFF2-40B4-BE49-F238E27FC236}">
                          <a16:creationId xmlns:a16="http://schemas.microsoft.com/office/drawing/2014/main" id="{37C4A0F5-8233-4C59-A729-0B0BE0C243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2" name="直線コネクタ 64091">
                      <a:extLst>
                        <a:ext uri="{FF2B5EF4-FFF2-40B4-BE49-F238E27FC236}">
                          <a16:creationId xmlns:a16="http://schemas.microsoft.com/office/drawing/2014/main" id="{E0786F15-48AC-42E5-8113-781247D0AAD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3" name="直線コネクタ 64092">
                      <a:extLst>
                        <a:ext uri="{FF2B5EF4-FFF2-40B4-BE49-F238E27FC236}">
                          <a16:creationId xmlns:a16="http://schemas.microsoft.com/office/drawing/2014/main" id="{32960C4C-56B1-491E-AD57-31E9F7D7B0E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4" name="直線コネクタ 64093">
                      <a:extLst>
                        <a:ext uri="{FF2B5EF4-FFF2-40B4-BE49-F238E27FC236}">
                          <a16:creationId xmlns:a16="http://schemas.microsoft.com/office/drawing/2014/main" id="{83EDCBE2-DD84-49AF-B90F-99C0D85C6D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5" name="直線コネクタ 64094">
                      <a:extLst>
                        <a:ext uri="{FF2B5EF4-FFF2-40B4-BE49-F238E27FC236}">
                          <a16:creationId xmlns:a16="http://schemas.microsoft.com/office/drawing/2014/main" id="{7FAD82F7-EA57-477F-B281-E7A28E66744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6" name="直線コネクタ 64095">
                      <a:extLst>
                        <a:ext uri="{FF2B5EF4-FFF2-40B4-BE49-F238E27FC236}">
                          <a16:creationId xmlns:a16="http://schemas.microsoft.com/office/drawing/2014/main" id="{463F3883-19BE-430C-8FA1-61C58063CB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7" name="直線コネクタ 64096">
                      <a:extLst>
                        <a:ext uri="{FF2B5EF4-FFF2-40B4-BE49-F238E27FC236}">
                          <a16:creationId xmlns:a16="http://schemas.microsoft.com/office/drawing/2014/main" id="{7D373A3A-CF06-4415-BB78-D3AAEC89B9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8" name="直線コネクタ 64097">
                      <a:extLst>
                        <a:ext uri="{FF2B5EF4-FFF2-40B4-BE49-F238E27FC236}">
                          <a16:creationId xmlns:a16="http://schemas.microsoft.com/office/drawing/2014/main" id="{28CBE985-182F-4396-A8C0-2F69BBBB8F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99" name="直線コネクタ 64098">
                      <a:extLst>
                        <a:ext uri="{FF2B5EF4-FFF2-40B4-BE49-F238E27FC236}">
                          <a16:creationId xmlns:a16="http://schemas.microsoft.com/office/drawing/2014/main" id="{1B5C5F62-CB15-4D9B-8B87-7475F6BBDB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0" name="直線コネクタ 64099">
                      <a:extLst>
                        <a:ext uri="{FF2B5EF4-FFF2-40B4-BE49-F238E27FC236}">
                          <a16:creationId xmlns:a16="http://schemas.microsoft.com/office/drawing/2014/main" id="{994736B1-420B-4D1D-9DF5-EB7E21AC13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1" name="直線コネクタ 64100">
                      <a:extLst>
                        <a:ext uri="{FF2B5EF4-FFF2-40B4-BE49-F238E27FC236}">
                          <a16:creationId xmlns:a16="http://schemas.microsoft.com/office/drawing/2014/main" id="{A57E59F9-1B66-445F-97C0-C3FBC1F490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2" name="直線コネクタ 64101">
                      <a:extLst>
                        <a:ext uri="{FF2B5EF4-FFF2-40B4-BE49-F238E27FC236}">
                          <a16:creationId xmlns:a16="http://schemas.microsoft.com/office/drawing/2014/main" id="{F4C1481F-5174-47E6-9D54-3D1950E1C9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3" name="直線コネクタ 64102">
                      <a:extLst>
                        <a:ext uri="{FF2B5EF4-FFF2-40B4-BE49-F238E27FC236}">
                          <a16:creationId xmlns:a16="http://schemas.microsoft.com/office/drawing/2014/main" id="{D887BEF1-0C0F-420F-A588-88D6C6337E4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4" name="直線コネクタ 64103">
                      <a:extLst>
                        <a:ext uri="{FF2B5EF4-FFF2-40B4-BE49-F238E27FC236}">
                          <a16:creationId xmlns:a16="http://schemas.microsoft.com/office/drawing/2014/main" id="{59471C20-4AE7-40FA-B4E0-4485A2B4F32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5" name="直線コネクタ 64104">
                      <a:extLst>
                        <a:ext uri="{FF2B5EF4-FFF2-40B4-BE49-F238E27FC236}">
                          <a16:creationId xmlns:a16="http://schemas.microsoft.com/office/drawing/2014/main" id="{E1728DC2-26D4-481A-9A3D-B6AE08B416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6" name="直線コネクタ 64105">
                      <a:extLst>
                        <a:ext uri="{FF2B5EF4-FFF2-40B4-BE49-F238E27FC236}">
                          <a16:creationId xmlns:a16="http://schemas.microsoft.com/office/drawing/2014/main" id="{5F4E4024-7F76-4A9B-A9FC-2CC0B8DDB2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7" name="直線コネクタ 64106">
                      <a:extLst>
                        <a:ext uri="{FF2B5EF4-FFF2-40B4-BE49-F238E27FC236}">
                          <a16:creationId xmlns:a16="http://schemas.microsoft.com/office/drawing/2014/main" id="{DDBBB4D1-23E8-49A3-B940-B436C5334F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8" name="直線コネクタ 64107">
                      <a:extLst>
                        <a:ext uri="{FF2B5EF4-FFF2-40B4-BE49-F238E27FC236}">
                          <a16:creationId xmlns:a16="http://schemas.microsoft.com/office/drawing/2014/main" id="{535D1515-1D28-43B4-9B40-B6A7AF04F79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09" name="直線コネクタ 64108">
                      <a:extLst>
                        <a:ext uri="{FF2B5EF4-FFF2-40B4-BE49-F238E27FC236}">
                          <a16:creationId xmlns:a16="http://schemas.microsoft.com/office/drawing/2014/main" id="{C094B306-E95A-43AE-80C6-DB46E9552F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0" name="直線コネクタ 64109">
                      <a:extLst>
                        <a:ext uri="{FF2B5EF4-FFF2-40B4-BE49-F238E27FC236}">
                          <a16:creationId xmlns:a16="http://schemas.microsoft.com/office/drawing/2014/main" id="{5D6141E7-5C4A-43F0-8993-B26A6F7146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1" name="直線コネクタ 64110">
                      <a:extLst>
                        <a:ext uri="{FF2B5EF4-FFF2-40B4-BE49-F238E27FC236}">
                          <a16:creationId xmlns:a16="http://schemas.microsoft.com/office/drawing/2014/main" id="{1461DF6A-D8D1-412A-9331-4F679A8697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2" name="直線コネクタ 64111">
                      <a:extLst>
                        <a:ext uri="{FF2B5EF4-FFF2-40B4-BE49-F238E27FC236}">
                          <a16:creationId xmlns:a16="http://schemas.microsoft.com/office/drawing/2014/main" id="{E536A94C-7D38-4383-A266-76929DE5099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3" name="直線コネクタ 64112">
                      <a:extLst>
                        <a:ext uri="{FF2B5EF4-FFF2-40B4-BE49-F238E27FC236}">
                          <a16:creationId xmlns:a16="http://schemas.microsoft.com/office/drawing/2014/main" id="{392CD461-6740-4070-AD22-96BF7A2C3C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4" name="直線コネクタ 64113">
                      <a:extLst>
                        <a:ext uri="{FF2B5EF4-FFF2-40B4-BE49-F238E27FC236}">
                          <a16:creationId xmlns:a16="http://schemas.microsoft.com/office/drawing/2014/main" id="{2F7AC6D4-72D0-40BD-91E3-227202CD7C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5" name="直線コネクタ 64114">
                      <a:extLst>
                        <a:ext uri="{FF2B5EF4-FFF2-40B4-BE49-F238E27FC236}">
                          <a16:creationId xmlns:a16="http://schemas.microsoft.com/office/drawing/2014/main" id="{0609704F-01D4-4FFF-83F5-969D3486D6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6" name="直線コネクタ 64115">
                      <a:extLst>
                        <a:ext uri="{FF2B5EF4-FFF2-40B4-BE49-F238E27FC236}">
                          <a16:creationId xmlns:a16="http://schemas.microsoft.com/office/drawing/2014/main" id="{E79677A8-84C7-4976-B7AD-429A7FC08E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7" name="直線コネクタ 64116">
                      <a:extLst>
                        <a:ext uri="{FF2B5EF4-FFF2-40B4-BE49-F238E27FC236}">
                          <a16:creationId xmlns:a16="http://schemas.microsoft.com/office/drawing/2014/main" id="{C534A77F-5C28-4C4C-BD1F-BA299C4BE14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8" name="直線コネクタ 64117">
                      <a:extLst>
                        <a:ext uri="{FF2B5EF4-FFF2-40B4-BE49-F238E27FC236}">
                          <a16:creationId xmlns:a16="http://schemas.microsoft.com/office/drawing/2014/main" id="{24EDC264-408F-43E9-BDE0-B0218E26E1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19" name="直線コネクタ 64118">
                      <a:extLst>
                        <a:ext uri="{FF2B5EF4-FFF2-40B4-BE49-F238E27FC236}">
                          <a16:creationId xmlns:a16="http://schemas.microsoft.com/office/drawing/2014/main" id="{547EEB0D-E858-4D24-8ACA-2DD383225A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0" name="直線コネクタ 64119">
                      <a:extLst>
                        <a:ext uri="{FF2B5EF4-FFF2-40B4-BE49-F238E27FC236}">
                          <a16:creationId xmlns:a16="http://schemas.microsoft.com/office/drawing/2014/main" id="{8E6585DB-DBF2-4287-98A9-58BD17FECB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1" name="直線コネクタ 64120">
                      <a:extLst>
                        <a:ext uri="{FF2B5EF4-FFF2-40B4-BE49-F238E27FC236}">
                          <a16:creationId xmlns:a16="http://schemas.microsoft.com/office/drawing/2014/main" id="{13EE9E09-E2FE-4AB5-A8FB-5FE6580E95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2" name="直線コネクタ 64121">
                      <a:extLst>
                        <a:ext uri="{FF2B5EF4-FFF2-40B4-BE49-F238E27FC236}">
                          <a16:creationId xmlns:a16="http://schemas.microsoft.com/office/drawing/2014/main" id="{3EA3F734-C537-4B8A-9765-50D9FE9445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3" name="直線コネクタ 64122">
                      <a:extLst>
                        <a:ext uri="{FF2B5EF4-FFF2-40B4-BE49-F238E27FC236}">
                          <a16:creationId xmlns:a16="http://schemas.microsoft.com/office/drawing/2014/main" id="{950039E8-97AF-4503-ABC5-3394C6E88D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4" name="直線コネクタ 64123">
                      <a:extLst>
                        <a:ext uri="{FF2B5EF4-FFF2-40B4-BE49-F238E27FC236}">
                          <a16:creationId xmlns:a16="http://schemas.microsoft.com/office/drawing/2014/main" id="{49B6A712-434B-4633-8279-AB8E6E01BDE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5" name="直線コネクタ 64124">
                      <a:extLst>
                        <a:ext uri="{FF2B5EF4-FFF2-40B4-BE49-F238E27FC236}">
                          <a16:creationId xmlns:a16="http://schemas.microsoft.com/office/drawing/2014/main" id="{140520AB-BB3B-4D85-91CB-9C80318AFF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6" name="直線コネクタ 64125">
                      <a:extLst>
                        <a:ext uri="{FF2B5EF4-FFF2-40B4-BE49-F238E27FC236}">
                          <a16:creationId xmlns:a16="http://schemas.microsoft.com/office/drawing/2014/main" id="{4AFB41B4-989D-4A62-8BEE-D7FAF67EAA0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7" name="直線コネクタ 64126">
                      <a:extLst>
                        <a:ext uri="{FF2B5EF4-FFF2-40B4-BE49-F238E27FC236}">
                          <a16:creationId xmlns:a16="http://schemas.microsoft.com/office/drawing/2014/main" id="{E9B4463E-10E5-49B7-9297-D622817966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128" name="直線コネクタ 64127">
                      <a:extLst>
                        <a:ext uri="{FF2B5EF4-FFF2-40B4-BE49-F238E27FC236}">
                          <a16:creationId xmlns:a16="http://schemas.microsoft.com/office/drawing/2014/main" id="{4CD5E2D0-FCFF-455B-B500-3F923823361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036" name="グループ化 64035">
                    <a:extLst>
                      <a:ext uri="{FF2B5EF4-FFF2-40B4-BE49-F238E27FC236}">
                        <a16:creationId xmlns:a16="http://schemas.microsoft.com/office/drawing/2014/main" id="{99630244-EAFF-4B8C-BF39-268499F9F943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4037" name="直線コネクタ 64036">
                      <a:extLst>
                        <a:ext uri="{FF2B5EF4-FFF2-40B4-BE49-F238E27FC236}">
                          <a16:creationId xmlns:a16="http://schemas.microsoft.com/office/drawing/2014/main" id="{F25C6AB4-5B63-406A-827E-8A1C64910B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38" name="直線コネクタ 64037">
                      <a:extLst>
                        <a:ext uri="{FF2B5EF4-FFF2-40B4-BE49-F238E27FC236}">
                          <a16:creationId xmlns:a16="http://schemas.microsoft.com/office/drawing/2014/main" id="{227B03E8-DDD5-4619-9808-7242A75089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39" name="直線コネクタ 64038">
                      <a:extLst>
                        <a:ext uri="{FF2B5EF4-FFF2-40B4-BE49-F238E27FC236}">
                          <a16:creationId xmlns:a16="http://schemas.microsoft.com/office/drawing/2014/main" id="{59C25084-EE22-41D1-B636-6864D0F3C6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0" name="直線コネクタ 64039">
                      <a:extLst>
                        <a:ext uri="{FF2B5EF4-FFF2-40B4-BE49-F238E27FC236}">
                          <a16:creationId xmlns:a16="http://schemas.microsoft.com/office/drawing/2014/main" id="{25F99D7A-076A-4431-BE2D-DA81D6CAE0C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1" name="直線コネクタ 64040">
                      <a:extLst>
                        <a:ext uri="{FF2B5EF4-FFF2-40B4-BE49-F238E27FC236}">
                          <a16:creationId xmlns:a16="http://schemas.microsoft.com/office/drawing/2014/main" id="{C2D6E086-B1F7-42E3-A0B2-2A40C5ABDB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2" name="直線コネクタ 64041">
                      <a:extLst>
                        <a:ext uri="{FF2B5EF4-FFF2-40B4-BE49-F238E27FC236}">
                          <a16:creationId xmlns:a16="http://schemas.microsoft.com/office/drawing/2014/main" id="{57EA386D-BD5B-4053-8185-062A3691B1C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3" name="直線コネクタ 64042">
                      <a:extLst>
                        <a:ext uri="{FF2B5EF4-FFF2-40B4-BE49-F238E27FC236}">
                          <a16:creationId xmlns:a16="http://schemas.microsoft.com/office/drawing/2014/main" id="{A1F26B93-C2E2-4710-A0A7-99DAD1C6DCE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4" name="直線コネクタ 64043">
                      <a:extLst>
                        <a:ext uri="{FF2B5EF4-FFF2-40B4-BE49-F238E27FC236}">
                          <a16:creationId xmlns:a16="http://schemas.microsoft.com/office/drawing/2014/main" id="{8C83B730-3821-4B94-9175-59BD222E8D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5" name="直線コネクタ 64044">
                      <a:extLst>
                        <a:ext uri="{FF2B5EF4-FFF2-40B4-BE49-F238E27FC236}">
                          <a16:creationId xmlns:a16="http://schemas.microsoft.com/office/drawing/2014/main" id="{8B6CC9EB-0361-47C3-8625-24EC69A1BF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6" name="直線コネクタ 64045">
                      <a:extLst>
                        <a:ext uri="{FF2B5EF4-FFF2-40B4-BE49-F238E27FC236}">
                          <a16:creationId xmlns:a16="http://schemas.microsoft.com/office/drawing/2014/main" id="{5DC8C58B-1A82-474F-8E28-7659E9A65E8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7" name="直線コネクタ 64046">
                      <a:extLst>
                        <a:ext uri="{FF2B5EF4-FFF2-40B4-BE49-F238E27FC236}">
                          <a16:creationId xmlns:a16="http://schemas.microsoft.com/office/drawing/2014/main" id="{121F07EC-3C09-4112-BD3C-47FB3A2497C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8" name="直線コネクタ 64047">
                      <a:extLst>
                        <a:ext uri="{FF2B5EF4-FFF2-40B4-BE49-F238E27FC236}">
                          <a16:creationId xmlns:a16="http://schemas.microsoft.com/office/drawing/2014/main" id="{88A251B5-398E-4CBC-AE1C-A0A9DA75F1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49" name="直線コネクタ 64048">
                      <a:extLst>
                        <a:ext uri="{FF2B5EF4-FFF2-40B4-BE49-F238E27FC236}">
                          <a16:creationId xmlns:a16="http://schemas.microsoft.com/office/drawing/2014/main" id="{0619C99D-7CFA-416E-9401-3996FE740E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0" name="直線コネクタ 64049">
                      <a:extLst>
                        <a:ext uri="{FF2B5EF4-FFF2-40B4-BE49-F238E27FC236}">
                          <a16:creationId xmlns:a16="http://schemas.microsoft.com/office/drawing/2014/main" id="{AE1889D8-AFE3-4A66-82EF-A6496C9E09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1" name="直線コネクタ 64050">
                      <a:extLst>
                        <a:ext uri="{FF2B5EF4-FFF2-40B4-BE49-F238E27FC236}">
                          <a16:creationId xmlns:a16="http://schemas.microsoft.com/office/drawing/2014/main" id="{0C5B996E-89C9-47A4-AA9B-CBBF2D5761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2" name="直線コネクタ 64051">
                      <a:extLst>
                        <a:ext uri="{FF2B5EF4-FFF2-40B4-BE49-F238E27FC236}">
                          <a16:creationId xmlns:a16="http://schemas.microsoft.com/office/drawing/2014/main" id="{EECA9404-FE31-4D3A-8737-BB2A92F6DA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3" name="直線コネクタ 64052">
                      <a:extLst>
                        <a:ext uri="{FF2B5EF4-FFF2-40B4-BE49-F238E27FC236}">
                          <a16:creationId xmlns:a16="http://schemas.microsoft.com/office/drawing/2014/main" id="{CABCE3AB-1D32-4F7C-B163-4E87F125F77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4" name="直線コネクタ 64053">
                      <a:extLst>
                        <a:ext uri="{FF2B5EF4-FFF2-40B4-BE49-F238E27FC236}">
                          <a16:creationId xmlns:a16="http://schemas.microsoft.com/office/drawing/2014/main" id="{45A73AEE-30B3-4F66-AB60-E1BFC2C3CD3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5" name="直線コネクタ 64054">
                      <a:extLst>
                        <a:ext uri="{FF2B5EF4-FFF2-40B4-BE49-F238E27FC236}">
                          <a16:creationId xmlns:a16="http://schemas.microsoft.com/office/drawing/2014/main" id="{7099C36D-34BB-40E0-9B19-36EFCC8480B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6" name="直線コネクタ 64055">
                      <a:extLst>
                        <a:ext uri="{FF2B5EF4-FFF2-40B4-BE49-F238E27FC236}">
                          <a16:creationId xmlns:a16="http://schemas.microsoft.com/office/drawing/2014/main" id="{7CBE0C7F-07BF-49F7-A742-87242929AE7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7" name="直線コネクタ 64056">
                      <a:extLst>
                        <a:ext uri="{FF2B5EF4-FFF2-40B4-BE49-F238E27FC236}">
                          <a16:creationId xmlns:a16="http://schemas.microsoft.com/office/drawing/2014/main" id="{BE71B4C1-7EA1-4B6A-9E50-56790A8C972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8" name="直線コネクタ 64057">
                      <a:extLst>
                        <a:ext uri="{FF2B5EF4-FFF2-40B4-BE49-F238E27FC236}">
                          <a16:creationId xmlns:a16="http://schemas.microsoft.com/office/drawing/2014/main" id="{C0C80086-D84C-4B4C-9DD8-E3EB241E81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59" name="直線コネクタ 64058">
                      <a:extLst>
                        <a:ext uri="{FF2B5EF4-FFF2-40B4-BE49-F238E27FC236}">
                          <a16:creationId xmlns:a16="http://schemas.microsoft.com/office/drawing/2014/main" id="{08094D9A-D062-45B2-B8B0-2A5BA5C374F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0" name="直線コネクタ 64059">
                      <a:extLst>
                        <a:ext uri="{FF2B5EF4-FFF2-40B4-BE49-F238E27FC236}">
                          <a16:creationId xmlns:a16="http://schemas.microsoft.com/office/drawing/2014/main" id="{CDDA7962-0B09-405D-B808-33784C7B09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1" name="直線コネクタ 64060">
                      <a:extLst>
                        <a:ext uri="{FF2B5EF4-FFF2-40B4-BE49-F238E27FC236}">
                          <a16:creationId xmlns:a16="http://schemas.microsoft.com/office/drawing/2014/main" id="{05C37621-5EF5-4AD8-B330-614C5AD97E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2" name="直線コネクタ 64061">
                      <a:extLst>
                        <a:ext uri="{FF2B5EF4-FFF2-40B4-BE49-F238E27FC236}">
                          <a16:creationId xmlns:a16="http://schemas.microsoft.com/office/drawing/2014/main" id="{83CA0521-1BE6-40A1-8248-88947E26A71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3" name="直線コネクタ 64062">
                      <a:extLst>
                        <a:ext uri="{FF2B5EF4-FFF2-40B4-BE49-F238E27FC236}">
                          <a16:creationId xmlns:a16="http://schemas.microsoft.com/office/drawing/2014/main" id="{F7BB0E1B-DE36-4333-BC49-E7A156E802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4" name="直線コネクタ 64063">
                      <a:extLst>
                        <a:ext uri="{FF2B5EF4-FFF2-40B4-BE49-F238E27FC236}">
                          <a16:creationId xmlns:a16="http://schemas.microsoft.com/office/drawing/2014/main" id="{E7812B33-649F-4BD2-92F8-385C3DCB69D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5" name="直線コネクタ 64064">
                      <a:extLst>
                        <a:ext uri="{FF2B5EF4-FFF2-40B4-BE49-F238E27FC236}">
                          <a16:creationId xmlns:a16="http://schemas.microsoft.com/office/drawing/2014/main" id="{7B380B8F-2A77-46B3-ACA1-3D16C581C0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6" name="直線コネクタ 64065">
                      <a:extLst>
                        <a:ext uri="{FF2B5EF4-FFF2-40B4-BE49-F238E27FC236}">
                          <a16:creationId xmlns:a16="http://schemas.microsoft.com/office/drawing/2014/main" id="{5F491339-32B7-459B-8259-987511B86A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7" name="直線コネクタ 64066">
                      <a:extLst>
                        <a:ext uri="{FF2B5EF4-FFF2-40B4-BE49-F238E27FC236}">
                          <a16:creationId xmlns:a16="http://schemas.microsoft.com/office/drawing/2014/main" id="{4B9E15C3-FAAD-4C4A-9E69-FC05B6B71D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8" name="直線コネクタ 64067">
                      <a:extLst>
                        <a:ext uri="{FF2B5EF4-FFF2-40B4-BE49-F238E27FC236}">
                          <a16:creationId xmlns:a16="http://schemas.microsoft.com/office/drawing/2014/main" id="{E7B5C6C2-FF93-4F56-AB0D-21FC1E0520D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69" name="直線コネクタ 64068">
                      <a:extLst>
                        <a:ext uri="{FF2B5EF4-FFF2-40B4-BE49-F238E27FC236}">
                          <a16:creationId xmlns:a16="http://schemas.microsoft.com/office/drawing/2014/main" id="{DC37AC96-BB90-483F-93BB-E289A80884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0" name="直線コネクタ 64069">
                      <a:extLst>
                        <a:ext uri="{FF2B5EF4-FFF2-40B4-BE49-F238E27FC236}">
                          <a16:creationId xmlns:a16="http://schemas.microsoft.com/office/drawing/2014/main" id="{562AD9CC-0F77-47F9-AAB5-A7562CCA26C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1" name="直線コネクタ 64070">
                      <a:extLst>
                        <a:ext uri="{FF2B5EF4-FFF2-40B4-BE49-F238E27FC236}">
                          <a16:creationId xmlns:a16="http://schemas.microsoft.com/office/drawing/2014/main" id="{3DCBD5D0-4F21-493A-B9DD-62DE5AADA2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2" name="直線コネクタ 64071">
                      <a:extLst>
                        <a:ext uri="{FF2B5EF4-FFF2-40B4-BE49-F238E27FC236}">
                          <a16:creationId xmlns:a16="http://schemas.microsoft.com/office/drawing/2014/main" id="{79B1BC0D-724D-4717-B7F9-5B275F58CD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3" name="直線コネクタ 64072">
                      <a:extLst>
                        <a:ext uri="{FF2B5EF4-FFF2-40B4-BE49-F238E27FC236}">
                          <a16:creationId xmlns:a16="http://schemas.microsoft.com/office/drawing/2014/main" id="{6DC6CF0A-0645-4AD2-81E5-DF9E86A0BB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4" name="直線コネクタ 64073">
                      <a:extLst>
                        <a:ext uri="{FF2B5EF4-FFF2-40B4-BE49-F238E27FC236}">
                          <a16:creationId xmlns:a16="http://schemas.microsoft.com/office/drawing/2014/main" id="{F4BA9FA9-77AB-451D-8E9E-86B9045EDF7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5" name="直線コネクタ 64074">
                      <a:extLst>
                        <a:ext uri="{FF2B5EF4-FFF2-40B4-BE49-F238E27FC236}">
                          <a16:creationId xmlns:a16="http://schemas.microsoft.com/office/drawing/2014/main" id="{60B928D6-917C-4ACF-AF0A-B2F809AA98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6" name="直線コネクタ 64075">
                      <a:extLst>
                        <a:ext uri="{FF2B5EF4-FFF2-40B4-BE49-F238E27FC236}">
                          <a16:creationId xmlns:a16="http://schemas.microsoft.com/office/drawing/2014/main" id="{CA8ABFCE-8460-42C8-9078-7CF5EA160F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7" name="直線コネクタ 64076">
                      <a:extLst>
                        <a:ext uri="{FF2B5EF4-FFF2-40B4-BE49-F238E27FC236}">
                          <a16:creationId xmlns:a16="http://schemas.microsoft.com/office/drawing/2014/main" id="{F787CAC6-F855-484D-824D-9510A99A3DC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8" name="直線コネクタ 64077">
                      <a:extLst>
                        <a:ext uri="{FF2B5EF4-FFF2-40B4-BE49-F238E27FC236}">
                          <a16:creationId xmlns:a16="http://schemas.microsoft.com/office/drawing/2014/main" id="{D03F9368-7E24-42D6-B0E8-ECC0F22DA6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79" name="直線コネクタ 64078">
                      <a:extLst>
                        <a:ext uri="{FF2B5EF4-FFF2-40B4-BE49-F238E27FC236}">
                          <a16:creationId xmlns:a16="http://schemas.microsoft.com/office/drawing/2014/main" id="{45F74806-B3DB-49A3-93A9-FE3AD46A76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0" name="直線コネクタ 64079">
                      <a:extLst>
                        <a:ext uri="{FF2B5EF4-FFF2-40B4-BE49-F238E27FC236}">
                          <a16:creationId xmlns:a16="http://schemas.microsoft.com/office/drawing/2014/main" id="{E2789CF8-B393-4C0B-85FF-43D73E78AF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1" name="直線コネクタ 64080">
                      <a:extLst>
                        <a:ext uri="{FF2B5EF4-FFF2-40B4-BE49-F238E27FC236}">
                          <a16:creationId xmlns:a16="http://schemas.microsoft.com/office/drawing/2014/main" id="{E8A07395-26BC-43AD-9031-BE0EB599034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082" name="直線コネクタ 64081">
                      <a:extLst>
                        <a:ext uri="{FF2B5EF4-FFF2-40B4-BE49-F238E27FC236}">
                          <a16:creationId xmlns:a16="http://schemas.microsoft.com/office/drawing/2014/main" id="{7171AA79-B76C-4947-93B1-00D2175EA8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3799" name="グループ化 63798">
                  <a:extLst>
                    <a:ext uri="{FF2B5EF4-FFF2-40B4-BE49-F238E27FC236}">
                      <a16:creationId xmlns:a16="http://schemas.microsoft.com/office/drawing/2014/main" id="{B0805326-7A62-4866-A7EE-6D96FC9D9194}"/>
                    </a:ext>
                  </a:extLst>
                </p:cNvPr>
                <p:cNvGrpSpPr/>
                <p:nvPr/>
              </p:nvGrpSpPr>
              <p:grpSpPr>
                <a:xfrm rot="16200000">
                  <a:off x="1349846" y="404918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3989" name="直線コネクタ 63988">
                    <a:extLst>
                      <a:ext uri="{FF2B5EF4-FFF2-40B4-BE49-F238E27FC236}">
                        <a16:creationId xmlns:a16="http://schemas.microsoft.com/office/drawing/2014/main" id="{A21A2CCB-DD1F-4B21-ABA0-4AC2E36DAD2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0" name="直線コネクタ 63989">
                    <a:extLst>
                      <a:ext uri="{FF2B5EF4-FFF2-40B4-BE49-F238E27FC236}">
                        <a16:creationId xmlns:a16="http://schemas.microsoft.com/office/drawing/2014/main" id="{7B88155A-F264-4A7A-8610-7E8318E4981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1" name="直線コネクタ 63990">
                    <a:extLst>
                      <a:ext uri="{FF2B5EF4-FFF2-40B4-BE49-F238E27FC236}">
                        <a16:creationId xmlns:a16="http://schemas.microsoft.com/office/drawing/2014/main" id="{7CA89AC7-2432-42F2-B744-167A5BF80B2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2" name="直線コネクタ 63991">
                    <a:extLst>
                      <a:ext uri="{FF2B5EF4-FFF2-40B4-BE49-F238E27FC236}">
                        <a16:creationId xmlns:a16="http://schemas.microsoft.com/office/drawing/2014/main" id="{A70EAC26-8E34-4DA6-A88D-3D6965B53FE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3" name="直線コネクタ 63992">
                    <a:extLst>
                      <a:ext uri="{FF2B5EF4-FFF2-40B4-BE49-F238E27FC236}">
                        <a16:creationId xmlns:a16="http://schemas.microsoft.com/office/drawing/2014/main" id="{79ACD12F-6A9F-4483-BC7C-2E8058447CB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4" name="直線コネクタ 63993">
                    <a:extLst>
                      <a:ext uri="{FF2B5EF4-FFF2-40B4-BE49-F238E27FC236}">
                        <a16:creationId xmlns:a16="http://schemas.microsoft.com/office/drawing/2014/main" id="{E4CE57D3-4BBD-4942-92A0-23507BE8C59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5" name="直線コネクタ 63994">
                    <a:extLst>
                      <a:ext uri="{FF2B5EF4-FFF2-40B4-BE49-F238E27FC236}">
                        <a16:creationId xmlns:a16="http://schemas.microsoft.com/office/drawing/2014/main" id="{8E7FFDB9-F82A-4F69-AB69-D426D16AA65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6" name="直線コネクタ 63995">
                    <a:extLst>
                      <a:ext uri="{FF2B5EF4-FFF2-40B4-BE49-F238E27FC236}">
                        <a16:creationId xmlns:a16="http://schemas.microsoft.com/office/drawing/2014/main" id="{0E4A6799-D6CE-4611-871F-5FC3E520D03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7" name="直線コネクタ 63996">
                    <a:extLst>
                      <a:ext uri="{FF2B5EF4-FFF2-40B4-BE49-F238E27FC236}">
                        <a16:creationId xmlns:a16="http://schemas.microsoft.com/office/drawing/2014/main" id="{3777F1AA-7FD0-4A22-96A1-7D5B9EA72FA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8" name="直線コネクタ 63997">
                    <a:extLst>
                      <a:ext uri="{FF2B5EF4-FFF2-40B4-BE49-F238E27FC236}">
                        <a16:creationId xmlns:a16="http://schemas.microsoft.com/office/drawing/2014/main" id="{3D98D6D7-01BF-439A-825E-FCCD1B7CB32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99" name="直線コネクタ 63998">
                    <a:extLst>
                      <a:ext uri="{FF2B5EF4-FFF2-40B4-BE49-F238E27FC236}">
                        <a16:creationId xmlns:a16="http://schemas.microsoft.com/office/drawing/2014/main" id="{2457189E-5A39-4237-A4A6-312F647A998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0" name="直線コネクタ 63999">
                    <a:extLst>
                      <a:ext uri="{FF2B5EF4-FFF2-40B4-BE49-F238E27FC236}">
                        <a16:creationId xmlns:a16="http://schemas.microsoft.com/office/drawing/2014/main" id="{2E54F51E-8DA4-475B-ACFC-92F6E89CBAE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1" name="直線コネクタ 64000">
                    <a:extLst>
                      <a:ext uri="{FF2B5EF4-FFF2-40B4-BE49-F238E27FC236}">
                        <a16:creationId xmlns:a16="http://schemas.microsoft.com/office/drawing/2014/main" id="{B0436AF7-A626-4933-AF5B-60382C1526E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2" name="直線コネクタ 64001">
                    <a:extLst>
                      <a:ext uri="{FF2B5EF4-FFF2-40B4-BE49-F238E27FC236}">
                        <a16:creationId xmlns:a16="http://schemas.microsoft.com/office/drawing/2014/main" id="{7198B302-EB89-4400-962C-29D53F5D3BA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3" name="直線コネクタ 64002">
                    <a:extLst>
                      <a:ext uri="{FF2B5EF4-FFF2-40B4-BE49-F238E27FC236}">
                        <a16:creationId xmlns:a16="http://schemas.microsoft.com/office/drawing/2014/main" id="{A29E9B75-CB88-41DC-A589-9F98CB6914B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4" name="直線コネクタ 64003">
                    <a:extLst>
                      <a:ext uri="{FF2B5EF4-FFF2-40B4-BE49-F238E27FC236}">
                        <a16:creationId xmlns:a16="http://schemas.microsoft.com/office/drawing/2014/main" id="{BB4115E8-C88E-4FBC-A7E7-B2F2BE08141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5" name="直線コネクタ 64004">
                    <a:extLst>
                      <a:ext uri="{FF2B5EF4-FFF2-40B4-BE49-F238E27FC236}">
                        <a16:creationId xmlns:a16="http://schemas.microsoft.com/office/drawing/2014/main" id="{6EBC9126-FD5A-45D8-99B8-C5B77991D62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6" name="直線コネクタ 64005">
                    <a:extLst>
                      <a:ext uri="{FF2B5EF4-FFF2-40B4-BE49-F238E27FC236}">
                        <a16:creationId xmlns:a16="http://schemas.microsoft.com/office/drawing/2014/main" id="{64A1A9B4-90F6-4691-959F-38C5091FD3E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7" name="直線コネクタ 64006">
                    <a:extLst>
                      <a:ext uri="{FF2B5EF4-FFF2-40B4-BE49-F238E27FC236}">
                        <a16:creationId xmlns:a16="http://schemas.microsoft.com/office/drawing/2014/main" id="{C18A35EB-D842-4BDF-9798-A7479674BD1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8" name="直線コネクタ 64007">
                    <a:extLst>
                      <a:ext uri="{FF2B5EF4-FFF2-40B4-BE49-F238E27FC236}">
                        <a16:creationId xmlns:a16="http://schemas.microsoft.com/office/drawing/2014/main" id="{2D292175-6F1A-462A-9A43-6049AC9242F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09" name="直線コネクタ 64008">
                    <a:extLst>
                      <a:ext uri="{FF2B5EF4-FFF2-40B4-BE49-F238E27FC236}">
                        <a16:creationId xmlns:a16="http://schemas.microsoft.com/office/drawing/2014/main" id="{9B269DA2-FB6B-4E4F-AF94-6C3D65D6D78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0" name="直線コネクタ 64009">
                    <a:extLst>
                      <a:ext uri="{FF2B5EF4-FFF2-40B4-BE49-F238E27FC236}">
                        <a16:creationId xmlns:a16="http://schemas.microsoft.com/office/drawing/2014/main" id="{EBEA6541-E36C-44AA-A9F9-FE49F0D94F6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1" name="直線コネクタ 64010">
                    <a:extLst>
                      <a:ext uri="{FF2B5EF4-FFF2-40B4-BE49-F238E27FC236}">
                        <a16:creationId xmlns:a16="http://schemas.microsoft.com/office/drawing/2014/main" id="{8F7534AA-150D-4E7F-9427-D75194A1A93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2" name="直線コネクタ 64011">
                    <a:extLst>
                      <a:ext uri="{FF2B5EF4-FFF2-40B4-BE49-F238E27FC236}">
                        <a16:creationId xmlns:a16="http://schemas.microsoft.com/office/drawing/2014/main" id="{9761B282-8199-4BED-8357-28A23B44B4B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3" name="直線コネクタ 64012">
                    <a:extLst>
                      <a:ext uri="{FF2B5EF4-FFF2-40B4-BE49-F238E27FC236}">
                        <a16:creationId xmlns:a16="http://schemas.microsoft.com/office/drawing/2014/main" id="{9A81F6F9-F564-437F-80C2-A5A3CEECA6B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4" name="直線コネクタ 64013">
                    <a:extLst>
                      <a:ext uri="{FF2B5EF4-FFF2-40B4-BE49-F238E27FC236}">
                        <a16:creationId xmlns:a16="http://schemas.microsoft.com/office/drawing/2014/main" id="{511E3563-25BC-4B57-990D-2C202C19170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5" name="直線コネクタ 64014">
                    <a:extLst>
                      <a:ext uri="{FF2B5EF4-FFF2-40B4-BE49-F238E27FC236}">
                        <a16:creationId xmlns:a16="http://schemas.microsoft.com/office/drawing/2014/main" id="{92FAC008-DF33-43E6-B611-B07628F01E8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6" name="直線コネクタ 64015">
                    <a:extLst>
                      <a:ext uri="{FF2B5EF4-FFF2-40B4-BE49-F238E27FC236}">
                        <a16:creationId xmlns:a16="http://schemas.microsoft.com/office/drawing/2014/main" id="{FE3DAD36-025D-4ABF-BC80-4869DE2EEC9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7" name="直線コネクタ 64016">
                    <a:extLst>
                      <a:ext uri="{FF2B5EF4-FFF2-40B4-BE49-F238E27FC236}">
                        <a16:creationId xmlns:a16="http://schemas.microsoft.com/office/drawing/2014/main" id="{54CEC339-4AFC-41B5-A1E3-5300E13BEF8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8" name="直線コネクタ 64017">
                    <a:extLst>
                      <a:ext uri="{FF2B5EF4-FFF2-40B4-BE49-F238E27FC236}">
                        <a16:creationId xmlns:a16="http://schemas.microsoft.com/office/drawing/2014/main" id="{E03D33B8-A6F6-449F-9DB3-0F58BA8E7E6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19" name="直線コネクタ 64018">
                    <a:extLst>
                      <a:ext uri="{FF2B5EF4-FFF2-40B4-BE49-F238E27FC236}">
                        <a16:creationId xmlns:a16="http://schemas.microsoft.com/office/drawing/2014/main" id="{D810BC01-B36D-427C-AEAD-446510F49B2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0" name="直線コネクタ 64019">
                    <a:extLst>
                      <a:ext uri="{FF2B5EF4-FFF2-40B4-BE49-F238E27FC236}">
                        <a16:creationId xmlns:a16="http://schemas.microsoft.com/office/drawing/2014/main" id="{24E89DEE-271B-4ED9-B053-096ACAAB034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1" name="直線コネクタ 64020">
                    <a:extLst>
                      <a:ext uri="{FF2B5EF4-FFF2-40B4-BE49-F238E27FC236}">
                        <a16:creationId xmlns:a16="http://schemas.microsoft.com/office/drawing/2014/main" id="{34C1DEE0-A324-4DC2-B11C-078902C5298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2" name="直線コネクタ 64021">
                    <a:extLst>
                      <a:ext uri="{FF2B5EF4-FFF2-40B4-BE49-F238E27FC236}">
                        <a16:creationId xmlns:a16="http://schemas.microsoft.com/office/drawing/2014/main" id="{F7C5FD7E-82A9-4226-A798-8CBA35E8180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3" name="直線コネクタ 64022">
                    <a:extLst>
                      <a:ext uri="{FF2B5EF4-FFF2-40B4-BE49-F238E27FC236}">
                        <a16:creationId xmlns:a16="http://schemas.microsoft.com/office/drawing/2014/main" id="{815848D0-3002-4BC6-9935-4212062349A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4" name="直線コネクタ 64023">
                    <a:extLst>
                      <a:ext uri="{FF2B5EF4-FFF2-40B4-BE49-F238E27FC236}">
                        <a16:creationId xmlns:a16="http://schemas.microsoft.com/office/drawing/2014/main" id="{85E6C630-AEB1-4B6B-A707-DB5BA271066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5" name="直線コネクタ 64024">
                    <a:extLst>
                      <a:ext uri="{FF2B5EF4-FFF2-40B4-BE49-F238E27FC236}">
                        <a16:creationId xmlns:a16="http://schemas.microsoft.com/office/drawing/2014/main" id="{17F761F2-FEB3-49F7-8CF2-0465E67A344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6" name="直線コネクタ 64025">
                    <a:extLst>
                      <a:ext uri="{FF2B5EF4-FFF2-40B4-BE49-F238E27FC236}">
                        <a16:creationId xmlns:a16="http://schemas.microsoft.com/office/drawing/2014/main" id="{ECC46A24-82FE-4718-8303-2BF9CBF2DCB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7" name="直線コネクタ 64026">
                    <a:extLst>
                      <a:ext uri="{FF2B5EF4-FFF2-40B4-BE49-F238E27FC236}">
                        <a16:creationId xmlns:a16="http://schemas.microsoft.com/office/drawing/2014/main" id="{A28952C7-3CA1-4CEE-92D6-68AC3FB74CC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8" name="直線コネクタ 64027">
                    <a:extLst>
                      <a:ext uri="{FF2B5EF4-FFF2-40B4-BE49-F238E27FC236}">
                        <a16:creationId xmlns:a16="http://schemas.microsoft.com/office/drawing/2014/main" id="{5F0BED4B-68F5-4C67-8786-1A2C6B26D4B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29" name="直線コネクタ 64028">
                    <a:extLst>
                      <a:ext uri="{FF2B5EF4-FFF2-40B4-BE49-F238E27FC236}">
                        <a16:creationId xmlns:a16="http://schemas.microsoft.com/office/drawing/2014/main" id="{85198F53-EAB5-4011-8EF7-1799D2DCC0C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30" name="直線コネクタ 64029">
                    <a:extLst>
                      <a:ext uri="{FF2B5EF4-FFF2-40B4-BE49-F238E27FC236}">
                        <a16:creationId xmlns:a16="http://schemas.microsoft.com/office/drawing/2014/main" id="{95285788-9C4F-4E13-B177-9ED3E702652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31" name="直線コネクタ 64030">
                    <a:extLst>
                      <a:ext uri="{FF2B5EF4-FFF2-40B4-BE49-F238E27FC236}">
                        <a16:creationId xmlns:a16="http://schemas.microsoft.com/office/drawing/2014/main" id="{B619445E-2D57-4B44-A22B-7AAC56B184B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32" name="直線コネクタ 64031">
                    <a:extLst>
                      <a:ext uri="{FF2B5EF4-FFF2-40B4-BE49-F238E27FC236}">
                        <a16:creationId xmlns:a16="http://schemas.microsoft.com/office/drawing/2014/main" id="{401C9D94-B4B7-458D-9BF4-A2E13049191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33" name="直線コネクタ 64032">
                    <a:extLst>
                      <a:ext uri="{FF2B5EF4-FFF2-40B4-BE49-F238E27FC236}">
                        <a16:creationId xmlns:a16="http://schemas.microsoft.com/office/drawing/2014/main" id="{B5F9B68F-4237-4784-8C7B-A145546A90A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034" name="直線コネクタ 64033">
                    <a:extLst>
                      <a:ext uri="{FF2B5EF4-FFF2-40B4-BE49-F238E27FC236}">
                        <a16:creationId xmlns:a16="http://schemas.microsoft.com/office/drawing/2014/main" id="{1DE9037E-A989-455D-ABE0-BFCA33A4FDA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800" name="グループ化 63799">
                  <a:extLst>
                    <a:ext uri="{FF2B5EF4-FFF2-40B4-BE49-F238E27FC236}">
                      <a16:creationId xmlns:a16="http://schemas.microsoft.com/office/drawing/2014/main" id="{EFAF08B1-6D8B-4ED1-81B4-C7366F6C0BD3}"/>
                    </a:ext>
                  </a:extLst>
                </p:cNvPr>
                <p:cNvGrpSpPr/>
                <p:nvPr/>
              </p:nvGrpSpPr>
              <p:grpSpPr>
                <a:xfrm>
                  <a:off x="1799185" y="1799488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3943" name="直線コネクタ 63942">
                    <a:extLst>
                      <a:ext uri="{FF2B5EF4-FFF2-40B4-BE49-F238E27FC236}">
                        <a16:creationId xmlns:a16="http://schemas.microsoft.com/office/drawing/2014/main" id="{006EE371-886A-4288-B8DF-792863111C3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4" name="直線コネクタ 63943">
                    <a:extLst>
                      <a:ext uri="{FF2B5EF4-FFF2-40B4-BE49-F238E27FC236}">
                        <a16:creationId xmlns:a16="http://schemas.microsoft.com/office/drawing/2014/main" id="{DB95A446-91D3-4B9A-9F29-DF331CCF9A0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5" name="直線コネクタ 63944">
                    <a:extLst>
                      <a:ext uri="{FF2B5EF4-FFF2-40B4-BE49-F238E27FC236}">
                        <a16:creationId xmlns:a16="http://schemas.microsoft.com/office/drawing/2014/main" id="{C119B881-CCE2-4485-B90E-49296250E85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6" name="直線コネクタ 63945">
                    <a:extLst>
                      <a:ext uri="{FF2B5EF4-FFF2-40B4-BE49-F238E27FC236}">
                        <a16:creationId xmlns:a16="http://schemas.microsoft.com/office/drawing/2014/main" id="{8722CDAC-829C-4AA0-B82A-47D2D0E9D0F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7" name="直線コネクタ 63946">
                    <a:extLst>
                      <a:ext uri="{FF2B5EF4-FFF2-40B4-BE49-F238E27FC236}">
                        <a16:creationId xmlns:a16="http://schemas.microsoft.com/office/drawing/2014/main" id="{4ACCFAB8-ACE0-4207-B021-0A7DFF97B0B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8" name="直線コネクタ 63947">
                    <a:extLst>
                      <a:ext uri="{FF2B5EF4-FFF2-40B4-BE49-F238E27FC236}">
                        <a16:creationId xmlns:a16="http://schemas.microsoft.com/office/drawing/2014/main" id="{97D1D1BB-627C-4AEE-913A-D76F00BC7E9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9" name="直線コネクタ 63948">
                    <a:extLst>
                      <a:ext uri="{FF2B5EF4-FFF2-40B4-BE49-F238E27FC236}">
                        <a16:creationId xmlns:a16="http://schemas.microsoft.com/office/drawing/2014/main" id="{335F932C-0F61-45D5-A5BC-97A3A7148FE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0" name="直線コネクタ 63949">
                    <a:extLst>
                      <a:ext uri="{FF2B5EF4-FFF2-40B4-BE49-F238E27FC236}">
                        <a16:creationId xmlns:a16="http://schemas.microsoft.com/office/drawing/2014/main" id="{46D27286-D35F-41C6-B139-4E79A13E4AC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1" name="直線コネクタ 63950">
                    <a:extLst>
                      <a:ext uri="{FF2B5EF4-FFF2-40B4-BE49-F238E27FC236}">
                        <a16:creationId xmlns:a16="http://schemas.microsoft.com/office/drawing/2014/main" id="{1099F4D9-586C-4929-BD3A-18AC9B76109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2" name="直線コネクタ 63951">
                    <a:extLst>
                      <a:ext uri="{FF2B5EF4-FFF2-40B4-BE49-F238E27FC236}">
                        <a16:creationId xmlns:a16="http://schemas.microsoft.com/office/drawing/2014/main" id="{8E15E86B-9E37-4E5E-9ADB-CA86859E9F5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3" name="直線コネクタ 63952">
                    <a:extLst>
                      <a:ext uri="{FF2B5EF4-FFF2-40B4-BE49-F238E27FC236}">
                        <a16:creationId xmlns:a16="http://schemas.microsoft.com/office/drawing/2014/main" id="{45E3D374-366F-4201-BB4F-70D7A606354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4" name="直線コネクタ 63953">
                    <a:extLst>
                      <a:ext uri="{FF2B5EF4-FFF2-40B4-BE49-F238E27FC236}">
                        <a16:creationId xmlns:a16="http://schemas.microsoft.com/office/drawing/2014/main" id="{780F1B4C-2FC2-4006-A6C5-318AAC3967F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5" name="直線コネクタ 63954">
                    <a:extLst>
                      <a:ext uri="{FF2B5EF4-FFF2-40B4-BE49-F238E27FC236}">
                        <a16:creationId xmlns:a16="http://schemas.microsoft.com/office/drawing/2014/main" id="{71922827-4789-47FD-8636-F9357F6514C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6" name="直線コネクタ 63955">
                    <a:extLst>
                      <a:ext uri="{FF2B5EF4-FFF2-40B4-BE49-F238E27FC236}">
                        <a16:creationId xmlns:a16="http://schemas.microsoft.com/office/drawing/2014/main" id="{34D20E32-3BC5-4AC5-9C66-7BE13E347B8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7" name="直線コネクタ 63956">
                    <a:extLst>
                      <a:ext uri="{FF2B5EF4-FFF2-40B4-BE49-F238E27FC236}">
                        <a16:creationId xmlns:a16="http://schemas.microsoft.com/office/drawing/2014/main" id="{198B47A9-C83D-4934-8C41-AF8D3AE0510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8" name="直線コネクタ 63957">
                    <a:extLst>
                      <a:ext uri="{FF2B5EF4-FFF2-40B4-BE49-F238E27FC236}">
                        <a16:creationId xmlns:a16="http://schemas.microsoft.com/office/drawing/2014/main" id="{EF007BD1-B923-4758-A7C1-A5E8C6C1FEC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59" name="直線コネクタ 63958">
                    <a:extLst>
                      <a:ext uri="{FF2B5EF4-FFF2-40B4-BE49-F238E27FC236}">
                        <a16:creationId xmlns:a16="http://schemas.microsoft.com/office/drawing/2014/main" id="{B3DCD7EB-45A8-447A-A63F-E6D3FBA1121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0" name="直線コネクタ 63959">
                    <a:extLst>
                      <a:ext uri="{FF2B5EF4-FFF2-40B4-BE49-F238E27FC236}">
                        <a16:creationId xmlns:a16="http://schemas.microsoft.com/office/drawing/2014/main" id="{E9A5F5BD-FD90-41C2-9C7B-FF4E99DE45A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1" name="直線コネクタ 63960">
                    <a:extLst>
                      <a:ext uri="{FF2B5EF4-FFF2-40B4-BE49-F238E27FC236}">
                        <a16:creationId xmlns:a16="http://schemas.microsoft.com/office/drawing/2014/main" id="{3C939144-5F22-47FA-8E7A-6436E1A538F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2" name="直線コネクタ 63961">
                    <a:extLst>
                      <a:ext uri="{FF2B5EF4-FFF2-40B4-BE49-F238E27FC236}">
                        <a16:creationId xmlns:a16="http://schemas.microsoft.com/office/drawing/2014/main" id="{D64AD4AA-B7D3-4697-AB4A-C56DD352D8A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3" name="直線コネクタ 63962">
                    <a:extLst>
                      <a:ext uri="{FF2B5EF4-FFF2-40B4-BE49-F238E27FC236}">
                        <a16:creationId xmlns:a16="http://schemas.microsoft.com/office/drawing/2014/main" id="{4E613E51-881E-4AD7-B4FD-BC057B163D8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4" name="直線コネクタ 63963">
                    <a:extLst>
                      <a:ext uri="{FF2B5EF4-FFF2-40B4-BE49-F238E27FC236}">
                        <a16:creationId xmlns:a16="http://schemas.microsoft.com/office/drawing/2014/main" id="{9EB8AE99-D274-47E5-9C0D-38A3FAA18D3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5" name="直線コネクタ 63964">
                    <a:extLst>
                      <a:ext uri="{FF2B5EF4-FFF2-40B4-BE49-F238E27FC236}">
                        <a16:creationId xmlns:a16="http://schemas.microsoft.com/office/drawing/2014/main" id="{4094B472-0CBA-4E1D-B62F-4C2C19532ED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6" name="直線コネクタ 63965">
                    <a:extLst>
                      <a:ext uri="{FF2B5EF4-FFF2-40B4-BE49-F238E27FC236}">
                        <a16:creationId xmlns:a16="http://schemas.microsoft.com/office/drawing/2014/main" id="{ACC66D11-5F5F-48FE-B7CC-5DB19F929A7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7" name="直線コネクタ 63966">
                    <a:extLst>
                      <a:ext uri="{FF2B5EF4-FFF2-40B4-BE49-F238E27FC236}">
                        <a16:creationId xmlns:a16="http://schemas.microsoft.com/office/drawing/2014/main" id="{9045C7FD-ABC7-45E9-B589-8603CE5B108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8" name="直線コネクタ 63967">
                    <a:extLst>
                      <a:ext uri="{FF2B5EF4-FFF2-40B4-BE49-F238E27FC236}">
                        <a16:creationId xmlns:a16="http://schemas.microsoft.com/office/drawing/2014/main" id="{47228C0E-C2BB-46CB-B7B9-126BC56E310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69" name="直線コネクタ 63968">
                    <a:extLst>
                      <a:ext uri="{FF2B5EF4-FFF2-40B4-BE49-F238E27FC236}">
                        <a16:creationId xmlns:a16="http://schemas.microsoft.com/office/drawing/2014/main" id="{1D1FE169-994C-4340-88D6-25DAFAA94FC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0" name="直線コネクタ 63969">
                    <a:extLst>
                      <a:ext uri="{FF2B5EF4-FFF2-40B4-BE49-F238E27FC236}">
                        <a16:creationId xmlns:a16="http://schemas.microsoft.com/office/drawing/2014/main" id="{E67C9ECB-D95D-4FB0-BD1C-32313873374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1" name="直線コネクタ 63970">
                    <a:extLst>
                      <a:ext uri="{FF2B5EF4-FFF2-40B4-BE49-F238E27FC236}">
                        <a16:creationId xmlns:a16="http://schemas.microsoft.com/office/drawing/2014/main" id="{9FEDB267-C15F-499F-B6B0-682EC0E6F1E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2" name="直線コネクタ 63971">
                    <a:extLst>
                      <a:ext uri="{FF2B5EF4-FFF2-40B4-BE49-F238E27FC236}">
                        <a16:creationId xmlns:a16="http://schemas.microsoft.com/office/drawing/2014/main" id="{175F6BD1-3691-4763-BCFF-9D393760E96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3" name="直線コネクタ 63972">
                    <a:extLst>
                      <a:ext uri="{FF2B5EF4-FFF2-40B4-BE49-F238E27FC236}">
                        <a16:creationId xmlns:a16="http://schemas.microsoft.com/office/drawing/2014/main" id="{0DF713FA-001E-4007-A784-4F9204B327D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4" name="直線コネクタ 63973">
                    <a:extLst>
                      <a:ext uri="{FF2B5EF4-FFF2-40B4-BE49-F238E27FC236}">
                        <a16:creationId xmlns:a16="http://schemas.microsoft.com/office/drawing/2014/main" id="{437B4BCD-83E4-4059-8855-AFDA1946C2A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5" name="直線コネクタ 63974">
                    <a:extLst>
                      <a:ext uri="{FF2B5EF4-FFF2-40B4-BE49-F238E27FC236}">
                        <a16:creationId xmlns:a16="http://schemas.microsoft.com/office/drawing/2014/main" id="{AA6CAAAA-DCDF-497F-B86D-C26CFA3C705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6" name="直線コネクタ 63975">
                    <a:extLst>
                      <a:ext uri="{FF2B5EF4-FFF2-40B4-BE49-F238E27FC236}">
                        <a16:creationId xmlns:a16="http://schemas.microsoft.com/office/drawing/2014/main" id="{1F781CCC-CB57-4B07-BAAA-688F72A6472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7" name="直線コネクタ 63976">
                    <a:extLst>
                      <a:ext uri="{FF2B5EF4-FFF2-40B4-BE49-F238E27FC236}">
                        <a16:creationId xmlns:a16="http://schemas.microsoft.com/office/drawing/2014/main" id="{75F5C171-8EA9-46D6-84B8-1116DA516A7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8" name="直線コネクタ 63977">
                    <a:extLst>
                      <a:ext uri="{FF2B5EF4-FFF2-40B4-BE49-F238E27FC236}">
                        <a16:creationId xmlns:a16="http://schemas.microsoft.com/office/drawing/2014/main" id="{4788510C-7C42-47F7-9DA7-A88BC238AD8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79" name="直線コネクタ 63978">
                    <a:extLst>
                      <a:ext uri="{FF2B5EF4-FFF2-40B4-BE49-F238E27FC236}">
                        <a16:creationId xmlns:a16="http://schemas.microsoft.com/office/drawing/2014/main" id="{E11BDD5D-AAC6-4B3E-9E2F-B0B9AED857C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0" name="直線コネクタ 63979">
                    <a:extLst>
                      <a:ext uri="{FF2B5EF4-FFF2-40B4-BE49-F238E27FC236}">
                        <a16:creationId xmlns:a16="http://schemas.microsoft.com/office/drawing/2014/main" id="{0BF06F10-569E-45E5-AFEF-D1967566A85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1" name="直線コネクタ 63980">
                    <a:extLst>
                      <a:ext uri="{FF2B5EF4-FFF2-40B4-BE49-F238E27FC236}">
                        <a16:creationId xmlns:a16="http://schemas.microsoft.com/office/drawing/2014/main" id="{743ABE4D-DCEA-4E54-AABA-9EF135FA82E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2" name="直線コネクタ 63981">
                    <a:extLst>
                      <a:ext uri="{FF2B5EF4-FFF2-40B4-BE49-F238E27FC236}">
                        <a16:creationId xmlns:a16="http://schemas.microsoft.com/office/drawing/2014/main" id="{8B7E8C73-B03C-42A6-BC02-C6C872EECC9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3" name="直線コネクタ 63982">
                    <a:extLst>
                      <a:ext uri="{FF2B5EF4-FFF2-40B4-BE49-F238E27FC236}">
                        <a16:creationId xmlns:a16="http://schemas.microsoft.com/office/drawing/2014/main" id="{B108906E-FC93-4D14-831E-39A0323BC2D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4" name="直線コネクタ 63983">
                    <a:extLst>
                      <a:ext uri="{FF2B5EF4-FFF2-40B4-BE49-F238E27FC236}">
                        <a16:creationId xmlns:a16="http://schemas.microsoft.com/office/drawing/2014/main" id="{EE58E564-242A-4BB0-8F05-63B0C07E339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5" name="直線コネクタ 63984">
                    <a:extLst>
                      <a:ext uri="{FF2B5EF4-FFF2-40B4-BE49-F238E27FC236}">
                        <a16:creationId xmlns:a16="http://schemas.microsoft.com/office/drawing/2014/main" id="{A0F2B987-26A5-4A66-9975-1369F61BD52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6" name="直線コネクタ 63985">
                    <a:extLst>
                      <a:ext uri="{FF2B5EF4-FFF2-40B4-BE49-F238E27FC236}">
                        <a16:creationId xmlns:a16="http://schemas.microsoft.com/office/drawing/2014/main" id="{46E77A44-8144-49B1-B4C7-7E433B8E357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7" name="直線コネクタ 63986">
                    <a:extLst>
                      <a:ext uri="{FF2B5EF4-FFF2-40B4-BE49-F238E27FC236}">
                        <a16:creationId xmlns:a16="http://schemas.microsoft.com/office/drawing/2014/main" id="{5B625EC1-5943-41A1-805F-9BBE4319A65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88" name="直線コネクタ 63987">
                    <a:extLst>
                      <a:ext uri="{FF2B5EF4-FFF2-40B4-BE49-F238E27FC236}">
                        <a16:creationId xmlns:a16="http://schemas.microsoft.com/office/drawing/2014/main" id="{DBFAC093-BAE9-4D53-AF5D-CB7A6C112A8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801" name="グループ化 63800">
                  <a:extLst>
                    <a:ext uri="{FF2B5EF4-FFF2-40B4-BE49-F238E27FC236}">
                      <a16:creationId xmlns:a16="http://schemas.microsoft.com/office/drawing/2014/main" id="{5FE004BE-1175-4E96-AFC7-CC6BAC21C467}"/>
                    </a:ext>
                  </a:extLst>
                </p:cNvPr>
                <p:cNvGrpSpPr/>
                <p:nvPr/>
              </p:nvGrpSpPr>
              <p:grpSpPr>
                <a:xfrm rot="10800000" flipV="1">
                  <a:off x="3599185" y="180020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3897" name="直線コネクタ 63896">
                    <a:extLst>
                      <a:ext uri="{FF2B5EF4-FFF2-40B4-BE49-F238E27FC236}">
                        <a16:creationId xmlns:a16="http://schemas.microsoft.com/office/drawing/2014/main" id="{6741B838-DC2C-44FA-9107-A1AA300BE74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898" name="直線コネクタ 63897">
                    <a:extLst>
                      <a:ext uri="{FF2B5EF4-FFF2-40B4-BE49-F238E27FC236}">
                        <a16:creationId xmlns:a16="http://schemas.microsoft.com/office/drawing/2014/main" id="{EB326E38-5B27-4CF2-8FA3-4F0611884ED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899" name="直線コネクタ 63898">
                    <a:extLst>
                      <a:ext uri="{FF2B5EF4-FFF2-40B4-BE49-F238E27FC236}">
                        <a16:creationId xmlns:a16="http://schemas.microsoft.com/office/drawing/2014/main" id="{CA0A227D-7331-4F61-A145-EE660AC6BE0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0" name="直線コネクタ 63899">
                    <a:extLst>
                      <a:ext uri="{FF2B5EF4-FFF2-40B4-BE49-F238E27FC236}">
                        <a16:creationId xmlns:a16="http://schemas.microsoft.com/office/drawing/2014/main" id="{936267BA-AD36-48E2-8D24-5B3FB868603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1" name="直線コネクタ 63900">
                    <a:extLst>
                      <a:ext uri="{FF2B5EF4-FFF2-40B4-BE49-F238E27FC236}">
                        <a16:creationId xmlns:a16="http://schemas.microsoft.com/office/drawing/2014/main" id="{DDC65125-BAF1-4F6C-A137-DAB7079A77A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2" name="直線コネクタ 63901">
                    <a:extLst>
                      <a:ext uri="{FF2B5EF4-FFF2-40B4-BE49-F238E27FC236}">
                        <a16:creationId xmlns:a16="http://schemas.microsoft.com/office/drawing/2014/main" id="{59133F21-4E49-4017-A8E9-50DE3CF5AC3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3" name="直線コネクタ 63902">
                    <a:extLst>
                      <a:ext uri="{FF2B5EF4-FFF2-40B4-BE49-F238E27FC236}">
                        <a16:creationId xmlns:a16="http://schemas.microsoft.com/office/drawing/2014/main" id="{7D1106D7-285A-4987-ADE9-F0CCA7DE8E9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4" name="直線コネクタ 63903">
                    <a:extLst>
                      <a:ext uri="{FF2B5EF4-FFF2-40B4-BE49-F238E27FC236}">
                        <a16:creationId xmlns:a16="http://schemas.microsoft.com/office/drawing/2014/main" id="{2B13E728-506C-4D3B-AD59-EF0F60718DB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5" name="直線コネクタ 63904">
                    <a:extLst>
                      <a:ext uri="{FF2B5EF4-FFF2-40B4-BE49-F238E27FC236}">
                        <a16:creationId xmlns:a16="http://schemas.microsoft.com/office/drawing/2014/main" id="{3B2A5C1C-5A7D-4D90-9217-7A880B6A33B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6" name="直線コネクタ 63905">
                    <a:extLst>
                      <a:ext uri="{FF2B5EF4-FFF2-40B4-BE49-F238E27FC236}">
                        <a16:creationId xmlns:a16="http://schemas.microsoft.com/office/drawing/2014/main" id="{F9A81199-7994-4F07-AB97-13F7F122E33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7" name="直線コネクタ 63906">
                    <a:extLst>
                      <a:ext uri="{FF2B5EF4-FFF2-40B4-BE49-F238E27FC236}">
                        <a16:creationId xmlns:a16="http://schemas.microsoft.com/office/drawing/2014/main" id="{00249BAE-604B-4D54-99DC-EAD60301677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8" name="直線コネクタ 63907">
                    <a:extLst>
                      <a:ext uri="{FF2B5EF4-FFF2-40B4-BE49-F238E27FC236}">
                        <a16:creationId xmlns:a16="http://schemas.microsoft.com/office/drawing/2014/main" id="{00171F0A-8B3D-4F37-B83C-04DC5FFDA93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09" name="直線コネクタ 63908">
                    <a:extLst>
                      <a:ext uri="{FF2B5EF4-FFF2-40B4-BE49-F238E27FC236}">
                        <a16:creationId xmlns:a16="http://schemas.microsoft.com/office/drawing/2014/main" id="{85EDF128-5349-41D2-B03D-7483DC80EFB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0" name="直線コネクタ 63909">
                    <a:extLst>
                      <a:ext uri="{FF2B5EF4-FFF2-40B4-BE49-F238E27FC236}">
                        <a16:creationId xmlns:a16="http://schemas.microsoft.com/office/drawing/2014/main" id="{338C72DA-B4CE-44A9-9D1B-8C454C057E4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1" name="直線コネクタ 63910">
                    <a:extLst>
                      <a:ext uri="{FF2B5EF4-FFF2-40B4-BE49-F238E27FC236}">
                        <a16:creationId xmlns:a16="http://schemas.microsoft.com/office/drawing/2014/main" id="{9D5D3EF4-D1E5-4456-AFB0-EDD8D13211E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2" name="直線コネクタ 63911">
                    <a:extLst>
                      <a:ext uri="{FF2B5EF4-FFF2-40B4-BE49-F238E27FC236}">
                        <a16:creationId xmlns:a16="http://schemas.microsoft.com/office/drawing/2014/main" id="{9340A5AB-6F5C-4589-9346-D1708AFF2FA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3" name="直線コネクタ 63912">
                    <a:extLst>
                      <a:ext uri="{FF2B5EF4-FFF2-40B4-BE49-F238E27FC236}">
                        <a16:creationId xmlns:a16="http://schemas.microsoft.com/office/drawing/2014/main" id="{AB95EF65-EA5D-4920-81A3-C5239906062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4" name="直線コネクタ 63913">
                    <a:extLst>
                      <a:ext uri="{FF2B5EF4-FFF2-40B4-BE49-F238E27FC236}">
                        <a16:creationId xmlns:a16="http://schemas.microsoft.com/office/drawing/2014/main" id="{AACC7C29-7331-4666-BBB7-A45F4FE4773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5" name="直線コネクタ 63914">
                    <a:extLst>
                      <a:ext uri="{FF2B5EF4-FFF2-40B4-BE49-F238E27FC236}">
                        <a16:creationId xmlns:a16="http://schemas.microsoft.com/office/drawing/2014/main" id="{D3F123DD-EF77-4A45-8D97-36AB3E91E41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6" name="直線コネクタ 63915">
                    <a:extLst>
                      <a:ext uri="{FF2B5EF4-FFF2-40B4-BE49-F238E27FC236}">
                        <a16:creationId xmlns:a16="http://schemas.microsoft.com/office/drawing/2014/main" id="{CDD6C427-EBA8-40F2-9843-48B8879E5C9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7" name="直線コネクタ 63916">
                    <a:extLst>
                      <a:ext uri="{FF2B5EF4-FFF2-40B4-BE49-F238E27FC236}">
                        <a16:creationId xmlns:a16="http://schemas.microsoft.com/office/drawing/2014/main" id="{00C63730-2AC1-4EDE-80B3-465F64F1D9D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8" name="直線コネクタ 63917">
                    <a:extLst>
                      <a:ext uri="{FF2B5EF4-FFF2-40B4-BE49-F238E27FC236}">
                        <a16:creationId xmlns:a16="http://schemas.microsoft.com/office/drawing/2014/main" id="{1FA94662-9FF0-4E08-87F8-75452D8018A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19" name="直線コネクタ 63918">
                    <a:extLst>
                      <a:ext uri="{FF2B5EF4-FFF2-40B4-BE49-F238E27FC236}">
                        <a16:creationId xmlns:a16="http://schemas.microsoft.com/office/drawing/2014/main" id="{847AFE7E-3C10-4271-A715-EBA772BC60F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0" name="直線コネクタ 63919">
                    <a:extLst>
                      <a:ext uri="{FF2B5EF4-FFF2-40B4-BE49-F238E27FC236}">
                        <a16:creationId xmlns:a16="http://schemas.microsoft.com/office/drawing/2014/main" id="{B4C6FF16-4518-456F-BABB-F410BF68555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1" name="直線コネクタ 63920">
                    <a:extLst>
                      <a:ext uri="{FF2B5EF4-FFF2-40B4-BE49-F238E27FC236}">
                        <a16:creationId xmlns:a16="http://schemas.microsoft.com/office/drawing/2014/main" id="{5C245807-818D-44ED-AA83-F880E3C7303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2" name="直線コネクタ 63921">
                    <a:extLst>
                      <a:ext uri="{FF2B5EF4-FFF2-40B4-BE49-F238E27FC236}">
                        <a16:creationId xmlns:a16="http://schemas.microsoft.com/office/drawing/2014/main" id="{A6AC21B3-AD2E-4343-900B-988E4096BF2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3" name="直線コネクタ 63922">
                    <a:extLst>
                      <a:ext uri="{FF2B5EF4-FFF2-40B4-BE49-F238E27FC236}">
                        <a16:creationId xmlns:a16="http://schemas.microsoft.com/office/drawing/2014/main" id="{16491FF6-A320-4ECD-9A5C-64E069806BA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4" name="直線コネクタ 63923">
                    <a:extLst>
                      <a:ext uri="{FF2B5EF4-FFF2-40B4-BE49-F238E27FC236}">
                        <a16:creationId xmlns:a16="http://schemas.microsoft.com/office/drawing/2014/main" id="{792B099E-BB89-4124-AA33-B4D97ADC05B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5" name="直線コネクタ 63924">
                    <a:extLst>
                      <a:ext uri="{FF2B5EF4-FFF2-40B4-BE49-F238E27FC236}">
                        <a16:creationId xmlns:a16="http://schemas.microsoft.com/office/drawing/2014/main" id="{87EB7472-2603-4821-9003-553D4D7BC72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6" name="直線コネクタ 63925">
                    <a:extLst>
                      <a:ext uri="{FF2B5EF4-FFF2-40B4-BE49-F238E27FC236}">
                        <a16:creationId xmlns:a16="http://schemas.microsoft.com/office/drawing/2014/main" id="{FEBCC856-3D6A-4353-A4F3-A1816503B54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7" name="直線コネクタ 63926">
                    <a:extLst>
                      <a:ext uri="{FF2B5EF4-FFF2-40B4-BE49-F238E27FC236}">
                        <a16:creationId xmlns:a16="http://schemas.microsoft.com/office/drawing/2014/main" id="{FA1BCC0B-0149-480C-9F5C-7FDEDA3E489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8" name="直線コネクタ 63927">
                    <a:extLst>
                      <a:ext uri="{FF2B5EF4-FFF2-40B4-BE49-F238E27FC236}">
                        <a16:creationId xmlns:a16="http://schemas.microsoft.com/office/drawing/2014/main" id="{699D27FE-F120-49FF-B360-1DB650CE042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29" name="直線コネクタ 63928">
                    <a:extLst>
                      <a:ext uri="{FF2B5EF4-FFF2-40B4-BE49-F238E27FC236}">
                        <a16:creationId xmlns:a16="http://schemas.microsoft.com/office/drawing/2014/main" id="{BCB98FFE-1CD4-4811-8967-2E876FA4D57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0" name="直線コネクタ 63929">
                    <a:extLst>
                      <a:ext uri="{FF2B5EF4-FFF2-40B4-BE49-F238E27FC236}">
                        <a16:creationId xmlns:a16="http://schemas.microsoft.com/office/drawing/2014/main" id="{47114E6C-6C20-4DAA-A14D-1939FDB9ED7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1" name="直線コネクタ 63930">
                    <a:extLst>
                      <a:ext uri="{FF2B5EF4-FFF2-40B4-BE49-F238E27FC236}">
                        <a16:creationId xmlns:a16="http://schemas.microsoft.com/office/drawing/2014/main" id="{1A2D9379-1D29-4368-B2F1-6B8D1C184F7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2" name="直線コネクタ 63931">
                    <a:extLst>
                      <a:ext uri="{FF2B5EF4-FFF2-40B4-BE49-F238E27FC236}">
                        <a16:creationId xmlns:a16="http://schemas.microsoft.com/office/drawing/2014/main" id="{49B446AB-0DBA-4FCC-AB03-7D390516A37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3" name="直線コネクタ 63932">
                    <a:extLst>
                      <a:ext uri="{FF2B5EF4-FFF2-40B4-BE49-F238E27FC236}">
                        <a16:creationId xmlns:a16="http://schemas.microsoft.com/office/drawing/2014/main" id="{65C0A0D7-2BBA-4AE7-83F5-31B09ACC831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4" name="直線コネクタ 63933">
                    <a:extLst>
                      <a:ext uri="{FF2B5EF4-FFF2-40B4-BE49-F238E27FC236}">
                        <a16:creationId xmlns:a16="http://schemas.microsoft.com/office/drawing/2014/main" id="{7A4127B3-D5FA-40F6-81E2-270E724CA1D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5" name="直線コネクタ 63934">
                    <a:extLst>
                      <a:ext uri="{FF2B5EF4-FFF2-40B4-BE49-F238E27FC236}">
                        <a16:creationId xmlns:a16="http://schemas.microsoft.com/office/drawing/2014/main" id="{6C9AEE0E-2A7C-45C8-B65D-4D1635B6359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6" name="直線コネクタ 63935">
                    <a:extLst>
                      <a:ext uri="{FF2B5EF4-FFF2-40B4-BE49-F238E27FC236}">
                        <a16:creationId xmlns:a16="http://schemas.microsoft.com/office/drawing/2014/main" id="{6DE2E92B-3D8B-49CA-B890-139C1582EFB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7" name="直線コネクタ 63936">
                    <a:extLst>
                      <a:ext uri="{FF2B5EF4-FFF2-40B4-BE49-F238E27FC236}">
                        <a16:creationId xmlns:a16="http://schemas.microsoft.com/office/drawing/2014/main" id="{378E2F95-93D1-4DB4-BF95-AA8B9842608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8" name="直線コネクタ 63937">
                    <a:extLst>
                      <a:ext uri="{FF2B5EF4-FFF2-40B4-BE49-F238E27FC236}">
                        <a16:creationId xmlns:a16="http://schemas.microsoft.com/office/drawing/2014/main" id="{01F7E3E1-8710-4589-B77B-EFD26E63239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39" name="直線コネクタ 63938">
                    <a:extLst>
                      <a:ext uri="{FF2B5EF4-FFF2-40B4-BE49-F238E27FC236}">
                        <a16:creationId xmlns:a16="http://schemas.microsoft.com/office/drawing/2014/main" id="{B3EF34AB-1E4C-4719-A42E-A81EFF2E515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0" name="直線コネクタ 63939">
                    <a:extLst>
                      <a:ext uri="{FF2B5EF4-FFF2-40B4-BE49-F238E27FC236}">
                        <a16:creationId xmlns:a16="http://schemas.microsoft.com/office/drawing/2014/main" id="{6B6CCB12-4A22-42E9-BC2F-F481BAC777A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1" name="直線コネクタ 63940">
                    <a:extLst>
                      <a:ext uri="{FF2B5EF4-FFF2-40B4-BE49-F238E27FC236}">
                        <a16:creationId xmlns:a16="http://schemas.microsoft.com/office/drawing/2014/main" id="{8CFBCA3D-B01B-4038-85B3-4CA917FFE35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942" name="直線コネクタ 63941">
                    <a:extLst>
                      <a:ext uri="{FF2B5EF4-FFF2-40B4-BE49-F238E27FC236}">
                        <a16:creationId xmlns:a16="http://schemas.microsoft.com/office/drawing/2014/main" id="{4C1EE26F-5F83-4C62-8F8A-839D7FE1777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802" name="グループ化 63801">
                  <a:extLst>
                    <a:ext uri="{FF2B5EF4-FFF2-40B4-BE49-F238E27FC236}">
                      <a16:creationId xmlns:a16="http://schemas.microsoft.com/office/drawing/2014/main" id="{5C72E0A1-0EDD-405F-82F4-6E7E7D7F5C32}"/>
                    </a:ext>
                  </a:extLst>
                </p:cNvPr>
                <p:cNvGrpSpPr/>
                <p:nvPr/>
              </p:nvGrpSpPr>
              <p:grpSpPr>
                <a:xfrm rot="10800000">
                  <a:off x="2699066" y="1799727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3803" name="グループ化 63802">
                    <a:extLst>
                      <a:ext uri="{FF2B5EF4-FFF2-40B4-BE49-F238E27FC236}">
                        <a16:creationId xmlns:a16="http://schemas.microsoft.com/office/drawing/2014/main" id="{A7A79504-87A2-4493-8A5C-C24827FF193E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3851" name="直線コネクタ 63850">
                      <a:extLst>
                        <a:ext uri="{FF2B5EF4-FFF2-40B4-BE49-F238E27FC236}">
                          <a16:creationId xmlns:a16="http://schemas.microsoft.com/office/drawing/2014/main" id="{3F72490B-739F-4CAC-81CC-8186B0008F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2" name="直線コネクタ 63851">
                      <a:extLst>
                        <a:ext uri="{FF2B5EF4-FFF2-40B4-BE49-F238E27FC236}">
                          <a16:creationId xmlns:a16="http://schemas.microsoft.com/office/drawing/2014/main" id="{20340D19-CB5D-471D-824D-3918999B826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3" name="直線コネクタ 63852">
                      <a:extLst>
                        <a:ext uri="{FF2B5EF4-FFF2-40B4-BE49-F238E27FC236}">
                          <a16:creationId xmlns:a16="http://schemas.microsoft.com/office/drawing/2014/main" id="{230BDF7B-842A-48DA-A4E2-0B4FFA6C6C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4" name="直線コネクタ 63853">
                      <a:extLst>
                        <a:ext uri="{FF2B5EF4-FFF2-40B4-BE49-F238E27FC236}">
                          <a16:creationId xmlns:a16="http://schemas.microsoft.com/office/drawing/2014/main" id="{21ED8F32-E1E2-424F-A294-75CA869ACE2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5" name="直線コネクタ 63854">
                      <a:extLst>
                        <a:ext uri="{FF2B5EF4-FFF2-40B4-BE49-F238E27FC236}">
                          <a16:creationId xmlns:a16="http://schemas.microsoft.com/office/drawing/2014/main" id="{DB236EF5-586B-4201-8935-01F213BEA1C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6" name="直線コネクタ 63855">
                      <a:extLst>
                        <a:ext uri="{FF2B5EF4-FFF2-40B4-BE49-F238E27FC236}">
                          <a16:creationId xmlns:a16="http://schemas.microsoft.com/office/drawing/2014/main" id="{652183F0-0EA5-45B5-BA4C-AD97BAA217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7" name="直線コネクタ 63856">
                      <a:extLst>
                        <a:ext uri="{FF2B5EF4-FFF2-40B4-BE49-F238E27FC236}">
                          <a16:creationId xmlns:a16="http://schemas.microsoft.com/office/drawing/2014/main" id="{A93038B9-B6F4-4B4D-8139-41EBD6D3D4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8" name="直線コネクタ 63857">
                      <a:extLst>
                        <a:ext uri="{FF2B5EF4-FFF2-40B4-BE49-F238E27FC236}">
                          <a16:creationId xmlns:a16="http://schemas.microsoft.com/office/drawing/2014/main" id="{4503B6FE-01CC-47D8-94C5-4A419334AD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9" name="直線コネクタ 63858">
                      <a:extLst>
                        <a:ext uri="{FF2B5EF4-FFF2-40B4-BE49-F238E27FC236}">
                          <a16:creationId xmlns:a16="http://schemas.microsoft.com/office/drawing/2014/main" id="{13D4F811-EB52-4934-8097-F8D7C4C0DE8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0" name="直線コネクタ 63859">
                      <a:extLst>
                        <a:ext uri="{FF2B5EF4-FFF2-40B4-BE49-F238E27FC236}">
                          <a16:creationId xmlns:a16="http://schemas.microsoft.com/office/drawing/2014/main" id="{C521ACBA-AA4E-4318-99A0-7CFCD1E180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1" name="直線コネクタ 63860">
                      <a:extLst>
                        <a:ext uri="{FF2B5EF4-FFF2-40B4-BE49-F238E27FC236}">
                          <a16:creationId xmlns:a16="http://schemas.microsoft.com/office/drawing/2014/main" id="{ABE654B3-11CF-47AD-9A30-E3407C94FC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2" name="直線コネクタ 63861">
                      <a:extLst>
                        <a:ext uri="{FF2B5EF4-FFF2-40B4-BE49-F238E27FC236}">
                          <a16:creationId xmlns:a16="http://schemas.microsoft.com/office/drawing/2014/main" id="{822CFA72-8766-45D2-BF49-4AE9BF6DE9C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3" name="直線コネクタ 63862">
                      <a:extLst>
                        <a:ext uri="{FF2B5EF4-FFF2-40B4-BE49-F238E27FC236}">
                          <a16:creationId xmlns:a16="http://schemas.microsoft.com/office/drawing/2014/main" id="{44F9B2A3-2867-44B4-AA65-08A0C388A4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4" name="直線コネクタ 63863">
                      <a:extLst>
                        <a:ext uri="{FF2B5EF4-FFF2-40B4-BE49-F238E27FC236}">
                          <a16:creationId xmlns:a16="http://schemas.microsoft.com/office/drawing/2014/main" id="{1F2BE407-9EAB-4827-849C-CEC42DB99C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5" name="直線コネクタ 63864">
                      <a:extLst>
                        <a:ext uri="{FF2B5EF4-FFF2-40B4-BE49-F238E27FC236}">
                          <a16:creationId xmlns:a16="http://schemas.microsoft.com/office/drawing/2014/main" id="{A7D27650-8819-4D23-8D79-7C382522DBF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6" name="直線コネクタ 63865">
                      <a:extLst>
                        <a:ext uri="{FF2B5EF4-FFF2-40B4-BE49-F238E27FC236}">
                          <a16:creationId xmlns:a16="http://schemas.microsoft.com/office/drawing/2014/main" id="{E062A8A7-8640-4E6C-8B0B-34CF23B887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7" name="直線コネクタ 63866">
                      <a:extLst>
                        <a:ext uri="{FF2B5EF4-FFF2-40B4-BE49-F238E27FC236}">
                          <a16:creationId xmlns:a16="http://schemas.microsoft.com/office/drawing/2014/main" id="{AE83EFDC-27A1-40E6-A04E-5F95881FA4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8" name="直線コネクタ 63867">
                      <a:extLst>
                        <a:ext uri="{FF2B5EF4-FFF2-40B4-BE49-F238E27FC236}">
                          <a16:creationId xmlns:a16="http://schemas.microsoft.com/office/drawing/2014/main" id="{8EAA44B2-370B-413A-8656-FB2CB9560A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69" name="直線コネクタ 63868">
                      <a:extLst>
                        <a:ext uri="{FF2B5EF4-FFF2-40B4-BE49-F238E27FC236}">
                          <a16:creationId xmlns:a16="http://schemas.microsoft.com/office/drawing/2014/main" id="{47D61A79-11F6-4F54-9768-6AC602F7AB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0" name="直線コネクタ 63869">
                      <a:extLst>
                        <a:ext uri="{FF2B5EF4-FFF2-40B4-BE49-F238E27FC236}">
                          <a16:creationId xmlns:a16="http://schemas.microsoft.com/office/drawing/2014/main" id="{2CF840E1-6778-4783-B12C-EDDCE3D258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1" name="直線コネクタ 63870">
                      <a:extLst>
                        <a:ext uri="{FF2B5EF4-FFF2-40B4-BE49-F238E27FC236}">
                          <a16:creationId xmlns:a16="http://schemas.microsoft.com/office/drawing/2014/main" id="{9DA9AE1A-6793-4B66-9B2C-3C4623D08C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2" name="直線コネクタ 63871">
                      <a:extLst>
                        <a:ext uri="{FF2B5EF4-FFF2-40B4-BE49-F238E27FC236}">
                          <a16:creationId xmlns:a16="http://schemas.microsoft.com/office/drawing/2014/main" id="{C179C7FF-FA72-45F6-8AF1-1BE456F5C0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3" name="直線コネクタ 63872">
                      <a:extLst>
                        <a:ext uri="{FF2B5EF4-FFF2-40B4-BE49-F238E27FC236}">
                          <a16:creationId xmlns:a16="http://schemas.microsoft.com/office/drawing/2014/main" id="{C526B4D7-71F2-4234-83EB-CA836C634D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4" name="直線コネクタ 63873">
                      <a:extLst>
                        <a:ext uri="{FF2B5EF4-FFF2-40B4-BE49-F238E27FC236}">
                          <a16:creationId xmlns:a16="http://schemas.microsoft.com/office/drawing/2014/main" id="{568D7B2F-394A-4F1B-864F-882CFBCE8F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5" name="直線コネクタ 63874">
                      <a:extLst>
                        <a:ext uri="{FF2B5EF4-FFF2-40B4-BE49-F238E27FC236}">
                          <a16:creationId xmlns:a16="http://schemas.microsoft.com/office/drawing/2014/main" id="{D1C80416-EC1E-4552-A1DE-A454D4BD12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6" name="直線コネクタ 63875">
                      <a:extLst>
                        <a:ext uri="{FF2B5EF4-FFF2-40B4-BE49-F238E27FC236}">
                          <a16:creationId xmlns:a16="http://schemas.microsoft.com/office/drawing/2014/main" id="{2AB597AA-97D5-4188-8762-CF07FFBA30E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7" name="直線コネクタ 63876">
                      <a:extLst>
                        <a:ext uri="{FF2B5EF4-FFF2-40B4-BE49-F238E27FC236}">
                          <a16:creationId xmlns:a16="http://schemas.microsoft.com/office/drawing/2014/main" id="{0924C051-D9E6-4416-9A46-AF92B935EE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8" name="直線コネクタ 63877">
                      <a:extLst>
                        <a:ext uri="{FF2B5EF4-FFF2-40B4-BE49-F238E27FC236}">
                          <a16:creationId xmlns:a16="http://schemas.microsoft.com/office/drawing/2014/main" id="{AF319993-4080-4667-A8A9-E3FEE5EA7F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79" name="直線コネクタ 63878">
                      <a:extLst>
                        <a:ext uri="{FF2B5EF4-FFF2-40B4-BE49-F238E27FC236}">
                          <a16:creationId xmlns:a16="http://schemas.microsoft.com/office/drawing/2014/main" id="{1ADC5902-76AD-4BD3-97D8-94EDA2D068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0" name="直線コネクタ 63879">
                      <a:extLst>
                        <a:ext uri="{FF2B5EF4-FFF2-40B4-BE49-F238E27FC236}">
                          <a16:creationId xmlns:a16="http://schemas.microsoft.com/office/drawing/2014/main" id="{9BA108DE-F7F5-4B01-AFA8-F0D3CFA28B6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1" name="直線コネクタ 63880">
                      <a:extLst>
                        <a:ext uri="{FF2B5EF4-FFF2-40B4-BE49-F238E27FC236}">
                          <a16:creationId xmlns:a16="http://schemas.microsoft.com/office/drawing/2014/main" id="{1DCCE908-8910-419A-A481-5D979A91C7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2" name="直線コネクタ 63881">
                      <a:extLst>
                        <a:ext uri="{FF2B5EF4-FFF2-40B4-BE49-F238E27FC236}">
                          <a16:creationId xmlns:a16="http://schemas.microsoft.com/office/drawing/2014/main" id="{392B172E-3D65-4411-85EC-B164CB4C124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3" name="直線コネクタ 63882">
                      <a:extLst>
                        <a:ext uri="{FF2B5EF4-FFF2-40B4-BE49-F238E27FC236}">
                          <a16:creationId xmlns:a16="http://schemas.microsoft.com/office/drawing/2014/main" id="{0C660F33-9045-48A9-906C-39CB4B0271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4" name="直線コネクタ 63883">
                      <a:extLst>
                        <a:ext uri="{FF2B5EF4-FFF2-40B4-BE49-F238E27FC236}">
                          <a16:creationId xmlns:a16="http://schemas.microsoft.com/office/drawing/2014/main" id="{227CDEAB-8C38-405F-93FB-DE3A13D3BF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5" name="直線コネクタ 63884">
                      <a:extLst>
                        <a:ext uri="{FF2B5EF4-FFF2-40B4-BE49-F238E27FC236}">
                          <a16:creationId xmlns:a16="http://schemas.microsoft.com/office/drawing/2014/main" id="{47F5DCDC-64C4-40E5-863E-96CEDD9A43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6" name="直線コネクタ 63885">
                      <a:extLst>
                        <a:ext uri="{FF2B5EF4-FFF2-40B4-BE49-F238E27FC236}">
                          <a16:creationId xmlns:a16="http://schemas.microsoft.com/office/drawing/2014/main" id="{A0486DAD-22F7-4E5A-969A-676A99ACC9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7" name="直線コネクタ 63886">
                      <a:extLst>
                        <a:ext uri="{FF2B5EF4-FFF2-40B4-BE49-F238E27FC236}">
                          <a16:creationId xmlns:a16="http://schemas.microsoft.com/office/drawing/2014/main" id="{AEACFDAB-4E3B-4D2E-9E0A-4DBA405DBEF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8" name="直線コネクタ 63887">
                      <a:extLst>
                        <a:ext uri="{FF2B5EF4-FFF2-40B4-BE49-F238E27FC236}">
                          <a16:creationId xmlns:a16="http://schemas.microsoft.com/office/drawing/2014/main" id="{CAF6FDD0-AAAA-40A5-810A-FBF88F2373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89" name="直線コネクタ 63888">
                      <a:extLst>
                        <a:ext uri="{FF2B5EF4-FFF2-40B4-BE49-F238E27FC236}">
                          <a16:creationId xmlns:a16="http://schemas.microsoft.com/office/drawing/2014/main" id="{3575FF50-7B38-426A-A73E-4B26AD26A4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90" name="直線コネクタ 63889">
                      <a:extLst>
                        <a:ext uri="{FF2B5EF4-FFF2-40B4-BE49-F238E27FC236}">
                          <a16:creationId xmlns:a16="http://schemas.microsoft.com/office/drawing/2014/main" id="{3DA037C2-BE6E-41DC-AD51-69DE35B14C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91" name="直線コネクタ 63890">
                      <a:extLst>
                        <a:ext uri="{FF2B5EF4-FFF2-40B4-BE49-F238E27FC236}">
                          <a16:creationId xmlns:a16="http://schemas.microsoft.com/office/drawing/2014/main" id="{CF6B8042-F64E-4FB4-9010-7359FC62F89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92" name="直線コネクタ 63891">
                      <a:extLst>
                        <a:ext uri="{FF2B5EF4-FFF2-40B4-BE49-F238E27FC236}">
                          <a16:creationId xmlns:a16="http://schemas.microsoft.com/office/drawing/2014/main" id="{49324BF8-ADBC-43D2-A281-98A0D918AF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93" name="直線コネクタ 63892">
                      <a:extLst>
                        <a:ext uri="{FF2B5EF4-FFF2-40B4-BE49-F238E27FC236}">
                          <a16:creationId xmlns:a16="http://schemas.microsoft.com/office/drawing/2014/main" id="{22058CC5-6E77-47C2-88DC-211D78B4C2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94" name="直線コネクタ 63893">
                      <a:extLst>
                        <a:ext uri="{FF2B5EF4-FFF2-40B4-BE49-F238E27FC236}">
                          <a16:creationId xmlns:a16="http://schemas.microsoft.com/office/drawing/2014/main" id="{2BCEDB1D-8600-4E5D-9146-EDF509E5133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95" name="直線コネクタ 63894">
                      <a:extLst>
                        <a:ext uri="{FF2B5EF4-FFF2-40B4-BE49-F238E27FC236}">
                          <a16:creationId xmlns:a16="http://schemas.microsoft.com/office/drawing/2014/main" id="{922C93D5-5639-49A9-A655-FA754C4F6D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96" name="直線コネクタ 63895">
                      <a:extLst>
                        <a:ext uri="{FF2B5EF4-FFF2-40B4-BE49-F238E27FC236}">
                          <a16:creationId xmlns:a16="http://schemas.microsoft.com/office/drawing/2014/main" id="{A8776403-428C-46E9-BF75-01015EB80D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3804" name="グループ化 63803">
                    <a:extLst>
                      <a:ext uri="{FF2B5EF4-FFF2-40B4-BE49-F238E27FC236}">
                        <a16:creationId xmlns:a16="http://schemas.microsoft.com/office/drawing/2014/main" id="{82C51696-89D4-467E-A302-651D9C9FF00C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3805" name="直線コネクタ 63804">
                      <a:extLst>
                        <a:ext uri="{FF2B5EF4-FFF2-40B4-BE49-F238E27FC236}">
                          <a16:creationId xmlns:a16="http://schemas.microsoft.com/office/drawing/2014/main" id="{4BE121F1-E23F-4E1D-AEAF-1F40A665D7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06" name="直線コネクタ 63805">
                      <a:extLst>
                        <a:ext uri="{FF2B5EF4-FFF2-40B4-BE49-F238E27FC236}">
                          <a16:creationId xmlns:a16="http://schemas.microsoft.com/office/drawing/2014/main" id="{DE124096-4F78-453A-BD41-2E294605EE7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07" name="直線コネクタ 63806">
                      <a:extLst>
                        <a:ext uri="{FF2B5EF4-FFF2-40B4-BE49-F238E27FC236}">
                          <a16:creationId xmlns:a16="http://schemas.microsoft.com/office/drawing/2014/main" id="{EC782A55-8491-4493-A316-6E103E5E06B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08" name="直線コネクタ 63807">
                      <a:extLst>
                        <a:ext uri="{FF2B5EF4-FFF2-40B4-BE49-F238E27FC236}">
                          <a16:creationId xmlns:a16="http://schemas.microsoft.com/office/drawing/2014/main" id="{8EFBBFC3-B721-4FEA-ABE5-3513FE9571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09" name="直線コネクタ 63808">
                      <a:extLst>
                        <a:ext uri="{FF2B5EF4-FFF2-40B4-BE49-F238E27FC236}">
                          <a16:creationId xmlns:a16="http://schemas.microsoft.com/office/drawing/2014/main" id="{7AAEF49C-A907-4FE0-A77D-B073AE1002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0" name="直線コネクタ 63809">
                      <a:extLst>
                        <a:ext uri="{FF2B5EF4-FFF2-40B4-BE49-F238E27FC236}">
                          <a16:creationId xmlns:a16="http://schemas.microsoft.com/office/drawing/2014/main" id="{F1345AC1-5F2E-4BF8-BF6F-CF9E979AC9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1" name="直線コネクタ 63810">
                      <a:extLst>
                        <a:ext uri="{FF2B5EF4-FFF2-40B4-BE49-F238E27FC236}">
                          <a16:creationId xmlns:a16="http://schemas.microsoft.com/office/drawing/2014/main" id="{40C1BEE4-CE79-4418-893C-E0B59450C6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2" name="直線コネクタ 63811">
                      <a:extLst>
                        <a:ext uri="{FF2B5EF4-FFF2-40B4-BE49-F238E27FC236}">
                          <a16:creationId xmlns:a16="http://schemas.microsoft.com/office/drawing/2014/main" id="{CBDA4481-3222-4E82-96AB-2EF5FF51C9B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3" name="直線コネクタ 63812">
                      <a:extLst>
                        <a:ext uri="{FF2B5EF4-FFF2-40B4-BE49-F238E27FC236}">
                          <a16:creationId xmlns:a16="http://schemas.microsoft.com/office/drawing/2014/main" id="{94A5CAD6-CBD7-49EA-8758-ECC8EFFEC79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4" name="直線コネクタ 63813">
                      <a:extLst>
                        <a:ext uri="{FF2B5EF4-FFF2-40B4-BE49-F238E27FC236}">
                          <a16:creationId xmlns:a16="http://schemas.microsoft.com/office/drawing/2014/main" id="{CDCED528-8F82-4C66-AA98-03FF928D43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5" name="直線コネクタ 63814">
                      <a:extLst>
                        <a:ext uri="{FF2B5EF4-FFF2-40B4-BE49-F238E27FC236}">
                          <a16:creationId xmlns:a16="http://schemas.microsoft.com/office/drawing/2014/main" id="{D0201CA1-9486-4E67-81E7-17016FCDD0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6" name="直線コネクタ 63815">
                      <a:extLst>
                        <a:ext uri="{FF2B5EF4-FFF2-40B4-BE49-F238E27FC236}">
                          <a16:creationId xmlns:a16="http://schemas.microsoft.com/office/drawing/2014/main" id="{DA8EB9EF-0F40-45C6-8253-EFFC5508E0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7" name="直線コネクタ 63816">
                      <a:extLst>
                        <a:ext uri="{FF2B5EF4-FFF2-40B4-BE49-F238E27FC236}">
                          <a16:creationId xmlns:a16="http://schemas.microsoft.com/office/drawing/2014/main" id="{1B6A159F-DEED-49D9-B97F-3FAFB69C6CD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8" name="直線コネクタ 63817">
                      <a:extLst>
                        <a:ext uri="{FF2B5EF4-FFF2-40B4-BE49-F238E27FC236}">
                          <a16:creationId xmlns:a16="http://schemas.microsoft.com/office/drawing/2014/main" id="{ECE5D825-CB95-45A9-80CA-EE157CFF4F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19" name="直線コネクタ 63818">
                      <a:extLst>
                        <a:ext uri="{FF2B5EF4-FFF2-40B4-BE49-F238E27FC236}">
                          <a16:creationId xmlns:a16="http://schemas.microsoft.com/office/drawing/2014/main" id="{1B1FAB0B-D88B-406A-9D78-A21CC97B008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0" name="直線コネクタ 63819">
                      <a:extLst>
                        <a:ext uri="{FF2B5EF4-FFF2-40B4-BE49-F238E27FC236}">
                          <a16:creationId xmlns:a16="http://schemas.microsoft.com/office/drawing/2014/main" id="{F6B322DC-A6A3-490B-9E36-A24403A2AB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1" name="直線コネクタ 63820">
                      <a:extLst>
                        <a:ext uri="{FF2B5EF4-FFF2-40B4-BE49-F238E27FC236}">
                          <a16:creationId xmlns:a16="http://schemas.microsoft.com/office/drawing/2014/main" id="{A723DCD5-CD5C-41D5-AF6C-7A7511FE0C9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2" name="直線コネクタ 63821">
                      <a:extLst>
                        <a:ext uri="{FF2B5EF4-FFF2-40B4-BE49-F238E27FC236}">
                          <a16:creationId xmlns:a16="http://schemas.microsoft.com/office/drawing/2014/main" id="{658CF398-0842-419E-A578-D4B611D2AE2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3" name="直線コネクタ 63822">
                      <a:extLst>
                        <a:ext uri="{FF2B5EF4-FFF2-40B4-BE49-F238E27FC236}">
                          <a16:creationId xmlns:a16="http://schemas.microsoft.com/office/drawing/2014/main" id="{CB512CD4-183C-4987-A09C-DA1353436FA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4" name="直線コネクタ 63823">
                      <a:extLst>
                        <a:ext uri="{FF2B5EF4-FFF2-40B4-BE49-F238E27FC236}">
                          <a16:creationId xmlns:a16="http://schemas.microsoft.com/office/drawing/2014/main" id="{4BA5EDDE-A6BF-4904-BD9C-4768EEF5E6D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5" name="直線コネクタ 63824">
                      <a:extLst>
                        <a:ext uri="{FF2B5EF4-FFF2-40B4-BE49-F238E27FC236}">
                          <a16:creationId xmlns:a16="http://schemas.microsoft.com/office/drawing/2014/main" id="{5AFA8246-DF22-4D3B-B4C4-E6694145987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6" name="直線コネクタ 63825">
                      <a:extLst>
                        <a:ext uri="{FF2B5EF4-FFF2-40B4-BE49-F238E27FC236}">
                          <a16:creationId xmlns:a16="http://schemas.microsoft.com/office/drawing/2014/main" id="{A02FE4D5-318E-499D-89E0-1A30411879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7" name="直線コネクタ 63826">
                      <a:extLst>
                        <a:ext uri="{FF2B5EF4-FFF2-40B4-BE49-F238E27FC236}">
                          <a16:creationId xmlns:a16="http://schemas.microsoft.com/office/drawing/2014/main" id="{EB80EE4C-E28E-42B9-9810-748F86FCDC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8" name="直線コネクタ 63827">
                      <a:extLst>
                        <a:ext uri="{FF2B5EF4-FFF2-40B4-BE49-F238E27FC236}">
                          <a16:creationId xmlns:a16="http://schemas.microsoft.com/office/drawing/2014/main" id="{2F4FD6FE-EFFD-4C8E-9A1F-B0369D42BA0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29" name="直線コネクタ 63828">
                      <a:extLst>
                        <a:ext uri="{FF2B5EF4-FFF2-40B4-BE49-F238E27FC236}">
                          <a16:creationId xmlns:a16="http://schemas.microsoft.com/office/drawing/2014/main" id="{E63F9E29-75D0-4E05-94F8-6C8DF1FE57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0" name="直線コネクタ 63829">
                      <a:extLst>
                        <a:ext uri="{FF2B5EF4-FFF2-40B4-BE49-F238E27FC236}">
                          <a16:creationId xmlns:a16="http://schemas.microsoft.com/office/drawing/2014/main" id="{474E5ECA-C413-44A8-B972-4CE3BC2F22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1" name="直線コネクタ 63830">
                      <a:extLst>
                        <a:ext uri="{FF2B5EF4-FFF2-40B4-BE49-F238E27FC236}">
                          <a16:creationId xmlns:a16="http://schemas.microsoft.com/office/drawing/2014/main" id="{52CA9450-65D4-46F2-93A1-B2377729CAD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2" name="直線コネクタ 63831">
                      <a:extLst>
                        <a:ext uri="{FF2B5EF4-FFF2-40B4-BE49-F238E27FC236}">
                          <a16:creationId xmlns:a16="http://schemas.microsoft.com/office/drawing/2014/main" id="{BA499716-E0DA-4C40-A880-085162CA9A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3" name="直線コネクタ 63832">
                      <a:extLst>
                        <a:ext uri="{FF2B5EF4-FFF2-40B4-BE49-F238E27FC236}">
                          <a16:creationId xmlns:a16="http://schemas.microsoft.com/office/drawing/2014/main" id="{E142C21A-832D-49F3-9418-A3DAD384048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4" name="直線コネクタ 63833">
                      <a:extLst>
                        <a:ext uri="{FF2B5EF4-FFF2-40B4-BE49-F238E27FC236}">
                          <a16:creationId xmlns:a16="http://schemas.microsoft.com/office/drawing/2014/main" id="{1B5C8726-7565-4268-B0BF-2AF1017850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5" name="直線コネクタ 63834">
                      <a:extLst>
                        <a:ext uri="{FF2B5EF4-FFF2-40B4-BE49-F238E27FC236}">
                          <a16:creationId xmlns:a16="http://schemas.microsoft.com/office/drawing/2014/main" id="{02EA80B1-AAD1-4674-8E4F-423CC9081CB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6" name="直線コネクタ 63835">
                      <a:extLst>
                        <a:ext uri="{FF2B5EF4-FFF2-40B4-BE49-F238E27FC236}">
                          <a16:creationId xmlns:a16="http://schemas.microsoft.com/office/drawing/2014/main" id="{4AC0749D-B7F0-48E8-BBDE-0A8E0E78F9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7" name="直線コネクタ 63836">
                      <a:extLst>
                        <a:ext uri="{FF2B5EF4-FFF2-40B4-BE49-F238E27FC236}">
                          <a16:creationId xmlns:a16="http://schemas.microsoft.com/office/drawing/2014/main" id="{AA4D2A3E-4248-4DB0-B662-4E7B64CA042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8" name="直線コネクタ 63837">
                      <a:extLst>
                        <a:ext uri="{FF2B5EF4-FFF2-40B4-BE49-F238E27FC236}">
                          <a16:creationId xmlns:a16="http://schemas.microsoft.com/office/drawing/2014/main" id="{4006B70B-6370-4991-A61A-8D565606D6C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39" name="直線コネクタ 63838">
                      <a:extLst>
                        <a:ext uri="{FF2B5EF4-FFF2-40B4-BE49-F238E27FC236}">
                          <a16:creationId xmlns:a16="http://schemas.microsoft.com/office/drawing/2014/main" id="{92C4342A-4589-4AAB-9327-6FD209CF3F5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0" name="直線コネクタ 63839">
                      <a:extLst>
                        <a:ext uri="{FF2B5EF4-FFF2-40B4-BE49-F238E27FC236}">
                          <a16:creationId xmlns:a16="http://schemas.microsoft.com/office/drawing/2014/main" id="{C4DA71BC-7C94-4FAA-A4E9-0D1407C898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1" name="直線コネクタ 63840">
                      <a:extLst>
                        <a:ext uri="{FF2B5EF4-FFF2-40B4-BE49-F238E27FC236}">
                          <a16:creationId xmlns:a16="http://schemas.microsoft.com/office/drawing/2014/main" id="{7D425A45-CD22-49A8-B305-A05466EF97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2" name="直線コネクタ 63841">
                      <a:extLst>
                        <a:ext uri="{FF2B5EF4-FFF2-40B4-BE49-F238E27FC236}">
                          <a16:creationId xmlns:a16="http://schemas.microsoft.com/office/drawing/2014/main" id="{AD1AF2FF-F956-4DB9-ADDA-9DA91C84D9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3" name="直線コネクタ 63842">
                      <a:extLst>
                        <a:ext uri="{FF2B5EF4-FFF2-40B4-BE49-F238E27FC236}">
                          <a16:creationId xmlns:a16="http://schemas.microsoft.com/office/drawing/2014/main" id="{87D65A1E-9D96-47EF-8415-9FF56A2F33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4" name="直線コネクタ 63843">
                      <a:extLst>
                        <a:ext uri="{FF2B5EF4-FFF2-40B4-BE49-F238E27FC236}">
                          <a16:creationId xmlns:a16="http://schemas.microsoft.com/office/drawing/2014/main" id="{41F71FCC-488D-42A5-B861-CA2CB7935E5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5" name="直線コネクタ 63844">
                      <a:extLst>
                        <a:ext uri="{FF2B5EF4-FFF2-40B4-BE49-F238E27FC236}">
                          <a16:creationId xmlns:a16="http://schemas.microsoft.com/office/drawing/2014/main" id="{4303FE6F-693E-4303-B0D7-A3908FF69A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6" name="直線コネクタ 63845">
                      <a:extLst>
                        <a:ext uri="{FF2B5EF4-FFF2-40B4-BE49-F238E27FC236}">
                          <a16:creationId xmlns:a16="http://schemas.microsoft.com/office/drawing/2014/main" id="{9537912E-8D44-4DD3-B73B-39FFD5E3884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7" name="直線コネクタ 63846">
                      <a:extLst>
                        <a:ext uri="{FF2B5EF4-FFF2-40B4-BE49-F238E27FC236}">
                          <a16:creationId xmlns:a16="http://schemas.microsoft.com/office/drawing/2014/main" id="{A0E942B8-E24C-482D-B1ED-8DA33CA8C9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8" name="直線コネクタ 63847">
                      <a:extLst>
                        <a:ext uri="{FF2B5EF4-FFF2-40B4-BE49-F238E27FC236}">
                          <a16:creationId xmlns:a16="http://schemas.microsoft.com/office/drawing/2014/main" id="{8F1DAB65-BB2D-4DE5-AE7E-720CA5051C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49" name="直線コネクタ 63848">
                      <a:extLst>
                        <a:ext uri="{FF2B5EF4-FFF2-40B4-BE49-F238E27FC236}">
                          <a16:creationId xmlns:a16="http://schemas.microsoft.com/office/drawing/2014/main" id="{F7AD9654-D1FB-4FA8-AF95-6F3D351936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850" name="直線コネクタ 63849">
                      <a:extLst>
                        <a:ext uri="{FF2B5EF4-FFF2-40B4-BE49-F238E27FC236}">
                          <a16:creationId xmlns:a16="http://schemas.microsoft.com/office/drawing/2014/main" id="{2A3A7F83-B963-4B56-A534-503D8CAB8D9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62642" name="グループ化 62641">
                <a:extLst>
                  <a:ext uri="{FF2B5EF4-FFF2-40B4-BE49-F238E27FC236}">
                    <a16:creationId xmlns:a16="http://schemas.microsoft.com/office/drawing/2014/main" id="{E3A27BE8-C8C7-4EFC-87C8-6816E7B6C70C}"/>
                  </a:ext>
                </a:extLst>
              </p:cNvPr>
              <p:cNvGrpSpPr/>
              <p:nvPr/>
            </p:nvGrpSpPr>
            <p:grpSpPr>
              <a:xfrm rot="16200000">
                <a:off x="1799184" y="5400577"/>
                <a:ext cx="3600000" cy="3600000"/>
                <a:chOff x="1799185" y="1799184"/>
                <a:chExt cx="3600000" cy="3600000"/>
              </a:xfrm>
            </p:grpSpPr>
            <p:grpSp>
              <p:nvGrpSpPr>
                <p:cNvPr id="62643" name="グループ化 62642">
                  <a:extLst>
                    <a:ext uri="{FF2B5EF4-FFF2-40B4-BE49-F238E27FC236}">
                      <a16:creationId xmlns:a16="http://schemas.microsoft.com/office/drawing/2014/main" id="{2946B02A-CD4A-4037-98E4-60B63714E093}"/>
                    </a:ext>
                  </a:extLst>
                </p:cNvPr>
                <p:cNvGrpSpPr/>
                <p:nvPr/>
              </p:nvGrpSpPr>
              <p:grpSpPr>
                <a:xfrm rot="5400000" flipV="1">
                  <a:off x="1349846" y="224918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3751" name="直線コネクタ 63750">
                    <a:extLst>
                      <a:ext uri="{FF2B5EF4-FFF2-40B4-BE49-F238E27FC236}">
                        <a16:creationId xmlns:a16="http://schemas.microsoft.com/office/drawing/2014/main" id="{867E3E35-570A-49B7-852D-AB39DB2817C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52" name="直線コネクタ 63751">
                    <a:extLst>
                      <a:ext uri="{FF2B5EF4-FFF2-40B4-BE49-F238E27FC236}">
                        <a16:creationId xmlns:a16="http://schemas.microsoft.com/office/drawing/2014/main" id="{5FACA78A-F36F-4B56-A8DD-27C96EB985D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53" name="直線コネクタ 63752">
                    <a:extLst>
                      <a:ext uri="{FF2B5EF4-FFF2-40B4-BE49-F238E27FC236}">
                        <a16:creationId xmlns:a16="http://schemas.microsoft.com/office/drawing/2014/main" id="{58D3C05A-A5D4-43A9-804A-03F672FE121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54" name="直線コネクタ 63753">
                    <a:extLst>
                      <a:ext uri="{FF2B5EF4-FFF2-40B4-BE49-F238E27FC236}">
                        <a16:creationId xmlns:a16="http://schemas.microsoft.com/office/drawing/2014/main" id="{45264852-7587-4B1B-96AE-80190311FD2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55" name="直線コネクタ 63754">
                    <a:extLst>
                      <a:ext uri="{FF2B5EF4-FFF2-40B4-BE49-F238E27FC236}">
                        <a16:creationId xmlns:a16="http://schemas.microsoft.com/office/drawing/2014/main" id="{F0A91505-9C48-4E76-A4B3-2D25408628F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56" name="直線コネクタ 63755">
                    <a:extLst>
                      <a:ext uri="{FF2B5EF4-FFF2-40B4-BE49-F238E27FC236}">
                        <a16:creationId xmlns:a16="http://schemas.microsoft.com/office/drawing/2014/main" id="{AE5C00EB-C7EF-44D9-BB4C-A0EC2AF40FD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57" name="直線コネクタ 63756">
                    <a:extLst>
                      <a:ext uri="{FF2B5EF4-FFF2-40B4-BE49-F238E27FC236}">
                        <a16:creationId xmlns:a16="http://schemas.microsoft.com/office/drawing/2014/main" id="{179DDBC0-576F-4FF4-8CE2-4A40477FB7E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58" name="直線コネクタ 63757">
                    <a:extLst>
                      <a:ext uri="{FF2B5EF4-FFF2-40B4-BE49-F238E27FC236}">
                        <a16:creationId xmlns:a16="http://schemas.microsoft.com/office/drawing/2014/main" id="{AAA3B262-9384-483F-A73A-62C7BA69CA7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59" name="直線コネクタ 63758">
                    <a:extLst>
                      <a:ext uri="{FF2B5EF4-FFF2-40B4-BE49-F238E27FC236}">
                        <a16:creationId xmlns:a16="http://schemas.microsoft.com/office/drawing/2014/main" id="{7AB8B652-61DF-4144-95CB-992268352E9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0" name="直線コネクタ 63759">
                    <a:extLst>
                      <a:ext uri="{FF2B5EF4-FFF2-40B4-BE49-F238E27FC236}">
                        <a16:creationId xmlns:a16="http://schemas.microsoft.com/office/drawing/2014/main" id="{2B0627D2-B94E-4623-B005-15B544726A5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1" name="直線コネクタ 63760">
                    <a:extLst>
                      <a:ext uri="{FF2B5EF4-FFF2-40B4-BE49-F238E27FC236}">
                        <a16:creationId xmlns:a16="http://schemas.microsoft.com/office/drawing/2014/main" id="{1E85A993-9269-41CE-85F9-A1700B93654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2" name="直線コネクタ 63761">
                    <a:extLst>
                      <a:ext uri="{FF2B5EF4-FFF2-40B4-BE49-F238E27FC236}">
                        <a16:creationId xmlns:a16="http://schemas.microsoft.com/office/drawing/2014/main" id="{F159688C-DEB1-405D-9037-D029AD1A02C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3" name="直線コネクタ 63762">
                    <a:extLst>
                      <a:ext uri="{FF2B5EF4-FFF2-40B4-BE49-F238E27FC236}">
                        <a16:creationId xmlns:a16="http://schemas.microsoft.com/office/drawing/2014/main" id="{4F1DAB32-CEC6-466A-96A6-B002527F2D1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4" name="直線コネクタ 63763">
                    <a:extLst>
                      <a:ext uri="{FF2B5EF4-FFF2-40B4-BE49-F238E27FC236}">
                        <a16:creationId xmlns:a16="http://schemas.microsoft.com/office/drawing/2014/main" id="{24802E69-CD94-4B7F-BC38-28190AA26FA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5" name="直線コネクタ 63764">
                    <a:extLst>
                      <a:ext uri="{FF2B5EF4-FFF2-40B4-BE49-F238E27FC236}">
                        <a16:creationId xmlns:a16="http://schemas.microsoft.com/office/drawing/2014/main" id="{4B6F2903-49C6-4E39-857F-6BD41BBE984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6" name="直線コネクタ 63765">
                    <a:extLst>
                      <a:ext uri="{FF2B5EF4-FFF2-40B4-BE49-F238E27FC236}">
                        <a16:creationId xmlns:a16="http://schemas.microsoft.com/office/drawing/2014/main" id="{FA07E1F9-6372-424B-BCFD-B68E69B8760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7" name="直線コネクタ 63766">
                    <a:extLst>
                      <a:ext uri="{FF2B5EF4-FFF2-40B4-BE49-F238E27FC236}">
                        <a16:creationId xmlns:a16="http://schemas.microsoft.com/office/drawing/2014/main" id="{2FCD9290-A56A-4FDE-9280-45FE2C0DD2D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8" name="直線コネクタ 63767">
                    <a:extLst>
                      <a:ext uri="{FF2B5EF4-FFF2-40B4-BE49-F238E27FC236}">
                        <a16:creationId xmlns:a16="http://schemas.microsoft.com/office/drawing/2014/main" id="{49DA313B-DE65-4F91-9217-60E48EB1BC1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69" name="直線コネクタ 63768">
                    <a:extLst>
                      <a:ext uri="{FF2B5EF4-FFF2-40B4-BE49-F238E27FC236}">
                        <a16:creationId xmlns:a16="http://schemas.microsoft.com/office/drawing/2014/main" id="{D8919395-CC11-4301-8AAE-AB153D0AF88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0" name="直線コネクタ 63769">
                    <a:extLst>
                      <a:ext uri="{FF2B5EF4-FFF2-40B4-BE49-F238E27FC236}">
                        <a16:creationId xmlns:a16="http://schemas.microsoft.com/office/drawing/2014/main" id="{3130929B-077C-48EC-AA50-4B7B527A5C6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1" name="直線コネクタ 63770">
                    <a:extLst>
                      <a:ext uri="{FF2B5EF4-FFF2-40B4-BE49-F238E27FC236}">
                        <a16:creationId xmlns:a16="http://schemas.microsoft.com/office/drawing/2014/main" id="{00DCA791-CC6F-43F8-8853-FBFF1A3FB4A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2" name="直線コネクタ 63771">
                    <a:extLst>
                      <a:ext uri="{FF2B5EF4-FFF2-40B4-BE49-F238E27FC236}">
                        <a16:creationId xmlns:a16="http://schemas.microsoft.com/office/drawing/2014/main" id="{330BDC30-ABC8-43A6-BA31-BB2936A756A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3" name="直線コネクタ 63772">
                    <a:extLst>
                      <a:ext uri="{FF2B5EF4-FFF2-40B4-BE49-F238E27FC236}">
                        <a16:creationId xmlns:a16="http://schemas.microsoft.com/office/drawing/2014/main" id="{4BB7E201-F6CB-4AF2-83C8-6E57BA6584F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4" name="直線コネクタ 63773">
                    <a:extLst>
                      <a:ext uri="{FF2B5EF4-FFF2-40B4-BE49-F238E27FC236}">
                        <a16:creationId xmlns:a16="http://schemas.microsoft.com/office/drawing/2014/main" id="{DC6227B1-4CA2-4DF8-BFFB-5CFB52C086A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5" name="直線コネクタ 63774">
                    <a:extLst>
                      <a:ext uri="{FF2B5EF4-FFF2-40B4-BE49-F238E27FC236}">
                        <a16:creationId xmlns:a16="http://schemas.microsoft.com/office/drawing/2014/main" id="{0D970CD0-DD2A-446F-9978-999A64EEBFD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6" name="直線コネクタ 63775">
                    <a:extLst>
                      <a:ext uri="{FF2B5EF4-FFF2-40B4-BE49-F238E27FC236}">
                        <a16:creationId xmlns:a16="http://schemas.microsoft.com/office/drawing/2014/main" id="{903F97A1-1868-442E-82AA-E693A74917A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7" name="直線コネクタ 63776">
                    <a:extLst>
                      <a:ext uri="{FF2B5EF4-FFF2-40B4-BE49-F238E27FC236}">
                        <a16:creationId xmlns:a16="http://schemas.microsoft.com/office/drawing/2014/main" id="{BA4AA72F-5017-44EE-85DE-6F174DDFB6A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8" name="直線コネクタ 63777">
                    <a:extLst>
                      <a:ext uri="{FF2B5EF4-FFF2-40B4-BE49-F238E27FC236}">
                        <a16:creationId xmlns:a16="http://schemas.microsoft.com/office/drawing/2014/main" id="{5DA93F26-468A-4FAA-823E-5CA5CDA21F0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79" name="直線コネクタ 63778">
                    <a:extLst>
                      <a:ext uri="{FF2B5EF4-FFF2-40B4-BE49-F238E27FC236}">
                        <a16:creationId xmlns:a16="http://schemas.microsoft.com/office/drawing/2014/main" id="{A0C0CEF5-7BAA-4056-B3ED-B8427A32EA5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0" name="直線コネクタ 63779">
                    <a:extLst>
                      <a:ext uri="{FF2B5EF4-FFF2-40B4-BE49-F238E27FC236}">
                        <a16:creationId xmlns:a16="http://schemas.microsoft.com/office/drawing/2014/main" id="{0A76F569-CC61-4C72-959C-B18EC431B23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1" name="直線コネクタ 63780">
                    <a:extLst>
                      <a:ext uri="{FF2B5EF4-FFF2-40B4-BE49-F238E27FC236}">
                        <a16:creationId xmlns:a16="http://schemas.microsoft.com/office/drawing/2014/main" id="{8A581A3D-8573-436D-803C-F120B2B28FB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2" name="直線コネクタ 63781">
                    <a:extLst>
                      <a:ext uri="{FF2B5EF4-FFF2-40B4-BE49-F238E27FC236}">
                        <a16:creationId xmlns:a16="http://schemas.microsoft.com/office/drawing/2014/main" id="{19D3B9EF-9D90-4989-B9BE-0C7A7AEDDB6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3" name="直線コネクタ 63782">
                    <a:extLst>
                      <a:ext uri="{FF2B5EF4-FFF2-40B4-BE49-F238E27FC236}">
                        <a16:creationId xmlns:a16="http://schemas.microsoft.com/office/drawing/2014/main" id="{0CBAA482-A624-45E7-AC46-BF2542DA00E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4" name="直線コネクタ 63783">
                    <a:extLst>
                      <a:ext uri="{FF2B5EF4-FFF2-40B4-BE49-F238E27FC236}">
                        <a16:creationId xmlns:a16="http://schemas.microsoft.com/office/drawing/2014/main" id="{E35A82F9-6226-40FD-A6BB-CA28697D307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5" name="直線コネクタ 63784">
                    <a:extLst>
                      <a:ext uri="{FF2B5EF4-FFF2-40B4-BE49-F238E27FC236}">
                        <a16:creationId xmlns:a16="http://schemas.microsoft.com/office/drawing/2014/main" id="{AA0572AF-16F9-45C4-8ACA-AF2DF9CAE74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6" name="直線コネクタ 63785">
                    <a:extLst>
                      <a:ext uri="{FF2B5EF4-FFF2-40B4-BE49-F238E27FC236}">
                        <a16:creationId xmlns:a16="http://schemas.microsoft.com/office/drawing/2014/main" id="{6522059F-0C49-474F-919C-3B41A7939B4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7" name="直線コネクタ 63786">
                    <a:extLst>
                      <a:ext uri="{FF2B5EF4-FFF2-40B4-BE49-F238E27FC236}">
                        <a16:creationId xmlns:a16="http://schemas.microsoft.com/office/drawing/2014/main" id="{FDD4A293-334D-4851-A3CB-27FC5819D7A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8" name="直線コネクタ 63787">
                    <a:extLst>
                      <a:ext uri="{FF2B5EF4-FFF2-40B4-BE49-F238E27FC236}">
                        <a16:creationId xmlns:a16="http://schemas.microsoft.com/office/drawing/2014/main" id="{F243ECE0-F226-4CD3-8F09-19799175200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89" name="直線コネクタ 63788">
                    <a:extLst>
                      <a:ext uri="{FF2B5EF4-FFF2-40B4-BE49-F238E27FC236}">
                        <a16:creationId xmlns:a16="http://schemas.microsoft.com/office/drawing/2014/main" id="{3B8991E7-862C-4182-84EB-504FFCE2C16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90" name="直線コネクタ 63789">
                    <a:extLst>
                      <a:ext uri="{FF2B5EF4-FFF2-40B4-BE49-F238E27FC236}">
                        <a16:creationId xmlns:a16="http://schemas.microsoft.com/office/drawing/2014/main" id="{7ACE89AA-F450-4748-AEF9-4E490F76EBC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91" name="直線コネクタ 63790">
                    <a:extLst>
                      <a:ext uri="{FF2B5EF4-FFF2-40B4-BE49-F238E27FC236}">
                        <a16:creationId xmlns:a16="http://schemas.microsoft.com/office/drawing/2014/main" id="{F91AD94E-945C-45D8-89B5-7E2582F87DD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92" name="直線コネクタ 63791">
                    <a:extLst>
                      <a:ext uri="{FF2B5EF4-FFF2-40B4-BE49-F238E27FC236}">
                        <a16:creationId xmlns:a16="http://schemas.microsoft.com/office/drawing/2014/main" id="{FA5816A7-3490-4203-8D40-A006573D67C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93" name="直線コネクタ 63792">
                    <a:extLst>
                      <a:ext uri="{FF2B5EF4-FFF2-40B4-BE49-F238E27FC236}">
                        <a16:creationId xmlns:a16="http://schemas.microsoft.com/office/drawing/2014/main" id="{7A5F1497-26A8-4B1D-9178-2365C5B4BC0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94" name="直線コネクタ 63793">
                    <a:extLst>
                      <a:ext uri="{FF2B5EF4-FFF2-40B4-BE49-F238E27FC236}">
                        <a16:creationId xmlns:a16="http://schemas.microsoft.com/office/drawing/2014/main" id="{1EA7EEDD-53E2-4771-A5B2-E5BF565F882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95" name="直線コネクタ 63794">
                    <a:extLst>
                      <a:ext uri="{FF2B5EF4-FFF2-40B4-BE49-F238E27FC236}">
                        <a16:creationId xmlns:a16="http://schemas.microsoft.com/office/drawing/2014/main" id="{5CDBCB79-B567-4236-9BDD-536FD705249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796" name="直線コネクタ 63795">
                    <a:extLst>
                      <a:ext uri="{FF2B5EF4-FFF2-40B4-BE49-F238E27FC236}">
                        <a16:creationId xmlns:a16="http://schemas.microsoft.com/office/drawing/2014/main" id="{484D9D9D-A7BB-4A66-A56F-7D6E6967940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44" name="グループ化 62643">
                  <a:extLst>
                    <a:ext uri="{FF2B5EF4-FFF2-40B4-BE49-F238E27FC236}">
                      <a16:creationId xmlns:a16="http://schemas.microsoft.com/office/drawing/2014/main" id="{A401F8C5-F85C-4B04-AA51-4A2BBD78ACCF}"/>
                    </a:ext>
                  </a:extLst>
                </p:cNvPr>
                <p:cNvGrpSpPr/>
                <p:nvPr/>
              </p:nvGrpSpPr>
              <p:grpSpPr>
                <a:xfrm rot="10800000">
                  <a:off x="1799727" y="2699423"/>
                  <a:ext cx="1800000" cy="1800238"/>
                  <a:chOff x="5399185" y="4500120"/>
                  <a:chExt cx="1800000" cy="1800238"/>
                </a:xfrm>
              </p:grpSpPr>
              <p:grpSp>
                <p:nvGrpSpPr>
                  <p:cNvPr id="63657" name="グループ化 63656">
                    <a:extLst>
                      <a:ext uri="{FF2B5EF4-FFF2-40B4-BE49-F238E27FC236}">
                        <a16:creationId xmlns:a16="http://schemas.microsoft.com/office/drawing/2014/main" id="{996E5205-FCE4-48E0-8320-862256CE9963}"/>
                      </a:ext>
                    </a:extLst>
                  </p:cNvPr>
                  <p:cNvGrpSpPr/>
                  <p:nvPr/>
                </p:nvGrpSpPr>
                <p:grpSpPr>
                  <a:xfrm>
                    <a:off x="5399185" y="5400358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3705" name="直線コネクタ 63704">
                      <a:extLst>
                        <a:ext uri="{FF2B5EF4-FFF2-40B4-BE49-F238E27FC236}">
                          <a16:creationId xmlns:a16="http://schemas.microsoft.com/office/drawing/2014/main" id="{1C15DE95-0419-4E9E-B3D2-20ADDAE95D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6" name="直線コネクタ 63705">
                      <a:extLst>
                        <a:ext uri="{FF2B5EF4-FFF2-40B4-BE49-F238E27FC236}">
                          <a16:creationId xmlns:a16="http://schemas.microsoft.com/office/drawing/2014/main" id="{B7D82656-B0D2-40B4-BE5F-5B2FDB0175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7" name="直線コネクタ 63706">
                      <a:extLst>
                        <a:ext uri="{FF2B5EF4-FFF2-40B4-BE49-F238E27FC236}">
                          <a16:creationId xmlns:a16="http://schemas.microsoft.com/office/drawing/2014/main" id="{3D5B509D-24D3-45A1-A2DC-AC85FEA686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8" name="直線コネクタ 63707">
                      <a:extLst>
                        <a:ext uri="{FF2B5EF4-FFF2-40B4-BE49-F238E27FC236}">
                          <a16:creationId xmlns:a16="http://schemas.microsoft.com/office/drawing/2014/main" id="{B376C41A-3376-42AA-8B61-B6723B7BF39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9" name="直線コネクタ 63708">
                      <a:extLst>
                        <a:ext uri="{FF2B5EF4-FFF2-40B4-BE49-F238E27FC236}">
                          <a16:creationId xmlns:a16="http://schemas.microsoft.com/office/drawing/2014/main" id="{4E09501E-2D7F-41F5-94A1-D1FAF4EEC14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0" name="直線コネクタ 63709">
                      <a:extLst>
                        <a:ext uri="{FF2B5EF4-FFF2-40B4-BE49-F238E27FC236}">
                          <a16:creationId xmlns:a16="http://schemas.microsoft.com/office/drawing/2014/main" id="{BCEB9989-9618-4F86-989D-5ABB218E2D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1" name="直線コネクタ 63710">
                      <a:extLst>
                        <a:ext uri="{FF2B5EF4-FFF2-40B4-BE49-F238E27FC236}">
                          <a16:creationId xmlns:a16="http://schemas.microsoft.com/office/drawing/2014/main" id="{B85D75E8-E4C5-4D13-AB94-9364BF4643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2" name="直線コネクタ 63711">
                      <a:extLst>
                        <a:ext uri="{FF2B5EF4-FFF2-40B4-BE49-F238E27FC236}">
                          <a16:creationId xmlns:a16="http://schemas.microsoft.com/office/drawing/2014/main" id="{2CD93372-7E9A-4E7D-9215-F514F67E0A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3" name="直線コネクタ 63712">
                      <a:extLst>
                        <a:ext uri="{FF2B5EF4-FFF2-40B4-BE49-F238E27FC236}">
                          <a16:creationId xmlns:a16="http://schemas.microsoft.com/office/drawing/2014/main" id="{39F7A6E7-281C-4012-AB78-FB49004CB7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4" name="直線コネクタ 63713">
                      <a:extLst>
                        <a:ext uri="{FF2B5EF4-FFF2-40B4-BE49-F238E27FC236}">
                          <a16:creationId xmlns:a16="http://schemas.microsoft.com/office/drawing/2014/main" id="{B2100E05-9FFA-4F44-BD92-81E090CBFD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5" name="直線コネクタ 63714">
                      <a:extLst>
                        <a:ext uri="{FF2B5EF4-FFF2-40B4-BE49-F238E27FC236}">
                          <a16:creationId xmlns:a16="http://schemas.microsoft.com/office/drawing/2014/main" id="{54F5A8A2-2F44-464A-853C-6F65168542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6" name="直線コネクタ 63715">
                      <a:extLst>
                        <a:ext uri="{FF2B5EF4-FFF2-40B4-BE49-F238E27FC236}">
                          <a16:creationId xmlns:a16="http://schemas.microsoft.com/office/drawing/2014/main" id="{ED075360-AAFD-44BB-A879-6E72C5CCD49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7" name="直線コネクタ 63716">
                      <a:extLst>
                        <a:ext uri="{FF2B5EF4-FFF2-40B4-BE49-F238E27FC236}">
                          <a16:creationId xmlns:a16="http://schemas.microsoft.com/office/drawing/2014/main" id="{1509780E-E42C-406D-B33D-9DD61F8080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8" name="直線コネクタ 63717">
                      <a:extLst>
                        <a:ext uri="{FF2B5EF4-FFF2-40B4-BE49-F238E27FC236}">
                          <a16:creationId xmlns:a16="http://schemas.microsoft.com/office/drawing/2014/main" id="{EE6C209B-926E-4699-9BC3-71D5A09FDF5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19" name="直線コネクタ 63718">
                      <a:extLst>
                        <a:ext uri="{FF2B5EF4-FFF2-40B4-BE49-F238E27FC236}">
                          <a16:creationId xmlns:a16="http://schemas.microsoft.com/office/drawing/2014/main" id="{CC14AFCC-579A-4929-A811-B4CA1CD7F6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0" name="直線コネクタ 63719">
                      <a:extLst>
                        <a:ext uri="{FF2B5EF4-FFF2-40B4-BE49-F238E27FC236}">
                          <a16:creationId xmlns:a16="http://schemas.microsoft.com/office/drawing/2014/main" id="{FACD9951-90C3-464E-9A16-5DA5F8F412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1" name="直線コネクタ 63720">
                      <a:extLst>
                        <a:ext uri="{FF2B5EF4-FFF2-40B4-BE49-F238E27FC236}">
                          <a16:creationId xmlns:a16="http://schemas.microsoft.com/office/drawing/2014/main" id="{F91B55AB-4524-4FA0-B430-2562469557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2" name="直線コネクタ 63721">
                      <a:extLst>
                        <a:ext uri="{FF2B5EF4-FFF2-40B4-BE49-F238E27FC236}">
                          <a16:creationId xmlns:a16="http://schemas.microsoft.com/office/drawing/2014/main" id="{2692B3BE-2E57-4EE4-AB7C-DBDEDDA28A6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3" name="直線コネクタ 63722">
                      <a:extLst>
                        <a:ext uri="{FF2B5EF4-FFF2-40B4-BE49-F238E27FC236}">
                          <a16:creationId xmlns:a16="http://schemas.microsoft.com/office/drawing/2014/main" id="{5FEDC19F-B920-4CE1-B55C-8B54C35A851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4" name="直線コネクタ 63723">
                      <a:extLst>
                        <a:ext uri="{FF2B5EF4-FFF2-40B4-BE49-F238E27FC236}">
                          <a16:creationId xmlns:a16="http://schemas.microsoft.com/office/drawing/2014/main" id="{7E292192-F07D-482F-8FEA-C4557C34E35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5" name="直線コネクタ 63724">
                      <a:extLst>
                        <a:ext uri="{FF2B5EF4-FFF2-40B4-BE49-F238E27FC236}">
                          <a16:creationId xmlns:a16="http://schemas.microsoft.com/office/drawing/2014/main" id="{1A1D59B2-CEA9-490F-823F-F9102567232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6" name="直線コネクタ 63725">
                      <a:extLst>
                        <a:ext uri="{FF2B5EF4-FFF2-40B4-BE49-F238E27FC236}">
                          <a16:creationId xmlns:a16="http://schemas.microsoft.com/office/drawing/2014/main" id="{2D1B0E47-1A7E-4E93-B126-C9E60F1BAE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7" name="直線コネクタ 63726">
                      <a:extLst>
                        <a:ext uri="{FF2B5EF4-FFF2-40B4-BE49-F238E27FC236}">
                          <a16:creationId xmlns:a16="http://schemas.microsoft.com/office/drawing/2014/main" id="{111852C6-4C69-4046-BCF8-4E3236D1F35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8" name="直線コネクタ 63727">
                      <a:extLst>
                        <a:ext uri="{FF2B5EF4-FFF2-40B4-BE49-F238E27FC236}">
                          <a16:creationId xmlns:a16="http://schemas.microsoft.com/office/drawing/2014/main" id="{764DDBE1-DCF3-4DA2-A7B6-AA39C65772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29" name="直線コネクタ 63728">
                      <a:extLst>
                        <a:ext uri="{FF2B5EF4-FFF2-40B4-BE49-F238E27FC236}">
                          <a16:creationId xmlns:a16="http://schemas.microsoft.com/office/drawing/2014/main" id="{55526850-6698-48BD-BAC3-BEBA0B0105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0" name="直線コネクタ 63729">
                      <a:extLst>
                        <a:ext uri="{FF2B5EF4-FFF2-40B4-BE49-F238E27FC236}">
                          <a16:creationId xmlns:a16="http://schemas.microsoft.com/office/drawing/2014/main" id="{ADC66C45-729D-4A26-A1E8-8935FE25AA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1" name="直線コネクタ 63730">
                      <a:extLst>
                        <a:ext uri="{FF2B5EF4-FFF2-40B4-BE49-F238E27FC236}">
                          <a16:creationId xmlns:a16="http://schemas.microsoft.com/office/drawing/2014/main" id="{A92EDE56-C76F-450E-803C-4631FF1E04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2" name="直線コネクタ 63731">
                      <a:extLst>
                        <a:ext uri="{FF2B5EF4-FFF2-40B4-BE49-F238E27FC236}">
                          <a16:creationId xmlns:a16="http://schemas.microsoft.com/office/drawing/2014/main" id="{9DEF7F27-1FCA-4B09-806E-4111D1108F7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3" name="直線コネクタ 63732">
                      <a:extLst>
                        <a:ext uri="{FF2B5EF4-FFF2-40B4-BE49-F238E27FC236}">
                          <a16:creationId xmlns:a16="http://schemas.microsoft.com/office/drawing/2014/main" id="{2FD540DA-EE86-470A-AE52-8463FFBA014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4" name="直線コネクタ 63733">
                      <a:extLst>
                        <a:ext uri="{FF2B5EF4-FFF2-40B4-BE49-F238E27FC236}">
                          <a16:creationId xmlns:a16="http://schemas.microsoft.com/office/drawing/2014/main" id="{21A65829-3E18-4F43-B234-EE797ADB51D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5" name="直線コネクタ 63734">
                      <a:extLst>
                        <a:ext uri="{FF2B5EF4-FFF2-40B4-BE49-F238E27FC236}">
                          <a16:creationId xmlns:a16="http://schemas.microsoft.com/office/drawing/2014/main" id="{CD0C1B33-6169-4D07-A4B0-769C36AA46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6" name="直線コネクタ 63735">
                      <a:extLst>
                        <a:ext uri="{FF2B5EF4-FFF2-40B4-BE49-F238E27FC236}">
                          <a16:creationId xmlns:a16="http://schemas.microsoft.com/office/drawing/2014/main" id="{61C9B322-5C38-43E7-946C-7026C5F41EF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7" name="直線コネクタ 63736">
                      <a:extLst>
                        <a:ext uri="{FF2B5EF4-FFF2-40B4-BE49-F238E27FC236}">
                          <a16:creationId xmlns:a16="http://schemas.microsoft.com/office/drawing/2014/main" id="{2674252F-5C22-4A99-9A9D-AEA0E879346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8" name="直線コネクタ 63737">
                      <a:extLst>
                        <a:ext uri="{FF2B5EF4-FFF2-40B4-BE49-F238E27FC236}">
                          <a16:creationId xmlns:a16="http://schemas.microsoft.com/office/drawing/2014/main" id="{240D6A4D-468D-4955-AFE7-DE4AC706A4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39" name="直線コネクタ 63738">
                      <a:extLst>
                        <a:ext uri="{FF2B5EF4-FFF2-40B4-BE49-F238E27FC236}">
                          <a16:creationId xmlns:a16="http://schemas.microsoft.com/office/drawing/2014/main" id="{37A9822E-0F5F-44D7-BC2F-42E4719DC3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0" name="直線コネクタ 63739">
                      <a:extLst>
                        <a:ext uri="{FF2B5EF4-FFF2-40B4-BE49-F238E27FC236}">
                          <a16:creationId xmlns:a16="http://schemas.microsoft.com/office/drawing/2014/main" id="{8D602CFD-CE40-4679-9385-03E2F1C933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1" name="直線コネクタ 63740">
                      <a:extLst>
                        <a:ext uri="{FF2B5EF4-FFF2-40B4-BE49-F238E27FC236}">
                          <a16:creationId xmlns:a16="http://schemas.microsoft.com/office/drawing/2014/main" id="{C5DFAFD2-36FA-43F2-A4C7-ADC2B115C98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2" name="直線コネクタ 63741">
                      <a:extLst>
                        <a:ext uri="{FF2B5EF4-FFF2-40B4-BE49-F238E27FC236}">
                          <a16:creationId xmlns:a16="http://schemas.microsoft.com/office/drawing/2014/main" id="{032AC8D1-EF0E-4466-931C-D7988CEFDD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3" name="直線コネクタ 63742">
                      <a:extLst>
                        <a:ext uri="{FF2B5EF4-FFF2-40B4-BE49-F238E27FC236}">
                          <a16:creationId xmlns:a16="http://schemas.microsoft.com/office/drawing/2014/main" id="{6BC6ADA0-1C1E-4CBF-A016-E5E40D1ACC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4" name="直線コネクタ 63743">
                      <a:extLst>
                        <a:ext uri="{FF2B5EF4-FFF2-40B4-BE49-F238E27FC236}">
                          <a16:creationId xmlns:a16="http://schemas.microsoft.com/office/drawing/2014/main" id="{DDFED9D0-9A15-4B74-95E4-82595F3FB19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5" name="直線コネクタ 63744">
                      <a:extLst>
                        <a:ext uri="{FF2B5EF4-FFF2-40B4-BE49-F238E27FC236}">
                          <a16:creationId xmlns:a16="http://schemas.microsoft.com/office/drawing/2014/main" id="{37F72BE5-D21D-4CDF-B7B6-B1EF6BBE7F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6" name="直線コネクタ 63745">
                      <a:extLst>
                        <a:ext uri="{FF2B5EF4-FFF2-40B4-BE49-F238E27FC236}">
                          <a16:creationId xmlns:a16="http://schemas.microsoft.com/office/drawing/2014/main" id="{C6AADF1F-89A8-4F64-8AD8-5BFA4B7030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7" name="直線コネクタ 63746">
                      <a:extLst>
                        <a:ext uri="{FF2B5EF4-FFF2-40B4-BE49-F238E27FC236}">
                          <a16:creationId xmlns:a16="http://schemas.microsoft.com/office/drawing/2014/main" id="{1A90D1BF-53CC-4652-9A7B-0C4ECE7F0C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8" name="直線コネクタ 63747">
                      <a:extLst>
                        <a:ext uri="{FF2B5EF4-FFF2-40B4-BE49-F238E27FC236}">
                          <a16:creationId xmlns:a16="http://schemas.microsoft.com/office/drawing/2014/main" id="{A6DF56D1-1008-4916-9F9B-2752B51CFD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49" name="直線コネクタ 63748">
                      <a:extLst>
                        <a:ext uri="{FF2B5EF4-FFF2-40B4-BE49-F238E27FC236}">
                          <a16:creationId xmlns:a16="http://schemas.microsoft.com/office/drawing/2014/main" id="{3228BD79-49F2-46BA-823E-259BE31899A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50" name="直線コネクタ 63749">
                      <a:extLst>
                        <a:ext uri="{FF2B5EF4-FFF2-40B4-BE49-F238E27FC236}">
                          <a16:creationId xmlns:a16="http://schemas.microsoft.com/office/drawing/2014/main" id="{284399E8-5C52-45E8-A8D8-C2DCF9F4D46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3658" name="グループ化 63657">
                    <a:extLst>
                      <a:ext uri="{FF2B5EF4-FFF2-40B4-BE49-F238E27FC236}">
                        <a16:creationId xmlns:a16="http://schemas.microsoft.com/office/drawing/2014/main" id="{E24FBDC8-2A83-4D11-824E-5D6FEBBBA78A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399185" y="4500120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3659" name="直線コネクタ 63658">
                      <a:extLst>
                        <a:ext uri="{FF2B5EF4-FFF2-40B4-BE49-F238E27FC236}">
                          <a16:creationId xmlns:a16="http://schemas.microsoft.com/office/drawing/2014/main" id="{DEC6D5BE-AF22-477E-B3C1-14057320ACB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0" name="直線コネクタ 63659">
                      <a:extLst>
                        <a:ext uri="{FF2B5EF4-FFF2-40B4-BE49-F238E27FC236}">
                          <a16:creationId xmlns:a16="http://schemas.microsoft.com/office/drawing/2014/main" id="{841204CE-8646-4B64-8C63-88F34DCD57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1" name="直線コネクタ 63660">
                      <a:extLst>
                        <a:ext uri="{FF2B5EF4-FFF2-40B4-BE49-F238E27FC236}">
                          <a16:creationId xmlns:a16="http://schemas.microsoft.com/office/drawing/2014/main" id="{012169A9-B401-4AC9-BBEB-2BF407F6A1A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2" name="直線コネクタ 63661">
                      <a:extLst>
                        <a:ext uri="{FF2B5EF4-FFF2-40B4-BE49-F238E27FC236}">
                          <a16:creationId xmlns:a16="http://schemas.microsoft.com/office/drawing/2014/main" id="{6C8D6A2F-54A1-47CD-B34D-A82C58CD7D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3" name="直線コネクタ 63662">
                      <a:extLst>
                        <a:ext uri="{FF2B5EF4-FFF2-40B4-BE49-F238E27FC236}">
                          <a16:creationId xmlns:a16="http://schemas.microsoft.com/office/drawing/2014/main" id="{2438AAB7-85FD-44E9-B459-0459C713A1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4" name="直線コネクタ 63663">
                      <a:extLst>
                        <a:ext uri="{FF2B5EF4-FFF2-40B4-BE49-F238E27FC236}">
                          <a16:creationId xmlns:a16="http://schemas.microsoft.com/office/drawing/2014/main" id="{93EC6BAE-5F49-43BC-A442-119C2E698D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5" name="直線コネクタ 63664">
                      <a:extLst>
                        <a:ext uri="{FF2B5EF4-FFF2-40B4-BE49-F238E27FC236}">
                          <a16:creationId xmlns:a16="http://schemas.microsoft.com/office/drawing/2014/main" id="{009368D9-4ACE-4E2D-BF32-BF89E2A1F1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6" name="直線コネクタ 63665">
                      <a:extLst>
                        <a:ext uri="{FF2B5EF4-FFF2-40B4-BE49-F238E27FC236}">
                          <a16:creationId xmlns:a16="http://schemas.microsoft.com/office/drawing/2014/main" id="{CE19A834-37A5-4C79-8753-28CCAD9A0C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7" name="直線コネクタ 63666">
                      <a:extLst>
                        <a:ext uri="{FF2B5EF4-FFF2-40B4-BE49-F238E27FC236}">
                          <a16:creationId xmlns:a16="http://schemas.microsoft.com/office/drawing/2014/main" id="{10B73306-4864-4BF0-B1B0-0115F28C6C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8" name="直線コネクタ 63667">
                      <a:extLst>
                        <a:ext uri="{FF2B5EF4-FFF2-40B4-BE49-F238E27FC236}">
                          <a16:creationId xmlns:a16="http://schemas.microsoft.com/office/drawing/2014/main" id="{BDE7128B-BF28-4ED7-ADF4-8FBBE67E7D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69" name="直線コネクタ 63668">
                      <a:extLst>
                        <a:ext uri="{FF2B5EF4-FFF2-40B4-BE49-F238E27FC236}">
                          <a16:creationId xmlns:a16="http://schemas.microsoft.com/office/drawing/2014/main" id="{94507E09-8289-445E-8018-F69A9A7A63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0" name="直線コネクタ 63669">
                      <a:extLst>
                        <a:ext uri="{FF2B5EF4-FFF2-40B4-BE49-F238E27FC236}">
                          <a16:creationId xmlns:a16="http://schemas.microsoft.com/office/drawing/2014/main" id="{08F6909D-3C08-4AA2-AE8B-FB1CE79CE23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1" name="直線コネクタ 63670">
                      <a:extLst>
                        <a:ext uri="{FF2B5EF4-FFF2-40B4-BE49-F238E27FC236}">
                          <a16:creationId xmlns:a16="http://schemas.microsoft.com/office/drawing/2014/main" id="{E2C359E2-0420-482B-ACC5-11F87F3461C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2" name="直線コネクタ 63671">
                      <a:extLst>
                        <a:ext uri="{FF2B5EF4-FFF2-40B4-BE49-F238E27FC236}">
                          <a16:creationId xmlns:a16="http://schemas.microsoft.com/office/drawing/2014/main" id="{1E877CA3-1FAF-4154-B37F-980E5E0C733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3" name="直線コネクタ 63672">
                      <a:extLst>
                        <a:ext uri="{FF2B5EF4-FFF2-40B4-BE49-F238E27FC236}">
                          <a16:creationId xmlns:a16="http://schemas.microsoft.com/office/drawing/2014/main" id="{8754355B-B71A-4BE1-BDC1-014BA963DC2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4" name="直線コネクタ 63673">
                      <a:extLst>
                        <a:ext uri="{FF2B5EF4-FFF2-40B4-BE49-F238E27FC236}">
                          <a16:creationId xmlns:a16="http://schemas.microsoft.com/office/drawing/2014/main" id="{7C55EA45-B613-450F-8818-10C17E3C7A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5" name="直線コネクタ 63674">
                      <a:extLst>
                        <a:ext uri="{FF2B5EF4-FFF2-40B4-BE49-F238E27FC236}">
                          <a16:creationId xmlns:a16="http://schemas.microsoft.com/office/drawing/2014/main" id="{A78DD148-E56F-442C-BD88-72C3B9EEB3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6" name="直線コネクタ 63675">
                      <a:extLst>
                        <a:ext uri="{FF2B5EF4-FFF2-40B4-BE49-F238E27FC236}">
                          <a16:creationId xmlns:a16="http://schemas.microsoft.com/office/drawing/2014/main" id="{0A50432D-248A-4E58-8A0C-02360B8C5E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7" name="直線コネクタ 63676">
                      <a:extLst>
                        <a:ext uri="{FF2B5EF4-FFF2-40B4-BE49-F238E27FC236}">
                          <a16:creationId xmlns:a16="http://schemas.microsoft.com/office/drawing/2014/main" id="{1D77684A-8B9A-4A0E-9FE3-28324212DC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8" name="直線コネクタ 63677">
                      <a:extLst>
                        <a:ext uri="{FF2B5EF4-FFF2-40B4-BE49-F238E27FC236}">
                          <a16:creationId xmlns:a16="http://schemas.microsoft.com/office/drawing/2014/main" id="{9A62DCB9-37DD-4169-A3CB-FC686441BB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79" name="直線コネクタ 63678">
                      <a:extLst>
                        <a:ext uri="{FF2B5EF4-FFF2-40B4-BE49-F238E27FC236}">
                          <a16:creationId xmlns:a16="http://schemas.microsoft.com/office/drawing/2014/main" id="{79F55350-9567-407C-814C-9A34410826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0" name="直線コネクタ 63679">
                      <a:extLst>
                        <a:ext uri="{FF2B5EF4-FFF2-40B4-BE49-F238E27FC236}">
                          <a16:creationId xmlns:a16="http://schemas.microsoft.com/office/drawing/2014/main" id="{F954B8B9-6066-434D-B9D3-E77368CC452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1" name="直線コネクタ 63680">
                      <a:extLst>
                        <a:ext uri="{FF2B5EF4-FFF2-40B4-BE49-F238E27FC236}">
                          <a16:creationId xmlns:a16="http://schemas.microsoft.com/office/drawing/2014/main" id="{C4D5BA90-0CA8-4D2B-A609-D101780E94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2" name="直線コネクタ 63681">
                      <a:extLst>
                        <a:ext uri="{FF2B5EF4-FFF2-40B4-BE49-F238E27FC236}">
                          <a16:creationId xmlns:a16="http://schemas.microsoft.com/office/drawing/2014/main" id="{273BAF6C-F5BB-4803-820E-65778D3B85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3" name="直線コネクタ 63682">
                      <a:extLst>
                        <a:ext uri="{FF2B5EF4-FFF2-40B4-BE49-F238E27FC236}">
                          <a16:creationId xmlns:a16="http://schemas.microsoft.com/office/drawing/2014/main" id="{9249D489-AFC8-4FB1-A522-2423D0EF018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4" name="直線コネクタ 63683">
                      <a:extLst>
                        <a:ext uri="{FF2B5EF4-FFF2-40B4-BE49-F238E27FC236}">
                          <a16:creationId xmlns:a16="http://schemas.microsoft.com/office/drawing/2014/main" id="{7FDA966F-72A5-4275-8A5C-07588ED475F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5" name="直線コネクタ 63684">
                      <a:extLst>
                        <a:ext uri="{FF2B5EF4-FFF2-40B4-BE49-F238E27FC236}">
                          <a16:creationId xmlns:a16="http://schemas.microsoft.com/office/drawing/2014/main" id="{C51B1998-6CA2-45F7-B88E-225100EB698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6" name="直線コネクタ 63685">
                      <a:extLst>
                        <a:ext uri="{FF2B5EF4-FFF2-40B4-BE49-F238E27FC236}">
                          <a16:creationId xmlns:a16="http://schemas.microsoft.com/office/drawing/2014/main" id="{0F91E0E3-AFFA-4BD8-99A5-9DECB0734A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7" name="直線コネクタ 63686">
                      <a:extLst>
                        <a:ext uri="{FF2B5EF4-FFF2-40B4-BE49-F238E27FC236}">
                          <a16:creationId xmlns:a16="http://schemas.microsoft.com/office/drawing/2014/main" id="{C8833B7D-3635-4058-B41B-929A1BA0145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8" name="直線コネクタ 63687">
                      <a:extLst>
                        <a:ext uri="{FF2B5EF4-FFF2-40B4-BE49-F238E27FC236}">
                          <a16:creationId xmlns:a16="http://schemas.microsoft.com/office/drawing/2014/main" id="{ECF49CA4-5BAE-4F4D-9896-9EB2157563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89" name="直線コネクタ 63688">
                      <a:extLst>
                        <a:ext uri="{FF2B5EF4-FFF2-40B4-BE49-F238E27FC236}">
                          <a16:creationId xmlns:a16="http://schemas.microsoft.com/office/drawing/2014/main" id="{31F3CEDA-54F3-4C75-A9FE-16F0FAA6843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0" name="直線コネクタ 63689">
                      <a:extLst>
                        <a:ext uri="{FF2B5EF4-FFF2-40B4-BE49-F238E27FC236}">
                          <a16:creationId xmlns:a16="http://schemas.microsoft.com/office/drawing/2014/main" id="{44747F40-AE7F-47F5-809A-5B1C247FF9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1" name="直線コネクタ 63690">
                      <a:extLst>
                        <a:ext uri="{FF2B5EF4-FFF2-40B4-BE49-F238E27FC236}">
                          <a16:creationId xmlns:a16="http://schemas.microsoft.com/office/drawing/2014/main" id="{8DA7FA16-8E8E-4F33-A56E-4EE2EA5F46E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2" name="直線コネクタ 63691">
                      <a:extLst>
                        <a:ext uri="{FF2B5EF4-FFF2-40B4-BE49-F238E27FC236}">
                          <a16:creationId xmlns:a16="http://schemas.microsoft.com/office/drawing/2014/main" id="{875BC134-407A-482F-838A-C6D1DCD5CA0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3" name="直線コネクタ 63692">
                      <a:extLst>
                        <a:ext uri="{FF2B5EF4-FFF2-40B4-BE49-F238E27FC236}">
                          <a16:creationId xmlns:a16="http://schemas.microsoft.com/office/drawing/2014/main" id="{57A81E3C-8C09-40F2-8132-42BB4429AE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4" name="直線コネクタ 63693">
                      <a:extLst>
                        <a:ext uri="{FF2B5EF4-FFF2-40B4-BE49-F238E27FC236}">
                          <a16:creationId xmlns:a16="http://schemas.microsoft.com/office/drawing/2014/main" id="{5ECEC4AC-DF42-4FBB-9615-6DC70D485B6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5" name="直線コネクタ 63694">
                      <a:extLst>
                        <a:ext uri="{FF2B5EF4-FFF2-40B4-BE49-F238E27FC236}">
                          <a16:creationId xmlns:a16="http://schemas.microsoft.com/office/drawing/2014/main" id="{658E102F-46B0-496E-843F-854F7F1AE51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6" name="直線コネクタ 63695">
                      <a:extLst>
                        <a:ext uri="{FF2B5EF4-FFF2-40B4-BE49-F238E27FC236}">
                          <a16:creationId xmlns:a16="http://schemas.microsoft.com/office/drawing/2014/main" id="{DB0F1D59-F3CB-4FCD-AEB9-B8BA226CB5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7" name="直線コネクタ 63696">
                      <a:extLst>
                        <a:ext uri="{FF2B5EF4-FFF2-40B4-BE49-F238E27FC236}">
                          <a16:creationId xmlns:a16="http://schemas.microsoft.com/office/drawing/2014/main" id="{CDBABC4D-9763-46AC-B912-190B22A157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8" name="直線コネクタ 63697">
                      <a:extLst>
                        <a:ext uri="{FF2B5EF4-FFF2-40B4-BE49-F238E27FC236}">
                          <a16:creationId xmlns:a16="http://schemas.microsoft.com/office/drawing/2014/main" id="{651910F2-B245-477E-A6D1-64D0B1A057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699" name="直線コネクタ 63698">
                      <a:extLst>
                        <a:ext uri="{FF2B5EF4-FFF2-40B4-BE49-F238E27FC236}">
                          <a16:creationId xmlns:a16="http://schemas.microsoft.com/office/drawing/2014/main" id="{D0360916-D0CA-48C6-8F48-9E2298D5E4F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0" name="直線コネクタ 63699">
                      <a:extLst>
                        <a:ext uri="{FF2B5EF4-FFF2-40B4-BE49-F238E27FC236}">
                          <a16:creationId xmlns:a16="http://schemas.microsoft.com/office/drawing/2014/main" id="{3E0CCF96-AF46-43EE-9F47-CCF020112C6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1" name="直線コネクタ 63700">
                      <a:extLst>
                        <a:ext uri="{FF2B5EF4-FFF2-40B4-BE49-F238E27FC236}">
                          <a16:creationId xmlns:a16="http://schemas.microsoft.com/office/drawing/2014/main" id="{E65C310F-0A41-40EB-83F8-48834B3DC9F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2" name="直線コネクタ 63701">
                      <a:extLst>
                        <a:ext uri="{FF2B5EF4-FFF2-40B4-BE49-F238E27FC236}">
                          <a16:creationId xmlns:a16="http://schemas.microsoft.com/office/drawing/2014/main" id="{84FEDADF-4BCC-4B38-A4C7-872B49AB2F1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3" name="直線コネクタ 63702">
                      <a:extLst>
                        <a:ext uri="{FF2B5EF4-FFF2-40B4-BE49-F238E27FC236}">
                          <a16:creationId xmlns:a16="http://schemas.microsoft.com/office/drawing/2014/main" id="{C471EB36-D587-46A3-9712-D47147DE8BA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704" name="直線コネクタ 63703">
                      <a:extLst>
                        <a:ext uri="{FF2B5EF4-FFF2-40B4-BE49-F238E27FC236}">
                          <a16:creationId xmlns:a16="http://schemas.microsoft.com/office/drawing/2014/main" id="{E1837C99-4742-41E1-B679-5B67DF25817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62645" name="グループ化 62644">
                  <a:extLst>
                    <a:ext uri="{FF2B5EF4-FFF2-40B4-BE49-F238E27FC236}">
                      <a16:creationId xmlns:a16="http://schemas.microsoft.com/office/drawing/2014/main" id="{AFB54C8C-7AB5-4BFC-B4DA-A03A929A0744}"/>
                    </a:ext>
                  </a:extLst>
                </p:cNvPr>
                <p:cNvGrpSpPr/>
                <p:nvPr/>
              </p:nvGrpSpPr>
              <p:grpSpPr>
                <a:xfrm rot="16200000">
                  <a:off x="1349846" y="404918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3611" name="直線コネクタ 63610">
                    <a:extLst>
                      <a:ext uri="{FF2B5EF4-FFF2-40B4-BE49-F238E27FC236}">
                        <a16:creationId xmlns:a16="http://schemas.microsoft.com/office/drawing/2014/main" id="{668CA50D-F96B-4699-B406-8F22DDC3E0D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2" name="直線コネクタ 63611">
                    <a:extLst>
                      <a:ext uri="{FF2B5EF4-FFF2-40B4-BE49-F238E27FC236}">
                        <a16:creationId xmlns:a16="http://schemas.microsoft.com/office/drawing/2014/main" id="{5F4D46D2-404B-4166-AD99-652697ABA75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3" name="直線コネクタ 63612">
                    <a:extLst>
                      <a:ext uri="{FF2B5EF4-FFF2-40B4-BE49-F238E27FC236}">
                        <a16:creationId xmlns:a16="http://schemas.microsoft.com/office/drawing/2014/main" id="{6FA36004-DB06-4852-B0B8-3881B2C5C30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4" name="直線コネクタ 63613">
                    <a:extLst>
                      <a:ext uri="{FF2B5EF4-FFF2-40B4-BE49-F238E27FC236}">
                        <a16:creationId xmlns:a16="http://schemas.microsoft.com/office/drawing/2014/main" id="{D878CDB2-99C9-4B46-89D9-5C04D5E8EA9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5" name="直線コネクタ 63614">
                    <a:extLst>
                      <a:ext uri="{FF2B5EF4-FFF2-40B4-BE49-F238E27FC236}">
                        <a16:creationId xmlns:a16="http://schemas.microsoft.com/office/drawing/2014/main" id="{A5C2DB0A-C1E3-4262-A340-92984F56638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6" name="直線コネクタ 63615">
                    <a:extLst>
                      <a:ext uri="{FF2B5EF4-FFF2-40B4-BE49-F238E27FC236}">
                        <a16:creationId xmlns:a16="http://schemas.microsoft.com/office/drawing/2014/main" id="{875DA615-DFBD-48BB-8197-FBC5EA7EDA1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7" name="直線コネクタ 63616">
                    <a:extLst>
                      <a:ext uri="{FF2B5EF4-FFF2-40B4-BE49-F238E27FC236}">
                        <a16:creationId xmlns:a16="http://schemas.microsoft.com/office/drawing/2014/main" id="{83EC2C38-FCC6-406D-A151-892E9412106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8" name="直線コネクタ 63617">
                    <a:extLst>
                      <a:ext uri="{FF2B5EF4-FFF2-40B4-BE49-F238E27FC236}">
                        <a16:creationId xmlns:a16="http://schemas.microsoft.com/office/drawing/2014/main" id="{4549183C-1C19-4BB2-B3AA-1A57CFEA772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9" name="直線コネクタ 63618">
                    <a:extLst>
                      <a:ext uri="{FF2B5EF4-FFF2-40B4-BE49-F238E27FC236}">
                        <a16:creationId xmlns:a16="http://schemas.microsoft.com/office/drawing/2014/main" id="{30CEAD34-E18C-4E30-91AB-3AC7CB6D337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0" name="直線コネクタ 63619">
                    <a:extLst>
                      <a:ext uri="{FF2B5EF4-FFF2-40B4-BE49-F238E27FC236}">
                        <a16:creationId xmlns:a16="http://schemas.microsoft.com/office/drawing/2014/main" id="{1EE86D6D-E390-4571-817D-DD7B457E842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1" name="直線コネクタ 63620">
                    <a:extLst>
                      <a:ext uri="{FF2B5EF4-FFF2-40B4-BE49-F238E27FC236}">
                        <a16:creationId xmlns:a16="http://schemas.microsoft.com/office/drawing/2014/main" id="{8C5DB213-2F22-461B-A639-347796A8DA2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2" name="直線コネクタ 63621">
                    <a:extLst>
                      <a:ext uri="{FF2B5EF4-FFF2-40B4-BE49-F238E27FC236}">
                        <a16:creationId xmlns:a16="http://schemas.microsoft.com/office/drawing/2014/main" id="{FD4D27D4-B4FC-4D4D-8669-5E1C07F8A43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3" name="直線コネクタ 63622">
                    <a:extLst>
                      <a:ext uri="{FF2B5EF4-FFF2-40B4-BE49-F238E27FC236}">
                        <a16:creationId xmlns:a16="http://schemas.microsoft.com/office/drawing/2014/main" id="{CC37154E-A019-40ED-92A0-9C00A58AAD1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4" name="直線コネクタ 63623">
                    <a:extLst>
                      <a:ext uri="{FF2B5EF4-FFF2-40B4-BE49-F238E27FC236}">
                        <a16:creationId xmlns:a16="http://schemas.microsoft.com/office/drawing/2014/main" id="{13F75CB7-0800-4E03-8CAD-1CF5DCE8527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5" name="直線コネクタ 63624">
                    <a:extLst>
                      <a:ext uri="{FF2B5EF4-FFF2-40B4-BE49-F238E27FC236}">
                        <a16:creationId xmlns:a16="http://schemas.microsoft.com/office/drawing/2014/main" id="{5D503630-22F8-44EC-9FA9-51082FF675B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6" name="直線コネクタ 63625">
                    <a:extLst>
                      <a:ext uri="{FF2B5EF4-FFF2-40B4-BE49-F238E27FC236}">
                        <a16:creationId xmlns:a16="http://schemas.microsoft.com/office/drawing/2014/main" id="{ED5E9E85-2D22-47B0-8E1E-72FA4716245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7" name="直線コネクタ 63626">
                    <a:extLst>
                      <a:ext uri="{FF2B5EF4-FFF2-40B4-BE49-F238E27FC236}">
                        <a16:creationId xmlns:a16="http://schemas.microsoft.com/office/drawing/2014/main" id="{099490C3-4577-4F57-9E12-59B45D8D3F2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8" name="直線コネクタ 63627">
                    <a:extLst>
                      <a:ext uri="{FF2B5EF4-FFF2-40B4-BE49-F238E27FC236}">
                        <a16:creationId xmlns:a16="http://schemas.microsoft.com/office/drawing/2014/main" id="{D0AD0984-60A7-4184-993B-B5456073C1A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29" name="直線コネクタ 63628">
                    <a:extLst>
                      <a:ext uri="{FF2B5EF4-FFF2-40B4-BE49-F238E27FC236}">
                        <a16:creationId xmlns:a16="http://schemas.microsoft.com/office/drawing/2014/main" id="{FDA5852C-50B7-4A9C-927C-F64C1085FAD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0" name="直線コネクタ 63629">
                    <a:extLst>
                      <a:ext uri="{FF2B5EF4-FFF2-40B4-BE49-F238E27FC236}">
                        <a16:creationId xmlns:a16="http://schemas.microsoft.com/office/drawing/2014/main" id="{A3BCBBC7-02EB-4C10-8AAF-4B14DF84FA6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1" name="直線コネクタ 63630">
                    <a:extLst>
                      <a:ext uri="{FF2B5EF4-FFF2-40B4-BE49-F238E27FC236}">
                        <a16:creationId xmlns:a16="http://schemas.microsoft.com/office/drawing/2014/main" id="{3AF43590-3343-4B39-8861-168E47FA1E9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2" name="直線コネクタ 63631">
                    <a:extLst>
                      <a:ext uri="{FF2B5EF4-FFF2-40B4-BE49-F238E27FC236}">
                        <a16:creationId xmlns:a16="http://schemas.microsoft.com/office/drawing/2014/main" id="{29D52BA5-01A5-4DA0-A5E6-C231F6D517C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3" name="直線コネクタ 63632">
                    <a:extLst>
                      <a:ext uri="{FF2B5EF4-FFF2-40B4-BE49-F238E27FC236}">
                        <a16:creationId xmlns:a16="http://schemas.microsoft.com/office/drawing/2014/main" id="{CEDA8858-CC8E-4533-B16E-B567178FB03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4" name="直線コネクタ 63633">
                    <a:extLst>
                      <a:ext uri="{FF2B5EF4-FFF2-40B4-BE49-F238E27FC236}">
                        <a16:creationId xmlns:a16="http://schemas.microsoft.com/office/drawing/2014/main" id="{29638EE7-2527-41AA-8E86-FFDA2662EE2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5" name="直線コネクタ 63634">
                    <a:extLst>
                      <a:ext uri="{FF2B5EF4-FFF2-40B4-BE49-F238E27FC236}">
                        <a16:creationId xmlns:a16="http://schemas.microsoft.com/office/drawing/2014/main" id="{BBF8844A-3844-4435-BCDA-BBE1753D074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6" name="直線コネクタ 63635">
                    <a:extLst>
                      <a:ext uri="{FF2B5EF4-FFF2-40B4-BE49-F238E27FC236}">
                        <a16:creationId xmlns:a16="http://schemas.microsoft.com/office/drawing/2014/main" id="{61D969E0-166B-4B0C-A4E2-9A5D374832C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7" name="直線コネクタ 63636">
                    <a:extLst>
                      <a:ext uri="{FF2B5EF4-FFF2-40B4-BE49-F238E27FC236}">
                        <a16:creationId xmlns:a16="http://schemas.microsoft.com/office/drawing/2014/main" id="{4668F0AD-7505-49F9-99F6-42305A78C41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8" name="直線コネクタ 63637">
                    <a:extLst>
                      <a:ext uri="{FF2B5EF4-FFF2-40B4-BE49-F238E27FC236}">
                        <a16:creationId xmlns:a16="http://schemas.microsoft.com/office/drawing/2014/main" id="{0720BAE8-8883-4462-A6DA-03966B59479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39" name="直線コネクタ 63638">
                    <a:extLst>
                      <a:ext uri="{FF2B5EF4-FFF2-40B4-BE49-F238E27FC236}">
                        <a16:creationId xmlns:a16="http://schemas.microsoft.com/office/drawing/2014/main" id="{B711C0E0-7B30-41CB-ABD7-EED8D7ADD66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0" name="直線コネクタ 63639">
                    <a:extLst>
                      <a:ext uri="{FF2B5EF4-FFF2-40B4-BE49-F238E27FC236}">
                        <a16:creationId xmlns:a16="http://schemas.microsoft.com/office/drawing/2014/main" id="{54EA0629-7702-46ED-8D9F-2FB8043C7C2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1" name="直線コネクタ 63640">
                    <a:extLst>
                      <a:ext uri="{FF2B5EF4-FFF2-40B4-BE49-F238E27FC236}">
                        <a16:creationId xmlns:a16="http://schemas.microsoft.com/office/drawing/2014/main" id="{8ABA386E-B3A3-4265-8C58-3B80972011C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2" name="直線コネクタ 63641">
                    <a:extLst>
                      <a:ext uri="{FF2B5EF4-FFF2-40B4-BE49-F238E27FC236}">
                        <a16:creationId xmlns:a16="http://schemas.microsoft.com/office/drawing/2014/main" id="{F04404F5-54FA-487F-8C8B-9090CF677AD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3" name="直線コネクタ 63642">
                    <a:extLst>
                      <a:ext uri="{FF2B5EF4-FFF2-40B4-BE49-F238E27FC236}">
                        <a16:creationId xmlns:a16="http://schemas.microsoft.com/office/drawing/2014/main" id="{2385E6F2-E932-4F4A-BAEC-E78065ABF93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4" name="直線コネクタ 63643">
                    <a:extLst>
                      <a:ext uri="{FF2B5EF4-FFF2-40B4-BE49-F238E27FC236}">
                        <a16:creationId xmlns:a16="http://schemas.microsoft.com/office/drawing/2014/main" id="{D19E4C96-0F3D-41C5-B193-BA5055C7C22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5" name="直線コネクタ 63644">
                    <a:extLst>
                      <a:ext uri="{FF2B5EF4-FFF2-40B4-BE49-F238E27FC236}">
                        <a16:creationId xmlns:a16="http://schemas.microsoft.com/office/drawing/2014/main" id="{58B1AAC9-C178-4C8C-B6AD-66BEEFB6128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6" name="直線コネクタ 63645">
                    <a:extLst>
                      <a:ext uri="{FF2B5EF4-FFF2-40B4-BE49-F238E27FC236}">
                        <a16:creationId xmlns:a16="http://schemas.microsoft.com/office/drawing/2014/main" id="{8508CF46-41EE-41E3-8C3C-17FA9047E40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7" name="直線コネクタ 63646">
                    <a:extLst>
                      <a:ext uri="{FF2B5EF4-FFF2-40B4-BE49-F238E27FC236}">
                        <a16:creationId xmlns:a16="http://schemas.microsoft.com/office/drawing/2014/main" id="{3FEBA050-00B8-4EE1-A301-BEF9EF8077A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8" name="直線コネクタ 63647">
                    <a:extLst>
                      <a:ext uri="{FF2B5EF4-FFF2-40B4-BE49-F238E27FC236}">
                        <a16:creationId xmlns:a16="http://schemas.microsoft.com/office/drawing/2014/main" id="{245CAAB2-4429-496A-B2E9-6C476CA5425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49" name="直線コネクタ 63648">
                    <a:extLst>
                      <a:ext uri="{FF2B5EF4-FFF2-40B4-BE49-F238E27FC236}">
                        <a16:creationId xmlns:a16="http://schemas.microsoft.com/office/drawing/2014/main" id="{D5314CAE-DAC8-4D6B-A747-5411E21A24A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50" name="直線コネクタ 63649">
                    <a:extLst>
                      <a:ext uri="{FF2B5EF4-FFF2-40B4-BE49-F238E27FC236}">
                        <a16:creationId xmlns:a16="http://schemas.microsoft.com/office/drawing/2014/main" id="{5F70491E-A7C4-4699-86D5-B1701BE7874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51" name="直線コネクタ 63650">
                    <a:extLst>
                      <a:ext uri="{FF2B5EF4-FFF2-40B4-BE49-F238E27FC236}">
                        <a16:creationId xmlns:a16="http://schemas.microsoft.com/office/drawing/2014/main" id="{CE34DA7C-195A-40CC-AAA8-33F9885F583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52" name="直線コネクタ 63651">
                    <a:extLst>
                      <a:ext uri="{FF2B5EF4-FFF2-40B4-BE49-F238E27FC236}">
                        <a16:creationId xmlns:a16="http://schemas.microsoft.com/office/drawing/2014/main" id="{920B1C6E-5EED-45DB-A2F7-813C561FD41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53" name="直線コネクタ 63652">
                    <a:extLst>
                      <a:ext uri="{FF2B5EF4-FFF2-40B4-BE49-F238E27FC236}">
                        <a16:creationId xmlns:a16="http://schemas.microsoft.com/office/drawing/2014/main" id="{A3FF4FBD-B6D1-4F16-BE35-A7714642590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54" name="直線コネクタ 63653">
                    <a:extLst>
                      <a:ext uri="{FF2B5EF4-FFF2-40B4-BE49-F238E27FC236}">
                        <a16:creationId xmlns:a16="http://schemas.microsoft.com/office/drawing/2014/main" id="{76C4ECA4-DE65-4B80-840F-971B63DD1BE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55" name="直線コネクタ 63654">
                    <a:extLst>
                      <a:ext uri="{FF2B5EF4-FFF2-40B4-BE49-F238E27FC236}">
                        <a16:creationId xmlns:a16="http://schemas.microsoft.com/office/drawing/2014/main" id="{63F79C0E-13BA-48B9-BA81-37812535195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56" name="直線コネクタ 63655">
                    <a:extLst>
                      <a:ext uri="{FF2B5EF4-FFF2-40B4-BE49-F238E27FC236}">
                        <a16:creationId xmlns:a16="http://schemas.microsoft.com/office/drawing/2014/main" id="{9ED80BDE-6136-4662-A618-FE2365AA83A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46" name="グループ化 62645">
                  <a:extLst>
                    <a:ext uri="{FF2B5EF4-FFF2-40B4-BE49-F238E27FC236}">
                      <a16:creationId xmlns:a16="http://schemas.microsoft.com/office/drawing/2014/main" id="{F7E34663-7568-4725-AB9F-C2460A45A423}"/>
                    </a:ext>
                  </a:extLst>
                </p:cNvPr>
                <p:cNvGrpSpPr/>
                <p:nvPr/>
              </p:nvGrpSpPr>
              <p:grpSpPr>
                <a:xfrm>
                  <a:off x="1799185" y="1799488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3565" name="直線コネクタ 63564">
                    <a:extLst>
                      <a:ext uri="{FF2B5EF4-FFF2-40B4-BE49-F238E27FC236}">
                        <a16:creationId xmlns:a16="http://schemas.microsoft.com/office/drawing/2014/main" id="{0562DDBB-27CF-40E6-9D04-6962A230C92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6" name="直線コネクタ 63565">
                    <a:extLst>
                      <a:ext uri="{FF2B5EF4-FFF2-40B4-BE49-F238E27FC236}">
                        <a16:creationId xmlns:a16="http://schemas.microsoft.com/office/drawing/2014/main" id="{4BFC2BFF-FC8E-4AD1-B2B9-E3B1F04614A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7" name="直線コネクタ 63566">
                    <a:extLst>
                      <a:ext uri="{FF2B5EF4-FFF2-40B4-BE49-F238E27FC236}">
                        <a16:creationId xmlns:a16="http://schemas.microsoft.com/office/drawing/2014/main" id="{7C2FAEED-E79C-4118-933E-B286AB83A61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8" name="直線コネクタ 63567">
                    <a:extLst>
                      <a:ext uri="{FF2B5EF4-FFF2-40B4-BE49-F238E27FC236}">
                        <a16:creationId xmlns:a16="http://schemas.microsoft.com/office/drawing/2014/main" id="{4FADA09F-726C-4B75-A906-F815B4744B6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9" name="直線コネクタ 63568">
                    <a:extLst>
                      <a:ext uri="{FF2B5EF4-FFF2-40B4-BE49-F238E27FC236}">
                        <a16:creationId xmlns:a16="http://schemas.microsoft.com/office/drawing/2014/main" id="{DD1CD3E1-4684-4087-A0FA-ED696B07630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0" name="直線コネクタ 63569">
                    <a:extLst>
                      <a:ext uri="{FF2B5EF4-FFF2-40B4-BE49-F238E27FC236}">
                        <a16:creationId xmlns:a16="http://schemas.microsoft.com/office/drawing/2014/main" id="{6E175F55-AF28-4EF7-B7A5-6AC44A6750A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1" name="直線コネクタ 63570">
                    <a:extLst>
                      <a:ext uri="{FF2B5EF4-FFF2-40B4-BE49-F238E27FC236}">
                        <a16:creationId xmlns:a16="http://schemas.microsoft.com/office/drawing/2014/main" id="{71557FCE-D5E2-45F7-A59A-5D5FB0BB8A1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2" name="直線コネクタ 63571">
                    <a:extLst>
                      <a:ext uri="{FF2B5EF4-FFF2-40B4-BE49-F238E27FC236}">
                        <a16:creationId xmlns:a16="http://schemas.microsoft.com/office/drawing/2014/main" id="{AD493A2A-4158-45A2-86A7-9A3609D6F4B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3" name="直線コネクタ 63572">
                    <a:extLst>
                      <a:ext uri="{FF2B5EF4-FFF2-40B4-BE49-F238E27FC236}">
                        <a16:creationId xmlns:a16="http://schemas.microsoft.com/office/drawing/2014/main" id="{F55025AB-334A-46DC-B712-13FEDAD2EBE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4" name="直線コネクタ 63573">
                    <a:extLst>
                      <a:ext uri="{FF2B5EF4-FFF2-40B4-BE49-F238E27FC236}">
                        <a16:creationId xmlns:a16="http://schemas.microsoft.com/office/drawing/2014/main" id="{785CAB1D-4D1F-4236-8D3C-83B0113022F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5" name="直線コネクタ 63574">
                    <a:extLst>
                      <a:ext uri="{FF2B5EF4-FFF2-40B4-BE49-F238E27FC236}">
                        <a16:creationId xmlns:a16="http://schemas.microsoft.com/office/drawing/2014/main" id="{DE2AA2D6-8DA0-4887-B9D9-5ABE16AEAA9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6" name="直線コネクタ 63575">
                    <a:extLst>
                      <a:ext uri="{FF2B5EF4-FFF2-40B4-BE49-F238E27FC236}">
                        <a16:creationId xmlns:a16="http://schemas.microsoft.com/office/drawing/2014/main" id="{0B92D096-CD0F-441F-91DC-CA37789D99B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7" name="直線コネクタ 63576">
                    <a:extLst>
                      <a:ext uri="{FF2B5EF4-FFF2-40B4-BE49-F238E27FC236}">
                        <a16:creationId xmlns:a16="http://schemas.microsoft.com/office/drawing/2014/main" id="{18683B60-0BAD-4DAE-9491-BBA4DE6ADAB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8" name="直線コネクタ 63577">
                    <a:extLst>
                      <a:ext uri="{FF2B5EF4-FFF2-40B4-BE49-F238E27FC236}">
                        <a16:creationId xmlns:a16="http://schemas.microsoft.com/office/drawing/2014/main" id="{4894E211-1967-42DC-87E2-E7175B7F900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79" name="直線コネクタ 63578">
                    <a:extLst>
                      <a:ext uri="{FF2B5EF4-FFF2-40B4-BE49-F238E27FC236}">
                        <a16:creationId xmlns:a16="http://schemas.microsoft.com/office/drawing/2014/main" id="{36B3BBE4-CE13-436D-82D8-7E836CCBD79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0" name="直線コネクタ 63579">
                    <a:extLst>
                      <a:ext uri="{FF2B5EF4-FFF2-40B4-BE49-F238E27FC236}">
                        <a16:creationId xmlns:a16="http://schemas.microsoft.com/office/drawing/2014/main" id="{FB6ED770-05B8-40A2-97A5-CA19DC9F1A1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1" name="直線コネクタ 63580">
                    <a:extLst>
                      <a:ext uri="{FF2B5EF4-FFF2-40B4-BE49-F238E27FC236}">
                        <a16:creationId xmlns:a16="http://schemas.microsoft.com/office/drawing/2014/main" id="{FDBC2402-B670-4A6B-8CD8-5EDDF7505F8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2" name="直線コネクタ 63581">
                    <a:extLst>
                      <a:ext uri="{FF2B5EF4-FFF2-40B4-BE49-F238E27FC236}">
                        <a16:creationId xmlns:a16="http://schemas.microsoft.com/office/drawing/2014/main" id="{A7A227C4-2E7D-4925-820B-251D413D97C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3" name="直線コネクタ 63582">
                    <a:extLst>
                      <a:ext uri="{FF2B5EF4-FFF2-40B4-BE49-F238E27FC236}">
                        <a16:creationId xmlns:a16="http://schemas.microsoft.com/office/drawing/2014/main" id="{BE06FC37-F366-4B39-B3E2-C848ED6DB81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4" name="直線コネクタ 63583">
                    <a:extLst>
                      <a:ext uri="{FF2B5EF4-FFF2-40B4-BE49-F238E27FC236}">
                        <a16:creationId xmlns:a16="http://schemas.microsoft.com/office/drawing/2014/main" id="{75AE2691-D500-4097-92BC-190FB2307C9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5" name="直線コネクタ 63584">
                    <a:extLst>
                      <a:ext uri="{FF2B5EF4-FFF2-40B4-BE49-F238E27FC236}">
                        <a16:creationId xmlns:a16="http://schemas.microsoft.com/office/drawing/2014/main" id="{0A3E154E-5653-40F1-82F4-CD907ED85C1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6" name="直線コネクタ 63585">
                    <a:extLst>
                      <a:ext uri="{FF2B5EF4-FFF2-40B4-BE49-F238E27FC236}">
                        <a16:creationId xmlns:a16="http://schemas.microsoft.com/office/drawing/2014/main" id="{7F0453DC-AC86-4D3B-92C3-337B81591B0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7" name="直線コネクタ 63586">
                    <a:extLst>
                      <a:ext uri="{FF2B5EF4-FFF2-40B4-BE49-F238E27FC236}">
                        <a16:creationId xmlns:a16="http://schemas.microsoft.com/office/drawing/2014/main" id="{711BF18C-96D7-4862-8991-5671A4E6330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8" name="直線コネクタ 63587">
                    <a:extLst>
                      <a:ext uri="{FF2B5EF4-FFF2-40B4-BE49-F238E27FC236}">
                        <a16:creationId xmlns:a16="http://schemas.microsoft.com/office/drawing/2014/main" id="{CD49C8EF-79F5-4CA2-8864-907D2FB48BF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89" name="直線コネクタ 63588">
                    <a:extLst>
                      <a:ext uri="{FF2B5EF4-FFF2-40B4-BE49-F238E27FC236}">
                        <a16:creationId xmlns:a16="http://schemas.microsoft.com/office/drawing/2014/main" id="{ABA36055-195A-4933-B720-90FF38A64FD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0" name="直線コネクタ 63589">
                    <a:extLst>
                      <a:ext uri="{FF2B5EF4-FFF2-40B4-BE49-F238E27FC236}">
                        <a16:creationId xmlns:a16="http://schemas.microsoft.com/office/drawing/2014/main" id="{99B39A85-305B-497D-A345-06F13919512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1" name="直線コネクタ 63590">
                    <a:extLst>
                      <a:ext uri="{FF2B5EF4-FFF2-40B4-BE49-F238E27FC236}">
                        <a16:creationId xmlns:a16="http://schemas.microsoft.com/office/drawing/2014/main" id="{23D7E7E9-5D91-4A91-8FA5-E01BCA357A9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2" name="直線コネクタ 63591">
                    <a:extLst>
                      <a:ext uri="{FF2B5EF4-FFF2-40B4-BE49-F238E27FC236}">
                        <a16:creationId xmlns:a16="http://schemas.microsoft.com/office/drawing/2014/main" id="{DA796D79-14DD-4517-9B55-8B5DDDBB0A3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3" name="直線コネクタ 63592">
                    <a:extLst>
                      <a:ext uri="{FF2B5EF4-FFF2-40B4-BE49-F238E27FC236}">
                        <a16:creationId xmlns:a16="http://schemas.microsoft.com/office/drawing/2014/main" id="{6C4E42A5-42BE-47C6-9644-006BE252D12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4" name="直線コネクタ 63593">
                    <a:extLst>
                      <a:ext uri="{FF2B5EF4-FFF2-40B4-BE49-F238E27FC236}">
                        <a16:creationId xmlns:a16="http://schemas.microsoft.com/office/drawing/2014/main" id="{A9CB49AE-A2C0-472E-8384-E39BB71B978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5" name="直線コネクタ 63594">
                    <a:extLst>
                      <a:ext uri="{FF2B5EF4-FFF2-40B4-BE49-F238E27FC236}">
                        <a16:creationId xmlns:a16="http://schemas.microsoft.com/office/drawing/2014/main" id="{B96C786A-A9F3-478A-A342-145E482955B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6" name="直線コネクタ 63595">
                    <a:extLst>
                      <a:ext uri="{FF2B5EF4-FFF2-40B4-BE49-F238E27FC236}">
                        <a16:creationId xmlns:a16="http://schemas.microsoft.com/office/drawing/2014/main" id="{13770283-0406-41B1-A9B0-CD3C1FDC5CE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7" name="直線コネクタ 63596">
                    <a:extLst>
                      <a:ext uri="{FF2B5EF4-FFF2-40B4-BE49-F238E27FC236}">
                        <a16:creationId xmlns:a16="http://schemas.microsoft.com/office/drawing/2014/main" id="{5F3EAF72-CC3A-47B6-80E6-FADC3E3ABB6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8" name="直線コネクタ 63597">
                    <a:extLst>
                      <a:ext uri="{FF2B5EF4-FFF2-40B4-BE49-F238E27FC236}">
                        <a16:creationId xmlns:a16="http://schemas.microsoft.com/office/drawing/2014/main" id="{FE221187-B23F-4DD0-AD9E-DDA74FE96A0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99" name="直線コネクタ 63598">
                    <a:extLst>
                      <a:ext uri="{FF2B5EF4-FFF2-40B4-BE49-F238E27FC236}">
                        <a16:creationId xmlns:a16="http://schemas.microsoft.com/office/drawing/2014/main" id="{945E83E5-D4BE-4E3C-BB32-263E86F16D4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0" name="直線コネクタ 63599">
                    <a:extLst>
                      <a:ext uri="{FF2B5EF4-FFF2-40B4-BE49-F238E27FC236}">
                        <a16:creationId xmlns:a16="http://schemas.microsoft.com/office/drawing/2014/main" id="{367D1FF2-627C-4015-95B0-19433383B2B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1" name="直線コネクタ 63600">
                    <a:extLst>
                      <a:ext uri="{FF2B5EF4-FFF2-40B4-BE49-F238E27FC236}">
                        <a16:creationId xmlns:a16="http://schemas.microsoft.com/office/drawing/2014/main" id="{3038742D-3654-4DF7-9E1A-9B49DAE4E89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2" name="直線コネクタ 63601">
                    <a:extLst>
                      <a:ext uri="{FF2B5EF4-FFF2-40B4-BE49-F238E27FC236}">
                        <a16:creationId xmlns:a16="http://schemas.microsoft.com/office/drawing/2014/main" id="{7CE2D9A6-462F-4F64-816E-57F8AE81D3D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3" name="直線コネクタ 63602">
                    <a:extLst>
                      <a:ext uri="{FF2B5EF4-FFF2-40B4-BE49-F238E27FC236}">
                        <a16:creationId xmlns:a16="http://schemas.microsoft.com/office/drawing/2014/main" id="{EAD91AFF-5585-4897-83EF-C77688E8E9D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4" name="直線コネクタ 63603">
                    <a:extLst>
                      <a:ext uri="{FF2B5EF4-FFF2-40B4-BE49-F238E27FC236}">
                        <a16:creationId xmlns:a16="http://schemas.microsoft.com/office/drawing/2014/main" id="{D4947E6C-C0FA-4FBE-87C6-A4BEC04F1A8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5" name="直線コネクタ 63604">
                    <a:extLst>
                      <a:ext uri="{FF2B5EF4-FFF2-40B4-BE49-F238E27FC236}">
                        <a16:creationId xmlns:a16="http://schemas.microsoft.com/office/drawing/2014/main" id="{FCDF2FB3-9D88-4609-9349-BAFCC20BEAB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6" name="直線コネクタ 63605">
                    <a:extLst>
                      <a:ext uri="{FF2B5EF4-FFF2-40B4-BE49-F238E27FC236}">
                        <a16:creationId xmlns:a16="http://schemas.microsoft.com/office/drawing/2014/main" id="{BF99623C-FF5B-4B22-8042-D1CA9FF0324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7" name="直線コネクタ 63606">
                    <a:extLst>
                      <a:ext uri="{FF2B5EF4-FFF2-40B4-BE49-F238E27FC236}">
                        <a16:creationId xmlns:a16="http://schemas.microsoft.com/office/drawing/2014/main" id="{074A0187-F093-4556-A2CA-CB4586DAB06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8" name="直線コネクタ 63607">
                    <a:extLst>
                      <a:ext uri="{FF2B5EF4-FFF2-40B4-BE49-F238E27FC236}">
                        <a16:creationId xmlns:a16="http://schemas.microsoft.com/office/drawing/2014/main" id="{E27CA657-E094-4AC6-AE6C-AE546BD6AC8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09" name="直線コネクタ 63608">
                    <a:extLst>
                      <a:ext uri="{FF2B5EF4-FFF2-40B4-BE49-F238E27FC236}">
                        <a16:creationId xmlns:a16="http://schemas.microsoft.com/office/drawing/2014/main" id="{AC34D0EF-4471-47A5-AAD7-7CAC1665852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10" name="直線コネクタ 63609">
                    <a:extLst>
                      <a:ext uri="{FF2B5EF4-FFF2-40B4-BE49-F238E27FC236}">
                        <a16:creationId xmlns:a16="http://schemas.microsoft.com/office/drawing/2014/main" id="{55163FE2-D1A3-46D3-A68E-236A2EF9608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47" name="グループ化 62646">
                  <a:extLst>
                    <a:ext uri="{FF2B5EF4-FFF2-40B4-BE49-F238E27FC236}">
                      <a16:creationId xmlns:a16="http://schemas.microsoft.com/office/drawing/2014/main" id="{671A57FF-D1C8-499D-B4C8-2D56330A914F}"/>
                    </a:ext>
                  </a:extLst>
                </p:cNvPr>
                <p:cNvGrpSpPr/>
                <p:nvPr/>
              </p:nvGrpSpPr>
              <p:grpSpPr>
                <a:xfrm rot="10800000" flipV="1">
                  <a:off x="3599185" y="1800204"/>
                  <a:ext cx="1800000" cy="900000"/>
                  <a:chOff x="5400000" y="5400000"/>
                  <a:chExt cx="1800000" cy="900000"/>
                </a:xfrm>
              </p:grpSpPr>
              <p:cxnSp>
                <p:nvCxnSpPr>
                  <p:cNvPr id="63519" name="直線コネクタ 63518">
                    <a:extLst>
                      <a:ext uri="{FF2B5EF4-FFF2-40B4-BE49-F238E27FC236}">
                        <a16:creationId xmlns:a16="http://schemas.microsoft.com/office/drawing/2014/main" id="{069D5084-09B1-496B-8AD9-E6212A97581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800000" cy="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0" name="直線コネクタ 63519">
                    <a:extLst>
                      <a:ext uri="{FF2B5EF4-FFF2-40B4-BE49-F238E27FC236}">
                        <a16:creationId xmlns:a16="http://schemas.microsoft.com/office/drawing/2014/main" id="{13FF5DD2-3F44-4F5C-B67F-AD2F896D764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69040" cy="30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1" name="直線コネクタ 63520">
                    <a:extLst>
                      <a:ext uri="{FF2B5EF4-FFF2-40B4-BE49-F238E27FC236}">
                        <a16:creationId xmlns:a16="http://schemas.microsoft.com/office/drawing/2014/main" id="{2B801DA5-0120-4D4D-AC2B-17B66B10AE1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39160" cy="60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2" name="直線コネクタ 63521">
                    <a:extLst>
                      <a:ext uri="{FF2B5EF4-FFF2-40B4-BE49-F238E27FC236}">
                        <a16:creationId xmlns:a16="http://schemas.microsoft.com/office/drawing/2014/main" id="{4CA7ABB3-C425-4537-AEB4-F49AB156C08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710360" cy="8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3" name="直線コネクタ 63522">
                    <a:extLst>
                      <a:ext uri="{FF2B5EF4-FFF2-40B4-BE49-F238E27FC236}">
                        <a16:creationId xmlns:a16="http://schemas.microsoft.com/office/drawing/2014/main" id="{6ED99215-B658-45DE-A4A4-3A19C57D9F2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82280" cy="117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4" name="直線コネクタ 63523">
                    <a:extLst>
                      <a:ext uri="{FF2B5EF4-FFF2-40B4-BE49-F238E27FC236}">
                        <a16:creationId xmlns:a16="http://schemas.microsoft.com/office/drawing/2014/main" id="{99B07F7F-00F2-432E-8EF3-14F93C2DD2F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55280" cy="144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5" name="直線コネクタ 63524">
                    <a:extLst>
                      <a:ext uri="{FF2B5EF4-FFF2-40B4-BE49-F238E27FC236}">
                        <a16:creationId xmlns:a16="http://schemas.microsoft.com/office/drawing/2014/main" id="{13289F63-BA71-4D81-BAB3-E98D28E4F3A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28640" cy="17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6" name="直線コネクタ 63525">
                    <a:extLst>
                      <a:ext uri="{FF2B5EF4-FFF2-40B4-BE49-F238E27FC236}">
                        <a16:creationId xmlns:a16="http://schemas.microsoft.com/office/drawing/2014/main" id="{4486DB23-3EE6-468E-9604-205E6D61D3B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603080" cy="1969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7" name="直線コネクタ 63526">
                    <a:extLst>
                      <a:ext uri="{FF2B5EF4-FFF2-40B4-BE49-F238E27FC236}">
                        <a16:creationId xmlns:a16="http://schemas.microsoft.com/office/drawing/2014/main" id="{03797D4C-E381-4E3F-B28D-47A25DA39E2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78240" cy="2217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8" name="直線コネクタ 63527">
                    <a:extLst>
                      <a:ext uri="{FF2B5EF4-FFF2-40B4-BE49-F238E27FC236}">
                        <a16:creationId xmlns:a16="http://schemas.microsoft.com/office/drawing/2014/main" id="{195E5AF9-8E5A-4DFE-A649-C7AD06D273E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53760" cy="246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29" name="直線コネクタ 63528">
                    <a:extLst>
                      <a:ext uri="{FF2B5EF4-FFF2-40B4-BE49-F238E27FC236}">
                        <a16:creationId xmlns:a16="http://schemas.microsoft.com/office/drawing/2014/main" id="{834F7834-DE85-48B1-A33C-85D596E9432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30360" cy="269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0" name="直線コネクタ 63529">
                    <a:extLst>
                      <a:ext uri="{FF2B5EF4-FFF2-40B4-BE49-F238E27FC236}">
                        <a16:creationId xmlns:a16="http://schemas.microsoft.com/office/drawing/2014/main" id="{717A4573-00AC-44E0-9D3D-44CA7792BF4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506960" cy="293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1" name="直線コネクタ 63530">
                    <a:extLst>
                      <a:ext uri="{FF2B5EF4-FFF2-40B4-BE49-F238E27FC236}">
                        <a16:creationId xmlns:a16="http://schemas.microsoft.com/office/drawing/2014/main" id="{DBEAB25E-0730-4A90-8335-8A350B5CD94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84640" cy="315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2" name="直線コネクタ 63531">
                    <a:extLst>
                      <a:ext uri="{FF2B5EF4-FFF2-40B4-BE49-F238E27FC236}">
                        <a16:creationId xmlns:a16="http://schemas.microsoft.com/office/drawing/2014/main" id="{5B788DB8-4F63-415D-B535-CBA4999DB9B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62320" cy="33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3" name="直線コネクタ 63532">
                    <a:extLst>
                      <a:ext uri="{FF2B5EF4-FFF2-40B4-BE49-F238E27FC236}">
                        <a16:creationId xmlns:a16="http://schemas.microsoft.com/office/drawing/2014/main" id="{F10DF04C-0295-4AB7-B85A-C3B3C83AAB5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40720" cy="359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4" name="直線コネクタ 63533">
                    <a:extLst>
                      <a:ext uri="{FF2B5EF4-FFF2-40B4-BE49-F238E27FC236}">
                        <a16:creationId xmlns:a16="http://schemas.microsoft.com/office/drawing/2014/main" id="{421E4B2F-5439-4FA0-A1EA-6F9602248AA5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419480" cy="3805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5" name="直線コネクタ 63534">
                    <a:extLst>
                      <a:ext uri="{FF2B5EF4-FFF2-40B4-BE49-F238E27FC236}">
                        <a16:creationId xmlns:a16="http://schemas.microsoft.com/office/drawing/2014/main" id="{D7C732D9-FF47-410A-8E9B-8A85E2B82E1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98960" cy="401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6" name="直線コネクタ 63535">
                    <a:extLst>
                      <a:ext uri="{FF2B5EF4-FFF2-40B4-BE49-F238E27FC236}">
                        <a16:creationId xmlns:a16="http://schemas.microsoft.com/office/drawing/2014/main" id="{998E756F-2A37-469B-A685-104D39B6253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78440" cy="4215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7" name="直線コネクタ 63536">
                    <a:extLst>
                      <a:ext uri="{FF2B5EF4-FFF2-40B4-BE49-F238E27FC236}">
                        <a16:creationId xmlns:a16="http://schemas.microsoft.com/office/drawing/2014/main" id="{DC170125-5FC7-4196-9000-5A07A6A3908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58640" cy="4413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8" name="直線コネクタ 63537">
                    <a:extLst>
                      <a:ext uri="{FF2B5EF4-FFF2-40B4-BE49-F238E27FC236}">
                        <a16:creationId xmlns:a16="http://schemas.microsoft.com/office/drawing/2014/main" id="{FFD0C3D9-756E-455E-A0BE-53626EF735B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38840" cy="46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39" name="直線コネクタ 63538">
                    <a:extLst>
                      <a:ext uri="{FF2B5EF4-FFF2-40B4-BE49-F238E27FC236}">
                        <a16:creationId xmlns:a16="http://schemas.microsoft.com/office/drawing/2014/main" id="{A1D6B0CE-9A8E-478E-B9F2-1ADF878E2B6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19760" cy="480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0" name="直線コネクタ 63539">
                    <a:extLst>
                      <a:ext uri="{FF2B5EF4-FFF2-40B4-BE49-F238E27FC236}">
                        <a16:creationId xmlns:a16="http://schemas.microsoft.com/office/drawing/2014/main" id="{F2DE409C-7BB0-4872-B110-01C5871461F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300680" cy="499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1" name="直線コネクタ 63540">
                    <a:extLst>
                      <a:ext uri="{FF2B5EF4-FFF2-40B4-BE49-F238E27FC236}">
                        <a16:creationId xmlns:a16="http://schemas.microsoft.com/office/drawing/2014/main" id="{A4E862B6-BF5C-429A-BDA4-8ACC3DD4EA4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81960" cy="518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2" name="直線コネクタ 63541">
                    <a:extLst>
                      <a:ext uri="{FF2B5EF4-FFF2-40B4-BE49-F238E27FC236}">
                        <a16:creationId xmlns:a16="http://schemas.microsoft.com/office/drawing/2014/main" id="{58E5F79C-D5CC-4B3B-B600-542D5556CCE1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63600" cy="536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3" name="直線コネクタ 63542">
                    <a:extLst>
                      <a:ext uri="{FF2B5EF4-FFF2-40B4-BE49-F238E27FC236}">
                        <a16:creationId xmlns:a16="http://schemas.microsoft.com/office/drawing/2014/main" id="{B0FB35B2-706A-4E5D-8378-0B44B6C3E1F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45600" cy="554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4" name="直線コネクタ 63543">
                    <a:extLst>
                      <a:ext uri="{FF2B5EF4-FFF2-40B4-BE49-F238E27FC236}">
                        <a16:creationId xmlns:a16="http://schemas.microsoft.com/office/drawing/2014/main" id="{B6DCA3D4-5809-431A-B0ED-387C3E1A8B4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27600" cy="5724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5" name="直線コネクタ 63544">
                    <a:extLst>
                      <a:ext uri="{FF2B5EF4-FFF2-40B4-BE49-F238E27FC236}">
                        <a16:creationId xmlns:a16="http://schemas.microsoft.com/office/drawing/2014/main" id="{F07DE208-0729-47ED-A374-8D7BFF6017F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209960" cy="590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6" name="直線コネクタ 63545">
                    <a:extLst>
                      <a:ext uri="{FF2B5EF4-FFF2-40B4-BE49-F238E27FC236}">
                        <a16:creationId xmlns:a16="http://schemas.microsoft.com/office/drawing/2014/main" id="{1726B45E-A62B-4DB7-B666-9A3C660CA31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92320" cy="607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7" name="直線コネクタ 63546">
                    <a:extLst>
                      <a:ext uri="{FF2B5EF4-FFF2-40B4-BE49-F238E27FC236}">
                        <a16:creationId xmlns:a16="http://schemas.microsoft.com/office/drawing/2014/main" id="{5EE3ABA0-7AEA-471B-89B2-EF284FF16A1C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75040" cy="6249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8" name="直線コネクタ 63547">
                    <a:extLst>
                      <a:ext uri="{FF2B5EF4-FFF2-40B4-BE49-F238E27FC236}">
                        <a16:creationId xmlns:a16="http://schemas.microsoft.com/office/drawing/2014/main" id="{A2D72AE2-2427-4BC8-8390-E1120F1EE3B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58120" cy="6418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49" name="直線コネクタ 63548">
                    <a:extLst>
                      <a:ext uri="{FF2B5EF4-FFF2-40B4-BE49-F238E27FC236}">
                        <a16:creationId xmlns:a16="http://schemas.microsoft.com/office/drawing/2014/main" id="{384AB26F-ADF7-4D09-BEDA-683595203630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41200" cy="6588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0" name="直線コネクタ 63549">
                    <a:extLst>
                      <a:ext uri="{FF2B5EF4-FFF2-40B4-BE49-F238E27FC236}">
                        <a16:creationId xmlns:a16="http://schemas.microsoft.com/office/drawing/2014/main" id="{DAFACB0B-7631-4310-93FA-8E815C882F62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24280" cy="6757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1" name="直線コネクタ 63550">
                    <a:extLst>
                      <a:ext uri="{FF2B5EF4-FFF2-40B4-BE49-F238E27FC236}">
                        <a16:creationId xmlns:a16="http://schemas.microsoft.com/office/drawing/2014/main" id="{4A475A67-70DF-450B-9D40-FBB4DD86E2CB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107720" cy="6922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2" name="直線コネクタ 63551">
                    <a:extLst>
                      <a:ext uri="{FF2B5EF4-FFF2-40B4-BE49-F238E27FC236}">
                        <a16:creationId xmlns:a16="http://schemas.microsoft.com/office/drawing/2014/main" id="{E53ACF9A-CAAF-4162-8EF7-BBE930B23DE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91160" cy="708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3" name="直線コネクタ 63552">
                    <a:extLst>
                      <a:ext uri="{FF2B5EF4-FFF2-40B4-BE49-F238E27FC236}">
                        <a16:creationId xmlns:a16="http://schemas.microsoft.com/office/drawing/2014/main" id="{6D9AAFBB-7837-4DE7-9105-596FAE12FE58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74960" cy="7250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4" name="直線コネクタ 63553">
                    <a:extLst>
                      <a:ext uri="{FF2B5EF4-FFF2-40B4-BE49-F238E27FC236}">
                        <a16:creationId xmlns:a16="http://schemas.microsoft.com/office/drawing/2014/main" id="{B3DDFA3F-A548-46F3-B207-A73312F77874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58760" cy="7412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5" name="直線コネクタ 63554">
                    <a:extLst>
                      <a:ext uri="{FF2B5EF4-FFF2-40B4-BE49-F238E27FC236}">
                        <a16:creationId xmlns:a16="http://schemas.microsoft.com/office/drawing/2014/main" id="{44A4BD2F-658E-438F-AB51-4209703FB4DF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42560" cy="7574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6" name="直線コネクタ 63555">
                    <a:extLst>
                      <a:ext uri="{FF2B5EF4-FFF2-40B4-BE49-F238E27FC236}">
                        <a16:creationId xmlns:a16="http://schemas.microsoft.com/office/drawing/2014/main" id="{F6649F06-F574-4EA0-B1DE-BE115085118A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26360" cy="7736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7" name="直線コネクタ 63556">
                    <a:extLst>
                      <a:ext uri="{FF2B5EF4-FFF2-40B4-BE49-F238E27FC236}">
                        <a16:creationId xmlns:a16="http://schemas.microsoft.com/office/drawing/2014/main" id="{C57D3FA7-8AA1-4EB5-B2EA-F160F096ED4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1010520" cy="7894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8" name="直線コネクタ 63557">
                    <a:extLst>
                      <a:ext uri="{FF2B5EF4-FFF2-40B4-BE49-F238E27FC236}">
                        <a16:creationId xmlns:a16="http://schemas.microsoft.com/office/drawing/2014/main" id="{599F2F73-D9FD-4883-AADB-41F26C51B3FD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94680" cy="80532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59" name="直線コネクタ 63558">
                    <a:extLst>
                      <a:ext uri="{FF2B5EF4-FFF2-40B4-BE49-F238E27FC236}">
                        <a16:creationId xmlns:a16="http://schemas.microsoft.com/office/drawing/2014/main" id="{7CC76361-44E1-4865-8DFB-3504C5A7643E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78840" cy="821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0" name="直線コネクタ 63559">
                    <a:extLst>
                      <a:ext uri="{FF2B5EF4-FFF2-40B4-BE49-F238E27FC236}">
                        <a16:creationId xmlns:a16="http://schemas.microsoft.com/office/drawing/2014/main" id="{7C89B801-7F71-4FDC-8BD1-AC909C5AC45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63000" cy="837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1" name="直線コネクタ 63560">
                    <a:extLst>
                      <a:ext uri="{FF2B5EF4-FFF2-40B4-BE49-F238E27FC236}">
                        <a16:creationId xmlns:a16="http://schemas.microsoft.com/office/drawing/2014/main" id="{CCCDD815-1A6B-4622-8CDD-9AC191780E93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47160" cy="85284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2" name="直線コネクタ 63561">
                    <a:extLst>
                      <a:ext uri="{FF2B5EF4-FFF2-40B4-BE49-F238E27FC236}">
                        <a16:creationId xmlns:a16="http://schemas.microsoft.com/office/drawing/2014/main" id="{0C42AF10-15FE-4AC1-8AE9-389363945DD9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31320" cy="86868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3" name="直線コネクタ 63562">
                    <a:extLst>
                      <a:ext uri="{FF2B5EF4-FFF2-40B4-BE49-F238E27FC236}">
                        <a16:creationId xmlns:a16="http://schemas.microsoft.com/office/drawing/2014/main" id="{9F6C0633-27D8-481F-86EF-281DEB7C9A37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15840" cy="88416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564" name="直線コネクタ 63563">
                    <a:extLst>
                      <a:ext uri="{FF2B5EF4-FFF2-40B4-BE49-F238E27FC236}">
                        <a16:creationId xmlns:a16="http://schemas.microsoft.com/office/drawing/2014/main" id="{EEB3FDEF-977A-494B-B998-88A82C570706}"/>
                      </a:ext>
                    </a:extLst>
                  </p:cNvPr>
                  <p:cNvCxnSpPr/>
                  <p:nvPr/>
                </p:nvCxnSpPr>
                <p:spPr>
                  <a:xfrm>
                    <a:off x="5400000" y="5400000"/>
                    <a:ext cx="900000" cy="900000"/>
                  </a:xfrm>
                  <a:prstGeom prst="line">
                    <a:avLst/>
                  </a:prstGeom>
                  <a:ln w="1905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48" name="グループ化 62647">
                  <a:extLst>
                    <a:ext uri="{FF2B5EF4-FFF2-40B4-BE49-F238E27FC236}">
                      <a16:creationId xmlns:a16="http://schemas.microsoft.com/office/drawing/2014/main" id="{0ED3761F-761D-4C9E-931E-29DC53850BF5}"/>
                    </a:ext>
                  </a:extLst>
                </p:cNvPr>
                <p:cNvGrpSpPr/>
                <p:nvPr/>
              </p:nvGrpSpPr>
              <p:grpSpPr>
                <a:xfrm rot="10800000">
                  <a:off x="2699066" y="1799727"/>
                  <a:ext cx="1800238" cy="1800000"/>
                  <a:chOff x="6299066" y="3600239"/>
                  <a:chExt cx="1800238" cy="1800000"/>
                </a:xfrm>
              </p:grpSpPr>
              <p:grpSp>
                <p:nvGrpSpPr>
                  <p:cNvPr id="62649" name="グループ化 62648">
                    <a:extLst>
                      <a:ext uri="{FF2B5EF4-FFF2-40B4-BE49-F238E27FC236}">
                        <a16:creationId xmlns:a16="http://schemas.microsoft.com/office/drawing/2014/main" id="{2D01BA25-B7EE-4C07-990A-438B8B515CEF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49066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3473" name="直線コネクタ 63472">
                      <a:extLst>
                        <a:ext uri="{FF2B5EF4-FFF2-40B4-BE49-F238E27FC236}">
                          <a16:creationId xmlns:a16="http://schemas.microsoft.com/office/drawing/2014/main" id="{B3169D88-AD9B-49CF-A5C8-6948D03343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4" name="直線コネクタ 63473">
                      <a:extLst>
                        <a:ext uri="{FF2B5EF4-FFF2-40B4-BE49-F238E27FC236}">
                          <a16:creationId xmlns:a16="http://schemas.microsoft.com/office/drawing/2014/main" id="{C8BD8245-D970-4E77-A581-B7FA7EF446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5" name="直線コネクタ 63474">
                      <a:extLst>
                        <a:ext uri="{FF2B5EF4-FFF2-40B4-BE49-F238E27FC236}">
                          <a16:creationId xmlns:a16="http://schemas.microsoft.com/office/drawing/2014/main" id="{9A3B4306-D841-45FA-BC52-BBE108C889C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6" name="直線コネクタ 63475">
                      <a:extLst>
                        <a:ext uri="{FF2B5EF4-FFF2-40B4-BE49-F238E27FC236}">
                          <a16:creationId xmlns:a16="http://schemas.microsoft.com/office/drawing/2014/main" id="{473AD08D-9D5A-46DF-BFAB-44CD8A2E8F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7" name="直線コネクタ 63476">
                      <a:extLst>
                        <a:ext uri="{FF2B5EF4-FFF2-40B4-BE49-F238E27FC236}">
                          <a16:creationId xmlns:a16="http://schemas.microsoft.com/office/drawing/2014/main" id="{CEBB15AF-745A-4FE9-B265-494C79CCE1C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8" name="直線コネクタ 63477">
                      <a:extLst>
                        <a:ext uri="{FF2B5EF4-FFF2-40B4-BE49-F238E27FC236}">
                          <a16:creationId xmlns:a16="http://schemas.microsoft.com/office/drawing/2014/main" id="{29768B77-2E86-4A67-855D-AF00791E460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9" name="直線コネクタ 63478">
                      <a:extLst>
                        <a:ext uri="{FF2B5EF4-FFF2-40B4-BE49-F238E27FC236}">
                          <a16:creationId xmlns:a16="http://schemas.microsoft.com/office/drawing/2014/main" id="{45D8C883-F61C-463D-9FF2-38C2E96A95A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0" name="直線コネクタ 63479">
                      <a:extLst>
                        <a:ext uri="{FF2B5EF4-FFF2-40B4-BE49-F238E27FC236}">
                          <a16:creationId xmlns:a16="http://schemas.microsoft.com/office/drawing/2014/main" id="{74617F47-FE1C-409A-B3C9-4CE55B97A7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1" name="直線コネクタ 63480">
                      <a:extLst>
                        <a:ext uri="{FF2B5EF4-FFF2-40B4-BE49-F238E27FC236}">
                          <a16:creationId xmlns:a16="http://schemas.microsoft.com/office/drawing/2014/main" id="{6B302D3D-69B0-44C4-8984-99E660BC251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2" name="直線コネクタ 63481">
                      <a:extLst>
                        <a:ext uri="{FF2B5EF4-FFF2-40B4-BE49-F238E27FC236}">
                          <a16:creationId xmlns:a16="http://schemas.microsoft.com/office/drawing/2014/main" id="{00DD8230-B32A-4D4E-86DB-4DEA2BBD291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3" name="直線コネクタ 63482">
                      <a:extLst>
                        <a:ext uri="{FF2B5EF4-FFF2-40B4-BE49-F238E27FC236}">
                          <a16:creationId xmlns:a16="http://schemas.microsoft.com/office/drawing/2014/main" id="{498147D9-B1D4-4B9B-B135-67E05024FC9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4" name="直線コネクタ 63483">
                      <a:extLst>
                        <a:ext uri="{FF2B5EF4-FFF2-40B4-BE49-F238E27FC236}">
                          <a16:creationId xmlns:a16="http://schemas.microsoft.com/office/drawing/2014/main" id="{70A0160C-5553-4E2D-BFC8-AD7A419E430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5" name="直線コネクタ 63484">
                      <a:extLst>
                        <a:ext uri="{FF2B5EF4-FFF2-40B4-BE49-F238E27FC236}">
                          <a16:creationId xmlns:a16="http://schemas.microsoft.com/office/drawing/2014/main" id="{F8B82D5C-241A-44FC-B4D3-41EDD0A151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6" name="直線コネクタ 63485">
                      <a:extLst>
                        <a:ext uri="{FF2B5EF4-FFF2-40B4-BE49-F238E27FC236}">
                          <a16:creationId xmlns:a16="http://schemas.microsoft.com/office/drawing/2014/main" id="{12D8E829-66AD-4378-99C9-8B75988D6B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7" name="直線コネクタ 63486">
                      <a:extLst>
                        <a:ext uri="{FF2B5EF4-FFF2-40B4-BE49-F238E27FC236}">
                          <a16:creationId xmlns:a16="http://schemas.microsoft.com/office/drawing/2014/main" id="{21CE2631-D2A8-4930-8124-52243ED9436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8" name="直線コネクタ 63487">
                      <a:extLst>
                        <a:ext uri="{FF2B5EF4-FFF2-40B4-BE49-F238E27FC236}">
                          <a16:creationId xmlns:a16="http://schemas.microsoft.com/office/drawing/2014/main" id="{7BA6601E-2C1E-4887-9178-CAC53BA271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89" name="直線コネクタ 63488">
                      <a:extLst>
                        <a:ext uri="{FF2B5EF4-FFF2-40B4-BE49-F238E27FC236}">
                          <a16:creationId xmlns:a16="http://schemas.microsoft.com/office/drawing/2014/main" id="{CD39C861-10DC-4BA3-A87A-0597F83D0F1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0" name="直線コネクタ 63489">
                      <a:extLst>
                        <a:ext uri="{FF2B5EF4-FFF2-40B4-BE49-F238E27FC236}">
                          <a16:creationId xmlns:a16="http://schemas.microsoft.com/office/drawing/2014/main" id="{CCDD828A-2460-4F16-B0FA-A15257CE268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1" name="直線コネクタ 63490">
                      <a:extLst>
                        <a:ext uri="{FF2B5EF4-FFF2-40B4-BE49-F238E27FC236}">
                          <a16:creationId xmlns:a16="http://schemas.microsoft.com/office/drawing/2014/main" id="{D1819873-CC74-4BE8-98B3-B250828B311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2" name="直線コネクタ 63491">
                      <a:extLst>
                        <a:ext uri="{FF2B5EF4-FFF2-40B4-BE49-F238E27FC236}">
                          <a16:creationId xmlns:a16="http://schemas.microsoft.com/office/drawing/2014/main" id="{A3EBED4A-9BB4-4FC0-83D5-4F24CA73AA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3" name="直線コネクタ 63492">
                      <a:extLst>
                        <a:ext uri="{FF2B5EF4-FFF2-40B4-BE49-F238E27FC236}">
                          <a16:creationId xmlns:a16="http://schemas.microsoft.com/office/drawing/2014/main" id="{22113D6F-6EA5-41C4-9954-B4269839600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4" name="直線コネクタ 63493">
                      <a:extLst>
                        <a:ext uri="{FF2B5EF4-FFF2-40B4-BE49-F238E27FC236}">
                          <a16:creationId xmlns:a16="http://schemas.microsoft.com/office/drawing/2014/main" id="{43220154-FE74-4643-B31D-8A47BF803C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5" name="直線コネクタ 63494">
                      <a:extLst>
                        <a:ext uri="{FF2B5EF4-FFF2-40B4-BE49-F238E27FC236}">
                          <a16:creationId xmlns:a16="http://schemas.microsoft.com/office/drawing/2014/main" id="{BE410AEF-E153-4F61-85D9-E3C878E29D4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6" name="直線コネクタ 63495">
                      <a:extLst>
                        <a:ext uri="{FF2B5EF4-FFF2-40B4-BE49-F238E27FC236}">
                          <a16:creationId xmlns:a16="http://schemas.microsoft.com/office/drawing/2014/main" id="{242AF1BA-1520-4059-A5A3-F0143D6643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7" name="直線コネクタ 63496">
                      <a:extLst>
                        <a:ext uri="{FF2B5EF4-FFF2-40B4-BE49-F238E27FC236}">
                          <a16:creationId xmlns:a16="http://schemas.microsoft.com/office/drawing/2014/main" id="{25F4514A-BCFF-409D-A25E-F509155BC90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8" name="直線コネクタ 63497">
                      <a:extLst>
                        <a:ext uri="{FF2B5EF4-FFF2-40B4-BE49-F238E27FC236}">
                          <a16:creationId xmlns:a16="http://schemas.microsoft.com/office/drawing/2014/main" id="{F5B649C1-70EF-4279-93F4-C31636C022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99" name="直線コネクタ 63498">
                      <a:extLst>
                        <a:ext uri="{FF2B5EF4-FFF2-40B4-BE49-F238E27FC236}">
                          <a16:creationId xmlns:a16="http://schemas.microsoft.com/office/drawing/2014/main" id="{78DC27B7-52D3-4789-BDF4-11891FE2C2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0" name="直線コネクタ 63499">
                      <a:extLst>
                        <a:ext uri="{FF2B5EF4-FFF2-40B4-BE49-F238E27FC236}">
                          <a16:creationId xmlns:a16="http://schemas.microsoft.com/office/drawing/2014/main" id="{83725631-2319-4076-A99E-8AF648DD3C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1" name="直線コネクタ 63500">
                      <a:extLst>
                        <a:ext uri="{FF2B5EF4-FFF2-40B4-BE49-F238E27FC236}">
                          <a16:creationId xmlns:a16="http://schemas.microsoft.com/office/drawing/2014/main" id="{DFD58B6D-4E25-45E1-A1DF-32F8588700A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2" name="直線コネクタ 63501">
                      <a:extLst>
                        <a:ext uri="{FF2B5EF4-FFF2-40B4-BE49-F238E27FC236}">
                          <a16:creationId xmlns:a16="http://schemas.microsoft.com/office/drawing/2014/main" id="{4300FA99-2D8E-44FE-B4F3-0FDF68AC1E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3" name="直線コネクタ 63502">
                      <a:extLst>
                        <a:ext uri="{FF2B5EF4-FFF2-40B4-BE49-F238E27FC236}">
                          <a16:creationId xmlns:a16="http://schemas.microsoft.com/office/drawing/2014/main" id="{D91B8883-795E-4FFC-BAA7-D4148EF8FC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4" name="直線コネクタ 63503">
                      <a:extLst>
                        <a:ext uri="{FF2B5EF4-FFF2-40B4-BE49-F238E27FC236}">
                          <a16:creationId xmlns:a16="http://schemas.microsoft.com/office/drawing/2014/main" id="{E09F505A-12BB-4641-B4FB-8641B28BF0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5" name="直線コネクタ 63504">
                      <a:extLst>
                        <a:ext uri="{FF2B5EF4-FFF2-40B4-BE49-F238E27FC236}">
                          <a16:creationId xmlns:a16="http://schemas.microsoft.com/office/drawing/2014/main" id="{11198CD6-484E-4A6E-9BFE-304C332642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6" name="直線コネクタ 63505">
                      <a:extLst>
                        <a:ext uri="{FF2B5EF4-FFF2-40B4-BE49-F238E27FC236}">
                          <a16:creationId xmlns:a16="http://schemas.microsoft.com/office/drawing/2014/main" id="{EABB70EE-B7F5-4093-B4A4-C7213EE91C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7" name="直線コネクタ 63506">
                      <a:extLst>
                        <a:ext uri="{FF2B5EF4-FFF2-40B4-BE49-F238E27FC236}">
                          <a16:creationId xmlns:a16="http://schemas.microsoft.com/office/drawing/2014/main" id="{8DA90F6D-76C0-44F8-8054-55A1C3DC1C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8" name="直線コネクタ 63507">
                      <a:extLst>
                        <a:ext uri="{FF2B5EF4-FFF2-40B4-BE49-F238E27FC236}">
                          <a16:creationId xmlns:a16="http://schemas.microsoft.com/office/drawing/2014/main" id="{C11C32CB-0B3E-4977-84CC-26FBC71375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09" name="直線コネクタ 63508">
                      <a:extLst>
                        <a:ext uri="{FF2B5EF4-FFF2-40B4-BE49-F238E27FC236}">
                          <a16:creationId xmlns:a16="http://schemas.microsoft.com/office/drawing/2014/main" id="{12011E27-60E2-40DE-82A5-AAB906984F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0" name="直線コネクタ 63509">
                      <a:extLst>
                        <a:ext uri="{FF2B5EF4-FFF2-40B4-BE49-F238E27FC236}">
                          <a16:creationId xmlns:a16="http://schemas.microsoft.com/office/drawing/2014/main" id="{15BA6B5D-310A-446D-8E39-BFAE4E2D575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1" name="直線コネクタ 63510">
                      <a:extLst>
                        <a:ext uri="{FF2B5EF4-FFF2-40B4-BE49-F238E27FC236}">
                          <a16:creationId xmlns:a16="http://schemas.microsoft.com/office/drawing/2014/main" id="{849DB601-542E-4E4F-999E-40897E5126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2" name="直線コネクタ 63511">
                      <a:extLst>
                        <a:ext uri="{FF2B5EF4-FFF2-40B4-BE49-F238E27FC236}">
                          <a16:creationId xmlns:a16="http://schemas.microsoft.com/office/drawing/2014/main" id="{D10A0883-CDCE-4C31-9313-82B40276FDA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3" name="直線コネクタ 63512">
                      <a:extLst>
                        <a:ext uri="{FF2B5EF4-FFF2-40B4-BE49-F238E27FC236}">
                          <a16:creationId xmlns:a16="http://schemas.microsoft.com/office/drawing/2014/main" id="{032F268B-C378-4669-AFB2-23A058EE1BC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4" name="直線コネクタ 63513">
                      <a:extLst>
                        <a:ext uri="{FF2B5EF4-FFF2-40B4-BE49-F238E27FC236}">
                          <a16:creationId xmlns:a16="http://schemas.microsoft.com/office/drawing/2014/main" id="{10FE5AE5-A267-4100-B8EB-4DFD8AA4152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5" name="直線コネクタ 63514">
                      <a:extLst>
                        <a:ext uri="{FF2B5EF4-FFF2-40B4-BE49-F238E27FC236}">
                          <a16:creationId xmlns:a16="http://schemas.microsoft.com/office/drawing/2014/main" id="{BC3DF974-4563-4391-B6CB-63E3D2405FE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6" name="直線コネクタ 63515">
                      <a:extLst>
                        <a:ext uri="{FF2B5EF4-FFF2-40B4-BE49-F238E27FC236}">
                          <a16:creationId xmlns:a16="http://schemas.microsoft.com/office/drawing/2014/main" id="{D0634229-8BAC-4429-A46F-98C1203CFC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7" name="直線コネクタ 63516">
                      <a:extLst>
                        <a:ext uri="{FF2B5EF4-FFF2-40B4-BE49-F238E27FC236}">
                          <a16:creationId xmlns:a16="http://schemas.microsoft.com/office/drawing/2014/main" id="{A90B3F05-4B29-4476-B90B-AE90C0283A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518" name="直線コネクタ 63517">
                      <a:extLst>
                        <a:ext uri="{FF2B5EF4-FFF2-40B4-BE49-F238E27FC236}">
                          <a16:creationId xmlns:a16="http://schemas.microsoft.com/office/drawing/2014/main" id="{AB086C11-672C-42D4-AF7B-2311C756C10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2650" name="グループ化 62649">
                    <a:extLst>
                      <a:ext uri="{FF2B5EF4-FFF2-40B4-BE49-F238E27FC236}">
                        <a16:creationId xmlns:a16="http://schemas.microsoft.com/office/drawing/2014/main" id="{A2A6785A-6BC4-482D-8DC0-415B0065C4A7}"/>
                      </a:ext>
                    </a:extLst>
                  </p:cNvPr>
                  <p:cNvGrpSpPr/>
                  <p:nvPr/>
                </p:nvGrpSpPr>
                <p:grpSpPr>
                  <a:xfrm rot="5400000" flipV="1">
                    <a:off x="6749304" y="4050239"/>
                    <a:ext cx="1800000" cy="900000"/>
                    <a:chOff x="5400000" y="5400000"/>
                    <a:chExt cx="1800000" cy="900000"/>
                  </a:xfrm>
                </p:grpSpPr>
                <p:cxnSp>
                  <p:nvCxnSpPr>
                    <p:cNvPr id="62651" name="直線コネクタ 62650">
                      <a:extLst>
                        <a:ext uri="{FF2B5EF4-FFF2-40B4-BE49-F238E27FC236}">
                          <a16:creationId xmlns:a16="http://schemas.microsoft.com/office/drawing/2014/main" id="{5ED84793-D49D-4A20-8DE5-4405C138CF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800000" cy="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652" name="直線コネクタ 62651">
                      <a:extLst>
                        <a:ext uri="{FF2B5EF4-FFF2-40B4-BE49-F238E27FC236}">
                          <a16:creationId xmlns:a16="http://schemas.microsoft.com/office/drawing/2014/main" id="{2970D0F7-FAAD-429B-8E9D-63C21625DC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69040" cy="30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653" name="直線コネクタ 62652">
                      <a:extLst>
                        <a:ext uri="{FF2B5EF4-FFF2-40B4-BE49-F238E27FC236}">
                          <a16:creationId xmlns:a16="http://schemas.microsoft.com/office/drawing/2014/main" id="{BAC014A5-38B5-417D-B24C-43C49D8F895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39160" cy="60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654" name="直線コネクタ 62653">
                      <a:extLst>
                        <a:ext uri="{FF2B5EF4-FFF2-40B4-BE49-F238E27FC236}">
                          <a16:creationId xmlns:a16="http://schemas.microsoft.com/office/drawing/2014/main" id="{AB589A43-1DA4-45A0-8950-06C258AF958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710360" cy="8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1" name="直線コネクタ 63430">
                      <a:extLst>
                        <a:ext uri="{FF2B5EF4-FFF2-40B4-BE49-F238E27FC236}">
                          <a16:creationId xmlns:a16="http://schemas.microsoft.com/office/drawing/2014/main" id="{3293208F-3149-4F06-B6A6-D45BFFDA284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82280" cy="117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2" name="直線コネクタ 63431">
                      <a:extLst>
                        <a:ext uri="{FF2B5EF4-FFF2-40B4-BE49-F238E27FC236}">
                          <a16:creationId xmlns:a16="http://schemas.microsoft.com/office/drawing/2014/main" id="{79D07171-2093-4735-BFCF-DD8A5648207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55280" cy="144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3" name="直線コネクタ 63432">
                      <a:extLst>
                        <a:ext uri="{FF2B5EF4-FFF2-40B4-BE49-F238E27FC236}">
                          <a16:creationId xmlns:a16="http://schemas.microsoft.com/office/drawing/2014/main" id="{DDC5C86C-1405-4B76-84B8-DB4A18697C1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28640" cy="17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4" name="直線コネクタ 63433">
                      <a:extLst>
                        <a:ext uri="{FF2B5EF4-FFF2-40B4-BE49-F238E27FC236}">
                          <a16:creationId xmlns:a16="http://schemas.microsoft.com/office/drawing/2014/main" id="{49FDBE5B-5884-4A2B-A20F-C410C2E7D47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603080" cy="1969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5" name="直線コネクタ 63434">
                      <a:extLst>
                        <a:ext uri="{FF2B5EF4-FFF2-40B4-BE49-F238E27FC236}">
                          <a16:creationId xmlns:a16="http://schemas.microsoft.com/office/drawing/2014/main" id="{8B935B9C-CB68-48EC-83C6-E6F2E4D776A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78240" cy="2217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6" name="直線コネクタ 63435">
                      <a:extLst>
                        <a:ext uri="{FF2B5EF4-FFF2-40B4-BE49-F238E27FC236}">
                          <a16:creationId xmlns:a16="http://schemas.microsoft.com/office/drawing/2014/main" id="{76F281CB-89CD-4088-AD15-1EDC4D8B61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53760" cy="246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7" name="直線コネクタ 63436">
                      <a:extLst>
                        <a:ext uri="{FF2B5EF4-FFF2-40B4-BE49-F238E27FC236}">
                          <a16:creationId xmlns:a16="http://schemas.microsoft.com/office/drawing/2014/main" id="{B8791463-59FB-4B1E-8B1C-5BEE252BC83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30360" cy="269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8" name="直線コネクタ 63437">
                      <a:extLst>
                        <a:ext uri="{FF2B5EF4-FFF2-40B4-BE49-F238E27FC236}">
                          <a16:creationId xmlns:a16="http://schemas.microsoft.com/office/drawing/2014/main" id="{D7D387E5-562C-4AA1-AA44-58142EF5F4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506960" cy="293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39" name="直線コネクタ 63438">
                      <a:extLst>
                        <a:ext uri="{FF2B5EF4-FFF2-40B4-BE49-F238E27FC236}">
                          <a16:creationId xmlns:a16="http://schemas.microsoft.com/office/drawing/2014/main" id="{BF2B9AB3-CFAB-4997-B442-066EEE9D5A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84640" cy="315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0" name="直線コネクタ 63439">
                      <a:extLst>
                        <a:ext uri="{FF2B5EF4-FFF2-40B4-BE49-F238E27FC236}">
                          <a16:creationId xmlns:a16="http://schemas.microsoft.com/office/drawing/2014/main" id="{105885AD-37BB-4A6D-976D-2A53D80E473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62320" cy="33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1" name="直線コネクタ 63440">
                      <a:extLst>
                        <a:ext uri="{FF2B5EF4-FFF2-40B4-BE49-F238E27FC236}">
                          <a16:creationId xmlns:a16="http://schemas.microsoft.com/office/drawing/2014/main" id="{B7F80357-D73E-44E6-93BC-1C2814F857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40720" cy="359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2" name="直線コネクタ 63441">
                      <a:extLst>
                        <a:ext uri="{FF2B5EF4-FFF2-40B4-BE49-F238E27FC236}">
                          <a16:creationId xmlns:a16="http://schemas.microsoft.com/office/drawing/2014/main" id="{BD33AE7D-A256-4647-8351-D2B39BD281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419480" cy="3805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3" name="直線コネクタ 63442">
                      <a:extLst>
                        <a:ext uri="{FF2B5EF4-FFF2-40B4-BE49-F238E27FC236}">
                          <a16:creationId xmlns:a16="http://schemas.microsoft.com/office/drawing/2014/main" id="{232F584A-894D-4CD2-89BA-416C4278196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98960" cy="401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4" name="直線コネクタ 63443">
                      <a:extLst>
                        <a:ext uri="{FF2B5EF4-FFF2-40B4-BE49-F238E27FC236}">
                          <a16:creationId xmlns:a16="http://schemas.microsoft.com/office/drawing/2014/main" id="{320C97D8-56A4-4980-958C-14043AF4E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78440" cy="4215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5" name="直線コネクタ 63444">
                      <a:extLst>
                        <a:ext uri="{FF2B5EF4-FFF2-40B4-BE49-F238E27FC236}">
                          <a16:creationId xmlns:a16="http://schemas.microsoft.com/office/drawing/2014/main" id="{9234F568-6C18-4D60-9719-2AFC83F1E93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58640" cy="4413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6" name="直線コネクタ 63445">
                      <a:extLst>
                        <a:ext uri="{FF2B5EF4-FFF2-40B4-BE49-F238E27FC236}">
                          <a16:creationId xmlns:a16="http://schemas.microsoft.com/office/drawing/2014/main" id="{4D4792E0-EED1-4E59-BDF7-54B1639D9C9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38840" cy="46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7" name="直線コネクタ 63446">
                      <a:extLst>
                        <a:ext uri="{FF2B5EF4-FFF2-40B4-BE49-F238E27FC236}">
                          <a16:creationId xmlns:a16="http://schemas.microsoft.com/office/drawing/2014/main" id="{66B245E9-43F2-4664-A98B-F05A77BC74C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19760" cy="480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8" name="直線コネクタ 63447">
                      <a:extLst>
                        <a:ext uri="{FF2B5EF4-FFF2-40B4-BE49-F238E27FC236}">
                          <a16:creationId xmlns:a16="http://schemas.microsoft.com/office/drawing/2014/main" id="{D0D5421E-71EE-49D3-9279-D6363BF707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300680" cy="499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49" name="直線コネクタ 63448">
                      <a:extLst>
                        <a:ext uri="{FF2B5EF4-FFF2-40B4-BE49-F238E27FC236}">
                          <a16:creationId xmlns:a16="http://schemas.microsoft.com/office/drawing/2014/main" id="{74840267-985B-4075-B13B-4592113165A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81960" cy="518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0" name="直線コネクタ 63449">
                      <a:extLst>
                        <a:ext uri="{FF2B5EF4-FFF2-40B4-BE49-F238E27FC236}">
                          <a16:creationId xmlns:a16="http://schemas.microsoft.com/office/drawing/2014/main" id="{36EA6B48-A8B1-4627-8BB6-5B4455F5BC6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63600" cy="536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1" name="直線コネクタ 63450">
                      <a:extLst>
                        <a:ext uri="{FF2B5EF4-FFF2-40B4-BE49-F238E27FC236}">
                          <a16:creationId xmlns:a16="http://schemas.microsoft.com/office/drawing/2014/main" id="{5D52E3FF-CFE5-480A-8547-8ACB7DA5F2A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45600" cy="554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2" name="直線コネクタ 63451">
                      <a:extLst>
                        <a:ext uri="{FF2B5EF4-FFF2-40B4-BE49-F238E27FC236}">
                          <a16:creationId xmlns:a16="http://schemas.microsoft.com/office/drawing/2014/main" id="{A9B1EE30-B9AF-44AC-8D41-A80BF7378ED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27600" cy="5724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3" name="直線コネクタ 63452">
                      <a:extLst>
                        <a:ext uri="{FF2B5EF4-FFF2-40B4-BE49-F238E27FC236}">
                          <a16:creationId xmlns:a16="http://schemas.microsoft.com/office/drawing/2014/main" id="{DBAF6F76-6B6E-4E71-A454-30CC47B1C3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209960" cy="590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4" name="直線コネクタ 63453">
                      <a:extLst>
                        <a:ext uri="{FF2B5EF4-FFF2-40B4-BE49-F238E27FC236}">
                          <a16:creationId xmlns:a16="http://schemas.microsoft.com/office/drawing/2014/main" id="{3481DE0C-7F09-4323-A10D-C1C0FD8CFE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92320" cy="607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5" name="直線コネクタ 63454">
                      <a:extLst>
                        <a:ext uri="{FF2B5EF4-FFF2-40B4-BE49-F238E27FC236}">
                          <a16:creationId xmlns:a16="http://schemas.microsoft.com/office/drawing/2014/main" id="{4F63E023-EB9A-44BB-B909-B8965FC9E5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75040" cy="6249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6" name="直線コネクタ 63455">
                      <a:extLst>
                        <a:ext uri="{FF2B5EF4-FFF2-40B4-BE49-F238E27FC236}">
                          <a16:creationId xmlns:a16="http://schemas.microsoft.com/office/drawing/2014/main" id="{6B2CF4D2-8034-4E72-A08E-7FDF88959E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58120" cy="6418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7" name="直線コネクタ 63456">
                      <a:extLst>
                        <a:ext uri="{FF2B5EF4-FFF2-40B4-BE49-F238E27FC236}">
                          <a16:creationId xmlns:a16="http://schemas.microsoft.com/office/drawing/2014/main" id="{69A6A75B-05D6-469F-A653-0F9DE8ACF28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41200" cy="6588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8" name="直線コネクタ 63457">
                      <a:extLst>
                        <a:ext uri="{FF2B5EF4-FFF2-40B4-BE49-F238E27FC236}">
                          <a16:creationId xmlns:a16="http://schemas.microsoft.com/office/drawing/2014/main" id="{373C665A-8099-41ED-AD7F-8DF87425063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24280" cy="6757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59" name="直線コネクタ 63458">
                      <a:extLst>
                        <a:ext uri="{FF2B5EF4-FFF2-40B4-BE49-F238E27FC236}">
                          <a16:creationId xmlns:a16="http://schemas.microsoft.com/office/drawing/2014/main" id="{60D5DBFB-B7A2-46D2-B310-6367779A04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107720" cy="6922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0" name="直線コネクタ 63459">
                      <a:extLst>
                        <a:ext uri="{FF2B5EF4-FFF2-40B4-BE49-F238E27FC236}">
                          <a16:creationId xmlns:a16="http://schemas.microsoft.com/office/drawing/2014/main" id="{F826F207-F247-4C94-B178-8E1175E95C7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91160" cy="708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1" name="直線コネクタ 63460">
                      <a:extLst>
                        <a:ext uri="{FF2B5EF4-FFF2-40B4-BE49-F238E27FC236}">
                          <a16:creationId xmlns:a16="http://schemas.microsoft.com/office/drawing/2014/main" id="{166CBCF1-7426-4D4C-9B36-B75712F4982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74960" cy="7250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2" name="直線コネクタ 63461">
                      <a:extLst>
                        <a:ext uri="{FF2B5EF4-FFF2-40B4-BE49-F238E27FC236}">
                          <a16:creationId xmlns:a16="http://schemas.microsoft.com/office/drawing/2014/main" id="{F803843A-D4B3-4B52-865C-E36D23BE84F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58760" cy="7412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3" name="直線コネクタ 63462">
                      <a:extLst>
                        <a:ext uri="{FF2B5EF4-FFF2-40B4-BE49-F238E27FC236}">
                          <a16:creationId xmlns:a16="http://schemas.microsoft.com/office/drawing/2014/main" id="{11DEA530-2DDB-4F23-99A0-F092CE3CA4F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42560" cy="7574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4" name="直線コネクタ 63463">
                      <a:extLst>
                        <a:ext uri="{FF2B5EF4-FFF2-40B4-BE49-F238E27FC236}">
                          <a16:creationId xmlns:a16="http://schemas.microsoft.com/office/drawing/2014/main" id="{158D0873-6C35-4D2E-8336-F901419F32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26360" cy="7736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5" name="直線コネクタ 63464">
                      <a:extLst>
                        <a:ext uri="{FF2B5EF4-FFF2-40B4-BE49-F238E27FC236}">
                          <a16:creationId xmlns:a16="http://schemas.microsoft.com/office/drawing/2014/main" id="{4D07AA3D-9CA9-4659-B029-65136F36400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1010520" cy="7894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6" name="直線コネクタ 63465">
                      <a:extLst>
                        <a:ext uri="{FF2B5EF4-FFF2-40B4-BE49-F238E27FC236}">
                          <a16:creationId xmlns:a16="http://schemas.microsoft.com/office/drawing/2014/main" id="{43C2F9B1-D2C3-4607-8876-8837AEC4069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94680" cy="80532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7" name="直線コネクタ 63466">
                      <a:extLst>
                        <a:ext uri="{FF2B5EF4-FFF2-40B4-BE49-F238E27FC236}">
                          <a16:creationId xmlns:a16="http://schemas.microsoft.com/office/drawing/2014/main" id="{B745774E-1AF7-47A1-9800-5EA5A2660B3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78840" cy="821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8" name="直線コネクタ 63467">
                      <a:extLst>
                        <a:ext uri="{FF2B5EF4-FFF2-40B4-BE49-F238E27FC236}">
                          <a16:creationId xmlns:a16="http://schemas.microsoft.com/office/drawing/2014/main" id="{01C37D27-46AD-4BA0-9219-76B41FE2F04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63000" cy="837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69" name="直線コネクタ 63468">
                      <a:extLst>
                        <a:ext uri="{FF2B5EF4-FFF2-40B4-BE49-F238E27FC236}">
                          <a16:creationId xmlns:a16="http://schemas.microsoft.com/office/drawing/2014/main" id="{53E45333-05B5-4994-A067-F9417425E49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47160" cy="85284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0" name="直線コネクタ 63469">
                      <a:extLst>
                        <a:ext uri="{FF2B5EF4-FFF2-40B4-BE49-F238E27FC236}">
                          <a16:creationId xmlns:a16="http://schemas.microsoft.com/office/drawing/2014/main" id="{CCD0DEC3-22FD-4F58-8CEE-A75243734D8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31320" cy="86868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1" name="直線コネクタ 63470">
                      <a:extLst>
                        <a:ext uri="{FF2B5EF4-FFF2-40B4-BE49-F238E27FC236}">
                          <a16:creationId xmlns:a16="http://schemas.microsoft.com/office/drawing/2014/main" id="{696C687E-3CBD-4F83-9D85-A8F59CB79C8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15840" cy="88416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472" name="直線コネクタ 63471">
                      <a:extLst>
                        <a:ext uri="{FF2B5EF4-FFF2-40B4-BE49-F238E27FC236}">
                          <a16:creationId xmlns:a16="http://schemas.microsoft.com/office/drawing/2014/main" id="{E23D490E-222D-4854-B760-385160B7B90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900000" cy="900000"/>
                    </a:xfrm>
                    <a:prstGeom prst="line">
                      <a:avLst/>
                    </a:prstGeom>
                    <a:ln w="1905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</p:grpSp>
      <p:grpSp>
        <p:nvGrpSpPr>
          <p:cNvPr id="104904" name="グループ化 104903">
            <a:extLst>
              <a:ext uri="{FF2B5EF4-FFF2-40B4-BE49-F238E27FC236}">
                <a16:creationId xmlns:a16="http://schemas.microsoft.com/office/drawing/2014/main" id="{A9C534AE-1FCF-4269-A291-2D2C629876B3}"/>
              </a:ext>
            </a:extLst>
          </p:cNvPr>
          <p:cNvGrpSpPr/>
          <p:nvPr/>
        </p:nvGrpSpPr>
        <p:grpSpPr>
          <a:xfrm>
            <a:off x="-39311" y="-39311"/>
            <a:ext cx="10878384" cy="10878384"/>
            <a:chOff x="-39600" y="-39600"/>
            <a:chExt cx="10878384" cy="10878384"/>
          </a:xfrm>
        </p:grpSpPr>
        <p:grpSp>
          <p:nvGrpSpPr>
            <p:cNvPr id="104905" name="グループ化 104904">
              <a:extLst>
                <a:ext uri="{FF2B5EF4-FFF2-40B4-BE49-F238E27FC236}">
                  <a16:creationId xmlns:a16="http://schemas.microsoft.com/office/drawing/2014/main" id="{42F59927-65C7-4046-B425-9EA364773DBA}"/>
                </a:ext>
              </a:extLst>
            </p:cNvPr>
            <p:cNvGrpSpPr/>
            <p:nvPr/>
          </p:nvGrpSpPr>
          <p:grpSpPr>
            <a:xfrm>
              <a:off x="-39600" y="-39600"/>
              <a:ext cx="3678384" cy="3678384"/>
              <a:chOff x="3560689" y="3560689"/>
              <a:chExt cx="3678384" cy="3678384"/>
            </a:xfrm>
          </p:grpSpPr>
          <p:grpSp>
            <p:nvGrpSpPr>
              <p:cNvPr id="140432" name="グループ化 140431">
                <a:extLst>
                  <a:ext uri="{FF2B5EF4-FFF2-40B4-BE49-F238E27FC236}">
                    <a16:creationId xmlns:a16="http://schemas.microsoft.com/office/drawing/2014/main" id="{EA16E26F-57D3-48C8-9C68-7734C98B9DBD}"/>
                  </a:ext>
                </a:extLst>
              </p:cNvPr>
              <p:cNvGrpSpPr/>
              <p:nvPr/>
            </p:nvGrpSpPr>
            <p:grpSpPr>
              <a:xfrm>
                <a:off x="3560689" y="3560689"/>
                <a:ext cx="3678384" cy="3678384"/>
                <a:chOff x="3560689" y="3560689"/>
                <a:chExt cx="3678384" cy="3678384"/>
              </a:xfrm>
            </p:grpSpPr>
            <p:grpSp>
              <p:nvGrpSpPr>
                <p:cNvPr id="140843" name="グループ化 140842">
                  <a:extLst>
                    <a:ext uri="{FF2B5EF4-FFF2-40B4-BE49-F238E27FC236}">
                      <a16:creationId xmlns:a16="http://schemas.microsoft.com/office/drawing/2014/main" id="{DC04A412-7A54-44BB-8A28-FAE535D547A3}"/>
                    </a:ext>
                  </a:extLst>
                </p:cNvPr>
                <p:cNvGrpSpPr/>
                <p:nvPr/>
              </p:nvGrpSpPr>
              <p:grpSpPr>
                <a:xfrm>
                  <a:off x="3600000" y="3600000"/>
                  <a:ext cx="3600000" cy="3600000"/>
                  <a:chOff x="-119" y="-119"/>
                  <a:chExt cx="3600000" cy="3600000"/>
                </a:xfrm>
              </p:grpSpPr>
              <p:sp>
                <p:nvSpPr>
                  <p:cNvPr id="142802" name="楕円 142801">
                    <a:extLst>
                      <a:ext uri="{FF2B5EF4-FFF2-40B4-BE49-F238E27FC236}">
                        <a16:creationId xmlns:a16="http://schemas.microsoft.com/office/drawing/2014/main" id="{780F258C-264A-4823-A8A5-7D63E93DA2A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99762" y="1199762"/>
                    <a:ext cx="1200000" cy="12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42803" name="直線コネクタ 142802">
                    <a:extLst>
                      <a:ext uri="{FF2B5EF4-FFF2-40B4-BE49-F238E27FC236}">
                        <a16:creationId xmlns:a16="http://schemas.microsoft.com/office/drawing/2014/main" id="{8FA49817-33A9-435E-8BF2-E841DD6F650C}"/>
                      </a:ext>
                    </a:extLst>
                  </p:cNvPr>
                  <p:cNvCxnSpPr>
                    <a:cxnSpLocks/>
                    <a:stCxn id="142802" idx="7"/>
                    <a:endCxn id="142802" idx="3"/>
                  </p:cNvCxnSpPr>
                  <p:nvPr/>
                </p:nvCxnSpPr>
                <p:spPr>
                  <a:xfrm flipH="1"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04" name="直線コネクタ 142803">
                    <a:extLst>
                      <a:ext uri="{FF2B5EF4-FFF2-40B4-BE49-F238E27FC236}">
                        <a16:creationId xmlns:a16="http://schemas.microsoft.com/office/drawing/2014/main" id="{E6028771-75EB-4AD6-AB3D-53903DE74182}"/>
                      </a:ext>
                    </a:extLst>
                  </p:cNvPr>
                  <p:cNvCxnSpPr>
                    <a:cxnSpLocks/>
                    <a:stCxn id="142802" idx="1"/>
                    <a:endCxn id="142802" idx="5"/>
                  </p:cNvCxnSpPr>
                  <p:nvPr/>
                </p:nvCxnSpPr>
                <p:spPr>
                  <a:xfrm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42805" name="楕円 142804">
                    <a:extLst>
                      <a:ext uri="{FF2B5EF4-FFF2-40B4-BE49-F238E27FC236}">
                        <a16:creationId xmlns:a16="http://schemas.microsoft.com/office/drawing/2014/main" id="{E120D393-9A27-40D3-A0C0-4C7A3BCB15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649881" y="1649881"/>
                    <a:ext cx="300000" cy="3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42806" name="直線コネクタ 142805">
                    <a:extLst>
                      <a:ext uri="{FF2B5EF4-FFF2-40B4-BE49-F238E27FC236}">
                        <a16:creationId xmlns:a16="http://schemas.microsoft.com/office/drawing/2014/main" id="{2FE895C5-0888-445E-992E-D55D8240C3BC}"/>
                      </a:ext>
                    </a:extLst>
                  </p:cNvPr>
                  <p:cNvCxnSpPr>
                    <a:cxnSpLocks/>
                    <a:stCxn id="142807" idx="2"/>
                    <a:endCxn id="142807" idx="6"/>
                  </p:cNvCxnSpPr>
                  <p:nvPr/>
                </p:nvCxnSpPr>
                <p:spPr>
                  <a:xfrm>
                    <a:off x="-119" y="1799881"/>
                    <a:ext cx="3600000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42807" name="楕円 142806">
                    <a:extLst>
                      <a:ext uri="{FF2B5EF4-FFF2-40B4-BE49-F238E27FC236}">
                        <a16:creationId xmlns:a16="http://schemas.microsoft.com/office/drawing/2014/main" id="{4F2A6E0B-061E-4AB6-83B8-73D8C746764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19" y="-119"/>
                    <a:ext cx="3600000" cy="36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42808" name="直線コネクタ 142807">
                    <a:extLst>
                      <a:ext uri="{FF2B5EF4-FFF2-40B4-BE49-F238E27FC236}">
                        <a16:creationId xmlns:a16="http://schemas.microsoft.com/office/drawing/2014/main" id="{820ED319-06AE-48A0-9708-0D45873722B5}"/>
                      </a:ext>
                    </a:extLst>
                  </p:cNvPr>
                  <p:cNvCxnSpPr>
                    <a:cxnSpLocks/>
                    <a:stCxn id="142807" idx="0"/>
                    <a:endCxn id="142807" idx="4"/>
                  </p:cNvCxnSpPr>
                  <p:nvPr/>
                </p:nvCxnSpPr>
                <p:spPr>
                  <a:xfrm>
                    <a:off x="1799881" y="-119"/>
                    <a:ext cx="0" cy="360000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2809" name="グループ化 142808">
                    <a:extLst>
                      <a:ext uri="{FF2B5EF4-FFF2-40B4-BE49-F238E27FC236}">
                        <a16:creationId xmlns:a16="http://schemas.microsoft.com/office/drawing/2014/main" id="{000586E8-673B-49BE-A92C-DD832F5FD7FB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801325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42857" name="楕円 142856">
                      <a:extLst>
                        <a:ext uri="{FF2B5EF4-FFF2-40B4-BE49-F238E27FC236}">
                          <a16:creationId xmlns:a16="http://schemas.microsoft.com/office/drawing/2014/main" id="{A6155EA1-C07D-41D9-943A-2A5EBAB46C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42858" name="直線コネクタ 142857">
                      <a:extLst>
                        <a:ext uri="{FF2B5EF4-FFF2-40B4-BE49-F238E27FC236}">
                          <a16:creationId xmlns:a16="http://schemas.microsoft.com/office/drawing/2014/main" id="{16EE13CE-DC15-495A-B60F-F5B6D97BF62C}"/>
                        </a:ext>
                      </a:extLst>
                    </p:cNvPr>
                    <p:cNvCxnSpPr>
                      <a:cxnSpLocks/>
                      <a:stCxn id="142857" idx="0"/>
                      <a:endCxn id="142857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59" name="直線コネクタ 142858">
                      <a:extLst>
                        <a:ext uri="{FF2B5EF4-FFF2-40B4-BE49-F238E27FC236}">
                          <a16:creationId xmlns:a16="http://schemas.microsoft.com/office/drawing/2014/main" id="{42DE313C-6D61-4AED-8C1C-97D3DB318D23}"/>
                        </a:ext>
                      </a:extLst>
                    </p:cNvPr>
                    <p:cNvCxnSpPr>
                      <a:cxnSpLocks/>
                      <a:stCxn id="142857" idx="2"/>
                      <a:endCxn id="142857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0" name="グループ化 142809">
                    <a:extLst>
                      <a:ext uri="{FF2B5EF4-FFF2-40B4-BE49-F238E27FC236}">
                        <a16:creationId xmlns:a16="http://schemas.microsoft.com/office/drawing/2014/main" id="{E625AEA3-674B-4D35-9D62-67AE8EC8BBDB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801325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42854" name="楕円 142853">
                      <a:extLst>
                        <a:ext uri="{FF2B5EF4-FFF2-40B4-BE49-F238E27FC236}">
                          <a16:creationId xmlns:a16="http://schemas.microsoft.com/office/drawing/2014/main" id="{5D684EC8-81EE-4C23-92BE-4609D3B4330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42855" name="直線コネクタ 142854">
                      <a:extLst>
                        <a:ext uri="{FF2B5EF4-FFF2-40B4-BE49-F238E27FC236}">
                          <a16:creationId xmlns:a16="http://schemas.microsoft.com/office/drawing/2014/main" id="{AC2C543A-3B63-4F1F-97A5-89FD91CF0825}"/>
                        </a:ext>
                      </a:extLst>
                    </p:cNvPr>
                    <p:cNvCxnSpPr>
                      <a:cxnSpLocks/>
                      <a:stCxn id="142854" idx="0"/>
                      <a:endCxn id="142854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56" name="直線コネクタ 142855">
                      <a:extLst>
                        <a:ext uri="{FF2B5EF4-FFF2-40B4-BE49-F238E27FC236}">
                          <a16:creationId xmlns:a16="http://schemas.microsoft.com/office/drawing/2014/main" id="{51FEC9DE-B46F-4FCF-9974-EC44AA36CE65}"/>
                        </a:ext>
                      </a:extLst>
                    </p:cNvPr>
                    <p:cNvCxnSpPr>
                      <a:cxnSpLocks/>
                      <a:stCxn id="142854" idx="2"/>
                      <a:endCxn id="142854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1" name="グループ化 142810">
                    <a:extLst>
                      <a:ext uri="{FF2B5EF4-FFF2-40B4-BE49-F238E27FC236}">
                        <a16:creationId xmlns:a16="http://schemas.microsoft.com/office/drawing/2014/main" id="{722AD748-AE18-4E89-8881-E17FA0EDB566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2498437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42851" name="楕円 142850">
                      <a:extLst>
                        <a:ext uri="{FF2B5EF4-FFF2-40B4-BE49-F238E27FC236}">
                          <a16:creationId xmlns:a16="http://schemas.microsoft.com/office/drawing/2014/main" id="{2F88E173-2A44-4866-97C7-50570BD7438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42852" name="直線コネクタ 142851">
                      <a:extLst>
                        <a:ext uri="{FF2B5EF4-FFF2-40B4-BE49-F238E27FC236}">
                          <a16:creationId xmlns:a16="http://schemas.microsoft.com/office/drawing/2014/main" id="{20500289-7341-4E8A-9443-E843473BB8E1}"/>
                        </a:ext>
                      </a:extLst>
                    </p:cNvPr>
                    <p:cNvCxnSpPr>
                      <a:cxnSpLocks/>
                      <a:stCxn id="142851" idx="0"/>
                      <a:endCxn id="142851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53" name="直線コネクタ 142852">
                      <a:extLst>
                        <a:ext uri="{FF2B5EF4-FFF2-40B4-BE49-F238E27FC236}">
                          <a16:creationId xmlns:a16="http://schemas.microsoft.com/office/drawing/2014/main" id="{E4D31903-0E7C-4D0E-A2BD-97F0E40BED61}"/>
                        </a:ext>
                      </a:extLst>
                    </p:cNvPr>
                    <p:cNvCxnSpPr>
                      <a:cxnSpLocks/>
                      <a:stCxn id="142851" idx="2"/>
                      <a:endCxn id="142851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2" name="グループ化 142811">
                    <a:extLst>
                      <a:ext uri="{FF2B5EF4-FFF2-40B4-BE49-F238E27FC236}">
                        <a16:creationId xmlns:a16="http://schemas.microsoft.com/office/drawing/2014/main" id="{04DB7CB0-C504-47B4-9037-FF7ADEA8CB76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2498437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42848" name="楕円 142847">
                      <a:extLst>
                        <a:ext uri="{FF2B5EF4-FFF2-40B4-BE49-F238E27FC236}">
                          <a16:creationId xmlns:a16="http://schemas.microsoft.com/office/drawing/2014/main" id="{D543DFC2-6933-438D-9F83-C0144D9D981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42849" name="直線コネクタ 142848">
                      <a:extLst>
                        <a:ext uri="{FF2B5EF4-FFF2-40B4-BE49-F238E27FC236}">
                          <a16:creationId xmlns:a16="http://schemas.microsoft.com/office/drawing/2014/main" id="{C135BAA7-247C-4F19-A971-6CF0ED86433C}"/>
                        </a:ext>
                      </a:extLst>
                    </p:cNvPr>
                    <p:cNvCxnSpPr>
                      <a:cxnSpLocks/>
                      <a:stCxn id="142848" idx="0"/>
                      <a:endCxn id="142848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50" name="直線コネクタ 142849">
                      <a:extLst>
                        <a:ext uri="{FF2B5EF4-FFF2-40B4-BE49-F238E27FC236}">
                          <a16:creationId xmlns:a16="http://schemas.microsoft.com/office/drawing/2014/main" id="{5CF779BC-B3CC-421C-8104-B9027820F1F9}"/>
                        </a:ext>
                      </a:extLst>
                    </p:cNvPr>
                    <p:cNvCxnSpPr>
                      <a:cxnSpLocks/>
                      <a:stCxn id="142848" idx="2"/>
                      <a:endCxn id="142848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3" name="グループ化 142812">
                    <a:extLst>
                      <a:ext uri="{FF2B5EF4-FFF2-40B4-BE49-F238E27FC236}">
                        <a16:creationId xmlns:a16="http://schemas.microsoft.com/office/drawing/2014/main" id="{38A910F5-A9F4-47F4-8843-FF4743C31400}"/>
                      </a:ext>
                    </a:extLst>
                  </p:cNvPr>
                  <p:cNvGrpSpPr/>
                  <p:nvPr/>
                </p:nvGrpSpPr>
                <p:grpSpPr>
                  <a:xfrm>
                    <a:off x="1319881" y="539921"/>
                    <a:ext cx="960040" cy="120000"/>
                    <a:chOff x="3959881" y="1620000"/>
                    <a:chExt cx="2880119" cy="360000"/>
                  </a:xfrm>
                </p:grpSpPr>
                <p:cxnSp>
                  <p:nvCxnSpPr>
                    <p:cNvPr id="142844" name="直線コネクタ 142843">
                      <a:extLst>
                        <a:ext uri="{FF2B5EF4-FFF2-40B4-BE49-F238E27FC236}">
                          <a16:creationId xmlns:a16="http://schemas.microsoft.com/office/drawing/2014/main" id="{42B7D5B9-0209-4339-81F2-46F1E4529B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45" name="直線コネクタ 142844">
                      <a:extLst>
                        <a:ext uri="{FF2B5EF4-FFF2-40B4-BE49-F238E27FC236}">
                          <a16:creationId xmlns:a16="http://schemas.microsoft.com/office/drawing/2014/main" id="{24AC2B8A-BC24-4731-A28B-D7AF6D9506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46" name="直線コネクタ 142845">
                      <a:extLst>
                        <a:ext uri="{FF2B5EF4-FFF2-40B4-BE49-F238E27FC236}">
                          <a16:creationId xmlns:a16="http://schemas.microsoft.com/office/drawing/2014/main" id="{87BC6DA0-29CE-44D0-9987-5E43B6B8F3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47" name="直線コネクタ 142846">
                      <a:extLst>
                        <a:ext uri="{FF2B5EF4-FFF2-40B4-BE49-F238E27FC236}">
                          <a16:creationId xmlns:a16="http://schemas.microsoft.com/office/drawing/2014/main" id="{0034F64D-A8A6-4658-AA6D-B9FF01BF8A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4" name="グループ化 142813">
                    <a:extLst>
                      <a:ext uri="{FF2B5EF4-FFF2-40B4-BE49-F238E27FC236}">
                        <a16:creationId xmlns:a16="http://schemas.microsoft.com/office/drawing/2014/main" id="{0FCEC054-B6CB-43D2-9205-D6067C7DC6EA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1319841" y="2939841"/>
                    <a:ext cx="960000" cy="120000"/>
                    <a:chOff x="3960000" y="1620000"/>
                    <a:chExt cx="2880000" cy="360000"/>
                  </a:xfrm>
                </p:grpSpPr>
                <p:cxnSp>
                  <p:nvCxnSpPr>
                    <p:cNvPr id="142842" name="直線コネクタ 142841">
                      <a:extLst>
                        <a:ext uri="{FF2B5EF4-FFF2-40B4-BE49-F238E27FC236}">
                          <a16:creationId xmlns:a16="http://schemas.microsoft.com/office/drawing/2014/main" id="{25D1927B-D3FB-4901-9853-F3223304BB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43" name="直線コネクタ 142842">
                      <a:extLst>
                        <a:ext uri="{FF2B5EF4-FFF2-40B4-BE49-F238E27FC236}">
                          <a16:creationId xmlns:a16="http://schemas.microsoft.com/office/drawing/2014/main" id="{A777698E-8696-4623-96C6-AF21DA415E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5" name="グループ化 142814">
                    <a:extLst>
                      <a:ext uri="{FF2B5EF4-FFF2-40B4-BE49-F238E27FC236}">
                        <a16:creationId xmlns:a16="http://schemas.microsoft.com/office/drawing/2014/main" id="{5F404BD1-EF6E-41B1-BE25-995AA41C99FE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2519822" y="1739941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42839" name="直線コネクタ 142838">
                      <a:extLst>
                        <a:ext uri="{FF2B5EF4-FFF2-40B4-BE49-F238E27FC236}">
                          <a16:creationId xmlns:a16="http://schemas.microsoft.com/office/drawing/2014/main" id="{A735E8B1-AF07-4BA8-8BA2-3FD7047AC3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40" name="直線コネクタ 142839">
                      <a:extLst>
                        <a:ext uri="{FF2B5EF4-FFF2-40B4-BE49-F238E27FC236}">
                          <a16:creationId xmlns:a16="http://schemas.microsoft.com/office/drawing/2014/main" id="{EB37B4E0-EFDF-4D33-8541-A1B7CF36B3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41" name="直線コネクタ 142840">
                      <a:extLst>
                        <a:ext uri="{FF2B5EF4-FFF2-40B4-BE49-F238E27FC236}">
                          <a16:creationId xmlns:a16="http://schemas.microsoft.com/office/drawing/2014/main" id="{545ECF23-9654-452C-B67F-1DFDB897E0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6" name="グループ化 142815">
                    <a:extLst>
                      <a:ext uri="{FF2B5EF4-FFF2-40B4-BE49-F238E27FC236}">
                        <a16:creationId xmlns:a16="http://schemas.microsoft.com/office/drawing/2014/main" id="{A428CA01-7C51-41D4-88C1-D9D0C836EBFA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119901" y="1739822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42836" name="直線コネクタ 142835">
                      <a:extLst>
                        <a:ext uri="{FF2B5EF4-FFF2-40B4-BE49-F238E27FC236}">
                          <a16:creationId xmlns:a16="http://schemas.microsoft.com/office/drawing/2014/main" id="{F09D868F-4952-4E64-8242-661DF4BC79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37" name="直線コネクタ 142836">
                      <a:extLst>
                        <a:ext uri="{FF2B5EF4-FFF2-40B4-BE49-F238E27FC236}">
                          <a16:creationId xmlns:a16="http://schemas.microsoft.com/office/drawing/2014/main" id="{2CA853BF-4EFC-4CAB-9939-4C11AE8AFD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38" name="直線コネクタ 142837">
                      <a:extLst>
                        <a:ext uri="{FF2B5EF4-FFF2-40B4-BE49-F238E27FC236}">
                          <a16:creationId xmlns:a16="http://schemas.microsoft.com/office/drawing/2014/main" id="{C75509AA-86FC-4D0C-845C-FFC47A7D90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7" name="グループ化 142816">
                    <a:extLst>
                      <a:ext uri="{FF2B5EF4-FFF2-40B4-BE49-F238E27FC236}">
                        <a16:creationId xmlns:a16="http://schemas.microsoft.com/office/drawing/2014/main" id="{C7EA0993-23A2-48B9-945F-D92D1E6C2742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1425521"/>
                    <a:ext cx="320400" cy="40048"/>
                    <a:chOff x="1639681" y="1425521"/>
                    <a:chExt cx="320400" cy="40048"/>
                  </a:xfrm>
                </p:grpSpPr>
                <p:cxnSp>
                  <p:nvCxnSpPr>
                    <p:cNvPr id="142833" name="直線コネクタ 142832">
                      <a:extLst>
                        <a:ext uri="{FF2B5EF4-FFF2-40B4-BE49-F238E27FC236}">
                          <a16:creationId xmlns:a16="http://schemas.microsoft.com/office/drawing/2014/main" id="{3C0174B0-64CE-4135-AD90-15A4C727F3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65569"/>
                      <a:ext cx="320387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34" name="直線コネクタ 142833">
                      <a:extLst>
                        <a:ext uri="{FF2B5EF4-FFF2-40B4-BE49-F238E27FC236}">
                          <a16:creationId xmlns:a16="http://schemas.microsoft.com/office/drawing/2014/main" id="{286A50CF-C4C7-4B6F-8540-A9BF77A6AD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35" name="直線コネクタ 142834">
                      <a:extLst>
                        <a:ext uri="{FF2B5EF4-FFF2-40B4-BE49-F238E27FC236}">
                          <a16:creationId xmlns:a16="http://schemas.microsoft.com/office/drawing/2014/main" id="{497D3E50-22D6-4DE4-8AE1-E094C66117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819912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8" name="グループ化 142817">
                    <a:extLst>
                      <a:ext uri="{FF2B5EF4-FFF2-40B4-BE49-F238E27FC236}">
                        <a16:creationId xmlns:a16="http://schemas.microsoft.com/office/drawing/2014/main" id="{3CE1F946-DA01-4B0F-8D90-D781B9E178A4}"/>
                      </a:ext>
                    </a:extLst>
                  </p:cNvPr>
                  <p:cNvGrpSpPr/>
                  <p:nvPr/>
                </p:nvGrpSpPr>
                <p:grpSpPr>
                  <a:xfrm>
                    <a:off x="2134641" y="1639681"/>
                    <a:ext cx="39600" cy="320399"/>
                    <a:chOff x="2134641" y="1639681"/>
                    <a:chExt cx="39600" cy="320399"/>
                  </a:xfrm>
                </p:grpSpPr>
                <p:cxnSp>
                  <p:nvCxnSpPr>
                    <p:cNvPr id="142829" name="直線コネクタ 142828">
                      <a:extLst>
                        <a:ext uri="{FF2B5EF4-FFF2-40B4-BE49-F238E27FC236}">
                          <a16:creationId xmlns:a16="http://schemas.microsoft.com/office/drawing/2014/main" id="{FE2A8FD3-BAD4-4A2C-AD61-9053FDEB68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30" name="直線コネクタ 142829">
                      <a:extLst>
                        <a:ext uri="{FF2B5EF4-FFF2-40B4-BE49-F238E27FC236}">
                          <a16:creationId xmlns:a16="http://schemas.microsoft.com/office/drawing/2014/main" id="{6C1C0CD2-E115-4253-A1AD-976A601F60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31" name="直線コネクタ 142830">
                      <a:extLst>
                        <a:ext uri="{FF2B5EF4-FFF2-40B4-BE49-F238E27FC236}">
                          <a16:creationId xmlns:a16="http://schemas.microsoft.com/office/drawing/2014/main" id="{518ECC0A-E76E-4FB3-A92F-CFE9521A2D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32" name="直線コネクタ 142831">
                      <a:extLst>
                        <a:ext uri="{FF2B5EF4-FFF2-40B4-BE49-F238E27FC236}">
                          <a16:creationId xmlns:a16="http://schemas.microsoft.com/office/drawing/2014/main" id="{4EE4ACA3-E7FD-4B44-915F-6384D561D5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19" name="グループ化 142818">
                    <a:extLst>
                      <a:ext uri="{FF2B5EF4-FFF2-40B4-BE49-F238E27FC236}">
                        <a16:creationId xmlns:a16="http://schemas.microsoft.com/office/drawing/2014/main" id="{9CD3319F-8AC0-4C16-A446-552D96BCC67E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2134641"/>
                    <a:ext cx="320400" cy="39600"/>
                    <a:chOff x="1639681" y="2134641"/>
                    <a:chExt cx="320400" cy="39600"/>
                  </a:xfrm>
                </p:grpSpPr>
                <p:cxnSp>
                  <p:nvCxnSpPr>
                    <p:cNvPr id="142826" name="直線コネクタ 142825">
                      <a:extLst>
                        <a:ext uri="{FF2B5EF4-FFF2-40B4-BE49-F238E27FC236}">
                          <a16:creationId xmlns:a16="http://schemas.microsoft.com/office/drawing/2014/main" id="{25E6220A-7F1D-472E-AF32-8297173962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74241"/>
                      <a:ext cx="320400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27" name="直線コネクタ 142826">
                      <a:extLst>
                        <a:ext uri="{FF2B5EF4-FFF2-40B4-BE49-F238E27FC236}">
                          <a16:creationId xmlns:a16="http://schemas.microsoft.com/office/drawing/2014/main" id="{F54CCC07-6FB5-4774-9CA1-E4C8613E64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819912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828" name="直線コネクタ 142827">
                      <a:extLst>
                        <a:ext uri="{FF2B5EF4-FFF2-40B4-BE49-F238E27FC236}">
                          <a16:creationId xmlns:a16="http://schemas.microsoft.com/office/drawing/2014/main" id="{AB510FD7-919B-4A53-8269-D07C27F91B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42820" name="直線コネクタ 142819">
                    <a:extLst>
                      <a:ext uri="{FF2B5EF4-FFF2-40B4-BE49-F238E27FC236}">
                        <a16:creationId xmlns:a16="http://schemas.microsoft.com/office/drawing/2014/main" id="{C34E43AE-E51B-408C-8B81-9C3FA5416F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2653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21" name="直線コネクタ 142820">
                    <a:extLst>
                      <a:ext uri="{FF2B5EF4-FFF2-40B4-BE49-F238E27FC236}">
                        <a16:creationId xmlns:a16="http://schemas.microsoft.com/office/drawing/2014/main" id="{043A608E-BC17-4C8C-BF91-CBDDAFB50F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3049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22" name="直線コネクタ 142821">
                    <a:extLst>
                      <a:ext uri="{FF2B5EF4-FFF2-40B4-BE49-F238E27FC236}">
                        <a16:creationId xmlns:a16="http://schemas.microsoft.com/office/drawing/2014/main" id="{F14CF9C3-4F23-47B9-B332-D26A202C9705}"/>
                      </a:ext>
                    </a:extLst>
                  </p:cNvPr>
                  <p:cNvCxnSpPr>
                    <a:cxnSpLocks/>
                    <a:stCxn id="142851" idx="4"/>
                  </p:cNvCxnSpPr>
                  <p:nvPr/>
                </p:nvCxnSpPr>
                <p:spPr>
                  <a:xfrm flipV="1">
                    <a:off x="2754503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23" name="直線コネクタ 142822">
                    <a:extLst>
                      <a:ext uri="{FF2B5EF4-FFF2-40B4-BE49-F238E27FC236}">
                        <a16:creationId xmlns:a16="http://schemas.microsoft.com/office/drawing/2014/main" id="{08814E93-8D1A-4A81-957E-86A6D8DE7571}"/>
                      </a:ext>
                    </a:extLst>
                  </p:cNvPr>
                  <p:cNvCxnSpPr>
                    <a:cxnSpLocks/>
                    <a:stCxn id="142848" idx="4"/>
                  </p:cNvCxnSpPr>
                  <p:nvPr/>
                </p:nvCxnSpPr>
                <p:spPr>
                  <a:xfrm>
                    <a:off x="2754503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24" name="直線コネクタ 142823">
                    <a:extLst>
                      <a:ext uri="{FF2B5EF4-FFF2-40B4-BE49-F238E27FC236}">
                        <a16:creationId xmlns:a16="http://schemas.microsoft.com/office/drawing/2014/main" id="{399B4D6E-D4E8-49B6-81E2-0DBEF091F156}"/>
                      </a:ext>
                    </a:extLst>
                  </p:cNvPr>
                  <p:cNvCxnSpPr>
                    <a:cxnSpLocks/>
                    <a:stCxn id="142857" idx="4"/>
                  </p:cNvCxnSpPr>
                  <p:nvPr/>
                </p:nvCxnSpPr>
                <p:spPr>
                  <a:xfrm flipH="1">
                    <a:off x="-79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25" name="直線コネクタ 142824">
                    <a:extLst>
                      <a:ext uri="{FF2B5EF4-FFF2-40B4-BE49-F238E27FC236}">
                        <a16:creationId xmlns:a16="http://schemas.microsoft.com/office/drawing/2014/main" id="{C295BBCC-F047-494F-9C77-E26E31DFE126}"/>
                      </a:ext>
                    </a:extLst>
                  </p:cNvPr>
                  <p:cNvCxnSpPr>
                    <a:cxnSpLocks/>
                    <a:stCxn id="142854" idx="4"/>
                  </p:cNvCxnSpPr>
                  <p:nvPr/>
                </p:nvCxnSpPr>
                <p:spPr>
                  <a:xfrm flipH="1" flipV="1">
                    <a:off x="-79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0844" name="正方形/長方形 140843">
                  <a:extLst>
                    <a:ext uri="{FF2B5EF4-FFF2-40B4-BE49-F238E27FC236}">
                      <a16:creationId xmlns:a16="http://schemas.microsoft.com/office/drawing/2014/main" id="{87A78FE3-7796-4F5C-B89F-86FF3607AC5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599881" y="3599881"/>
                  <a:ext cx="3600000" cy="360000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140845" name="グループ化 140844">
                  <a:extLst>
                    <a:ext uri="{FF2B5EF4-FFF2-40B4-BE49-F238E27FC236}">
                      <a16:creationId xmlns:a16="http://schemas.microsoft.com/office/drawing/2014/main" id="{79946174-A725-4DD8-BAC3-DA84EEA39E55}"/>
                    </a:ext>
                  </a:extLst>
                </p:cNvPr>
                <p:cNvGrpSpPr/>
                <p:nvPr/>
              </p:nvGrpSpPr>
              <p:grpSpPr>
                <a:xfrm>
                  <a:off x="4456023" y="4456022"/>
                  <a:ext cx="1887718" cy="1887718"/>
                  <a:chOff x="4456023" y="4456022"/>
                  <a:chExt cx="1887718" cy="1887718"/>
                </a:xfrm>
              </p:grpSpPr>
              <p:grpSp>
                <p:nvGrpSpPr>
                  <p:cNvPr id="141847" name="グループ化 141846">
                    <a:extLst>
                      <a:ext uri="{FF2B5EF4-FFF2-40B4-BE49-F238E27FC236}">
                        <a16:creationId xmlns:a16="http://schemas.microsoft.com/office/drawing/2014/main" id="{2137AD05-0EEE-4803-B1E7-8DF2CCE51CBD}"/>
                      </a:ext>
                    </a:extLst>
                  </p:cNvPr>
                  <p:cNvGrpSpPr/>
                  <p:nvPr/>
                </p:nvGrpSpPr>
                <p:grpSpPr>
                  <a:xfrm>
                    <a:off x="5862907" y="4680000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42762" name="グループ化 142761">
                      <a:extLst>
                        <a:ext uri="{FF2B5EF4-FFF2-40B4-BE49-F238E27FC236}">
                          <a16:creationId xmlns:a16="http://schemas.microsoft.com/office/drawing/2014/main" id="{0D1BC89B-A364-49CE-B40A-7C42414D72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42799" name="楕円 142798">
                        <a:extLst>
                          <a:ext uri="{FF2B5EF4-FFF2-40B4-BE49-F238E27FC236}">
                            <a16:creationId xmlns:a16="http://schemas.microsoft.com/office/drawing/2014/main" id="{087CB6CC-AE6C-4FCC-A12F-E32C7015D40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800" name="直線コネクタ 142799">
                        <a:extLst>
                          <a:ext uri="{FF2B5EF4-FFF2-40B4-BE49-F238E27FC236}">
                            <a16:creationId xmlns:a16="http://schemas.microsoft.com/office/drawing/2014/main" id="{7FBECC34-6FE6-4691-B5FE-D5063D79B6B4}"/>
                          </a:ext>
                        </a:extLst>
                      </p:cNvPr>
                      <p:cNvCxnSpPr>
                        <a:cxnSpLocks/>
                        <a:stCxn id="142799" idx="3"/>
                        <a:endCxn id="142799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801" name="直線コネクタ 142800">
                        <a:extLst>
                          <a:ext uri="{FF2B5EF4-FFF2-40B4-BE49-F238E27FC236}">
                            <a16:creationId xmlns:a16="http://schemas.microsoft.com/office/drawing/2014/main" id="{D730FDAE-6A46-4488-AFEC-B17144CB3719}"/>
                          </a:ext>
                        </a:extLst>
                      </p:cNvPr>
                      <p:cNvCxnSpPr>
                        <a:cxnSpLocks/>
                        <a:stCxn id="142799" idx="1"/>
                        <a:endCxn id="142799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763" name="グループ化 142762">
                      <a:extLst>
                        <a:ext uri="{FF2B5EF4-FFF2-40B4-BE49-F238E27FC236}">
                          <a16:creationId xmlns:a16="http://schemas.microsoft.com/office/drawing/2014/main" id="{B0BE49E7-79AE-403C-B894-CCF50BF270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91" name="グループ化 142790">
                        <a:extLst>
                          <a:ext uri="{FF2B5EF4-FFF2-40B4-BE49-F238E27FC236}">
                            <a16:creationId xmlns:a16="http://schemas.microsoft.com/office/drawing/2014/main" id="{4DAF53CF-7B0C-4D8E-A4E0-B5204F8748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96" name="楕円 142795">
                          <a:extLst>
                            <a:ext uri="{FF2B5EF4-FFF2-40B4-BE49-F238E27FC236}">
                              <a16:creationId xmlns:a16="http://schemas.microsoft.com/office/drawing/2014/main" id="{F82AE669-ABCF-453C-95A2-85E870F6D4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97" name="直線コネクタ 142796">
                          <a:extLst>
                            <a:ext uri="{FF2B5EF4-FFF2-40B4-BE49-F238E27FC236}">
                              <a16:creationId xmlns:a16="http://schemas.microsoft.com/office/drawing/2014/main" id="{8A65B09D-563E-4FC3-AA48-EEBE9F57520B}"/>
                            </a:ext>
                          </a:extLst>
                        </p:cNvPr>
                        <p:cNvCxnSpPr>
                          <a:cxnSpLocks/>
                          <a:stCxn id="142796" idx="0"/>
                          <a:endCxn id="14279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98" name="直線コネクタ 142797">
                          <a:extLst>
                            <a:ext uri="{FF2B5EF4-FFF2-40B4-BE49-F238E27FC236}">
                              <a16:creationId xmlns:a16="http://schemas.microsoft.com/office/drawing/2014/main" id="{02F8D3D0-8B84-4A69-AEC6-2E852C9A286D}"/>
                            </a:ext>
                          </a:extLst>
                        </p:cNvPr>
                        <p:cNvCxnSpPr>
                          <a:cxnSpLocks/>
                          <a:stCxn id="142796" idx="2"/>
                          <a:endCxn id="14279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92" name="楕円 142791">
                        <a:extLst>
                          <a:ext uri="{FF2B5EF4-FFF2-40B4-BE49-F238E27FC236}">
                            <a16:creationId xmlns:a16="http://schemas.microsoft.com/office/drawing/2014/main" id="{F2354102-1BF7-4610-977F-5EF82A21218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93" name="楕円 142792">
                        <a:extLst>
                          <a:ext uri="{FF2B5EF4-FFF2-40B4-BE49-F238E27FC236}">
                            <a16:creationId xmlns:a16="http://schemas.microsoft.com/office/drawing/2014/main" id="{B1B2EB51-3B49-461E-99FE-95EB9993C34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94" name="楕円 142793">
                        <a:extLst>
                          <a:ext uri="{FF2B5EF4-FFF2-40B4-BE49-F238E27FC236}">
                            <a16:creationId xmlns:a16="http://schemas.microsoft.com/office/drawing/2014/main" id="{D973015B-E1B5-4809-90FE-3C62B30B4B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95" name="楕円 142794">
                        <a:extLst>
                          <a:ext uri="{FF2B5EF4-FFF2-40B4-BE49-F238E27FC236}">
                            <a16:creationId xmlns:a16="http://schemas.microsoft.com/office/drawing/2014/main" id="{CAB8CF93-EBF5-4226-A96C-292C9D90020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764" name="グループ化 142763">
                      <a:extLst>
                        <a:ext uri="{FF2B5EF4-FFF2-40B4-BE49-F238E27FC236}">
                          <a16:creationId xmlns:a16="http://schemas.microsoft.com/office/drawing/2014/main" id="{68FF338B-E323-4D87-9327-00F0C0EB9F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83" name="グループ化 142782">
                        <a:extLst>
                          <a:ext uri="{FF2B5EF4-FFF2-40B4-BE49-F238E27FC236}">
                            <a16:creationId xmlns:a16="http://schemas.microsoft.com/office/drawing/2014/main" id="{82A5EDBF-0064-404B-B0B5-10FF3B4BF8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88" name="楕円 142787">
                          <a:extLst>
                            <a:ext uri="{FF2B5EF4-FFF2-40B4-BE49-F238E27FC236}">
                              <a16:creationId xmlns:a16="http://schemas.microsoft.com/office/drawing/2014/main" id="{304A9CBE-FE4E-4C88-B218-2718BF18239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89" name="直線コネクタ 142788">
                          <a:extLst>
                            <a:ext uri="{FF2B5EF4-FFF2-40B4-BE49-F238E27FC236}">
                              <a16:creationId xmlns:a16="http://schemas.microsoft.com/office/drawing/2014/main" id="{884C0C97-2321-46CF-9247-CE0A9132DBF1}"/>
                            </a:ext>
                          </a:extLst>
                        </p:cNvPr>
                        <p:cNvCxnSpPr>
                          <a:cxnSpLocks/>
                          <a:stCxn id="142788" idx="0"/>
                          <a:endCxn id="14278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90" name="直線コネクタ 142789">
                          <a:extLst>
                            <a:ext uri="{FF2B5EF4-FFF2-40B4-BE49-F238E27FC236}">
                              <a16:creationId xmlns:a16="http://schemas.microsoft.com/office/drawing/2014/main" id="{6614CA76-27D0-452A-BD53-DCF64A55B894}"/>
                            </a:ext>
                          </a:extLst>
                        </p:cNvPr>
                        <p:cNvCxnSpPr>
                          <a:cxnSpLocks/>
                          <a:stCxn id="142788" idx="2"/>
                          <a:endCxn id="14278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84" name="楕円 142783">
                        <a:extLst>
                          <a:ext uri="{FF2B5EF4-FFF2-40B4-BE49-F238E27FC236}">
                            <a16:creationId xmlns:a16="http://schemas.microsoft.com/office/drawing/2014/main" id="{6ACD8B3D-5D13-4937-ABEF-42BF1A9D34C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85" name="楕円 142784">
                        <a:extLst>
                          <a:ext uri="{FF2B5EF4-FFF2-40B4-BE49-F238E27FC236}">
                            <a16:creationId xmlns:a16="http://schemas.microsoft.com/office/drawing/2014/main" id="{FFD7C554-6B12-4DC4-A3D4-007127F87C9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86" name="楕円 142785">
                        <a:extLst>
                          <a:ext uri="{FF2B5EF4-FFF2-40B4-BE49-F238E27FC236}">
                            <a16:creationId xmlns:a16="http://schemas.microsoft.com/office/drawing/2014/main" id="{6DD4F35E-1D4A-4A98-992E-E5D9FC8ABBB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87" name="楕円 142786">
                        <a:extLst>
                          <a:ext uri="{FF2B5EF4-FFF2-40B4-BE49-F238E27FC236}">
                            <a16:creationId xmlns:a16="http://schemas.microsoft.com/office/drawing/2014/main" id="{2AC790B5-47C5-46DA-9F09-EF679054979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765" name="グループ化 142764">
                      <a:extLst>
                        <a:ext uri="{FF2B5EF4-FFF2-40B4-BE49-F238E27FC236}">
                          <a16:creationId xmlns:a16="http://schemas.microsoft.com/office/drawing/2014/main" id="{45E95167-7EE7-406F-9D5B-72CC9C00E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75" name="グループ化 142774">
                        <a:extLst>
                          <a:ext uri="{FF2B5EF4-FFF2-40B4-BE49-F238E27FC236}">
                            <a16:creationId xmlns:a16="http://schemas.microsoft.com/office/drawing/2014/main" id="{5D58B9A1-B781-41A9-BC89-049BF7A966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80" name="楕円 142779">
                          <a:extLst>
                            <a:ext uri="{FF2B5EF4-FFF2-40B4-BE49-F238E27FC236}">
                              <a16:creationId xmlns:a16="http://schemas.microsoft.com/office/drawing/2014/main" id="{53D92F8D-22F8-43D3-B9F7-B8E27F9C15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81" name="直線コネクタ 142780">
                          <a:extLst>
                            <a:ext uri="{FF2B5EF4-FFF2-40B4-BE49-F238E27FC236}">
                              <a16:creationId xmlns:a16="http://schemas.microsoft.com/office/drawing/2014/main" id="{4F1CF030-1D6C-43C2-879A-AFC8632E5580}"/>
                            </a:ext>
                          </a:extLst>
                        </p:cNvPr>
                        <p:cNvCxnSpPr>
                          <a:cxnSpLocks/>
                          <a:stCxn id="142780" idx="0"/>
                          <a:endCxn id="14278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82" name="直線コネクタ 142781">
                          <a:extLst>
                            <a:ext uri="{FF2B5EF4-FFF2-40B4-BE49-F238E27FC236}">
                              <a16:creationId xmlns:a16="http://schemas.microsoft.com/office/drawing/2014/main" id="{C6727D55-3A66-43AF-94AA-9BB16103E09D}"/>
                            </a:ext>
                          </a:extLst>
                        </p:cNvPr>
                        <p:cNvCxnSpPr>
                          <a:cxnSpLocks/>
                          <a:stCxn id="142780" idx="2"/>
                          <a:endCxn id="14278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76" name="楕円 142775">
                        <a:extLst>
                          <a:ext uri="{FF2B5EF4-FFF2-40B4-BE49-F238E27FC236}">
                            <a16:creationId xmlns:a16="http://schemas.microsoft.com/office/drawing/2014/main" id="{9D740CFF-F786-4283-A5AE-CC67B1EB0DF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77" name="楕円 142776">
                        <a:extLst>
                          <a:ext uri="{FF2B5EF4-FFF2-40B4-BE49-F238E27FC236}">
                            <a16:creationId xmlns:a16="http://schemas.microsoft.com/office/drawing/2014/main" id="{83BB8469-2132-4383-A457-6C1ED7F4E9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78" name="楕円 142777">
                        <a:extLst>
                          <a:ext uri="{FF2B5EF4-FFF2-40B4-BE49-F238E27FC236}">
                            <a16:creationId xmlns:a16="http://schemas.microsoft.com/office/drawing/2014/main" id="{3A630DF3-2820-49F0-B50D-9CCB90CBA51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79" name="楕円 142778">
                        <a:extLst>
                          <a:ext uri="{FF2B5EF4-FFF2-40B4-BE49-F238E27FC236}">
                            <a16:creationId xmlns:a16="http://schemas.microsoft.com/office/drawing/2014/main" id="{C62CFAC1-EF50-422E-9324-61A4ADDA514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766" name="グループ化 142765">
                      <a:extLst>
                        <a:ext uri="{FF2B5EF4-FFF2-40B4-BE49-F238E27FC236}">
                          <a16:creationId xmlns:a16="http://schemas.microsoft.com/office/drawing/2014/main" id="{7426F133-AA3A-4364-A5B4-3A20DDDD96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67" name="グループ化 142766">
                        <a:extLst>
                          <a:ext uri="{FF2B5EF4-FFF2-40B4-BE49-F238E27FC236}">
                            <a16:creationId xmlns:a16="http://schemas.microsoft.com/office/drawing/2014/main" id="{D8E310EF-FAEF-4D63-B40F-87C17853A8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72" name="楕円 142771">
                          <a:extLst>
                            <a:ext uri="{FF2B5EF4-FFF2-40B4-BE49-F238E27FC236}">
                              <a16:creationId xmlns:a16="http://schemas.microsoft.com/office/drawing/2014/main" id="{DF341878-03E2-4A9F-91FC-D2AFFCE60B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73" name="直線コネクタ 142772">
                          <a:extLst>
                            <a:ext uri="{FF2B5EF4-FFF2-40B4-BE49-F238E27FC236}">
                              <a16:creationId xmlns:a16="http://schemas.microsoft.com/office/drawing/2014/main" id="{E4CEFE83-5326-40CB-BD41-776E430D8D83}"/>
                            </a:ext>
                          </a:extLst>
                        </p:cNvPr>
                        <p:cNvCxnSpPr>
                          <a:cxnSpLocks/>
                          <a:stCxn id="142772" idx="0"/>
                          <a:endCxn id="14277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74" name="直線コネクタ 142773">
                          <a:extLst>
                            <a:ext uri="{FF2B5EF4-FFF2-40B4-BE49-F238E27FC236}">
                              <a16:creationId xmlns:a16="http://schemas.microsoft.com/office/drawing/2014/main" id="{7BDD07FB-C832-45F0-BDEC-53A11FB64D6D}"/>
                            </a:ext>
                          </a:extLst>
                        </p:cNvPr>
                        <p:cNvCxnSpPr>
                          <a:cxnSpLocks/>
                          <a:stCxn id="142772" idx="2"/>
                          <a:endCxn id="14277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68" name="楕円 142767">
                        <a:extLst>
                          <a:ext uri="{FF2B5EF4-FFF2-40B4-BE49-F238E27FC236}">
                            <a16:creationId xmlns:a16="http://schemas.microsoft.com/office/drawing/2014/main" id="{4762ACB2-346F-4424-BAE9-825253FF82B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69" name="楕円 142768">
                        <a:extLst>
                          <a:ext uri="{FF2B5EF4-FFF2-40B4-BE49-F238E27FC236}">
                            <a16:creationId xmlns:a16="http://schemas.microsoft.com/office/drawing/2014/main" id="{E5DD7B6B-274A-4752-9F52-6215E47BE80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70" name="楕円 142769">
                        <a:extLst>
                          <a:ext uri="{FF2B5EF4-FFF2-40B4-BE49-F238E27FC236}">
                            <a16:creationId xmlns:a16="http://schemas.microsoft.com/office/drawing/2014/main" id="{27441D29-B627-4556-BC90-B8A1B4999E0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71" name="楕円 142770">
                        <a:extLst>
                          <a:ext uri="{FF2B5EF4-FFF2-40B4-BE49-F238E27FC236}">
                            <a16:creationId xmlns:a16="http://schemas.microsoft.com/office/drawing/2014/main" id="{D1278512-241F-4BA7-B8CD-FF913099B7B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sp>
                <p:nvSpPr>
                  <p:cNvPr id="141848" name="楕円 141847">
                    <a:extLst>
                      <a:ext uri="{FF2B5EF4-FFF2-40B4-BE49-F238E27FC236}">
                        <a16:creationId xmlns:a16="http://schemas.microsoft.com/office/drawing/2014/main" id="{D18B06BB-0788-4684-A6ED-3F68A59BA43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9480000" flipH="1">
                    <a:off x="5648400" y="47351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cxnSp>
                <p:nvCxnSpPr>
                  <p:cNvPr id="141849" name="直線コネクタ 141848">
                    <a:extLst>
                      <a:ext uri="{FF2B5EF4-FFF2-40B4-BE49-F238E27FC236}">
                        <a16:creationId xmlns:a16="http://schemas.microsoft.com/office/drawing/2014/main" id="{F9434869-7536-4C3D-96A4-4DD4D09413A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8900000" flipH="1" flipV="1">
                    <a:off x="5828410" y="494795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50" name="直線コネクタ 141849">
                    <a:extLst>
                      <a:ext uri="{FF2B5EF4-FFF2-40B4-BE49-F238E27FC236}">
                        <a16:creationId xmlns:a16="http://schemas.microsoft.com/office/drawing/2014/main" id="{3D1796D7-7FFC-4A2C-A4D3-63BAC26D42FD}"/>
                      </a:ext>
                    </a:extLst>
                  </p:cNvPr>
                  <p:cNvCxnSpPr>
                    <a:cxnSpLocks/>
                    <a:stCxn id="142851" idx="0"/>
                  </p:cNvCxnSpPr>
                  <p:nvPr/>
                </p:nvCxnSpPr>
                <p:spPr>
                  <a:xfrm flipH="1">
                    <a:off x="6103425" y="46575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51" name="直線コネクタ 141850">
                    <a:extLst>
                      <a:ext uri="{FF2B5EF4-FFF2-40B4-BE49-F238E27FC236}">
                        <a16:creationId xmlns:a16="http://schemas.microsoft.com/office/drawing/2014/main" id="{3F91AE32-1267-4E5B-B6E9-0108909CECA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7580000" flipH="1" flipV="1">
                    <a:off x="5623200" y="4809600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52" name="直線コネクタ 141851">
                    <a:extLst>
                      <a:ext uri="{FF2B5EF4-FFF2-40B4-BE49-F238E27FC236}">
                        <a16:creationId xmlns:a16="http://schemas.microsoft.com/office/drawing/2014/main" id="{CFA43958-AFCF-4D38-AA91-384B1C05868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0280000" flipH="1" flipV="1">
                    <a:off x="5968326" y="515694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53" name="直線コネクタ 141852">
                    <a:extLst>
                      <a:ext uri="{FF2B5EF4-FFF2-40B4-BE49-F238E27FC236}">
                        <a16:creationId xmlns:a16="http://schemas.microsoft.com/office/drawing/2014/main" id="{B5D15A90-8508-45E4-B991-AE400AC7851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700000" flipH="1" flipV="1">
                    <a:off x="5828402" y="585180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54" name="直線コネクタ 141853">
                    <a:extLst>
                      <a:ext uri="{FF2B5EF4-FFF2-40B4-BE49-F238E27FC236}">
                        <a16:creationId xmlns:a16="http://schemas.microsoft.com/office/drawing/2014/main" id="{84134363-E5D5-45DD-B96D-83CC882397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103172" y="61034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1855" name="グループ化 141854">
                    <a:extLst>
                      <a:ext uri="{FF2B5EF4-FFF2-40B4-BE49-F238E27FC236}">
                        <a16:creationId xmlns:a16="http://schemas.microsoft.com/office/drawing/2014/main" id="{B1A7F5EA-0B78-4A11-8150-A000495D596A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62959" y="5862953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42722" name="グループ化 142721">
                      <a:extLst>
                        <a:ext uri="{FF2B5EF4-FFF2-40B4-BE49-F238E27FC236}">
                          <a16:creationId xmlns:a16="http://schemas.microsoft.com/office/drawing/2014/main" id="{47CEC828-02CF-417E-B116-21EB34D35D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42759" name="楕円 142758">
                        <a:extLst>
                          <a:ext uri="{FF2B5EF4-FFF2-40B4-BE49-F238E27FC236}">
                            <a16:creationId xmlns:a16="http://schemas.microsoft.com/office/drawing/2014/main" id="{85E99D63-1A77-46B7-9D2F-DD88795B39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760" name="直線コネクタ 142759">
                        <a:extLst>
                          <a:ext uri="{FF2B5EF4-FFF2-40B4-BE49-F238E27FC236}">
                            <a16:creationId xmlns:a16="http://schemas.microsoft.com/office/drawing/2014/main" id="{9F6E0399-B5E9-49EA-9AF1-04383042BC25}"/>
                          </a:ext>
                        </a:extLst>
                      </p:cNvPr>
                      <p:cNvCxnSpPr>
                        <a:cxnSpLocks/>
                        <a:stCxn id="142759" idx="3"/>
                        <a:endCxn id="142759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761" name="直線コネクタ 142760">
                        <a:extLst>
                          <a:ext uri="{FF2B5EF4-FFF2-40B4-BE49-F238E27FC236}">
                            <a16:creationId xmlns:a16="http://schemas.microsoft.com/office/drawing/2014/main" id="{1D356183-45CC-4ED3-A418-91B53055CC3B}"/>
                          </a:ext>
                        </a:extLst>
                      </p:cNvPr>
                      <p:cNvCxnSpPr>
                        <a:cxnSpLocks/>
                        <a:stCxn id="142759" idx="1"/>
                        <a:endCxn id="142759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723" name="グループ化 142722">
                      <a:extLst>
                        <a:ext uri="{FF2B5EF4-FFF2-40B4-BE49-F238E27FC236}">
                          <a16:creationId xmlns:a16="http://schemas.microsoft.com/office/drawing/2014/main" id="{78637AD9-65E8-4475-B574-8E66885941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51" name="グループ化 142750">
                        <a:extLst>
                          <a:ext uri="{FF2B5EF4-FFF2-40B4-BE49-F238E27FC236}">
                            <a16:creationId xmlns:a16="http://schemas.microsoft.com/office/drawing/2014/main" id="{DBAC98FE-B111-43D8-B095-000D292618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56" name="楕円 142755">
                          <a:extLst>
                            <a:ext uri="{FF2B5EF4-FFF2-40B4-BE49-F238E27FC236}">
                              <a16:creationId xmlns:a16="http://schemas.microsoft.com/office/drawing/2014/main" id="{AB963169-6EC8-4507-845B-4498AFE96A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57" name="直線コネクタ 142756">
                          <a:extLst>
                            <a:ext uri="{FF2B5EF4-FFF2-40B4-BE49-F238E27FC236}">
                              <a16:creationId xmlns:a16="http://schemas.microsoft.com/office/drawing/2014/main" id="{E9858BCA-F9DB-4929-B9A8-76FF3E75F9D9}"/>
                            </a:ext>
                          </a:extLst>
                        </p:cNvPr>
                        <p:cNvCxnSpPr>
                          <a:cxnSpLocks/>
                          <a:stCxn id="142756" idx="0"/>
                          <a:endCxn id="14275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58" name="直線コネクタ 142757">
                          <a:extLst>
                            <a:ext uri="{FF2B5EF4-FFF2-40B4-BE49-F238E27FC236}">
                              <a16:creationId xmlns:a16="http://schemas.microsoft.com/office/drawing/2014/main" id="{717FB73D-BDA8-4307-B7D1-691FB6D7DA0A}"/>
                            </a:ext>
                          </a:extLst>
                        </p:cNvPr>
                        <p:cNvCxnSpPr>
                          <a:cxnSpLocks/>
                          <a:stCxn id="142756" idx="2"/>
                          <a:endCxn id="14275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52" name="楕円 142751">
                        <a:extLst>
                          <a:ext uri="{FF2B5EF4-FFF2-40B4-BE49-F238E27FC236}">
                            <a16:creationId xmlns:a16="http://schemas.microsoft.com/office/drawing/2014/main" id="{79923951-EB14-4EB4-919E-6EC75A76F06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53" name="楕円 142752">
                        <a:extLst>
                          <a:ext uri="{FF2B5EF4-FFF2-40B4-BE49-F238E27FC236}">
                            <a16:creationId xmlns:a16="http://schemas.microsoft.com/office/drawing/2014/main" id="{4AEE131A-FE5E-4A9A-90F0-C3CE34922E4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54" name="楕円 142753">
                        <a:extLst>
                          <a:ext uri="{FF2B5EF4-FFF2-40B4-BE49-F238E27FC236}">
                            <a16:creationId xmlns:a16="http://schemas.microsoft.com/office/drawing/2014/main" id="{9BCC7AD7-651C-45B5-AF78-B98B6CAC5E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55" name="楕円 142754">
                        <a:extLst>
                          <a:ext uri="{FF2B5EF4-FFF2-40B4-BE49-F238E27FC236}">
                            <a16:creationId xmlns:a16="http://schemas.microsoft.com/office/drawing/2014/main" id="{EE06F1CD-009F-4439-A1A7-BAA4CF5182C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724" name="グループ化 142723">
                      <a:extLst>
                        <a:ext uri="{FF2B5EF4-FFF2-40B4-BE49-F238E27FC236}">
                          <a16:creationId xmlns:a16="http://schemas.microsoft.com/office/drawing/2014/main" id="{5B6EC206-698A-4225-9F01-12EF6CDFFA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43" name="グループ化 142742">
                        <a:extLst>
                          <a:ext uri="{FF2B5EF4-FFF2-40B4-BE49-F238E27FC236}">
                            <a16:creationId xmlns:a16="http://schemas.microsoft.com/office/drawing/2014/main" id="{A0141D6C-0317-431C-B662-6772367C4B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48" name="楕円 142747">
                          <a:extLst>
                            <a:ext uri="{FF2B5EF4-FFF2-40B4-BE49-F238E27FC236}">
                              <a16:creationId xmlns:a16="http://schemas.microsoft.com/office/drawing/2014/main" id="{6E48D99E-C5A0-4C1C-ACD4-891C1FF86C3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49" name="直線コネクタ 142748">
                          <a:extLst>
                            <a:ext uri="{FF2B5EF4-FFF2-40B4-BE49-F238E27FC236}">
                              <a16:creationId xmlns:a16="http://schemas.microsoft.com/office/drawing/2014/main" id="{BFCC527C-28A2-4A7D-8203-17D334D54E2F}"/>
                            </a:ext>
                          </a:extLst>
                        </p:cNvPr>
                        <p:cNvCxnSpPr>
                          <a:cxnSpLocks/>
                          <a:stCxn id="142748" idx="0"/>
                          <a:endCxn id="14274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50" name="直線コネクタ 142749">
                          <a:extLst>
                            <a:ext uri="{FF2B5EF4-FFF2-40B4-BE49-F238E27FC236}">
                              <a16:creationId xmlns:a16="http://schemas.microsoft.com/office/drawing/2014/main" id="{B6D3943E-4E2D-411D-821F-D298B4769C7F}"/>
                            </a:ext>
                          </a:extLst>
                        </p:cNvPr>
                        <p:cNvCxnSpPr>
                          <a:cxnSpLocks/>
                          <a:stCxn id="142748" idx="2"/>
                          <a:endCxn id="14274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44" name="楕円 142743">
                        <a:extLst>
                          <a:ext uri="{FF2B5EF4-FFF2-40B4-BE49-F238E27FC236}">
                            <a16:creationId xmlns:a16="http://schemas.microsoft.com/office/drawing/2014/main" id="{B53201D3-44CF-49AE-B919-E30F6CB5CD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45" name="楕円 142744">
                        <a:extLst>
                          <a:ext uri="{FF2B5EF4-FFF2-40B4-BE49-F238E27FC236}">
                            <a16:creationId xmlns:a16="http://schemas.microsoft.com/office/drawing/2014/main" id="{2B072574-B491-46E3-BC44-10BAA2C8252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46" name="楕円 142745">
                        <a:extLst>
                          <a:ext uri="{FF2B5EF4-FFF2-40B4-BE49-F238E27FC236}">
                            <a16:creationId xmlns:a16="http://schemas.microsoft.com/office/drawing/2014/main" id="{44115970-71B7-4006-9663-23B2BFF1803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47" name="楕円 142746">
                        <a:extLst>
                          <a:ext uri="{FF2B5EF4-FFF2-40B4-BE49-F238E27FC236}">
                            <a16:creationId xmlns:a16="http://schemas.microsoft.com/office/drawing/2014/main" id="{39B9D453-7556-4CD8-BAEC-D6730AF4D75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725" name="グループ化 142724">
                      <a:extLst>
                        <a:ext uri="{FF2B5EF4-FFF2-40B4-BE49-F238E27FC236}">
                          <a16:creationId xmlns:a16="http://schemas.microsoft.com/office/drawing/2014/main" id="{6E51322F-01D7-4416-953F-42D2C0D087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35" name="グループ化 142734">
                        <a:extLst>
                          <a:ext uri="{FF2B5EF4-FFF2-40B4-BE49-F238E27FC236}">
                            <a16:creationId xmlns:a16="http://schemas.microsoft.com/office/drawing/2014/main" id="{FA27F12F-A292-4703-B8FA-4D9940FA3A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40" name="楕円 142739">
                          <a:extLst>
                            <a:ext uri="{FF2B5EF4-FFF2-40B4-BE49-F238E27FC236}">
                              <a16:creationId xmlns:a16="http://schemas.microsoft.com/office/drawing/2014/main" id="{6CAAC8D3-3DF9-4B76-B0FF-CB2DDE6B0A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41" name="直線コネクタ 142740">
                          <a:extLst>
                            <a:ext uri="{FF2B5EF4-FFF2-40B4-BE49-F238E27FC236}">
                              <a16:creationId xmlns:a16="http://schemas.microsoft.com/office/drawing/2014/main" id="{3E7D9118-E1FD-4474-B593-B266370D8758}"/>
                            </a:ext>
                          </a:extLst>
                        </p:cNvPr>
                        <p:cNvCxnSpPr>
                          <a:cxnSpLocks/>
                          <a:stCxn id="142740" idx="0"/>
                          <a:endCxn id="14274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42" name="直線コネクタ 142741">
                          <a:extLst>
                            <a:ext uri="{FF2B5EF4-FFF2-40B4-BE49-F238E27FC236}">
                              <a16:creationId xmlns:a16="http://schemas.microsoft.com/office/drawing/2014/main" id="{4B3208A6-7185-4EB9-8DB8-C0525703A35D}"/>
                            </a:ext>
                          </a:extLst>
                        </p:cNvPr>
                        <p:cNvCxnSpPr>
                          <a:cxnSpLocks/>
                          <a:stCxn id="142740" idx="2"/>
                          <a:endCxn id="14274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36" name="楕円 142735">
                        <a:extLst>
                          <a:ext uri="{FF2B5EF4-FFF2-40B4-BE49-F238E27FC236}">
                            <a16:creationId xmlns:a16="http://schemas.microsoft.com/office/drawing/2014/main" id="{4CF87C07-556F-42DC-AF24-DBFBF625DC0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37" name="楕円 142736">
                        <a:extLst>
                          <a:ext uri="{FF2B5EF4-FFF2-40B4-BE49-F238E27FC236}">
                            <a16:creationId xmlns:a16="http://schemas.microsoft.com/office/drawing/2014/main" id="{54C05B13-5C22-4327-8743-4BEC3CBE865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38" name="楕円 142737">
                        <a:extLst>
                          <a:ext uri="{FF2B5EF4-FFF2-40B4-BE49-F238E27FC236}">
                            <a16:creationId xmlns:a16="http://schemas.microsoft.com/office/drawing/2014/main" id="{BA0DD864-DBB6-462A-BA30-BD888935DCB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39" name="楕円 142738">
                        <a:extLst>
                          <a:ext uri="{FF2B5EF4-FFF2-40B4-BE49-F238E27FC236}">
                            <a16:creationId xmlns:a16="http://schemas.microsoft.com/office/drawing/2014/main" id="{6B7BAE86-F775-46DB-B68A-70FA98C332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726" name="グループ化 142725">
                      <a:extLst>
                        <a:ext uri="{FF2B5EF4-FFF2-40B4-BE49-F238E27FC236}">
                          <a16:creationId xmlns:a16="http://schemas.microsoft.com/office/drawing/2014/main" id="{1457B31A-1804-4D90-BB79-FC46E199F9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27" name="グループ化 142726">
                        <a:extLst>
                          <a:ext uri="{FF2B5EF4-FFF2-40B4-BE49-F238E27FC236}">
                            <a16:creationId xmlns:a16="http://schemas.microsoft.com/office/drawing/2014/main" id="{BEE033A6-FCE0-4A7C-AED2-969E2D77EA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32" name="楕円 142731">
                          <a:extLst>
                            <a:ext uri="{FF2B5EF4-FFF2-40B4-BE49-F238E27FC236}">
                              <a16:creationId xmlns:a16="http://schemas.microsoft.com/office/drawing/2014/main" id="{8A561386-5822-4BC4-A4E3-71FB9350C95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33" name="直線コネクタ 142732">
                          <a:extLst>
                            <a:ext uri="{FF2B5EF4-FFF2-40B4-BE49-F238E27FC236}">
                              <a16:creationId xmlns:a16="http://schemas.microsoft.com/office/drawing/2014/main" id="{FFF43107-596B-4FB1-BCF3-2F784A6E6430}"/>
                            </a:ext>
                          </a:extLst>
                        </p:cNvPr>
                        <p:cNvCxnSpPr>
                          <a:cxnSpLocks/>
                          <a:stCxn id="142732" idx="0"/>
                          <a:endCxn id="14273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34" name="直線コネクタ 142733">
                          <a:extLst>
                            <a:ext uri="{FF2B5EF4-FFF2-40B4-BE49-F238E27FC236}">
                              <a16:creationId xmlns:a16="http://schemas.microsoft.com/office/drawing/2014/main" id="{E3CA4403-73E0-4D47-BBE5-553088F134DC}"/>
                            </a:ext>
                          </a:extLst>
                        </p:cNvPr>
                        <p:cNvCxnSpPr>
                          <a:cxnSpLocks/>
                          <a:stCxn id="142732" idx="2"/>
                          <a:endCxn id="14273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28" name="楕円 142727">
                        <a:extLst>
                          <a:ext uri="{FF2B5EF4-FFF2-40B4-BE49-F238E27FC236}">
                            <a16:creationId xmlns:a16="http://schemas.microsoft.com/office/drawing/2014/main" id="{CB42604D-4E7E-48BC-9FF8-8CE3DDE89DF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29" name="楕円 142728">
                        <a:extLst>
                          <a:ext uri="{FF2B5EF4-FFF2-40B4-BE49-F238E27FC236}">
                            <a16:creationId xmlns:a16="http://schemas.microsoft.com/office/drawing/2014/main" id="{12A149D6-B22E-4504-A1C8-E2B37119C6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30" name="楕円 142729">
                        <a:extLst>
                          <a:ext uri="{FF2B5EF4-FFF2-40B4-BE49-F238E27FC236}">
                            <a16:creationId xmlns:a16="http://schemas.microsoft.com/office/drawing/2014/main" id="{74517665-78E6-4F66-A8CF-8CB6F402A00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31" name="楕円 142730">
                        <a:extLst>
                          <a:ext uri="{FF2B5EF4-FFF2-40B4-BE49-F238E27FC236}">
                            <a16:creationId xmlns:a16="http://schemas.microsoft.com/office/drawing/2014/main" id="{ED9A08AE-FE29-4522-A5E3-2D005800E29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41856" name="直線コネクタ 141855">
                    <a:extLst>
                      <a:ext uri="{FF2B5EF4-FFF2-40B4-BE49-F238E27FC236}">
                        <a16:creationId xmlns:a16="http://schemas.microsoft.com/office/drawing/2014/main" id="{B7E0EE93-ACCB-43EF-B51A-426776D0265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80000" flipH="1" flipV="1">
                    <a:off x="5966757" y="564659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57" name="直線コネクタ 141856">
                    <a:extLst>
                      <a:ext uri="{FF2B5EF4-FFF2-40B4-BE49-F238E27FC236}">
                        <a16:creationId xmlns:a16="http://schemas.microsoft.com/office/drawing/2014/main" id="{74CBBB40-F977-40B4-A59D-9E035403EB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4080000" flipH="1" flipV="1">
                    <a:off x="5619412" y="599172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58" name="直線コネクタ 141857">
                    <a:extLst>
                      <a:ext uri="{FF2B5EF4-FFF2-40B4-BE49-F238E27FC236}">
                        <a16:creationId xmlns:a16="http://schemas.microsoft.com/office/drawing/2014/main" id="{41AB889D-843C-429B-B054-32DE30F5C70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8100000" flipH="1" flipV="1">
                    <a:off x="4924552" y="585179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59" name="直線コネクタ 141858">
                    <a:extLst>
                      <a:ext uri="{FF2B5EF4-FFF2-40B4-BE49-F238E27FC236}">
                        <a16:creationId xmlns:a16="http://schemas.microsoft.com/office/drawing/2014/main" id="{94B5A5E5-55A0-43DA-88AF-1FBBA3457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657272" y="61031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1860" name="グループ化 141859">
                    <a:extLst>
                      <a:ext uri="{FF2B5EF4-FFF2-40B4-BE49-F238E27FC236}">
                        <a16:creationId xmlns:a16="http://schemas.microsoft.com/office/drawing/2014/main" id="{6A0BB7E9-B08E-4A17-8390-D943F3075A99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680006" y="5863004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42682" name="グループ化 142681">
                      <a:extLst>
                        <a:ext uri="{FF2B5EF4-FFF2-40B4-BE49-F238E27FC236}">
                          <a16:creationId xmlns:a16="http://schemas.microsoft.com/office/drawing/2014/main" id="{44DC9E18-2F85-496D-B638-4AD27A58C9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42719" name="楕円 142718">
                        <a:extLst>
                          <a:ext uri="{FF2B5EF4-FFF2-40B4-BE49-F238E27FC236}">
                            <a16:creationId xmlns:a16="http://schemas.microsoft.com/office/drawing/2014/main" id="{EB8A87D8-0BA0-4146-AC71-5C24DA6E38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720" name="直線コネクタ 142719">
                        <a:extLst>
                          <a:ext uri="{FF2B5EF4-FFF2-40B4-BE49-F238E27FC236}">
                            <a16:creationId xmlns:a16="http://schemas.microsoft.com/office/drawing/2014/main" id="{38F33F79-8B44-4403-87DC-18AE24FCA707}"/>
                          </a:ext>
                        </a:extLst>
                      </p:cNvPr>
                      <p:cNvCxnSpPr>
                        <a:cxnSpLocks/>
                        <a:stCxn id="142719" idx="3"/>
                        <a:endCxn id="142719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721" name="直線コネクタ 142720">
                        <a:extLst>
                          <a:ext uri="{FF2B5EF4-FFF2-40B4-BE49-F238E27FC236}">
                            <a16:creationId xmlns:a16="http://schemas.microsoft.com/office/drawing/2014/main" id="{62F8E339-14A8-4FB5-90A8-71651C3FA7EB}"/>
                          </a:ext>
                        </a:extLst>
                      </p:cNvPr>
                      <p:cNvCxnSpPr>
                        <a:cxnSpLocks/>
                        <a:stCxn id="142719" idx="1"/>
                        <a:endCxn id="142719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83" name="グループ化 142682">
                      <a:extLst>
                        <a:ext uri="{FF2B5EF4-FFF2-40B4-BE49-F238E27FC236}">
                          <a16:creationId xmlns:a16="http://schemas.microsoft.com/office/drawing/2014/main" id="{5FB4F710-CBC8-4AC0-BD71-B7A6038288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11" name="グループ化 142710">
                        <a:extLst>
                          <a:ext uri="{FF2B5EF4-FFF2-40B4-BE49-F238E27FC236}">
                            <a16:creationId xmlns:a16="http://schemas.microsoft.com/office/drawing/2014/main" id="{F9488BC6-14A1-4781-BD30-B6A958685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16" name="楕円 142715">
                          <a:extLst>
                            <a:ext uri="{FF2B5EF4-FFF2-40B4-BE49-F238E27FC236}">
                              <a16:creationId xmlns:a16="http://schemas.microsoft.com/office/drawing/2014/main" id="{55F17CD1-B592-4F55-893F-B7F5D3DF18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17" name="直線コネクタ 142716">
                          <a:extLst>
                            <a:ext uri="{FF2B5EF4-FFF2-40B4-BE49-F238E27FC236}">
                              <a16:creationId xmlns:a16="http://schemas.microsoft.com/office/drawing/2014/main" id="{9ED89F0D-E510-49F3-B9D7-8DDFDAE7C0BE}"/>
                            </a:ext>
                          </a:extLst>
                        </p:cNvPr>
                        <p:cNvCxnSpPr>
                          <a:cxnSpLocks/>
                          <a:stCxn id="142716" idx="0"/>
                          <a:endCxn id="14271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18" name="直線コネクタ 142717">
                          <a:extLst>
                            <a:ext uri="{FF2B5EF4-FFF2-40B4-BE49-F238E27FC236}">
                              <a16:creationId xmlns:a16="http://schemas.microsoft.com/office/drawing/2014/main" id="{189F7FA9-3E4E-4F9A-AD89-8A258119AE18}"/>
                            </a:ext>
                          </a:extLst>
                        </p:cNvPr>
                        <p:cNvCxnSpPr>
                          <a:cxnSpLocks/>
                          <a:stCxn id="142716" idx="2"/>
                          <a:endCxn id="14271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12" name="楕円 142711">
                        <a:extLst>
                          <a:ext uri="{FF2B5EF4-FFF2-40B4-BE49-F238E27FC236}">
                            <a16:creationId xmlns:a16="http://schemas.microsoft.com/office/drawing/2014/main" id="{2D540D3E-97EF-4958-A3B5-67A7FD20560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13" name="楕円 142712">
                        <a:extLst>
                          <a:ext uri="{FF2B5EF4-FFF2-40B4-BE49-F238E27FC236}">
                            <a16:creationId xmlns:a16="http://schemas.microsoft.com/office/drawing/2014/main" id="{0F90A0BA-7332-4F5B-8C54-6E54C724BC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14" name="楕円 142713">
                        <a:extLst>
                          <a:ext uri="{FF2B5EF4-FFF2-40B4-BE49-F238E27FC236}">
                            <a16:creationId xmlns:a16="http://schemas.microsoft.com/office/drawing/2014/main" id="{8A9703BF-46D7-4915-A6B7-0E586EFD1A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15" name="楕円 142714">
                        <a:extLst>
                          <a:ext uri="{FF2B5EF4-FFF2-40B4-BE49-F238E27FC236}">
                            <a16:creationId xmlns:a16="http://schemas.microsoft.com/office/drawing/2014/main" id="{D287583D-20DD-473F-89E3-30362DC5610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684" name="グループ化 142683">
                      <a:extLst>
                        <a:ext uri="{FF2B5EF4-FFF2-40B4-BE49-F238E27FC236}">
                          <a16:creationId xmlns:a16="http://schemas.microsoft.com/office/drawing/2014/main" id="{3FDEB556-4810-4CD0-9BB1-59BDBC1047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703" name="グループ化 142702">
                        <a:extLst>
                          <a:ext uri="{FF2B5EF4-FFF2-40B4-BE49-F238E27FC236}">
                            <a16:creationId xmlns:a16="http://schemas.microsoft.com/office/drawing/2014/main" id="{71354AFB-5521-44AE-8AB8-F9F2E15783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08" name="楕円 142707">
                          <a:extLst>
                            <a:ext uri="{FF2B5EF4-FFF2-40B4-BE49-F238E27FC236}">
                              <a16:creationId xmlns:a16="http://schemas.microsoft.com/office/drawing/2014/main" id="{468121A7-1B03-46A0-AF3F-8AB7FDBDB3D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09" name="直線コネクタ 142708">
                          <a:extLst>
                            <a:ext uri="{FF2B5EF4-FFF2-40B4-BE49-F238E27FC236}">
                              <a16:creationId xmlns:a16="http://schemas.microsoft.com/office/drawing/2014/main" id="{288D61A9-642D-4159-B3A6-25A7FC0ABDDD}"/>
                            </a:ext>
                          </a:extLst>
                        </p:cNvPr>
                        <p:cNvCxnSpPr>
                          <a:cxnSpLocks/>
                          <a:stCxn id="142708" idx="0"/>
                          <a:endCxn id="14270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10" name="直線コネクタ 142709">
                          <a:extLst>
                            <a:ext uri="{FF2B5EF4-FFF2-40B4-BE49-F238E27FC236}">
                              <a16:creationId xmlns:a16="http://schemas.microsoft.com/office/drawing/2014/main" id="{F4B481B7-95EA-4DFD-9199-C815A435A205}"/>
                            </a:ext>
                          </a:extLst>
                        </p:cNvPr>
                        <p:cNvCxnSpPr>
                          <a:cxnSpLocks/>
                          <a:stCxn id="142708" idx="2"/>
                          <a:endCxn id="14270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704" name="楕円 142703">
                        <a:extLst>
                          <a:ext uri="{FF2B5EF4-FFF2-40B4-BE49-F238E27FC236}">
                            <a16:creationId xmlns:a16="http://schemas.microsoft.com/office/drawing/2014/main" id="{490FA2EF-64E3-4CCE-891F-026056B8A55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05" name="楕円 142704">
                        <a:extLst>
                          <a:ext uri="{FF2B5EF4-FFF2-40B4-BE49-F238E27FC236}">
                            <a16:creationId xmlns:a16="http://schemas.microsoft.com/office/drawing/2014/main" id="{E9F2DDDD-4A95-4C49-8608-286910F95E1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06" name="楕円 142705">
                        <a:extLst>
                          <a:ext uri="{FF2B5EF4-FFF2-40B4-BE49-F238E27FC236}">
                            <a16:creationId xmlns:a16="http://schemas.microsoft.com/office/drawing/2014/main" id="{1C69DE43-8907-46FF-B358-2C6E057659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707" name="楕円 142706">
                        <a:extLst>
                          <a:ext uri="{FF2B5EF4-FFF2-40B4-BE49-F238E27FC236}">
                            <a16:creationId xmlns:a16="http://schemas.microsoft.com/office/drawing/2014/main" id="{AC1CE619-7743-4D76-97E9-C511BF07830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685" name="グループ化 142684">
                      <a:extLst>
                        <a:ext uri="{FF2B5EF4-FFF2-40B4-BE49-F238E27FC236}">
                          <a16:creationId xmlns:a16="http://schemas.microsoft.com/office/drawing/2014/main" id="{A4C3659E-406C-4B38-BCFC-73065FDEB3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695" name="グループ化 142694">
                        <a:extLst>
                          <a:ext uri="{FF2B5EF4-FFF2-40B4-BE49-F238E27FC236}">
                            <a16:creationId xmlns:a16="http://schemas.microsoft.com/office/drawing/2014/main" id="{104AE569-9CB9-43F4-8657-A338D96D9D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700" name="楕円 142699">
                          <a:extLst>
                            <a:ext uri="{FF2B5EF4-FFF2-40B4-BE49-F238E27FC236}">
                              <a16:creationId xmlns:a16="http://schemas.microsoft.com/office/drawing/2014/main" id="{75449EFB-4AAF-4683-B3B8-2D893AD5931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701" name="直線コネクタ 142700">
                          <a:extLst>
                            <a:ext uri="{FF2B5EF4-FFF2-40B4-BE49-F238E27FC236}">
                              <a16:creationId xmlns:a16="http://schemas.microsoft.com/office/drawing/2014/main" id="{09B516C1-B92A-4D1E-9ED6-E69542E765DE}"/>
                            </a:ext>
                          </a:extLst>
                        </p:cNvPr>
                        <p:cNvCxnSpPr>
                          <a:cxnSpLocks/>
                          <a:stCxn id="142700" idx="0"/>
                          <a:endCxn id="14270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702" name="直線コネクタ 142701">
                          <a:extLst>
                            <a:ext uri="{FF2B5EF4-FFF2-40B4-BE49-F238E27FC236}">
                              <a16:creationId xmlns:a16="http://schemas.microsoft.com/office/drawing/2014/main" id="{3B0799C5-8034-4C75-B929-C466E4DB25CD}"/>
                            </a:ext>
                          </a:extLst>
                        </p:cNvPr>
                        <p:cNvCxnSpPr>
                          <a:cxnSpLocks/>
                          <a:stCxn id="142700" idx="2"/>
                          <a:endCxn id="14270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696" name="楕円 142695">
                        <a:extLst>
                          <a:ext uri="{FF2B5EF4-FFF2-40B4-BE49-F238E27FC236}">
                            <a16:creationId xmlns:a16="http://schemas.microsoft.com/office/drawing/2014/main" id="{7E7F5163-A0BD-4D60-8234-0D530AEC73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97" name="楕円 142696">
                        <a:extLst>
                          <a:ext uri="{FF2B5EF4-FFF2-40B4-BE49-F238E27FC236}">
                            <a16:creationId xmlns:a16="http://schemas.microsoft.com/office/drawing/2014/main" id="{177DF70A-1672-47B2-85E0-312C032F81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98" name="楕円 142697">
                        <a:extLst>
                          <a:ext uri="{FF2B5EF4-FFF2-40B4-BE49-F238E27FC236}">
                            <a16:creationId xmlns:a16="http://schemas.microsoft.com/office/drawing/2014/main" id="{F2C9E0E0-2691-46A5-B4EF-E630648A875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99" name="楕円 142698">
                        <a:extLst>
                          <a:ext uri="{FF2B5EF4-FFF2-40B4-BE49-F238E27FC236}">
                            <a16:creationId xmlns:a16="http://schemas.microsoft.com/office/drawing/2014/main" id="{BF7FC8E3-875A-4961-BEF2-9400AEB8BD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686" name="グループ化 142685">
                      <a:extLst>
                        <a:ext uri="{FF2B5EF4-FFF2-40B4-BE49-F238E27FC236}">
                          <a16:creationId xmlns:a16="http://schemas.microsoft.com/office/drawing/2014/main" id="{16120289-E6FC-4875-B9DC-C9A89ABB38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687" name="グループ化 142686">
                        <a:extLst>
                          <a:ext uri="{FF2B5EF4-FFF2-40B4-BE49-F238E27FC236}">
                            <a16:creationId xmlns:a16="http://schemas.microsoft.com/office/drawing/2014/main" id="{CC116110-AFCB-4C59-B8B5-ECEDA71657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692" name="楕円 142691">
                          <a:extLst>
                            <a:ext uri="{FF2B5EF4-FFF2-40B4-BE49-F238E27FC236}">
                              <a16:creationId xmlns:a16="http://schemas.microsoft.com/office/drawing/2014/main" id="{42D4592C-9706-4F5A-8027-9302221F6B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693" name="直線コネクタ 142692">
                          <a:extLst>
                            <a:ext uri="{FF2B5EF4-FFF2-40B4-BE49-F238E27FC236}">
                              <a16:creationId xmlns:a16="http://schemas.microsoft.com/office/drawing/2014/main" id="{7FD2FA99-8995-4AE9-9501-68B6814334FD}"/>
                            </a:ext>
                          </a:extLst>
                        </p:cNvPr>
                        <p:cNvCxnSpPr>
                          <a:cxnSpLocks/>
                          <a:stCxn id="142692" idx="0"/>
                          <a:endCxn id="14269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94" name="直線コネクタ 142693">
                          <a:extLst>
                            <a:ext uri="{FF2B5EF4-FFF2-40B4-BE49-F238E27FC236}">
                              <a16:creationId xmlns:a16="http://schemas.microsoft.com/office/drawing/2014/main" id="{44018AF5-E2B7-4E8F-8B73-7E4972BF992E}"/>
                            </a:ext>
                          </a:extLst>
                        </p:cNvPr>
                        <p:cNvCxnSpPr>
                          <a:cxnSpLocks/>
                          <a:stCxn id="142692" idx="2"/>
                          <a:endCxn id="14269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688" name="楕円 142687">
                        <a:extLst>
                          <a:ext uri="{FF2B5EF4-FFF2-40B4-BE49-F238E27FC236}">
                            <a16:creationId xmlns:a16="http://schemas.microsoft.com/office/drawing/2014/main" id="{9B57B95B-6CCF-4CE3-A48E-5D4F2227F2C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89" name="楕円 142688">
                        <a:extLst>
                          <a:ext uri="{FF2B5EF4-FFF2-40B4-BE49-F238E27FC236}">
                            <a16:creationId xmlns:a16="http://schemas.microsoft.com/office/drawing/2014/main" id="{06BDE967-3B81-49A3-8F58-2A6AF8822D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90" name="楕円 142689">
                        <a:extLst>
                          <a:ext uri="{FF2B5EF4-FFF2-40B4-BE49-F238E27FC236}">
                            <a16:creationId xmlns:a16="http://schemas.microsoft.com/office/drawing/2014/main" id="{3FB8F32D-B893-4C66-A218-414178F1B7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91" name="楕円 142690">
                        <a:extLst>
                          <a:ext uri="{FF2B5EF4-FFF2-40B4-BE49-F238E27FC236}">
                            <a16:creationId xmlns:a16="http://schemas.microsoft.com/office/drawing/2014/main" id="{D1D2ADE2-C823-495E-B2D9-210C3EC3F11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41861" name="直線コネクタ 141860">
                    <a:extLst>
                      <a:ext uri="{FF2B5EF4-FFF2-40B4-BE49-F238E27FC236}">
                        <a16:creationId xmlns:a16="http://schemas.microsoft.com/office/drawing/2014/main" id="{AB939BA7-626C-478F-8A81-BDE9D24F648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6780000" flipH="1" flipV="1">
                    <a:off x="5129762" y="5990152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62" name="直線コネクタ 141861">
                    <a:extLst>
                      <a:ext uri="{FF2B5EF4-FFF2-40B4-BE49-F238E27FC236}">
                        <a16:creationId xmlns:a16="http://schemas.microsoft.com/office/drawing/2014/main" id="{DE5B56D6-5281-45A9-B6C7-6E98AAF3DB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9480000" flipH="1" flipV="1">
                    <a:off x="4784636" y="564280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63" name="直線コネクタ 141862">
                    <a:extLst>
                      <a:ext uri="{FF2B5EF4-FFF2-40B4-BE49-F238E27FC236}">
                        <a16:creationId xmlns:a16="http://schemas.microsoft.com/office/drawing/2014/main" id="{698D2047-1474-4E23-8F32-D1B426A7FFF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500000" flipH="1" flipV="1">
                    <a:off x="4924560" y="494794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64" name="直線コネクタ 141863">
                    <a:extLst>
                      <a:ext uri="{FF2B5EF4-FFF2-40B4-BE49-F238E27FC236}">
                        <a16:creationId xmlns:a16="http://schemas.microsoft.com/office/drawing/2014/main" id="{9B41318D-00A0-42B9-828B-50B7A22E37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657526" y="46572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1865" name="グループ化 141864">
                    <a:extLst>
                      <a:ext uri="{FF2B5EF4-FFF2-40B4-BE49-F238E27FC236}">
                        <a16:creationId xmlns:a16="http://schemas.microsoft.com/office/drawing/2014/main" id="{390FF1DE-34EC-4172-8946-A69FAB97D2D6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679955" y="4680051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42642" name="グループ化 142641">
                      <a:extLst>
                        <a:ext uri="{FF2B5EF4-FFF2-40B4-BE49-F238E27FC236}">
                          <a16:creationId xmlns:a16="http://schemas.microsoft.com/office/drawing/2014/main" id="{FE0A21AC-3ECB-4DA9-A2A4-77EEBD553D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42679" name="楕円 142678">
                        <a:extLst>
                          <a:ext uri="{FF2B5EF4-FFF2-40B4-BE49-F238E27FC236}">
                            <a16:creationId xmlns:a16="http://schemas.microsoft.com/office/drawing/2014/main" id="{2C830207-B1EF-481C-BDD6-BA59F4B6ECE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680" name="直線コネクタ 142679">
                        <a:extLst>
                          <a:ext uri="{FF2B5EF4-FFF2-40B4-BE49-F238E27FC236}">
                            <a16:creationId xmlns:a16="http://schemas.microsoft.com/office/drawing/2014/main" id="{2EE97631-6C5B-477F-A007-6902E09F6F86}"/>
                          </a:ext>
                        </a:extLst>
                      </p:cNvPr>
                      <p:cNvCxnSpPr>
                        <a:cxnSpLocks/>
                        <a:stCxn id="142679" idx="3"/>
                        <a:endCxn id="142679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81" name="直線コネクタ 142680">
                        <a:extLst>
                          <a:ext uri="{FF2B5EF4-FFF2-40B4-BE49-F238E27FC236}">
                            <a16:creationId xmlns:a16="http://schemas.microsoft.com/office/drawing/2014/main" id="{DD17F66C-D592-474E-90E0-CA5054278D60}"/>
                          </a:ext>
                        </a:extLst>
                      </p:cNvPr>
                      <p:cNvCxnSpPr>
                        <a:cxnSpLocks/>
                        <a:stCxn id="142679" idx="1"/>
                        <a:endCxn id="142679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43" name="グループ化 142642">
                      <a:extLst>
                        <a:ext uri="{FF2B5EF4-FFF2-40B4-BE49-F238E27FC236}">
                          <a16:creationId xmlns:a16="http://schemas.microsoft.com/office/drawing/2014/main" id="{AB27B745-4C2C-4E60-A792-111D37194F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671" name="グループ化 142670">
                        <a:extLst>
                          <a:ext uri="{FF2B5EF4-FFF2-40B4-BE49-F238E27FC236}">
                            <a16:creationId xmlns:a16="http://schemas.microsoft.com/office/drawing/2014/main" id="{9959FBB1-0965-4922-8E8C-DA12D9DF01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676" name="楕円 142675">
                          <a:extLst>
                            <a:ext uri="{FF2B5EF4-FFF2-40B4-BE49-F238E27FC236}">
                              <a16:creationId xmlns:a16="http://schemas.microsoft.com/office/drawing/2014/main" id="{66F6CF7A-999E-4E39-80B1-5484AB4E1D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677" name="直線コネクタ 142676">
                          <a:extLst>
                            <a:ext uri="{FF2B5EF4-FFF2-40B4-BE49-F238E27FC236}">
                              <a16:creationId xmlns:a16="http://schemas.microsoft.com/office/drawing/2014/main" id="{4AA995D2-57E2-45F7-B0A6-F1BDDFE941F5}"/>
                            </a:ext>
                          </a:extLst>
                        </p:cNvPr>
                        <p:cNvCxnSpPr>
                          <a:cxnSpLocks/>
                          <a:stCxn id="142676" idx="0"/>
                          <a:endCxn id="14267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78" name="直線コネクタ 142677">
                          <a:extLst>
                            <a:ext uri="{FF2B5EF4-FFF2-40B4-BE49-F238E27FC236}">
                              <a16:creationId xmlns:a16="http://schemas.microsoft.com/office/drawing/2014/main" id="{1D61D68E-9976-472F-A3F0-077023D4BA8D}"/>
                            </a:ext>
                          </a:extLst>
                        </p:cNvPr>
                        <p:cNvCxnSpPr>
                          <a:cxnSpLocks/>
                          <a:stCxn id="142676" idx="2"/>
                          <a:endCxn id="14267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672" name="楕円 142671">
                        <a:extLst>
                          <a:ext uri="{FF2B5EF4-FFF2-40B4-BE49-F238E27FC236}">
                            <a16:creationId xmlns:a16="http://schemas.microsoft.com/office/drawing/2014/main" id="{C6386100-8255-4E05-A7AC-FF24D382BC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73" name="楕円 142672">
                        <a:extLst>
                          <a:ext uri="{FF2B5EF4-FFF2-40B4-BE49-F238E27FC236}">
                            <a16:creationId xmlns:a16="http://schemas.microsoft.com/office/drawing/2014/main" id="{46FC376A-7ABF-42FB-848D-67104DC5B8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74" name="楕円 142673">
                        <a:extLst>
                          <a:ext uri="{FF2B5EF4-FFF2-40B4-BE49-F238E27FC236}">
                            <a16:creationId xmlns:a16="http://schemas.microsoft.com/office/drawing/2014/main" id="{A85EA244-8397-4E90-B78A-D2005749C60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75" name="楕円 142674">
                        <a:extLst>
                          <a:ext uri="{FF2B5EF4-FFF2-40B4-BE49-F238E27FC236}">
                            <a16:creationId xmlns:a16="http://schemas.microsoft.com/office/drawing/2014/main" id="{E6B94775-A1E6-4E65-BBCD-18D1395E5E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644" name="グループ化 142643">
                      <a:extLst>
                        <a:ext uri="{FF2B5EF4-FFF2-40B4-BE49-F238E27FC236}">
                          <a16:creationId xmlns:a16="http://schemas.microsoft.com/office/drawing/2014/main" id="{6005F10B-EFEC-440F-BEB4-0792E36224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663" name="グループ化 142662">
                        <a:extLst>
                          <a:ext uri="{FF2B5EF4-FFF2-40B4-BE49-F238E27FC236}">
                            <a16:creationId xmlns:a16="http://schemas.microsoft.com/office/drawing/2014/main" id="{A450F2BD-9735-43EC-9AD9-EF8B15C2C7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668" name="楕円 142667">
                          <a:extLst>
                            <a:ext uri="{FF2B5EF4-FFF2-40B4-BE49-F238E27FC236}">
                              <a16:creationId xmlns:a16="http://schemas.microsoft.com/office/drawing/2014/main" id="{2A0D9770-9022-4973-AE72-B1CAFF95EEB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669" name="直線コネクタ 142668">
                          <a:extLst>
                            <a:ext uri="{FF2B5EF4-FFF2-40B4-BE49-F238E27FC236}">
                              <a16:creationId xmlns:a16="http://schemas.microsoft.com/office/drawing/2014/main" id="{4879EEB5-5E65-4F76-B3E0-49557346784E}"/>
                            </a:ext>
                          </a:extLst>
                        </p:cNvPr>
                        <p:cNvCxnSpPr>
                          <a:cxnSpLocks/>
                          <a:stCxn id="142668" idx="0"/>
                          <a:endCxn id="14266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70" name="直線コネクタ 142669">
                          <a:extLst>
                            <a:ext uri="{FF2B5EF4-FFF2-40B4-BE49-F238E27FC236}">
                              <a16:creationId xmlns:a16="http://schemas.microsoft.com/office/drawing/2014/main" id="{E0BD29D8-4141-491C-8E17-783A578D3EEF}"/>
                            </a:ext>
                          </a:extLst>
                        </p:cNvPr>
                        <p:cNvCxnSpPr>
                          <a:cxnSpLocks/>
                          <a:stCxn id="142668" idx="2"/>
                          <a:endCxn id="14266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664" name="楕円 142663">
                        <a:extLst>
                          <a:ext uri="{FF2B5EF4-FFF2-40B4-BE49-F238E27FC236}">
                            <a16:creationId xmlns:a16="http://schemas.microsoft.com/office/drawing/2014/main" id="{76B50179-A8FE-4434-975B-15272BC6939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65" name="楕円 142664">
                        <a:extLst>
                          <a:ext uri="{FF2B5EF4-FFF2-40B4-BE49-F238E27FC236}">
                            <a16:creationId xmlns:a16="http://schemas.microsoft.com/office/drawing/2014/main" id="{5FDD4815-44E0-4583-A0DB-DDB40224D02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66" name="楕円 142665">
                        <a:extLst>
                          <a:ext uri="{FF2B5EF4-FFF2-40B4-BE49-F238E27FC236}">
                            <a16:creationId xmlns:a16="http://schemas.microsoft.com/office/drawing/2014/main" id="{5EE7111E-9289-470F-AF09-0CEEBAF087E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67" name="楕円 142666">
                        <a:extLst>
                          <a:ext uri="{FF2B5EF4-FFF2-40B4-BE49-F238E27FC236}">
                            <a16:creationId xmlns:a16="http://schemas.microsoft.com/office/drawing/2014/main" id="{7CADBF20-44DB-4666-A25D-8B2D5C54C2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645" name="グループ化 142644">
                      <a:extLst>
                        <a:ext uri="{FF2B5EF4-FFF2-40B4-BE49-F238E27FC236}">
                          <a16:creationId xmlns:a16="http://schemas.microsoft.com/office/drawing/2014/main" id="{EA9147D3-001C-4048-BF4A-A03092C755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655" name="グループ化 142654">
                        <a:extLst>
                          <a:ext uri="{FF2B5EF4-FFF2-40B4-BE49-F238E27FC236}">
                            <a16:creationId xmlns:a16="http://schemas.microsoft.com/office/drawing/2014/main" id="{C7DF0E45-FA90-4216-9C8B-D5A4CAE154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660" name="楕円 142659">
                          <a:extLst>
                            <a:ext uri="{FF2B5EF4-FFF2-40B4-BE49-F238E27FC236}">
                              <a16:creationId xmlns:a16="http://schemas.microsoft.com/office/drawing/2014/main" id="{77F09C7D-CBF3-4FFA-8870-171199B5D8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661" name="直線コネクタ 142660">
                          <a:extLst>
                            <a:ext uri="{FF2B5EF4-FFF2-40B4-BE49-F238E27FC236}">
                              <a16:creationId xmlns:a16="http://schemas.microsoft.com/office/drawing/2014/main" id="{F20CC0ED-04D0-4C99-85FB-FD933557DE69}"/>
                            </a:ext>
                          </a:extLst>
                        </p:cNvPr>
                        <p:cNvCxnSpPr>
                          <a:cxnSpLocks/>
                          <a:stCxn id="142660" idx="0"/>
                          <a:endCxn id="14266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62" name="直線コネクタ 142661">
                          <a:extLst>
                            <a:ext uri="{FF2B5EF4-FFF2-40B4-BE49-F238E27FC236}">
                              <a16:creationId xmlns:a16="http://schemas.microsoft.com/office/drawing/2014/main" id="{0330064A-2B5F-45E2-90F6-F8A9D89445EE}"/>
                            </a:ext>
                          </a:extLst>
                        </p:cNvPr>
                        <p:cNvCxnSpPr>
                          <a:cxnSpLocks/>
                          <a:stCxn id="142660" idx="2"/>
                          <a:endCxn id="14266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656" name="楕円 142655">
                        <a:extLst>
                          <a:ext uri="{FF2B5EF4-FFF2-40B4-BE49-F238E27FC236}">
                            <a16:creationId xmlns:a16="http://schemas.microsoft.com/office/drawing/2014/main" id="{B8F1733B-3C24-4A92-84E8-93D89D9B848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57" name="楕円 142656">
                        <a:extLst>
                          <a:ext uri="{FF2B5EF4-FFF2-40B4-BE49-F238E27FC236}">
                            <a16:creationId xmlns:a16="http://schemas.microsoft.com/office/drawing/2014/main" id="{4D402E40-EC9D-4AAF-9A5A-974DEC456B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58" name="楕円 142657">
                        <a:extLst>
                          <a:ext uri="{FF2B5EF4-FFF2-40B4-BE49-F238E27FC236}">
                            <a16:creationId xmlns:a16="http://schemas.microsoft.com/office/drawing/2014/main" id="{9F2BE89C-F87A-4177-9B13-2DED2B0B8D6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59" name="楕円 142658">
                        <a:extLst>
                          <a:ext uri="{FF2B5EF4-FFF2-40B4-BE49-F238E27FC236}">
                            <a16:creationId xmlns:a16="http://schemas.microsoft.com/office/drawing/2014/main" id="{9A0A1EBB-2F51-47F8-8383-11467237DFE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2646" name="グループ化 142645">
                      <a:extLst>
                        <a:ext uri="{FF2B5EF4-FFF2-40B4-BE49-F238E27FC236}">
                          <a16:creationId xmlns:a16="http://schemas.microsoft.com/office/drawing/2014/main" id="{3684707D-378E-4380-8340-EE1329086E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2647" name="グループ化 142646">
                        <a:extLst>
                          <a:ext uri="{FF2B5EF4-FFF2-40B4-BE49-F238E27FC236}">
                            <a16:creationId xmlns:a16="http://schemas.microsoft.com/office/drawing/2014/main" id="{C56ACDE2-43DF-4A01-95E8-1E8D17858F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2652" name="楕円 142651">
                          <a:extLst>
                            <a:ext uri="{FF2B5EF4-FFF2-40B4-BE49-F238E27FC236}">
                              <a16:creationId xmlns:a16="http://schemas.microsoft.com/office/drawing/2014/main" id="{D75D0259-4E34-4EB6-A953-580024C3AF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653" name="直線コネクタ 142652">
                          <a:extLst>
                            <a:ext uri="{FF2B5EF4-FFF2-40B4-BE49-F238E27FC236}">
                              <a16:creationId xmlns:a16="http://schemas.microsoft.com/office/drawing/2014/main" id="{7CC17220-1C5B-4B9D-B6F8-74F71209A199}"/>
                            </a:ext>
                          </a:extLst>
                        </p:cNvPr>
                        <p:cNvCxnSpPr>
                          <a:cxnSpLocks/>
                          <a:stCxn id="142652" idx="0"/>
                          <a:endCxn id="14265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54" name="直線コネクタ 142653">
                          <a:extLst>
                            <a:ext uri="{FF2B5EF4-FFF2-40B4-BE49-F238E27FC236}">
                              <a16:creationId xmlns:a16="http://schemas.microsoft.com/office/drawing/2014/main" id="{8B286273-DFD8-4B9D-91FE-C9D9BFF661E0}"/>
                            </a:ext>
                          </a:extLst>
                        </p:cNvPr>
                        <p:cNvCxnSpPr>
                          <a:cxnSpLocks/>
                          <a:stCxn id="142652" idx="2"/>
                          <a:endCxn id="14265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2648" name="楕円 142647">
                        <a:extLst>
                          <a:ext uri="{FF2B5EF4-FFF2-40B4-BE49-F238E27FC236}">
                            <a16:creationId xmlns:a16="http://schemas.microsoft.com/office/drawing/2014/main" id="{B28FE87F-735A-4BEC-8DCD-AD7B896DF1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49" name="楕円 142648">
                        <a:extLst>
                          <a:ext uri="{FF2B5EF4-FFF2-40B4-BE49-F238E27FC236}">
                            <a16:creationId xmlns:a16="http://schemas.microsoft.com/office/drawing/2014/main" id="{4CC066DD-516D-4880-9C11-DE828CFA70F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50" name="楕円 142649">
                        <a:extLst>
                          <a:ext uri="{FF2B5EF4-FFF2-40B4-BE49-F238E27FC236}">
                            <a16:creationId xmlns:a16="http://schemas.microsoft.com/office/drawing/2014/main" id="{03CD1591-CD85-4480-979B-953C037EF6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2651" name="楕円 142650">
                        <a:extLst>
                          <a:ext uri="{FF2B5EF4-FFF2-40B4-BE49-F238E27FC236}">
                            <a16:creationId xmlns:a16="http://schemas.microsoft.com/office/drawing/2014/main" id="{9A7DBF86-AD00-4CFA-9616-2F5689A1121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41866" name="直線コネクタ 141865">
                    <a:extLst>
                      <a:ext uri="{FF2B5EF4-FFF2-40B4-BE49-F238E27FC236}">
                        <a16:creationId xmlns:a16="http://schemas.microsoft.com/office/drawing/2014/main" id="{AF39514F-AB22-425C-93A4-5F5B81CD82C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2180000" flipH="1" flipV="1">
                    <a:off x="4786205" y="515315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867" name="直線コネクタ 141866">
                    <a:extLst>
                      <a:ext uri="{FF2B5EF4-FFF2-40B4-BE49-F238E27FC236}">
                        <a16:creationId xmlns:a16="http://schemas.microsoft.com/office/drawing/2014/main" id="{63F70495-4900-49F0-AB85-0BE2B6AD324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4880000" flipH="1" flipV="1">
                    <a:off x="5133550" y="480803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41868" name="楕円 141867">
                    <a:extLst>
                      <a:ext uri="{FF2B5EF4-FFF2-40B4-BE49-F238E27FC236}">
                        <a16:creationId xmlns:a16="http://schemas.microsoft.com/office/drawing/2014/main" id="{A003F747-5870-43B9-805F-ACA965A7D34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2180000" flipH="1">
                    <a:off x="6024048" y="511452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69" name="楕円 141868">
                    <a:extLst>
                      <a:ext uri="{FF2B5EF4-FFF2-40B4-BE49-F238E27FC236}">
                        <a16:creationId xmlns:a16="http://schemas.microsoft.com/office/drawing/2014/main" id="{F403A1E4-AA58-4068-973A-F09670104E3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6076355" y="5378299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0" name="楕円 141869">
                    <a:extLst>
                      <a:ext uri="{FF2B5EF4-FFF2-40B4-BE49-F238E27FC236}">
                        <a16:creationId xmlns:a16="http://schemas.microsoft.com/office/drawing/2014/main" id="{A7971A61-6879-497F-928C-C81001697B3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378263" y="6076355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1" name="楕円 141870">
                    <a:extLst>
                      <a:ext uri="{FF2B5EF4-FFF2-40B4-BE49-F238E27FC236}">
                        <a16:creationId xmlns:a16="http://schemas.microsoft.com/office/drawing/2014/main" id="{789F0A01-56B7-4A2A-B871-E4D2032829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7580000" flipH="1">
                    <a:off x="5642042" y="60240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2" name="楕円 141871">
                    <a:extLst>
                      <a:ext uri="{FF2B5EF4-FFF2-40B4-BE49-F238E27FC236}">
                        <a16:creationId xmlns:a16="http://schemas.microsoft.com/office/drawing/2014/main" id="{177AF908-EAF8-4019-9886-9AC092EF5A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4880000" flipH="1">
                    <a:off x="6021414" y="564840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3" name="楕円 141872">
                    <a:extLst>
                      <a:ext uri="{FF2B5EF4-FFF2-40B4-BE49-F238E27FC236}">
                        <a16:creationId xmlns:a16="http://schemas.microsoft.com/office/drawing/2014/main" id="{16BCE6BD-D361-4807-A0A4-E865E8CB4FD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>
                    <a:off x="4680207" y="5378263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4" name="楕円 141873">
                    <a:extLst>
                      <a:ext uri="{FF2B5EF4-FFF2-40B4-BE49-F238E27FC236}">
                        <a16:creationId xmlns:a16="http://schemas.microsoft.com/office/drawing/2014/main" id="{FAE8A98F-D92F-470B-89FF-D44882C690B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80000" flipH="1">
                    <a:off x="4732514" y="564204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5" name="楕円 141874">
                    <a:extLst>
                      <a:ext uri="{FF2B5EF4-FFF2-40B4-BE49-F238E27FC236}">
                        <a16:creationId xmlns:a16="http://schemas.microsoft.com/office/drawing/2014/main" id="{B835C0AB-D9F7-4BC5-9C4E-ED6DE80EF9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0280000" flipH="1">
                    <a:off x="5108162" y="60214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6" name="楕円 141875">
                    <a:extLst>
                      <a:ext uri="{FF2B5EF4-FFF2-40B4-BE49-F238E27FC236}">
                        <a16:creationId xmlns:a16="http://schemas.microsoft.com/office/drawing/2014/main" id="{98AD5597-C447-4CB4-9623-0FBB13D84C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6780000" flipH="1">
                    <a:off x="5114520" y="47325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7" name="楕円 141876">
                    <a:extLst>
                      <a:ext uri="{FF2B5EF4-FFF2-40B4-BE49-F238E27FC236}">
                        <a16:creationId xmlns:a16="http://schemas.microsoft.com/office/drawing/2014/main" id="{5C719341-44F2-4267-AC54-1D7E952E6C8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4080000" flipH="1">
                    <a:off x="4735148" y="510816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1878" name="楕円 141877">
                    <a:extLst>
                      <a:ext uri="{FF2B5EF4-FFF2-40B4-BE49-F238E27FC236}">
                        <a16:creationId xmlns:a16="http://schemas.microsoft.com/office/drawing/2014/main" id="{381FE911-DC26-4FA6-8953-DE29405818E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>
                    <a:off x="5378299" y="4680207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grpSp>
                <p:nvGrpSpPr>
                  <p:cNvPr id="141879" name="グループ化 141878">
                    <a:extLst>
                      <a:ext uri="{FF2B5EF4-FFF2-40B4-BE49-F238E27FC236}">
                        <a16:creationId xmlns:a16="http://schemas.microsoft.com/office/drawing/2014/main" id="{64423075-4BF9-47D7-876C-6C046229F006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2608" name="グループ化 142607">
                      <a:extLst>
                        <a:ext uri="{FF2B5EF4-FFF2-40B4-BE49-F238E27FC236}">
                          <a16:creationId xmlns:a16="http://schemas.microsoft.com/office/drawing/2014/main" id="{6831F16A-C28C-48F6-9494-29608096BB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2633" name="直線コネクタ 142632">
                        <a:extLst>
                          <a:ext uri="{FF2B5EF4-FFF2-40B4-BE49-F238E27FC236}">
                            <a16:creationId xmlns:a16="http://schemas.microsoft.com/office/drawing/2014/main" id="{00ED6B17-A120-438D-9C69-71F485F6FF4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34" name="直線コネクタ 142633">
                        <a:extLst>
                          <a:ext uri="{FF2B5EF4-FFF2-40B4-BE49-F238E27FC236}">
                            <a16:creationId xmlns:a16="http://schemas.microsoft.com/office/drawing/2014/main" id="{795EF9D2-C399-45B6-A5CE-44B04B560A7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35" name="直線コネクタ 142634">
                        <a:extLst>
                          <a:ext uri="{FF2B5EF4-FFF2-40B4-BE49-F238E27FC236}">
                            <a16:creationId xmlns:a16="http://schemas.microsoft.com/office/drawing/2014/main" id="{367140C1-486C-4426-918C-0CEB765390F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36" name="直線コネクタ 142635">
                        <a:extLst>
                          <a:ext uri="{FF2B5EF4-FFF2-40B4-BE49-F238E27FC236}">
                            <a16:creationId xmlns:a16="http://schemas.microsoft.com/office/drawing/2014/main" id="{AE8126BF-421A-41CB-A744-96BB374DC87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37" name="直線コネクタ 142636">
                        <a:extLst>
                          <a:ext uri="{FF2B5EF4-FFF2-40B4-BE49-F238E27FC236}">
                            <a16:creationId xmlns:a16="http://schemas.microsoft.com/office/drawing/2014/main" id="{BB957EBD-7D0B-45C6-AF0A-CB30614C20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38" name="直線コネクタ 142637">
                        <a:extLst>
                          <a:ext uri="{FF2B5EF4-FFF2-40B4-BE49-F238E27FC236}">
                            <a16:creationId xmlns:a16="http://schemas.microsoft.com/office/drawing/2014/main" id="{4FC96557-CB2E-44C2-80CA-9216001E96A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39" name="直線コネクタ 142638">
                        <a:extLst>
                          <a:ext uri="{FF2B5EF4-FFF2-40B4-BE49-F238E27FC236}">
                            <a16:creationId xmlns:a16="http://schemas.microsoft.com/office/drawing/2014/main" id="{30673C94-510B-4AF7-9BA3-51BB7A83728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40" name="直線コネクタ 142639">
                        <a:extLst>
                          <a:ext uri="{FF2B5EF4-FFF2-40B4-BE49-F238E27FC236}">
                            <a16:creationId xmlns:a16="http://schemas.microsoft.com/office/drawing/2014/main" id="{B9FAC00A-B149-4DA7-81D9-B5AC57AC375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41" name="直線コネクタ 142640">
                        <a:extLst>
                          <a:ext uri="{FF2B5EF4-FFF2-40B4-BE49-F238E27FC236}">
                            <a16:creationId xmlns:a16="http://schemas.microsoft.com/office/drawing/2014/main" id="{3BBE67FC-7647-45FE-8FDA-3C72E2DBB93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09" name="グループ化 142608">
                      <a:extLst>
                        <a:ext uri="{FF2B5EF4-FFF2-40B4-BE49-F238E27FC236}">
                          <a16:creationId xmlns:a16="http://schemas.microsoft.com/office/drawing/2014/main" id="{B7A9C604-6D29-4DDF-8271-65A300EDB4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630" name="楕円 142629">
                        <a:extLst>
                          <a:ext uri="{FF2B5EF4-FFF2-40B4-BE49-F238E27FC236}">
                            <a16:creationId xmlns:a16="http://schemas.microsoft.com/office/drawing/2014/main" id="{0B009DB0-FE70-4079-89D8-D5BB3E281E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631" name="直線コネクタ 142630">
                        <a:extLst>
                          <a:ext uri="{FF2B5EF4-FFF2-40B4-BE49-F238E27FC236}">
                            <a16:creationId xmlns:a16="http://schemas.microsoft.com/office/drawing/2014/main" id="{43B93682-3AF2-4E6D-B0AA-3D7DC9B5E415}"/>
                          </a:ext>
                        </a:extLst>
                      </p:cNvPr>
                      <p:cNvCxnSpPr>
                        <a:cxnSpLocks/>
                        <a:stCxn id="142630" idx="6"/>
                        <a:endCxn id="14263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32" name="直線コネクタ 142631">
                        <a:extLst>
                          <a:ext uri="{FF2B5EF4-FFF2-40B4-BE49-F238E27FC236}">
                            <a16:creationId xmlns:a16="http://schemas.microsoft.com/office/drawing/2014/main" id="{AAE39B75-D6DD-4C67-8D60-4E3B1ED85437}"/>
                          </a:ext>
                        </a:extLst>
                      </p:cNvPr>
                      <p:cNvCxnSpPr>
                        <a:cxnSpLocks/>
                        <a:stCxn id="142630" idx="4"/>
                        <a:endCxn id="14263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10" name="グループ化 142609">
                      <a:extLst>
                        <a:ext uri="{FF2B5EF4-FFF2-40B4-BE49-F238E27FC236}">
                          <a16:creationId xmlns:a16="http://schemas.microsoft.com/office/drawing/2014/main" id="{DE492E8E-06A4-4D43-9954-3726CBAA56DF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627" name="楕円 142626">
                        <a:extLst>
                          <a:ext uri="{FF2B5EF4-FFF2-40B4-BE49-F238E27FC236}">
                            <a16:creationId xmlns:a16="http://schemas.microsoft.com/office/drawing/2014/main" id="{6D7A86FD-CBB8-4858-8173-EAA90056241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628" name="直線コネクタ 142627">
                        <a:extLst>
                          <a:ext uri="{FF2B5EF4-FFF2-40B4-BE49-F238E27FC236}">
                            <a16:creationId xmlns:a16="http://schemas.microsoft.com/office/drawing/2014/main" id="{F7765D62-8EB9-4C0C-9BFF-113E8E529591}"/>
                          </a:ext>
                        </a:extLst>
                      </p:cNvPr>
                      <p:cNvCxnSpPr>
                        <a:cxnSpLocks/>
                        <a:stCxn id="142627" idx="6"/>
                        <a:endCxn id="14262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29" name="直線コネクタ 142628">
                        <a:extLst>
                          <a:ext uri="{FF2B5EF4-FFF2-40B4-BE49-F238E27FC236}">
                            <a16:creationId xmlns:a16="http://schemas.microsoft.com/office/drawing/2014/main" id="{5C489922-C970-4D62-9A0B-4F4A560AC7E7}"/>
                          </a:ext>
                        </a:extLst>
                      </p:cNvPr>
                      <p:cNvCxnSpPr>
                        <a:cxnSpLocks/>
                        <a:stCxn id="142627" idx="4"/>
                        <a:endCxn id="14262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11" name="グループ化 142610">
                      <a:extLst>
                        <a:ext uri="{FF2B5EF4-FFF2-40B4-BE49-F238E27FC236}">
                          <a16:creationId xmlns:a16="http://schemas.microsoft.com/office/drawing/2014/main" id="{4D3A74C5-D427-4946-A95A-604891152B38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624" name="楕円 142623">
                        <a:extLst>
                          <a:ext uri="{FF2B5EF4-FFF2-40B4-BE49-F238E27FC236}">
                            <a16:creationId xmlns:a16="http://schemas.microsoft.com/office/drawing/2014/main" id="{D4EB159B-E7CF-4680-8C19-640C785B4DF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625" name="直線コネクタ 142624">
                        <a:extLst>
                          <a:ext uri="{FF2B5EF4-FFF2-40B4-BE49-F238E27FC236}">
                            <a16:creationId xmlns:a16="http://schemas.microsoft.com/office/drawing/2014/main" id="{04878CBF-C7E2-4131-BAC9-330B4DE85AB2}"/>
                          </a:ext>
                        </a:extLst>
                      </p:cNvPr>
                      <p:cNvCxnSpPr>
                        <a:cxnSpLocks/>
                        <a:stCxn id="142624" idx="6"/>
                        <a:endCxn id="14262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26" name="直線コネクタ 142625">
                        <a:extLst>
                          <a:ext uri="{FF2B5EF4-FFF2-40B4-BE49-F238E27FC236}">
                            <a16:creationId xmlns:a16="http://schemas.microsoft.com/office/drawing/2014/main" id="{CF57FEAA-D5A2-4883-BF88-68C69A2755E8}"/>
                          </a:ext>
                        </a:extLst>
                      </p:cNvPr>
                      <p:cNvCxnSpPr>
                        <a:cxnSpLocks/>
                        <a:stCxn id="142624" idx="4"/>
                        <a:endCxn id="14262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12" name="グループ化 142611">
                      <a:extLst>
                        <a:ext uri="{FF2B5EF4-FFF2-40B4-BE49-F238E27FC236}">
                          <a16:creationId xmlns:a16="http://schemas.microsoft.com/office/drawing/2014/main" id="{5B98DFDE-01FA-4CD8-9F3F-5E99AA23A734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621" name="楕円 142620">
                        <a:extLst>
                          <a:ext uri="{FF2B5EF4-FFF2-40B4-BE49-F238E27FC236}">
                            <a16:creationId xmlns:a16="http://schemas.microsoft.com/office/drawing/2014/main" id="{04A8539D-2D5F-4A90-B582-1D552D623DC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622" name="直線コネクタ 142621">
                        <a:extLst>
                          <a:ext uri="{FF2B5EF4-FFF2-40B4-BE49-F238E27FC236}">
                            <a16:creationId xmlns:a16="http://schemas.microsoft.com/office/drawing/2014/main" id="{17900E51-08B6-41FC-BB69-DB905019C0A5}"/>
                          </a:ext>
                        </a:extLst>
                      </p:cNvPr>
                      <p:cNvCxnSpPr>
                        <a:cxnSpLocks/>
                        <a:stCxn id="142621" idx="6"/>
                        <a:endCxn id="14262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23" name="直線コネクタ 142622">
                        <a:extLst>
                          <a:ext uri="{FF2B5EF4-FFF2-40B4-BE49-F238E27FC236}">
                            <a16:creationId xmlns:a16="http://schemas.microsoft.com/office/drawing/2014/main" id="{69646A0E-0347-41F0-92FE-CFA68FA3EFF6}"/>
                          </a:ext>
                        </a:extLst>
                      </p:cNvPr>
                      <p:cNvCxnSpPr>
                        <a:cxnSpLocks/>
                        <a:stCxn id="142621" idx="4"/>
                        <a:endCxn id="14262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13" name="グループ化 142612">
                      <a:extLst>
                        <a:ext uri="{FF2B5EF4-FFF2-40B4-BE49-F238E27FC236}">
                          <a16:creationId xmlns:a16="http://schemas.microsoft.com/office/drawing/2014/main" id="{DE1F655D-1312-43AF-B306-661822F21C38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618" name="楕円 142617">
                        <a:extLst>
                          <a:ext uri="{FF2B5EF4-FFF2-40B4-BE49-F238E27FC236}">
                            <a16:creationId xmlns:a16="http://schemas.microsoft.com/office/drawing/2014/main" id="{C3209F23-81F0-4FAD-95C2-EFCA4C91C6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619" name="直線コネクタ 142618">
                        <a:extLst>
                          <a:ext uri="{FF2B5EF4-FFF2-40B4-BE49-F238E27FC236}">
                            <a16:creationId xmlns:a16="http://schemas.microsoft.com/office/drawing/2014/main" id="{29A48B7A-47A9-4903-AF4E-4CF08F7AC488}"/>
                          </a:ext>
                        </a:extLst>
                      </p:cNvPr>
                      <p:cNvCxnSpPr>
                        <a:cxnSpLocks/>
                        <a:stCxn id="142618" idx="6"/>
                        <a:endCxn id="14261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20" name="直線コネクタ 142619">
                        <a:extLst>
                          <a:ext uri="{FF2B5EF4-FFF2-40B4-BE49-F238E27FC236}">
                            <a16:creationId xmlns:a16="http://schemas.microsoft.com/office/drawing/2014/main" id="{4E0C73D5-6C1C-4BA8-94D9-148B0CF1FF34}"/>
                          </a:ext>
                        </a:extLst>
                      </p:cNvPr>
                      <p:cNvCxnSpPr>
                        <a:cxnSpLocks/>
                        <a:stCxn id="142618" idx="4"/>
                        <a:endCxn id="14261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14" name="グループ化 142613">
                      <a:extLst>
                        <a:ext uri="{FF2B5EF4-FFF2-40B4-BE49-F238E27FC236}">
                          <a16:creationId xmlns:a16="http://schemas.microsoft.com/office/drawing/2014/main" id="{77EF9787-F723-43F6-93E3-0B4A558FBFB1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615" name="楕円 142614">
                        <a:extLst>
                          <a:ext uri="{FF2B5EF4-FFF2-40B4-BE49-F238E27FC236}">
                            <a16:creationId xmlns:a16="http://schemas.microsoft.com/office/drawing/2014/main" id="{D23D8765-5D73-4BB9-9508-E2B90C88435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616" name="直線コネクタ 142615">
                        <a:extLst>
                          <a:ext uri="{FF2B5EF4-FFF2-40B4-BE49-F238E27FC236}">
                            <a16:creationId xmlns:a16="http://schemas.microsoft.com/office/drawing/2014/main" id="{B833CBD5-0E96-49E8-9A1F-F30CC549AED5}"/>
                          </a:ext>
                        </a:extLst>
                      </p:cNvPr>
                      <p:cNvCxnSpPr>
                        <a:cxnSpLocks/>
                        <a:stCxn id="142615" idx="6"/>
                        <a:endCxn id="14261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617" name="直線コネクタ 142616">
                        <a:extLst>
                          <a:ext uri="{FF2B5EF4-FFF2-40B4-BE49-F238E27FC236}">
                            <a16:creationId xmlns:a16="http://schemas.microsoft.com/office/drawing/2014/main" id="{7E1F475D-2EF4-4DB8-92C6-FE373767C50C}"/>
                          </a:ext>
                        </a:extLst>
                      </p:cNvPr>
                      <p:cNvCxnSpPr>
                        <a:cxnSpLocks/>
                        <a:stCxn id="142615" idx="4"/>
                        <a:endCxn id="14261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41880" name="グループ化 141879">
                    <a:extLst>
                      <a:ext uri="{FF2B5EF4-FFF2-40B4-BE49-F238E27FC236}">
                        <a16:creationId xmlns:a16="http://schemas.microsoft.com/office/drawing/2014/main" id="{A3E2F751-8703-4222-973D-4C2017F01C90}"/>
                      </a:ext>
                    </a:extLst>
                  </p:cNvPr>
                  <p:cNvGrpSpPr/>
                  <p:nvPr/>
                </p:nvGrpSpPr>
                <p:grpSpPr>
                  <a:xfrm>
                    <a:off x="5634209" y="452689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2553" name="グループ化 142552">
                      <a:extLst>
                        <a:ext uri="{FF2B5EF4-FFF2-40B4-BE49-F238E27FC236}">
                          <a16:creationId xmlns:a16="http://schemas.microsoft.com/office/drawing/2014/main" id="{84414529-30B2-41BA-810F-61715AD9594A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2582" name="グループ化 142581">
                        <a:extLst>
                          <a:ext uri="{FF2B5EF4-FFF2-40B4-BE49-F238E27FC236}">
                            <a16:creationId xmlns:a16="http://schemas.microsoft.com/office/drawing/2014/main" id="{FC1B3569-EB5D-4BDD-94E3-C069D1DBD1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603" name="直線コネクタ 142602">
                          <a:extLst>
                            <a:ext uri="{FF2B5EF4-FFF2-40B4-BE49-F238E27FC236}">
                              <a16:creationId xmlns:a16="http://schemas.microsoft.com/office/drawing/2014/main" id="{63230092-BCD1-4674-B034-05745A32023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04" name="直線コネクタ 142603">
                          <a:extLst>
                            <a:ext uri="{FF2B5EF4-FFF2-40B4-BE49-F238E27FC236}">
                              <a16:creationId xmlns:a16="http://schemas.microsoft.com/office/drawing/2014/main" id="{CB1215A9-BD64-4B38-9327-CF6C734C0E8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05" name="直線コネクタ 142604">
                          <a:extLst>
                            <a:ext uri="{FF2B5EF4-FFF2-40B4-BE49-F238E27FC236}">
                              <a16:creationId xmlns:a16="http://schemas.microsoft.com/office/drawing/2014/main" id="{B22E8B34-1D33-4002-A19D-C84383276C9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06" name="直線コネクタ 142605">
                          <a:extLst>
                            <a:ext uri="{FF2B5EF4-FFF2-40B4-BE49-F238E27FC236}">
                              <a16:creationId xmlns:a16="http://schemas.microsoft.com/office/drawing/2014/main" id="{E48A031B-4EE8-41DF-AECE-9A802D0C6E9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07" name="直線コネクタ 142606">
                          <a:extLst>
                            <a:ext uri="{FF2B5EF4-FFF2-40B4-BE49-F238E27FC236}">
                              <a16:creationId xmlns:a16="http://schemas.microsoft.com/office/drawing/2014/main" id="{87A72254-C0AC-415A-8DA2-8F4BB6F41E7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83" name="グループ化 142582">
                        <a:extLst>
                          <a:ext uri="{FF2B5EF4-FFF2-40B4-BE49-F238E27FC236}">
                            <a16:creationId xmlns:a16="http://schemas.microsoft.com/office/drawing/2014/main" id="{B772E49A-A8A3-45AD-B12A-CFB108907C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600" name="楕円 142599">
                          <a:extLst>
                            <a:ext uri="{FF2B5EF4-FFF2-40B4-BE49-F238E27FC236}">
                              <a16:creationId xmlns:a16="http://schemas.microsoft.com/office/drawing/2014/main" id="{0768E7EA-D511-4519-A52E-8FD4EAAF8AC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601" name="直線コネクタ 142600">
                          <a:extLst>
                            <a:ext uri="{FF2B5EF4-FFF2-40B4-BE49-F238E27FC236}">
                              <a16:creationId xmlns:a16="http://schemas.microsoft.com/office/drawing/2014/main" id="{568F8D45-3623-4378-AC51-E18A52431E25}"/>
                            </a:ext>
                          </a:extLst>
                        </p:cNvPr>
                        <p:cNvCxnSpPr>
                          <a:cxnSpLocks/>
                          <a:stCxn id="142600" idx="6"/>
                          <a:endCxn id="14260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602" name="直線コネクタ 142601">
                          <a:extLst>
                            <a:ext uri="{FF2B5EF4-FFF2-40B4-BE49-F238E27FC236}">
                              <a16:creationId xmlns:a16="http://schemas.microsoft.com/office/drawing/2014/main" id="{AA0B6031-FBBE-4F1C-B643-7A0ED12C70D6}"/>
                            </a:ext>
                          </a:extLst>
                        </p:cNvPr>
                        <p:cNvCxnSpPr>
                          <a:cxnSpLocks/>
                          <a:stCxn id="142600" idx="4"/>
                          <a:endCxn id="14260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84" name="グループ化 142583">
                        <a:extLst>
                          <a:ext uri="{FF2B5EF4-FFF2-40B4-BE49-F238E27FC236}">
                            <a16:creationId xmlns:a16="http://schemas.microsoft.com/office/drawing/2014/main" id="{D03085D8-F674-40D7-89A4-D770B172219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97" name="楕円 142596">
                          <a:extLst>
                            <a:ext uri="{FF2B5EF4-FFF2-40B4-BE49-F238E27FC236}">
                              <a16:creationId xmlns:a16="http://schemas.microsoft.com/office/drawing/2014/main" id="{4BB1A3D4-0BF3-4C33-AD78-29FD0D1301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98" name="直線コネクタ 142597">
                          <a:extLst>
                            <a:ext uri="{FF2B5EF4-FFF2-40B4-BE49-F238E27FC236}">
                              <a16:creationId xmlns:a16="http://schemas.microsoft.com/office/drawing/2014/main" id="{01E69086-49B8-4CFE-87CB-DF80B57CF742}"/>
                            </a:ext>
                          </a:extLst>
                        </p:cNvPr>
                        <p:cNvCxnSpPr>
                          <a:cxnSpLocks/>
                          <a:stCxn id="142597" idx="6"/>
                          <a:endCxn id="14259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99" name="直線コネクタ 142598">
                          <a:extLst>
                            <a:ext uri="{FF2B5EF4-FFF2-40B4-BE49-F238E27FC236}">
                              <a16:creationId xmlns:a16="http://schemas.microsoft.com/office/drawing/2014/main" id="{9EE206C9-D725-49B4-B450-E5A92E3E2095}"/>
                            </a:ext>
                          </a:extLst>
                        </p:cNvPr>
                        <p:cNvCxnSpPr>
                          <a:cxnSpLocks/>
                          <a:stCxn id="142597" idx="4"/>
                          <a:endCxn id="14259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85" name="グループ化 142584">
                        <a:extLst>
                          <a:ext uri="{FF2B5EF4-FFF2-40B4-BE49-F238E27FC236}">
                            <a16:creationId xmlns:a16="http://schemas.microsoft.com/office/drawing/2014/main" id="{C4B603B3-E1C9-4DE5-86E3-3348E8876D0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94" name="楕円 142593">
                          <a:extLst>
                            <a:ext uri="{FF2B5EF4-FFF2-40B4-BE49-F238E27FC236}">
                              <a16:creationId xmlns:a16="http://schemas.microsoft.com/office/drawing/2014/main" id="{DF85AD48-20C4-4C69-A24D-DE18DF0F6D8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95" name="直線コネクタ 142594">
                          <a:extLst>
                            <a:ext uri="{FF2B5EF4-FFF2-40B4-BE49-F238E27FC236}">
                              <a16:creationId xmlns:a16="http://schemas.microsoft.com/office/drawing/2014/main" id="{5966C9AB-428A-4BC9-B2A4-F07B04BC9330}"/>
                            </a:ext>
                          </a:extLst>
                        </p:cNvPr>
                        <p:cNvCxnSpPr>
                          <a:cxnSpLocks/>
                          <a:stCxn id="142594" idx="6"/>
                          <a:endCxn id="14259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96" name="直線コネクタ 142595">
                          <a:extLst>
                            <a:ext uri="{FF2B5EF4-FFF2-40B4-BE49-F238E27FC236}">
                              <a16:creationId xmlns:a16="http://schemas.microsoft.com/office/drawing/2014/main" id="{00FCAEF1-3037-4D26-91D4-78114B03E1E8}"/>
                            </a:ext>
                          </a:extLst>
                        </p:cNvPr>
                        <p:cNvCxnSpPr>
                          <a:cxnSpLocks/>
                          <a:stCxn id="142594" idx="4"/>
                          <a:endCxn id="14259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86" name="グループ化 142585">
                        <a:extLst>
                          <a:ext uri="{FF2B5EF4-FFF2-40B4-BE49-F238E27FC236}">
                            <a16:creationId xmlns:a16="http://schemas.microsoft.com/office/drawing/2014/main" id="{21549EB3-A8D8-4B4A-9BA3-C0E12382F05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91" name="楕円 142590">
                          <a:extLst>
                            <a:ext uri="{FF2B5EF4-FFF2-40B4-BE49-F238E27FC236}">
                              <a16:creationId xmlns:a16="http://schemas.microsoft.com/office/drawing/2014/main" id="{33BDDE35-018C-4BF6-85D9-23F59F9E5AF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92" name="直線コネクタ 142591">
                          <a:extLst>
                            <a:ext uri="{FF2B5EF4-FFF2-40B4-BE49-F238E27FC236}">
                              <a16:creationId xmlns:a16="http://schemas.microsoft.com/office/drawing/2014/main" id="{CBC67EE4-AE59-4533-918A-C8E4C3A932A1}"/>
                            </a:ext>
                          </a:extLst>
                        </p:cNvPr>
                        <p:cNvCxnSpPr>
                          <a:cxnSpLocks/>
                          <a:stCxn id="142591" idx="6"/>
                          <a:endCxn id="14259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93" name="直線コネクタ 142592">
                          <a:extLst>
                            <a:ext uri="{FF2B5EF4-FFF2-40B4-BE49-F238E27FC236}">
                              <a16:creationId xmlns:a16="http://schemas.microsoft.com/office/drawing/2014/main" id="{CDBF7A24-9EA3-4B0A-AA7B-FF1D8C6F3450}"/>
                            </a:ext>
                          </a:extLst>
                        </p:cNvPr>
                        <p:cNvCxnSpPr>
                          <a:cxnSpLocks/>
                          <a:stCxn id="142591" idx="4"/>
                          <a:endCxn id="14259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87" name="グループ化 142586">
                        <a:extLst>
                          <a:ext uri="{FF2B5EF4-FFF2-40B4-BE49-F238E27FC236}">
                            <a16:creationId xmlns:a16="http://schemas.microsoft.com/office/drawing/2014/main" id="{3E083860-D930-4179-9A40-33428058CE5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88" name="楕円 142587">
                          <a:extLst>
                            <a:ext uri="{FF2B5EF4-FFF2-40B4-BE49-F238E27FC236}">
                              <a16:creationId xmlns:a16="http://schemas.microsoft.com/office/drawing/2014/main" id="{92BC01D7-C472-4F67-9714-77F2FE6E633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89" name="直線コネクタ 142588">
                          <a:extLst>
                            <a:ext uri="{FF2B5EF4-FFF2-40B4-BE49-F238E27FC236}">
                              <a16:creationId xmlns:a16="http://schemas.microsoft.com/office/drawing/2014/main" id="{906AFEF5-D847-41D0-B508-C957B6C05C6F}"/>
                            </a:ext>
                          </a:extLst>
                        </p:cNvPr>
                        <p:cNvCxnSpPr>
                          <a:cxnSpLocks/>
                          <a:stCxn id="142588" idx="6"/>
                          <a:endCxn id="14258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90" name="直線コネクタ 142589">
                          <a:extLst>
                            <a:ext uri="{FF2B5EF4-FFF2-40B4-BE49-F238E27FC236}">
                              <a16:creationId xmlns:a16="http://schemas.microsoft.com/office/drawing/2014/main" id="{4E785233-90FB-4A8A-86F4-4A4BC777F095}"/>
                            </a:ext>
                          </a:extLst>
                        </p:cNvPr>
                        <p:cNvCxnSpPr>
                          <a:cxnSpLocks/>
                          <a:stCxn id="142588" idx="4"/>
                          <a:endCxn id="14258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2554" name="楕円 142553">
                      <a:extLst>
                        <a:ext uri="{FF2B5EF4-FFF2-40B4-BE49-F238E27FC236}">
                          <a16:creationId xmlns:a16="http://schemas.microsoft.com/office/drawing/2014/main" id="{AF1E0638-CD0B-403A-947C-746FE348A4B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2555" name="グループ化 142554">
                      <a:extLst>
                        <a:ext uri="{FF2B5EF4-FFF2-40B4-BE49-F238E27FC236}">
                          <a16:creationId xmlns:a16="http://schemas.microsoft.com/office/drawing/2014/main" id="{15323A54-FD29-4E19-9013-FA7A607319B7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2556" name="グループ化 142555">
                        <a:extLst>
                          <a:ext uri="{FF2B5EF4-FFF2-40B4-BE49-F238E27FC236}">
                            <a16:creationId xmlns:a16="http://schemas.microsoft.com/office/drawing/2014/main" id="{0D90C4A9-9B30-4068-B38A-956A71AA31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577" name="直線コネクタ 142576">
                          <a:extLst>
                            <a:ext uri="{FF2B5EF4-FFF2-40B4-BE49-F238E27FC236}">
                              <a16:creationId xmlns:a16="http://schemas.microsoft.com/office/drawing/2014/main" id="{6DC13E36-690D-43B6-B286-09ECBD83110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78" name="直線コネクタ 142577">
                          <a:extLst>
                            <a:ext uri="{FF2B5EF4-FFF2-40B4-BE49-F238E27FC236}">
                              <a16:creationId xmlns:a16="http://schemas.microsoft.com/office/drawing/2014/main" id="{322F1354-2119-4F00-A37C-7C25FD9A6E9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79" name="直線コネクタ 142578">
                          <a:extLst>
                            <a:ext uri="{FF2B5EF4-FFF2-40B4-BE49-F238E27FC236}">
                              <a16:creationId xmlns:a16="http://schemas.microsoft.com/office/drawing/2014/main" id="{1E210774-C495-461D-8FE5-66C642946F9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80" name="直線コネクタ 142579">
                          <a:extLst>
                            <a:ext uri="{FF2B5EF4-FFF2-40B4-BE49-F238E27FC236}">
                              <a16:creationId xmlns:a16="http://schemas.microsoft.com/office/drawing/2014/main" id="{CE0C41AD-43E2-4E31-AB65-C035D9BE63B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81" name="直線コネクタ 142580">
                          <a:extLst>
                            <a:ext uri="{FF2B5EF4-FFF2-40B4-BE49-F238E27FC236}">
                              <a16:creationId xmlns:a16="http://schemas.microsoft.com/office/drawing/2014/main" id="{EFB5994A-C538-4AF4-9F4B-72505A74558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57" name="グループ化 142556">
                        <a:extLst>
                          <a:ext uri="{FF2B5EF4-FFF2-40B4-BE49-F238E27FC236}">
                            <a16:creationId xmlns:a16="http://schemas.microsoft.com/office/drawing/2014/main" id="{CD78C295-E773-4BD3-A832-EE2B423115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74" name="楕円 142573">
                          <a:extLst>
                            <a:ext uri="{FF2B5EF4-FFF2-40B4-BE49-F238E27FC236}">
                              <a16:creationId xmlns:a16="http://schemas.microsoft.com/office/drawing/2014/main" id="{0B65F97A-003C-4816-9711-270EBDD1380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75" name="直線コネクタ 142574">
                          <a:extLst>
                            <a:ext uri="{FF2B5EF4-FFF2-40B4-BE49-F238E27FC236}">
                              <a16:creationId xmlns:a16="http://schemas.microsoft.com/office/drawing/2014/main" id="{765F51E1-33FC-494B-9505-2290FD834429}"/>
                            </a:ext>
                          </a:extLst>
                        </p:cNvPr>
                        <p:cNvCxnSpPr>
                          <a:cxnSpLocks/>
                          <a:stCxn id="142574" idx="6"/>
                          <a:endCxn id="14257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76" name="直線コネクタ 142575">
                          <a:extLst>
                            <a:ext uri="{FF2B5EF4-FFF2-40B4-BE49-F238E27FC236}">
                              <a16:creationId xmlns:a16="http://schemas.microsoft.com/office/drawing/2014/main" id="{22154C1A-C1B2-450E-B498-514A0E08FD5B}"/>
                            </a:ext>
                          </a:extLst>
                        </p:cNvPr>
                        <p:cNvCxnSpPr>
                          <a:cxnSpLocks/>
                          <a:stCxn id="142574" idx="4"/>
                          <a:endCxn id="14257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58" name="グループ化 142557">
                        <a:extLst>
                          <a:ext uri="{FF2B5EF4-FFF2-40B4-BE49-F238E27FC236}">
                            <a16:creationId xmlns:a16="http://schemas.microsoft.com/office/drawing/2014/main" id="{C6BE9ABE-1FDF-47EE-B657-98700379D48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71" name="楕円 142570">
                          <a:extLst>
                            <a:ext uri="{FF2B5EF4-FFF2-40B4-BE49-F238E27FC236}">
                              <a16:creationId xmlns:a16="http://schemas.microsoft.com/office/drawing/2014/main" id="{93F5BF22-CA26-414D-A8CB-2A4CBCCF2D8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72" name="直線コネクタ 142571">
                          <a:extLst>
                            <a:ext uri="{FF2B5EF4-FFF2-40B4-BE49-F238E27FC236}">
                              <a16:creationId xmlns:a16="http://schemas.microsoft.com/office/drawing/2014/main" id="{5B3D7A1A-226D-4E46-A225-B5EC4B3B17C6}"/>
                            </a:ext>
                          </a:extLst>
                        </p:cNvPr>
                        <p:cNvCxnSpPr>
                          <a:cxnSpLocks/>
                          <a:stCxn id="142571" idx="6"/>
                          <a:endCxn id="14257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73" name="直線コネクタ 142572">
                          <a:extLst>
                            <a:ext uri="{FF2B5EF4-FFF2-40B4-BE49-F238E27FC236}">
                              <a16:creationId xmlns:a16="http://schemas.microsoft.com/office/drawing/2014/main" id="{D7318994-AB22-4F0B-9566-715E17C909CB}"/>
                            </a:ext>
                          </a:extLst>
                        </p:cNvPr>
                        <p:cNvCxnSpPr>
                          <a:cxnSpLocks/>
                          <a:stCxn id="142571" idx="4"/>
                          <a:endCxn id="14257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59" name="グループ化 142558">
                        <a:extLst>
                          <a:ext uri="{FF2B5EF4-FFF2-40B4-BE49-F238E27FC236}">
                            <a16:creationId xmlns:a16="http://schemas.microsoft.com/office/drawing/2014/main" id="{D18D736C-14E4-4842-A2CB-18A6644A80D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68" name="楕円 142567">
                          <a:extLst>
                            <a:ext uri="{FF2B5EF4-FFF2-40B4-BE49-F238E27FC236}">
                              <a16:creationId xmlns:a16="http://schemas.microsoft.com/office/drawing/2014/main" id="{65A54282-3F9C-4727-B78C-A6028473617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69" name="直線コネクタ 142568">
                          <a:extLst>
                            <a:ext uri="{FF2B5EF4-FFF2-40B4-BE49-F238E27FC236}">
                              <a16:creationId xmlns:a16="http://schemas.microsoft.com/office/drawing/2014/main" id="{3E894B95-738D-4A0B-96B5-566D65F17762}"/>
                            </a:ext>
                          </a:extLst>
                        </p:cNvPr>
                        <p:cNvCxnSpPr>
                          <a:cxnSpLocks/>
                          <a:stCxn id="142568" idx="6"/>
                          <a:endCxn id="14256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70" name="直線コネクタ 142569">
                          <a:extLst>
                            <a:ext uri="{FF2B5EF4-FFF2-40B4-BE49-F238E27FC236}">
                              <a16:creationId xmlns:a16="http://schemas.microsoft.com/office/drawing/2014/main" id="{885831BF-7348-4DC9-B2DA-7319143D960D}"/>
                            </a:ext>
                          </a:extLst>
                        </p:cNvPr>
                        <p:cNvCxnSpPr>
                          <a:cxnSpLocks/>
                          <a:stCxn id="142568" idx="4"/>
                          <a:endCxn id="14256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60" name="グループ化 142559">
                        <a:extLst>
                          <a:ext uri="{FF2B5EF4-FFF2-40B4-BE49-F238E27FC236}">
                            <a16:creationId xmlns:a16="http://schemas.microsoft.com/office/drawing/2014/main" id="{24A93553-71C8-43A5-BFAB-528FCFB4765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65" name="楕円 142564">
                          <a:extLst>
                            <a:ext uri="{FF2B5EF4-FFF2-40B4-BE49-F238E27FC236}">
                              <a16:creationId xmlns:a16="http://schemas.microsoft.com/office/drawing/2014/main" id="{0E299565-D8C4-432B-8961-6E03B989892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66" name="直線コネクタ 142565">
                          <a:extLst>
                            <a:ext uri="{FF2B5EF4-FFF2-40B4-BE49-F238E27FC236}">
                              <a16:creationId xmlns:a16="http://schemas.microsoft.com/office/drawing/2014/main" id="{D43FA72E-9DF2-420F-A711-6C79570BE8C9}"/>
                            </a:ext>
                          </a:extLst>
                        </p:cNvPr>
                        <p:cNvCxnSpPr>
                          <a:cxnSpLocks/>
                          <a:stCxn id="142565" idx="6"/>
                          <a:endCxn id="14256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67" name="直線コネクタ 142566">
                          <a:extLst>
                            <a:ext uri="{FF2B5EF4-FFF2-40B4-BE49-F238E27FC236}">
                              <a16:creationId xmlns:a16="http://schemas.microsoft.com/office/drawing/2014/main" id="{A1475E47-191A-4AB6-96D6-A497AB80569D}"/>
                            </a:ext>
                          </a:extLst>
                        </p:cNvPr>
                        <p:cNvCxnSpPr>
                          <a:cxnSpLocks/>
                          <a:stCxn id="142565" idx="4"/>
                          <a:endCxn id="14256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561" name="グループ化 142560">
                        <a:extLst>
                          <a:ext uri="{FF2B5EF4-FFF2-40B4-BE49-F238E27FC236}">
                            <a16:creationId xmlns:a16="http://schemas.microsoft.com/office/drawing/2014/main" id="{314DE2CD-32CA-47DA-9022-92922977F77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62" name="楕円 142561">
                          <a:extLst>
                            <a:ext uri="{FF2B5EF4-FFF2-40B4-BE49-F238E27FC236}">
                              <a16:creationId xmlns:a16="http://schemas.microsoft.com/office/drawing/2014/main" id="{4A789E4C-6801-468E-BBCE-607A27E67F9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63" name="直線コネクタ 142562">
                          <a:extLst>
                            <a:ext uri="{FF2B5EF4-FFF2-40B4-BE49-F238E27FC236}">
                              <a16:creationId xmlns:a16="http://schemas.microsoft.com/office/drawing/2014/main" id="{FE90F813-8936-44F9-8DCB-96C026B3A8ED}"/>
                            </a:ext>
                          </a:extLst>
                        </p:cNvPr>
                        <p:cNvCxnSpPr>
                          <a:cxnSpLocks/>
                          <a:stCxn id="142562" idx="6"/>
                          <a:endCxn id="14256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64" name="直線コネクタ 142563">
                          <a:extLst>
                            <a:ext uri="{FF2B5EF4-FFF2-40B4-BE49-F238E27FC236}">
                              <a16:creationId xmlns:a16="http://schemas.microsoft.com/office/drawing/2014/main" id="{8B4A5781-5C1B-4D4D-970A-51CD1B25DDDE}"/>
                            </a:ext>
                          </a:extLst>
                        </p:cNvPr>
                        <p:cNvCxnSpPr>
                          <a:cxnSpLocks/>
                          <a:stCxn id="142562" idx="4"/>
                          <a:endCxn id="14256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41881" name="グループ化 141880">
                    <a:extLst>
                      <a:ext uri="{FF2B5EF4-FFF2-40B4-BE49-F238E27FC236}">
                        <a16:creationId xmlns:a16="http://schemas.microsoft.com/office/drawing/2014/main" id="{7132612D-0E93-4B9C-9C08-3A188669EE69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2519" name="グループ化 142518">
                      <a:extLst>
                        <a:ext uri="{FF2B5EF4-FFF2-40B4-BE49-F238E27FC236}">
                          <a16:creationId xmlns:a16="http://schemas.microsoft.com/office/drawing/2014/main" id="{FBCEF7CC-9C51-4534-85F4-BA22D8FF8C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2544" name="直線コネクタ 142543">
                        <a:extLst>
                          <a:ext uri="{FF2B5EF4-FFF2-40B4-BE49-F238E27FC236}">
                            <a16:creationId xmlns:a16="http://schemas.microsoft.com/office/drawing/2014/main" id="{C8D673BF-2C2A-4A19-A677-42A7D42978F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45" name="直線コネクタ 142544">
                        <a:extLst>
                          <a:ext uri="{FF2B5EF4-FFF2-40B4-BE49-F238E27FC236}">
                            <a16:creationId xmlns:a16="http://schemas.microsoft.com/office/drawing/2014/main" id="{13A5768F-DDC7-4783-8C26-BCDDF95EC75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46" name="直線コネクタ 142545">
                        <a:extLst>
                          <a:ext uri="{FF2B5EF4-FFF2-40B4-BE49-F238E27FC236}">
                            <a16:creationId xmlns:a16="http://schemas.microsoft.com/office/drawing/2014/main" id="{EBCA1CD1-6C27-458F-8DCC-7C40789A3D5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47" name="直線コネクタ 142546">
                        <a:extLst>
                          <a:ext uri="{FF2B5EF4-FFF2-40B4-BE49-F238E27FC236}">
                            <a16:creationId xmlns:a16="http://schemas.microsoft.com/office/drawing/2014/main" id="{72B7ED79-181D-4567-ACC6-56FE3924D3B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48" name="直線コネクタ 142547">
                        <a:extLst>
                          <a:ext uri="{FF2B5EF4-FFF2-40B4-BE49-F238E27FC236}">
                            <a16:creationId xmlns:a16="http://schemas.microsoft.com/office/drawing/2014/main" id="{289F6BF0-F921-41CB-90E5-664AE0D5743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49" name="直線コネクタ 142548">
                        <a:extLst>
                          <a:ext uri="{FF2B5EF4-FFF2-40B4-BE49-F238E27FC236}">
                            <a16:creationId xmlns:a16="http://schemas.microsoft.com/office/drawing/2014/main" id="{919E8CBD-6CBD-413A-8D8B-08EE2D9BA8E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50" name="直線コネクタ 142549">
                        <a:extLst>
                          <a:ext uri="{FF2B5EF4-FFF2-40B4-BE49-F238E27FC236}">
                            <a16:creationId xmlns:a16="http://schemas.microsoft.com/office/drawing/2014/main" id="{ECFD57C5-9A8B-4800-BFE5-80C6624FC15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51" name="直線コネクタ 142550">
                        <a:extLst>
                          <a:ext uri="{FF2B5EF4-FFF2-40B4-BE49-F238E27FC236}">
                            <a16:creationId xmlns:a16="http://schemas.microsoft.com/office/drawing/2014/main" id="{E3657ED6-01F0-445A-AE0B-A69D447812D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52" name="直線コネクタ 142551">
                        <a:extLst>
                          <a:ext uri="{FF2B5EF4-FFF2-40B4-BE49-F238E27FC236}">
                            <a16:creationId xmlns:a16="http://schemas.microsoft.com/office/drawing/2014/main" id="{59EBD15D-38A1-4F4A-9253-7D0892AEA7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20" name="グループ化 142519">
                      <a:extLst>
                        <a:ext uri="{FF2B5EF4-FFF2-40B4-BE49-F238E27FC236}">
                          <a16:creationId xmlns:a16="http://schemas.microsoft.com/office/drawing/2014/main" id="{3B931039-2DEC-4DD6-A9C9-5DF2EA3B7E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541" name="楕円 142540">
                        <a:extLst>
                          <a:ext uri="{FF2B5EF4-FFF2-40B4-BE49-F238E27FC236}">
                            <a16:creationId xmlns:a16="http://schemas.microsoft.com/office/drawing/2014/main" id="{EB01B8B1-0F12-4FC4-B61D-280390AF11E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542" name="直線コネクタ 142541">
                        <a:extLst>
                          <a:ext uri="{FF2B5EF4-FFF2-40B4-BE49-F238E27FC236}">
                            <a16:creationId xmlns:a16="http://schemas.microsoft.com/office/drawing/2014/main" id="{BF4FFD82-F10F-49AF-B578-77ED6600D3BA}"/>
                          </a:ext>
                        </a:extLst>
                      </p:cNvPr>
                      <p:cNvCxnSpPr>
                        <a:cxnSpLocks/>
                        <a:stCxn id="142541" idx="6"/>
                        <a:endCxn id="14254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43" name="直線コネクタ 142542">
                        <a:extLst>
                          <a:ext uri="{FF2B5EF4-FFF2-40B4-BE49-F238E27FC236}">
                            <a16:creationId xmlns:a16="http://schemas.microsoft.com/office/drawing/2014/main" id="{E8DF6D41-041B-45BA-AA72-7D5F9E523DB9}"/>
                          </a:ext>
                        </a:extLst>
                      </p:cNvPr>
                      <p:cNvCxnSpPr>
                        <a:cxnSpLocks/>
                        <a:stCxn id="142541" idx="4"/>
                        <a:endCxn id="14254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21" name="グループ化 142520">
                      <a:extLst>
                        <a:ext uri="{FF2B5EF4-FFF2-40B4-BE49-F238E27FC236}">
                          <a16:creationId xmlns:a16="http://schemas.microsoft.com/office/drawing/2014/main" id="{1B25F132-C981-4DCC-A67C-83CA2FCB5553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538" name="楕円 142537">
                        <a:extLst>
                          <a:ext uri="{FF2B5EF4-FFF2-40B4-BE49-F238E27FC236}">
                            <a16:creationId xmlns:a16="http://schemas.microsoft.com/office/drawing/2014/main" id="{4AF5818E-4A29-4983-B685-2FA0845053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539" name="直線コネクタ 142538">
                        <a:extLst>
                          <a:ext uri="{FF2B5EF4-FFF2-40B4-BE49-F238E27FC236}">
                            <a16:creationId xmlns:a16="http://schemas.microsoft.com/office/drawing/2014/main" id="{178BDBDC-B816-42E3-9450-B4319CE31590}"/>
                          </a:ext>
                        </a:extLst>
                      </p:cNvPr>
                      <p:cNvCxnSpPr>
                        <a:cxnSpLocks/>
                        <a:stCxn id="142538" idx="6"/>
                        <a:endCxn id="14253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40" name="直線コネクタ 142539">
                        <a:extLst>
                          <a:ext uri="{FF2B5EF4-FFF2-40B4-BE49-F238E27FC236}">
                            <a16:creationId xmlns:a16="http://schemas.microsoft.com/office/drawing/2014/main" id="{AD29132B-75C7-4BB1-8C73-CA1616E50065}"/>
                          </a:ext>
                        </a:extLst>
                      </p:cNvPr>
                      <p:cNvCxnSpPr>
                        <a:cxnSpLocks/>
                        <a:stCxn id="142538" idx="4"/>
                        <a:endCxn id="14253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22" name="グループ化 142521">
                      <a:extLst>
                        <a:ext uri="{FF2B5EF4-FFF2-40B4-BE49-F238E27FC236}">
                          <a16:creationId xmlns:a16="http://schemas.microsoft.com/office/drawing/2014/main" id="{B0628FF4-94A0-43B7-A0C5-A62CC87DCF3B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535" name="楕円 142534">
                        <a:extLst>
                          <a:ext uri="{FF2B5EF4-FFF2-40B4-BE49-F238E27FC236}">
                            <a16:creationId xmlns:a16="http://schemas.microsoft.com/office/drawing/2014/main" id="{0518EBF5-FBBB-4231-B5B8-B6C3EFC943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536" name="直線コネクタ 142535">
                        <a:extLst>
                          <a:ext uri="{FF2B5EF4-FFF2-40B4-BE49-F238E27FC236}">
                            <a16:creationId xmlns:a16="http://schemas.microsoft.com/office/drawing/2014/main" id="{ACF37AB7-DA53-4FCD-BC23-1B747545FF56}"/>
                          </a:ext>
                        </a:extLst>
                      </p:cNvPr>
                      <p:cNvCxnSpPr>
                        <a:cxnSpLocks/>
                        <a:stCxn id="142535" idx="6"/>
                        <a:endCxn id="14253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37" name="直線コネクタ 142536">
                        <a:extLst>
                          <a:ext uri="{FF2B5EF4-FFF2-40B4-BE49-F238E27FC236}">
                            <a16:creationId xmlns:a16="http://schemas.microsoft.com/office/drawing/2014/main" id="{37ED4E14-6934-44D9-A0AB-CEEBADB2ECB7}"/>
                          </a:ext>
                        </a:extLst>
                      </p:cNvPr>
                      <p:cNvCxnSpPr>
                        <a:cxnSpLocks/>
                        <a:stCxn id="142535" idx="4"/>
                        <a:endCxn id="14253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23" name="グループ化 142522">
                      <a:extLst>
                        <a:ext uri="{FF2B5EF4-FFF2-40B4-BE49-F238E27FC236}">
                          <a16:creationId xmlns:a16="http://schemas.microsoft.com/office/drawing/2014/main" id="{3A231FAC-F0B7-49D7-9B67-66ED6298F6AC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532" name="楕円 142531">
                        <a:extLst>
                          <a:ext uri="{FF2B5EF4-FFF2-40B4-BE49-F238E27FC236}">
                            <a16:creationId xmlns:a16="http://schemas.microsoft.com/office/drawing/2014/main" id="{531BC4CB-5BE3-4816-8C07-FF3639102F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533" name="直線コネクタ 142532">
                        <a:extLst>
                          <a:ext uri="{FF2B5EF4-FFF2-40B4-BE49-F238E27FC236}">
                            <a16:creationId xmlns:a16="http://schemas.microsoft.com/office/drawing/2014/main" id="{746C9B42-AB6B-4D7A-B63B-63C32B1D80E4}"/>
                          </a:ext>
                        </a:extLst>
                      </p:cNvPr>
                      <p:cNvCxnSpPr>
                        <a:cxnSpLocks/>
                        <a:stCxn id="142532" idx="6"/>
                        <a:endCxn id="14253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34" name="直線コネクタ 142533">
                        <a:extLst>
                          <a:ext uri="{FF2B5EF4-FFF2-40B4-BE49-F238E27FC236}">
                            <a16:creationId xmlns:a16="http://schemas.microsoft.com/office/drawing/2014/main" id="{F5C19453-5E49-483B-9870-2EA9F4FB476E}"/>
                          </a:ext>
                        </a:extLst>
                      </p:cNvPr>
                      <p:cNvCxnSpPr>
                        <a:cxnSpLocks/>
                        <a:stCxn id="142532" idx="4"/>
                        <a:endCxn id="14253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24" name="グループ化 142523">
                      <a:extLst>
                        <a:ext uri="{FF2B5EF4-FFF2-40B4-BE49-F238E27FC236}">
                          <a16:creationId xmlns:a16="http://schemas.microsoft.com/office/drawing/2014/main" id="{92A3A623-88CD-4714-BE30-980663CBAB8D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529" name="楕円 142528">
                        <a:extLst>
                          <a:ext uri="{FF2B5EF4-FFF2-40B4-BE49-F238E27FC236}">
                            <a16:creationId xmlns:a16="http://schemas.microsoft.com/office/drawing/2014/main" id="{F5588B9D-FE67-4934-A570-46C32CB8D01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530" name="直線コネクタ 142529">
                        <a:extLst>
                          <a:ext uri="{FF2B5EF4-FFF2-40B4-BE49-F238E27FC236}">
                            <a16:creationId xmlns:a16="http://schemas.microsoft.com/office/drawing/2014/main" id="{99931EB1-C662-4829-A69B-A1102D93754C}"/>
                          </a:ext>
                        </a:extLst>
                      </p:cNvPr>
                      <p:cNvCxnSpPr>
                        <a:cxnSpLocks/>
                        <a:stCxn id="142529" idx="6"/>
                        <a:endCxn id="14252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31" name="直線コネクタ 142530">
                        <a:extLst>
                          <a:ext uri="{FF2B5EF4-FFF2-40B4-BE49-F238E27FC236}">
                            <a16:creationId xmlns:a16="http://schemas.microsoft.com/office/drawing/2014/main" id="{F3D5B2F8-59B6-484F-95A3-24FAC5D16639}"/>
                          </a:ext>
                        </a:extLst>
                      </p:cNvPr>
                      <p:cNvCxnSpPr>
                        <a:cxnSpLocks/>
                        <a:stCxn id="142529" idx="4"/>
                        <a:endCxn id="14252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25" name="グループ化 142524">
                      <a:extLst>
                        <a:ext uri="{FF2B5EF4-FFF2-40B4-BE49-F238E27FC236}">
                          <a16:creationId xmlns:a16="http://schemas.microsoft.com/office/drawing/2014/main" id="{BC65C798-5D49-4BFF-9F6B-1B6461A5F5FA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526" name="楕円 142525">
                        <a:extLst>
                          <a:ext uri="{FF2B5EF4-FFF2-40B4-BE49-F238E27FC236}">
                            <a16:creationId xmlns:a16="http://schemas.microsoft.com/office/drawing/2014/main" id="{45DE73AF-247E-4A9C-B12B-B92F19D863A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527" name="直線コネクタ 142526">
                        <a:extLst>
                          <a:ext uri="{FF2B5EF4-FFF2-40B4-BE49-F238E27FC236}">
                            <a16:creationId xmlns:a16="http://schemas.microsoft.com/office/drawing/2014/main" id="{8E0C499A-F23C-4885-8A26-A97A4F85B0B8}"/>
                          </a:ext>
                        </a:extLst>
                      </p:cNvPr>
                      <p:cNvCxnSpPr>
                        <a:cxnSpLocks/>
                        <a:stCxn id="142526" idx="6"/>
                        <a:endCxn id="14252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528" name="直線コネクタ 142527">
                        <a:extLst>
                          <a:ext uri="{FF2B5EF4-FFF2-40B4-BE49-F238E27FC236}">
                            <a16:creationId xmlns:a16="http://schemas.microsoft.com/office/drawing/2014/main" id="{8274B8AC-BD01-4BFA-BD8E-35C6A0479C62}"/>
                          </a:ext>
                        </a:extLst>
                      </p:cNvPr>
                      <p:cNvCxnSpPr>
                        <a:cxnSpLocks/>
                        <a:stCxn id="142526" idx="4"/>
                        <a:endCxn id="14252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41882" name="グループ化 141881">
                    <a:extLst>
                      <a:ext uri="{FF2B5EF4-FFF2-40B4-BE49-F238E27FC236}">
                        <a16:creationId xmlns:a16="http://schemas.microsoft.com/office/drawing/2014/main" id="{0A198843-E71C-48A4-AAB3-EAC29E7D56CB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090766" y="4988129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2464" name="グループ化 142463">
                      <a:extLst>
                        <a:ext uri="{FF2B5EF4-FFF2-40B4-BE49-F238E27FC236}">
                          <a16:creationId xmlns:a16="http://schemas.microsoft.com/office/drawing/2014/main" id="{8DCD2044-A1D9-4EEC-B947-80B783C6D368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2493" name="グループ化 142492">
                        <a:extLst>
                          <a:ext uri="{FF2B5EF4-FFF2-40B4-BE49-F238E27FC236}">
                            <a16:creationId xmlns:a16="http://schemas.microsoft.com/office/drawing/2014/main" id="{DDDD2CAB-4848-40F1-95CA-75D5161D342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514" name="直線コネクタ 142513">
                          <a:extLst>
                            <a:ext uri="{FF2B5EF4-FFF2-40B4-BE49-F238E27FC236}">
                              <a16:creationId xmlns:a16="http://schemas.microsoft.com/office/drawing/2014/main" id="{4D184CD7-5D6E-4BD0-81BD-D92F060A23E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15" name="直線コネクタ 142514">
                          <a:extLst>
                            <a:ext uri="{FF2B5EF4-FFF2-40B4-BE49-F238E27FC236}">
                              <a16:creationId xmlns:a16="http://schemas.microsoft.com/office/drawing/2014/main" id="{F50B0532-A269-4010-967F-B4FBE7AE3A9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16" name="直線コネクタ 142515">
                          <a:extLst>
                            <a:ext uri="{FF2B5EF4-FFF2-40B4-BE49-F238E27FC236}">
                              <a16:creationId xmlns:a16="http://schemas.microsoft.com/office/drawing/2014/main" id="{9993BB91-1CFF-4E51-BF37-2B1C733303F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17" name="直線コネクタ 142516">
                          <a:extLst>
                            <a:ext uri="{FF2B5EF4-FFF2-40B4-BE49-F238E27FC236}">
                              <a16:creationId xmlns:a16="http://schemas.microsoft.com/office/drawing/2014/main" id="{8545580E-6F54-4D4F-8C46-B50BCFFFC69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18" name="直線コネクタ 142517">
                          <a:extLst>
                            <a:ext uri="{FF2B5EF4-FFF2-40B4-BE49-F238E27FC236}">
                              <a16:creationId xmlns:a16="http://schemas.microsoft.com/office/drawing/2014/main" id="{683776EF-77ED-47E8-AF5A-3C57826062F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94" name="グループ化 142493">
                        <a:extLst>
                          <a:ext uri="{FF2B5EF4-FFF2-40B4-BE49-F238E27FC236}">
                            <a16:creationId xmlns:a16="http://schemas.microsoft.com/office/drawing/2014/main" id="{43EEF9AD-3883-4F9B-B2DD-CB6459D4B4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11" name="楕円 142510">
                          <a:extLst>
                            <a:ext uri="{FF2B5EF4-FFF2-40B4-BE49-F238E27FC236}">
                              <a16:creationId xmlns:a16="http://schemas.microsoft.com/office/drawing/2014/main" id="{6C86467E-2716-4196-8E6C-CB55B87EEC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12" name="直線コネクタ 142511">
                          <a:extLst>
                            <a:ext uri="{FF2B5EF4-FFF2-40B4-BE49-F238E27FC236}">
                              <a16:creationId xmlns:a16="http://schemas.microsoft.com/office/drawing/2014/main" id="{7109A163-2F3E-46CF-BEAA-177502E8A719}"/>
                            </a:ext>
                          </a:extLst>
                        </p:cNvPr>
                        <p:cNvCxnSpPr>
                          <a:cxnSpLocks/>
                          <a:stCxn id="142511" idx="6"/>
                          <a:endCxn id="14251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13" name="直線コネクタ 142512">
                          <a:extLst>
                            <a:ext uri="{FF2B5EF4-FFF2-40B4-BE49-F238E27FC236}">
                              <a16:creationId xmlns:a16="http://schemas.microsoft.com/office/drawing/2014/main" id="{47FB67B9-C733-42D7-A3C6-45BE32455F60}"/>
                            </a:ext>
                          </a:extLst>
                        </p:cNvPr>
                        <p:cNvCxnSpPr>
                          <a:cxnSpLocks/>
                          <a:stCxn id="142511" idx="4"/>
                          <a:endCxn id="14251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95" name="グループ化 142494">
                        <a:extLst>
                          <a:ext uri="{FF2B5EF4-FFF2-40B4-BE49-F238E27FC236}">
                            <a16:creationId xmlns:a16="http://schemas.microsoft.com/office/drawing/2014/main" id="{64ADC96F-BE3D-4FDC-AFB8-75B8F067562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08" name="楕円 142507">
                          <a:extLst>
                            <a:ext uri="{FF2B5EF4-FFF2-40B4-BE49-F238E27FC236}">
                              <a16:creationId xmlns:a16="http://schemas.microsoft.com/office/drawing/2014/main" id="{185D294B-8D58-418E-A48D-47E68CA6B69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09" name="直線コネクタ 142508">
                          <a:extLst>
                            <a:ext uri="{FF2B5EF4-FFF2-40B4-BE49-F238E27FC236}">
                              <a16:creationId xmlns:a16="http://schemas.microsoft.com/office/drawing/2014/main" id="{E5620EEE-ECC7-40EC-984E-0CD45598BE90}"/>
                            </a:ext>
                          </a:extLst>
                        </p:cNvPr>
                        <p:cNvCxnSpPr>
                          <a:cxnSpLocks/>
                          <a:stCxn id="142508" idx="6"/>
                          <a:endCxn id="14250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10" name="直線コネクタ 142509">
                          <a:extLst>
                            <a:ext uri="{FF2B5EF4-FFF2-40B4-BE49-F238E27FC236}">
                              <a16:creationId xmlns:a16="http://schemas.microsoft.com/office/drawing/2014/main" id="{6400F812-4FBC-48C1-8A89-6E4DF131162D}"/>
                            </a:ext>
                          </a:extLst>
                        </p:cNvPr>
                        <p:cNvCxnSpPr>
                          <a:cxnSpLocks/>
                          <a:stCxn id="142508" idx="4"/>
                          <a:endCxn id="14250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96" name="グループ化 142495">
                        <a:extLst>
                          <a:ext uri="{FF2B5EF4-FFF2-40B4-BE49-F238E27FC236}">
                            <a16:creationId xmlns:a16="http://schemas.microsoft.com/office/drawing/2014/main" id="{AC62AAC1-AB5F-4289-8DE3-F4316706B6F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05" name="楕円 142504">
                          <a:extLst>
                            <a:ext uri="{FF2B5EF4-FFF2-40B4-BE49-F238E27FC236}">
                              <a16:creationId xmlns:a16="http://schemas.microsoft.com/office/drawing/2014/main" id="{F110E1A9-72B7-49C0-A694-F9AEB3B8EEF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06" name="直線コネクタ 142505">
                          <a:extLst>
                            <a:ext uri="{FF2B5EF4-FFF2-40B4-BE49-F238E27FC236}">
                              <a16:creationId xmlns:a16="http://schemas.microsoft.com/office/drawing/2014/main" id="{401169A2-A50D-4D3C-8555-9DE6AEBDBEA5}"/>
                            </a:ext>
                          </a:extLst>
                        </p:cNvPr>
                        <p:cNvCxnSpPr>
                          <a:cxnSpLocks/>
                          <a:stCxn id="142505" idx="6"/>
                          <a:endCxn id="14250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07" name="直線コネクタ 142506">
                          <a:extLst>
                            <a:ext uri="{FF2B5EF4-FFF2-40B4-BE49-F238E27FC236}">
                              <a16:creationId xmlns:a16="http://schemas.microsoft.com/office/drawing/2014/main" id="{37AEE859-6AE0-4628-80B8-5F05A1CD0683}"/>
                            </a:ext>
                          </a:extLst>
                        </p:cNvPr>
                        <p:cNvCxnSpPr>
                          <a:cxnSpLocks/>
                          <a:stCxn id="142505" idx="4"/>
                          <a:endCxn id="14250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97" name="グループ化 142496">
                        <a:extLst>
                          <a:ext uri="{FF2B5EF4-FFF2-40B4-BE49-F238E27FC236}">
                            <a16:creationId xmlns:a16="http://schemas.microsoft.com/office/drawing/2014/main" id="{0436B67E-35E1-4900-BA18-91142A8255C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502" name="楕円 142501">
                          <a:extLst>
                            <a:ext uri="{FF2B5EF4-FFF2-40B4-BE49-F238E27FC236}">
                              <a16:creationId xmlns:a16="http://schemas.microsoft.com/office/drawing/2014/main" id="{BA70C578-8814-44C9-9D71-13936407C5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03" name="直線コネクタ 142502">
                          <a:extLst>
                            <a:ext uri="{FF2B5EF4-FFF2-40B4-BE49-F238E27FC236}">
                              <a16:creationId xmlns:a16="http://schemas.microsoft.com/office/drawing/2014/main" id="{8EC21820-71D7-4830-BA61-2A80355132C1}"/>
                            </a:ext>
                          </a:extLst>
                        </p:cNvPr>
                        <p:cNvCxnSpPr>
                          <a:cxnSpLocks/>
                          <a:stCxn id="142502" idx="6"/>
                          <a:endCxn id="14250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04" name="直線コネクタ 142503">
                          <a:extLst>
                            <a:ext uri="{FF2B5EF4-FFF2-40B4-BE49-F238E27FC236}">
                              <a16:creationId xmlns:a16="http://schemas.microsoft.com/office/drawing/2014/main" id="{8FF15EFB-32A3-46C6-B13C-A9FF5D3C2DB7}"/>
                            </a:ext>
                          </a:extLst>
                        </p:cNvPr>
                        <p:cNvCxnSpPr>
                          <a:cxnSpLocks/>
                          <a:stCxn id="142502" idx="4"/>
                          <a:endCxn id="14250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98" name="グループ化 142497">
                        <a:extLst>
                          <a:ext uri="{FF2B5EF4-FFF2-40B4-BE49-F238E27FC236}">
                            <a16:creationId xmlns:a16="http://schemas.microsoft.com/office/drawing/2014/main" id="{8279CE96-0540-41E1-88EB-330B65B00A1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99" name="楕円 142498">
                          <a:extLst>
                            <a:ext uri="{FF2B5EF4-FFF2-40B4-BE49-F238E27FC236}">
                              <a16:creationId xmlns:a16="http://schemas.microsoft.com/office/drawing/2014/main" id="{74F73ACC-0F63-4491-9636-DBA29A50FE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500" name="直線コネクタ 142499">
                          <a:extLst>
                            <a:ext uri="{FF2B5EF4-FFF2-40B4-BE49-F238E27FC236}">
                              <a16:creationId xmlns:a16="http://schemas.microsoft.com/office/drawing/2014/main" id="{E9CA75DA-B15A-4913-BCF5-7D6476B42FF4}"/>
                            </a:ext>
                          </a:extLst>
                        </p:cNvPr>
                        <p:cNvCxnSpPr>
                          <a:cxnSpLocks/>
                          <a:stCxn id="142499" idx="6"/>
                          <a:endCxn id="14249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501" name="直線コネクタ 142500">
                          <a:extLst>
                            <a:ext uri="{FF2B5EF4-FFF2-40B4-BE49-F238E27FC236}">
                              <a16:creationId xmlns:a16="http://schemas.microsoft.com/office/drawing/2014/main" id="{D7F180E0-3BEC-462B-BC90-56913419EE67}"/>
                            </a:ext>
                          </a:extLst>
                        </p:cNvPr>
                        <p:cNvCxnSpPr>
                          <a:cxnSpLocks/>
                          <a:stCxn id="142499" idx="4"/>
                          <a:endCxn id="14249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2465" name="楕円 142464">
                      <a:extLst>
                        <a:ext uri="{FF2B5EF4-FFF2-40B4-BE49-F238E27FC236}">
                          <a16:creationId xmlns:a16="http://schemas.microsoft.com/office/drawing/2014/main" id="{C26E6BA8-7A59-453F-B329-94D16EB762E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2466" name="グループ化 142465">
                      <a:extLst>
                        <a:ext uri="{FF2B5EF4-FFF2-40B4-BE49-F238E27FC236}">
                          <a16:creationId xmlns:a16="http://schemas.microsoft.com/office/drawing/2014/main" id="{77A6A74B-0A62-48A7-9C7A-D40CB5271F02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2467" name="グループ化 142466">
                        <a:extLst>
                          <a:ext uri="{FF2B5EF4-FFF2-40B4-BE49-F238E27FC236}">
                            <a16:creationId xmlns:a16="http://schemas.microsoft.com/office/drawing/2014/main" id="{87EDE7E5-8A87-459A-844C-E494501E8F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488" name="直線コネクタ 142487">
                          <a:extLst>
                            <a:ext uri="{FF2B5EF4-FFF2-40B4-BE49-F238E27FC236}">
                              <a16:creationId xmlns:a16="http://schemas.microsoft.com/office/drawing/2014/main" id="{56CF490F-8EC9-480A-B66E-28E1E4D7AC2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89" name="直線コネクタ 142488">
                          <a:extLst>
                            <a:ext uri="{FF2B5EF4-FFF2-40B4-BE49-F238E27FC236}">
                              <a16:creationId xmlns:a16="http://schemas.microsoft.com/office/drawing/2014/main" id="{5869126B-3B69-490F-B300-FA393EF7E50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90" name="直線コネクタ 142489">
                          <a:extLst>
                            <a:ext uri="{FF2B5EF4-FFF2-40B4-BE49-F238E27FC236}">
                              <a16:creationId xmlns:a16="http://schemas.microsoft.com/office/drawing/2014/main" id="{0DD75C83-4AF8-4A0E-9009-2263AF928A2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91" name="直線コネクタ 142490">
                          <a:extLst>
                            <a:ext uri="{FF2B5EF4-FFF2-40B4-BE49-F238E27FC236}">
                              <a16:creationId xmlns:a16="http://schemas.microsoft.com/office/drawing/2014/main" id="{D2293247-99DE-4EC8-8466-B5700644868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92" name="直線コネクタ 142491">
                          <a:extLst>
                            <a:ext uri="{FF2B5EF4-FFF2-40B4-BE49-F238E27FC236}">
                              <a16:creationId xmlns:a16="http://schemas.microsoft.com/office/drawing/2014/main" id="{058A8F96-309C-4B6C-9E94-AF88C80B9AC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68" name="グループ化 142467">
                        <a:extLst>
                          <a:ext uri="{FF2B5EF4-FFF2-40B4-BE49-F238E27FC236}">
                            <a16:creationId xmlns:a16="http://schemas.microsoft.com/office/drawing/2014/main" id="{0A7A8B23-2CA3-47DA-9A09-F78B5D041A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85" name="楕円 142484">
                          <a:extLst>
                            <a:ext uri="{FF2B5EF4-FFF2-40B4-BE49-F238E27FC236}">
                              <a16:creationId xmlns:a16="http://schemas.microsoft.com/office/drawing/2014/main" id="{2EA227D0-3B4E-4CE3-9A48-EDCA55E3358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86" name="直線コネクタ 142485">
                          <a:extLst>
                            <a:ext uri="{FF2B5EF4-FFF2-40B4-BE49-F238E27FC236}">
                              <a16:creationId xmlns:a16="http://schemas.microsoft.com/office/drawing/2014/main" id="{7617BA54-A1CD-45DD-86D3-553A9015698C}"/>
                            </a:ext>
                          </a:extLst>
                        </p:cNvPr>
                        <p:cNvCxnSpPr>
                          <a:cxnSpLocks/>
                          <a:stCxn id="142485" idx="6"/>
                          <a:endCxn id="14248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87" name="直線コネクタ 142486">
                          <a:extLst>
                            <a:ext uri="{FF2B5EF4-FFF2-40B4-BE49-F238E27FC236}">
                              <a16:creationId xmlns:a16="http://schemas.microsoft.com/office/drawing/2014/main" id="{8BAE54F9-F9D0-4A04-B19C-07128EB5B4AC}"/>
                            </a:ext>
                          </a:extLst>
                        </p:cNvPr>
                        <p:cNvCxnSpPr>
                          <a:cxnSpLocks/>
                          <a:stCxn id="142485" idx="4"/>
                          <a:endCxn id="14248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69" name="グループ化 142468">
                        <a:extLst>
                          <a:ext uri="{FF2B5EF4-FFF2-40B4-BE49-F238E27FC236}">
                            <a16:creationId xmlns:a16="http://schemas.microsoft.com/office/drawing/2014/main" id="{9C1CB7E5-8A5A-4C04-9EB0-E02F519DFDA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82" name="楕円 142481">
                          <a:extLst>
                            <a:ext uri="{FF2B5EF4-FFF2-40B4-BE49-F238E27FC236}">
                              <a16:creationId xmlns:a16="http://schemas.microsoft.com/office/drawing/2014/main" id="{8068DD9E-4B95-4E13-9EE5-6CF17C13B3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83" name="直線コネクタ 142482">
                          <a:extLst>
                            <a:ext uri="{FF2B5EF4-FFF2-40B4-BE49-F238E27FC236}">
                              <a16:creationId xmlns:a16="http://schemas.microsoft.com/office/drawing/2014/main" id="{7124A597-36A5-4255-B50A-4D3F79E11D71}"/>
                            </a:ext>
                          </a:extLst>
                        </p:cNvPr>
                        <p:cNvCxnSpPr>
                          <a:cxnSpLocks/>
                          <a:stCxn id="142482" idx="6"/>
                          <a:endCxn id="14248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84" name="直線コネクタ 142483">
                          <a:extLst>
                            <a:ext uri="{FF2B5EF4-FFF2-40B4-BE49-F238E27FC236}">
                              <a16:creationId xmlns:a16="http://schemas.microsoft.com/office/drawing/2014/main" id="{4101D5B7-AF22-4092-8315-5FE4F9F73EF5}"/>
                            </a:ext>
                          </a:extLst>
                        </p:cNvPr>
                        <p:cNvCxnSpPr>
                          <a:cxnSpLocks/>
                          <a:stCxn id="142482" idx="4"/>
                          <a:endCxn id="14248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70" name="グループ化 142469">
                        <a:extLst>
                          <a:ext uri="{FF2B5EF4-FFF2-40B4-BE49-F238E27FC236}">
                            <a16:creationId xmlns:a16="http://schemas.microsoft.com/office/drawing/2014/main" id="{316EA521-000C-43DC-B444-08717A5C28B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79" name="楕円 142478">
                          <a:extLst>
                            <a:ext uri="{FF2B5EF4-FFF2-40B4-BE49-F238E27FC236}">
                              <a16:creationId xmlns:a16="http://schemas.microsoft.com/office/drawing/2014/main" id="{E30618CE-FEEB-4070-9618-5A764C4946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80" name="直線コネクタ 142479">
                          <a:extLst>
                            <a:ext uri="{FF2B5EF4-FFF2-40B4-BE49-F238E27FC236}">
                              <a16:creationId xmlns:a16="http://schemas.microsoft.com/office/drawing/2014/main" id="{E69B8CEF-AF28-4839-8BD2-8EECCD4A886F}"/>
                            </a:ext>
                          </a:extLst>
                        </p:cNvPr>
                        <p:cNvCxnSpPr>
                          <a:cxnSpLocks/>
                          <a:stCxn id="142479" idx="6"/>
                          <a:endCxn id="14247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81" name="直線コネクタ 142480">
                          <a:extLst>
                            <a:ext uri="{FF2B5EF4-FFF2-40B4-BE49-F238E27FC236}">
                              <a16:creationId xmlns:a16="http://schemas.microsoft.com/office/drawing/2014/main" id="{7D949E79-000D-4D3A-A2DF-FF98DD558942}"/>
                            </a:ext>
                          </a:extLst>
                        </p:cNvPr>
                        <p:cNvCxnSpPr>
                          <a:cxnSpLocks/>
                          <a:stCxn id="142479" idx="4"/>
                          <a:endCxn id="14247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71" name="グループ化 142470">
                        <a:extLst>
                          <a:ext uri="{FF2B5EF4-FFF2-40B4-BE49-F238E27FC236}">
                            <a16:creationId xmlns:a16="http://schemas.microsoft.com/office/drawing/2014/main" id="{CB6B665E-8FA9-45BC-989A-B7ECDE0CC38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76" name="楕円 142475">
                          <a:extLst>
                            <a:ext uri="{FF2B5EF4-FFF2-40B4-BE49-F238E27FC236}">
                              <a16:creationId xmlns:a16="http://schemas.microsoft.com/office/drawing/2014/main" id="{B5259B29-CCDC-4DD9-B066-0CC94D1BE2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77" name="直線コネクタ 142476">
                          <a:extLst>
                            <a:ext uri="{FF2B5EF4-FFF2-40B4-BE49-F238E27FC236}">
                              <a16:creationId xmlns:a16="http://schemas.microsoft.com/office/drawing/2014/main" id="{3BEDA2C4-B011-4251-9948-C60743C80D9A}"/>
                            </a:ext>
                          </a:extLst>
                        </p:cNvPr>
                        <p:cNvCxnSpPr>
                          <a:cxnSpLocks/>
                          <a:stCxn id="142476" idx="6"/>
                          <a:endCxn id="14247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78" name="直線コネクタ 142477">
                          <a:extLst>
                            <a:ext uri="{FF2B5EF4-FFF2-40B4-BE49-F238E27FC236}">
                              <a16:creationId xmlns:a16="http://schemas.microsoft.com/office/drawing/2014/main" id="{F104407B-AE74-48EC-AF8E-77D1D9A19A38}"/>
                            </a:ext>
                          </a:extLst>
                        </p:cNvPr>
                        <p:cNvCxnSpPr>
                          <a:cxnSpLocks/>
                          <a:stCxn id="142476" idx="4"/>
                          <a:endCxn id="14247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72" name="グループ化 142471">
                        <a:extLst>
                          <a:ext uri="{FF2B5EF4-FFF2-40B4-BE49-F238E27FC236}">
                            <a16:creationId xmlns:a16="http://schemas.microsoft.com/office/drawing/2014/main" id="{9AA18CAF-6AFF-470C-AE8A-B33F623FFBB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73" name="楕円 142472">
                          <a:extLst>
                            <a:ext uri="{FF2B5EF4-FFF2-40B4-BE49-F238E27FC236}">
                              <a16:creationId xmlns:a16="http://schemas.microsoft.com/office/drawing/2014/main" id="{5AA572A2-8E8A-423D-B73B-A35C99D0221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74" name="直線コネクタ 142473">
                          <a:extLst>
                            <a:ext uri="{FF2B5EF4-FFF2-40B4-BE49-F238E27FC236}">
                              <a16:creationId xmlns:a16="http://schemas.microsoft.com/office/drawing/2014/main" id="{0942141E-E397-4525-BB12-AE570DA3FB6D}"/>
                            </a:ext>
                          </a:extLst>
                        </p:cNvPr>
                        <p:cNvCxnSpPr>
                          <a:cxnSpLocks/>
                          <a:stCxn id="142473" idx="6"/>
                          <a:endCxn id="14247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75" name="直線コネクタ 142474">
                          <a:extLst>
                            <a:ext uri="{FF2B5EF4-FFF2-40B4-BE49-F238E27FC236}">
                              <a16:creationId xmlns:a16="http://schemas.microsoft.com/office/drawing/2014/main" id="{0B27D03E-50FC-49AA-83D1-E54858C70C93}"/>
                            </a:ext>
                          </a:extLst>
                        </p:cNvPr>
                        <p:cNvCxnSpPr>
                          <a:cxnSpLocks/>
                          <a:stCxn id="142473" idx="4"/>
                          <a:endCxn id="14247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41883" name="グループ化 141882">
                    <a:extLst>
                      <a:ext uri="{FF2B5EF4-FFF2-40B4-BE49-F238E27FC236}">
                        <a16:creationId xmlns:a16="http://schemas.microsoft.com/office/drawing/2014/main" id="{171038AB-54E1-425C-B4FC-9B9809559409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85337" y="470003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2430" name="グループ化 142429">
                      <a:extLst>
                        <a:ext uri="{FF2B5EF4-FFF2-40B4-BE49-F238E27FC236}">
                          <a16:creationId xmlns:a16="http://schemas.microsoft.com/office/drawing/2014/main" id="{32CEC684-D810-44AF-AEEF-945D5F38EB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2455" name="直線コネクタ 142454">
                        <a:extLst>
                          <a:ext uri="{FF2B5EF4-FFF2-40B4-BE49-F238E27FC236}">
                            <a16:creationId xmlns:a16="http://schemas.microsoft.com/office/drawing/2014/main" id="{ABF1F74C-3D03-4E30-8DFB-7A930AC30A1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56" name="直線コネクタ 142455">
                        <a:extLst>
                          <a:ext uri="{FF2B5EF4-FFF2-40B4-BE49-F238E27FC236}">
                            <a16:creationId xmlns:a16="http://schemas.microsoft.com/office/drawing/2014/main" id="{93AC0C23-15B7-4A9B-9AB9-8E3F4BA17CA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57" name="直線コネクタ 142456">
                        <a:extLst>
                          <a:ext uri="{FF2B5EF4-FFF2-40B4-BE49-F238E27FC236}">
                            <a16:creationId xmlns:a16="http://schemas.microsoft.com/office/drawing/2014/main" id="{0C60FE09-C87D-41AA-94FF-388FD67798D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58" name="直線コネクタ 142457">
                        <a:extLst>
                          <a:ext uri="{FF2B5EF4-FFF2-40B4-BE49-F238E27FC236}">
                            <a16:creationId xmlns:a16="http://schemas.microsoft.com/office/drawing/2014/main" id="{AB5527FC-07BD-471C-8196-D9782A4ABB8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59" name="直線コネクタ 142458">
                        <a:extLst>
                          <a:ext uri="{FF2B5EF4-FFF2-40B4-BE49-F238E27FC236}">
                            <a16:creationId xmlns:a16="http://schemas.microsoft.com/office/drawing/2014/main" id="{84C862DB-1078-4771-94AC-BEB07548F13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60" name="直線コネクタ 142459">
                        <a:extLst>
                          <a:ext uri="{FF2B5EF4-FFF2-40B4-BE49-F238E27FC236}">
                            <a16:creationId xmlns:a16="http://schemas.microsoft.com/office/drawing/2014/main" id="{CDA76B02-7CD9-4B38-8B8F-A96D6796390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61" name="直線コネクタ 142460">
                        <a:extLst>
                          <a:ext uri="{FF2B5EF4-FFF2-40B4-BE49-F238E27FC236}">
                            <a16:creationId xmlns:a16="http://schemas.microsoft.com/office/drawing/2014/main" id="{0389C2AB-D846-4A6B-8209-D96BE8E992E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62" name="直線コネクタ 142461">
                        <a:extLst>
                          <a:ext uri="{FF2B5EF4-FFF2-40B4-BE49-F238E27FC236}">
                            <a16:creationId xmlns:a16="http://schemas.microsoft.com/office/drawing/2014/main" id="{25289066-A113-4861-8AD8-0B6D3B4D43D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63" name="直線コネクタ 142462">
                        <a:extLst>
                          <a:ext uri="{FF2B5EF4-FFF2-40B4-BE49-F238E27FC236}">
                            <a16:creationId xmlns:a16="http://schemas.microsoft.com/office/drawing/2014/main" id="{49CC37EA-3C33-4E76-963B-4AD1F2E97A9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31" name="グループ化 142430">
                      <a:extLst>
                        <a:ext uri="{FF2B5EF4-FFF2-40B4-BE49-F238E27FC236}">
                          <a16:creationId xmlns:a16="http://schemas.microsoft.com/office/drawing/2014/main" id="{40D65F2C-9554-46AB-AC2A-FB55CBD635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452" name="楕円 142451">
                        <a:extLst>
                          <a:ext uri="{FF2B5EF4-FFF2-40B4-BE49-F238E27FC236}">
                            <a16:creationId xmlns:a16="http://schemas.microsoft.com/office/drawing/2014/main" id="{6924606E-BAF0-41C0-B9F7-5B25A3D247C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453" name="直線コネクタ 142452">
                        <a:extLst>
                          <a:ext uri="{FF2B5EF4-FFF2-40B4-BE49-F238E27FC236}">
                            <a16:creationId xmlns:a16="http://schemas.microsoft.com/office/drawing/2014/main" id="{F7173955-1045-4A0E-9881-A1D6360FC8BF}"/>
                          </a:ext>
                        </a:extLst>
                      </p:cNvPr>
                      <p:cNvCxnSpPr>
                        <a:cxnSpLocks/>
                        <a:stCxn id="142452" idx="6"/>
                        <a:endCxn id="14245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54" name="直線コネクタ 142453">
                        <a:extLst>
                          <a:ext uri="{FF2B5EF4-FFF2-40B4-BE49-F238E27FC236}">
                            <a16:creationId xmlns:a16="http://schemas.microsoft.com/office/drawing/2014/main" id="{BD687C11-F3F6-42F7-B198-1494398A630A}"/>
                          </a:ext>
                        </a:extLst>
                      </p:cNvPr>
                      <p:cNvCxnSpPr>
                        <a:cxnSpLocks/>
                        <a:stCxn id="142452" idx="4"/>
                        <a:endCxn id="14245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32" name="グループ化 142431">
                      <a:extLst>
                        <a:ext uri="{FF2B5EF4-FFF2-40B4-BE49-F238E27FC236}">
                          <a16:creationId xmlns:a16="http://schemas.microsoft.com/office/drawing/2014/main" id="{0CD42294-B2A7-4A24-8F7E-FE6511877E92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449" name="楕円 142448">
                        <a:extLst>
                          <a:ext uri="{FF2B5EF4-FFF2-40B4-BE49-F238E27FC236}">
                            <a16:creationId xmlns:a16="http://schemas.microsoft.com/office/drawing/2014/main" id="{6FEF831B-088B-4970-BAC0-38B2B9D0AE2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450" name="直線コネクタ 142449">
                        <a:extLst>
                          <a:ext uri="{FF2B5EF4-FFF2-40B4-BE49-F238E27FC236}">
                            <a16:creationId xmlns:a16="http://schemas.microsoft.com/office/drawing/2014/main" id="{1C3BDD82-C961-477B-AEDC-8A79F3108C0C}"/>
                          </a:ext>
                        </a:extLst>
                      </p:cNvPr>
                      <p:cNvCxnSpPr>
                        <a:cxnSpLocks/>
                        <a:stCxn id="142449" idx="6"/>
                        <a:endCxn id="14244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51" name="直線コネクタ 142450">
                        <a:extLst>
                          <a:ext uri="{FF2B5EF4-FFF2-40B4-BE49-F238E27FC236}">
                            <a16:creationId xmlns:a16="http://schemas.microsoft.com/office/drawing/2014/main" id="{BEC7915B-BA86-455C-9CE6-247F90BAEE8D}"/>
                          </a:ext>
                        </a:extLst>
                      </p:cNvPr>
                      <p:cNvCxnSpPr>
                        <a:cxnSpLocks/>
                        <a:stCxn id="142449" idx="4"/>
                        <a:endCxn id="14244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33" name="グループ化 142432">
                      <a:extLst>
                        <a:ext uri="{FF2B5EF4-FFF2-40B4-BE49-F238E27FC236}">
                          <a16:creationId xmlns:a16="http://schemas.microsoft.com/office/drawing/2014/main" id="{1DE7516A-BB2B-4C86-BAD4-69E318783556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446" name="楕円 142445">
                        <a:extLst>
                          <a:ext uri="{FF2B5EF4-FFF2-40B4-BE49-F238E27FC236}">
                            <a16:creationId xmlns:a16="http://schemas.microsoft.com/office/drawing/2014/main" id="{0C11D4D1-6461-4F36-A60C-E986DC8AD63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447" name="直線コネクタ 142446">
                        <a:extLst>
                          <a:ext uri="{FF2B5EF4-FFF2-40B4-BE49-F238E27FC236}">
                            <a16:creationId xmlns:a16="http://schemas.microsoft.com/office/drawing/2014/main" id="{8852B1AE-FE3A-4FF0-AD6C-C25ECE31BA6F}"/>
                          </a:ext>
                        </a:extLst>
                      </p:cNvPr>
                      <p:cNvCxnSpPr>
                        <a:cxnSpLocks/>
                        <a:stCxn id="142446" idx="6"/>
                        <a:endCxn id="14244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48" name="直線コネクタ 142447">
                        <a:extLst>
                          <a:ext uri="{FF2B5EF4-FFF2-40B4-BE49-F238E27FC236}">
                            <a16:creationId xmlns:a16="http://schemas.microsoft.com/office/drawing/2014/main" id="{5E78DB25-EE7F-4F29-94F9-0B7265D57575}"/>
                          </a:ext>
                        </a:extLst>
                      </p:cNvPr>
                      <p:cNvCxnSpPr>
                        <a:cxnSpLocks/>
                        <a:stCxn id="142446" idx="4"/>
                        <a:endCxn id="14244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34" name="グループ化 142433">
                      <a:extLst>
                        <a:ext uri="{FF2B5EF4-FFF2-40B4-BE49-F238E27FC236}">
                          <a16:creationId xmlns:a16="http://schemas.microsoft.com/office/drawing/2014/main" id="{36B032B9-1F22-4E43-8AEA-742A768F8CEB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443" name="楕円 142442">
                        <a:extLst>
                          <a:ext uri="{FF2B5EF4-FFF2-40B4-BE49-F238E27FC236}">
                            <a16:creationId xmlns:a16="http://schemas.microsoft.com/office/drawing/2014/main" id="{46C401FC-54FF-466E-BE28-2087A9B466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444" name="直線コネクタ 142443">
                        <a:extLst>
                          <a:ext uri="{FF2B5EF4-FFF2-40B4-BE49-F238E27FC236}">
                            <a16:creationId xmlns:a16="http://schemas.microsoft.com/office/drawing/2014/main" id="{381BF3A8-D2BE-48DB-9A7C-50D33C3462EB}"/>
                          </a:ext>
                        </a:extLst>
                      </p:cNvPr>
                      <p:cNvCxnSpPr>
                        <a:cxnSpLocks/>
                        <a:stCxn id="142443" idx="6"/>
                        <a:endCxn id="14244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45" name="直線コネクタ 142444">
                        <a:extLst>
                          <a:ext uri="{FF2B5EF4-FFF2-40B4-BE49-F238E27FC236}">
                            <a16:creationId xmlns:a16="http://schemas.microsoft.com/office/drawing/2014/main" id="{428C2FF4-5AD9-42BB-8497-1982294036F0}"/>
                          </a:ext>
                        </a:extLst>
                      </p:cNvPr>
                      <p:cNvCxnSpPr>
                        <a:cxnSpLocks/>
                        <a:stCxn id="142443" idx="4"/>
                        <a:endCxn id="14244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35" name="グループ化 142434">
                      <a:extLst>
                        <a:ext uri="{FF2B5EF4-FFF2-40B4-BE49-F238E27FC236}">
                          <a16:creationId xmlns:a16="http://schemas.microsoft.com/office/drawing/2014/main" id="{109E6364-7CDD-4436-8434-083BA1ED525B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440" name="楕円 142439">
                        <a:extLst>
                          <a:ext uri="{FF2B5EF4-FFF2-40B4-BE49-F238E27FC236}">
                            <a16:creationId xmlns:a16="http://schemas.microsoft.com/office/drawing/2014/main" id="{3BD5FA82-A8B8-4FDA-8640-EB0FC3F98CC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441" name="直線コネクタ 142440">
                        <a:extLst>
                          <a:ext uri="{FF2B5EF4-FFF2-40B4-BE49-F238E27FC236}">
                            <a16:creationId xmlns:a16="http://schemas.microsoft.com/office/drawing/2014/main" id="{0B8213F8-FFEF-450E-BC21-31321F923BD1}"/>
                          </a:ext>
                        </a:extLst>
                      </p:cNvPr>
                      <p:cNvCxnSpPr>
                        <a:cxnSpLocks/>
                        <a:stCxn id="142440" idx="6"/>
                        <a:endCxn id="14244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42" name="直線コネクタ 142441">
                        <a:extLst>
                          <a:ext uri="{FF2B5EF4-FFF2-40B4-BE49-F238E27FC236}">
                            <a16:creationId xmlns:a16="http://schemas.microsoft.com/office/drawing/2014/main" id="{E8377B5D-3B56-4EC8-9A34-86781E762961}"/>
                          </a:ext>
                        </a:extLst>
                      </p:cNvPr>
                      <p:cNvCxnSpPr>
                        <a:cxnSpLocks/>
                        <a:stCxn id="142440" idx="4"/>
                        <a:endCxn id="14244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36" name="グループ化 142435">
                      <a:extLst>
                        <a:ext uri="{FF2B5EF4-FFF2-40B4-BE49-F238E27FC236}">
                          <a16:creationId xmlns:a16="http://schemas.microsoft.com/office/drawing/2014/main" id="{A6CE8A33-5131-4F32-AB4A-F7BD5FCE3DCD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437" name="楕円 142436">
                        <a:extLst>
                          <a:ext uri="{FF2B5EF4-FFF2-40B4-BE49-F238E27FC236}">
                            <a16:creationId xmlns:a16="http://schemas.microsoft.com/office/drawing/2014/main" id="{20941E98-F2C1-4F15-A48B-6115F7A0CE6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438" name="直線コネクタ 142437">
                        <a:extLst>
                          <a:ext uri="{FF2B5EF4-FFF2-40B4-BE49-F238E27FC236}">
                            <a16:creationId xmlns:a16="http://schemas.microsoft.com/office/drawing/2014/main" id="{82EAAA83-1B8C-4787-A556-6C9E2E1B16C3}"/>
                          </a:ext>
                        </a:extLst>
                      </p:cNvPr>
                      <p:cNvCxnSpPr>
                        <a:cxnSpLocks/>
                        <a:stCxn id="142437" idx="6"/>
                        <a:endCxn id="14243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439" name="直線コネクタ 142438">
                        <a:extLst>
                          <a:ext uri="{FF2B5EF4-FFF2-40B4-BE49-F238E27FC236}">
                            <a16:creationId xmlns:a16="http://schemas.microsoft.com/office/drawing/2014/main" id="{DF32F0D5-96B3-48FB-90CD-29E68F14F71A}"/>
                          </a:ext>
                        </a:extLst>
                      </p:cNvPr>
                      <p:cNvCxnSpPr>
                        <a:cxnSpLocks/>
                        <a:stCxn id="142437" idx="4"/>
                        <a:endCxn id="14243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41884" name="グループ化 141883">
                    <a:extLst>
                      <a:ext uri="{FF2B5EF4-FFF2-40B4-BE49-F238E27FC236}">
                        <a16:creationId xmlns:a16="http://schemas.microsoft.com/office/drawing/2014/main" id="{573EE6AD-36E3-4670-85E1-A5879DF6F82C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087459" y="563710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2375" name="グループ化 142374">
                      <a:extLst>
                        <a:ext uri="{FF2B5EF4-FFF2-40B4-BE49-F238E27FC236}">
                          <a16:creationId xmlns:a16="http://schemas.microsoft.com/office/drawing/2014/main" id="{00976A2C-64CA-4C8B-9BA9-5A1F71B4107D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2404" name="グループ化 142403">
                        <a:extLst>
                          <a:ext uri="{FF2B5EF4-FFF2-40B4-BE49-F238E27FC236}">
                            <a16:creationId xmlns:a16="http://schemas.microsoft.com/office/drawing/2014/main" id="{E44D8428-3B8E-4763-B1C6-C10FDC5351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425" name="直線コネクタ 142424">
                          <a:extLst>
                            <a:ext uri="{FF2B5EF4-FFF2-40B4-BE49-F238E27FC236}">
                              <a16:creationId xmlns:a16="http://schemas.microsoft.com/office/drawing/2014/main" id="{813D8715-A12B-4584-AF8B-740D472DE28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26" name="直線コネクタ 142425">
                          <a:extLst>
                            <a:ext uri="{FF2B5EF4-FFF2-40B4-BE49-F238E27FC236}">
                              <a16:creationId xmlns:a16="http://schemas.microsoft.com/office/drawing/2014/main" id="{3FBB459B-6B21-4C8C-B1E0-29D0AB3AC1A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27" name="直線コネクタ 142426">
                          <a:extLst>
                            <a:ext uri="{FF2B5EF4-FFF2-40B4-BE49-F238E27FC236}">
                              <a16:creationId xmlns:a16="http://schemas.microsoft.com/office/drawing/2014/main" id="{9060D3F5-4A74-494B-ADB9-D605E040CB0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28" name="直線コネクタ 142427">
                          <a:extLst>
                            <a:ext uri="{FF2B5EF4-FFF2-40B4-BE49-F238E27FC236}">
                              <a16:creationId xmlns:a16="http://schemas.microsoft.com/office/drawing/2014/main" id="{FD810A27-6635-43C8-ADBC-F353C017077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29" name="直線コネクタ 142428">
                          <a:extLst>
                            <a:ext uri="{FF2B5EF4-FFF2-40B4-BE49-F238E27FC236}">
                              <a16:creationId xmlns:a16="http://schemas.microsoft.com/office/drawing/2014/main" id="{E5BE946D-8C4C-422B-9E9E-CEB9B6C47A8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05" name="グループ化 142404">
                        <a:extLst>
                          <a:ext uri="{FF2B5EF4-FFF2-40B4-BE49-F238E27FC236}">
                            <a16:creationId xmlns:a16="http://schemas.microsoft.com/office/drawing/2014/main" id="{05146D3C-3E8B-482C-848A-F1830C990A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22" name="楕円 142421">
                          <a:extLst>
                            <a:ext uri="{FF2B5EF4-FFF2-40B4-BE49-F238E27FC236}">
                              <a16:creationId xmlns:a16="http://schemas.microsoft.com/office/drawing/2014/main" id="{3B4E3221-9817-4C56-BD5C-6855338542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23" name="直線コネクタ 142422">
                          <a:extLst>
                            <a:ext uri="{FF2B5EF4-FFF2-40B4-BE49-F238E27FC236}">
                              <a16:creationId xmlns:a16="http://schemas.microsoft.com/office/drawing/2014/main" id="{CEE84459-8488-4C85-840F-42A60DD8D7D2}"/>
                            </a:ext>
                          </a:extLst>
                        </p:cNvPr>
                        <p:cNvCxnSpPr>
                          <a:cxnSpLocks/>
                          <a:stCxn id="142422" idx="6"/>
                          <a:endCxn id="14242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24" name="直線コネクタ 142423">
                          <a:extLst>
                            <a:ext uri="{FF2B5EF4-FFF2-40B4-BE49-F238E27FC236}">
                              <a16:creationId xmlns:a16="http://schemas.microsoft.com/office/drawing/2014/main" id="{C32C5B09-987E-466C-B1AF-EBD8E036D4F1}"/>
                            </a:ext>
                          </a:extLst>
                        </p:cNvPr>
                        <p:cNvCxnSpPr>
                          <a:cxnSpLocks/>
                          <a:stCxn id="142422" idx="4"/>
                          <a:endCxn id="14242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06" name="グループ化 142405">
                        <a:extLst>
                          <a:ext uri="{FF2B5EF4-FFF2-40B4-BE49-F238E27FC236}">
                            <a16:creationId xmlns:a16="http://schemas.microsoft.com/office/drawing/2014/main" id="{277CDC8C-9C75-4A1E-AA9C-0206474FB38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19" name="楕円 142418">
                          <a:extLst>
                            <a:ext uri="{FF2B5EF4-FFF2-40B4-BE49-F238E27FC236}">
                              <a16:creationId xmlns:a16="http://schemas.microsoft.com/office/drawing/2014/main" id="{BE60180E-2C26-4A08-9747-2A5B446BC1B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20" name="直線コネクタ 142419">
                          <a:extLst>
                            <a:ext uri="{FF2B5EF4-FFF2-40B4-BE49-F238E27FC236}">
                              <a16:creationId xmlns:a16="http://schemas.microsoft.com/office/drawing/2014/main" id="{650FA9C7-CD1A-4669-9CAC-1154E7F4B9C3}"/>
                            </a:ext>
                          </a:extLst>
                        </p:cNvPr>
                        <p:cNvCxnSpPr>
                          <a:cxnSpLocks/>
                          <a:stCxn id="142419" idx="6"/>
                          <a:endCxn id="14241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21" name="直線コネクタ 142420">
                          <a:extLst>
                            <a:ext uri="{FF2B5EF4-FFF2-40B4-BE49-F238E27FC236}">
                              <a16:creationId xmlns:a16="http://schemas.microsoft.com/office/drawing/2014/main" id="{7C2A7F53-6C75-4616-8946-3FE641C14609}"/>
                            </a:ext>
                          </a:extLst>
                        </p:cNvPr>
                        <p:cNvCxnSpPr>
                          <a:cxnSpLocks/>
                          <a:stCxn id="142419" idx="4"/>
                          <a:endCxn id="14241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07" name="グループ化 142406">
                        <a:extLst>
                          <a:ext uri="{FF2B5EF4-FFF2-40B4-BE49-F238E27FC236}">
                            <a16:creationId xmlns:a16="http://schemas.microsoft.com/office/drawing/2014/main" id="{5B0FD1E4-D2FA-45DD-A65F-E81D3D805EB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16" name="楕円 142415">
                          <a:extLst>
                            <a:ext uri="{FF2B5EF4-FFF2-40B4-BE49-F238E27FC236}">
                              <a16:creationId xmlns:a16="http://schemas.microsoft.com/office/drawing/2014/main" id="{69C35167-5720-4BC7-88AC-A8AEC342E6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17" name="直線コネクタ 142416">
                          <a:extLst>
                            <a:ext uri="{FF2B5EF4-FFF2-40B4-BE49-F238E27FC236}">
                              <a16:creationId xmlns:a16="http://schemas.microsoft.com/office/drawing/2014/main" id="{CBFEA4FC-EAA8-46E4-BE3A-F4D69A511462}"/>
                            </a:ext>
                          </a:extLst>
                        </p:cNvPr>
                        <p:cNvCxnSpPr>
                          <a:cxnSpLocks/>
                          <a:stCxn id="142416" idx="6"/>
                          <a:endCxn id="14241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18" name="直線コネクタ 142417">
                          <a:extLst>
                            <a:ext uri="{FF2B5EF4-FFF2-40B4-BE49-F238E27FC236}">
                              <a16:creationId xmlns:a16="http://schemas.microsoft.com/office/drawing/2014/main" id="{179CFFB2-E677-4348-AE3A-CA038C70BE39}"/>
                            </a:ext>
                          </a:extLst>
                        </p:cNvPr>
                        <p:cNvCxnSpPr>
                          <a:cxnSpLocks/>
                          <a:stCxn id="142416" idx="4"/>
                          <a:endCxn id="14241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08" name="グループ化 142407">
                        <a:extLst>
                          <a:ext uri="{FF2B5EF4-FFF2-40B4-BE49-F238E27FC236}">
                            <a16:creationId xmlns:a16="http://schemas.microsoft.com/office/drawing/2014/main" id="{B4782B8A-A0F9-4D8B-BFAC-80D1BB0F480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13" name="楕円 142412">
                          <a:extLst>
                            <a:ext uri="{FF2B5EF4-FFF2-40B4-BE49-F238E27FC236}">
                              <a16:creationId xmlns:a16="http://schemas.microsoft.com/office/drawing/2014/main" id="{F7075710-045A-4499-AF5E-72CBF1C43C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14" name="直線コネクタ 142413">
                          <a:extLst>
                            <a:ext uri="{FF2B5EF4-FFF2-40B4-BE49-F238E27FC236}">
                              <a16:creationId xmlns:a16="http://schemas.microsoft.com/office/drawing/2014/main" id="{A75A763C-6F46-42FC-BDFA-063C3948F504}"/>
                            </a:ext>
                          </a:extLst>
                        </p:cNvPr>
                        <p:cNvCxnSpPr>
                          <a:cxnSpLocks/>
                          <a:stCxn id="142413" idx="6"/>
                          <a:endCxn id="14241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15" name="直線コネクタ 142414">
                          <a:extLst>
                            <a:ext uri="{FF2B5EF4-FFF2-40B4-BE49-F238E27FC236}">
                              <a16:creationId xmlns:a16="http://schemas.microsoft.com/office/drawing/2014/main" id="{FEC0E3A1-DA6B-41A3-B25A-AEF3EF622AA5}"/>
                            </a:ext>
                          </a:extLst>
                        </p:cNvPr>
                        <p:cNvCxnSpPr>
                          <a:cxnSpLocks/>
                          <a:stCxn id="142413" idx="4"/>
                          <a:endCxn id="14241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409" name="グループ化 142408">
                        <a:extLst>
                          <a:ext uri="{FF2B5EF4-FFF2-40B4-BE49-F238E27FC236}">
                            <a16:creationId xmlns:a16="http://schemas.microsoft.com/office/drawing/2014/main" id="{2AE6DB8C-A606-4CE4-88A9-1CC422995E5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410" name="楕円 142409">
                          <a:extLst>
                            <a:ext uri="{FF2B5EF4-FFF2-40B4-BE49-F238E27FC236}">
                              <a16:creationId xmlns:a16="http://schemas.microsoft.com/office/drawing/2014/main" id="{15C37D15-CBF5-4AFD-8831-64EC3792C4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411" name="直線コネクタ 142410">
                          <a:extLst>
                            <a:ext uri="{FF2B5EF4-FFF2-40B4-BE49-F238E27FC236}">
                              <a16:creationId xmlns:a16="http://schemas.microsoft.com/office/drawing/2014/main" id="{5EFF1A2D-EDE4-48D5-B8DE-DFC47810F709}"/>
                            </a:ext>
                          </a:extLst>
                        </p:cNvPr>
                        <p:cNvCxnSpPr>
                          <a:cxnSpLocks/>
                          <a:stCxn id="142410" idx="6"/>
                          <a:endCxn id="14241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12" name="直線コネクタ 142411">
                          <a:extLst>
                            <a:ext uri="{FF2B5EF4-FFF2-40B4-BE49-F238E27FC236}">
                              <a16:creationId xmlns:a16="http://schemas.microsoft.com/office/drawing/2014/main" id="{70E431D2-C611-47F8-91DF-8B61FA91EFFC}"/>
                            </a:ext>
                          </a:extLst>
                        </p:cNvPr>
                        <p:cNvCxnSpPr>
                          <a:cxnSpLocks/>
                          <a:stCxn id="142410" idx="4"/>
                          <a:endCxn id="14241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2376" name="楕円 142375">
                      <a:extLst>
                        <a:ext uri="{FF2B5EF4-FFF2-40B4-BE49-F238E27FC236}">
                          <a16:creationId xmlns:a16="http://schemas.microsoft.com/office/drawing/2014/main" id="{77E714D1-5984-4C1C-8AC7-1D2144C3289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2377" name="グループ化 142376">
                      <a:extLst>
                        <a:ext uri="{FF2B5EF4-FFF2-40B4-BE49-F238E27FC236}">
                          <a16:creationId xmlns:a16="http://schemas.microsoft.com/office/drawing/2014/main" id="{50AE7535-7FCB-48A3-BEEA-C6EBCEFE0948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2378" name="グループ化 142377">
                        <a:extLst>
                          <a:ext uri="{FF2B5EF4-FFF2-40B4-BE49-F238E27FC236}">
                            <a16:creationId xmlns:a16="http://schemas.microsoft.com/office/drawing/2014/main" id="{9313836C-3D4D-4A16-9A9C-34BA1A9616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399" name="直線コネクタ 142398">
                          <a:extLst>
                            <a:ext uri="{FF2B5EF4-FFF2-40B4-BE49-F238E27FC236}">
                              <a16:creationId xmlns:a16="http://schemas.microsoft.com/office/drawing/2014/main" id="{BD17099C-EABF-47BA-9C48-6198CC7DC84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00" name="直線コネクタ 142399">
                          <a:extLst>
                            <a:ext uri="{FF2B5EF4-FFF2-40B4-BE49-F238E27FC236}">
                              <a16:creationId xmlns:a16="http://schemas.microsoft.com/office/drawing/2014/main" id="{6357D00B-E566-4F8D-95F2-82B5A825DC4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01" name="直線コネクタ 142400">
                          <a:extLst>
                            <a:ext uri="{FF2B5EF4-FFF2-40B4-BE49-F238E27FC236}">
                              <a16:creationId xmlns:a16="http://schemas.microsoft.com/office/drawing/2014/main" id="{BDEED839-9CFC-4745-88CF-3217315A6D8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02" name="直線コネクタ 142401">
                          <a:extLst>
                            <a:ext uri="{FF2B5EF4-FFF2-40B4-BE49-F238E27FC236}">
                              <a16:creationId xmlns:a16="http://schemas.microsoft.com/office/drawing/2014/main" id="{4CEA1903-2991-42AD-A716-D25E45A27A7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403" name="直線コネクタ 142402">
                          <a:extLst>
                            <a:ext uri="{FF2B5EF4-FFF2-40B4-BE49-F238E27FC236}">
                              <a16:creationId xmlns:a16="http://schemas.microsoft.com/office/drawing/2014/main" id="{8C40FB34-4B55-4D32-90D7-CBF28D93437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79" name="グループ化 142378">
                        <a:extLst>
                          <a:ext uri="{FF2B5EF4-FFF2-40B4-BE49-F238E27FC236}">
                            <a16:creationId xmlns:a16="http://schemas.microsoft.com/office/drawing/2014/main" id="{B84DE29F-B777-4870-BAD7-478E4F74C6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96" name="楕円 142395">
                          <a:extLst>
                            <a:ext uri="{FF2B5EF4-FFF2-40B4-BE49-F238E27FC236}">
                              <a16:creationId xmlns:a16="http://schemas.microsoft.com/office/drawing/2014/main" id="{948396ED-0869-4C1A-AAF4-546E8D07C2A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97" name="直線コネクタ 142396">
                          <a:extLst>
                            <a:ext uri="{FF2B5EF4-FFF2-40B4-BE49-F238E27FC236}">
                              <a16:creationId xmlns:a16="http://schemas.microsoft.com/office/drawing/2014/main" id="{A30E9213-7147-4F36-926F-1116EF0A8729}"/>
                            </a:ext>
                          </a:extLst>
                        </p:cNvPr>
                        <p:cNvCxnSpPr>
                          <a:cxnSpLocks/>
                          <a:stCxn id="142396" idx="6"/>
                          <a:endCxn id="14239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98" name="直線コネクタ 142397">
                          <a:extLst>
                            <a:ext uri="{FF2B5EF4-FFF2-40B4-BE49-F238E27FC236}">
                              <a16:creationId xmlns:a16="http://schemas.microsoft.com/office/drawing/2014/main" id="{183EF9AC-57A2-4106-99C3-A78DFD203BD3}"/>
                            </a:ext>
                          </a:extLst>
                        </p:cNvPr>
                        <p:cNvCxnSpPr>
                          <a:cxnSpLocks/>
                          <a:stCxn id="142396" idx="4"/>
                          <a:endCxn id="14239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80" name="グループ化 142379">
                        <a:extLst>
                          <a:ext uri="{FF2B5EF4-FFF2-40B4-BE49-F238E27FC236}">
                            <a16:creationId xmlns:a16="http://schemas.microsoft.com/office/drawing/2014/main" id="{AC2C2FD4-74FF-4B83-BEFD-FAE37EB7D44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93" name="楕円 142392">
                          <a:extLst>
                            <a:ext uri="{FF2B5EF4-FFF2-40B4-BE49-F238E27FC236}">
                              <a16:creationId xmlns:a16="http://schemas.microsoft.com/office/drawing/2014/main" id="{BB8A8C8B-9D9E-4D57-97D4-1BBB8A66FB6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94" name="直線コネクタ 142393">
                          <a:extLst>
                            <a:ext uri="{FF2B5EF4-FFF2-40B4-BE49-F238E27FC236}">
                              <a16:creationId xmlns:a16="http://schemas.microsoft.com/office/drawing/2014/main" id="{4E174B75-4900-4891-89E5-349BDAD99A94}"/>
                            </a:ext>
                          </a:extLst>
                        </p:cNvPr>
                        <p:cNvCxnSpPr>
                          <a:cxnSpLocks/>
                          <a:stCxn id="142393" idx="6"/>
                          <a:endCxn id="14239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95" name="直線コネクタ 142394">
                          <a:extLst>
                            <a:ext uri="{FF2B5EF4-FFF2-40B4-BE49-F238E27FC236}">
                              <a16:creationId xmlns:a16="http://schemas.microsoft.com/office/drawing/2014/main" id="{0CBC16B6-7BEA-4D52-9320-BE9250987281}"/>
                            </a:ext>
                          </a:extLst>
                        </p:cNvPr>
                        <p:cNvCxnSpPr>
                          <a:cxnSpLocks/>
                          <a:stCxn id="142393" idx="4"/>
                          <a:endCxn id="14239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81" name="グループ化 142380">
                        <a:extLst>
                          <a:ext uri="{FF2B5EF4-FFF2-40B4-BE49-F238E27FC236}">
                            <a16:creationId xmlns:a16="http://schemas.microsoft.com/office/drawing/2014/main" id="{656C1C45-2750-45AA-8D3E-6154EE28802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90" name="楕円 142389">
                          <a:extLst>
                            <a:ext uri="{FF2B5EF4-FFF2-40B4-BE49-F238E27FC236}">
                              <a16:creationId xmlns:a16="http://schemas.microsoft.com/office/drawing/2014/main" id="{BD2AA6C2-E188-4774-AA0E-88DC071824A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91" name="直線コネクタ 142390">
                          <a:extLst>
                            <a:ext uri="{FF2B5EF4-FFF2-40B4-BE49-F238E27FC236}">
                              <a16:creationId xmlns:a16="http://schemas.microsoft.com/office/drawing/2014/main" id="{85BAA922-D72D-4499-9043-9B75F1DBB14A}"/>
                            </a:ext>
                          </a:extLst>
                        </p:cNvPr>
                        <p:cNvCxnSpPr>
                          <a:cxnSpLocks/>
                          <a:stCxn id="142390" idx="6"/>
                          <a:endCxn id="14239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92" name="直線コネクタ 142391">
                          <a:extLst>
                            <a:ext uri="{FF2B5EF4-FFF2-40B4-BE49-F238E27FC236}">
                              <a16:creationId xmlns:a16="http://schemas.microsoft.com/office/drawing/2014/main" id="{7147318C-0049-4AE7-B2FD-9F3077C31AA3}"/>
                            </a:ext>
                          </a:extLst>
                        </p:cNvPr>
                        <p:cNvCxnSpPr>
                          <a:cxnSpLocks/>
                          <a:stCxn id="142390" idx="4"/>
                          <a:endCxn id="14239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82" name="グループ化 142381">
                        <a:extLst>
                          <a:ext uri="{FF2B5EF4-FFF2-40B4-BE49-F238E27FC236}">
                            <a16:creationId xmlns:a16="http://schemas.microsoft.com/office/drawing/2014/main" id="{3C6EBC6D-E414-4EC5-A82A-CA2DB0A658E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87" name="楕円 142386">
                          <a:extLst>
                            <a:ext uri="{FF2B5EF4-FFF2-40B4-BE49-F238E27FC236}">
                              <a16:creationId xmlns:a16="http://schemas.microsoft.com/office/drawing/2014/main" id="{0437CB78-CEA7-4FED-8A6B-553239E3088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88" name="直線コネクタ 142387">
                          <a:extLst>
                            <a:ext uri="{FF2B5EF4-FFF2-40B4-BE49-F238E27FC236}">
                              <a16:creationId xmlns:a16="http://schemas.microsoft.com/office/drawing/2014/main" id="{2BFA070D-C9C7-4504-9F1C-EEF55D092B5B}"/>
                            </a:ext>
                          </a:extLst>
                        </p:cNvPr>
                        <p:cNvCxnSpPr>
                          <a:cxnSpLocks/>
                          <a:stCxn id="142387" idx="6"/>
                          <a:endCxn id="14238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89" name="直線コネクタ 142388">
                          <a:extLst>
                            <a:ext uri="{FF2B5EF4-FFF2-40B4-BE49-F238E27FC236}">
                              <a16:creationId xmlns:a16="http://schemas.microsoft.com/office/drawing/2014/main" id="{4EE45E9D-C93C-459C-BF6B-226C57A97CBF}"/>
                            </a:ext>
                          </a:extLst>
                        </p:cNvPr>
                        <p:cNvCxnSpPr>
                          <a:cxnSpLocks/>
                          <a:stCxn id="142387" idx="4"/>
                          <a:endCxn id="14238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83" name="グループ化 142382">
                        <a:extLst>
                          <a:ext uri="{FF2B5EF4-FFF2-40B4-BE49-F238E27FC236}">
                            <a16:creationId xmlns:a16="http://schemas.microsoft.com/office/drawing/2014/main" id="{439DE026-1ED8-4A75-96E1-FBD66574F3D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84" name="楕円 142383">
                          <a:extLst>
                            <a:ext uri="{FF2B5EF4-FFF2-40B4-BE49-F238E27FC236}">
                              <a16:creationId xmlns:a16="http://schemas.microsoft.com/office/drawing/2014/main" id="{3A0B0E64-9CB6-4790-8040-710670AC767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85" name="直線コネクタ 142384">
                          <a:extLst>
                            <a:ext uri="{FF2B5EF4-FFF2-40B4-BE49-F238E27FC236}">
                              <a16:creationId xmlns:a16="http://schemas.microsoft.com/office/drawing/2014/main" id="{E72A10B5-5ACE-4D4B-BC11-A768584214BB}"/>
                            </a:ext>
                          </a:extLst>
                        </p:cNvPr>
                        <p:cNvCxnSpPr>
                          <a:cxnSpLocks/>
                          <a:stCxn id="142384" idx="6"/>
                          <a:endCxn id="14238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86" name="直線コネクタ 142385">
                          <a:extLst>
                            <a:ext uri="{FF2B5EF4-FFF2-40B4-BE49-F238E27FC236}">
                              <a16:creationId xmlns:a16="http://schemas.microsoft.com/office/drawing/2014/main" id="{4896DEE6-DA51-47E4-A3B1-4425AC68D9AD}"/>
                            </a:ext>
                          </a:extLst>
                        </p:cNvPr>
                        <p:cNvCxnSpPr>
                          <a:cxnSpLocks/>
                          <a:stCxn id="142384" idx="4"/>
                          <a:endCxn id="14238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41885" name="グループ化 141884">
                    <a:extLst>
                      <a:ext uri="{FF2B5EF4-FFF2-40B4-BE49-F238E27FC236}">
                        <a16:creationId xmlns:a16="http://schemas.microsoft.com/office/drawing/2014/main" id="{3AE4A6F0-9312-404E-A8E8-C672EBF253BB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131813" y="529159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2341" name="グループ化 142340">
                      <a:extLst>
                        <a:ext uri="{FF2B5EF4-FFF2-40B4-BE49-F238E27FC236}">
                          <a16:creationId xmlns:a16="http://schemas.microsoft.com/office/drawing/2014/main" id="{C44DDF7E-7427-43C2-A5F3-FA167355F6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2366" name="直線コネクタ 142365">
                        <a:extLst>
                          <a:ext uri="{FF2B5EF4-FFF2-40B4-BE49-F238E27FC236}">
                            <a16:creationId xmlns:a16="http://schemas.microsoft.com/office/drawing/2014/main" id="{09AE203C-A68D-49F8-B810-510B7B5FBCC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67" name="直線コネクタ 142366">
                        <a:extLst>
                          <a:ext uri="{FF2B5EF4-FFF2-40B4-BE49-F238E27FC236}">
                            <a16:creationId xmlns:a16="http://schemas.microsoft.com/office/drawing/2014/main" id="{DBCE4E4A-C1DB-4C86-863C-C858D35B641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68" name="直線コネクタ 142367">
                        <a:extLst>
                          <a:ext uri="{FF2B5EF4-FFF2-40B4-BE49-F238E27FC236}">
                            <a16:creationId xmlns:a16="http://schemas.microsoft.com/office/drawing/2014/main" id="{2C7BF5DB-8713-4225-B36C-93B8CCCE18B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69" name="直線コネクタ 142368">
                        <a:extLst>
                          <a:ext uri="{FF2B5EF4-FFF2-40B4-BE49-F238E27FC236}">
                            <a16:creationId xmlns:a16="http://schemas.microsoft.com/office/drawing/2014/main" id="{9BC39086-CA98-447E-803C-B1A28362C2B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70" name="直線コネクタ 142369">
                        <a:extLst>
                          <a:ext uri="{FF2B5EF4-FFF2-40B4-BE49-F238E27FC236}">
                            <a16:creationId xmlns:a16="http://schemas.microsoft.com/office/drawing/2014/main" id="{EFA3EE58-E67C-4E80-B262-612EBD3EDAF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71" name="直線コネクタ 142370">
                        <a:extLst>
                          <a:ext uri="{FF2B5EF4-FFF2-40B4-BE49-F238E27FC236}">
                            <a16:creationId xmlns:a16="http://schemas.microsoft.com/office/drawing/2014/main" id="{D8E3D5DE-96DB-4899-93E5-C32565B9064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72" name="直線コネクタ 142371">
                        <a:extLst>
                          <a:ext uri="{FF2B5EF4-FFF2-40B4-BE49-F238E27FC236}">
                            <a16:creationId xmlns:a16="http://schemas.microsoft.com/office/drawing/2014/main" id="{C3641365-2197-4777-AA2B-EE3704C047B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73" name="直線コネクタ 142372">
                        <a:extLst>
                          <a:ext uri="{FF2B5EF4-FFF2-40B4-BE49-F238E27FC236}">
                            <a16:creationId xmlns:a16="http://schemas.microsoft.com/office/drawing/2014/main" id="{0DEE91FC-373E-4511-8EDC-8888D77B0EB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74" name="直線コネクタ 142373">
                        <a:extLst>
                          <a:ext uri="{FF2B5EF4-FFF2-40B4-BE49-F238E27FC236}">
                            <a16:creationId xmlns:a16="http://schemas.microsoft.com/office/drawing/2014/main" id="{3CFF3E87-D8E7-4555-856C-4C15E10E891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42" name="グループ化 142341">
                      <a:extLst>
                        <a:ext uri="{FF2B5EF4-FFF2-40B4-BE49-F238E27FC236}">
                          <a16:creationId xmlns:a16="http://schemas.microsoft.com/office/drawing/2014/main" id="{4385636C-C5D3-42E6-9950-EA50A1DEA8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363" name="楕円 142362">
                        <a:extLst>
                          <a:ext uri="{FF2B5EF4-FFF2-40B4-BE49-F238E27FC236}">
                            <a16:creationId xmlns:a16="http://schemas.microsoft.com/office/drawing/2014/main" id="{271F8C75-9016-4AE6-82BD-2947BA1CAAF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364" name="直線コネクタ 142363">
                        <a:extLst>
                          <a:ext uri="{FF2B5EF4-FFF2-40B4-BE49-F238E27FC236}">
                            <a16:creationId xmlns:a16="http://schemas.microsoft.com/office/drawing/2014/main" id="{1E8A1C4B-10FC-4922-A3A8-68F89B13779B}"/>
                          </a:ext>
                        </a:extLst>
                      </p:cNvPr>
                      <p:cNvCxnSpPr>
                        <a:cxnSpLocks/>
                        <a:stCxn id="142363" idx="6"/>
                        <a:endCxn id="14236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65" name="直線コネクタ 142364">
                        <a:extLst>
                          <a:ext uri="{FF2B5EF4-FFF2-40B4-BE49-F238E27FC236}">
                            <a16:creationId xmlns:a16="http://schemas.microsoft.com/office/drawing/2014/main" id="{F658655E-7A0F-437C-AED9-E5A82F10578E}"/>
                          </a:ext>
                        </a:extLst>
                      </p:cNvPr>
                      <p:cNvCxnSpPr>
                        <a:cxnSpLocks/>
                        <a:stCxn id="142363" idx="4"/>
                        <a:endCxn id="14236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43" name="グループ化 142342">
                      <a:extLst>
                        <a:ext uri="{FF2B5EF4-FFF2-40B4-BE49-F238E27FC236}">
                          <a16:creationId xmlns:a16="http://schemas.microsoft.com/office/drawing/2014/main" id="{211076AB-18A4-412C-8C1D-FF7BC78082AF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360" name="楕円 142359">
                        <a:extLst>
                          <a:ext uri="{FF2B5EF4-FFF2-40B4-BE49-F238E27FC236}">
                            <a16:creationId xmlns:a16="http://schemas.microsoft.com/office/drawing/2014/main" id="{24CB2267-EE1F-45E6-8694-7A29C668DA0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361" name="直線コネクタ 142360">
                        <a:extLst>
                          <a:ext uri="{FF2B5EF4-FFF2-40B4-BE49-F238E27FC236}">
                            <a16:creationId xmlns:a16="http://schemas.microsoft.com/office/drawing/2014/main" id="{384AEAE8-9226-4A5D-B366-E4085865FD99}"/>
                          </a:ext>
                        </a:extLst>
                      </p:cNvPr>
                      <p:cNvCxnSpPr>
                        <a:cxnSpLocks/>
                        <a:stCxn id="142360" idx="6"/>
                        <a:endCxn id="14236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62" name="直線コネクタ 142361">
                        <a:extLst>
                          <a:ext uri="{FF2B5EF4-FFF2-40B4-BE49-F238E27FC236}">
                            <a16:creationId xmlns:a16="http://schemas.microsoft.com/office/drawing/2014/main" id="{A9483371-4A7A-407F-B69B-563DC3FDBFBB}"/>
                          </a:ext>
                        </a:extLst>
                      </p:cNvPr>
                      <p:cNvCxnSpPr>
                        <a:cxnSpLocks/>
                        <a:stCxn id="142360" idx="4"/>
                        <a:endCxn id="14236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44" name="グループ化 142343">
                      <a:extLst>
                        <a:ext uri="{FF2B5EF4-FFF2-40B4-BE49-F238E27FC236}">
                          <a16:creationId xmlns:a16="http://schemas.microsoft.com/office/drawing/2014/main" id="{3BC73926-2A12-463B-BC4A-3E526E3E7975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357" name="楕円 142356">
                        <a:extLst>
                          <a:ext uri="{FF2B5EF4-FFF2-40B4-BE49-F238E27FC236}">
                            <a16:creationId xmlns:a16="http://schemas.microsoft.com/office/drawing/2014/main" id="{40A410B3-7E65-4241-867C-E5CE74D4BA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358" name="直線コネクタ 142357">
                        <a:extLst>
                          <a:ext uri="{FF2B5EF4-FFF2-40B4-BE49-F238E27FC236}">
                            <a16:creationId xmlns:a16="http://schemas.microsoft.com/office/drawing/2014/main" id="{CE37199F-FD30-4B7B-BBDC-FD11165DE78F}"/>
                          </a:ext>
                        </a:extLst>
                      </p:cNvPr>
                      <p:cNvCxnSpPr>
                        <a:cxnSpLocks/>
                        <a:stCxn id="142357" idx="6"/>
                        <a:endCxn id="14235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59" name="直線コネクタ 142358">
                        <a:extLst>
                          <a:ext uri="{FF2B5EF4-FFF2-40B4-BE49-F238E27FC236}">
                            <a16:creationId xmlns:a16="http://schemas.microsoft.com/office/drawing/2014/main" id="{7BEA77F5-2131-4EFA-84FA-6875C506E4E5}"/>
                          </a:ext>
                        </a:extLst>
                      </p:cNvPr>
                      <p:cNvCxnSpPr>
                        <a:cxnSpLocks/>
                        <a:stCxn id="142357" idx="4"/>
                        <a:endCxn id="14235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45" name="グループ化 142344">
                      <a:extLst>
                        <a:ext uri="{FF2B5EF4-FFF2-40B4-BE49-F238E27FC236}">
                          <a16:creationId xmlns:a16="http://schemas.microsoft.com/office/drawing/2014/main" id="{3418B82C-05F9-42D8-AFBB-53294EDE5231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354" name="楕円 142353">
                        <a:extLst>
                          <a:ext uri="{FF2B5EF4-FFF2-40B4-BE49-F238E27FC236}">
                            <a16:creationId xmlns:a16="http://schemas.microsoft.com/office/drawing/2014/main" id="{64A57A64-3F64-4C78-B447-6AB9D82563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355" name="直線コネクタ 142354">
                        <a:extLst>
                          <a:ext uri="{FF2B5EF4-FFF2-40B4-BE49-F238E27FC236}">
                            <a16:creationId xmlns:a16="http://schemas.microsoft.com/office/drawing/2014/main" id="{8EF8E4C7-8288-496A-94FE-C731F4A0693D}"/>
                          </a:ext>
                        </a:extLst>
                      </p:cNvPr>
                      <p:cNvCxnSpPr>
                        <a:cxnSpLocks/>
                        <a:stCxn id="142354" idx="6"/>
                        <a:endCxn id="14235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56" name="直線コネクタ 142355">
                        <a:extLst>
                          <a:ext uri="{FF2B5EF4-FFF2-40B4-BE49-F238E27FC236}">
                            <a16:creationId xmlns:a16="http://schemas.microsoft.com/office/drawing/2014/main" id="{ACC6AF08-39E4-4CA2-BC10-233FC7CBFCBF}"/>
                          </a:ext>
                        </a:extLst>
                      </p:cNvPr>
                      <p:cNvCxnSpPr>
                        <a:cxnSpLocks/>
                        <a:stCxn id="142354" idx="4"/>
                        <a:endCxn id="14235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46" name="グループ化 142345">
                      <a:extLst>
                        <a:ext uri="{FF2B5EF4-FFF2-40B4-BE49-F238E27FC236}">
                          <a16:creationId xmlns:a16="http://schemas.microsoft.com/office/drawing/2014/main" id="{C6340C48-A2E0-4A27-9A1C-3437672E7909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351" name="楕円 142350">
                        <a:extLst>
                          <a:ext uri="{FF2B5EF4-FFF2-40B4-BE49-F238E27FC236}">
                            <a16:creationId xmlns:a16="http://schemas.microsoft.com/office/drawing/2014/main" id="{AAB7862D-6372-4A46-8CCE-1DCF674619B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352" name="直線コネクタ 142351">
                        <a:extLst>
                          <a:ext uri="{FF2B5EF4-FFF2-40B4-BE49-F238E27FC236}">
                            <a16:creationId xmlns:a16="http://schemas.microsoft.com/office/drawing/2014/main" id="{7996121F-13A3-4D34-934C-65F8933D76E0}"/>
                          </a:ext>
                        </a:extLst>
                      </p:cNvPr>
                      <p:cNvCxnSpPr>
                        <a:cxnSpLocks/>
                        <a:stCxn id="142351" idx="6"/>
                        <a:endCxn id="14235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53" name="直線コネクタ 142352">
                        <a:extLst>
                          <a:ext uri="{FF2B5EF4-FFF2-40B4-BE49-F238E27FC236}">
                            <a16:creationId xmlns:a16="http://schemas.microsoft.com/office/drawing/2014/main" id="{E9954B96-BC65-4747-ADD5-1BCD837EA59C}"/>
                          </a:ext>
                        </a:extLst>
                      </p:cNvPr>
                      <p:cNvCxnSpPr>
                        <a:cxnSpLocks/>
                        <a:stCxn id="142351" idx="4"/>
                        <a:endCxn id="14235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47" name="グループ化 142346">
                      <a:extLst>
                        <a:ext uri="{FF2B5EF4-FFF2-40B4-BE49-F238E27FC236}">
                          <a16:creationId xmlns:a16="http://schemas.microsoft.com/office/drawing/2014/main" id="{C85311E3-AD76-4B87-ADC3-91FDAB800D58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348" name="楕円 142347">
                        <a:extLst>
                          <a:ext uri="{FF2B5EF4-FFF2-40B4-BE49-F238E27FC236}">
                            <a16:creationId xmlns:a16="http://schemas.microsoft.com/office/drawing/2014/main" id="{5D81EF9C-6260-47E0-B091-B0982E10E1D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349" name="直線コネクタ 142348">
                        <a:extLst>
                          <a:ext uri="{FF2B5EF4-FFF2-40B4-BE49-F238E27FC236}">
                            <a16:creationId xmlns:a16="http://schemas.microsoft.com/office/drawing/2014/main" id="{07226F2E-20BA-4C1E-BB2F-800EAEBFF8E0}"/>
                          </a:ext>
                        </a:extLst>
                      </p:cNvPr>
                      <p:cNvCxnSpPr>
                        <a:cxnSpLocks/>
                        <a:stCxn id="142348" idx="6"/>
                        <a:endCxn id="14234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350" name="直線コネクタ 142349">
                        <a:extLst>
                          <a:ext uri="{FF2B5EF4-FFF2-40B4-BE49-F238E27FC236}">
                            <a16:creationId xmlns:a16="http://schemas.microsoft.com/office/drawing/2014/main" id="{CD6A6613-4472-4741-8DB9-C6ED1E252129}"/>
                          </a:ext>
                        </a:extLst>
                      </p:cNvPr>
                      <p:cNvCxnSpPr>
                        <a:cxnSpLocks/>
                        <a:stCxn id="142348" idx="4"/>
                        <a:endCxn id="14234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41886" name="グループ化 141885">
                    <a:extLst>
                      <a:ext uri="{FF2B5EF4-FFF2-40B4-BE49-F238E27FC236}">
                        <a16:creationId xmlns:a16="http://schemas.microsoft.com/office/drawing/2014/main" id="{4D567D51-B5F5-4144-BF1C-79740DE88923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626225" y="6093662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2286" name="グループ化 142285">
                      <a:extLst>
                        <a:ext uri="{FF2B5EF4-FFF2-40B4-BE49-F238E27FC236}">
                          <a16:creationId xmlns:a16="http://schemas.microsoft.com/office/drawing/2014/main" id="{5D38D3E2-0CFF-4647-A812-8747EAA80871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2315" name="グループ化 142314">
                        <a:extLst>
                          <a:ext uri="{FF2B5EF4-FFF2-40B4-BE49-F238E27FC236}">
                            <a16:creationId xmlns:a16="http://schemas.microsoft.com/office/drawing/2014/main" id="{DB13A7DE-2A93-4CE1-9DC9-5148E3D4E3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336" name="直線コネクタ 142335">
                          <a:extLst>
                            <a:ext uri="{FF2B5EF4-FFF2-40B4-BE49-F238E27FC236}">
                              <a16:creationId xmlns:a16="http://schemas.microsoft.com/office/drawing/2014/main" id="{ACB33483-B214-4DBF-9C42-6ED400201DA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37" name="直線コネクタ 142336">
                          <a:extLst>
                            <a:ext uri="{FF2B5EF4-FFF2-40B4-BE49-F238E27FC236}">
                              <a16:creationId xmlns:a16="http://schemas.microsoft.com/office/drawing/2014/main" id="{FEC58683-C7DF-4EEC-9E32-726FDB3B24D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38" name="直線コネクタ 142337">
                          <a:extLst>
                            <a:ext uri="{FF2B5EF4-FFF2-40B4-BE49-F238E27FC236}">
                              <a16:creationId xmlns:a16="http://schemas.microsoft.com/office/drawing/2014/main" id="{37FA26BC-E0E5-472E-B936-B892C3E49EB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39" name="直線コネクタ 142338">
                          <a:extLst>
                            <a:ext uri="{FF2B5EF4-FFF2-40B4-BE49-F238E27FC236}">
                              <a16:creationId xmlns:a16="http://schemas.microsoft.com/office/drawing/2014/main" id="{CC9E751A-4720-488C-A4ED-2E7431E68CF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40" name="直線コネクタ 142339">
                          <a:extLst>
                            <a:ext uri="{FF2B5EF4-FFF2-40B4-BE49-F238E27FC236}">
                              <a16:creationId xmlns:a16="http://schemas.microsoft.com/office/drawing/2014/main" id="{3CB8DBE0-FF7C-4D7B-8349-8696653B121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16" name="グループ化 142315">
                        <a:extLst>
                          <a:ext uri="{FF2B5EF4-FFF2-40B4-BE49-F238E27FC236}">
                            <a16:creationId xmlns:a16="http://schemas.microsoft.com/office/drawing/2014/main" id="{1D3E58B4-5F10-4033-8C1C-A0705DB4B5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33" name="楕円 142332">
                          <a:extLst>
                            <a:ext uri="{FF2B5EF4-FFF2-40B4-BE49-F238E27FC236}">
                              <a16:creationId xmlns:a16="http://schemas.microsoft.com/office/drawing/2014/main" id="{1A15B5EA-0F60-4A89-B5B9-EFB16679B4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34" name="直線コネクタ 142333">
                          <a:extLst>
                            <a:ext uri="{FF2B5EF4-FFF2-40B4-BE49-F238E27FC236}">
                              <a16:creationId xmlns:a16="http://schemas.microsoft.com/office/drawing/2014/main" id="{F492ECCB-BE86-43E9-A03C-FBB45D16166E}"/>
                            </a:ext>
                          </a:extLst>
                        </p:cNvPr>
                        <p:cNvCxnSpPr>
                          <a:cxnSpLocks/>
                          <a:stCxn id="142333" idx="6"/>
                          <a:endCxn id="14233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35" name="直線コネクタ 142334">
                          <a:extLst>
                            <a:ext uri="{FF2B5EF4-FFF2-40B4-BE49-F238E27FC236}">
                              <a16:creationId xmlns:a16="http://schemas.microsoft.com/office/drawing/2014/main" id="{21EF864F-AAB2-48AD-B3BF-9E7731E1781A}"/>
                            </a:ext>
                          </a:extLst>
                        </p:cNvPr>
                        <p:cNvCxnSpPr>
                          <a:cxnSpLocks/>
                          <a:stCxn id="142333" idx="4"/>
                          <a:endCxn id="14233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17" name="グループ化 142316">
                        <a:extLst>
                          <a:ext uri="{FF2B5EF4-FFF2-40B4-BE49-F238E27FC236}">
                            <a16:creationId xmlns:a16="http://schemas.microsoft.com/office/drawing/2014/main" id="{CCC5AC4D-2519-4300-8CFA-D5EEB916F23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30" name="楕円 142329">
                          <a:extLst>
                            <a:ext uri="{FF2B5EF4-FFF2-40B4-BE49-F238E27FC236}">
                              <a16:creationId xmlns:a16="http://schemas.microsoft.com/office/drawing/2014/main" id="{417DF699-7AA7-4A4A-ACD2-87C669685F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31" name="直線コネクタ 142330">
                          <a:extLst>
                            <a:ext uri="{FF2B5EF4-FFF2-40B4-BE49-F238E27FC236}">
                              <a16:creationId xmlns:a16="http://schemas.microsoft.com/office/drawing/2014/main" id="{14A73758-50AE-4EB2-93C1-7AB0F202BC05}"/>
                            </a:ext>
                          </a:extLst>
                        </p:cNvPr>
                        <p:cNvCxnSpPr>
                          <a:cxnSpLocks/>
                          <a:stCxn id="142330" idx="6"/>
                          <a:endCxn id="14233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32" name="直線コネクタ 142331">
                          <a:extLst>
                            <a:ext uri="{FF2B5EF4-FFF2-40B4-BE49-F238E27FC236}">
                              <a16:creationId xmlns:a16="http://schemas.microsoft.com/office/drawing/2014/main" id="{E93CD1AE-0FAF-4BC4-B257-D8CFDEFD867A}"/>
                            </a:ext>
                          </a:extLst>
                        </p:cNvPr>
                        <p:cNvCxnSpPr>
                          <a:cxnSpLocks/>
                          <a:stCxn id="142330" idx="4"/>
                          <a:endCxn id="14233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18" name="グループ化 142317">
                        <a:extLst>
                          <a:ext uri="{FF2B5EF4-FFF2-40B4-BE49-F238E27FC236}">
                            <a16:creationId xmlns:a16="http://schemas.microsoft.com/office/drawing/2014/main" id="{06E437C3-EABB-41EE-98A8-4962BA8F690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27" name="楕円 142326">
                          <a:extLst>
                            <a:ext uri="{FF2B5EF4-FFF2-40B4-BE49-F238E27FC236}">
                              <a16:creationId xmlns:a16="http://schemas.microsoft.com/office/drawing/2014/main" id="{927E5865-87F8-493F-8938-006C50D560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28" name="直線コネクタ 142327">
                          <a:extLst>
                            <a:ext uri="{FF2B5EF4-FFF2-40B4-BE49-F238E27FC236}">
                              <a16:creationId xmlns:a16="http://schemas.microsoft.com/office/drawing/2014/main" id="{9240AEC7-33EB-4E19-8525-7B3487F9C0FB}"/>
                            </a:ext>
                          </a:extLst>
                        </p:cNvPr>
                        <p:cNvCxnSpPr>
                          <a:cxnSpLocks/>
                          <a:stCxn id="142327" idx="6"/>
                          <a:endCxn id="14232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29" name="直線コネクタ 142328">
                          <a:extLst>
                            <a:ext uri="{FF2B5EF4-FFF2-40B4-BE49-F238E27FC236}">
                              <a16:creationId xmlns:a16="http://schemas.microsoft.com/office/drawing/2014/main" id="{E9CF8299-9A8C-4F4F-898F-6C2AEDCFB9BF}"/>
                            </a:ext>
                          </a:extLst>
                        </p:cNvPr>
                        <p:cNvCxnSpPr>
                          <a:cxnSpLocks/>
                          <a:stCxn id="142327" idx="4"/>
                          <a:endCxn id="14232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19" name="グループ化 142318">
                        <a:extLst>
                          <a:ext uri="{FF2B5EF4-FFF2-40B4-BE49-F238E27FC236}">
                            <a16:creationId xmlns:a16="http://schemas.microsoft.com/office/drawing/2014/main" id="{C21B675F-C263-4754-8707-6C211CD86BE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24" name="楕円 142323">
                          <a:extLst>
                            <a:ext uri="{FF2B5EF4-FFF2-40B4-BE49-F238E27FC236}">
                              <a16:creationId xmlns:a16="http://schemas.microsoft.com/office/drawing/2014/main" id="{B834A5B5-AFEE-4FFB-BB7C-35B06215CC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25" name="直線コネクタ 142324">
                          <a:extLst>
                            <a:ext uri="{FF2B5EF4-FFF2-40B4-BE49-F238E27FC236}">
                              <a16:creationId xmlns:a16="http://schemas.microsoft.com/office/drawing/2014/main" id="{467049DE-5E38-4D2F-8449-DC3B0606B1F1}"/>
                            </a:ext>
                          </a:extLst>
                        </p:cNvPr>
                        <p:cNvCxnSpPr>
                          <a:cxnSpLocks/>
                          <a:stCxn id="142324" idx="6"/>
                          <a:endCxn id="14232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26" name="直線コネクタ 142325">
                          <a:extLst>
                            <a:ext uri="{FF2B5EF4-FFF2-40B4-BE49-F238E27FC236}">
                              <a16:creationId xmlns:a16="http://schemas.microsoft.com/office/drawing/2014/main" id="{83A36969-4096-4DB6-92CB-2C9F10DBA16A}"/>
                            </a:ext>
                          </a:extLst>
                        </p:cNvPr>
                        <p:cNvCxnSpPr>
                          <a:cxnSpLocks/>
                          <a:stCxn id="142324" idx="4"/>
                          <a:endCxn id="14232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320" name="グループ化 142319">
                        <a:extLst>
                          <a:ext uri="{FF2B5EF4-FFF2-40B4-BE49-F238E27FC236}">
                            <a16:creationId xmlns:a16="http://schemas.microsoft.com/office/drawing/2014/main" id="{78DBA350-7BE6-437F-9027-E60D2C12EAC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21" name="楕円 142320">
                          <a:extLst>
                            <a:ext uri="{FF2B5EF4-FFF2-40B4-BE49-F238E27FC236}">
                              <a16:creationId xmlns:a16="http://schemas.microsoft.com/office/drawing/2014/main" id="{A8AFEEB8-9A93-40B9-A885-E750D7FD82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22" name="直線コネクタ 142321">
                          <a:extLst>
                            <a:ext uri="{FF2B5EF4-FFF2-40B4-BE49-F238E27FC236}">
                              <a16:creationId xmlns:a16="http://schemas.microsoft.com/office/drawing/2014/main" id="{0E4EC2E7-DF10-4F5C-854D-ADF977DE9DEB}"/>
                            </a:ext>
                          </a:extLst>
                        </p:cNvPr>
                        <p:cNvCxnSpPr>
                          <a:cxnSpLocks/>
                          <a:stCxn id="142321" idx="6"/>
                          <a:endCxn id="14232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23" name="直線コネクタ 142322">
                          <a:extLst>
                            <a:ext uri="{FF2B5EF4-FFF2-40B4-BE49-F238E27FC236}">
                              <a16:creationId xmlns:a16="http://schemas.microsoft.com/office/drawing/2014/main" id="{3A3A7000-FA9B-426A-B027-C8A3BF026256}"/>
                            </a:ext>
                          </a:extLst>
                        </p:cNvPr>
                        <p:cNvCxnSpPr>
                          <a:cxnSpLocks/>
                          <a:stCxn id="142321" idx="4"/>
                          <a:endCxn id="14232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2287" name="楕円 142286">
                      <a:extLst>
                        <a:ext uri="{FF2B5EF4-FFF2-40B4-BE49-F238E27FC236}">
                          <a16:creationId xmlns:a16="http://schemas.microsoft.com/office/drawing/2014/main" id="{E4832E50-3B3D-478C-A03E-3B09F91A680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2288" name="グループ化 142287">
                      <a:extLst>
                        <a:ext uri="{FF2B5EF4-FFF2-40B4-BE49-F238E27FC236}">
                          <a16:creationId xmlns:a16="http://schemas.microsoft.com/office/drawing/2014/main" id="{803A59B5-9F6F-4F6D-8095-70FA11CC0B66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2289" name="グループ化 142288">
                        <a:extLst>
                          <a:ext uri="{FF2B5EF4-FFF2-40B4-BE49-F238E27FC236}">
                            <a16:creationId xmlns:a16="http://schemas.microsoft.com/office/drawing/2014/main" id="{9C06A96A-4DF0-47A7-897A-AC613538DEC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310" name="直線コネクタ 142309">
                          <a:extLst>
                            <a:ext uri="{FF2B5EF4-FFF2-40B4-BE49-F238E27FC236}">
                              <a16:creationId xmlns:a16="http://schemas.microsoft.com/office/drawing/2014/main" id="{98210D87-3986-4D81-9D49-E6A0002B972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11" name="直線コネクタ 142310">
                          <a:extLst>
                            <a:ext uri="{FF2B5EF4-FFF2-40B4-BE49-F238E27FC236}">
                              <a16:creationId xmlns:a16="http://schemas.microsoft.com/office/drawing/2014/main" id="{DC10C5B1-EA9B-43DF-9D14-6284A53CE10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12" name="直線コネクタ 142311">
                          <a:extLst>
                            <a:ext uri="{FF2B5EF4-FFF2-40B4-BE49-F238E27FC236}">
                              <a16:creationId xmlns:a16="http://schemas.microsoft.com/office/drawing/2014/main" id="{5390D62F-2D86-49C0-9E1D-36577AEE7CB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13" name="直線コネクタ 142312">
                          <a:extLst>
                            <a:ext uri="{FF2B5EF4-FFF2-40B4-BE49-F238E27FC236}">
                              <a16:creationId xmlns:a16="http://schemas.microsoft.com/office/drawing/2014/main" id="{3DA0011A-2957-4674-9AE8-783A0B019D4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14" name="直線コネクタ 142313">
                          <a:extLst>
                            <a:ext uri="{FF2B5EF4-FFF2-40B4-BE49-F238E27FC236}">
                              <a16:creationId xmlns:a16="http://schemas.microsoft.com/office/drawing/2014/main" id="{9F5E5674-34D5-484D-9150-EBEA641BE01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90" name="グループ化 142289">
                        <a:extLst>
                          <a:ext uri="{FF2B5EF4-FFF2-40B4-BE49-F238E27FC236}">
                            <a16:creationId xmlns:a16="http://schemas.microsoft.com/office/drawing/2014/main" id="{A2E9579C-BC55-4F8A-A0C7-F072441CED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07" name="楕円 142306">
                          <a:extLst>
                            <a:ext uri="{FF2B5EF4-FFF2-40B4-BE49-F238E27FC236}">
                              <a16:creationId xmlns:a16="http://schemas.microsoft.com/office/drawing/2014/main" id="{DE572FED-3AD5-4DBB-8DD8-73B8459469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08" name="直線コネクタ 142307">
                          <a:extLst>
                            <a:ext uri="{FF2B5EF4-FFF2-40B4-BE49-F238E27FC236}">
                              <a16:creationId xmlns:a16="http://schemas.microsoft.com/office/drawing/2014/main" id="{D46A34D3-B753-411C-8D49-E83A203FADE4}"/>
                            </a:ext>
                          </a:extLst>
                        </p:cNvPr>
                        <p:cNvCxnSpPr>
                          <a:cxnSpLocks/>
                          <a:stCxn id="142307" idx="6"/>
                          <a:endCxn id="14230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09" name="直線コネクタ 142308">
                          <a:extLst>
                            <a:ext uri="{FF2B5EF4-FFF2-40B4-BE49-F238E27FC236}">
                              <a16:creationId xmlns:a16="http://schemas.microsoft.com/office/drawing/2014/main" id="{FF28CF0E-22CB-4D20-9EDD-59D375CA5E42}"/>
                            </a:ext>
                          </a:extLst>
                        </p:cNvPr>
                        <p:cNvCxnSpPr>
                          <a:cxnSpLocks/>
                          <a:stCxn id="142307" idx="4"/>
                          <a:endCxn id="14230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91" name="グループ化 142290">
                        <a:extLst>
                          <a:ext uri="{FF2B5EF4-FFF2-40B4-BE49-F238E27FC236}">
                            <a16:creationId xmlns:a16="http://schemas.microsoft.com/office/drawing/2014/main" id="{8A44CACD-6F4C-4B51-B607-B74D9099A49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04" name="楕円 142303">
                          <a:extLst>
                            <a:ext uri="{FF2B5EF4-FFF2-40B4-BE49-F238E27FC236}">
                              <a16:creationId xmlns:a16="http://schemas.microsoft.com/office/drawing/2014/main" id="{1EDCCD6C-3502-4352-B103-B7609B8260B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05" name="直線コネクタ 142304">
                          <a:extLst>
                            <a:ext uri="{FF2B5EF4-FFF2-40B4-BE49-F238E27FC236}">
                              <a16:creationId xmlns:a16="http://schemas.microsoft.com/office/drawing/2014/main" id="{C6A87CD9-8228-4072-A056-7A8BC94FE037}"/>
                            </a:ext>
                          </a:extLst>
                        </p:cNvPr>
                        <p:cNvCxnSpPr>
                          <a:cxnSpLocks/>
                          <a:stCxn id="142304" idx="6"/>
                          <a:endCxn id="14230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06" name="直線コネクタ 142305">
                          <a:extLst>
                            <a:ext uri="{FF2B5EF4-FFF2-40B4-BE49-F238E27FC236}">
                              <a16:creationId xmlns:a16="http://schemas.microsoft.com/office/drawing/2014/main" id="{5BF021F7-93E6-46E8-8F7B-1C1484E42298}"/>
                            </a:ext>
                          </a:extLst>
                        </p:cNvPr>
                        <p:cNvCxnSpPr>
                          <a:cxnSpLocks/>
                          <a:stCxn id="142304" idx="4"/>
                          <a:endCxn id="14230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92" name="グループ化 142291">
                        <a:extLst>
                          <a:ext uri="{FF2B5EF4-FFF2-40B4-BE49-F238E27FC236}">
                            <a16:creationId xmlns:a16="http://schemas.microsoft.com/office/drawing/2014/main" id="{A9A328EB-7F11-4611-92DA-79C8CDA86BF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301" name="楕円 142300">
                          <a:extLst>
                            <a:ext uri="{FF2B5EF4-FFF2-40B4-BE49-F238E27FC236}">
                              <a16:creationId xmlns:a16="http://schemas.microsoft.com/office/drawing/2014/main" id="{AF7CB2B7-464B-4082-927D-64747B2A443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302" name="直線コネクタ 142301">
                          <a:extLst>
                            <a:ext uri="{FF2B5EF4-FFF2-40B4-BE49-F238E27FC236}">
                              <a16:creationId xmlns:a16="http://schemas.microsoft.com/office/drawing/2014/main" id="{361D35C1-DBB0-4FE5-A70B-7BCC71FB2F11}"/>
                            </a:ext>
                          </a:extLst>
                        </p:cNvPr>
                        <p:cNvCxnSpPr>
                          <a:cxnSpLocks/>
                          <a:stCxn id="142301" idx="6"/>
                          <a:endCxn id="14230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03" name="直線コネクタ 142302">
                          <a:extLst>
                            <a:ext uri="{FF2B5EF4-FFF2-40B4-BE49-F238E27FC236}">
                              <a16:creationId xmlns:a16="http://schemas.microsoft.com/office/drawing/2014/main" id="{364C9763-419D-40B4-B302-135D9A45D864}"/>
                            </a:ext>
                          </a:extLst>
                        </p:cNvPr>
                        <p:cNvCxnSpPr>
                          <a:cxnSpLocks/>
                          <a:stCxn id="142301" idx="4"/>
                          <a:endCxn id="14230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93" name="グループ化 142292">
                        <a:extLst>
                          <a:ext uri="{FF2B5EF4-FFF2-40B4-BE49-F238E27FC236}">
                            <a16:creationId xmlns:a16="http://schemas.microsoft.com/office/drawing/2014/main" id="{58D39549-3D66-4CEF-BE79-08D57B29343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98" name="楕円 142297">
                          <a:extLst>
                            <a:ext uri="{FF2B5EF4-FFF2-40B4-BE49-F238E27FC236}">
                              <a16:creationId xmlns:a16="http://schemas.microsoft.com/office/drawing/2014/main" id="{C538C022-D759-41A3-BD86-5538FCE080B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99" name="直線コネクタ 142298">
                          <a:extLst>
                            <a:ext uri="{FF2B5EF4-FFF2-40B4-BE49-F238E27FC236}">
                              <a16:creationId xmlns:a16="http://schemas.microsoft.com/office/drawing/2014/main" id="{E00EB535-6878-4731-BF2D-73029F158D16}"/>
                            </a:ext>
                          </a:extLst>
                        </p:cNvPr>
                        <p:cNvCxnSpPr>
                          <a:cxnSpLocks/>
                          <a:stCxn id="142298" idx="6"/>
                          <a:endCxn id="14229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300" name="直線コネクタ 142299">
                          <a:extLst>
                            <a:ext uri="{FF2B5EF4-FFF2-40B4-BE49-F238E27FC236}">
                              <a16:creationId xmlns:a16="http://schemas.microsoft.com/office/drawing/2014/main" id="{F48BD38C-054B-4B19-9FF2-892E9958D926}"/>
                            </a:ext>
                          </a:extLst>
                        </p:cNvPr>
                        <p:cNvCxnSpPr>
                          <a:cxnSpLocks/>
                          <a:stCxn id="142298" idx="4"/>
                          <a:endCxn id="14229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94" name="グループ化 142293">
                        <a:extLst>
                          <a:ext uri="{FF2B5EF4-FFF2-40B4-BE49-F238E27FC236}">
                            <a16:creationId xmlns:a16="http://schemas.microsoft.com/office/drawing/2014/main" id="{22C66CFE-3186-480F-9D72-92C6A252E3D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95" name="楕円 142294">
                          <a:extLst>
                            <a:ext uri="{FF2B5EF4-FFF2-40B4-BE49-F238E27FC236}">
                              <a16:creationId xmlns:a16="http://schemas.microsoft.com/office/drawing/2014/main" id="{0D8D3A30-AD24-4281-93C4-48D45A96E1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96" name="直線コネクタ 142295">
                          <a:extLst>
                            <a:ext uri="{FF2B5EF4-FFF2-40B4-BE49-F238E27FC236}">
                              <a16:creationId xmlns:a16="http://schemas.microsoft.com/office/drawing/2014/main" id="{8A515775-1F15-49D8-ACDA-00E941B255A5}"/>
                            </a:ext>
                          </a:extLst>
                        </p:cNvPr>
                        <p:cNvCxnSpPr>
                          <a:cxnSpLocks/>
                          <a:stCxn id="142295" idx="6"/>
                          <a:endCxn id="14229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97" name="直線コネクタ 142296">
                          <a:extLst>
                            <a:ext uri="{FF2B5EF4-FFF2-40B4-BE49-F238E27FC236}">
                              <a16:creationId xmlns:a16="http://schemas.microsoft.com/office/drawing/2014/main" id="{BD959551-6404-40D1-AADC-7A42D4174E77}"/>
                            </a:ext>
                          </a:extLst>
                        </p:cNvPr>
                        <p:cNvCxnSpPr>
                          <a:cxnSpLocks/>
                          <a:stCxn id="142295" idx="4"/>
                          <a:endCxn id="14229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41887" name="グループ化 141886">
                    <a:extLst>
                      <a:ext uri="{FF2B5EF4-FFF2-40B4-BE49-F238E27FC236}">
                        <a16:creationId xmlns:a16="http://schemas.microsoft.com/office/drawing/2014/main" id="{9F157A4D-F3A0-405E-ACC7-CDC882451E2E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887799" y="5884181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2252" name="グループ化 142251">
                      <a:extLst>
                        <a:ext uri="{FF2B5EF4-FFF2-40B4-BE49-F238E27FC236}">
                          <a16:creationId xmlns:a16="http://schemas.microsoft.com/office/drawing/2014/main" id="{05699D56-8D01-42E9-AFC5-2F5DA0DF71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2277" name="直線コネクタ 142276">
                        <a:extLst>
                          <a:ext uri="{FF2B5EF4-FFF2-40B4-BE49-F238E27FC236}">
                            <a16:creationId xmlns:a16="http://schemas.microsoft.com/office/drawing/2014/main" id="{BD9A2B2F-0A83-4DEA-BA71-4E93F1C8FF1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78" name="直線コネクタ 142277">
                        <a:extLst>
                          <a:ext uri="{FF2B5EF4-FFF2-40B4-BE49-F238E27FC236}">
                            <a16:creationId xmlns:a16="http://schemas.microsoft.com/office/drawing/2014/main" id="{C67DC7C1-4F37-444E-AE5C-A77FF70E022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79" name="直線コネクタ 142278">
                        <a:extLst>
                          <a:ext uri="{FF2B5EF4-FFF2-40B4-BE49-F238E27FC236}">
                            <a16:creationId xmlns:a16="http://schemas.microsoft.com/office/drawing/2014/main" id="{FE075F1D-9A60-415A-8FD4-7EF25FD8E9D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80" name="直線コネクタ 142279">
                        <a:extLst>
                          <a:ext uri="{FF2B5EF4-FFF2-40B4-BE49-F238E27FC236}">
                            <a16:creationId xmlns:a16="http://schemas.microsoft.com/office/drawing/2014/main" id="{DB60A63C-67F4-4E55-B515-A6FF271242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81" name="直線コネクタ 142280">
                        <a:extLst>
                          <a:ext uri="{FF2B5EF4-FFF2-40B4-BE49-F238E27FC236}">
                            <a16:creationId xmlns:a16="http://schemas.microsoft.com/office/drawing/2014/main" id="{BCBCD78D-3AA5-4400-AD62-A439D1F07D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82" name="直線コネクタ 142281">
                        <a:extLst>
                          <a:ext uri="{FF2B5EF4-FFF2-40B4-BE49-F238E27FC236}">
                            <a16:creationId xmlns:a16="http://schemas.microsoft.com/office/drawing/2014/main" id="{127AC001-4745-4E3E-B7E9-035EF4B5512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83" name="直線コネクタ 142282">
                        <a:extLst>
                          <a:ext uri="{FF2B5EF4-FFF2-40B4-BE49-F238E27FC236}">
                            <a16:creationId xmlns:a16="http://schemas.microsoft.com/office/drawing/2014/main" id="{1FD1DF21-6FBA-4FD2-9CD0-0DF4C160684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84" name="直線コネクタ 142283">
                        <a:extLst>
                          <a:ext uri="{FF2B5EF4-FFF2-40B4-BE49-F238E27FC236}">
                            <a16:creationId xmlns:a16="http://schemas.microsoft.com/office/drawing/2014/main" id="{0CF5CDCF-FA4F-4069-BAAF-B8B398C1FE1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85" name="直線コネクタ 142284">
                        <a:extLst>
                          <a:ext uri="{FF2B5EF4-FFF2-40B4-BE49-F238E27FC236}">
                            <a16:creationId xmlns:a16="http://schemas.microsoft.com/office/drawing/2014/main" id="{DA60AE23-1871-446D-9627-48486BCE991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53" name="グループ化 142252">
                      <a:extLst>
                        <a:ext uri="{FF2B5EF4-FFF2-40B4-BE49-F238E27FC236}">
                          <a16:creationId xmlns:a16="http://schemas.microsoft.com/office/drawing/2014/main" id="{D9E4EBB2-5181-456F-A7F5-923E8C43F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274" name="楕円 142273">
                        <a:extLst>
                          <a:ext uri="{FF2B5EF4-FFF2-40B4-BE49-F238E27FC236}">
                            <a16:creationId xmlns:a16="http://schemas.microsoft.com/office/drawing/2014/main" id="{55977F8A-4BAB-4DA4-BCC7-5EA0B9DF41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275" name="直線コネクタ 142274">
                        <a:extLst>
                          <a:ext uri="{FF2B5EF4-FFF2-40B4-BE49-F238E27FC236}">
                            <a16:creationId xmlns:a16="http://schemas.microsoft.com/office/drawing/2014/main" id="{A2A0440F-35F1-479E-A4D1-F3311C4BEAED}"/>
                          </a:ext>
                        </a:extLst>
                      </p:cNvPr>
                      <p:cNvCxnSpPr>
                        <a:cxnSpLocks/>
                        <a:stCxn id="142274" idx="6"/>
                        <a:endCxn id="14227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76" name="直線コネクタ 142275">
                        <a:extLst>
                          <a:ext uri="{FF2B5EF4-FFF2-40B4-BE49-F238E27FC236}">
                            <a16:creationId xmlns:a16="http://schemas.microsoft.com/office/drawing/2014/main" id="{C8657775-C83B-4247-AF39-259D8C217B05}"/>
                          </a:ext>
                        </a:extLst>
                      </p:cNvPr>
                      <p:cNvCxnSpPr>
                        <a:cxnSpLocks/>
                        <a:stCxn id="142274" idx="4"/>
                        <a:endCxn id="14227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54" name="グループ化 142253">
                      <a:extLst>
                        <a:ext uri="{FF2B5EF4-FFF2-40B4-BE49-F238E27FC236}">
                          <a16:creationId xmlns:a16="http://schemas.microsoft.com/office/drawing/2014/main" id="{4027810F-7279-45DA-A948-2B1BEE70609C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271" name="楕円 142270">
                        <a:extLst>
                          <a:ext uri="{FF2B5EF4-FFF2-40B4-BE49-F238E27FC236}">
                            <a16:creationId xmlns:a16="http://schemas.microsoft.com/office/drawing/2014/main" id="{0780350D-1882-450A-A335-826398D96A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272" name="直線コネクタ 142271">
                        <a:extLst>
                          <a:ext uri="{FF2B5EF4-FFF2-40B4-BE49-F238E27FC236}">
                            <a16:creationId xmlns:a16="http://schemas.microsoft.com/office/drawing/2014/main" id="{A71D3B0D-DC51-4B34-ABBC-D87543B9516F}"/>
                          </a:ext>
                        </a:extLst>
                      </p:cNvPr>
                      <p:cNvCxnSpPr>
                        <a:cxnSpLocks/>
                        <a:stCxn id="142271" idx="6"/>
                        <a:endCxn id="14227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73" name="直線コネクタ 142272">
                        <a:extLst>
                          <a:ext uri="{FF2B5EF4-FFF2-40B4-BE49-F238E27FC236}">
                            <a16:creationId xmlns:a16="http://schemas.microsoft.com/office/drawing/2014/main" id="{F95C3855-918A-4508-AF47-60C762B48C91}"/>
                          </a:ext>
                        </a:extLst>
                      </p:cNvPr>
                      <p:cNvCxnSpPr>
                        <a:cxnSpLocks/>
                        <a:stCxn id="142271" idx="4"/>
                        <a:endCxn id="14227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55" name="グループ化 142254">
                      <a:extLst>
                        <a:ext uri="{FF2B5EF4-FFF2-40B4-BE49-F238E27FC236}">
                          <a16:creationId xmlns:a16="http://schemas.microsoft.com/office/drawing/2014/main" id="{697A2C80-C8B5-4394-8527-BBE0C9BAC74D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268" name="楕円 142267">
                        <a:extLst>
                          <a:ext uri="{FF2B5EF4-FFF2-40B4-BE49-F238E27FC236}">
                            <a16:creationId xmlns:a16="http://schemas.microsoft.com/office/drawing/2014/main" id="{CA7AB506-9DAB-4875-A33C-8059C650568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269" name="直線コネクタ 142268">
                        <a:extLst>
                          <a:ext uri="{FF2B5EF4-FFF2-40B4-BE49-F238E27FC236}">
                            <a16:creationId xmlns:a16="http://schemas.microsoft.com/office/drawing/2014/main" id="{BBB24A97-2A39-418A-A584-A89F881A1EB4}"/>
                          </a:ext>
                        </a:extLst>
                      </p:cNvPr>
                      <p:cNvCxnSpPr>
                        <a:cxnSpLocks/>
                        <a:stCxn id="142268" idx="6"/>
                        <a:endCxn id="14226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70" name="直線コネクタ 142269">
                        <a:extLst>
                          <a:ext uri="{FF2B5EF4-FFF2-40B4-BE49-F238E27FC236}">
                            <a16:creationId xmlns:a16="http://schemas.microsoft.com/office/drawing/2014/main" id="{A975EAAA-060E-4566-B52B-B24EDF5D228C}"/>
                          </a:ext>
                        </a:extLst>
                      </p:cNvPr>
                      <p:cNvCxnSpPr>
                        <a:cxnSpLocks/>
                        <a:stCxn id="142268" idx="4"/>
                        <a:endCxn id="14226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56" name="グループ化 142255">
                      <a:extLst>
                        <a:ext uri="{FF2B5EF4-FFF2-40B4-BE49-F238E27FC236}">
                          <a16:creationId xmlns:a16="http://schemas.microsoft.com/office/drawing/2014/main" id="{EDE45EC4-AC30-4056-80F9-8FA9CA6728C4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265" name="楕円 142264">
                        <a:extLst>
                          <a:ext uri="{FF2B5EF4-FFF2-40B4-BE49-F238E27FC236}">
                            <a16:creationId xmlns:a16="http://schemas.microsoft.com/office/drawing/2014/main" id="{9CCE3D87-BA9A-4765-8617-2C5C830EAAF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266" name="直線コネクタ 142265">
                        <a:extLst>
                          <a:ext uri="{FF2B5EF4-FFF2-40B4-BE49-F238E27FC236}">
                            <a16:creationId xmlns:a16="http://schemas.microsoft.com/office/drawing/2014/main" id="{61C5567C-2FE2-4E81-B82A-436F156211ED}"/>
                          </a:ext>
                        </a:extLst>
                      </p:cNvPr>
                      <p:cNvCxnSpPr>
                        <a:cxnSpLocks/>
                        <a:stCxn id="142265" idx="6"/>
                        <a:endCxn id="14226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67" name="直線コネクタ 142266">
                        <a:extLst>
                          <a:ext uri="{FF2B5EF4-FFF2-40B4-BE49-F238E27FC236}">
                            <a16:creationId xmlns:a16="http://schemas.microsoft.com/office/drawing/2014/main" id="{0B244804-FFE7-46F9-A578-D3C48F44833D}"/>
                          </a:ext>
                        </a:extLst>
                      </p:cNvPr>
                      <p:cNvCxnSpPr>
                        <a:cxnSpLocks/>
                        <a:stCxn id="142265" idx="4"/>
                        <a:endCxn id="14226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57" name="グループ化 142256">
                      <a:extLst>
                        <a:ext uri="{FF2B5EF4-FFF2-40B4-BE49-F238E27FC236}">
                          <a16:creationId xmlns:a16="http://schemas.microsoft.com/office/drawing/2014/main" id="{CA0F08D0-8E95-440A-87DD-4B6D0FBF8E45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262" name="楕円 142261">
                        <a:extLst>
                          <a:ext uri="{FF2B5EF4-FFF2-40B4-BE49-F238E27FC236}">
                            <a16:creationId xmlns:a16="http://schemas.microsoft.com/office/drawing/2014/main" id="{F9E2DF81-E771-43D0-B45F-10CBA1A2CFC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263" name="直線コネクタ 142262">
                        <a:extLst>
                          <a:ext uri="{FF2B5EF4-FFF2-40B4-BE49-F238E27FC236}">
                            <a16:creationId xmlns:a16="http://schemas.microsoft.com/office/drawing/2014/main" id="{D7AB9937-2AF4-44E1-AE1B-BBA94CC77905}"/>
                          </a:ext>
                        </a:extLst>
                      </p:cNvPr>
                      <p:cNvCxnSpPr>
                        <a:cxnSpLocks/>
                        <a:stCxn id="142262" idx="6"/>
                        <a:endCxn id="14226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64" name="直線コネクタ 142263">
                        <a:extLst>
                          <a:ext uri="{FF2B5EF4-FFF2-40B4-BE49-F238E27FC236}">
                            <a16:creationId xmlns:a16="http://schemas.microsoft.com/office/drawing/2014/main" id="{DFEBEC31-9886-421C-889B-A249BC8BCB14}"/>
                          </a:ext>
                        </a:extLst>
                      </p:cNvPr>
                      <p:cNvCxnSpPr>
                        <a:cxnSpLocks/>
                        <a:stCxn id="142262" idx="4"/>
                        <a:endCxn id="14226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58" name="グループ化 142257">
                      <a:extLst>
                        <a:ext uri="{FF2B5EF4-FFF2-40B4-BE49-F238E27FC236}">
                          <a16:creationId xmlns:a16="http://schemas.microsoft.com/office/drawing/2014/main" id="{535B7678-E936-482D-9BC4-BC5F875DA010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259" name="楕円 142258">
                        <a:extLst>
                          <a:ext uri="{FF2B5EF4-FFF2-40B4-BE49-F238E27FC236}">
                            <a16:creationId xmlns:a16="http://schemas.microsoft.com/office/drawing/2014/main" id="{5653C0F4-1291-43CF-9584-F01D0068532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260" name="直線コネクタ 142259">
                        <a:extLst>
                          <a:ext uri="{FF2B5EF4-FFF2-40B4-BE49-F238E27FC236}">
                            <a16:creationId xmlns:a16="http://schemas.microsoft.com/office/drawing/2014/main" id="{636854B6-FD16-4102-884F-9895933902EA}"/>
                          </a:ext>
                        </a:extLst>
                      </p:cNvPr>
                      <p:cNvCxnSpPr>
                        <a:cxnSpLocks/>
                        <a:stCxn id="142259" idx="6"/>
                        <a:endCxn id="14225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261" name="直線コネクタ 142260">
                        <a:extLst>
                          <a:ext uri="{FF2B5EF4-FFF2-40B4-BE49-F238E27FC236}">
                            <a16:creationId xmlns:a16="http://schemas.microsoft.com/office/drawing/2014/main" id="{1B88FBA4-54B0-4720-9B3A-445A101A8FC2}"/>
                          </a:ext>
                        </a:extLst>
                      </p:cNvPr>
                      <p:cNvCxnSpPr>
                        <a:cxnSpLocks/>
                        <a:stCxn id="142259" idx="4"/>
                        <a:endCxn id="14225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41888" name="グループ化 141887">
                    <a:extLst>
                      <a:ext uri="{FF2B5EF4-FFF2-40B4-BE49-F238E27FC236}">
                        <a16:creationId xmlns:a16="http://schemas.microsoft.com/office/drawing/2014/main" id="{092FE88A-2FC8-4EC7-BE78-280EEB9C2AF8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977249" y="609035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2197" name="グループ化 142196">
                      <a:extLst>
                        <a:ext uri="{FF2B5EF4-FFF2-40B4-BE49-F238E27FC236}">
                          <a16:creationId xmlns:a16="http://schemas.microsoft.com/office/drawing/2014/main" id="{BB50B315-D22E-4DDE-A1A1-EBBC4A8E8F8A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2226" name="グループ化 142225">
                        <a:extLst>
                          <a:ext uri="{FF2B5EF4-FFF2-40B4-BE49-F238E27FC236}">
                            <a16:creationId xmlns:a16="http://schemas.microsoft.com/office/drawing/2014/main" id="{513710D1-298F-400B-8FFE-C439D64894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247" name="直線コネクタ 142246">
                          <a:extLst>
                            <a:ext uri="{FF2B5EF4-FFF2-40B4-BE49-F238E27FC236}">
                              <a16:creationId xmlns:a16="http://schemas.microsoft.com/office/drawing/2014/main" id="{7D5D919E-D1AA-405D-9334-468FDAFC896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48" name="直線コネクタ 142247">
                          <a:extLst>
                            <a:ext uri="{FF2B5EF4-FFF2-40B4-BE49-F238E27FC236}">
                              <a16:creationId xmlns:a16="http://schemas.microsoft.com/office/drawing/2014/main" id="{007C7C62-860F-4190-BD52-395C5CF7A09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49" name="直線コネクタ 142248">
                          <a:extLst>
                            <a:ext uri="{FF2B5EF4-FFF2-40B4-BE49-F238E27FC236}">
                              <a16:creationId xmlns:a16="http://schemas.microsoft.com/office/drawing/2014/main" id="{D27E0603-7C2A-41B5-A18F-5B23B39C3D3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50" name="直線コネクタ 142249">
                          <a:extLst>
                            <a:ext uri="{FF2B5EF4-FFF2-40B4-BE49-F238E27FC236}">
                              <a16:creationId xmlns:a16="http://schemas.microsoft.com/office/drawing/2014/main" id="{E0EB6252-D72C-4545-BBD4-66CCCBE02CA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51" name="直線コネクタ 142250">
                          <a:extLst>
                            <a:ext uri="{FF2B5EF4-FFF2-40B4-BE49-F238E27FC236}">
                              <a16:creationId xmlns:a16="http://schemas.microsoft.com/office/drawing/2014/main" id="{BDFDBDC9-3FB6-49C7-860B-EF579280D57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27" name="グループ化 142226">
                        <a:extLst>
                          <a:ext uri="{FF2B5EF4-FFF2-40B4-BE49-F238E27FC236}">
                            <a16:creationId xmlns:a16="http://schemas.microsoft.com/office/drawing/2014/main" id="{E705BE19-6DF8-4E3C-B2F2-4501238A69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44" name="楕円 142243">
                          <a:extLst>
                            <a:ext uri="{FF2B5EF4-FFF2-40B4-BE49-F238E27FC236}">
                              <a16:creationId xmlns:a16="http://schemas.microsoft.com/office/drawing/2014/main" id="{DE860099-60DA-425F-A906-3B6C2766B9B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45" name="直線コネクタ 142244">
                          <a:extLst>
                            <a:ext uri="{FF2B5EF4-FFF2-40B4-BE49-F238E27FC236}">
                              <a16:creationId xmlns:a16="http://schemas.microsoft.com/office/drawing/2014/main" id="{76053EB9-D31E-4A35-AFE0-7A0AE27A8EF9}"/>
                            </a:ext>
                          </a:extLst>
                        </p:cNvPr>
                        <p:cNvCxnSpPr>
                          <a:cxnSpLocks/>
                          <a:stCxn id="142244" idx="6"/>
                          <a:endCxn id="14224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46" name="直線コネクタ 142245">
                          <a:extLst>
                            <a:ext uri="{FF2B5EF4-FFF2-40B4-BE49-F238E27FC236}">
                              <a16:creationId xmlns:a16="http://schemas.microsoft.com/office/drawing/2014/main" id="{E162A1B9-2C2C-47DD-A739-A25D3115EA69}"/>
                            </a:ext>
                          </a:extLst>
                        </p:cNvPr>
                        <p:cNvCxnSpPr>
                          <a:cxnSpLocks/>
                          <a:stCxn id="142244" idx="4"/>
                          <a:endCxn id="14224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28" name="グループ化 142227">
                        <a:extLst>
                          <a:ext uri="{FF2B5EF4-FFF2-40B4-BE49-F238E27FC236}">
                            <a16:creationId xmlns:a16="http://schemas.microsoft.com/office/drawing/2014/main" id="{3A292497-C497-44C2-A508-315ABD85E83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41" name="楕円 142240">
                          <a:extLst>
                            <a:ext uri="{FF2B5EF4-FFF2-40B4-BE49-F238E27FC236}">
                              <a16:creationId xmlns:a16="http://schemas.microsoft.com/office/drawing/2014/main" id="{52DBB01A-E2D3-4247-99C6-ADE2F21E9F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42" name="直線コネクタ 142241">
                          <a:extLst>
                            <a:ext uri="{FF2B5EF4-FFF2-40B4-BE49-F238E27FC236}">
                              <a16:creationId xmlns:a16="http://schemas.microsoft.com/office/drawing/2014/main" id="{56607122-EAE8-444C-A5C6-5BF10C78C95A}"/>
                            </a:ext>
                          </a:extLst>
                        </p:cNvPr>
                        <p:cNvCxnSpPr>
                          <a:cxnSpLocks/>
                          <a:stCxn id="142241" idx="6"/>
                          <a:endCxn id="14224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43" name="直線コネクタ 142242">
                          <a:extLst>
                            <a:ext uri="{FF2B5EF4-FFF2-40B4-BE49-F238E27FC236}">
                              <a16:creationId xmlns:a16="http://schemas.microsoft.com/office/drawing/2014/main" id="{8B52D420-A188-45D2-9252-71EA48028C3A}"/>
                            </a:ext>
                          </a:extLst>
                        </p:cNvPr>
                        <p:cNvCxnSpPr>
                          <a:cxnSpLocks/>
                          <a:stCxn id="142241" idx="4"/>
                          <a:endCxn id="14224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29" name="グループ化 142228">
                        <a:extLst>
                          <a:ext uri="{FF2B5EF4-FFF2-40B4-BE49-F238E27FC236}">
                            <a16:creationId xmlns:a16="http://schemas.microsoft.com/office/drawing/2014/main" id="{D419DCB3-BF3E-4C99-A45B-D096F3B5D04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38" name="楕円 142237">
                          <a:extLst>
                            <a:ext uri="{FF2B5EF4-FFF2-40B4-BE49-F238E27FC236}">
                              <a16:creationId xmlns:a16="http://schemas.microsoft.com/office/drawing/2014/main" id="{A5A5D8F1-FB1D-4DC1-A209-FE8C3A204C7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39" name="直線コネクタ 142238">
                          <a:extLst>
                            <a:ext uri="{FF2B5EF4-FFF2-40B4-BE49-F238E27FC236}">
                              <a16:creationId xmlns:a16="http://schemas.microsoft.com/office/drawing/2014/main" id="{8D7D846B-C692-4C44-B8A3-B9F7CB38AD2C}"/>
                            </a:ext>
                          </a:extLst>
                        </p:cNvPr>
                        <p:cNvCxnSpPr>
                          <a:cxnSpLocks/>
                          <a:stCxn id="142238" idx="6"/>
                          <a:endCxn id="14223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40" name="直線コネクタ 142239">
                          <a:extLst>
                            <a:ext uri="{FF2B5EF4-FFF2-40B4-BE49-F238E27FC236}">
                              <a16:creationId xmlns:a16="http://schemas.microsoft.com/office/drawing/2014/main" id="{1865F8BC-2AEE-4368-BDB3-153F952A4F41}"/>
                            </a:ext>
                          </a:extLst>
                        </p:cNvPr>
                        <p:cNvCxnSpPr>
                          <a:cxnSpLocks/>
                          <a:stCxn id="142238" idx="4"/>
                          <a:endCxn id="14223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30" name="グループ化 142229">
                        <a:extLst>
                          <a:ext uri="{FF2B5EF4-FFF2-40B4-BE49-F238E27FC236}">
                            <a16:creationId xmlns:a16="http://schemas.microsoft.com/office/drawing/2014/main" id="{51542BCC-8EB0-4B0F-BC75-831C9B68249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35" name="楕円 142234">
                          <a:extLst>
                            <a:ext uri="{FF2B5EF4-FFF2-40B4-BE49-F238E27FC236}">
                              <a16:creationId xmlns:a16="http://schemas.microsoft.com/office/drawing/2014/main" id="{25AC4A69-11B3-4BE6-BD8A-07768D1586F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36" name="直線コネクタ 142235">
                          <a:extLst>
                            <a:ext uri="{FF2B5EF4-FFF2-40B4-BE49-F238E27FC236}">
                              <a16:creationId xmlns:a16="http://schemas.microsoft.com/office/drawing/2014/main" id="{F31774E5-4724-49AF-94F8-9CCAC49A658A}"/>
                            </a:ext>
                          </a:extLst>
                        </p:cNvPr>
                        <p:cNvCxnSpPr>
                          <a:cxnSpLocks/>
                          <a:stCxn id="142235" idx="6"/>
                          <a:endCxn id="14223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37" name="直線コネクタ 142236">
                          <a:extLst>
                            <a:ext uri="{FF2B5EF4-FFF2-40B4-BE49-F238E27FC236}">
                              <a16:creationId xmlns:a16="http://schemas.microsoft.com/office/drawing/2014/main" id="{AF472235-075A-4A19-BD93-352762015CC9}"/>
                            </a:ext>
                          </a:extLst>
                        </p:cNvPr>
                        <p:cNvCxnSpPr>
                          <a:cxnSpLocks/>
                          <a:stCxn id="142235" idx="4"/>
                          <a:endCxn id="14223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31" name="グループ化 142230">
                        <a:extLst>
                          <a:ext uri="{FF2B5EF4-FFF2-40B4-BE49-F238E27FC236}">
                            <a16:creationId xmlns:a16="http://schemas.microsoft.com/office/drawing/2014/main" id="{F238D9B2-9497-409A-8F09-FCD5842AA8A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32" name="楕円 142231">
                          <a:extLst>
                            <a:ext uri="{FF2B5EF4-FFF2-40B4-BE49-F238E27FC236}">
                              <a16:creationId xmlns:a16="http://schemas.microsoft.com/office/drawing/2014/main" id="{B328F5D8-C7E5-4BA0-A183-58E7A3C9477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33" name="直線コネクタ 142232">
                          <a:extLst>
                            <a:ext uri="{FF2B5EF4-FFF2-40B4-BE49-F238E27FC236}">
                              <a16:creationId xmlns:a16="http://schemas.microsoft.com/office/drawing/2014/main" id="{273104DC-BBE4-42EE-908E-195F013D0F93}"/>
                            </a:ext>
                          </a:extLst>
                        </p:cNvPr>
                        <p:cNvCxnSpPr>
                          <a:cxnSpLocks/>
                          <a:stCxn id="142232" idx="6"/>
                          <a:endCxn id="14223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34" name="直線コネクタ 142233">
                          <a:extLst>
                            <a:ext uri="{FF2B5EF4-FFF2-40B4-BE49-F238E27FC236}">
                              <a16:creationId xmlns:a16="http://schemas.microsoft.com/office/drawing/2014/main" id="{CBE7F172-5122-4CD3-BDA2-003D39DF36D3}"/>
                            </a:ext>
                          </a:extLst>
                        </p:cNvPr>
                        <p:cNvCxnSpPr>
                          <a:cxnSpLocks/>
                          <a:stCxn id="142232" idx="4"/>
                          <a:endCxn id="14223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2198" name="楕円 142197">
                      <a:extLst>
                        <a:ext uri="{FF2B5EF4-FFF2-40B4-BE49-F238E27FC236}">
                          <a16:creationId xmlns:a16="http://schemas.microsoft.com/office/drawing/2014/main" id="{FEC6BF25-DC28-448D-A6A2-16208124616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2199" name="グループ化 142198">
                      <a:extLst>
                        <a:ext uri="{FF2B5EF4-FFF2-40B4-BE49-F238E27FC236}">
                          <a16:creationId xmlns:a16="http://schemas.microsoft.com/office/drawing/2014/main" id="{BFA4D783-FA53-4FB4-BC0C-EFFDD26BCD0B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2200" name="グループ化 142199">
                        <a:extLst>
                          <a:ext uri="{FF2B5EF4-FFF2-40B4-BE49-F238E27FC236}">
                            <a16:creationId xmlns:a16="http://schemas.microsoft.com/office/drawing/2014/main" id="{DF88FD0B-5022-4D4C-AC94-829E48DEFF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221" name="直線コネクタ 142220">
                          <a:extLst>
                            <a:ext uri="{FF2B5EF4-FFF2-40B4-BE49-F238E27FC236}">
                              <a16:creationId xmlns:a16="http://schemas.microsoft.com/office/drawing/2014/main" id="{600FE720-F715-426B-B116-60E9F514D0E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22" name="直線コネクタ 142221">
                          <a:extLst>
                            <a:ext uri="{FF2B5EF4-FFF2-40B4-BE49-F238E27FC236}">
                              <a16:creationId xmlns:a16="http://schemas.microsoft.com/office/drawing/2014/main" id="{368CBFCA-4004-4324-A0E9-C5636291DE2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23" name="直線コネクタ 142222">
                          <a:extLst>
                            <a:ext uri="{FF2B5EF4-FFF2-40B4-BE49-F238E27FC236}">
                              <a16:creationId xmlns:a16="http://schemas.microsoft.com/office/drawing/2014/main" id="{70667867-8FBA-4B2D-A3CD-DAEE5D00EB6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24" name="直線コネクタ 142223">
                          <a:extLst>
                            <a:ext uri="{FF2B5EF4-FFF2-40B4-BE49-F238E27FC236}">
                              <a16:creationId xmlns:a16="http://schemas.microsoft.com/office/drawing/2014/main" id="{CBDECA58-CB3D-43E6-B475-314108CDAFE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25" name="直線コネクタ 142224">
                          <a:extLst>
                            <a:ext uri="{FF2B5EF4-FFF2-40B4-BE49-F238E27FC236}">
                              <a16:creationId xmlns:a16="http://schemas.microsoft.com/office/drawing/2014/main" id="{D452EE0D-0832-49D9-B8CD-A59CDFAF881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01" name="グループ化 142200">
                        <a:extLst>
                          <a:ext uri="{FF2B5EF4-FFF2-40B4-BE49-F238E27FC236}">
                            <a16:creationId xmlns:a16="http://schemas.microsoft.com/office/drawing/2014/main" id="{2CEE3AD6-71FB-4336-A0D0-B3E378DDB0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18" name="楕円 142217">
                          <a:extLst>
                            <a:ext uri="{FF2B5EF4-FFF2-40B4-BE49-F238E27FC236}">
                              <a16:creationId xmlns:a16="http://schemas.microsoft.com/office/drawing/2014/main" id="{8EAE25E3-AC8D-4071-B178-B95F323755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19" name="直線コネクタ 142218">
                          <a:extLst>
                            <a:ext uri="{FF2B5EF4-FFF2-40B4-BE49-F238E27FC236}">
                              <a16:creationId xmlns:a16="http://schemas.microsoft.com/office/drawing/2014/main" id="{4BC01208-7D0A-4BEC-8015-BC0BD225734D}"/>
                            </a:ext>
                          </a:extLst>
                        </p:cNvPr>
                        <p:cNvCxnSpPr>
                          <a:cxnSpLocks/>
                          <a:stCxn id="142218" idx="6"/>
                          <a:endCxn id="14221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20" name="直線コネクタ 142219">
                          <a:extLst>
                            <a:ext uri="{FF2B5EF4-FFF2-40B4-BE49-F238E27FC236}">
                              <a16:creationId xmlns:a16="http://schemas.microsoft.com/office/drawing/2014/main" id="{E7CD7DBF-FDE6-490F-9454-FE3E1E391F07}"/>
                            </a:ext>
                          </a:extLst>
                        </p:cNvPr>
                        <p:cNvCxnSpPr>
                          <a:cxnSpLocks/>
                          <a:stCxn id="142218" idx="4"/>
                          <a:endCxn id="14221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02" name="グループ化 142201">
                        <a:extLst>
                          <a:ext uri="{FF2B5EF4-FFF2-40B4-BE49-F238E27FC236}">
                            <a16:creationId xmlns:a16="http://schemas.microsoft.com/office/drawing/2014/main" id="{4E0306A9-4199-4612-B4AD-9990B31D86D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15" name="楕円 142214">
                          <a:extLst>
                            <a:ext uri="{FF2B5EF4-FFF2-40B4-BE49-F238E27FC236}">
                              <a16:creationId xmlns:a16="http://schemas.microsoft.com/office/drawing/2014/main" id="{2E68CDCB-3CD6-4995-BF84-8477856EF09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16" name="直線コネクタ 142215">
                          <a:extLst>
                            <a:ext uri="{FF2B5EF4-FFF2-40B4-BE49-F238E27FC236}">
                              <a16:creationId xmlns:a16="http://schemas.microsoft.com/office/drawing/2014/main" id="{A47B164A-F4CE-4299-AD99-D4F8E0D7421D}"/>
                            </a:ext>
                          </a:extLst>
                        </p:cNvPr>
                        <p:cNvCxnSpPr>
                          <a:cxnSpLocks/>
                          <a:stCxn id="142215" idx="6"/>
                          <a:endCxn id="14221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17" name="直線コネクタ 142216">
                          <a:extLst>
                            <a:ext uri="{FF2B5EF4-FFF2-40B4-BE49-F238E27FC236}">
                              <a16:creationId xmlns:a16="http://schemas.microsoft.com/office/drawing/2014/main" id="{D00E31AC-5BC0-4D3E-B256-1F5484B3BD85}"/>
                            </a:ext>
                          </a:extLst>
                        </p:cNvPr>
                        <p:cNvCxnSpPr>
                          <a:cxnSpLocks/>
                          <a:stCxn id="142215" idx="4"/>
                          <a:endCxn id="14221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03" name="グループ化 142202">
                        <a:extLst>
                          <a:ext uri="{FF2B5EF4-FFF2-40B4-BE49-F238E27FC236}">
                            <a16:creationId xmlns:a16="http://schemas.microsoft.com/office/drawing/2014/main" id="{6BCE0B6D-D90B-4E77-9D78-FDE27111FCB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12" name="楕円 142211">
                          <a:extLst>
                            <a:ext uri="{FF2B5EF4-FFF2-40B4-BE49-F238E27FC236}">
                              <a16:creationId xmlns:a16="http://schemas.microsoft.com/office/drawing/2014/main" id="{3AFCA99A-97B5-4E7B-A4C2-B012906F3F4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13" name="直線コネクタ 142212">
                          <a:extLst>
                            <a:ext uri="{FF2B5EF4-FFF2-40B4-BE49-F238E27FC236}">
                              <a16:creationId xmlns:a16="http://schemas.microsoft.com/office/drawing/2014/main" id="{834DEC0F-D772-4225-B6DA-B45DAD7B8A94}"/>
                            </a:ext>
                          </a:extLst>
                        </p:cNvPr>
                        <p:cNvCxnSpPr>
                          <a:cxnSpLocks/>
                          <a:stCxn id="142212" idx="6"/>
                          <a:endCxn id="14221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14" name="直線コネクタ 142213">
                          <a:extLst>
                            <a:ext uri="{FF2B5EF4-FFF2-40B4-BE49-F238E27FC236}">
                              <a16:creationId xmlns:a16="http://schemas.microsoft.com/office/drawing/2014/main" id="{91A82C07-59BF-486D-A28B-327C8E77781B}"/>
                            </a:ext>
                          </a:extLst>
                        </p:cNvPr>
                        <p:cNvCxnSpPr>
                          <a:cxnSpLocks/>
                          <a:stCxn id="142212" idx="4"/>
                          <a:endCxn id="14221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04" name="グループ化 142203">
                        <a:extLst>
                          <a:ext uri="{FF2B5EF4-FFF2-40B4-BE49-F238E27FC236}">
                            <a16:creationId xmlns:a16="http://schemas.microsoft.com/office/drawing/2014/main" id="{03FE851B-CE20-4416-A6F2-DC58776142C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09" name="楕円 142208">
                          <a:extLst>
                            <a:ext uri="{FF2B5EF4-FFF2-40B4-BE49-F238E27FC236}">
                              <a16:creationId xmlns:a16="http://schemas.microsoft.com/office/drawing/2014/main" id="{8E5E94E6-2D3C-4DB6-A515-8101DA3331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10" name="直線コネクタ 142209">
                          <a:extLst>
                            <a:ext uri="{FF2B5EF4-FFF2-40B4-BE49-F238E27FC236}">
                              <a16:creationId xmlns:a16="http://schemas.microsoft.com/office/drawing/2014/main" id="{6A743CC1-C242-4B2B-9C24-72E5802A2E41}"/>
                            </a:ext>
                          </a:extLst>
                        </p:cNvPr>
                        <p:cNvCxnSpPr>
                          <a:cxnSpLocks/>
                          <a:stCxn id="142209" idx="6"/>
                          <a:endCxn id="14220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11" name="直線コネクタ 142210">
                          <a:extLst>
                            <a:ext uri="{FF2B5EF4-FFF2-40B4-BE49-F238E27FC236}">
                              <a16:creationId xmlns:a16="http://schemas.microsoft.com/office/drawing/2014/main" id="{98F82F18-2AFC-4CA0-BB6B-2B61D9D229FC}"/>
                            </a:ext>
                          </a:extLst>
                        </p:cNvPr>
                        <p:cNvCxnSpPr>
                          <a:cxnSpLocks/>
                          <a:stCxn id="142209" idx="4"/>
                          <a:endCxn id="14220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205" name="グループ化 142204">
                        <a:extLst>
                          <a:ext uri="{FF2B5EF4-FFF2-40B4-BE49-F238E27FC236}">
                            <a16:creationId xmlns:a16="http://schemas.microsoft.com/office/drawing/2014/main" id="{8F1B2E8B-994B-47E7-941E-D1AD82740DB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206" name="楕円 142205">
                          <a:extLst>
                            <a:ext uri="{FF2B5EF4-FFF2-40B4-BE49-F238E27FC236}">
                              <a16:creationId xmlns:a16="http://schemas.microsoft.com/office/drawing/2014/main" id="{D6F07F13-31AE-4C12-9011-215F7EB68B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207" name="直線コネクタ 142206">
                          <a:extLst>
                            <a:ext uri="{FF2B5EF4-FFF2-40B4-BE49-F238E27FC236}">
                              <a16:creationId xmlns:a16="http://schemas.microsoft.com/office/drawing/2014/main" id="{003AFE61-0610-406F-9220-76158790136F}"/>
                            </a:ext>
                          </a:extLst>
                        </p:cNvPr>
                        <p:cNvCxnSpPr>
                          <a:cxnSpLocks/>
                          <a:stCxn id="142206" idx="6"/>
                          <a:endCxn id="14220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208" name="直線コネクタ 142207">
                          <a:extLst>
                            <a:ext uri="{FF2B5EF4-FFF2-40B4-BE49-F238E27FC236}">
                              <a16:creationId xmlns:a16="http://schemas.microsoft.com/office/drawing/2014/main" id="{E1B6178C-E58B-45B7-868D-AE687441FAEC}"/>
                            </a:ext>
                          </a:extLst>
                        </p:cNvPr>
                        <p:cNvCxnSpPr>
                          <a:cxnSpLocks/>
                          <a:stCxn id="142206" idx="4"/>
                          <a:endCxn id="14220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41889" name="グループ化 141888">
                    <a:extLst>
                      <a:ext uri="{FF2B5EF4-FFF2-40B4-BE49-F238E27FC236}">
                        <a16:creationId xmlns:a16="http://schemas.microsoft.com/office/drawing/2014/main" id="{25AD74F9-C6AF-4169-8D13-4DFAFB5A63EA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5296236" y="613065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2163" name="グループ化 142162">
                      <a:extLst>
                        <a:ext uri="{FF2B5EF4-FFF2-40B4-BE49-F238E27FC236}">
                          <a16:creationId xmlns:a16="http://schemas.microsoft.com/office/drawing/2014/main" id="{E2087DEB-CE46-412E-A509-50EC35D8C8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2188" name="直線コネクタ 142187">
                        <a:extLst>
                          <a:ext uri="{FF2B5EF4-FFF2-40B4-BE49-F238E27FC236}">
                            <a16:creationId xmlns:a16="http://schemas.microsoft.com/office/drawing/2014/main" id="{E758E0AE-CC2E-412F-B42A-645B2050B0A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89" name="直線コネクタ 142188">
                        <a:extLst>
                          <a:ext uri="{FF2B5EF4-FFF2-40B4-BE49-F238E27FC236}">
                            <a16:creationId xmlns:a16="http://schemas.microsoft.com/office/drawing/2014/main" id="{1BFDFB72-8D08-4607-B0C2-894647FD023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90" name="直線コネクタ 142189">
                        <a:extLst>
                          <a:ext uri="{FF2B5EF4-FFF2-40B4-BE49-F238E27FC236}">
                            <a16:creationId xmlns:a16="http://schemas.microsoft.com/office/drawing/2014/main" id="{2987AFCC-4F25-47FD-92BA-49C932A808E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91" name="直線コネクタ 142190">
                        <a:extLst>
                          <a:ext uri="{FF2B5EF4-FFF2-40B4-BE49-F238E27FC236}">
                            <a16:creationId xmlns:a16="http://schemas.microsoft.com/office/drawing/2014/main" id="{060DBDB1-E349-4B91-BB00-43D199113F0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92" name="直線コネクタ 142191">
                        <a:extLst>
                          <a:ext uri="{FF2B5EF4-FFF2-40B4-BE49-F238E27FC236}">
                            <a16:creationId xmlns:a16="http://schemas.microsoft.com/office/drawing/2014/main" id="{DC446C1C-1C51-4F05-B961-4F7974E522B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93" name="直線コネクタ 142192">
                        <a:extLst>
                          <a:ext uri="{FF2B5EF4-FFF2-40B4-BE49-F238E27FC236}">
                            <a16:creationId xmlns:a16="http://schemas.microsoft.com/office/drawing/2014/main" id="{1BB812FD-4FF4-45BB-AE35-AF5C2A6ADCA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94" name="直線コネクタ 142193">
                        <a:extLst>
                          <a:ext uri="{FF2B5EF4-FFF2-40B4-BE49-F238E27FC236}">
                            <a16:creationId xmlns:a16="http://schemas.microsoft.com/office/drawing/2014/main" id="{5F89B462-9B22-4DB5-98EE-310D5FA9D3E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95" name="直線コネクタ 142194">
                        <a:extLst>
                          <a:ext uri="{FF2B5EF4-FFF2-40B4-BE49-F238E27FC236}">
                            <a16:creationId xmlns:a16="http://schemas.microsoft.com/office/drawing/2014/main" id="{7FBD3509-D4D8-4B34-A241-C8CF7208B89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96" name="直線コネクタ 142195">
                        <a:extLst>
                          <a:ext uri="{FF2B5EF4-FFF2-40B4-BE49-F238E27FC236}">
                            <a16:creationId xmlns:a16="http://schemas.microsoft.com/office/drawing/2014/main" id="{A779BE60-3325-4E4B-86AF-9028876E935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164" name="グループ化 142163">
                      <a:extLst>
                        <a:ext uri="{FF2B5EF4-FFF2-40B4-BE49-F238E27FC236}">
                          <a16:creationId xmlns:a16="http://schemas.microsoft.com/office/drawing/2014/main" id="{2C84A26A-B4E2-4281-87AE-E46B2F526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185" name="楕円 142184">
                        <a:extLst>
                          <a:ext uri="{FF2B5EF4-FFF2-40B4-BE49-F238E27FC236}">
                            <a16:creationId xmlns:a16="http://schemas.microsoft.com/office/drawing/2014/main" id="{195F14EC-D137-47F9-95F7-E62ECD60556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186" name="直線コネクタ 142185">
                        <a:extLst>
                          <a:ext uri="{FF2B5EF4-FFF2-40B4-BE49-F238E27FC236}">
                            <a16:creationId xmlns:a16="http://schemas.microsoft.com/office/drawing/2014/main" id="{5257E028-EEEE-43B5-93C8-6CBB1006513D}"/>
                          </a:ext>
                        </a:extLst>
                      </p:cNvPr>
                      <p:cNvCxnSpPr>
                        <a:cxnSpLocks/>
                        <a:stCxn id="142185" idx="6"/>
                        <a:endCxn id="14218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87" name="直線コネクタ 142186">
                        <a:extLst>
                          <a:ext uri="{FF2B5EF4-FFF2-40B4-BE49-F238E27FC236}">
                            <a16:creationId xmlns:a16="http://schemas.microsoft.com/office/drawing/2014/main" id="{E2CF04C2-14F7-4698-A836-687B574EC7F2}"/>
                          </a:ext>
                        </a:extLst>
                      </p:cNvPr>
                      <p:cNvCxnSpPr>
                        <a:cxnSpLocks/>
                        <a:stCxn id="142185" idx="4"/>
                        <a:endCxn id="14218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165" name="グループ化 142164">
                      <a:extLst>
                        <a:ext uri="{FF2B5EF4-FFF2-40B4-BE49-F238E27FC236}">
                          <a16:creationId xmlns:a16="http://schemas.microsoft.com/office/drawing/2014/main" id="{21BB2E46-E11B-4A59-96A8-584757A3AE35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182" name="楕円 142181">
                        <a:extLst>
                          <a:ext uri="{FF2B5EF4-FFF2-40B4-BE49-F238E27FC236}">
                            <a16:creationId xmlns:a16="http://schemas.microsoft.com/office/drawing/2014/main" id="{96CD2C8C-BD9D-427B-9333-A75A3273F7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183" name="直線コネクタ 142182">
                        <a:extLst>
                          <a:ext uri="{FF2B5EF4-FFF2-40B4-BE49-F238E27FC236}">
                            <a16:creationId xmlns:a16="http://schemas.microsoft.com/office/drawing/2014/main" id="{A5611854-4497-4FB4-8711-4808DAD094E9}"/>
                          </a:ext>
                        </a:extLst>
                      </p:cNvPr>
                      <p:cNvCxnSpPr>
                        <a:cxnSpLocks/>
                        <a:stCxn id="142182" idx="6"/>
                        <a:endCxn id="14218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84" name="直線コネクタ 142183">
                        <a:extLst>
                          <a:ext uri="{FF2B5EF4-FFF2-40B4-BE49-F238E27FC236}">
                            <a16:creationId xmlns:a16="http://schemas.microsoft.com/office/drawing/2014/main" id="{2551B064-BE5D-48F8-BA1B-85989C88DF46}"/>
                          </a:ext>
                        </a:extLst>
                      </p:cNvPr>
                      <p:cNvCxnSpPr>
                        <a:cxnSpLocks/>
                        <a:stCxn id="142182" idx="4"/>
                        <a:endCxn id="14218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166" name="グループ化 142165">
                      <a:extLst>
                        <a:ext uri="{FF2B5EF4-FFF2-40B4-BE49-F238E27FC236}">
                          <a16:creationId xmlns:a16="http://schemas.microsoft.com/office/drawing/2014/main" id="{BEC48428-834A-4E4E-AE9C-FF52666512A8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179" name="楕円 142178">
                        <a:extLst>
                          <a:ext uri="{FF2B5EF4-FFF2-40B4-BE49-F238E27FC236}">
                            <a16:creationId xmlns:a16="http://schemas.microsoft.com/office/drawing/2014/main" id="{9D3D9BA2-02E4-4987-9738-E55C9ECFA4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180" name="直線コネクタ 142179">
                        <a:extLst>
                          <a:ext uri="{FF2B5EF4-FFF2-40B4-BE49-F238E27FC236}">
                            <a16:creationId xmlns:a16="http://schemas.microsoft.com/office/drawing/2014/main" id="{69723612-4796-4C85-B3F5-959D56B9547A}"/>
                          </a:ext>
                        </a:extLst>
                      </p:cNvPr>
                      <p:cNvCxnSpPr>
                        <a:cxnSpLocks/>
                        <a:stCxn id="142179" idx="6"/>
                        <a:endCxn id="14217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81" name="直線コネクタ 142180">
                        <a:extLst>
                          <a:ext uri="{FF2B5EF4-FFF2-40B4-BE49-F238E27FC236}">
                            <a16:creationId xmlns:a16="http://schemas.microsoft.com/office/drawing/2014/main" id="{52AE9156-93C1-4A28-BC0C-83F834AA8420}"/>
                          </a:ext>
                        </a:extLst>
                      </p:cNvPr>
                      <p:cNvCxnSpPr>
                        <a:cxnSpLocks/>
                        <a:stCxn id="142179" idx="4"/>
                        <a:endCxn id="14217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167" name="グループ化 142166">
                      <a:extLst>
                        <a:ext uri="{FF2B5EF4-FFF2-40B4-BE49-F238E27FC236}">
                          <a16:creationId xmlns:a16="http://schemas.microsoft.com/office/drawing/2014/main" id="{E2C4CFA9-369C-46C3-B68C-2DE676CF94E1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176" name="楕円 142175">
                        <a:extLst>
                          <a:ext uri="{FF2B5EF4-FFF2-40B4-BE49-F238E27FC236}">
                            <a16:creationId xmlns:a16="http://schemas.microsoft.com/office/drawing/2014/main" id="{89A89913-DDCE-473F-A295-922ED89AC0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177" name="直線コネクタ 142176">
                        <a:extLst>
                          <a:ext uri="{FF2B5EF4-FFF2-40B4-BE49-F238E27FC236}">
                            <a16:creationId xmlns:a16="http://schemas.microsoft.com/office/drawing/2014/main" id="{956AF666-7A9C-48E6-9E92-ABBC9CC0F848}"/>
                          </a:ext>
                        </a:extLst>
                      </p:cNvPr>
                      <p:cNvCxnSpPr>
                        <a:cxnSpLocks/>
                        <a:stCxn id="142176" idx="6"/>
                        <a:endCxn id="14217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78" name="直線コネクタ 142177">
                        <a:extLst>
                          <a:ext uri="{FF2B5EF4-FFF2-40B4-BE49-F238E27FC236}">
                            <a16:creationId xmlns:a16="http://schemas.microsoft.com/office/drawing/2014/main" id="{E84C3C49-CC2B-4624-83BE-ED2EFB70AAB2}"/>
                          </a:ext>
                        </a:extLst>
                      </p:cNvPr>
                      <p:cNvCxnSpPr>
                        <a:cxnSpLocks/>
                        <a:stCxn id="142176" idx="4"/>
                        <a:endCxn id="14217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168" name="グループ化 142167">
                      <a:extLst>
                        <a:ext uri="{FF2B5EF4-FFF2-40B4-BE49-F238E27FC236}">
                          <a16:creationId xmlns:a16="http://schemas.microsoft.com/office/drawing/2014/main" id="{E5BA663D-8027-4868-BEFC-F161F68EDACF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173" name="楕円 142172">
                        <a:extLst>
                          <a:ext uri="{FF2B5EF4-FFF2-40B4-BE49-F238E27FC236}">
                            <a16:creationId xmlns:a16="http://schemas.microsoft.com/office/drawing/2014/main" id="{EB0B1502-0F37-446D-AE59-D21446B2E44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174" name="直線コネクタ 142173">
                        <a:extLst>
                          <a:ext uri="{FF2B5EF4-FFF2-40B4-BE49-F238E27FC236}">
                            <a16:creationId xmlns:a16="http://schemas.microsoft.com/office/drawing/2014/main" id="{E6F7FB6D-765C-43D0-B3CE-0344FD89BDFD}"/>
                          </a:ext>
                        </a:extLst>
                      </p:cNvPr>
                      <p:cNvCxnSpPr>
                        <a:cxnSpLocks/>
                        <a:stCxn id="142173" idx="6"/>
                        <a:endCxn id="14217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75" name="直線コネクタ 142174">
                        <a:extLst>
                          <a:ext uri="{FF2B5EF4-FFF2-40B4-BE49-F238E27FC236}">
                            <a16:creationId xmlns:a16="http://schemas.microsoft.com/office/drawing/2014/main" id="{BD89CCC0-6DF4-4305-943B-89BCD4274196}"/>
                          </a:ext>
                        </a:extLst>
                      </p:cNvPr>
                      <p:cNvCxnSpPr>
                        <a:cxnSpLocks/>
                        <a:stCxn id="142173" idx="4"/>
                        <a:endCxn id="14217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169" name="グループ化 142168">
                      <a:extLst>
                        <a:ext uri="{FF2B5EF4-FFF2-40B4-BE49-F238E27FC236}">
                          <a16:creationId xmlns:a16="http://schemas.microsoft.com/office/drawing/2014/main" id="{891083C8-1D17-4EA5-AB21-4DBFB132FC98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170" name="楕円 142169">
                        <a:extLst>
                          <a:ext uri="{FF2B5EF4-FFF2-40B4-BE49-F238E27FC236}">
                            <a16:creationId xmlns:a16="http://schemas.microsoft.com/office/drawing/2014/main" id="{D3EE65EE-44AF-45E2-9672-7C631291735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171" name="直線コネクタ 142170">
                        <a:extLst>
                          <a:ext uri="{FF2B5EF4-FFF2-40B4-BE49-F238E27FC236}">
                            <a16:creationId xmlns:a16="http://schemas.microsoft.com/office/drawing/2014/main" id="{9D590B06-23AF-4DAB-BF9B-60C2BA29B354}"/>
                          </a:ext>
                        </a:extLst>
                      </p:cNvPr>
                      <p:cNvCxnSpPr>
                        <a:cxnSpLocks/>
                        <a:stCxn id="142170" idx="6"/>
                        <a:endCxn id="14217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72" name="直線コネクタ 142171">
                        <a:extLst>
                          <a:ext uri="{FF2B5EF4-FFF2-40B4-BE49-F238E27FC236}">
                            <a16:creationId xmlns:a16="http://schemas.microsoft.com/office/drawing/2014/main" id="{77C079F0-7F6D-40F2-A18E-A4588AE0D094}"/>
                          </a:ext>
                        </a:extLst>
                      </p:cNvPr>
                      <p:cNvCxnSpPr>
                        <a:cxnSpLocks/>
                        <a:stCxn id="142170" idx="4"/>
                        <a:endCxn id="14217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41890" name="グループ化 141889">
                    <a:extLst>
                      <a:ext uri="{FF2B5EF4-FFF2-40B4-BE49-F238E27FC236}">
                        <a16:creationId xmlns:a16="http://schemas.microsoft.com/office/drawing/2014/main" id="{EAB184CB-2B5E-4354-9971-F6B9FC173F1F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520692" y="5629120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2108" name="グループ化 142107">
                      <a:extLst>
                        <a:ext uri="{FF2B5EF4-FFF2-40B4-BE49-F238E27FC236}">
                          <a16:creationId xmlns:a16="http://schemas.microsoft.com/office/drawing/2014/main" id="{006BAFB4-BAF9-4258-93D1-AFE8EFA5A71B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2137" name="グループ化 142136">
                        <a:extLst>
                          <a:ext uri="{FF2B5EF4-FFF2-40B4-BE49-F238E27FC236}">
                            <a16:creationId xmlns:a16="http://schemas.microsoft.com/office/drawing/2014/main" id="{DCD19377-F442-4346-9714-49758074A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158" name="直線コネクタ 142157">
                          <a:extLst>
                            <a:ext uri="{FF2B5EF4-FFF2-40B4-BE49-F238E27FC236}">
                              <a16:creationId xmlns:a16="http://schemas.microsoft.com/office/drawing/2014/main" id="{73ABFC93-226C-4748-82F4-3CE1CB9CE62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59" name="直線コネクタ 142158">
                          <a:extLst>
                            <a:ext uri="{FF2B5EF4-FFF2-40B4-BE49-F238E27FC236}">
                              <a16:creationId xmlns:a16="http://schemas.microsoft.com/office/drawing/2014/main" id="{99276C63-6F7B-4AC7-9653-8D6F02A7E53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60" name="直線コネクタ 142159">
                          <a:extLst>
                            <a:ext uri="{FF2B5EF4-FFF2-40B4-BE49-F238E27FC236}">
                              <a16:creationId xmlns:a16="http://schemas.microsoft.com/office/drawing/2014/main" id="{E3FFCB1C-FE59-4207-8772-0FB440A3B75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61" name="直線コネクタ 142160">
                          <a:extLst>
                            <a:ext uri="{FF2B5EF4-FFF2-40B4-BE49-F238E27FC236}">
                              <a16:creationId xmlns:a16="http://schemas.microsoft.com/office/drawing/2014/main" id="{957AB7D5-3F41-49AD-A264-A961EAC8034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62" name="直線コネクタ 142161">
                          <a:extLst>
                            <a:ext uri="{FF2B5EF4-FFF2-40B4-BE49-F238E27FC236}">
                              <a16:creationId xmlns:a16="http://schemas.microsoft.com/office/drawing/2014/main" id="{8F05A8DB-F5FB-444F-95BE-FA720E746F5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38" name="グループ化 142137">
                        <a:extLst>
                          <a:ext uri="{FF2B5EF4-FFF2-40B4-BE49-F238E27FC236}">
                            <a16:creationId xmlns:a16="http://schemas.microsoft.com/office/drawing/2014/main" id="{93794BDC-EC66-4B35-AD91-AC96B00527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55" name="楕円 142154">
                          <a:extLst>
                            <a:ext uri="{FF2B5EF4-FFF2-40B4-BE49-F238E27FC236}">
                              <a16:creationId xmlns:a16="http://schemas.microsoft.com/office/drawing/2014/main" id="{D94C7DF8-839A-40D9-ACED-3B5ED723EA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56" name="直線コネクタ 142155">
                          <a:extLst>
                            <a:ext uri="{FF2B5EF4-FFF2-40B4-BE49-F238E27FC236}">
                              <a16:creationId xmlns:a16="http://schemas.microsoft.com/office/drawing/2014/main" id="{04DE6909-03A9-4868-B6BA-F8043731E760}"/>
                            </a:ext>
                          </a:extLst>
                        </p:cNvPr>
                        <p:cNvCxnSpPr>
                          <a:cxnSpLocks/>
                          <a:stCxn id="142155" idx="6"/>
                          <a:endCxn id="14215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57" name="直線コネクタ 142156">
                          <a:extLst>
                            <a:ext uri="{FF2B5EF4-FFF2-40B4-BE49-F238E27FC236}">
                              <a16:creationId xmlns:a16="http://schemas.microsoft.com/office/drawing/2014/main" id="{F6BCB34F-F087-414B-A861-BACD0B4EF32A}"/>
                            </a:ext>
                          </a:extLst>
                        </p:cNvPr>
                        <p:cNvCxnSpPr>
                          <a:cxnSpLocks/>
                          <a:stCxn id="142155" idx="4"/>
                          <a:endCxn id="14215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39" name="グループ化 142138">
                        <a:extLst>
                          <a:ext uri="{FF2B5EF4-FFF2-40B4-BE49-F238E27FC236}">
                            <a16:creationId xmlns:a16="http://schemas.microsoft.com/office/drawing/2014/main" id="{76030972-95AC-4087-993C-00314F7C7FC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52" name="楕円 142151">
                          <a:extLst>
                            <a:ext uri="{FF2B5EF4-FFF2-40B4-BE49-F238E27FC236}">
                              <a16:creationId xmlns:a16="http://schemas.microsoft.com/office/drawing/2014/main" id="{3CC1BBCB-880D-4773-A54F-2EEA0AB178D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53" name="直線コネクタ 142152">
                          <a:extLst>
                            <a:ext uri="{FF2B5EF4-FFF2-40B4-BE49-F238E27FC236}">
                              <a16:creationId xmlns:a16="http://schemas.microsoft.com/office/drawing/2014/main" id="{38096C5B-08D3-466B-BAE9-92D37BD4F213}"/>
                            </a:ext>
                          </a:extLst>
                        </p:cNvPr>
                        <p:cNvCxnSpPr>
                          <a:cxnSpLocks/>
                          <a:stCxn id="142152" idx="6"/>
                          <a:endCxn id="14215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54" name="直線コネクタ 142153">
                          <a:extLst>
                            <a:ext uri="{FF2B5EF4-FFF2-40B4-BE49-F238E27FC236}">
                              <a16:creationId xmlns:a16="http://schemas.microsoft.com/office/drawing/2014/main" id="{9D76A815-9BCF-4FD5-B310-B2C5A21E635A}"/>
                            </a:ext>
                          </a:extLst>
                        </p:cNvPr>
                        <p:cNvCxnSpPr>
                          <a:cxnSpLocks/>
                          <a:stCxn id="142152" idx="4"/>
                          <a:endCxn id="14215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40" name="グループ化 142139">
                        <a:extLst>
                          <a:ext uri="{FF2B5EF4-FFF2-40B4-BE49-F238E27FC236}">
                            <a16:creationId xmlns:a16="http://schemas.microsoft.com/office/drawing/2014/main" id="{04431B90-6DA7-4925-B2F2-514E907585C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49" name="楕円 142148">
                          <a:extLst>
                            <a:ext uri="{FF2B5EF4-FFF2-40B4-BE49-F238E27FC236}">
                              <a16:creationId xmlns:a16="http://schemas.microsoft.com/office/drawing/2014/main" id="{BE7FC699-2C42-4C07-8774-6DAB87934C2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50" name="直線コネクタ 142149">
                          <a:extLst>
                            <a:ext uri="{FF2B5EF4-FFF2-40B4-BE49-F238E27FC236}">
                              <a16:creationId xmlns:a16="http://schemas.microsoft.com/office/drawing/2014/main" id="{3EDDC093-8FCF-4E3A-9137-6639695E2ED0}"/>
                            </a:ext>
                          </a:extLst>
                        </p:cNvPr>
                        <p:cNvCxnSpPr>
                          <a:cxnSpLocks/>
                          <a:stCxn id="142149" idx="6"/>
                          <a:endCxn id="14214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51" name="直線コネクタ 142150">
                          <a:extLst>
                            <a:ext uri="{FF2B5EF4-FFF2-40B4-BE49-F238E27FC236}">
                              <a16:creationId xmlns:a16="http://schemas.microsoft.com/office/drawing/2014/main" id="{25846884-CE5E-4D2A-A4B4-AEE25BF7809C}"/>
                            </a:ext>
                          </a:extLst>
                        </p:cNvPr>
                        <p:cNvCxnSpPr>
                          <a:cxnSpLocks/>
                          <a:stCxn id="142149" idx="4"/>
                          <a:endCxn id="14214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41" name="グループ化 142140">
                        <a:extLst>
                          <a:ext uri="{FF2B5EF4-FFF2-40B4-BE49-F238E27FC236}">
                            <a16:creationId xmlns:a16="http://schemas.microsoft.com/office/drawing/2014/main" id="{C92BF9B1-7A53-46E5-8C66-7CA8F6FDB45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46" name="楕円 142145">
                          <a:extLst>
                            <a:ext uri="{FF2B5EF4-FFF2-40B4-BE49-F238E27FC236}">
                              <a16:creationId xmlns:a16="http://schemas.microsoft.com/office/drawing/2014/main" id="{61180D13-BB08-4E8E-A900-B7223FE5ED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47" name="直線コネクタ 142146">
                          <a:extLst>
                            <a:ext uri="{FF2B5EF4-FFF2-40B4-BE49-F238E27FC236}">
                              <a16:creationId xmlns:a16="http://schemas.microsoft.com/office/drawing/2014/main" id="{96F9BE37-F523-471C-B638-00F4A29BD7FF}"/>
                            </a:ext>
                          </a:extLst>
                        </p:cNvPr>
                        <p:cNvCxnSpPr>
                          <a:cxnSpLocks/>
                          <a:stCxn id="142146" idx="6"/>
                          <a:endCxn id="14214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48" name="直線コネクタ 142147">
                          <a:extLst>
                            <a:ext uri="{FF2B5EF4-FFF2-40B4-BE49-F238E27FC236}">
                              <a16:creationId xmlns:a16="http://schemas.microsoft.com/office/drawing/2014/main" id="{37F32272-9A9B-4C44-A2FA-C01637D25600}"/>
                            </a:ext>
                          </a:extLst>
                        </p:cNvPr>
                        <p:cNvCxnSpPr>
                          <a:cxnSpLocks/>
                          <a:stCxn id="142146" idx="4"/>
                          <a:endCxn id="14214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42" name="グループ化 142141">
                        <a:extLst>
                          <a:ext uri="{FF2B5EF4-FFF2-40B4-BE49-F238E27FC236}">
                            <a16:creationId xmlns:a16="http://schemas.microsoft.com/office/drawing/2014/main" id="{B54B1A6A-DE4A-49E9-925E-7F325B29F7E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43" name="楕円 142142">
                          <a:extLst>
                            <a:ext uri="{FF2B5EF4-FFF2-40B4-BE49-F238E27FC236}">
                              <a16:creationId xmlns:a16="http://schemas.microsoft.com/office/drawing/2014/main" id="{30753CAC-A10E-4CB7-90A1-DD2EE36FD2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44" name="直線コネクタ 142143">
                          <a:extLst>
                            <a:ext uri="{FF2B5EF4-FFF2-40B4-BE49-F238E27FC236}">
                              <a16:creationId xmlns:a16="http://schemas.microsoft.com/office/drawing/2014/main" id="{75EEA7C6-889F-4EDB-9D03-393A32473035}"/>
                            </a:ext>
                          </a:extLst>
                        </p:cNvPr>
                        <p:cNvCxnSpPr>
                          <a:cxnSpLocks/>
                          <a:stCxn id="142143" idx="6"/>
                          <a:endCxn id="14214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45" name="直線コネクタ 142144">
                          <a:extLst>
                            <a:ext uri="{FF2B5EF4-FFF2-40B4-BE49-F238E27FC236}">
                              <a16:creationId xmlns:a16="http://schemas.microsoft.com/office/drawing/2014/main" id="{43FE7C37-7A09-471B-A90A-D79DDD42ABC4}"/>
                            </a:ext>
                          </a:extLst>
                        </p:cNvPr>
                        <p:cNvCxnSpPr>
                          <a:cxnSpLocks/>
                          <a:stCxn id="142143" idx="4"/>
                          <a:endCxn id="14214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2109" name="楕円 142108">
                      <a:extLst>
                        <a:ext uri="{FF2B5EF4-FFF2-40B4-BE49-F238E27FC236}">
                          <a16:creationId xmlns:a16="http://schemas.microsoft.com/office/drawing/2014/main" id="{A312DA40-1361-4D3C-8463-9D9F2F384C1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2110" name="グループ化 142109">
                      <a:extLst>
                        <a:ext uri="{FF2B5EF4-FFF2-40B4-BE49-F238E27FC236}">
                          <a16:creationId xmlns:a16="http://schemas.microsoft.com/office/drawing/2014/main" id="{1C5769DF-222D-4EC1-A439-2EA51F622823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2111" name="グループ化 142110">
                        <a:extLst>
                          <a:ext uri="{FF2B5EF4-FFF2-40B4-BE49-F238E27FC236}">
                            <a16:creationId xmlns:a16="http://schemas.microsoft.com/office/drawing/2014/main" id="{B8FCCF80-B9D2-4637-AD1E-A4522E77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132" name="直線コネクタ 142131">
                          <a:extLst>
                            <a:ext uri="{FF2B5EF4-FFF2-40B4-BE49-F238E27FC236}">
                              <a16:creationId xmlns:a16="http://schemas.microsoft.com/office/drawing/2014/main" id="{78953932-FEEA-4387-99C3-86C19A91EF0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33" name="直線コネクタ 142132">
                          <a:extLst>
                            <a:ext uri="{FF2B5EF4-FFF2-40B4-BE49-F238E27FC236}">
                              <a16:creationId xmlns:a16="http://schemas.microsoft.com/office/drawing/2014/main" id="{3A75B361-5C11-4679-83DB-5AF25BB444E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34" name="直線コネクタ 142133">
                          <a:extLst>
                            <a:ext uri="{FF2B5EF4-FFF2-40B4-BE49-F238E27FC236}">
                              <a16:creationId xmlns:a16="http://schemas.microsoft.com/office/drawing/2014/main" id="{AF67421C-E908-47F5-8CEF-99ED48791DE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35" name="直線コネクタ 142134">
                          <a:extLst>
                            <a:ext uri="{FF2B5EF4-FFF2-40B4-BE49-F238E27FC236}">
                              <a16:creationId xmlns:a16="http://schemas.microsoft.com/office/drawing/2014/main" id="{69826E73-20D8-4F83-9ABF-F1B94AD2CAD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36" name="直線コネクタ 142135">
                          <a:extLst>
                            <a:ext uri="{FF2B5EF4-FFF2-40B4-BE49-F238E27FC236}">
                              <a16:creationId xmlns:a16="http://schemas.microsoft.com/office/drawing/2014/main" id="{619D28DD-4941-4DC9-8095-01120D2EDA5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12" name="グループ化 142111">
                        <a:extLst>
                          <a:ext uri="{FF2B5EF4-FFF2-40B4-BE49-F238E27FC236}">
                            <a16:creationId xmlns:a16="http://schemas.microsoft.com/office/drawing/2014/main" id="{91893B8F-7698-4605-9201-AB553076DB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29" name="楕円 142128">
                          <a:extLst>
                            <a:ext uri="{FF2B5EF4-FFF2-40B4-BE49-F238E27FC236}">
                              <a16:creationId xmlns:a16="http://schemas.microsoft.com/office/drawing/2014/main" id="{BA3F4170-B1DA-4539-9A49-22B3BAB7A2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30" name="直線コネクタ 142129">
                          <a:extLst>
                            <a:ext uri="{FF2B5EF4-FFF2-40B4-BE49-F238E27FC236}">
                              <a16:creationId xmlns:a16="http://schemas.microsoft.com/office/drawing/2014/main" id="{DA28AC35-59DD-46B6-A06A-0EB110DFBA14}"/>
                            </a:ext>
                          </a:extLst>
                        </p:cNvPr>
                        <p:cNvCxnSpPr>
                          <a:cxnSpLocks/>
                          <a:stCxn id="142129" idx="6"/>
                          <a:endCxn id="14212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31" name="直線コネクタ 142130">
                          <a:extLst>
                            <a:ext uri="{FF2B5EF4-FFF2-40B4-BE49-F238E27FC236}">
                              <a16:creationId xmlns:a16="http://schemas.microsoft.com/office/drawing/2014/main" id="{3D91101E-AC6D-4BCB-92E6-F22CFC112D2F}"/>
                            </a:ext>
                          </a:extLst>
                        </p:cNvPr>
                        <p:cNvCxnSpPr>
                          <a:cxnSpLocks/>
                          <a:stCxn id="142129" idx="4"/>
                          <a:endCxn id="14212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13" name="グループ化 142112">
                        <a:extLst>
                          <a:ext uri="{FF2B5EF4-FFF2-40B4-BE49-F238E27FC236}">
                            <a16:creationId xmlns:a16="http://schemas.microsoft.com/office/drawing/2014/main" id="{3A6834F1-0590-4D21-8598-DF8A5E41EBF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26" name="楕円 142125">
                          <a:extLst>
                            <a:ext uri="{FF2B5EF4-FFF2-40B4-BE49-F238E27FC236}">
                              <a16:creationId xmlns:a16="http://schemas.microsoft.com/office/drawing/2014/main" id="{8D39982B-47CD-4795-B793-CA63DD59E2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27" name="直線コネクタ 142126">
                          <a:extLst>
                            <a:ext uri="{FF2B5EF4-FFF2-40B4-BE49-F238E27FC236}">
                              <a16:creationId xmlns:a16="http://schemas.microsoft.com/office/drawing/2014/main" id="{EC6062AD-D939-4515-A08F-5A8894E82307}"/>
                            </a:ext>
                          </a:extLst>
                        </p:cNvPr>
                        <p:cNvCxnSpPr>
                          <a:cxnSpLocks/>
                          <a:stCxn id="142126" idx="6"/>
                          <a:endCxn id="14212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28" name="直線コネクタ 142127">
                          <a:extLst>
                            <a:ext uri="{FF2B5EF4-FFF2-40B4-BE49-F238E27FC236}">
                              <a16:creationId xmlns:a16="http://schemas.microsoft.com/office/drawing/2014/main" id="{6232E5E7-AD88-4427-ACE1-591EE2A61A5C}"/>
                            </a:ext>
                          </a:extLst>
                        </p:cNvPr>
                        <p:cNvCxnSpPr>
                          <a:cxnSpLocks/>
                          <a:stCxn id="142126" idx="4"/>
                          <a:endCxn id="14212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14" name="グループ化 142113">
                        <a:extLst>
                          <a:ext uri="{FF2B5EF4-FFF2-40B4-BE49-F238E27FC236}">
                            <a16:creationId xmlns:a16="http://schemas.microsoft.com/office/drawing/2014/main" id="{2FD87DA9-FB4D-4B37-96D3-9AD8803BDDA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23" name="楕円 142122">
                          <a:extLst>
                            <a:ext uri="{FF2B5EF4-FFF2-40B4-BE49-F238E27FC236}">
                              <a16:creationId xmlns:a16="http://schemas.microsoft.com/office/drawing/2014/main" id="{4F441985-70CE-4EA7-B634-1230B541FF2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24" name="直線コネクタ 142123">
                          <a:extLst>
                            <a:ext uri="{FF2B5EF4-FFF2-40B4-BE49-F238E27FC236}">
                              <a16:creationId xmlns:a16="http://schemas.microsoft.com/office/drawing/2014/main" id="{DFC6271A-CB99-4CD3-8471-1E4F2D0B695A}"/>
                            </a:ext>
                          </a:extLst>
                        </p:cNvPr>
                        <p:cNvCxnSpPr>
                          <a:cxnSpLocks/>
                          <a:stCxn id="142123" idx="6"/>
                          <a:endCxn id="14212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25" name="直線コネクタ 142124">
                          <a:extLst>
                            <a:ext uri="{FF2B5EF4-FFF2-40B4-BE49-F238E27FC236}">
                              <a16:creationId xmlns:a16="http://schemas.microsoft.com/office/drawing/2014/main" id="{8F1A55CD-5891-42BD-90EA-3035BC3920B0}"/>
                            </a:ext>
                          </a:extLst>
                        </p:cNvPr>
                        <p:cNvCxnSpPr>
                          <a:cxnSpLocks/>
                          <a:stCxn id="142123" idx="4"/>
                          <a:endCxn id="14212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15" name="グループ化 142114">
                        <a:extLst>
                          <a:ext uri="{FF2B5EF4-FFF2-40B4-BE49-F238E27FC236}">
                            <a16:creationId xmlns:a16="http://schemas.microsoft.com/office/drawing/2014/main" id="{7036D0A8-8F6F-453A-9D74-18AA3C3260A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20" name="楕円 142119">
                          <a:extLst>
                            <a:ext uri="{FF2B5EF4-FFF2-40B4-BE49-F238E27FC236}">
                              <a16:creationId xmlns:a16="http://schemas.microsoft.com/office/drawing/2014/main" id="{762727AC-C237-4CE0-AD20-9C2F2F472E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21" name="直線コネクタ 142120">
                          <a:extLst>
                            <a:ext uri="{FF2B5EF4-FFF2-40B4-BE49-F238E27FC236}">
                              <a16:creationId xmlns:a16="http://schemas.microsoft.com/office/drawing/2014/main" id="{2A597C2E-461C-44B4-8D47-C24634B8480A}"/>
                            </a:ext>
                          </a:extLst>
                        </p:cNvPr>
                        <p:cNvCxnSpPr>
                          <a:cxnSpLocks/>
                          <a:stCxn id="142120" idx="6"/>
                          <a:endCxn id="14212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22" name="直線コネクタ 142121">
                          <a:extLst>
                            <a:ext uri="{FF2B5EF4-FFF2-40B4-BE49-F238E27FC236}">
                              <a16:creationId xmlns:a16="http://schemas.microsoft.com/office/drawing/2014/main" id="{4C427F1D-59A0-4EEC-AE21-A8578F3CD651}"/>
                            </a:ext>
                          </a:extLst>
                        </p:cNvPr>
                        <p:cNvCxnSpPr>
                          <a:cxnSpLocks/>
                          <a:stCxn id="142120" idx="4"/>
                          <a:endCxn id="14212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116" name="グループ化 142115">
                        <a:extLst>
                          <a:ext uri="{FF2B5EF4-FFF2-40B4-BE49-F238E27FC236}">
                            <a16:creationId xmlns:a16="http://schemas.microsoft.com/office/drawing/2014/main" id="{A63612DE-3D05-4ECE-81EC-7DA62D0C2D7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117" name="楕円 142116">
                          <a:extLst>
                            <a:ext uri="{FF2B5EF4-FFF2-40B4-BE49-F238E27FC236}">
                              <a16:creationId xmlns:a16="http://schemas.microsoft.com/office/drawing/2014/main" id="{4B21885E-C807-44E0-AC4F-69280DAEC4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118" name="直線コネクタ 142117">
                          <a:extLst>
                            <a:ext uri="{FF2B5EF4-FFF2-40B4-BE49-F238E27FC236}">
                              <a16:creationId xmlns:a16="http://schemas.microsoft.com/office/drawing/2014/main" id="{9751A4E8-0704-42FC-A594-7A958C58A72C}"/>
                            </a:ext>
                          </a:extLst>
                        </p:cNvPr>
                        <p:cNvCxnSpPr>
                          <a:cxnSpLocks/>
                          <a:stCxn id="142117" idx="6"/>
                          <a:endCxn id="14211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119" name="直線コネクタ 142118">
                          <a:extLst>
                            <a:ext uri="{FF2B5EF4-FFF2-40B4-BE49-F238E27FC236}">
                              <a16:creationId xmlns:a16="http://schemas.microsoft.com/office/drawing/2014/main" id="{28C5250A-8453-4C04-B5D0-2A47AB1B7ACF}"/>
                            </a:ext>
                          </a:extLst>
                        </p:cNvPr>
                        <p:cNvCxnSpPr>
                          <a:cxnSpLocks/>
                          <a:stCxn id="142117" idx="4"/>
                          <a:endCxn id="14211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41891" name="グループ化 141890">
                    <a:extLst>
                      <a:ext uri="{FF2B5EF4-FFF2-40B4-BE49-F238E27FC236}">
                        <a16:creationId xmlns:a16="http://schemas.microsoft.com/office/drawing/2014/main" id="{8730FCC4-58B6-4B5F-9F22-F6BE52509559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703654" y="588664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2074" name="グループ化 142073">
                      <a:extLst>
                        <a:ext uri="{FF2B5EF4-FFF2-40B4-BE49-F238E27FC236}">
                          <a16:creationId xmlns:a16="http://schemas.microsoft.com/office/drawing/2014/main" id="{B047D521-E7E8-46E4-90B2-F29680CBF9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2099" name="直線コネクタ 142098">
                        <a:extLst>
                          <a:ext uri="{FF2B5EF4-FFF2-40B4-BE49-F238E27FC236}">
                            <a16:creationId xmlns:a16="http://schemas.microsoft.com/office/drawing/2014/main" id="{9AAE4331-E238-43CB-8587-AF301A4B4A0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00" name="直線コネクタ 142099">
                        <a:extLst>
                          <a:ext uri="{FF2B5EF4-FFF2-40B4-BE49-F238E27FC236}">
                            <a16:creationId xmlns:a16="http://schemas.microsoft.com/office/drawing/2014/main" id="{B137EBB1-27F0-499B-8F5E-6AC124D3241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01" name="直線コネクタ 142100">
                        <a:extLst>
                          <a:ext uri="{FF2B5EF4-FFF2-40B4-BE49-F238E27FC236}">
                            <a16:creationId xmlns:a16="http://schemas.microsoft.com/office/drawing/2014/main" id="{BC3EEA8D-5108-4AB6-8B8D-BFB12266FEF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02" name="直線コネクタ 142101">
                        <a:extLst>
                          <a:ext uri="{FF2B5EF4-FFF2-40B4-BE49-F238E27FC236}">
                            <a16:creationId xmlns:a16="http://schemas.microsoft.com/office/drawing/2014/main" id="{6F98355B-F892-4D87-935B-81492F42334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03" name="直線コネクタ 142102">
                        <a:extLst>
                          <a:ext uri="{FF2B5EF4-FFF2-40B4-BE49-F238E27FC236}">
                            <a16:creationId xmlns:a16="http://schemas.microsoft.com/office/drawing/2014/main" id="{22707F42-E99E-4BD1-BDCC-1485013C52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04" name="直線コネクタ 142103">
                        <a:extLst>
                          <a:ext uri="{FF2B5EF4-FFF2-40B4-BE49-F238E27FC236}">
                            <a16:creationId xmlns:a16="http://schemas.microsoft.com/office/drawing/2014/main" id="{0705E669-2EF7-4D7F-BE03-E6BF9F6C508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05" name="直線コネクタ 142104">
                        <a:extLst>
                          <a:ext uri="{FF2B5EF4-FFF2-40B4-BE49-F238E27FC236}">
                            <a16:creationId xmlns:a16="http://schemas.microsoft.com/office/drawing/2014/main" id="{B0496722-1DD6-4EB4-A5A4-8C0DC774C3E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06" name="直線コネクタ 142105">
                        <a:extLst>
                          <a:ext uri="{FF2B5EF4-FFF2-40B4-BE49-F238E27FC236}">
                            <a16:creationId xmlns:a16="http://schemas.microsoft.com/office/drawing/2014/main" id="{09E4E65C-84D0-4974-A3D5-67BF1F43003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107" name="直線コネクタ 142106">
                        <a:extLst>
                          <a:ext uri="{FF2B5EF4-FFF2-40B4-BE49-F238E27FC236}">
                            <a16:creationId xmlns:a16="http://schemas.microsoft.com/office/drawing/2014/main" id="{673D3E22-7900-4407-B6D6-0B51485FDC7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075" name="グループ化 142074">
                      <a:extLst>
                        <a:ext uri="{FF2B5EF4-FFF2-40B4-BE49-F238E27FC236}">
                          <a16:creationId xmlns:a16="http://schemas.microsoft.com/office/drawing/2014/main" id="{F675937A-EB9F-443A-ADB5-048F6D5A47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96" name="楕円 142095">
                        <a:extLst>
                          <a:ext uri="{FF2B5EF4-FFF2-40B4-BE49-F238E27FC236}">
                            <a16:creationId xmlns:a16="http://schemas.microsoft.com/office/drawing/2014/main" id="{8703830A-5789-466C-A2ED-F91B57BEABD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97" name="直線コネクタ 142096">
                        <a:extLst>
                          <a:ext uri="{FF2B5EF4-FFF2-40B4-BE49-F238E27FC236}">
                            <a16:creationId xmlns:a16="http://schemas.microsoft.com/office/drawing/2014/main" id="{6F56A3D8-BAC4-4B8A-AAA5-C8A24372B4A2}"/>
                          </a:ext>
                        </a:extLst>
                      </p:cNvPr>
                      <p:cNvCxnSpPr>
                        <a:cxnSpLocks/>
                        <a:stCxn id="142096" idx="6"/>
                        <a:endCxn id="14209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98" name="直線コネクタ 142097">
                        <a:extLst>
                          <a:ext uri="{FF2B5EF4-FFF2-40B4-BE49-F238E27FC236}">
                            <a16:creationId xmlns:a16="http://schemas.microsoft.com/office/drawing/2014/main" id="{32A8FE6F-C3E7-4995-86A0-CCA1CBA02A96}"/>
                          </a:ext>
                        </a:extLst>
                      </p:cNvPr>
                      <p:cNvCxnSpPr>
                        <a:cxnSpLocks/>
                        <a:stCxn id="142096" idx="4"/>
                        <a:endCxn id="14209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076" name="グループ化 142075">
                      <a:extLst>
                        <a:ext uri="{FF2B5EF4-FFF2-40B4-BE49-F238E27FC236}">
                          <a16:creationId xmlns:a16="http://schemas.microsoft.com/office/drawing/2014/main" id="{28F85BCF-863C-4F74-88D6-5B73FE7EF048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93" name="楕円 142092">
                        <a:extLst>
                          <a:ext uri="{FF2B5EF4-FFF2-40B4-BE49-F238E27FC236}">
                            <a16:creationId xmlns:a16="http://schemas.microsoft.com/office/drawing/2014/main" id="{6A123D7B-92BA-48E9-913D-6459610EB73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94" name="直線コネクタ 142093">
                        <a:extLst>
                          <a:ext uri="{FF2B5EF4-FFF2-40B4-BE49-F238E27FC236}">
                            <a16:creationId xmlns:a16="http://schemas.microsoft.com/office/drawing/2014/main" id="{AA8DCBE3-C841-4B55-AAC8-B717CAA9B941}"/>
                          </a:ext>
                        </a:extLst>
                      </p:cNvPr>
                      <p:cNvCxnSpPr>
                        <a:cxnSpLocks/>
                        <a:stCxn id="142093" idx="6"/>
                        <a:endCxn id="14209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95" name="直線コネクタ 142094">
                        <a:extLst>
                          <a:ext uri="{FF2B5EF4-FFF2-40B4-BE49-F238E27FC236}">
                            <a16:creationId xmlns:a16="http://schemas.microsoft.com/office/drawing/2014/main" id="{7672D7E8-0072-482C-A5A2-39EE8B419D4E}"/>
                          </a:ext>
                        </a:extLst>
                      </p:cNvPr>
                      <p:cNvCxnSpPr>
                        <a:cxnSpLocks/>
                        <a:stCxn id="142093" idx="4"/>
                        <a:endCxn id="14209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077" name="グループ化 142076">
                      <a:extLst>
                        <a:ext uri="{FF2B5EF4-FFF2-40B4-BE49-F238E27FC236}">
                          <a16:creationId xmlns:a16="http://schemas.microsoft.com/office/drawing/2014/main" id="{1C934911-D5D1-4B4C-9D82-F38BA9FA2CE7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90" name="楕円 142089">
                        <a:extLst>
                          <a:ext uri="{FF2B5EF4-FFF2-40B4-BE49-F238E27FC236}">
                            <a16:creationId xmlns:a16="http://schemas.microsoft.com/office/drawing/2014/main" id="{3E33FF27-7BA9-4C94-8409-59F9F05239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91" name="直線コネクタ 142090">
                        <a:extLst>
                          <a:ext uri="{FF2B5EF4-FFF2-40B4-BE49-F238E27FC236}">
                            <a16:creationId xmlns:a16="http://schemas.microsoft.com/office/drawing/2014/main" id="{6520B75B-607C-4F68-949A-B8FCD69C227A}"/>
                          </a:ext>
                        </a:extLst>
                      </p:cNvPr>
                      <p:cNvCxnSpPr>
                        <a:cxnSpLocks/>
                        <a:stCxn id="142090" idx="6"/>
                        <a:endCxn id="14209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92" name="直線コネクタ 142091">
                        <a:extLst>
                          <a:ext uri="{FF2B5EF4-FFF2-40B4-BE49-F238E27FC236}">
                            <a16:creationId xmlns:a16="http://schemas.microsoft.com/office/drawing/2014/main" id="{083417D0-0C39-443B-B283-19A35DFB4B59}"/>
                          </a:ext>
                        </a:extLst>
                      </p:cNvPr>
                      <p:cNvCxnSpPr>
                        <a:cxnSpLocks/>
                        <a:stCxn id="142090" idx="4"/>
                        <a:endCxn id="14209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078" name="グループ化 142077">
                      <a:extLst>
                        <a:ext uri="{FF2B5EF4-FFF2-40B4-BE49-F238E27FC236}">
                          <a16:creationId xmlns:a16="http://schemas.microsoft.com/office/drawing/2014/main" id="{27C0CF32-220F-47A9-B22F-25BF7363284C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87" name="楕円 142086">
                        <a:extLst>
                          <a:ext uri="{FF2B5EF4-FFF2-40B4-BE49-F238E27FC236}">
                            <a16:creationId xmlns:a16="http://schemas.microsoft.com/office/drawing/2014/main" id="{3D7C2D28-C1F8-40F7-BC69-A1EEBFC71D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88" name="直線コネクタ 142087">
                        <a:extLst>
                          <a:ext uri="{FF2B5EF4-FFF2-40B4-BE49-F238E27FC236}">
                            <a16:creationId xmlns:a16="http://schemas.microsoft.com/office/drawing/2014/main" id="{76FC7FED-1BE8-4B7D-A9CD-B494275EE8F8}"/>
                          </a:ext>
                        </a:extLst>
                      </p:cNvPr>
                      <p:cNvCxnSpPr>
                        <a:cxnSpLocks/>
                        <a:stCxn id="142087" idx="6"/>
                        <a:endCxn id="14208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89" name="直線コネクタ 142088">
                        <a:extLst>
                          <a:ext uri="{FF2B5EF4-FFF2-40B4-BE49-F238E27FC236}">
                            <a16:creationId xmlns:a16="http://schemas.microsoft.com/office/drawing/2014/main" id="{99E23F76-86A8-48B6-AFC1-CCD70D34E354}"/>
                          </a:ext>
                        </a:extLst>
                      </p:cNvPr>
                      <p:cNvCxnSpPr>
                        <a:cxnSpLocks/>
                        <a:stCxn id="142087" idx="4"/>
                        <a:endCxn id="14208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079" name="グループ化 142078">
                      <a:extLst>
                        <a:ext uri="{FF2B5EF4-FFF2-40B4-BE49-F238E27FC236}">
                          <a16:creationId xmlns:a16="http://schemas.microsoft.com/office/drawing/2014/main" id="{97DD44E5-EFB1-4080-8138-0635E2042D75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84" name="楕円 142083">
                        <a:extLst>
                          <a:ext uri="{FF2B5EF4-FFF2-40B4-BE49-F238E27FC236}">
                            <a16:creationId xmlns:a16="http://schemas.microsoft.com/office/drawing/2014/main" id="{126E7743-C691-40CA-AAF3-36A3142270A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85" name="直線コネクタ 142084">
                        <a:extLst>
                          <a:ext uri="{FF2B5EF4-FFF2-40B4-BE49-F238E27FC236}">
                            <a16:creationId xmlns:a16="http://schemas.microsoft.com/office/drawing/2014/main" id="{70979913-653E-4DF3-A88B-CBB282881FE9}"/>
                          </a:ext>
                        </a:extLst>
                      </p:cNvPr>
                      <p:cNvCxnSpPr>
                        <a:cxnSpLocks/>
                        <a:stCxn id="142084" idx="6"/>
                        <a:endCxn id="14208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86" name="直線コネクタ 142085">
                        <a:extLst>
                          <a:ext uri="{FF2B5EF4-FFF2-40B4-BE49-F238E27FC236}">
                            <a16:creationId xmlns:a16="http://schemas.microsoft.com/office/drawing/2014/main" id="{3E9D5464-7E85-400C-960B-28FE883D5063}"/>
                          </a:ext>
                        </a:extLst>
                      </p:cNvPr>
                      <p:cNvCxnSpPr>
                        <a:cxnSpLocks/>
                        <a:stCxn id="142084" idx="4"/>
                        <a:endCxn id="14208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080" name="グループ化 142079">
                      <a:extLst>
                        <a:ext uri="{FF2B5EF4-FFF2-40B4-BE49-F238E27FC236}">
                          <a16:creationId xmlns:a16="http://schemas.microsoft.com/office/drawing/2014/main" id="{DEF361E8-0B88-4CC7-BEAE-C0FA4A14C9AE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81" name="楕円 142080">
                        <a:extLst>
                          <a:ext uri="{FF2B5EF4-FFF2-40B4-BE49-F238E27FC236}">
                            <a16:creationId xmlns:a16="http://schemas.microsoft.com/office/drawing/2014/main" id="{BC679B8F-E5E4-4D92-A314-A67BF909439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82" name="直線コネクタ 142081">
                        <a:extLst>
                          <a:ext uri="{FF2B5EF4-FFF2-40B4-BE49-F238E27FC236}">
                            <a16:creationId xmlns:a16="http://schemas.microsoft.com/office/drawing/2014/main" id="{71B7279F-C960-4691-9206-F59098041BAD}"/>
                          </a:ext>
                        </a:extLst>
                      </p:cNvPr>
                      <p:cNvCxnSpPr>
                        <a:cxnSpLocks/>
                        <a:stCxn id="142081" idx="6"/>
                        <a:endCxn id="14208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83" name="直線コネクタ 142082">
                        <a:extLst>
                          <a:ext uri="{FF2B5EF4-FFF2-40B4-BE49-F238E27FC236}">
                            <a16:creationId xmlns:a16="http://schemas.microsoft.com/office/drawing/2014/main" id="{A8B99E6B-52E8-4494-9E5E-5538AAC6FA79}"/>
                          </a:ext>
                        </a:extLst>
                      </p:cNvPr>
                      <p:cNvCxnSpPr>
                        <a:cxnSpLocks/>
                        <a:stCxn id="142081" idx="4"/>
                        <a:endCxn id="14208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41892" name="グループ化 141891">
                    <a:extLst>
                      <a:ext uri="{FF2B5EF4-FFF2-40B4-BE49-F238E27FC236}">
                        <a16:creationId xmlns:a16="http://schemas.microsoft.com/office/drawing/2014/main" id="{BDC46268-BDAF-43E5-8B0C-9306E3B06600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524000" y="498014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2019" name="グループ化 142018">
                      <a:extLst>
                        <a:ext uri="{FF2B5EF4-FFF2-40B4-BE49-F238E27FC236}">
                          <a16:creationId xmlns:a16="http://schemas.microsoft.com/office/drawing/2014/main" id="{48495494-A78A-4768-BF35-7A3BF0259B25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2048" name="グループ化 142047">
                        <a:extLst>
                          <a:ext uri="{FF2B5EF4-FFF2-40B4-BE49-F238E27FC236}">
                            <a16:creationId xmlns:a16="http://schemas.microsoft.com/office/drawing/2014/main" id="{60CCE544-976E-47FA-99A3-AEABBBDB1B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069" name="直線コネクタ 142068">
                          <a:extLst>
                            <a:ext uri="{FF2B5EF4-FFF2-40B4-BE49-F238E27FC236}">
                              <a16:creationId xmlns:a16="http://schemas.microsoft.com/office/drawing/2014/main" id="{87A4C82F-2131-4E78-B8C1-4F84EFD7A38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70" name="直線コネクタ 142069">
                          <a:extLst>
                            <a:ext uri="{FF2B5EF4-FFF2-40B4-BE49-F238E27FC236}">
                              <a16:creationId xmlns:a16="http://schemas.microsoft.com/office/drawing/2014/main" id="{B1275B5D-917D-417B-841D-C7FA44D1D75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71" name="直線コネクタ 142070">
                          <a:extLst>
                            <a:ext uri="{FF2B5EF4-FFF2-40B4-BE49-F238E27FC236}">
                              <a16:creationId xmlns:a16="http://schemas.microsoft.com/office/drawing/2014/main" id="{8FBA5937-D660-4BF6-AC42-B16525B1CF7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72" name="直線コネクタ 142071">
                          <a:extLst>
                            <a:ext uri="{FF2B5EF4-FFF2-40B4-BE49-F238E27FC236}">
                              <a16:creationId xmlns:a16="http://schemas.microsoft.com/office/drawing/2014/main" id="{5AE60F49-F433-4A9C-8514-226A9D73885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73" name="直線コネクタ 142072">
                          <a:extLst>
                            <a:ext uri="{FF2B5EF4-FFF2-40B4-BE49-F238E27FC236}">
                              <a16:creationId xmlns:a16="http://schemas.microsoft.com/office/drawing/2014/main" id="{EA4B532A-AF3A-4BB8-BF88-B60C9F73AAB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49" name="グループ化 142048">
                        <a:extLst>
                          <a:ext uri="{FF2B5EF4-FFF2-40B4-BE49-F238E27FC236}">
                            <a16:creationId xmlns:a16="http://schemas.microsoft.com/office/drawing/2014/main" id="{2BD62198-1EE8-4BC7-AF35-5FD6ED0F7D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66" name="楕円 142065">
                          <a:extLst>
                            <a:ext uri="{FF2B5EF4-FFF2-40B4-BE49-F238E27FC236}">
                              <a16:creationId xmlns:a16="http://schemas.microsoft.com/office/drawing/2014/main" id="{FFFCE521-4C7B-456A-AA6C-B381BEE7139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67" name="直線コネクタ 142066">
                          <a:extLst>
                            <a:ext uri="{FF2B5EF4-FFF2-40B4-BE49-F238E27FC236}">
                              <a16:creationId xmlns:a16="http://schemas.microsoft.com/office/drawing/2014/main" id="{7FCBA669-C947-435B-8253-C50D1B369451}"/>
                            </a:ext>
                          </a:extLst>
                        </p:cNvPr>
                        <p:cNvCxnSpPr>
                          <a:cxnSpLocks/>
                          <a:stCxn id="142066" idx="6"/>
                          <a:endCxn id="14206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68" name="直線コネクタ 142067">
                          <a:extLst>
                            <a:ext uri="{FF2B5EF4-FFF2-40B4-BE49-F238E27FC236}">
                              <a16:creationId xmlns:a16="http://schemas.microsoft.com/office/drawing/2014/main" id="{26FEA01C-9D55-4F45-9FB8-8BBDF6C9E650}"/>
                            </a:ext>
                          </a:extLst>
                        </p:cNvPr>
                        <p:cNvCxnSpPr>
                          <a:cxnSpLocks/>
                          <a:stCxn id="142066" idx="4"/>
                          <a:endCxn id="14206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50" name="グループ化 142049">
                        <a:extLst>
                          <a:ext uri="{FF2B5EF4-FFF2-40B4-BE49-F238E27FC236}">
                            <a16:creationId xmlns:a16="http://schemas.microsoft.com/office/drawing/2014/main" id="{7184387C-A1D7-4070-AEB3-033C952A93F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63" name="楕円 142062">
                          <a:extLst>
                            <a:ext uri="{FF2B5EF4-FFF2-40B4-BE49-F238E27FC236}">
                              <a16:creationId xmlns:a16="http://schemas.microsoft.com/office/drawing/2014/main" id="{4483BE08-0137-42CF-946E-F352B546FB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64" name="直線コネクタ 142063">
                          <a:extLst>
                            <a:ext uri="{FF2B5EF4-FFF2-40B4-BE49-F238E27FC236}">
                              <a16:creationId xmlns:a16="http://schemas.microsoft.com/office/drawing/2014/main" id="{779371D9-786B-44CB-A5C7-C9E1A92E8230}"/>
                            </a:ext>
                          </a:extLst>
                        </p:cNvPr>
                        <p:cNvCxnSpPr>
                          <a:cxnSpLocks/>
                          <a:stCxn id="142063" idx="6"/>
                          <a:endCxn id="14206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65" name="直線コネクタ 142064">
                          <a:extLst>
                            <a:ext uri="{FF2B5EF4-FFF2-40B4-BE49-F238E27FC236}">
                              <a16:creationId xmlns:a16="http://schemas.microsoft.com/office/drawing/2014/main" id="{465B5106-7F20-467A-92B0-D78DDC5628C8}"/>
                            </a:ext>
                          </a:extLst>
                        </p:cNvPr>
                        <p:cNvCxnSpPr>
                          <a:cxnSpLocks/>
                          <a:stCxn id="142063" idx="4"/>
                          <a:endCxn id="14206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51" name="グループ化 142050">
                        <a:extLst>
                          <a:ext uri="{FF2B5EF4-FFF2-40B4-BE49-F238E27FC236}">
                            <a16:creationId xmlns:a16="http://schemas.microsoft.com/office/drawing/2014/main" id="{042E6495-66EF-45A6-A4A2-0621525E798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60" name="楕円 142059">
                          <a:extLst>
                            <a:ext uri="{FF2B5EF4-FFF2-40B4-BE49-F238E27FC236}">
                              <a16:creationId xmlns:a16="http://schemas.microsoft.com/office/drawing/2014/main" id="{A1A0A14C-E26C-4F8B-8A99-8AF487601B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61" name="直線コネクタ 142060">
                          <a:extLst>
                            <a:ext uri="{FF2B5EF4-FFF2-40B4-BE49-F238E27FC236}">
                              <a16:creationId xmlns:a16="http://schemas.microsoft.com/office/drawing/2014/main" id="{0483EDCC-7F66-4FC4-870B-3B834583FFCC}"/>
                            </a:ext>
                          </a:extLst>
                        </p:cNvPr>
                        <p:cNvCxnSpPr>
                          <a:cxnSpLocks/>
                          <a:stCxn id="142060" idx="6"/>
                          <a:endCxn id="14206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62" name="直線コネクタ 142061">
                          <a:extLst>
                            <a:ext uri="{FF2B5EF4-FFF2-40B4-BE49-F238E27FC236}">
                              <a16:creationId xmlns:a16="http://schemas.microsoft.com/office/drawing/2014/main" id="{EB9125A5-D289-4D65-AE4B-E93134BBA17F}"/>
                            </a:ext>
                          </a:extLst>
                        </p:cNvPr>
                        <p:cNvCxnSpPr>
                          <a:cxnSpLocks/>
                          <a:stCxn id="142060" idx="4"/>
                          <a:endCxn id="14206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52" name="グループ化 142051">
                        <a:extLst>
                          <a:ext uri="{FF2B5EF4-FFF2-40B4-BE49-F238E27FC236}">
                            <a16:creationId xmlns:a16="http://schemas.microsoft.com/office/drawing/2014/main" id="{C3CE07EC-B112-4331-AD61-42EF48C4353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57" name="楕円 142056">
                          <a:extLst>
                            <a:ext uri="{FF2B5EF4-FFF2-40B4-BE49-F238E27FC236}">
                              <a16:creationId xmlns:a16="http://schemas.microsoft.com/office/drawing/2014/main" id="{24C6E55F-1EF3-4426-9F38-93D2F1D73F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58" name="直線コネクタ 142057">
                          <a:extLst>
                            <a:ext uri="{FF2B5EF4-FFF2-40B4-BE49-F238E27FC236}">
                              <a16:creationId xmlns:a16="http://schemas.microsoft.com/office/drawing/2014/main" id="{78F6CEAD-40CF-478A-B1EC-78D998B07F41}"/>
                            </a:ext>
                          </a:extLst>
                        </p:cNvPr>
                        <p:cNvCxnSpPr>
                          <a:cxnSpLocks/>
                          <a:stCxn id="142057" idx="6"/>
                          <a:endCxn id="14205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59" name="直線コネクタ 142058">
                          <a:extLst>
                            <a:ext uri="{FF2B5EF4-FFF2-40B4-BE49-F238E27FC236}">
                              <a16:creationId xmlns:a16="http://schemas.microsoft.com/office/drawing/2014/main" id="{6EA44ECF-C56C-4E16-BDD2-0EE8B9434565}"/>
                            </a:ext>
                          </a:extLst>
                        </p:cNvPr>
                        <p:cNvCxnSpPr>
                          <a:cxnSpLocks/>
                          <a:stCxn id="142057" idx="4"/>
                          <a:endCxn id="14205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53" name="グループ化 142052">
                        <a:extLst>
                          <a:ext uri="{FF2B5EF4-FFF2-40B4-BE49-F238E27FC236}">
                            <a16:creationId xmlns:a16="http://schemas.microsoft.com/office/drawing/2014/main" id="{7A6A8450-2ECD-4D05-80C7-61FAA2CB4F8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54" name="楕円 142053">
                          <a:extLst>
                            <a:ext uri="{FF2B5EF4-FFF2-40B4-BE49-F238E27FC236}">
                              <a16:creationId xmlns:a16="http://schemas.microsoft.com/office/drawing/2014/main" id="{3C4618FF-5494-484A-9984-585B6B429F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55" name="直線コネクタ 142054">
                          <a:extLst>
                            <a:ext uri="{FF2B5EF4-FFF2-40B4-BE49-F238E27FC236}">
                              <a16:creationId xmlns:a16="http://schemas.microsoft.com/office/drawing/2014/main" id="{18AA0DB9-839A-4A1E-B258-9AB477876379}"/>
                            </a:ext>
                          </a:extLst>
                        </p:cNvPr>
                        <p:cNvCxnSpPr>
                          <a:cxnSpLocks/>
                          <a:stCxn id="142054" idx="6"/>
                          <a:endCxn id="14205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56" name="直線コネクタ 142055">
                          <a:extLst>
                            <a:ext uri="{FF2B5EF4-FFF2-40B4-BE49-F238E27FC236}">
                              <a16:creationId xmlns:a16="http://schemas.microsoft.com/office/drawing/2014/main" id="{640102F0-62E5-4A38-93CC-77095C5EF030}"/>
                            </a:ext>
                          </a:extLst>
                        </p:cNvPr>
                        <p:cNvCxnSpPr>
                          <a:cxnSpLocks/>
                          <a:stCxn id="142054" idx="4"/>
                          <a:endCxn id="14205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2020" name="楕円 142019">
                      <a:extLst>
                        <a:ext uri="{FF2B5EF4-FFF2-40B4-BE49-F238E27FC236}">
                          <a16:creationId xmlns:a16="http://schemas.microsoft.com/office/drawing/2014/main" id="{802FFE9B-E981-4157-9C44-C4DE07FCFC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2021" name="グループ化 142020">
                      <a:extLst>
                        <a:ext uri="{FF2B5EF4-FFF2-40B4-BE49-F238E27FC236}">
                          <a16:creationId xmlns:a16="http://schemas.microsoft.com/office/drawing/2014/main" id="{DA31B88F-4729-4960-ABF3-2E2B8D71F4D7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2022" name="グループ化 142021">
                        <a:extLst>
                          <a:ext uri="{FF2B5EF4-FFF2-40B4-BE49-F238E27FC236}">
                            <a16:creationId xmlns:a16="http://schemas.microsoft.com/office/drawing/2014/main" id="{B0D6E43B-20C4-4C84-B1E7-A117C1D1FD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2043" name="直線コネクタ 142042">
                          <a:extLst>
                            <a:ext uri="{FF2B5EF4-FFF2-40B4-BE49-F238E27FC236}">
                              <a16:creationId xmlns:a16="http://schemas.microsoft.com/office/drawing/2014/main" id="{8B987F58-4917-4C28-A778-3A990E3410E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44" name="直線コネクタ 142043">
                          <a:extLst>
                            <a:ext uri="{FF2B5EF4-FFF2-40B4-BE49-F238E27FC236}">
                              <a16:creationId xmlns:a16="http://schemas.microsoft.com/office/drawing/2014/main" id="{7EE3ECD5-A8B6-4AD0-93AB-18B4C725CE1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45" name="直線コネクタ 142044">
                          <a:extLst>
                            <a:ext uri="{FF2B5EF4-FFF2-40B4-BE49-F238E27FC236}">
                              <a16:creationId xmlns:a16="http://schemas.microsoft.com/office/drawing/2014/main" id="{B46C35CC-CA25-40AC-9A98-C17EAE2C0DC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46" name="直線コネクタ 142045">
                          <a:extLst>
                            <a:ext uri="{FF2B5EF4-FFF2-40B4-BE49-F238E27FC236}">
                              <a16:creationId xmlns:a16="http://schemas.microsoft.com/office/drawing/2014/main" id="{FE765B36-824D-404C-8AA4-60DC0E11181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47" name="直線コネクタ 142046">
                          <a:extLst>
                            <a:ext uri="{FF2B5EF4-FFF2-40B4-BE49-F238E27FC236}">
                              <a16:creationId xmlns:a16="http://schemas.microsoft.com/office/drawing/2014/main" id="{4B278198-10D2-4815-9B16-A28985E48B4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23" name="グループ化 142022">
                        <a:extLst>
                          <a:ext uri="{FF2B5EF4-FFF2-40B4-BE49-F238E27FC236}">
                            <a16:creationId xmlns:a16="http://schemas.microsoft.com/office/drawing/2014/main" id="{2749F344-9306-457A-8428-41A7B4ECE6C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40" name="楕円 142039">
                          <a:extLst>
                            <a:ext uri="{FF2B5EF4-FFF2-40B4-BE49-F238E27FC236}">
                              <a16:creationId xmlns:a16="http://schemas.microsoft.com/office/drawing/2014/main" id="{A358C65E-440A-4EB5-8F67-19BE3630874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41" name="直線コネクタ 142040">
                          <a:extLst>
                            <a:ext uri="{FF2B5EF4-FFF2-40B4-BE49-F238E27FC236}">
                              <a16:creationId xmlns:a16="http://schemas.microsoft.com/office/drawing/2014/main" id="{564003A1-1DF9-4457-B98F-9A69F9B39623}"/>
                            </a:ext>
                          </a:extLst>
                        </p:cNvPr>
                        <p:cNvCxnSpPr>
                          <a:cxnSpLocks/>
                          <a:stCxn id="142040" idx="6"/>
                          <a:endCxn id="14204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42" name="直線コネクタ 142041">
                          <a:extLst>
                            <a:ext uri="{FF2B5EF4-FFF2-40B4-BE49-F238E27FC236}">
                              <a16:creationId xmlns:a16="http://schemas.microsoft.com/office/drawing/2014/main" id="{BFCCE2F6-494F-4977-97D9-41BBF09388B7}"/>
                            </a:ext>
                          </a:extLst>
                        </p:cNvPr>
                        <p:cNvCxnSpPr>
                          <a:cxnSpLocks/>
                          <a:stCxn id="142040" idx="4"/>
                          <a:endCxn id="14204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24" name="グループ化 142023">
                        <a:extLst>
                          <a:ext uri="{FF2B5EF4-FFF2-40B4-BE49-F238E27FC236}">
                            <a16:creationId xmlns:a16="http://schemas.microsoft.com/office/drawing/2014/main" id="{67F4AF3A-14A3-41C5-9033-72305D16389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37" name="楕円 142036">
                          <a:extLst>
                            <a:ext uri="{FF2B5EF4-FFF2-40B4-BE49-F238E27FC236}">
                              <a16:creationId xmlns:a16="http://schemas.microsoft.com/office/drawing/2014/main" id="{8BAD756F-D144-4C63-9C88-DCD556E974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38" name="直線コネクタ 142037">
                          <a:extLst>
                            <a:ext uri="{FF2B5EF4-FFF2-40B4-BE49-F238E27FC236}">
                              <a16:creationId xmlns:a16="http://schemas.microsoft.com/office/drawing/2014/main" id="{8172EFBB-B94C-43F1-98F6-0805584C68BA}"/>
                            </a:ext>
                          </a:extLst>
                        </p:cNvPr>
                        <p:cNvCxnSpPr>
                          <a:cxnSpLocks/>
                          <a:stCxn id="142037" idx="6"/>
                          <a:endCxn id="14203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39" name="直線コネクタ 142038">
                          <a:extLst>
                            <a:ext uri="{FF2B5EF4-FFF2-40B4-BE49-F238E27FC236}">
                              <a16:creationId xmlns:a16="http://schemas.microsoft.com/office/drawing/2014/main" id="{D3F6B4DF-1F49-455D-84A0-6FC53BD11A27}"/>
                            </a:ext>
                          </a:extLst>
                        </p:cNvPr>
                        <p:cNvCxnSpPr>
                          <a:cxnSpLocks/>
                          <a:stCxn id="142037" idx="4"/>
                          <a:endCxn id="14203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25" name="グループ化 142024">
                        <a:extLst>
                          <a:ext uri="{FF2B5EF4-FFF2-40B4-BE49-F238E27FC236}">
                            <a16:creationId xmlns:a16="http://schemas.microsoft.com/office/drawing/2014/main" id="{45DE2E79-E695-498B-B125-8CA1BA19719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34" name="楕円 142033">
                          <a:extLst>
                            <a:ext uri="{FF2B5EF4-FFF2-40B4-BE49-F238E27FC236}">
                              <a16:creationId xmlns:a16="http://schemas.microsoft.com/office/drawing/2014/main" id="{69891E99-0698-40A0-B6E9-C82203BDC4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35" name="直線コネクタ 142034">
                          <a:extLst>
                            <a:ext uri="{FF2B5EF4-FFF2-40B4-BE49-F238E27FC236}">
                              <a16:creationId xmlns:a16="http://schemas.microsoft.com/office/drawing/2014/main" id="{E5115B54-EE49-49FC-9AE9-1217566DCAD0}"/>
                            </a:ext>
                          </a:extLst>
                        </p:cNvPr>
                        <p:cNvCxnSpPr>
                          <a:cxnSpLocks/>
                          <a:stCxn id="142034" idx="6"/>
                          <a:endCxn id="14203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36" name="直線コネクタ 142035">
                          <a:extLst>
                            <a:ext uri="{FF2B5EF4-FFF2-40B4-BE49-F238E27FC236}">
                              <a16:creationId xmlns:a16="http://schemas.microsoft.com/office/drawing/2014/main" id="{79FED23D-F214-4E83-BAC3-B11C7F0731BC}"/>
                            </a:ext>
                          </a:extLst>
                        </p:cNvPr>
                        <p:cNvCxnSpPr>
                          <a:cxnSpLocks/>
                          <a:stCxn id="142034" idx="4"/>
                          <a:endCxn id="14203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26" name="グループ化 142025">
                        <a:extLst>
                          <a:ext uri="{FF2B5EF4-FFF2-40B4-BE49-F238E27FC236}">
                            <a16:creationId xmlns:a16="http://schemas.microsoft.com/office/drawing/2014/main" id="{DCF9F22A-F6FA-4F59-8E2A-3EAA7C2036B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31" name="楕円 142030">
                          <a:extLst>
                            <a:ext uri="{FF2B5EF4-FFF2-40B4-BE49-F238E27FC236}">
                              <a16:creationId xmlns:a16="http://schemas.microsoft.com/office/drawing/2014/main" id="{4777ACBE-E333-4840-BFE3-8EDCDA56D7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32" name="直線コネクタ 142031">
                          <a:extLst>
                            <a:ext uri="{FF2B5EF4-FFF2-40B4-BE49-F238E27FC236}">
                              <a16:creationId xmlns:a16="http://schemas.microsoft.com/office/drawing/2014/main" id="{37353FB2-1B6E-4D06-92A0-D910AE6A43AD}"/>
                            </a:ext>
                          </a:extLst>
                        </p:cNvPr>
                        <p:cNvCxnSpPr>
                          <a:cxnSpLocks/>
                          <a:stCxn id="142031" idx="6"/>
                          <a:endCxn id="14203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33" name="直線コネクタ 142032">
                          <a:extLst>
                            <a:ext uri="{FF2B5EF4-FFF2-40B4-BE49-F238E27FC236}">
                              <a16:creationId xmlns:a16="http://schemas.microsoft.com/office/drawing/2014/main" id="{EE8C9489-7DA2-4B2E-9CE3-A9F2AE1F4DFB}"/>
                            </a:ext>
                          </a:extLst>
                        </p:cNvPr>
                        <p:cNvCxnSpPr>
                          <a:cxnSpLocks/>
                          <a:stCxn id="142031" idx="4"/>
                          <a:endCxn id="14203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2027" name="グループ化 142026">
                        <a:extLst>
                          <a:ext uri="{FF2B5EF4-FFF2-40B4-BE49-F238E27FC236}">
                            <a16:creationId xmlns:a16="http://schemas.microsoft.com/office/drawing/2014/main" id="{5C33E666-F7D9-44B3-BA18-155B68FE62B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2028" name="楕円 142027">
                          <a:extLst>
                            <a:ext uri="{FF2B5EF4-FFF2-40B4-BE49-F238E27FC236}">
                              <a16:creationId xmlns:a16="http://schemas.microsoft.com/office/drawing/2014/main" id="{71325A9A-0FF9-4243-978B-76C1F5DB8D6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2029" name="直線コネクタ 142028">
                          <a:extLst>
                            <a:ext uri="{FF2B5EF4-FFF2-40B4-BE49-F238E27FC236}">
                              <a16:creationId xmlns:a16="http://schemas.microsoft.com/office/drawing/2014/main" id="{F757CE02-0F87-47CE-AFD6-FD6ACAC11960}"/>
                            </a:ext>
                          </a:extLst>
                        </p:cNvPr>
                        <p:cNvCxnSpPr>
                          <a:cxnSpLocks/>
                          <a:stCxn id="142028" idx="6"/>
                          <a:endCxn id="14202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2030" name="直線コネクタ 142029">
                          <a:extLst>
                            <a:ext uri="{FF2B5EF4-FFF2-40B4-BE49-F238E27FC236}">
                              <a16:creationId xmlns:a16="http://schemas.microsoft.com/office/drawing/2014/main" id="{0F737651-FE1B-422B-9871-E9B6660A4369}"/>
                            </a:ext>
                          </a:extLst>
                        </p:cNvPr>
                        <p:cNvCxnSpPr>
                          <a:cxnSpLocks/>
                          <a:stCxn id="142028" idx="4"/>
                          <a:endCxn id="14202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41893" name="グループ化 141892">
                    <a:extLst>
                      <a:ext uri="{FF2B5EF4-FFF2-40B4-BE49-F238E27FC236}">
                        <a16:creationId xmlns:a16="http://schemas.microsoft.com/office/drawing/2014/main" id="{B5F3CF8B-6DA4-4610-A0CC-6ADCCAA2C1BB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457179" y="529507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1985" name="グループ化 141984">
                      <a:extLst>
                        <a:ext uri="{FF2B5EF4-FFF2-40B4-BE49-F238E27FC236}">
                          <a16:creationId xmlns:a16="http://schemas.microsoft.com/office/drawing/2014/main" id="{18217AA2-1724-4111-8B0A-3F908D3BDE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2010" name="直線コネクタ 142009">
                        <a:extLst>
                          <a:ext uri="{FF2B5EF4-FFF2-40B4-BE49-F238E27FC236}">
                            <a16:creationId xmlns:a16="http://schemas.microsoft.com/office/drawing/2014/main" id="{6E7030F2-0F7B-4392-AE0D-C5A3D55C223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11" name="直線コネクタ 142010">
                        <a:extLst>
                          <a:ext uri="{FF2B5EF4-FFF2-40B4-BE49-F238E27FC236}">
                            <a16:creationId xmlns:a16="http://schemas.microsoft.com/office/drawing/2014/main" id="{01B7A32B-35A9-4A37-9AA6-66597C9BB3E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12" name="直線コネクタ 142011">
                        <a:extLst>
                          <a:ext uri="{FF2B5EF4-FFF2-40B4-BE49-F238E27FC236}">
                            <a16:creationId xmlns:a16="http://schemas.microsoft.com/office/drawing/2014/main" id="{4925C2CC-26A4-4353-8201-212D3F4A399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13" name="直線コネクタ 142012">
                        <a:extLst>
                          <a:ext uri="{FF2B5EF4-FFF2-40B4-BE49-F238E27FC236}">
                            <a16:creationId xmlns:a16="http://schemas.microsoft.com/office/drawing/2014/main" id="{1A143C73-1C18-465B-8336-F19E9185563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14" name="直線コネクタ 142013">
                        <a:extLst>
                          <a:ext uri="{FF2B5EF4-FFF2-40B4-BE49-F238E27FC236}">
                            <a16:creationId xmlns:a16="http://schemas.microsoft.com/office/drawing/2014/main" id="{750A01B4-B59E-4DCD-95B5-E8B68FC2FC9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15" name="直線コネクタ 142014">
                        <a:extLst>
                          <a:ext uri="{FF2B5EF4-FFF2-40B4-BE49-F238E27FC236}">
                            <a16:creationId xmlns:a16="http://schemas.microsoft.com/office/drawing/2014/main" id="{AD0BA62E-002A-4D53-B84F-7C7CFC17A6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16" name="直線コネクタ 142015">
                        <a:extLst>
                          <a:ext uri="{FF2B5EF4-FFF2-40B4-BE49-F238E27FC236}">
                            <a16:creationId xmlns:a16="http://schemas.microsoft.com/office/drawing/2014/main" id="{CC90A2C3-5705-44DA-B6D2-0ADBEA23444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17" name="直線コネクタ 142016">
                        <a:extLst>
                          <a:ext uri="{FF2B5EF4-FFF2-40B4-BE49-F238E27FC236}">
                            <a16:creationId xmlns:a16="http://schemas.microsoft.com/office/drawing/2014/main" id="{4E3A7C89-8881-413A-8509-90E6785DA8E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18" name="直線コネクタ 142017">
                        <a:extLst>
                          <a:ext uri="{FF2B5EF4-FFF2-40B4-BE49-F238E27FC236}">
                            <a16:creationId xmlns:a16="http://schemas.microsoft.com/office/drawing/2014/main" id="{3AF827B8-0B97-4214-AE06-DBD59C0B106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86" name="グループ化 141985">
                      <a:extLst>
                        <a:ext uri="{FF2B5EF4-FFF2-40B4-BE49-F238E27FC236}">
                          <a16:creationId xmlns:a16="http://schemas.microsoft.com/office/drawing/2014/main" id="{2085FB71-3634-45DB-BF07-0AC32CB81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07" name="楕円 142006">
                        <a:extLst>
                          <a:ext uri="{FF2B5EF4-FFF2-40B4-BE49-F238E27FC236}">
                            <a16:creationId xmlns:a16="http://schemas.microsoft.com/office/drawing/2014/main" id="{C2A73B1C-6550-439F-ABC7-33B36E4686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08" name="直線コネクタ 142007">
                        <a:extLst>
                          <a:ext uri="{FF2B5EF4-FFF2-40B4-BE49-F238E27FC236}">
                            <a16:creationId xmlns:a16="http://schemas.microsoft.com/office/drawing/2014/main" id="{ED5596DA-B3AD-4204-8A5F-B6FEFFA9AA46}"/>
                          </a:ext>
                        </a:extLst>
                      </p:cNvPr>
                      <p:cNvCxnSpPr>
                        <a:cxnSpLocks/>
                        <a:stCxn id="142007" idx="6"/>
                        <a:endCxn id="14200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09" name="直線コネクタ 142008">
                        <a:extLst>
                          <a:ext uri="{FF2B5EF4-FFF2-40B4-BE49-F238E27FC236}">
                            <a16:creationId xmlns:a16="http://schemas.microsoft.com/office/drawing/2014/main" id="{5F933B0B-63EE-4153-B009-13BC0D84DAC9}"/>
                          </a:ext>
                        </a:extLst>
                      </p:cNvPr>
                      <p:cNvCxnSpPr>
                        <a:cxnSpLocks/>
                        <a:stCxn id="142007" idx="4"/>
                        <a:endCxn id="14200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87" name="グループ化 141986">
                      <a:extLst>
                        <a:ext uri="{FF2B5EF4-FFF2-40B4-BE49-F238E27FC236}">
                          <a16:creationId xmlns:a16="http://schemas.microsoft.com/office/drawing/2014/main" id="{66F75FD2-EF75-4863-961B-BDF43F9F17C1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04" name="楕円 142003">
                        <a:extLst>
                          <a:ext uri="{FF2B5EF4-FFF2-40B4-BE49-F238E27FC236}">
                            <a16:creationId xmlns:a16="http://schemas.microsoft.com/office/drawing/2014/main" id="{76DDDB73-4A52-4475-8917-4FCD491F658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05" name="直線コネクタ 142004">
                        <a:extLst>
                          <a:ext uri="{FF2B5EF4-FFF2-40B4-BE49-F238E27FC236}">
                            <a16:creationId xmlns:a16="http://schemas.microsoft.com/office/drawing/2014/main" id="{02EC5375-5D83-4ACF-8CD3-5C0FA5067577}"/>
                          </a:ext>
                        </a:extLst>
                      </p:cNvPr>
                      <p:cNvCxnSpPr>
                        <a:cxnSpLocks/>
                        <a:stCxn id="142004" idx="6"/>
                        <a:endCxn id="14200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06" name="直線コネクタ 142005">
                        <a:extLst>
                          <a:ext uri="{FF2B5EF4-FFF2-40B4-BE49-F238E27FC236}">
                            <a16:creationId xmlns:a16="http://schemas.microsoft.com/office/drawing/2014/main" id="{D3C5AB64-9844-45B9-8A76-599FE79AC413}"/>
                          </a:ext>
                        </a:extLst>
                      </p:cNvPr>
                      <p:cNvCxnSpPr>
                        <a:cxnSpLocks/>
                        <a:stCxn id="142004" idx="4"/>
                        <a:endCxn id="14200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88" name="グループ化 141987">
                      <a:extLst>
                        <a:ext uri="{FF2B5EF4-FFF2-40B4-BE49-F238E27FC236}">
                          <a16:creationId xmlns:a16="http://schemas.microsoft.com/office/drawing/2014/main" id="{36BDAED1-79A4-4C5C-AF99-9E79E1DBD9DE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2001" name="楕円 142000">
                        <a:extLst>
                          <a:ext uri="{FF2B5EF4-FFF2-40B4-BE49-F238E27FC236}">
                            <a16:creationId xmlns:a16="http://schemas.microsoft.com/office/drawing/2014/main" id="{4A40AD5B-568B-4642-8FB5-74F894CB73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2002" name="直線コネクタ 142001">
                        <a:extLst>
                          <a:ext uri="{FF2B5EF4-FFF2-40B4-BE49-F238E27FC236}">
                            <a16:creationId xmlns:a16="http://schemas.microsoft.com/office/drawing/2014/main" id="{41754BCA-830B-4621-9CB8-A59BAAAFD425}"/>
                          </a:ext>
                        </a:extLst>
                      </p:cNvPr>
                      <p:cNvCxnSpPr>
                        <a:cxnSpLocks/>
                        <a:stCxn id="142001" idx="6"/>
                        <a:endCxn id="14200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03" name="直線コネクタ 142002">
                        <a:extLst>
                          <a:ext uri="{FF2B5EF4-FFF2-40B4-BE49-F238E27FC236}">
                            <a16:creationId xmlns:a16="http://schemas.microsoft.com/office/drawing/2014/main" id="{4270BD71-6367-42D6-8E19-55CAF6DC3DB9}"/>
                          </a:ext>
                        </a:extLst>
                      </p:cNvPr>
                      <p:cNvCxnSpPr>
                        <a:cxnSpLocks/>
                        <a:stCxn id="142001" idx="4"/>
                        <a:endCxn id="14200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89" name="グループ化 141988">
                      <a:extLst>
                        <a:ext uri="{FF2B5EF4-FFF2-40B4-BE49-F238E27FC236}">
                          <a16:creationId xmlns:a16="http://schemas.microsoft.com/office/drawing/2014/main" id="{2F7BA8EE-E3C5-4285-9890-86A40C18A93F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98" name="楕円 141997">
                        <a:extLst>
                          <a:ext uri="{FF2B5EF4-FFF2-40B4-BE49-F238E27FC236}">
                            <a16:creationId xmlns:a16="http://schemas.microsoft.com/office/drawing/2014/main" id="{A50CBB89-1BD4-465D-8C0A-D482D499C4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99" name="直線コネクタ 141998">
                        <a:extLst>
                          <a:ext uri="{FF2B5EF4-FFF2-40B4-BE49-F238E27FC236}">
                            <a16:creationId xmlns:a16="http://schemas.microsoft.com/office/drawing/2014/main" id="{9031AECC-4E6B-43B7-B230-F4212362C23F}"/>
                          </a:ext>
                        </a:extLst>
                      </p:cNvPr>
                      <p:cNvCxnSpPr>
                        <a:cxnSpLocks/>
                        <a:stCxn id="141998" idx="6"/>
                        <a:endCxn id="14199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2000" name="直線コネクタ 141999">
                        <a:extLst>
                          <a:ext uri="{FF2B5EF4-FFF2-40B4-BE49-F238E27FC236}">
                            <a16:creationId xmlns:a16="http://schemas.microsoft.com/office/drawing/2014/main" id="{1041F078-C16A-427C-A16F-96DA9F10540E}"/>
                          </a:ext>
                        </a:extLst>
                      </p:cNvPr>
                      <p:cNvCxnSpPr>
                        <a:cxnSpLocks/>
                        <a:stCxn id="141998" idx="4"/>
                        <a:endCxn id="14199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90" name="グループ化 141989">
                      <a:extLst>
                        <a:ext uri="{FF2B5EF4-FFF2-40B4-BE49-F238E27FC236}">
                          <a16:creationId xmlns:a16="http://schemas.microsoft.com/office/drawing/2014/main" id="{73795BD4-FAAB-4871-B751-C239437C034D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95" name="楕円 141994">
                        <a:extLst>
                          <a:ext uri="{FF2B5EF4-FFF2-40B4-BE49-F238E27FC236}">
                            <a16:creationId xmlns:a16="http://schemas.microsoft.com/office/drawing/2014/main" id="{B972BF76-FF75-4290-BA69-8807C4C897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96" name="直線コネクタ 141995">
                        <a:extLst>
                          <a:ext uri="{FF2B5EF4-FFF2-40B4-BE49-F238E27FC236}">
                            <a16:creationId xmlns:a16="http://schemas.microsoft.com/office/drawing/2014/main" id="{40B14846-C36D-4A92-BB2F-E8A38533F29F}"/>
                          </a:ext>
                        </a:extLst>
                      </p:cNvPr>
                      <p:cNvCxnSpPr>
                        <a:cxnSpLocks/>
                        <a:stCxn id="141995" idx="6"/>
                        <a:endCxn id="14199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97" name="直線コネクタ 141996">
                        <a:extLst>
                          <a:ext uri="{FF2B5EF4-FFF2-40B4-BE49-F238E27FC236}">
                            <a16:creationId xmlns:a16="http://schemas.microsoft.com/office/drawing/2014/main" id="{C25D1D2D-3783-415D-9904-55A6DDC5644B}"/>
                          </a:ext>
                        </a:extLst>
                      </p:cNvPr>
                      <p:cNvCxnSpPr>
                        <a:cxnSpLocks/>
                        <a:stCxn id="141995" idx="4"/>
                        <a:endCxn id="14199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91" name="グループ化 141990">
                      <a:extLst>
                        <a:ext uri="{FF2B5EF4-FFF2-40B4-BE49-F238E27FC236}">
                          <a16:creationId xmlns:a16="http://schemas.microsoft.com/office/drawing/2014/main" id="{3E0DEF22-22A4-427C-966D-54EF07AECD7D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92" name="楕円 141991">
                        <a:extLst>
                          <a:ext uri="{FF2B5EF4-FFF2-40B4-BE49-F238E27FC236}">
                            <a16:creationId xmlns:a16="http://schemas.microsoft.com/office/drawing/2014/main" id="{27A72086-BCA6-4593-8E0A-A61D5A657F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93" name="直線コネクタ 141992">
                        <a:extLst>
                          <a:ext uri="{FF2B5EF4-FFF2-40B4-BE49-F238E27FC236}">
                            <a16:creationId xmlns:a16="http://schemas.microsoft.com/office/drawing/2014/main" id="{0B4D8757-18F7-4640-B305-CF9A9F7BDB49}"/>
                          </a:ext>
                        </a:extLst>
                      </p:cNvPr>
                      <p:cNvCxnSpPr>
                        <a:cxnSpLocks/>
                        <a:stCxn id="141992" idx="6"/>
                        <a:endCxn id="14199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94" name="直線コネクタ 141993">
                        <a:extLst>
                          <a:ext uri="{FF2B5EF4-FFF2-40B4-BE49-F238E27FC236}">
                            <a16:creationId xmlns:a16="http://schemas.microsoft.com/office/drawing/2014/main" id="{A5A6E25C-2A26-4E26-81DD-4DFA7F455884}"/>
                          </a:ext>
                        </a:extLst>
                      </p:cNvPr>
                      <p:cNvCxnSpPr>
                        <a:cxnSpLocks/>
                        <a:stCxn id="141992" idx="4"/>
                        <a:endCxn id="14199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41894" name="グループ化 141893">
                    <a:extLst>
                      <a:ext uri="{FF2B5EF4-FFF2-40B4-BE49-F238E27FC236}">
                        <a16:creationId xmlns:a16="http://schemas.microsoft.com/office/drawing/2014/main" id="{ACE8B1B5-3CD0-45D7-AFDE-6C2DF8469800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985234" y="4523587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1930" name="グループ化 141929">
                      <a:extLst>
                        <a:ext uri="{FF2B5EF4-FFF2-40B4-BE49-F238E27FC236}">
                          <a16:creationId xmlns:a16="http://schemas.microsoft.com/office/drawing/2014/main" id="{3D0AF3AB-552C-4001-9057-0D6C966951C5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1959" name="グループ化 141958">
                        <a:extLst>
                          <a:ext uri="{FF2B5EF4-FFF2-40B4-BE49-F238E27FC236}">
                            <a16:creationId xmlns:a16="http://schemas.microsoft.com/office/drawing/2014/main" id="{21B788A9-9C94-4A44-927B-B5934551E9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1980" name="直線コネクタ 141979">
                          <a:extLst>
                            <a:ext uri="{FF2B5EF4-FFF2-40B4-BE49-F238E27FC236}">
                              <a16:creationId xmlns:a16="http://schemas.microsoft.com/office/drawing/2014/main" id="{FBC4DA45-3668-46C3-A4ED-A47BBFCB7EC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81" name="直線コネクタ 141980">
                          <a:extLst>
                            <a:ext uri="{FF2B5EF4-FFF2-40B4-BE49-F238E27FC236}">
                              <a16:creationId xmlns:a16="http://schemas.microsoft.com/office/drawing/2014/main" id="{2755FC0F-1BD7-4E27-8CAB-5CA0591502D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82" name="直線コネクタ 141981">
                          <a:extLst>
                            <a:ext uri="{FF2B5EF4-FFF2-40B4-BE49-F238E27FC236}">
                              <a16:creationId xmlns:a16="http://schemas.microsoft.com/office/drawing/2014/main" id="{77A79E04-BFA3-403D-BEDD-D85B363813A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83" name="直線コネクタ 141982">
                          <a:extLst>
                            <a:ext uri="{FF2B5EF4-FFF2-40B4-BE49-F238E27FC236}">
                              <a16:creationId xmlns:a16="http://schemas.microsoft.com/office/drawing/2014/main" id="{B177574C-6974-4BA7-B257-AC22022720D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84" name="直線コネクタ 141983">
                          <a:extLst>
                            <a:ext uri="{FF2B5EF4-FFF2-40B4-BE49-F238E27FC236}">
                              <a16:creationId xmlns:a16="http://schemas.microsoft.com/office/drawing/2014/main" id="{60AF06AF-9065-4999-96C1-CCE2E3B671B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60" name="グループ化 141959">
                        <a:extLst>
                          <a:ext uri="{FF2B5EF4-FFF2-40B4-BE49-F238E27FC236}">
                            <a16:creationId xmlns:a16="http://schemas.microsoft.com/office/drawing/2014/main" id="{B01AB202-4AC7-482C-AFB2-4966B61C79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77" name="楕円 141976">
                          <a:extLst>
                            <a:ext uri="{FF2B5EF4-FFF2-40B4-BE49-F238E27FC236}">
                              <a16:creationId xmlns:a16="http://schemas.microsoft.com/office/drawing/2014/main" id="{47777CA7-3F85-4D08-9D4B-C705A2D42E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78" name="直線コネクタ 141977">
                          <a:extLst>
                            <a:ext uri="{FF2B5EF4-FFF2-40B4-BE49-F238E27FC236}">
                              <a16:creationId xmlns:a16="http://schemas.microsoft.com/office/drawing/2014/main" id="{CADF5F68-29FE-4BC6-84A3-8CA6C7A766F0}"/>
                            </a:ext>
                          </a:extLst>
                        </p:cNvPr>
                        <p:cNvCxnSpPr>
                          <a:cxnSpLocks/>
                          <a:stCxn id="141977" idx="6"/>
                          <a:endCxn id="14197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79" name="直線コネクタ 141978">
                          <a:extLst>
                            <a:ext uri="{FF2B5EF4-FFF2-40B4-BE49-F238E27FC236}">
                              <a16:creationId xmlns:a16="http://schemas.microsoft.com/office/drawing/2014/main" id="{A46CB853-7EC2-4509-BD65-263104AB7705}"/>
                            </a:ext>
                          </a:extLst>
                        </p:cNvPr>
                        <p:cNvCxnSpPr>
                          <a:cxnSpLocks/>
                          <a:stCxn id="141977" idx="4"/>
                          <a:endCxn id="14197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61" name="グループ化 141960">
                        <a:extLst>
                          <a:ext uri="{FF2B5EF4-FFF2-40B4-BE49-F238E27FC236}">
                            <a16:creationId xmlns:a16="http://schemas.microsoft.com/office/drawing/2014/main" id="{B3D81D9A-92DE-445D-A631-A926EE80F1C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74" name="楕円 141973">
                          <a:extLst>
                            <a:ext uri="{FF2B5EF4-FFF2-40B4-BE49-F238E27FC236}">
                              <a16:creationId xmlns:a16="http://schemas.microsoft.com/office/drawing/2014/main" id="{B5F3BFA8-2BCB-4127-88E3-47641BB5D2F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75" name="直線コネクタ 141974">
                          <a:extLst>
                            <a:ext uri="{FF2B5EF4-FFF2-40B4-BE49-F238E27FC236}">
                              <a16:creationId xmlns:a16="http://schemas.microsoft.com/office/drawing/2014/main" id="{5533301D-C1B9-4EDB-8A64-C11D0A586499}"/>
                            </a:ext>
                          </a:extLst>
                        </p:cNvPr>
                        <p:cNvCxnSpPr>
                          <a:cxnSpLocks/>
                          <a:stCxn id="141974" idx="6"/>
                          <a:endCxn id="14197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76" name="直線コネクタ 141975">
                          <a:extLst>
                            <a:ext uri="{FF2B5EF4-FFF2-40B4-BE49-F238E27FC236}">
                              <a16:creationId xmlns:a16="http://schemas.microsoft.com/office/drawing/2014/main" id="{BC0F907C-7288-46F6-9C98-57AC575FC03E}"/>
                            </a:ext>
                          </a:extLst>
                        </p:cNvPr>
                        <p:cNvCxnSpPr>
                          <a:cxnSpLocks/>
                          <a:stCxn id="141974" idx="4"/>
                          <a:endCxn id="14197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62" name="グループ化 141961">
                        <a:extLst>
                          <a:ext uri="{FF2B5EF4-FFF2-40B4-BE49-F238E27FC236}">
                            <a16:creationId xmlns:a16="http://schemas.microsoft.com/office/drawing/2014/main" id="{3FB3C3AA-8C1D-48AF-85CF-5906E1F4E85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71" name="楕円 141970">
                          <a:extLst>
                            <a:ext uri="{FF2B5EF4-FFF2-40B4-BE49-F238E27FC236}">
                              <a16:creationId xmlns:a16="http://schemas.microsoft.com/office/drawing/2014/main" id="{F842D8A5-C193-4887-AB69-5977CC31238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72" name="直線コネクタ 141971">
                          <a:extLst>
                            <a:ext uri="{FF2B5EF4-FFF2-40B4-BE49-F238E27FC236}">
                              <a16:creationId xmlns:a16="http://schemas.microsoft.com/office/drawing/2014/main" id="{620453F6-43B7-4478-B5D0-758AB3BED651}"/>
                            </a:ext>
                          </a:extLst>
                        </p:cNvPr>
                        <p:cNvCxnSpPr>
                          <a:cxnSpLocks/>
                          <a:stCxn id="141971" idx="6"/>
                          <a:endCxn id="14197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73" name="直線コネクタ 141972">
                          <a:extLst>
                            <a:ext uri="{FF2B5EF4-FFF2-40B4-BE49-F238E27FC236}">
                              <a16:creationId xmlns:a16="http://schemas.microsoft.com/office/drawing/2014/main" id="{9BA6D2F8-92BA-4BC8-9B4B-CB62AD3298BF}"/>
                            </a:ext>
                          </a:extLst>
                        </p:cNvPr>
                        <p:cNvCxnSpPr>
                          <a:cxnSpLocks/>
                          <a:stCxn id="141971" idx="4"/>
                          <a:endCxn id="14197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63" name="グループ化 141962">
                        <a:extLst>
                          <a:ext uri="{FF2B5EF4-FFF2-40B4-BE49-F238E27FC236}">
                            <a16:creationId xmlns:a16="http://schemas.microsoft.com/office/drawing/2014/main" id="{DFDB82C9-B513-4D79-80F3-389B87B3111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68" name="楕円 141967">
                          <a:extLst>
                            <a:ext uri="{FF2B5EF4-FFF2-40B4-BE49-F238E27FC236}">
                              <a16:creationId xmlns:a16="http://schemas.microsoft.com/office/drawing/2014/main" id="{DFFB0B30-8D25-453F-B13B-2B83F0EDFE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69" name="直線コネクタ 141968">
                          <a:extLst>
                            <a:ext uri="{FF2B5EF4-FFF2-40B4-BE49-F238E27FC236}">
                              <a16:creationId xmlns:a16="http://schemas.microsoft.com/office/drawing/2014/main" id="{FC752FA0-16FD-49F7-AE1A-CB49AC7D4B58}"/>
                            </a:ext>
                          </a:extLst>
                        </p:cNvPr>
                        <p:cNvCxnSpPr>
                          <a:cxnSpLocks/>
                          <a:stCxn id="141968" idx="6"/>
                          <a:endCxn id="14196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70" name="直線コネクタ 141969">
                          <a:extLst>
                            <a:ext uri="{FF2B5EF4-FFF2-40B4-BE49-F238E27FC236}">
                              <a16:creationId xmlns:a16="http://schemas.microsoft.com/office/drawing/2014/main" id="{432D9687-1CEB-40E3-B56B-0B606EF2D6DD}"/>
                            </a:ext>
                          </a:extLst>
                        </p:cNvPr>
                        <p:cNvCxnSpPr>
                          <a:cxnSpLocks/>
                          <a:stCxn id="141968" idx="4"/>
                          <a:endCxn id="14196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64" name="グループ化 141963">
                        <a:extLst>
                          <a:ext uri="{FF2B5EF4-FFF2-40B4-BE49-F238E27FC236}">
                            <a16:creationId xmlns:a16="http://schemas.microsoft.com/office/drawing/2014/main" id="{FA02B21D-C1D3-4881-A284-7D6C7D2F867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65" name="楕円 141964">
                          <a:extLst>
                            <a:ext uri="{FF2B5EF4-FFF2-40B4-BE49-F238E27FC236}">
                              <a16:creationId xmlns:a16="http://schemas.microsoft.com/office/drawing/2014/main" id="{6610C556-0351-4590-8E0E-649C5D18E5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66" name="直線コネクタ 141965">
                          <a:extLst>
                            <a:ext uri="{FF2B5EF4-FFF2-40B4-BE49-F238E27FC236}">
                              <a16:creationId xmlns:a16="http://schemas.microsoft.com/office/drawing/2014/main" id="{3BCC6EA4-ABF6-4E5F-AACF-B3A05A22404F}"/>
                            </a:ext>
                          </a:extLst>
                        </p:cNvPr>
                        <p:cNvCxnSpPr>
                          <a:cxnSpLocks/>
                          <a:stCxn id="141965" idx="6"/>
                          <a:endCxn id="14196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67" name="直線コネクタ 141966">
                          <a:extLst>
                            <a:ext uri="{FF2B5EF4-FFF2-40B4-BE49-F238E27FC236}">
                              <a16:creationId xmlns:a16="http://schemas.microsoft.com/office/drawing/2014/main" id="{56E6CF65-1934-4DD3-A692-EF46B4E1BB94}"/>
                            </a:ext>
                          </a:extLst>
                        </p:cNvPr>
                        <p:cNvCxnSpPr>
                          <a:cxnSpLocks/>
                          <a:stCxn id="141965" idx="4"/>
                          <a:endCxn id="14196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1931" name="楕円 141930">
                      <a:extLst>
                        <a:ext uri="{FF2B5EF4-FFF2-40B4-BE49-F238E27FC236}">
                          <a16:creationId xmlns:a16="http://schemas.microsoft.com/office/drawing/2014/main" id="{C2590CB7-50FB-415C-8153-2DB552E96CE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1932" name="グループ化 141931">
                      <a:extLst>
                        <a:ext uri="{FF2B5EF4-FFF2-40B4-BE49-F238E27FC236}">
                          <a16:creationId xmlns:a16="http://schemas.microsoft.com/office/drawing/2014/main" id="{E1346336-2A98-4139-B103-12040B5EA979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1933" name="グループ化 141932">
                        <a:extLst>
                          <a:ext uri="{FF2B5EF4-FFF2-40B4-BE49-F238E27FC236}">
                            <a16:creationId xmlns:a16="http://schemas.microsoft.com/office/drawing/2014/main" id="{115B9659-7526-4846-840B-EF6A3B94C0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1954" name="直線コネクタ 141953">
                          <a:extLst>
                            <a:ext uri="{FF2B5EF4-FFF2-40B4-BE49-F238E27FC236}">
                              <a16:creationId xmlns:a16="http://schemas.microsoft.com/office/drawing/2014/main" id="{2D9E773D-01B5-4B16-8B56-5B947E16BDD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55" name="直線コネクタ 141954">
                          <a:extLst>
                            <a:ext uri="{FF2B5EF4-FFF2-40B4-BE49-F238E27FC236}">
                              <a16:creationId xmlns:a16="http://schemas.microsoft.com/office/drawing/2014/main" id="{15031DEB-62C5-4843-8181-5FE0C3A4284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56" name="直線コネクタ 141955">
                          <a:extLst>
                            <a:ext uri="{FF2B5EF4-FFF2-40B4-BE49-F238E27FC236}">
                              <a16:creationId xmlns:a16="http://schemas.microsoft.com/office/drawing/2014/main" id="{B897B960-9D77-4B86-8D18-3E28164F235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57" name="直線コネクタ 141956">
                          <a:extLst>
                            <a:ext uri="{FF2B5EF4-FFF2-40B4-BE49-F238E27FC236}">
                              <a16:creationId xmlns:a16="http://schemas.microsoft.com/office/drawing/2014/main" id="{8EA782CA-BBAA-4C1C-88AD-5ED43D4C97A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58" name="直線コネクタ 141957">
                          <a:extLst>
                            <a:ext uri="{FF2B5EF4-FFF2-40B4-BE49-F238E27FC236}">
                              <a16:creationId xmlns:a16="http://schemas.microsoft.com/office/drawing/2014/main" id="{E4A70F26-017F-42FD-8533-A269C85D665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34" name="グループ化 141933">
                        <a:extLst>
                          <a:ext uri="{FF2B5EF4-FFF2-40B4-BE49-F238E27FC236}">
                            <a16:creationId xmlns:a16="http://schemas.microsoft.com/office/drawing/2014/main" id="{1F075232-D374-469D-8C0B-FCFB224C74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51" name="楕円 141950">
                          <a:extLst>
                            <a:ext uri="{FF2B5EF4-FFF2-40B4-BE49-F238E27FC236}">
                              <a16:creationId xmlns:a16="http://schemas.microsoft.com/office/drawing/2014/main" id="{F41AED2E-E2D3-4364-BD73-11264278A7E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52" name="直線コネクタ 141951">
                          <a:extLst>
                            <a:ext uri="{FF2B5EF4-FFF2-40B4-BE49-F238E27FC236}">
                              <a16:creationId xmlns:a16="http://schemas.microsoft.com/office/drawing/2014/main" id="{41B48C4A-EC24-4C78-A3AC-4E6A9B443504}"/>
                            </a:ext>
                          </a:extLst>
                        </p:cNvPr>
                        <p:cNvCxnSpPr>
                          <a:cxnSpLocks/>
                          <a:stCxn id="141951" idx="6"/>
                          <a:endCxn id="14195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53" name="直線コネクタ 141952">
                          <a:extLst>
                            <a:ext uri="{FF2B5EF4-FFF2-40B4-BE49-F238E27FC236}">
                              <a16:creationId xmlns:a16="http://schemas.microsoft.com/office/drawing/2014/main" id="{24301350-1B2A-4877-9DED-00667FD29624}"/>
                            </a:ext>
                          </a:extLst>
                        </p:cNvPr>
                        <p:cNvCxnSpPr>
                          <a:cxnSpLocks/>
                          <a:stCxn id="141951" idx="4"/>
                          <a:endCxn id="14195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35" name="グループ化 141934">
                        <a:extLst>
                          <a:ext uri="{FF2B5EF4-FFF2-40B4-BE49-F238E27FC236}">
                            <a16:creationId xmlns:a16="http://schemas.microsoft.com/office/drawing/2014/main" id="{64AFD6C9-ADFD-424C-AD3A-9E2A142243B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48" name="楕円 141947">
                          <a:extLst>
                            <a:ext uri="{FF2B5EF4-FFF2-40B4-BE49-F238E27FC236}">
                              <a16:creationId xmlns:a16="http://schemas.microsoft.com/office/drawing/2014/main" id="{D0F14154-C2CC-4D98-8B06-FBCED4584B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49" name="直線コネクタ 141948">
                          <a:extLst>
                            <a:ext uri="{FF2B5EF4-FFF2-40B4-BE49-F238E27FC236}">
                              <a16:creationId xmlns:a16="http://schemas.microsoft.com/office/drawing/2014/main" id="{CF8AE3F3-7C6D-4596-B9FD-117D9BE821E0}"/>
                            </a:ext>
                          </a:extLst>
                        </p:cNvPr>
                        <p:cNvCxnSpPr>
                          <a:cxnSpLocks/>
                          <a:stCxn id="141948" idx="6"/>
                          <a:endCxn id="14194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50" name="直線コネクタ 141949">
                          <a:extLst>
                            <a:ext uri="{FF2B5EF4-FFF2-40B4-BE49-F238E27FC236}">
                              <a16:creationId xmlns:a16="http://schemas.microsoft.com/office/drawing/2014/main" id="{80F23813-8F84-4A48-86E5-2C736F21FC64}"/>
                            </a:ext>
                          </a:extLst>
                        </p:cNvPr>
                        <p:cNvCxnSpPr>
                          <a:cxnSpLocks/>
                          <a:stCxn id="141948" idx="4"/>
                          <a:endCxn id="14194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36" name="グループ化 141935">
                        <a:extLst>
                          <a:ext uri="{FF2B5EF4-FFF2-40B4-BE49-F238E27FC236}">
                            <a16:creationId xmlns:a16="http://schemas.microsoft.com/office/drawing/2014/main" id="{6B898A7C-BEB4-4DCD-916B-69F9F52C4C9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45" name="楕円 141944">
                          <a:extLst>
                            <a:ext uri="{FF2B5EF4-FFF2-40B4-BE49-F238E27FC236}">
                              <a16:creationId xmlns:a16="http://schemas.microsoft.com/office/drawing/2014/main" id="{6A643EC1-77AD-41B4-9FC0-E9F2086D0CC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46" name="直線コネクタ 141945">
                          <a:extLst>
                            <a:ext uri="{FF2B5EF4-FFF2-40B4-BE49-F238E27FC236}">
                              <a16:creationId xmlns:a16="http://schemas.microsoft.com/office/drawing/2014/main" id="{2D5445C4-2709-4CED-9665-2500B3D05B6F}"/>
                            </a:ext>
                          </a:extLst>
                        </p:cNvPr>
                        <p:cNvCxnSpPr>
                          <a:cxnSpLocks/>
                          <a:stCxn id="141945" idx="6"/>
                          <a:endCxn id="14194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47" name="直線コネクタ 141946">
                          <a:extLst>
                            <a:ext uri="{FF2B5EF4-FFF2-40B4-BE49-F238E27FC236}">
                              <a16:creationId xmlns:a16="http://schemas.microsoft.com/office/drawing/2014/main" id="{3F1534EA-FA02-4915-A244-66B0ED57547A}"/>
                            </a:ext>
                          </a:extLst>
                        </p:cNvPr>
                        <p:cNvCxnSpPr>
                          <a:cxnSpLocks/>
                          <a:stCxn id="141945" idx="4"/>
                          <a:endCxn id="14194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37" name="グループ化 141936">
                        <a:extLst>
                          <a:ext uri="{FF2B5EF4-FFF2-40B4-BE49-F238E27FC236}">
                            <a16:creationId xmlns:a16="http://schemas.microsoft.com/office/drawing/2014/main" id="{41165C09-B837-47AE-BADD-A12812D0D09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42" name="楕円 141941">
                          <a:extLst>
                            <a:ext uri="{FF2B5EF4-FFF2-40B4-BE49-F238E27FC236}">
                              <a16:creationId xmlns:a16="http://schemas.microsoft.com/office/drawing/2014/main" id="{FFCE1581-4E08-469D-8440-48888A3A14C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43" name="直線コネクタ 141942">
                          <a:extLst>
                            <a:ext uri="{FF2B5EF4-FFF2-40B4-BE49-F238E27FC236}">
                              <a16:creationId xmlns:a16="http://schemas.microsoft.com/office/drawing/2014/main" id="{39F51122-2106-46EE-9324-BCCC78F25369}"/>
                            </a:ext>
                          </a:extLst>
                        </p:cNvPr>
                        <p:cNvCxnSpPr>
                          <a:cxnSpLocks/>
                          <a:stCxn id="141942" idx="6"/>
                          <a:endCxn id="14194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44" name="直線コネクタ 141943">
                          <a:extLst>
                            <a:ext uri="{FF2B5EF4-FFF2-40B4-BE49-F238E27FC236}">
                              <a16:creationId xmlns:a16="http://schemas.microsoft.com/office/drawing/2014/main" id="{19C5196A-55D8-4F6D-BB7D-6193251445EC}"/>
                            </a:ext>
                          </a:extLst>
                        </p:cNvPr>
                        <p:cNvCxnSpPr>
                          <a:cxnSpLocks/>
                          <a:stCxn id="141942" idx="4"/>
                          <a:endCxn id="14194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1938" name="グループ化 141937">
                        <a:extLst>
                          <a:ext uri="{FF2B5EF4-FFF2-40B4-BE49-F238E27FC236}">
                            <a16:creationId xmlns:a16="http://schemas.microsoft.com/office/drawing/2014/main" id="{FF7D1489-A795-4762-8628-CDAA3125191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1939" name="楕円 141938">
                          <a:extLst>
                            <a:ext uri="{FF2B5EF4-FFF2-40B4-BE49-F238E27FC236}">
                              <a16:creationId xmlns:a16="http://schemas.microsoft.com/office/drawing/2014/main" id="{91B3FD11-2B31-487F-B8FF-570C878D813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1940" name="直線コネクタ 141939">
                          <a:extLst>
                            <a:ext uri="{FF2B5EF4-FFF2-40B4-BE49-F238E27FC236}">
                              <a16:creationId xmlns:a16="http://schemas.microsoft.com/office/drawing/2014/main" id="{0D03CD7F-092D-4CB6-A4F3-18B4201891DA}"/>
                            </a:ext>
                          </a:extLst>
                        </p:cNvPr>
                        <p:cNvCxnSpPr>
                          <a:cxnSpLocks/>
                          <a:stCxn id="141939" idx="6"/>
                          <a:endCxn id="14193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1941" name="直線コネクタ 141940">
                          <a:extLst>
                            <a:ext uri="{FF2B5EF4-FFF2-40B4-BE49-F238E27FC236}">
                              <a16:creationId xmlns:a16="http://schemas.microsoft.com/office/drawing/2014/main" id="{4A5AFFEA-393A-4041-9DB6-5850E273917E}"/>
                            </a:ext>
                          </a:extLst>
                        </p:cNvPr>
                        <p:cNvCxnSpPr>
                          <a:cxnSpLocks/>
                          <a:stCxn id="141939" idx="4"/>
                          <a:endCxn id="14193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41895" name="グループ化 141894">
                    <a:extLst>
                      <a:ext uri="{FF2B5EF4-FFF2-40B4-BE49-F238E27FC236}">
                        <a16:creationId xmlns:a16="http://schemas.microsoft.com/office/drawing/2014/main" id="{C8F998D8-67A4-42A8-8BD0-BFA569B18123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701193" y="4702497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1896" name="グループ化 141895">
                      <a:extLst>
                        <a:ext uri="{FF2B5EF4-FFF2-40B4-BE49-F238E27FC236}">
                          <a16:creationId xmlns:a16="http://schemas.microsoft.com/office/drawing/2014/main" id="{7C5D7839-2C4C-4D24-9DA4-E3333318C2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1921" name="直線コネクタ 141920">
                        <a:extLst>
                          <a:ext uri="{FF2B5EF4-FFF2-40B4-BE49-F238E27FC236}">
                            <a16:creationId xmlns:a16="http://schemas.microsoft.com/office/drawing/2014/main" id="{CBBF31D1-43F8-4B0E-9BFD-AE7E3086E42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2" name="直線コネクタ 141921">
                        <a:extLst>
                          <a:ext uri="{FF2B5EF4-FFF2-40B4-BE49-F238E27FC236}">
                            <a16:creationId xmlns:a16="http://schemas.microsoft.com/office/drawing/2014/main" id="{D5DC942E-ADC8-45EE-A2AA-4040A4AD791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3" name="直線コネクタ 141922">
                        <a:extLst>
                          <a:ext uri="{FF2B5EF4-FFF2-40B4-BE49-F238E27FC236}">
                            <a16:creationId xmlns:a16="http://schemas.microsoft.com/office/drawing/2014/main" id="{3300C440-F90A-4282-91FE-C2B28340A4A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4" name="直線コネクタ 141923">
                        <a:extLst>
                          <a:ext uri="{FF2B5EF4-FFF2-40B4-BE49-F238E27FC236}">
                            <a16:creationId xmlns:a16="http://schemas.microsoft.com/office/drawing/2014/main" id="{3B87C94A-2EF3-43A8-88FA-F81850098F9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5" name="直線コネクタ 141924">
                        <a:extLst>
                          <a:ext uri="{FF2B5EF4-FFF2-40B4-BE49-F238E27FC236}">
                            <a16:creationId xmlns:a16="http://schemas.microsoft.com/office/drawing/2014/main" id="{8472EF71-3D69-4B84-B59A-E3F4912427A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6" name="直線コネクタ 141925">
                        <a:extLst>
                          <a:ext uri="{FF2B5EF4-FFF2-40B4-BE49-F238E27FC236}">
                            <a16:creationId xmlns:a16="http://schemas.microsoft.com/office/drawing/2014/main" id="{FD91F124-AB05-4145-B7D1-67A4D06726F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7" name="直線コネクタ 141926">
                        <a:extLst>
                          <a:ext uri="{FF2B5EF4-FFF2-40B4-BE49-F238E27FC236}">
                            <a16:creationId xmlns:a16="http://schemas.microsoft.com/office/drawing/2014/main" id="{CBE35F43-1BA6-471C-8E1E-3E31EA8DE2C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8" name="直線コネクタ 141927">
                        <a:extLst>
                          <a:ext uri="{FF2B5EF4-FFF2-40B4-BE49-F238E27FC236}">
                            <a16:creationId xmlns:a16="http://schemas.microsoft.com/office/drawing/2014/main" id="{AEF94163-DE52-4C32-ABCD-44E555803A4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9" name="直線コネクタ 141928">
                        <a:extLst>
                          <a:ext uri="{FF2B5EF4-FFF2-40B4-BE49-F238E27FC236}">
                            <a16:creationId xmlns:a16="http://schemas.microsoft.com/office/drawing/2014/main" id="{69715882-DA3A-4AEC-90A8-1845D5B41A2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897" name="グループ化 141896">
                      <a:extLst>
                        <a:ext uri="{FF2B5EF4-FFF2-40B4-BE49-F238E27FC236}">
                          <a16:creationId xmlns:a16="http://schemas.microsoft.com/office/drawing/2014/main" id="{A3E95446-02DC-4F53-8719-3FA02F6536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18" name="楕円 141917">
                        <a:extLst>
                          <a:ext uri="{FF2B5EF4-FFF2-40B4-BE49-F238E27FC236}">
                            <a16:creationId xmlns:a16="http://schemas.microsoft.com/office/drawing/2014/main" id="{C93D3448-EEE7-428E-A917-71DEC471C29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19" name="直線コネクタ 141918">
                        <a:extLst>
                          <a:ext uri="{FF2B5EF4-FFF2-40B4-BE49-F238E27FC236}">
                            <a16:creationId xmlns:a16="http://schemas.microsoft.com/office/drawing/2014/main" id="{F7C5628D-ADA9-4150-BF02-F9E098D44056}"/>
                          </a:ext>
                        </a:extLst>
                      </p:cNvPr>
                      <p:cNvCxnSpPr>
                        <a:cxnSpLocks/>
                        <a:stCxn id="141918" idx="6"/>
                        <a:endCxn id="14191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20" name="直線コネクタ 141919">
                        <a:extLst>
                          <a:ext uri="{FF2B5EF4-FFF2-40B4-BE49-F238E27FC236}">
                            <a16:creationId xmlns:a16="http://schemas.microsoft.com/office/drawing/2014/main" id="{C44FD57E-D3C1-4CF1-87B9-9F0157BEBAE3}"/>
                          </a:ext>
                        </a:extLst>
                      </p:cNvPr>
                      <p:cNvCxnSpPr>
                        <a:cxnSpLocks/>
                        <a:stCxn id="141918" idx="4"/>
                        <a:endCxn id="14191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898" name="グループ化 141897">
                      <a:extLst>
                        <a:ext uri="{FF2B5EF4-FFF2-40B4-BE49-F238E27FC236}">
                          <a16:creationId xmlns:a16="http://schemas.microsoft.com/office/drawing/2014/main" id="{DB824F72-AB07-4EBA-85BC-5E164DB79CB2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15" name="楕円 141914">
                        <a:extLst>
                          <a:ext uri="{FF2B5EF4-FFF2-40B4-BE49-F238E27FC236}">
                            <a16:creationId xmlns:a16="http://schemas.microsoft.com/office/drawing/2014/main" id="{5C0A2125-C312-4AF8-BA4E-CBD8299FC33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16" name="直線コネクタ 141915">
                        <a:extLst>
                          <a:ext uri="{FF2B5EF4-FFF2-40B4-BE49-F238E27FC236}">
                            <a16:creationId xmlns:a16="http://schemas.microsoft.com/office/drawing/2014/main" id="{575911A3-3355-4C6D-B394-C631F2CCBEB7}"/>
                          </a:ext>
                        </a:extLst>
                      </p:cNvPr>
                      <p:cNvCxnSpPr>
                        <a:cxnSpLocks/>
                        <a:stCxn id="141915" idx="6"/>
                        <a:endCxn id="14191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17" name="直線コネクタ 141916">
                        <a:extLst>
                          <a:ext uri="{FF2B5EF4-FFF2-40B4-BE49-F238E27FC236}">
                            <a16:creationId xmlns:a16="http://schemas.microsoft.com/office/drawing/2014/main" id="{092F50FD-11F9-4602-80F5-F00CFF33D2E3}"/>
                          </a:ext>
                        </a:extLst>
                      </p:cNvPr>
                      <p:cNvCxnSpPr>
                        <a:cxnSpLocks/>
                        <a:stCxn id="141915" idx="4"/>
                        <a:endCxn id="14191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899" name="グループ化 141898">
                      <a:extLst>
                        <a:ext uri="{FF2B5EF4-FFF2-40B4-BE49-F238E27FC236}">
                          <a16:creationId xmlns:a16="http://schemas.microsoft.com/office/drawing/2014/main" id="{9B36C908-B963-4350-97A3-41F1A434AE46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12" name="楕円 141911">
                        <a:extLst>
                          <a:ext uri="{FF2B5EF4-FFF2-40B4-BE49-F238E27FC236}">
                            <a16:creationId xmlns:a16="http://schemas.microsoft.com/office/drawing/2014/main" id="{CB621771-7BC0-4AC5-B2CB-C49A4F71DAE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13" name="直線コネクタ 141912">
                        <a:extLst>
                          <a:ext uri="{FF2B5EF4-FFF2-40B4-BE49-F238E27FC236}">
                            <a16:creationId xmlns:a16="http://schemas.microsoft.com/office/drawing/2014/main" id="{645DFCE2-19C5-4DDB-A729-B3D4418E08F5}"/>
                          </a:ext>
                        </a:extLst>
                      </p:cNvPr>
                      <p:cNvCxnSpPr>
                        <a:cxnSpLocks/>
                        <a:stCxn id="141912" idx="6"/>
                        <a:endCxn id="14191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14" name="直線コネクタ 141913">
                        <a:extLst>
                          <a:ext uri="{FF2B5EF4-FFF2-40B4-BE49-F238E27FC236}">
                            <a16:creationId xmlns:a16="http://schemas.microsoft.com/office/drawing/2014/main" id="{368FF5DA-352F-48AE-820A-7AFDD54193A0}"/>
                          </a:ext>
                        </a:extLst>
                      </p:cNvPr>
                      <p:cNvCxnSpPr>
                        <a:cxnSpLocks/>
                        <a:stCxn id="141912" idx="4"/>
                        <a:endCxn id="14191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00" name="グループ化 141899">
                      <a:extLst>
                        <a:ext uri="{FF2B5EF4-FFF2-40B4-BE49-F238E27FC236}">
                          <a16:creationId xmlns:a16="http://schemas.microsoft.com/office/drawing/2014/main" id="{3503D5FC-B3D5-47DD-B44D-53A7852E7599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09" name="楕円 141908">
                        <a:extLst>
                          <a:ext uri="{FF2B5EF4-FFF2-40B4-BE49-F238E27FC236}">
                            <a16:creationId xmlns:a16="http://schemas.microsoft.com/office/drawing/2014/main" id="{BD74C2B9-64F2-462B-AF0D-088E3F2DC0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10" name="直線コネクタ 141909">
                        <a:extLst>
                          <a:ext uri="{FF2B5EF4-FFF2-40B4-BE49-F238E27FC236}">
                            <a16:creationId xmlns:a16="http://schemas.microsoft.com/office/drawing/2014/main" id="{ED115D4D-F493-48EC-99C9-63549D719037}"/>
                          </a:ext>
                        </a:extLst>
                      </p:cNvPr>
                      <p:cNvCxnSpPr>
                        <a:cxnSpLocks/>
                        <a:stCxn id="141909" idx="6"/>
                        <a:endCxn id="14190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11" name="直線コネクタ 141910">
                        <a:extLst>
                          <a:ext uri="{FF2B5EF4-FFF2-40B4-BE49-F238E27FC236}">
                            <a16:creationId xmlns:a16="http://schemas.microsoft.com/office/drawing/2014/main" id="{AEC3B27C-F679-4237-B764-4EA908BAAD73}"/>
                          </a:ext>
                        </a:extLst>
                      </p:cNvPr>
                      <p:cNvCxnSpPr>
                        <a:cxnSpLocks/>
                        <a:stCxn id="141909" idx="4"/>
                        <a:endCxn id="14190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01" name="グループ化 141900">
                      <a:extLst>
                        <a:ext uri="{FF2B5EF4-FFF2-40B4-BE49-F238E27FC236}">
                          <a16:creationId xmlns:a16="http://schemas.microsoft.com/office/drawing/2014/main" id="{B6A44398-7703-4C24-A99C-54054368B88F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06" name="楕円 141905">
                        <a:extLst>
                          <a:ext uri="{FF2B5EF4-FFF2-40B4-BE49-F238E27FC236}">
                            <a16:creationId xmlns:a16="http://schemas.microsoft.com/office/drawing/2014/main" id="{9FF06A06-0AE2-4080-ADA1-7AD682A0ABC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07" name="直線コネクタ 141906">
                        <a:extLst>
                          <a:ext uri="{FF2B5EF4-FFF2-40B4-BE49-F238E27FC236}">
                            <a16:creationId xmlns:a16="http://schemas.microsoft.com/office/drawing/2014/main" id="{1FDE517C-CDFE-4311-A85B-4AFD56856FF5}"/>
                          </a:ext>
                        </a:extLst>
                      </p:cNvPr>
                      <p:cNvCxnSpPr>
                        <a:cxnSpLocks/>
                        <a:stCxn id="141906" idx="6"/>
                        <a:endCxn id="14190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08" name="直線コネクタ 141907">
                        <a:extLst>
                          <a:ext uri="{FF2B5EF4-FFF2-40B4-BE49-F238E27FC236}">
                            <a16:creationId xmlns:a16="http://schemas.microsoft.com/office/drawing/2014/main" id="{DE89A188-72B1-4ACA-B52B-A81098EEFD13}"/>
                          </a:ext>
                        </a:extLst>
                      </p:cNvPr>
                      <p:cNvCxnSpPr>
                        <a:cxnSpLocks/>
                        <a:stCxn id="141906" idx="4"/>
                        <a:endCxn id="14190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1902" name="グループ化 141901">
                      <a:extLst>
                        <a:ext uri="{FF2B5EF4-FFF2-40B4-BE49-F238E27FC236}">
                          <a16:creationId xmlns:a16="http://schemas.microsoft.com/office/drawing/2014/main" id="{B5118D09-468C-45DD-B3A9-74D75C184F37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1903" name="楕円 141902">
                        <a:extLst>
                          <a:ext uri="{FF2B5EF4-FFF2-40B4-BE49-F238E27FC236}">
                            <a16:creationId xmlns:a16="http://schemas.microsoft.com/office/drawing/2014/main" id="{74C93C53-EE2A-43AE-8563-22C3A6811E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1904" name="直線コネクタ 141903">
                        <a:extLst>
                          <a:ext uri="{FF2B5EF4-FFF2-40B4-BE49-F238E27FC236}">
                            <a16:creationId xmlns:a16="http://schemas.microsoft.com/office/drawing/2014/main" id="{B73DE578-128B-45FB-9191-41BC1CFC01BA}"/>
                          </a:ext>
                        </a:extLst>
                      </p:cNvPr>
                      <p:cNvCxnSpPr>
                        <a:cxnSpLocks/>
                        <a:stCxn id="141903" idx="6"/>
                        <a:endCxn id="14190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1905" name="直線コネクタ 141904">
                        <a:extLst>
                          <a:ext uri="{FF2B5EF4-FFF2-40B4-BE49-F238E27FC236}">
                            <a16:creationId xmlns:a16="http://schemas.microsoft.com/office/drawing/2014/main" id="{1FC96D0F-0E10-4E4C-997B-8951EB0AB71F}"/>
                          </a:ext>
                        </a:extLst>
                      </p:cNvPr>
                      <p:cNvCxnSpPr>
                        <a:cxnSpLocks/>
                        <a:stCxn id="141903" idx="4"/>
                        <a:endCxn id="14190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</p:grpSp>
            <p:grpSp>
              <p:nvGrpSpPr>
                <p:cNvPr id="140846" name="グループ化 140845">
                  <a:extLst>
                    <a:ext uri="{FF2B5EF4-FFF2-40B4-BE49-F238E27FC236}">
                      <a16:creationId xmlns:a16="http://schemas.microsoft.com/office/drawing/2014/main" id="{B0BFC7A7-DF00-41A2-9645-3CCD2DF0482F}"/>
                    </a:ext>
                  </a:extLst>
                </p:cNvPr>
                <p:cNvGrpSpPr/>
                <p:nvPr/>
              </p:nvGrpSpPr>
              <p:grpSpPr>
                <a:xfrm>
                  <a:off x="3560689" y="3560689"/>
                  <a:ext cx="3678384" cy="3678384"/>
                  <a:chOff x="3560689" y="3560689"/>
                  <a:chExt cx="3678384" cy="3678384"/>
                </a:xfrm>
              </p:grpSpPr>
              <p:grpSp>
                <p:nvGrpSpPr>
                  <p:cNvPr id="140847" name="グループ化 140846">
                    <a:extLst>
                      <a:ext uri="{FF2B5EF4-FFF2-40B4-BE49-F238E27FC236}">
                        <a16:creationId xmlns:a16="http://schemas.microsoft.com/office/drawing/2014/main" id="{BA96C732-E22F-4D71-9762-CF082D6F8D8C}"/>
                      </a:ext>
                    </a:extLst>
                  </p:cNvPr>
                  <p:cNvGrpSpPr/>
                  <p:nvPr/>
                </p:nvGrpSpPr>
                <p:grpSpPr>
                  <a:xfrm>
                    <a:off x="6238799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41784" name="直線コネクタ 141783">
                      <a:extLst>
                        <a:ext uri="{FF2B5EF4-FFF2-40B4-BE49-F238E27FC236}">
                          <a16:creationId xmlns:a16="http://schemas.microsoft.com/office/drawing/2014/main" id="{88C48535-3587-4653-A82A-B7BDAE914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5" name="直線コネクタ 141784">
                      <a:extLst>
                        <a:ext uri="{FF2B5EF4-FFF2-40B4-BE49-F238E27FC236}">
                          <a16:creationId xmlns:a16="http://schemas.microsoft.com/office/drawing/2014/main" id="{202FC130-479B-4289-97CE-BC56BBFDF1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6" name="直線コネクタ 141785">
                      <a:extLst>
                        <a:ext uri="{FF2B5EF4-FFF2-40B4-BE49-F238E27FC236}">
                          <a16:creationId xmlns:a16="http://schemas.microsoft.com/office/drawing/2014/main" id="{99FAF09D-AB6C-41DC-9891-4228B32CF9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7" name="直線コネクタ 141786">
                      <a:extLst>
                        <a:ext uri="{FF2B5EF4-FFF2-40B4-BE49-F238E27FC236}">
                          <a16:creationId xmlns:a16="http://schemas.microsoft.com/office/drawing/2014/main" id="{3BB3F2A6-6B50-4577-B0EB-6F59E0C09F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8" name="直線コネクタ 141787">
                      <a:extLst>
                        <a:ext uri="{FF2B5EF4-FFF2-40B4-BE49-F238E27FC236}">
                          <a16:creationId xmlns:a16="http://schemas.microsoft.com/office/drawing/2014/main" id="{F18AC1DB-B81A-4D5F-8ED8-6C6DF6BF3F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9" name="直線コネクタ 141788">
                      <a:extLst>
                        <a:ext uri="{FF2B5EF4-FFF2-40B4-BE49-F238E27FC236}">
                          <a16:creationId xmlns:a16="http://schemas.microsoft.com/office/drawing/2014/main" id="{AA0D278A-C213-4515-8550-A0C0DD1546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0" name="直線コネクタ 141789">
                      <a:extLst>
                        <a:ext uri="{FF2B5EF4-FFF2-40B4-BE49-F238E27FC236}">
                          <a16:creationId xmlns:a16="http://schemas.microsoft.com/office/drawing/2014/main" id="{710F5E27-B464-4FB6-B399-9B73ECA78F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1" name="直線コネクタ 141790">
                      <a:extLst>
                        <a:ext uri="{FF2B5EF4-FFF2-40B4-BE49-F238E27FC236}">
                          <a16:creationId xmlns:a16="http://schemas.microsoft.com/office/drawing/2014/main" id="{2A97DB55-678D-45CE-8261-3513ECE013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2" name="直線コネクタ 141791">
                      <a:extLst>
                        <a:ext uri="{FF2B5EF4-FFF2-40B4-BE49-F238E27FC236}">
                          <a16:creationId xmlns:a16="http://schemas.microsoft.com/office/drawing/2014/main" id="{0687F108-710D-46DC-8C0D-D435D7552E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3" name="直線コネクタ 141792">
                      <a:extLst>
                        <a:ext uri="{FF2B5EF4-FFF2-40B4-BE49-F238E27FC236}">
                          <a16:creationId xmlns:a16="http://schemas.microsoft.com/office/drawing/2014/main" id="{8CF30D57-98C4-47BB-84BA-70AC4409A9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4" name="直線コネクタ 141793">
                      <a:extLst>
                        <a:ext uri="{FF2B5EF4-FFF2-40B4-BE49-F238E27FC236}">
                          <a16:creationId xmlns:a16="http://schemas.microsoft.com/office/drawing/2014/main" id="{A7DF139F-CFB0-4B2A-AA06-98E218D273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5" name="直線コネクタ 141794">
                      <a:extLst>
                        <a:ext uri="{FF2B5EF4-FFF2-40B4-BE49-F238E27FC236}">
                          <a16:creationId xmlns:a16="http://schemas.microsoft.com/office/drawing/2014/main" id="{0490C363-B942-4A2D-AA8E-A3D5793CD7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6" name="直線コネクタ 141795">
                      <a:extLst>
                        <a:ext uri="{FF2B5EF4-FFF2-40B4-BE49-F238E27FC236}">
                          <a16:creationId xmlns:a16="http://schemas.microsoft.com/office/drawing/2014/main" id="{D6C2A929-6404-44DC-B11D-DEAC855A6A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7" name="直線コネクタ 141796">
                      <a:extLst>
                        <a:ext uri="{FF2B5EF4-FFF2-40B4-BE49-F238E27FC236}">
                          <a16:creationId xmlns:a16="http://schemas.microsoft.com/office/drawing/2014/main" id="{4043AEC9-6733-4834-9AC5-73CCA94A1D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8" name="直線コネクタ 141797">
                      <a:extLst>
                        <a:ext uri="{FF2B5EF4-FFF2-40B4-BE49-F238E27FC236}">
                          <a16:creationId xmlns:a16="http://schemas.microsoft.com/office/drawing/2014/main" id="{AA5452AE-EF50-4081-A571-331FE42C04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99" name="直線コネクタ 141798">
                      <a:extLst>
                        <a:ext uri="{FF2B5EF4-FFF2-40B4-BE49-F238E27FC236}">
                          <a16:creationId xmlns:a16="http://schemas.microsoft.com/office/drawing/2014/main" id="{5B1F3374-BB14-430A-83D2-0BD4680308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0" name="直線コネクタ 141799">
                      <a:extLst>
                        <a:ext uri="{FF2B5EF4-FFF2-40B4-BE49-F238E27FC236}">
                          <a16:creationId xmlns:a16="http://schemas.microsoft.com/office/drawing/2014/main" id="{6B2D3379-963A-4058-84D9-8DEFD0E2A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1" name="直線コネクタ 141800">
                      <a:extLst>
                        <a:ext uri="{FF2B5EF4-FFF2-40B4-BE49-F238E27FC236}">
                          <a16:creationId xmlns:a16="http://schemas.microsoft.com/office/drawing/2014/main" id="{5DE3F4F4-1666-4653-887B-4E6D57C3E9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2" name="直線コネクタ 141801">
                      <a:extLst>
                        <a:ext uri="{FF2B5EF4-FFF2-40B4-BE49-F238E27FC236}">
                          <a16:creationId xmlns:a16="http://schemas.microsoft.com/office/drawing/2014/main" id="{7E9D69FC-FA3E-4640-8033-CCBC73099F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3" name="直線コネクタ 141802">
                      <a:extLst>
                        <a:ext uri="{FF2B5EF4-FFF2-40B4-BE49-F238E27FC236}">
                          <a16:creationId xmlns:a16="http://schemas.microsoft.com/office/drawing/2014/main" id="{368CE8B3-79E1-4A33-92A2-42DB867CBE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4" name="直線コネクタ 141803">
                      <a:extLst>
                        <a:ext uri="{FF2B5EF4-FFF2-40B4-BE49-F238E27FC236}">
                          <a16:creationId xmlns:a16="http://schemas.microsoft.com/office/drawing/2014/main" id="{871C10AF-28D0-42AF-BA0A-19205885B5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5" name="直線コネクタ 141804">
                      <a:extLst>
                        <a:ext uri="{FF2B5EF4-FFF2-40B4-BE49-F238E27FC236}">
                          <a16:creationId xmlns:a16="http://schemas.microsoft.com/office/drawing/2014/main" id="{C561C0A9-6056-4D66-A690-6A6EAE5F83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6" name="直線コネクタ 141805">
                      <a:extLst>
                        <a:ext uri="{FF2B5EF4-FFF2-40B4-BE49-F238E27FC236}">
                          <a16:creationId xmlns:a16="http://schemas.microsoft.com/office/drawing/2014/main" id="{FB3449D1-0A50-452F-AA63-D4923E50EB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7" name="直線コネクタ 141806">
                      <a:extLst>
                        <a:ext uri="{FF2B5EF4-FFF2-40B4-BE49-F238E27FC236}">
                          <a16:creationId xmlns:a16="http://schemas.microsoft.com/office/drawing/2014/main" id="{5537CB87-727E-4FA5-8033-F1965A105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8" name="直線コネクタ 141807">
                      <a:extLst>
                        <a:ext uri="{FF2B5EF4-FFF2-40B4-BE49-F238E27FC236}">
                          <a16:creationId xmlns:a16="http://schemas.microsoft.com/office/drawing/2014/main" id="{015B28C6-30B4-48D6-B16B-B3D91E8B85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09" name="直線コネクタ 141808">
                      <a:extLst>
                        <a:ext uri="{FF2B5EF4-FFF2-40B4-BE49-F238E27FC236}">
                          <a16:creationId xmlns:a16="http://schemas.microsoft.com/office/drawing/2014/main" id="{85DD71FB-1EF9-4419-8149-0A39C871CE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0" name="直線コネクタ 141809">
                      <a:extLst>
                        <a:ext uri="{FF2B5EF4-FFF2-40B4-BE49-F238E27FC236}">
                          <a16:creationId xmlns:a16="http://schemas.microsoft.com/office/drawing/2014/main" id="{A7E27350-AD23-407E-83B5-8095640B1E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1" name="直線コネクタ 141810">
                      <a:extLst>
                        <a:ext uri="{FF2B5EF4-FFF2-40B4-BE49-F238E27FC236}">
                          <a16:creationId xmlns:a16="http://schemas.microsoft.com/office/drawing/2014/main" id="{BC5F9562-F97E-44C2-AB79-6BDF09C85F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2" name="直線コネクタ 141811">
                      <a:extLst>
                        <a:ext uri="{FF2B5EF4-FFF2-40B4-BE49-F238E27FC236}">
                          <a16:creationId xmlns:a16="http://schemas.microsoft.com/office/drawing/2014/main" id="{149A0317-4CB7-497A-8BF2-86EB62B141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3" name="直線コネクタ 141812">
                      <a:extLst>
                        <a:ext uri="{FF2B5EF4-FFF2-40B4-BE49-F238E27FC236}">
                          <a16:creationId xmlns:a16="http://schemas.microsoft.com/office/drawing/2014/main" id="{BB8BFBA6-14F1-4622-9B24-93687C2052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4" name="直線コネクタ 141813">
                      <a:extLst>
                        <a:ext uri="{FF2B5EF4-FFF2-40B4-BE49-F238E27FC236}">
                          <a16:creationId xmlns:a16="http://schemas.microsoft.com/office/drawing/2014/main" id="{22BE7C59-400D-4603-9ED0-AFBA51F929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5" name="直線コネクタ 141814">
                      <a:extLst>
                        <a:ext uri="{FF2B5EF4-FFF2-40B4-BE49-F238E27FC236}">
                          <a16:creationId xmlns:a16="http://schemas.microsoft.com/office/drawing/2014/main" id="{929E0573-9A08-40EC-B50A-99E78757B2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6" name="直線コネクタ 141815">
                      <a:extLst>
                        <a:ext uri="{FF2B5EF4-FFF2-40B4-BE49-F238E27FC236}">
                          <a16:creationId xmlns:a16="http://schemas.microsoft.com/office/drawing/2014/main" id="{C461D420-EA3E-448A-9CB5-2836D368DA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7" name="直線コネクタ 141816">
                      <a:extLst>
                        <a:ext uri="{FF2B5EF4-FFF2-40B4-BE49-F238E27FC236}">
                          <a16:creationId xmlns:a16="http://schemas.microsoft.com/office/drawing/2014/main" id="{118C9605-5B95-4EAD-9327-BCB3C9F117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8" name="直線コネクタ 141817">
                      <a:extLst>
                        <a:ext uri="{FF2B5EF4-FFF2-40B4-BE49-F238E27FC236}">
                          <a16:creationId xmlns:a16="http://schemas.microsoft.com/office/drawing/2014/main" id="{D0C6D39B-3C46-463B-9E94-B9890A0D78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19" name="直線コネクタ 141818">
                      <a:extLst>
                        <a:ext uri="{FF2B5EF4-FFF2-40B4-BE49-F238E27FC236}">
                          <a16:creationId xmlns:a16="http://schemas.microsoft.com/office/drawing/2014/main" id="{B8230411-3034-43C6-80A0-6F2D212AEE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0" name="直線コネクタ 141819">
                      <a:extLst>
                        <a:ext uri="{FF2B5EF4-FFF2-40B4-BE49-F238E27FC236}">
                          <a16:creationId xmlns:a16="http://schemas.microsoft.com/office/drawing/2014/main" id="{841B596E-3955-4E39-A1B1-E9C0B6263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1" name="直線コネクタ 141820">
                      <a:extLst>
                        <a:ext uri="{FF2B5EF4-FFF2-40B4-BE49-F238E27FC236}">
                          <a16:creationId xmlns:a16="http://schemas.microsoft.com/office/drawing/2014/main" id="{8F764344-BA15-466B-B81C-9C8FD313E5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2" name="直線コネクタ 141821">
                      <a:extLst>
                        <a:ext uri="{FF2B5EF4-FFF2-40B4-BE49-F238E27FC236}">
                          <a16:creationId xmlns:a16="http://schemas.microsoft.com/office/drawing/2014/main" id="{81A1F6CA-9147-40EA-8D31-C49FA08B4C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3" name="直線コネクタ 141822">
                      <a:extLst>
                        <a:ext uri="{FF2B5EF4-FFF2-40B4-BE49-F238E27FC236}">
                          <a16:creationId xmlns:a16="http://schemas.microsoft.com/office/drawing/2014/main" id="{DE39F716-DE3B-42E7-A420-305CC19BE9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4" name="直線コネクタ 141823">
                      <a:extLst>
                        <a:ext uri="{FF2B5EF4-FFF2-40B4-BE49-F238E27FC236}">
                          <a16:creationId xmlns:a16="http://schemas.microsoft.com/office/drawing/2014/main" id="{555DB791-37F2-46AF-B0A0-68D0B82011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5" name="直線コネクタ 141824">
                      <a:extLst>
                        <a:ext uri="{FF2B5EF4-FFF2-40B4-BE49-F238E27FC236}">
                          <a16:creationId xmlns:a16="http://schemas.microsoft.com/office/drawing/2014/main" id="{62C27ACA-31ED-4EE2-8022-A61F403AFF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6" name="直線コネクタ 141825">
                      <a:extLst>
                        <a:ext uri="{FF2B5EF4-FFF2-40B4-BE49-F238E27FC236}">
                          <a16:creationId xmlns:a16="http://schemas.microsoft.com/office/drawing/2014/main" id="{9207E188-4582-4674-B829-B1DB7CC4EF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7" name="直線コネクタ 141826">
                      <a:extLst>
                        <a:ext uri="{FF2B5EF4-FFF2-40B4-BE49-F238E27FC236}">
                          <a16:creationId xmlns:a16="http://schemas.microsoft.com/office/drawing/2014/main" id="{B0896134-CEB7-42B9-870B-726394F22B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8" name="直線コネクタ 141827">
                      <a:extLst>
                        <a:ext uri="{FF2B5EF4-FFF2-40B4-BE49-F238E27FC236}">
                          <a16:creationId xmlns:a16="http://schemas.microsoft.com/office/drawing/2014/main" id="{EDEEDCB8-969C-4B5E-BAB3-653B388D3D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29" name="直線コネクタ 141828">
                      <a:extLst>
                        <a:ext uri="{FF2B5EF4-FFF2-40B4-BE49-F238E27FC236}">
                          <a16:creationId xmlns:a16="http://schemas.microsoft.com/office/drawing/2014/main" id="{474655BF-A777-4193-8BB9-028986BF15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0" name="直線コネクタ 141829">
                      <a:extLst>
                        <a:ext uri="{FF2B5EF4-FFF2-40B4-BE49-F238E27FC236}">
                          <a16:creationId xmlns:a16="http://schemas.microsoft.com/office/drawing/2014/main" id="{2BE87B0C-E7A0-4FFA-986E-4BB34D42B2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1" name="直線コネクタ 141830">
                      <a:extLst>
                        <a:ext uri="{FF2B5EF4-FFF2-40B4-BE49-F238E27FC236}">
                          <a16:creationId xmlns:a16="http://schemas.microsoft.com/office/drawing/2014/main" id="{F11565BE-9CA9-48BA-A33D-B087271A8F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2" name="直線コネクタ 141831">
                      <a:extLst>
                        <a:ext uri="{FF2B5EF4-FFF2-40B4-BE49-F238E27FC236}">
                          <a16:creationId xmlns:a16="http://schemas.microsoft.com/office/drawing/2014/main" id="{A871D3CF-44AA-4D5B-A5EC-7DB99BC329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3" name="直線コネクタ 141832">
                      <a:extLst>
                        <a:ext uri="{FF2B5EF4-FFF2-40B4-BE49-F238E27FC236}">
                          <a16:creationId xmlns:a16="http://schemas.microsoft.com/office/drawing/2014/main" id="{25DA33D1-137B-44C1-8D32-FE7C56A851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4" name="直線コネクタ 141833">
                      <a:extLst>
                        <a:ext uri="{FF2B5EF4-FFF2-40B4-BE49-F238E27FC236}">
                          <a16:creationId xmlns:a16="http://schemas.microsoft.com/office/drawing/2014/main" id="{6292B836-E0BC-45B2-BBA7-918B4F2F6C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5" name="直線コネクタ 141834">
                      <a:extLst>
                        <a:ext uri="{FF2B5EF4-FFF2-40B4-BE49-F238E27FC236}">
                          <a16:creationId xmlns:a16="http://schemas.microsoft.com/office/drawing/2014/main" id="{7826A375-5A49-4B4D-9F4A-62164B358C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6" name="直線コネクタ 141835">
                      <a:extLst>
                        <a:ext uri="{FF2B5EF4-FFF2-40B4-BE49-F238E27FC236}">
                          <a16:creationId xmlns:a16="http://schemas.microsoft.com/office/drawing/2014/main" id="{8BC31A3C-3EDE-4360-9C3B-F09FF026DA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7" name="直線コネクタ 141836">
                      <a:extLst>
                        <a:ext uri="{FF2B5EF4-FFF2-40B4-BE49-F238E27FC236}">
                          <a16:creationId xmlns:a16="http://schemas.microsoft.com/office/drawing/2014/main" id="{126AB089-1FCE-4A76-B730-18CC28657E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8" name="直線コネクタ 141837">
                      <a:extLst>
                        <a:ext uri="{FF2B5EF4-FFF2-40B4-BE49-F238E27FC236}">
                          <a16:creationId xmlns:a16="http://schemas.microsoft.com/office/drawing/2014/main" id="{95E32F9E-4C3B-4A0C-AF38-0C50DD60AF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39" name="直線コネクタ 141838">
                      <a:extLst>
                        <a:ext uri="{FF2B5EF4-FFF2-40B4-BE49-F238E27FC236}">
                          <a16:creationId xmlns:a16="http://schemas.microsoft.com/office/drawing/2014/main" id="{CFD90764-E916-4E0F-A8AC-8DA266A75D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40" name="直線コネクタ 141839">
                      <a:extLst>
                        <a:ext uri="{FF2B5EF4-FFF2-40B4-BE49-F238E27FC236}">
                          <a16:creationId xmlns:a16="http://schemas.microsoft.com/office/drawing/2014/main" id="{C38E5783-226E-4A19-8374-470D151C69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41" name="直線コネクタ 141840">
                      <a:extLst>
                        <a:ext uri="{FF2B5EF4-FFF2-40B4-BE49-F238E27FC236}">
                          <a16:creationId xmlns:a16="http://schemas.microsoft.com/office/drawing/2014/main" id="{99481E02-1207-44C7-AE13-E8D2346D84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42" name="直線コネクタ 141841">
                      <a:extLst>
                        <a:ext uri="{FF2B5EF4-FFF2-40B4-BE49-F238E27FC236}">
                          <a16:creationId xmlns:a16="http://schemas.microsoft.com/office/drawing/2014/main" id="{EAC84232-DB66-43A3-8C96-E7018D3D10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43" name="直線コネクタ 141842">
                      <a:extLst>
                        <a:ext uri="{FF2B5EF4-FFF2-40B4-BE49-F238E27FC236}">
                          <a16:creationId xmlns:a16="http://schemas.microsoft.com/office/drawing/2014/main" id="{8B6D7977-D0BB-4A0D-B98E-3A9634A982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44" name="直線コネクタ 141843">
                      <a:extLst>
                        <a:ext uri="{FF2B5EF4-FFF2-40B4-BE49-F238E27FC236}">
                          <a16:creationId xmlns:a16="http://schemas.microsoft.com/office/drawing/2014/main" id="{1CCDF975-E584-4771-B345-09EE1DAC75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45" name="直線コネクタ 141844">
                      <a:extLst>
                        <a:ext uri="{FF2B5EF4-FFF2-40B4-BE49-F238E27FC236}">
                          <a16:creationId xmlns:a16="http://schemas.microsoft.com/office/drawing/2014/main" id="{C1BCB138-984B-4702-9198-90A3ECFEF4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846" name="直線コネクタ 141845">
                      <a:extLst>
                        <a:ext uri="{FF2B5EF4-FFF2-40B4-BE49-F238E27FC236}">
                          <a16:creationId xmlns:a16="http://schemas.microsoft.com/office/drawing/2014/main" id="{1F701412-873F-4F2C-8C38-43EA06464B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48" name="グループ化 140847">
                    <a:extLst>
                      <a:ext uri="{FF2B5EF4-FFF2-40B4-BE49-F238E27FC236}">
                        <a16:creationId xmlns:a16="http://schemas.microsoft.com/office/drawing/2014/main" id="{8D3355EF-4395-4535-B2BF-2793D40D10FC}"/>
                      </a:ext>
                    </a:extLst>
                  </p:cNvPr>
                  <p:cNvGrpSpPr/>
                  <p:nvPr/>
                </p:nvGrpSpPr>
                <p:grpSpPr>
                  <a:xfrm>
                    <a:off x="6174000" y="427572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41724" name="直線コネクタ 141723">
                      <a:extLst>
                        <a:ext uri="{FF2B5EF4-FFF2-40B4-BE49-F238E27FC236}">
                          <a16:creationId xmlns:a16="http://schemas.microsoft.com/office/drawing/2014/main" id="{EECBEC99-18CB-4E39-94C7-0735FD1F3A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5" name="直線コネクタ 141724">
                      <a:extLst>
                        <a:ext uri="{FF2B5EF4-FFF2-40B4-BE49-F238E27FC236}">
                          <a16:creationId xmlns:a16="http://schemas.microsoft.com/office/drawing/2014/main" id="{ACB79C1D-4A96-46FC-8F05-C266B3D8DB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6" name="直線コネクタ 141725">
                      <a:extLst>
                        <a:ext uri="{FF2B5EF4-FFF2-40B4-BE49-F238E27FC236}">
                          <a16:creationId xmlns:a16="http://schemas.microsoft.com/office/drawing/2014/main" id="{42C6D8E9-E735-45F2-A4A7-84A0D58BEC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7" name="直線コネクタ 141726">
                      <a:extLst>
                        <a:ext uri="{FF2B5EF4-FFF2-40B4-BE49-F238E27FC236}">
                          <a16:creationId xmlns:a16="http://schemas.microsoft.com/office/drawing/2014/main" id="{D0394F95-9B7F-4A03-97CB-636AEE4368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8" name="直線コネクタ 141727">
                      <a:extLst>
                        <a:ext uri="{FF2B5EF4-FFF2-40B4-BE49-F238E27FC236}">
                          <a16:creationId xmlns:a16="http://schemas.microsoft.com/office/drawing/2014/main" id="{C808552C-91FF-4D79-BAE8-147983B124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9" name="直線コネクタ 141728">
                      <a:extLst>
                        <a:ext uri="{FF2B5EF4-FFF2-40B4-BE49-F238E27FC236}">
                          <a16:creationId xmlns:a16="http://schemas.microsoft.com/office/drawing/2014/main" id="{D0789AD3-C88D-4939-9DC7-FEC95740FF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0" name="直線コネクタ 141729">
                      <a:extLst>
                        <a:ext uri="{FF2B5EF4-FFF2-40B4-BE49-F238E27FC236}">
                          <a16:creationId xmlns:a16="http://schemas.microsoft.com/office/drawing/2014/main" id="{372EDA42-C05C-44D5-981E-74C999B764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1" name="直線コネクタ 141730">
                      <a:extLst>
                        <a:ext uri="{FF2B5EF4-FFF2-40B4-BE49-F238E27FC236}">
                          <a16:creationId xmlns:a16="http://schemas.microsoft.com/office/drawing/2014/main" id="{363883AC-750C-483E-9982-6ABACA0E1F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2" name="直線コネクタ 141731">
                      <a:extLst>
                        <a:ext uri="{FF2B5EF4-FFF2-40B4-BE49-F238E27FC236}">
                          <a16:creationId xmlns:a16="http://schemas.microsoft.com/office/drawing/2014/main" id="{5235B1E8-B3C3-4193-91B1-5A7FE48E05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3" name="直線コネクタ 141732">
                      <a:extLst>
                        <a:ext uri="{FF2B5EF4-FFF2-40B4-BE49-F238E27FC236}">
                          <a16:creationId xmlns:a16="http://schemas.microsoft.com/office/drawing/2014/main" id="{9BAAF7D4-A971-4130-9BA4-0D3D593D77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4" name="直線コネクタ 141733">
                      <a:extLst>
                        <a:ext uri="{FF2B5EF4-FFF2-40B4-BE49-F238E27FC236}">
                          <a16:creationId xmlns:a16="http://schemas.microsoft.com/office/drawing/2014/main" id="{86245E72-BBB2-492A-B42F-85FB15FC50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5" name="直線コネクタ 141734">
                      <a:extLst>
                        <a:ext uri="{FF2B5EF4-FFF2-40B4-BE49-F238E27FC236}">
                          <a16:creationId xmlns:a16="http://schemas.microsoft.com/office/drawing/2014/main" id="{D1F3F11B-CBC6-4D1F-8A66-E08F84A6C8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6" name="直線コネクタ 141735">
                      <a:extLst>
                        <a:ext uri="{FF2B5EF4-FFF2-40B4-BE49-F238E27FC236}">
                          <a16:creationId xmlns:a16="http://schemas.microsoft.com/office/drawing/2014/main" id="{900F41D5-2BC7-43E6-9AAE-32E6377032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7" name="直線コネクタ 141736">
                      <a:extLst>
                        <a:ext uri="{FF2B5EF4-FFF2-40B4-BE49-F238E27FC236}">
                          <a16:creationId xmlns:a16="http://schemas.microsoft.com/office/drawing/2014/main" id="{3520F261-550D-4D66-AE2F-6EE4E05B32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8" name="直線コネクタ 141737">
                      <a:extLst>
                        <a:ext uri="{FF2B5EF4-FFF2-40B4-BE49-F238E27FC236}">
                          <a16:creationId xmlns:a16="http://schemas.microsoft.com/office/drawing/2014/main" id="{68E88AC6-4E57-426E-91C0-F42D51DF8A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39" name="直線コネクタ 141738">
                      <a:extLst>
                        <a:ext uri="{FF2B5EF4-FFF2-40B4-BE49-F238E27FC236}">
                          <a16:creationId xmlns:a16="http://schemas.microsoft.com/office/drawing/2014/main" id="{3F2B8954-37BA-452C-A99B-19AF621C58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0" name="直線コネクタ 141739">
                      <a:extLst>
                        <a:ext uri="{FF2B5EF4-FFF2-40B4-BE49-F238E27FC236}">
                          <a16:creationId xmlns:a16="http://schemas.microsoft.com/office/drawing/2014/main" id="{3AAB4A09-91EA-460C-8A12-7F92674F07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1" name="直線コネクタ 141740">
                      <a:extLst>
                        <a:ext uri="{FF2B5EF4-FFF2-40B4-BE49-F238E27FC236}">
                          <a16:creationId xmlns:a16="http://schemas.microsoft.com/office/drawing/2014/main" id="{70E7D5C4-0B89-47EF-890C-50633A931F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2" name="直線コネクタ 141741">
                      <a:extLst>
                        <a:ext uri="{FF2B5EF4-FFF2-40B4-BE49-F238E27FC236}">
                          <a16:creationId xmlns:a16="http://schemas.microsoft.com/office/drawing/2014/main" id="{BB9B3166-6A94-4762-B58B-EBE8B9F008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3" name="直線コネクタ 141742">
                      <a:extLst>
                        <a:ext uri="{FF2B5EF4-FFF2-40B4-BE49-F238E27FC236}">
                          <a16:creationId xmlns:a16="http://schemas.microsoft.com/office/drawing/2014/main" id="{38565C2E-DDBC-4531-90B1-D8EECBFC00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4" name="直線コネクタ 141743">
                      <a:extLst>
                        <a:ext uri="{FF2B5EF4-FFF2-40B4-BE49-F238E27FC236}">
                          <a16:creationId xmlns:a16="http://schemas.microsoft.com/office/drawing/2014/main" id="{DEFF0CCD-6639-45D5-A993-6F5E8CAA2B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5" name="直線コネクタ 141744">
                      <a:extLst>
                        <a:ext uri="{FF2B5EF4-FFF2-40B4-BE49-F238E27FC236}">
                          <a16:creationId xmlns:a16="http://schemas.microsoft.com/office/drawing/2014/main" id="{46572584-AD57-4CD6-9667-DA7AA35587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6" name="直線コネクタ 141745">
                      <a:extLst>
                        <a:ext uri="{FF2B5EF4-FFF2-40B4-BE49-F238E27FC236}">
                          <a16:creationId xmlns:a16="http://schemas.microsoft.com/office/drawing/2014/main" id="{B338863A-48F2-47BB-BC92-722B009DBD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7" name="直線コネクタ 141746">
                      <a:extLst>
                        <a:ext uri="{FF2B5EF4-FFF2-40B4-BE49-F238E27FC236}">
                          <a16:creationId xmlns:a16="http://schemas.microsoft.com/office/drawing/2014/main" id="{1912A2C5-A661-48D7-9F43-568E4D64F8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8" name="直線コネクタ 141747">
                      <a:extLst>
                        <a:ext uri="{FF2B5EF4-FFF2-40B4-BE49-F238E27FC236}">
                          <a16:creationId xmlns:a16="http://schemas.microsoft.com/office/drawing/2014/main" id="{573DCE9B-4A86-4408-9C6D-0216707651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49" name="直線コネクタ 141748">
                      <a:extLst>
                        <a:ext uri="{FF2B5EF4-FFF2-40B4-BE49-F238E27FC236}">
                          <a16:creationId xmlns:a16="http://schemas.microsoft.com/office/drawing/2014/main" id="{2059AF2A-3423-4B49-857D-EA2618709D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0" name="直線コネクタ 141749">
                      <a:extLst>
                        <a:ext uri="{FF2B5EF4-FFF2-40B4-BE49-F238E27FC236}">
                          <a16:creationId xmlns:a16="http://schemas.microsoft.com/office/drawing/2014/main" id="{D831A992-DE6C-411C-8F43-809E41F7BB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1" name="直線コネクタ 141750">
                      <a:extLst>
                        <a:ext uri="{FF2B5EF4-FFF2-40B4-BE49-F238E27FC236}">
                          <a16:creationId xmlns:a16="http://schemas.microsoft.com/office/drawing/2014/main" id="{BB83F8AE-D6E6-4DE4-B82B-DC16007883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2" name="直線コネクタ 141751">
                      <a:extLst>
                        <a:ext uri="{FF2B5EF4-FFF2-40B4-BE49-F238E27FC236}">
                          <a16:creationId xmlns:a16="http://schemas.microsoft.com/office/drawing/2014/main" id="{E20799FB-B74A-4AE1-894D-49960ED885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3" name="直線コネクタ 141752">
                      <a:extLst>
                        <a:ext uri="{FF2B5EF4-FFF2-40B4-BE49-F238E27FC236}">
                          <a16:creationId xmlns:a16="http://schemas.microsoft.com/office/drawing/2014/main" id="{7F0ABE20-651F-4353-BE49-D82DACD0E3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4" name="直線コネクタ 141753">
                      <a:extLst>
                        <a:ext uri="{FF2B5EF4-FFF2-40B4-BE49-F238E27FC236}">
                          <a16:creationId xmlns:a16="http://schemas.microsoft.com/office/drawing/2014/main" id="{CE452C73-EE2C-485A-9452-9FF6BEDD5F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5" name="直線コネクタ 141754">
                      <a:extLst>
                        <a:ext uri="{FF2B5EF4-FFF2-40B4-BE49-F238E27FC236}">
                          <a16:creationId xmlns:a16="http://schemas.microsoft.com/office/drawing/2014/main" id="{29F378A8-49AE-498A-A7AD-E2641CE684A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6" name="直線コネクタ 141755">
                      <a:extLst>
                        <a:ext uri="{FF2B5EF4-FFF2-40B4-BE49-F238E27FC236}">
                          <a16:creationId xmlns:a16="http://schemas.microsoft.com/office/drawing/2014/main" id="{3C600566-90E0-427F-BE94-515B907257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7" name="直線コネクタ 141756">
                      <a:extLst>
                        <a:ext uri="{FF2B5EF4-FFF2-40B4-BE49-F238E27FC236}">
                          <a16:creationId xmlns:a16="http://schemas.microsoft.com/office/drawing/2014/main" id="{12CFFA74-ECF0-446E-88FF-07A8DED4C6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8" name="直線コネクタ 141757">
                      <a:extLst>
                        <a:ext uri="{FF2B5EF4-FFF2-40B4-BE49-F238E27FC236}">
                          <a16:creationId xmlns:a16="http://schemas.microsoft.com/office/drawing/2014/main" id="{F660B507-A539-4020-BFCD-480BA98966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59" name="直線コネクタ 141758">
                      <a:extLst>
                        <a:ext uri="{FF2B5EF4-FFF2-40B4-BE49-F238E27FC236}">
                          <a16:creationId xmlns:a16="http://schemas.microsoft.com/office/drawing/2014/main" id="{5E3C7616-AE2E-4B9A-A2DF-3A6ACC134F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0" name="直線コネクタ 141759">
                      <a:extLst>
                        <a:ext uri="{FF2B5EF4-FFF2-40B4-BE49-F238E27FC236}">
                          <a16:creationId xmlns:a16="http://schemas.microsoft.com/office/drawing/2014/main" id="{6572ECDB-253D-49AD-A19F-B64355B8BC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1" name="直線コネクタ 141760">
                      <a:extLst>
                        <a:ext uri="{FF2B5EF4-FFF2-40B4-BE49-F238E27FC236}">
                          <a16:creationId xmlns:a16="http://schemas.microsoft.com/office/drawing/2014/main" id="{7F1EBEF9-1425-41B6-B8AF-B4254D30CC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2" name="直線コネクタ 141761">
                      <a:extLst>
                        <a:ext uri="{FF2B5EF4-FFF2-40B4-BE49-F238E27FC236}">
                          <a16:creationId xmlns:a16="http://schemas.microsoft.com/office/drawing/2014/main" id="{CC1EAE25-6B67-401D-9F63-2DABD35611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3" name="直線コネクタ 141762">
                      <a:extLst>
                        <a:ext uri="{FF2B5EF4-FFF2-40B4-BE49-F238E27FC236}">
                          <a16:creationId xmlns:a16="http://schemas.microsoft.com/office/drawing/2014/main" id="{4E05A69B-E7A2-404C-8A0C-EF160FD29E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4" name="直線コネクタ 141763">
                      <a:extLst>
                        <a:ext uri="{FF2B5EF4-FFF2-40B4-BE49-F238E27FC236}">
                          <a16:creationId xmlns:a16="http://schemas.microsoft.com/office/drawing/2014/main" id="{B27E0886-7BDF-42D9-A9AE-4B5D31CE33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5" name="直線コネクタ 141764">
                      <a:extLst>
                        <a:ext uri="{FF2B5EF4-FFF2-40B4-BE49-F238E27FC236}">
                          <a16:creationId xmlns:a16="http://schemas.microsoft.com/office/drawing/2014/main" id="{C7F39365-9206-41B3-A5A7-F220650C2A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6" name="直線コネクタ 141765">
                      <a:extLst>
                        <a:ext uri="{FF2B5EF4-FFF2-40B4-BE49-F238E27FC236}">
                          <a16:creationId xmlns:a16="http://schemas.microsoft.com/office/drawing/2014/main" id="{0A1DDF4C-A96A-4D5C-8458-9D859C645D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7" name="直線コネクタ 141766">
                      <a:extLst>
                        <a:ext uri="{FF2B5EF4-FFF2-40B4-BE49-F238E27FC236}">
                          <a16:creationId xmlns:a16="http://schemas.microsoft.com/office/drawing/2014/main" id="{F5FDBAC5-9BFC-4101-B7AD-99A1EAE93C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8" name="直線コネクタ 141767">
                      <a:extLst>
                        <a:ext uri="{FF2B5EF4-FFF2-40B4-BE49-F238E27FC236}">
                          <a16:creationId xmlns:a16="http://schemas.microsoft.com/office/drawing/2014/main" id="{41BF8116-4099-4AE9-83A0-D39F0695AD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69" name="直線コネクタ 141768">
                      <a:extLst>
                        <a:ext uri="{FF2B5EF4-FFF2-40B4-BE49-F238E27FC236}">
                          <a16:creationId xmlns:a16="http://schemas.microsoft.com/office/drawing/2014/main" id="{9ADDF430-5AF3-4B37-92AC-2DEAF6FED7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0" name="直線コネクタ 141769">
                      <a:extLst>
                        <a:ext uri="{FF2B5EF4-FFF2-40B4-BE49-F238E27FC236}">
                          <a16:creationId xmlns:a16="http://schemas.microsoft.com/office/drawing/2014/main" id="{50A598BF-AD1E-4AC3-BB75-1934A166A5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1" name="直線コネクタ 141770">
                      <a:extLst>
                        <a:ext uri="{FF2B5EF4-FFF2-40B4-BE49-F238E27FC236}">
                          <a16:creationId xmlns:a16="http://schemas.microsoft.com/office/drawing/2014/main" id="{0BBF9383-F69D-4AFC-8F29-9C60B605BF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2" name="直線コネクタ 141771">
                      <a:extLst>
                        <a:ext uri="{FF2B5EF4-FFF2-40B4-BE49-F238E27FC236}">
                          <a16:creationId xmlns:a16="http://schemas.microsoft.com/office/drawing/2014/main" id="{EE7974D3-9854-4D63-B6D7-DF0BF449AE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3" name="直線コネクタ 141772">
                      <a:extLst>
                        <a:ext uri="{FF2B5EF4-FFF2-40B4-BE49-F238E27FC236}">
                          <a16:creationId xmlns:a16="http://schemas.microsoft.com/office/drawing/2014/main" id="{83030F5F-B044-429B-82F0-24A3137CD3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4" name="直線コネクタ 141773">
                      <a:extLst>
                        <a:ext uri="{FF2B5EF4-FFF2-40B4-BE49-F238E27FC236}">
                          <a16:creationId xmlns:a16="http://schemas.microsoft.com/office/drawing/2014/main" id="{74B0DAA2-6FAA-472D-8321-25F683CAD2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5" name="直線コネクタ 141774">
                      <a:extLst>
                        <a:ext uri="{FF2B5EF4-FFF2-40B4-BE49-F238E27FC236}">
                          <a16:creationId xmlns:a16="http://schemas.microsoft.com/office/drawing/2014/main" id="{3C5A3157-23D4-48CB-ACD9-FA81A58162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6" name="直線コネクタ 141775">
                      <a:extLst>
                        <a:ext uri="{FF2B5EF4-FFF2-40B4-BE49-F238E27FC236}">
                          <a16:creationId xmlns:a16="http://schemas.microsoft.com/office/drawing/2014/main" id="{C9E8F3D6-C984-453B-B6E9-D195EF31FC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7" name="直線コネクタ 141776">
                      <a:extLst>
                        <a:ext uri="{FF2B5EF4-FFF2-40B4-BE49-F238E27FC236}">
                          <a16:creationId xmlns:a16="http://schemas.microsoft.com/office/drawing/2014/main" id="{DCDAA8CA-DBC8-4241-BEB5-568E3BF55A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8" name="直線コネクタ 141777">
                      <a:extLst>
                        <a:ext uri="{FF2B5EF4-FFF2-40B4-BE49-F238E27FC236}">
                          <a16:creationId xmlns:a16="http://schemas.microsoft.com/office/drawing/2014/main" id="{77822962-291B-4FC4-8F93-60221DCB5E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79" name="直線コネクタ 141778">
                      <a:extLst>
                        <a:ext uri="{FF2B5EF4-FFF2-40B4-BE49-F238E27FC236}">
                          <a16:creationId xmlns:a16="http://schemas.microsoft.com/office/drawing/2014/main" id="{CC8F5596-7065-4C68-9DA6-CE3CD62126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0" name="直線コネクタ 141779">
                      <a:extLst>
                        <a:ext uri="{FF2B5EF4-FFF2-40B4-BE49-F238E27FC236}">
                          <a16:creationId xmlns:a16="http://schemas.microsoft.com/office/drawing/2014/main" id="{7EB3D1D2-568D-43FA-B775-32E358DD8F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1" name="直線コネクタ 141780">
                      <a:extLst>
                        <a:ext uri="{FF2B5EF4-FFF2-40B4-BE49-F238E27FC236}">
                          <a16:creationId xmlns:a16="http://schemas.microsoft.com/office/drawing/2014/main" id="{43527FAB-873F-4211-8B2F-E904FA8965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2" name="直線コネクタ 141781">
                      <a:extLst>
                        <a:ext uri="{FF2B5EF4-FFF2-40B4-BE49-F238E27FC236}">
                          <a16:creationId xmlns:a16="http://schemas.microsoft.com/office/drawing/2014/main" id="{5484C2A3-ABA1-4E93-9C34-8CDFF87A12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83" name="直線コネクタ 141782">
                      <a:extLst>
                        <a:ext uri="{FF2B5EF4-FFF2-40B4-BE49-F238E27FC236}">
                          <a16:creationId xmlns:a16="http://schemas.microsoft.com/office/drawing/2014/main" id="{AFF4EAF2-3917-4CB8-8BB4-907429348E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49" name="グループ化 140848">
                    <a:extLst>
                      <a:ext uri="{FF2B5EF4-FFF2-40B4-BE49-F238E27FC236}">
                        <a16:creationId xmlns:a16="http://schemas.microsoft.com/office/drawing/2014/main" id="{D2D321E3-3E94-4334-BB79-169E17E7DE2B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52321" y="581800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41661" name="直線コネクタ 141660">
                      <a:extLst>
                        <a:ext uri="{FF2B5EF4-FFF2-40B4-BE49-F238E27FC236}">
                          <a16:creationId xmlns:a16="http://schemas.microsoft.com/office/drawing/2014/main" id="{B4DBE508-3BFE-4158-838B-1FA7A9DD8F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2" name="直線コネクタ 141661">
                      <a:extLst>
                        <a:ext uri="{FF2B5EF4-FFF2-40B4-BE49-F238E27FC236}">
                          <a16:creationId xmlns:a16="http://schemas.microsoft.com/office/drawing/2014/main" id="{622EA8F4-8130-403B-88C9-CF22035811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3" name="直線コネクタ 141662">
                      <a:extLst>
                        <a:ext uri="{FF2B5EF4-FFF2-40B4-BE49-F238E27FC236}">
                          <a16:creationId xmlns:a16="http://schemas.microsoft.com/office/drawing/2014/main" id="{FCAD8FD1-877D-44CA-944D-AAE2C3BE71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4" name="直線コネクタ 141663">
                      <a:extLst>
                        <a:ext uri="{FF2B5EF4-FFF2-40B4-BE49-F238E27FC236}">
                          <a16:creationId xmlns:a16="http://schemas.microsoft.com/office/drawing/2014/main" id="{CA134B70-83DA-4F85-A968-DEC8C3DB49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5" name="直線コネクタ 141664">
                      <a:extLst>
                        <a:ext uri="{FF2B5EF4-FFF2-40B4-BE49-F238E27FC236}">
                          <a16:creationId xmlns:a16="http://schemas.microsoft.com/office/drawing/2014/main" id="{22EA88A7-A4F1-42CF-A8F0-BA8E3EBC39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6" name="直線コネクタ 141665">
                      <a:extLst>
                        <a:ext uri="{FF2B5EF4-FFF2-40B4-BE49-F238E27FC236}">
                          <a16:creationId xmlns:a16="http://schemas.microsoft.com/office/drawing/2014/main" id="{295383D3-8987-40D0-BA43-11C75D48C8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7" name="直線コネクタ 141666">
                      <a:extLst>
                        <a:ext uri="{FF2B5EF4-FFF2-40B4-BE49-F238E27FC236}">
                          <a16:creationId xmlns:a16="http://schemas.microsoft.com/office/drawing/2014/main" id="{454B6C6E-F5E2-47AD-8023-A15B583551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8" name="直線コネクタ 141667">
                      <a:extLst>
                        <a:ext uri="{FF2B5EF4-FFF2-40B4-BE49-F238E27FC236}">
                          <a16:creationId xmlns:a16="http://schemas.microsoft.com/office/drawing/2014/main" id="{DDFEE19F-D4ED-4B2C-A368-ADCC81A8D1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9" name="直線コネクタ 141668">
                      <a:extLst>
                        <a:ext uri="{FF2B5EF4-FFF2-40B4-BE49-F238E27FC236}">
                          <a16:creationId xmlns:a16="http://schemas.microsoft.com/office/drawing/2014/main" id="{AAE33639-43AB-402F-B870-3EC2D70EAF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0" name="直線コネクタ 141669">
                      <a:extLst>
                        <a:ext uri="{FF2B5EF4-FFF2-40B4-BE49-F238E27FC236}">
                          <a16:creationId xmlns:a16="http://schemas.microsoft.com/office/drawing/2014/main" id="{5698294E-6C78-4ECE-89D8-733876019F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1" name="直線コネクタ 141670">
                      <a:extLst>
                        <a:ext uri="{FF2B5EF4-FFF2-40B4-BE49-F238E27FC236}">
                          <a16:creationId xmlns:a16="http://schemas.microsoft.com/office/drawing/2014/main" id="{8AAC7729-4432-4B79-969A-EBC157D2B1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2" name="直線コネクタ 141671">
                      <a:extLst>
                        <a:ext uri="{FF2B5EF4-FFF2-40B4-BE49-F238E27FC236}">
                          <a16:creationId xmlns:a16="http://schemas.microsoft.com/office/drawing/2014/main" id="{213E343B-0693-48AB-B8A6-1435A78E72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3" name="直線コネクタ 141672">
                      <a:extLst>
                        <a:ext uri="{FF2B5EF4-FFF2-40B4-BE49-F238E27FC236}">
                          <a16:creationId xmlns:a16="http://schemas.microsoft.com/office/drawing/2014/main" id="{63C98EA2-78E2-4E71-88E7-EE8216606E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4" name="直線コネクタ 141673">
                      <a:extLst>
                        <a:ext uri="{FF2B5EF4-FFF2-40B4-BE49-F238E27FC236}">
                          <a16:creationId xmlns:a16="http://schemas.microsoft.com/office/drawing/2014/main" id="{B0CD558C-FC3B-4D81-BD11-D437DBCD2A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5" name="直線コネクタ 141674">
                      <a:extLst>
                        <a:ext uri="{FF2B5EF4-FFF2-40B4-BE49-F238E27FC236}">
                          <a16:creationId xmlns:a16="http://schemas.microsoft.com/office/drawing/2014/main" id="{FC9EC16A-19F5-4AA0-8760-8F9D5D92D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6" name="直線コネクタ 141675">
                      <a:extLst>
                        <a:ext uri="{FF2B5EF4-FFF2-40B4-BE49-F238E27FC236}">
                          <a16:creationId xmlns:a16="http://schemas.microsoft.com/office/drawing/2014/main" id="{762B1EDC-44A0-4997-97D2-6749A5E59E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7" name="直線コネクタ 141676">
                      <a:extLst>
                        <a:ext uri="{FF2B5EF4-FFF2-40B4-BE49-F238E27FC236}">
                          <a16:creationId xmlns:a16="http://schemas.microsoft.com/office/drawing/2014/main" id="{99C8478A-000B-49F9-935B-EF246735A8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8" name="直線コネクタ 141677">
                      <a:extLst>
                        <a:ext uri="{FF2B5EF4-FFF2-40B4-BE49-F238E27FC236}">
                          <a16:creationId xmlns:a16="http://schemas.microsoft.com/office/drawing/2014/main" id="{32916537-0BAD-4681-B1E0-05E5E3D8E4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79" name="直線コネクタ 141678">
                      <a:extLst>
                        <a:ext uri="{FF2B5EF4-FFF2-40B4-BE49-F238E27FC236}">
                          <a16:creationId xmlns:a16="http://schemas.microsoft.com/office/drawing/2014/main" id="{9396C04A-21D7-4FAE-BF4B-F8C496FEC7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0" name="直線コネクタ 141679">
                      <a:extLst>
                        <a:ext uri="{FF2B5EF4-FFF2-40B4-BE49-F238E27FC236}">
                          <a16:creationId xmlns:a16="http://schemas.microsoft.com/office/drawing/2014/main" id="{843245D3-F9CA-41D1-BD4D-2C06738C9A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1" name="直線コネクタ 141680">
                      <a:extLst>
                        <a:ext uri="{FF2B5EF4-FFF2-40B4-BE49-F238E27FC236}">
                          <a16:creationId xmlns:a16="http://schemas.microsoft.com/office/drawing/2014/main" id="{20BCACC1-8E10-4B48-8B37-26E577B7E5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2" name="直線コネクタ 141681">
                      <a:extLst>
                        <a:ext uri="{FF2B5EF4-FFF2-40B4-BE49-F238E27FC236}">
                          <a16:creationId xmlns:a16="http://schemas.microsoft.com/office/drawing/2014/main" id="{E4D71F9B-80B4-4722-95CF-24441386B2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3" name="直線コネクタ 141682">
                      <a:extLst>
                        <a:ext uri="{FF2B5EF4-FFF2-40B4-BE49-F238E27FC236}">
                          <a16:creationId xmlns:a16="http://schemas.microsoft.com/office/drawing/2014/main" id="{3B1B5C16-1D7B-4216-B58E-BC896E3A1D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4" name="直線コネクタ 141683">
                      <a:extLst>
                        <a:ext uri="{FF2B5EF4-FFF2-40B4-BE49-F238E27FC236}">
                          <a16:creationId xmlns:a16="http://schemas.microsoft.com/office/drawing/2014/main" id="{DFF3D259-A3E1-4EBC-AD49-31C09A97DD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5" name="直線コネクタ 141684">
                      <a:extLst>
                        <a:ext uri="{FF2B5EF4-FFF2-40B4-BE49-F238E27FC236}">
                          <a16:creationId xmlns:a16="http://schemas.microsoft.com/office/drawing/2014/main" id="{758A7DAF-A677-4BC3-A6D2-A4D5EE0C43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6" name="直線コネクタ 141685">
                      <a:extLst>
                        <a:ext uri="{FF2B5EF4-FFF2-40B4-BE49-F238E27FC236}">
                          <a16:creationId xmlns:a16="http://schemas.microsoft.com/office/drawing/2014/main" id="{E272A656-016F-4B82-86A9-E4C879C992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7" name="直線コネクタ 141686">
                      <a:extLst>
                        <a:ext uri="{FF2B5EF4-FFF2-40B4-BE49-F238E27FC236}">
                          <a16:creationId xmlns:a16="http://schemas.microsoft.com/office/drawing/2014/main" id="{93A5679F-DF3E-4422-A9EE-C39B13571F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8" name="直線コネクタ 141687">
                      <a:extLst>
                        <a:ext uri="{FF2B5EF4-FFF2-40B4-BE49-F238E27FC236}">
                          <a16:creationId xmlns:a16="http://schemas.microsoft.com/office/drawing/2014/main" id="{385CAD0D-A52E-432B-B02B-62F0010943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89" name="直線コネクタ 141688">
                      <a:extLst>
                        <a:ext uri="{FF2B5EF4-FFF2-40B4-BE49-F238E27FC236}">
                          <a16:creationId xmlns:a16="http://schemas.microsoft.com/office/drawing/2014/main" id="{A52BBABD-B42E-4075-8DEB-90A8DAE65A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0" name="直線コネクタ 141689">
                      <a:extLst>
                        <a:ext uri="{FF2B5EF4-FFF2-40B4-BE49-F238E27FC236}">
                          <a16:creationId xmlns:a16="http://schemas.microsoft.com/office/drawing/2014/main" id="{4A901D67-8525-4EA8-875A-7135C18E7A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1" name="直線コネクタ 141690">
                      <a:extLst>
                        <a:ext uri="{FF2B5EF4-FFF2-40B4-BE49-F238E27FC236}">
                          <a16:creationId xmlns:a16="http://schemas.microsoft.com/office/drawing/2014/main" id="{25473AC5-147A-4645-AF35-0CD1ED927D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2" name="直線コネクタ 141691">
                      <a:extLst>
                        <a:ext uri="{FF2B5EF4-FFF2-40B4-BE49-F238E27FC236}">
                          <a16:creationId xmlns:a16="http://schemas.microsoft.com/office/drawing/2014/main" id="{99AB9533-71AB-4F80-BFED-04DCA524CF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3" name="直線コネクタ 141692">
                      <a:extLst>
                        <a:ext uri="{FF2B5EF4-FFF2-40B4-BE49-F238E27FC236}">
                          <a16:creationId xmlns:a16="http://schemas.microsoft.com/office/drawing/2014/main" id="{8CEED9CB-2FD6-4E9C-88F1-24F73984CE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4" name="直線コネクタ 141693">
                      <a:extLst>
                        <a:ext uri="{FF2B5EF4-FFF2-40B4-BE49-F238E27FC236}">
                          <a16:creationId xmlns:a16="http://schemas.microsoft.com/office/drawing/2014/main" id="{6B568839-58D4-486C-B2D8-69908F8FD4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5" name="直線コネクタ 141694">
                      <a:extLst>
                        <a:ext uri="{FF2B5EF4-FFF2-40B4-BE49-F238E27FC236}">
                          <a16:creationId xmlns:a16="http://schemas.microsoft.com/office/drawing/2014/main" id="{02D33F30-DFB3-4B99-A9EC-F37DDDCF65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6" name="直線コネクタ 141695">
                      <a:extLst>
                        <a:ext uri="{FF2B5EF4-FFF2-40B4-BE49-F238E27FC236}">
                          <a16:creationId xmlns:a16="http://schemas.microsoft.com/office/drawing/2014/main" id="{3E548820-D8AB-48C6-83A6-18DC1483F0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7" name="直線コネクタ 141696">
                      <a:extLst>
                        <a:ext uri="{FF2B5EF4-FFF2-40B4-BE49-F238E27FC236}">
                          <a16:creationId xmlns:a16="http://schemas.microsoft.com/office/drawing/2014/main" id="{5EA7BCBA-21A9-4530-BA64-EFDC6CBB22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8" name="直線コネクタ 141697">
                      <a:extLst>
                        <a:ext uri="{FF2B5EF4-FFF2-40B4-BE49-F238E27FC236}">
                          <a16:creationId xmlns:a16="http://schemas.microsoft.com/office/drawing/2014/main" id="{099504C0-F091-4189-8C44-B6E85362BF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99" name="直線コネクタ 141698">
                      <a:extLst>
                        <a:ext uri="{FF2B5EF4-FFF2-40B4-BE49-F238E27FC236}">
                          <a16:creationId xmlns:a16="http://schemas.microsoft.com/office/drawing/2014/main" id="{0913B952-D34D-4B19-8008-279A743F95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0" name="直線コネクタ 141699">
                      <a:extLst>
                        <a:ext uri="{FF2B5EF4-FFF2-40B4-BE49-F238E27FC236}">
                          <a16:creationId xmlns:a16="http://schemas.microsoft.com/office/drawing/2014/main" id="{72046191-6995-40FD-A9FD-A982B8313F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1" name="直線コネクタ 141700">
                      <a:extLst>
                        <a:ext uri="{FF2B5EF4-FFF2-40B4-BE49-F238E27FC236}">
                          <a16:creationId xmlns:a16="http://schemas.microsoft.com/office/drawing/2014/main" id="{EF4988E9-6932-486E-9E92-7E71A86C9F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2" name="直線コネクタ 141701">
                      <a:extLst>
                        <a:ext uri="{FF2B5EF4-FFF2-40B4-BE49-F238E27FC236}">
                          <a16:creationId xmlns:a16="http://schemas.microsoft.com/office/drawing/2014/main" id="{804C24E9-D890-4BB6-926A-7CC624EB92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3" name="直線コネクタ 141702">
                      <a:extLst>
                        <a:ext uri="{FF2B5EF4-FFF2-40B4-BE49-F238E27FC236}">
                          <a16:creationId xmlns:a16="http://schemas.microsoft.com/office/drawing/2014/main" id="{B5D28F83-9222-4EE7-BB19-D186DA0F3E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4" name="直線コネクタ 141703">
                      <a:extLst>
                        <a:ext uri="{FF2B5EF4-FFF2-40B4-BE49-F238E27FC236}">
                          <a16:creationId xmlns:a16="http://schemas.microsoft.com/office/drawing/2014/main" id="{DA281A5D-E656-4ABA-B01B-CBE54092AF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5" name="直線コネクタ 141704">
                      <a:extLst>
                        <a:ext uri="{FF2B5EF4-FFF2-40B4-BE49-F238E27FC236}">
                          <a16:creationId xmlns:a16="http://schemas.microsoft.com/office/drawing/2014/main" id="{ED387F7D-05BF-4F3C-9201-FB08A31925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6" name="直線コネクタ 141705">
                      <a:extLst>
                        <a:ext uri="{FF2B5EF4-FFF2-40B4-BE49-F238E27FC236}">
                          <a16:creationId xmlns:a16="http://schemas.microsoft.com/office/drawing/2014/main" id="{C2BCD3EB-CDB4-4948-A31D-79318B3046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7" name="直線コネクタ 141706">
                      <a:extLst>
                        <a:ext uri="{FF2B5EF4-FFF2-40B4-BE49-F238E27FC236}">
                          <a16:creationId xmlns:a16="http://schemas.microsoft.com/office/drawing/2014/main" id="{999F5D97-8A29-46F5-9F3D-B88BFEBFC4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8" name="直線コネクタ 141707">
                      <a:extLst>
                        <a:ext uri="{FF2B5EF4-FFF2-40B4-BE49-F238E27FC236}">
                          <a16:creationId xmlns:a16="http://schemas.microsoft.com/office/drawing/2014/main" id="{E36FAB6E-E294-4B40-88CA-13676D1053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09" name="直線コネクタ 141708">
                      <a:extLst>
                        <a:ext uri="{FF2B5EF4-FFF2-40B4-BE49-F238E27FC236}">
                          <a16:creationId xmlns:a16="http://schemas.microsoft.com/office/drawing/2014/main" id="{4E216BA6-A58A-4A15-A14B-41056BD41C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0" name="直線コネクタ 141709">
                      <a:extLst>
                        <a:ext uri="{FF2B5EF4-FFF2-40B4-BE49-F238E27FC236}">
                          <a16:creationId xmlns:a16="http://schemas.microsoft.com/office/drawing/2014/main" id="{3B21A802-861E-4232-A026-27B36FBBD8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1" name="直線コネクタ 141710">
                      <a:extLst>
                        <a:ext uri="{FF2B5EF4-FFF2-40B4-BE49-F238E27FC236}">
                          <a16:creationId xmlns:a16="http://schemas.microsoft.com/office/drawing/2014/main" id="{AEA60A5C-5BF4-4A37-893A-F370528CC4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2" name="直線コネクタ 141711">
                      <a:extLst>
                        <a:ext uri="{FF2B5EF4-FFF2-40B4-BE49-F238E27FC236}">
                          <a16:creationId xmlns:a16="http://schemas.microsoft.com/office/drawing/2014/main" id="{7115EF36-C997-4006-9528-B074826D71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3" name="直線コネクタ 141712">
                      <a:extLst>
                        <a:ext uri="{FF2B5EF4-FFF2-40B4-BE49-F238E27FC236}">
                          <a16:creationId xmlns:a16="http://schemas.microsoft.com/office/drawing/2014/main" id="{A388882F-1FC5-4F57-BAE6-BCAFC32784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4" name="直線コネクタ 141713">
                      <a:extLst>
                        <a:ext uri="{FF2B5EF4-FFF2-40B4-BE49-F238E27FC236}">
                          <a16:creationId xmlns:a16="http://schemas.microsoft.com/office/drawing/2014/main" id="{25D5E527-EB23-4235-AC2B-66C1E3C472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5" name="直線コネクタ 141714">
                      <a:extLst>
                        <a:ext uri="{FF2B5EF4-FFF2-40B4-BE49-F238E27FC236}">
                          <a16:creationId xmlns:a16="http://schemas.microsoft.com/office/drawing/2014/main" id="{827BABE4-C009-4BE0-BC26-2AE5187D33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6" name="直線コネクタ 141715">
                      <a:extLst>
                        <a:ext uri="{FF2B5EF4-FFF2-40B4-BE49-F238E27FC236}">
                          <a16:creationId xmlns:a16="http://schemas.microsoft.com/office/drawing/2014/main" id="{818791B7-912D-4930-BEB2-B35C456262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7" name="直線コネクタ 141716">
                      <a:extLst>
                        <a:ext uri="{FF2B5EF4-FFF2-40B4-BE49-F238E27FC236}">
                          <a16:creationId xmlns:a16="http://schemas.microsoft.com/office/drawing/2014/main" id="{40E3866F-0B6C-4B25-9FD4-B4F83B4818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8" name="直線コネクタ 141717">
                      <a:extLst>
                        <a:ext uri="{FF2B5EF4-FFF2-40B4-BE49-F238E27FC236}">
                          <a16:creationId xmlns:a16="http://schemas.microsoft.com/office/drawing/2014/main" id="{989A0A6E-2B19-4C93-AEA5-DCE9B92F31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19" name="直線コネクタ 141718">
                      <a:extLst>
                        <a:ext uri="{FF2B5EF4-FFF2-40B4-BE49-F238E27FC236}">
                          <a16:creationId xmlns:a16="http://schemas.microsoft.com/office/drawing/2014/main" id="{A8230827-7B5B-40AC-B8C9-E48854FCBE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0" name="直線コネクタ 141719">
                      <a:extLst>
                        <a:ext uri="{FF2B5EF4-FFF2-40B4-BE49-F238E27FC236}">
                          <a16:creationId xmlns:a16="http://schemas.microsoft.com/office/drawing/2014/main" id="{C401A1CE-9B86-4026-93CD-C1569DEAAA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1" name="直線コネクタ 141720">
                      <a:extLst>
                        <a:ext uri="{FF2B5EF4-FFF2-40B4-BE49-F238E27FC236}">
                          <a16:creationId xmlns:a16="http://schemas.microsoft.com/office/drawing/2014/main" id="{984DA8B5-C57D-4CDE-A7F4-1435A92910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2" name="直線コネクタ 141721">
                      <a:extLst>
                        <a:ext uri="{FF2B5EF4-FFF2-40B4-BE49-F238E27FC236}">
                          <a16:creationId xmlns:a16="http://schemas.microsoft.com/office/drawing/2014/main" id="{DDAAFCC9-5509-4E2A-A53C-071259AFE3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723" name="直線コネクタ 141722">
                      <a:extLst>
                        <a:ext uri="{FF2B5EF4-FFF2-40B4-BE49-F238E27FC236}">
                          <a16:creationId xmlns:a16="http://schemas.microsoft.com/office/drawing/2014/main" id="{496E07FC-7860-4047-8CDA-85B40C1EB5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0" name="グループ化 140849">
                    <a:extLst>
                      <a:ext uri="{FF2B5EF4-FFF2-40B4-BE49-F238E27FC236}">
                        <a16:creationId xmlns:a16="http://schemas.microsoft.com/office/drawing/2014/main" id="{A4D03277-F0B6-421E-91EA-572540084839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262933" y="537585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41601" name="直線コネクタ 141600">
                      <a:extLst>
                        <a:ext uri="{FF2B5EF4-FFF2-40B4-BE49-F238E27FC236}">
                          <a16:creationId xmlns:a16="http://schemas.microsoft.com/office/drawing/2014/main" id="{16275690-BF38-42DF-9A13-F20CC8611D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2" name="直線コネクタ 141601">
                      <a:extLst>
                        <a:ext uri="{FF2B5EF4-FFF2-40B4-BE49-F238E27FC236}">
                          <a16:creationId xmlns:a16="http://schemas.microsoft.com/office/drawing/2014/main" id="{A495C440-9582-469F-A5BE-F5D3C79E92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3" name="直線コネクタ 141602">
                      <a:extLst>
                        <a:ext uri="{FF2B5EF4-FFF2-40B4-BE49-F238E27FC236}">
                          <a16:creationId xmlns:a16="http://schemas.microsoft.com/office/drawing/2014/main" id="{C6B16F00-4984-4A97-AE8F-F0547A9AD5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4" name="直線コネクタ 141603">
                      <a:extLst>
                        <a:ext uri="{FF2B5EF4-FFF2-40B4-BE49-F238E27FC236}">
                          <a16:creationId xmlns:a16="http://schemas.microsoft.com/office/drawing/2014/main" id="{20851084-31DC-4471-AC65-E4A9C56C13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5" name="直線コネクタ 141604">
                      <a:extLst>
                        <a:ext uri="{FF2B5EF4-FFF2-40B4-BE49-F238E27FC236}">
                          <a16:creationId xmlns:a16="http://schemas.microsoft.com/office/drawing/2014/main" id="{8C056755-339A-4C0B-8B3E-FEDDBFFBE9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6" name="直線コネクタ 141605">
                      <a:extLst>
                        <a:ext uri="{FF2B5EF4-FFF2-40B4-BE49-F238E27FC236}">
                          <a16:creationId xmlns:a16="http://schemas.microsoft.com/office/drawing/2014/main" id="{9A3FF94C-95B5-46A1-8DE2-CE8D280775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7" name="直線コネクタ 141606">
                      <a:extLst>
                        <a:ext uri="{FF2B5EF4-FFF2-40B4-BE49-F238E27FC236}">
                          <a16:creationId xmlns:a16="http://schemas.microsoft.com/office/drawing/2014/main" id="{788F053C-AD9F-4C39-99A9-028DF666AD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8" name="直線コネクタ 141607">
                      <a:extLst>
                        <a:ext uri="{FF2B5EF4-FFF2-40B4-BE49-F238E27FC236}">
                          <a16:creationId xmlns:a16="http://schemas.microsoft.com/office/drawing/2014/main" id="{04765402-3178-4F7A-B2E6-06C8E2DA87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9" name="直線コネクタ 141608">
                      <a:extLst>
                        <a:ext uri="{FF2B5EF4-FFF2-40B4-BE49-F238E27FC236}">
                          <a16:creationId xmlns:a16="http://schemas.microsoft.com/office/drawing/2014/main" id="{61E410CF-9E30-422D-A8AB-1FE59368993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0" name="直線コネクタ 141609">
                      <a:extLst>
                        <a:ext uri="{FF2B5EF4-FFF2-40B4-BE49-F238E27FC236}">
                          <a16:creationId xmlns:a16="http://schemas.microsoft.com/office/drawing/2014/main" id="{34B118D0-79E5-4392-8341-BF1D195D0A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1" name="直線コネクタ 141610">
                      <a:extLst>
                        <a:ext uri="{FF2B5EF4-FFF2-40B4-BE49-F238E27FC236}">
                          <a16:creationId xmlns:a16="http://schemas.microsoft.com/office/drawing/2014/main" id="{76226241-3F32-49BE-AA6D-8118506BD1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2" name="直線コネクタ 141611">
                      <a:extLst>
                        <a:ext uri="{FF2B5EF4-FFF2-40B4-BE49-F238E27FC236}">
                          <a16:creationId xmlns:a16="http://schemas.microsoft.com/office/drawing/2014/main" id="{DE669064-F458-4FB2-8876-C19A87BBC3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3" name="直線コネクタ 141612">
                      <a:extLst>
                        <a:ext uri="{FF2B5EF4-FFF2-40B4-BE49-F238E27FC236}">
                          <a16:creationId xmlns:a16="http://schemas.microsoft.com/office/drawing/2014/main" id="{1DE80296-7FD3-433A-BEAC-0C774EC5FB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4" name="直線コネクタ 141613">
                      <a:extLst>
                        <a:ext uri="{FF2B5EF4-FFF2-40B4-BE49-F238E27FC236}">
                          <a16:creationId xmlns:a16="http://schemas.microsoft.com/office/drawing/2014/main" id="{AAFA70F0-CAC1-4FAF-BA6A-A8235E1A85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5" name="直線コネクタ 141614">
                      <a:extLst>
                        <a:ext uri="{FF2B5EF4-FFF2-40B4-BE49-F238E27FC236}">
                          <a16:creationId xmlns:a16="http://schemas.microsoft.com/office/drawing/2014/main" id="{912CC79B-EB95-4DB2-908D-0092002069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6" name="直線コネクタ 141615">
                      <a:extLst>
                        <a:ext uri="{FF2B5EF4-FFF2-40B4-BE49-F238E27FC236}">
                          <a16:creationId xmlns:a16="http://schemas.microsoft.com/office/drawing/2014/main" id="{302C588E-212B-4A61-8A25-2B707AE781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7" name="直線コネクタ 141616">
                      <a:extLst>
                        <a:ext uri="{FF2B5EF4-FFF2-40B4-BE49-F238E27FC236}">
                          <a16:creationId xmlns:a16="http://schemas.microsoft.com/office/drawing/2014/main" id="{33547160-C30E-4847-ADDE-1DAE3A58DB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8" name="直線コネクタ 141617">
                      <a:extLst>
                        <a:ext uri="{FF2B5EF4-FFF2-40B4-BE49-F238E27FC236}">
                          <a16:creationId xmlns:a16="http://schemas.microsoft.com/office/drawing/2014/main" id="{B291727A-F000-40AC-ADF3-9CFCDD4DB9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19" name="直線コネクタ 141618">
                      <a:extLst>
                        <a:ext uri="{FF2B5EF4-FFF2-40B4-BE49-F238E27FC236}">
                          <a16:creationId xmlns:a16="http://schemas.microsoft.com/office/drawing/2014/main" id="{9E891486-1426-44B8-AC99-C8BCF7762B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0" name="直線コネクタ 141619">
                      <a:extLst>
                        <a:ext uri="{FF2B5EF4-FFF2-40B4-BE49-F238E27FC236}">
                          <a16:creationId xmlns:a16="http://schemas.microsoft.com/office/drawing/2014/main" id="{36E3C9F8-51D0-473B-BF08-B027628E17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1" name="直線コネクタ 141620">
                      <a:extLst>
                        <a:ext uri="{FF2B5EF4-FFF2-40B4-BE49-F238E27FC236}">
                          <a16:creationId xmlns:a16="http://schemas.microsoft.com/office/drawing/2014/main" id="{EE81C249-57F2-4747-9CEC-4F29E4A2D7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2" name="直線コネクタ 141621">
                      <a:extLst>
                        <a:ext uri="{FF2B5EF4-FFF2-40B4-BE49-F238E27FC236}">
                          <a16:creationId xmlns:a16="http://schemas.microsoft.com/office/drawing/2014/main" id="{5EF5188C-F24A-422E-80F0-FFD2ACE630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3" name="直線コネクタ 141622">
                      <a:extLst>
                        <a:ext uri="{FF2B5EF4-FFF2-40B4-BE49-F238E27FC236}">
                          <a16:creationId xmlns:a16="http://schemas.microsoft.com/office/drawing/2014/main" id="{0B47899A-417F-4178-AF3E-BDCDA65DC6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4" name="直線コネクタ 141623">
                      <a:extLst>
                        <a:ext uri="{FF2B5EF4-FFF2-40B4-BE49-F238E27FC236}">
                          <a16:creationId xmlns:a16="http://schemas.microsoft.com/office/drawing/2014/main" id="{1AFF767A-87BE-4120-BEFD-10BEA599AB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5" name="直線コネクタ 141624">
                      <a:extLst>
                        <a:ext uri="{FF2B5EF4-FFF2-40B4-BE49-F238E27FC236}">
                          <a16:creationId xmlns:a16="http://schemas.microsoft.com/office/drawing/2014/main" id="{50668629-17BF-47F6-B556-7D61BA0AD8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6" name="直線コネクタ 141625">
                      <a:extLst>
                        <a:ext uri="{FF2B5EF4-FFF2-40B4-BE49-F238E27FC236}">
                          <a16:creationId xmlns:a16="http://schemas.microsoft.com/office/drawing/2014/main" id="{308BA812-7358-450F-8AB7-7AF0D405D0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7" name="直線コネクタ 141626">
                      <a:extLst>
                        <a:ext uri="{FF2B5EF4-FFF2-40B4-BE49-F238E27FC236}">
                          <a16:creationId xmlns:a16="http://schemas.microsoft.com/office/drawing/2014/main" id="{D3CF5BCC-0F67-4E8F-A12F-00F591D8C3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8" name="直線コネクタ 141627">
                      <a:extLst>
                        <a:ext uri="{FF2B5EF4-FFF2-40B4-BE49-F238E27FC236}">
                          <a16:creationId xmlns:a16="http://schemas.microsoft.com/office/drawing/2014/main" id="{4BE2F3E2-0CFC-4159-B3DD-F15E68F5FD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29" name="直線コネクタ 141628">
                      <a:extLst>
                        <a:ext uri="{FF2B5EF4-FFF2-40B4-BE49-F238E27FC236}">
                          <a16:creationId xmlns:a16="http://schemas.microsoft.com/office/drawing/2014/main" id="{76F8409F-9F60-47CD-AF66-D720B4B0E0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0" name="直線コネクタ 141629">
                      <a:extLst>
                        <a:ext uri="{FF2B5EF4-FFF2-40B4-BE49-F238E27FC236}">
                          <a16:creationId xmlns:a16="http://schemas.microsoft.com/office/drawing/2014/main" id="{5B9661EA-0B23-4A13-BD87-02C384ED0C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1" name="直線コネクタ 141630">
                      <a:extLst>
                        <a:ext uri="{FF2B5EF4-FFF2-40B4-BE49-F238E27FC236}">
                          <a16:creationId xmlns:a16="http://schemas.microsoft.com/office/drawing/2014/main" id="{8120283E-B292-4C6B-985E-549D2B182C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2" name="直線コネクタ 141631">
                      <a:extLst>
                        <a:ext uri="{FF2B5EF4-FFF2-40B4-BE49-F238E27FC236}">
                          <a16:creationId xmlns:a16="http://schemas.microsoft.com/office/drawing/2014/main" id="{53111959-E673-446A-8FE3-B3EBA4D207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3" name="直線コネクタ 141632">
                      <a:extLst>
                        <a:ext uri="{FF2B5EF4-FFF2-40B4-BE49-F238E27FC236}">
                          <a16:creationId xmlns:a16="http://schemas.microsoft.com/office/drawing/2014/main" id="{986EE255-E3FC-4B76-BAD3-9B1AAB4944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4" name="直線コネクタ 141633">
                      <a:extLst>
                        <a:ext uri="{FF2B5EF4-FFF2-40B4-BE49-F238E27FC236}">
                          <a16:creationId xmlns:a16="http://schemas.microsoft.com/office/drawing/2014/main" id="{4DF97562-767D-4758-8AF8-7641FCA32D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5" name="直線コネクタ 141634">
                      <a:extLst>
                        <a:ext uri="{FF2B5EF4-FFF2-40B4-BE49-F238E27FC236}">
                          <a16:creationId xmlns:a16="http://schemas.microsoft.com/office/drawing/2014/main" id="{3BE9B494-FA4D-4372-B4E3-B732278FD1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6" name="直線コネクタ 141635">
                      <a:extLst>
                        <a:ext uri="{FF2B5EF4-FFF2-40B4-BE49-F238E27FC236}">
                          <a16:creationId xmlns:a16="http://schemas.microsoft.com/office/drawing/2014/main" id="{802F0C6B-CE13-4D19-88BD-2DB0FFF482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7" name="直線コネクタ 141636">
                      <a:extLst>
                        <a:ext uri="{FF2B5EF4-FFF2-40B4-BE49-F238E27FC236}">
                          <a16:creationId xmlns:a16="http://schemas.microsoft.com/office/drawing/2014/main" id="{DFFEE8BB-711A-43EC-B316-1DE9107BC5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8" name="直線コネクタ 141637">
                      <a:extLst>
                        <a:ext uri="{FF2B5EF4-FFF2-40B4-BE49-F238E27FC236}">
                          <a16:creationId xmlns:a16="http://schemas.microsoft.com/office/drawing/2014/main" id="{CAE8CE10-0D8B-47D1-9FC2-BCE3B5B539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39" name="直線コネクタ 141638">
                      <a:extLst>
                        <a:ext uri="{FF2B5EF4-FFF2-40B4-BE49-F238E27FC236}">
                          <a16:creationId xmlns:a16="http://schemas.microsoft.com/office/drawing/2014/main" id="{22CA75BB-9003-464E-9D8E-AC4C14BC04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0" name="直線コネクタ 141639">
                      <a:extLst>
                        <a:ext uri="{FF2B5EF4-FFF2-40B4-BE49-F238E27FC236}">
                          <a16:creationId xmlns:a16="http://schemas.microsoft.com/office/drawing/2014/main" id="{6E28B3FD-7E56-492C-BA25-D100B7FE64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1" name="直線コネクタ 141640">
                      <a:extLst>
                        <a:ext uri="{FF2B5EF4-FFF2-40B4-BE49-F238E27FC236}">
                          <a16:creationId xmlns:a16="http://schemas.microsoft.com/office/drawing/2014/main" id="{400E83BB-9326-4499-9578-95A9F4DCEE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2" name="直線コネクタ 141641">
                      <a:extLst>
                        <a:ext uri="{FF2B5EF4-FFF2-40B4-BE49-F238E27FC236}">
                          <a16:creationId xmlns:a16="http://schemas.microsoft.com/office/drawing/2014/main" id="{BCE568F0-D2F4-4F96-8279-257E763425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3" name="直線コネクタ 141642">
                      <a:extLst>
                        <a:ext uri="{FF2B5EF4-FFF2-40B4-BE49-F238E27FC236}">
                          <a16:creationId xmlns:a16="http://schemas.microsoft.com/office/drawing/2014/main" id="{AA2D5348-2404-4432-A0C7-E3DB8DA3CC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4" name="直線コネクタ 141643">
                      <a:extLst>
                        <a:ext uri="{FF2B5EF4-FFF2-40B4-BE49-F238E27FC236}">
                          <a16:creationId xmlns:a16="http://schemas.microsoft.com/office/drawing/2014/main" id="{E03B2EF1-9D65-45C0-8E96-D240EC76A4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5" name="直線コネクタ 141644">
                      <a:extLst>
                        <a:ext uri="{FF2B5EF4-FFF2-40B4-BE49-F238E27FC236}">
                          <a16:creationId xmlns:a16="http://schemas.microsoft.com/office/drawing/2014/main" id="{545874EC-7F3F-4FB5-A815-C23D217B5A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6" name="直線コネクタ 141645">
                      <a:extLst>
                        <a:ext uri="{FF2B5EF4-FFF2-40B4-BE49-F238E27FC236}">
                          <a16:creationId xmlns:a16="http://schemas.microsoft.com/office/drawing/2014/main" id="{F0F89C45-2685-4A14-953A-473F7D23F9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7" name="直線コネクタ 141646">
                      <a:extLst>
                        <a:ext uri="{FF2B5EF4-FFF2-40B4-BE49-F238E27FC236}">
                          <a16:creationId xmlns:a16="http://schemas.microsoft.com/office/drawing/2014/main" id="{1A56888C-088F-4A3C-B3CD-F047C6175A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8" name="直線コネクタ 141647">
                      <a:extLst>
                        <a:ext uri="{FF2B5EF4-FFF2-40B4-BE49-F238E27FC236}">
                          <a16:creationId xmlns:a16="http://schemas.microsoft.com/office/drawing/2014/main" id="{ADBE1ADD-EF7C-4517-A38A-979530A396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49" name="直線コネクタ 141648">
                      <a:extLst>
                        <a:ext uri="{FF2B5EF4-FFF2-40B4-BE49-F238E27FC236}">
                          <a16:creationId xmlns:a16="http://schemas.microsoft.com/office/drawing/2014/main" id="{E83889B9-0497-4E93-85C2-6CC087B2F2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0" name="直線コネクタ 141649">
                      <a:extLst>
                        <a:ext uri="{FF2B5EF4-FFF2-40B4-BE49-F238E27FC236}">
                          <a16:creationId xmlns:a16="http://schemas.microsoft.com/office/drawing/2014/main" id="{D28C51E2-C4F7-4499-AAAE-97B315B8E6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1" name="直線コネクタ 141650">
                      <a:extLst>
                        <a:ext uri="{FF2B5EF4-FFF2-40B4-BE49-F238E27FC236}">
                          <a16:creationId xmlns:a16="http://schemas.microsoft.com/office/drawing/2014/main" id="{841B3B30-9C40-429C-A4F5-2C1B1B80CF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2" name="直線コネクタ 141651">
                      <a:extLst>
                        <a:ext uri="{FF2B5EF4-FFF2-40B4-BE49-F238E27FC236}">
                          <a16:creationId xmlns:a16="http://schemas.microsoft.com/office/drawing/2014/main" id="{43BB1596-0C4A-4686-8E5C-8D2EBE4FCD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3" name="直線コネクタ 141652">
                      <a:extLst>
                        <a:ext uri="{FF2B5EF4-FFF2-40B4-BE49-F238E27FC236}">
                          <a16:creationId xmlns:a16="http://schemas.microsoft.com/office/drawing/2014/main" id="{13FC140F-939E-46FD-AFF7-029757E0E2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4" name="直線コネクタ 141653">
                      <a:extLst>
                        <a:ext uri="{FF2B5EF4-FFF2-40B4-BE49-F238E27FC236}">
                          <a16:creationId xmlns:a16="http://schemas.microsoft.com/office/drawing/2014/main" id="{21ABF848-5182-4F8D-9ECD-24145154F5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5" name="直線コネクタ 141654">
                      <a:extLst>
                        <a:ext uri="{FF2B5EF4-FFF2-40B4-BE49-F238E27FC236}">
                          <a16:creationId xmlns:a16="http://schemas.microsoft.com/office/drawing/2014/main" id="{9031856A-9FCD-4E1B-BCE3-79B82A59BA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6" name="直線コネクタ 141655">
                      <a:extLst>
                        <a:ext uri="{FF2B5EF4-FFF2-40B4-BE49-F238E27FC236}">
                          <a16:creationId xmlns:a16="http://schemas.microsoft.com/office/drawing/2014/main" id="{F41EC1F5-F10D-4BED-85B0-3FC30D771F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7" name="直線コネクタ 141656">
                      <a:extLst>
                        <a:ext uri="{FF2B5EF4-FFF2-40B4-BE49-F238E27FC236}">
                          <a16:creationId xmlns:a16="http://schemas.microsoft.com/office/drawing/2014/main" id="{76CB480E-5A34-467F-A597-55C3340E59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8" name="直線コネクタ 141657">
                      <a:extLst>
                        <a:ext uri="{FF2B5EF4-FFF2-40B4-BE49-F238E27FC236}">
                          <a16:creationId xmlns:a16="http://schemas.microsoft.com/office/drawing/2014/main" id="{932620EB-CE82-4A05-915D-E1230CCDD2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59" name="直線コネクタ 141658">
                      <a:extLst>
                        <a:ext uri="{FF2B5EF4-FFF2-40B4-BE49-F238E27FC236}">
                          <a16:creationId xmlns:a16="http://schemas.microsoft.com/office/drawing/2014/main" id="{F4BE9105-4545-40AE-9C2B-6332629403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60" name="直線コネクタ 141659">
                      <a:extLst>
                        <a:ext uri="{FF2B5EF4-FFF2-40B4-BE49-F238E27FC236}">
                          <a16:creationId xmlns:a16="http://schemas.microsoft.com/office/drawing/2014/main" id="{2BCCB62D-895A-4CD1-A86D-125C018B90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1" name="グループ化 140850">
                    <a:extLst>
                      <a:ext uri="{FF2B5EF4-FFF2-40B4-BE49-F238E27FC236}">
                        <a16:creationId xmlns:a16="http://schemas.microsoft.com/office/drawing/2014/main" id="{04CA8AC5-FE47-4946-8054-64F815D17B6E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4919281" y="620448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41538" name="直線コネクタ 141537">
                      <a:extLst>
                        <a:ext uri="{FF2B5EF4-FFF2-40B4-BE49-F238E27FC236}">
                          <a16:creationId xmlns:a16="http://schemas.microsoft.com/office/drawing/2014/main" id="{B9C90FA2-AE0B-49DF-BFF8-BEE6D3EFB9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9" name="直線コネクタ 141538">
                      <a:extLst>
                        <a:ext uri="{FF2B5EF4-FFF2-40B4-BE49-F238E27FC236}">
                          <a16:creationId xmlns:a16="http://schemas.microsoft.com/office/drawing/2014/main" id="{7B3CA877-0372-422F-A67D-A29D4176F0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0" name="直線コネクタ 141539">
                      <a:extLst>
                        <a:ext uri="{FF2B5EF4-FFF2-40B4-BE49-F238E27FC236}">
                          <a16:creationId xmlns:a16="http://schemas.microsoft.com/office/drawing/2014/main" id="{A033FF3E-FED3-4D1E-9EB0-9150E9C329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1" name="直線コネクタ 141540">
                      <a:extLst>
                        <a:ext uri="{FF2B5EF4-FFF2-40B4-BE49-F238E27FC236}">
                          <a16:creationId xmlns:a16="http://schemas.microsoft.com/office/drawing/2014/main" id="{4FB00BB2-AF33-46E7-83CB-B9DE9CCE0B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2" name="直線コネクタ 141541">
                      <a:extLst>
                        <a:ext uri="{FF2B5EF4-FFF2-40B4-BE49-F238E27FC236}">
                          <a16:creationId xmlns:a16="http://schemas.microsoft.com/office/drawing/2014/main" id="{C5AF2C15-6149-4AE5-984E-9BFAAF977A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3" name="直線コネクタ 141542">
                      <a:extLst>
                        <a:ext uri="{FF2B5EF4-FFF2-40B4-BE49-F238E27FC236}">
                          <a16:creationId xmlns:a16="http://schemas.microsoft.com/office/drawing/2014/main" id="{4B475725-ECF3-4D2F-8072-A33B9900EA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4" name="直線コネクタ 141543">
                      <a:extLst>
                        <a:ext uri="{FF2B5EF4-FFF2-40B4-BE49-F238E27FC236}">
                          <a16:creationId xmlns:a16="http://schemas.microsoft.com/office/drawing/2014/main" id="{7EF1620A-7C60-4AB5-B598-47AD2E594E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5" name="直線コネクタ 141544">
                      <a:extLst>
                        <a:ext uri="{FF2B5EF4-FFF2-40B4-BE49-F238E27FC236}">
                          <a16:creationId xmlns:a16="http://schemas.microsoft.com/office/drawing/2014/main" id="{FEAC5D77-C825-4168-B6DD-4D0EBE4FA4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6" name="直線コネクタ 141545">
                      <a:extLst>
                        <a:ext uri="{FF2B5EF4-FFF2-40B4-BE49-F238E27FC236}">
                          <a16:creationId xmlns:a16="http://schemas.microsoft.com/office/drawing/2014/main" id="{D2401AA4-AE9B-4F2E-8AA6-D2C5098728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7" name="直線コネクタ 141546">
                      <a:extLst>
                        <a:ext uri="{FF2B5EF4-FFF2-40B4-BE49-F238E27FC236}">
                          <a16:creationId xmlns:a16="http://schemas.microsoft.com/office/drawing/2014/main" id="{3DE0568A-F72D-4B24-A05A-424FCCFCF8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8" name="直線コネクタ 141547">
                      <a:extLst>
                        <a:ext uri="{FF2B5EF4-FFF2-40B4-BE49-F238E27FC236}">
                          <a16:creationId xmlns:a16="http://schemas.microsoft.com/office/drawing/2014/main" id="{6B583734-AAFC-49B5-AE47-6D09E17823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49" name="直線コネクタ 141548">
                      <a:extLst>
                        <a:ext uri="{FF2B5EF4-FFF2-40B4-BE49-F238E27FC236}">
                          <a16:creationId xmlns:a16="http://schemas.microsoft.com/office/drawing/2014/main" id="{B05768D3-3CC7-41ED-8144-748FC6780C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0" name="直線コネクタ 141549">
                      <a:extLst>
                        <a:ext uri="{FF2B5EF4-FFF2-40B4-BE49-F238E27FC236}">
                          <a16:creationId xmlns:a16="http://schemas.microsoft.com/office/drawing/2014/main" id="{8E34C64F-606C-41E5-B95E-EE367F8B7D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1" name="直線コネクタ 141550">
                      <a:extLst>
                        <a:ext uri="{FF2B5EF4-FFF2-40B4-BE49-F238E27FC236}">
                          <a16:creationId xmlns:a16="http://schemas.microsoft.com/office/drawing/2014/main" id="{2C5F1C33-C49E-4BC1-898E-26B820580A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2" name="直線コネクタ 141551">
                      <a:extLst>
                        <a:ext uri="{FF2B5EF4-FFF2-40B4-BE49-F238E27FC236}">
                          <a16:creationId xmlns:a16="http://schemas.microsoft.com/office/drawing/2014/main" id="{5A697AE7-DFCF-4663-AABC-87604B7194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3" name="直線コネクタ 141552">
                      <a:extLst>
                        <a:ext uri="{FF2B5EF4-FFF2-40B4-BE49-F238E27FC236}">
                          <a16:creationId xmlns:a16="http://schemas.microsoft.com/office/drawing/2014/main" id="{8DB67D0B-99A6-4EED-8EE2-1E2863EA6E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4" name="直線コネクタ 141553">
                      <a:extLst>
                        <a:ext uri="{FF2B5EF4-FFF2-40B4-BE49-F238E27FC236}">
                          <a16:creationId xmlns:a16="http://schemas.microsoft.com/office/drawing/2014/main" id="{6EA3696C-ECB7-4F4C-8272-A2DE19A373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5" name="直線コネクタ 141554">
                      <a:extLst>
                        <a:ext uri="{FF2B5EF4-FFF2-40B4-BE49-F238E27FC236}">
                          <a16:creationId xmlns:a16="http://schemas.microsoft.com/office/drawing/2014/main" id="{925EC543-4BBC-4037-A697-4347A0A455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6" name="直線コネクタ 141555">
                      <a:extLst>
                        <a:ext uri="{FF2B5EF4-FFF2-40B4-BE49-F238E27FC236}">
                          <a16:creationId xmlns:a16="http://schemas.microsoft.com/office/drawing/2014/main" id="{0CFDA4B4-6CBC-48A4-A69F-2871256381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7" name="直線コネクタ 141556">
                      <a:extLst>
                        <a:ext uri="{FF2B5EF4-FFF2-40B4-BE49-F238E27FC236}">
                          <a16:creationId xmlns:a16="http://schemas.microsoft.com/office/drawing/2014/main" id="{64F56373-F73C-4C5B-B640-3CC3DD34AA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8" name="直線コネクタ 141557">
                      <a:extLst>
                        <a:ext uri="{FF2B5EF4-FFF2-40B4-BE49-F238E27FC236}">
                          <a16:creationId xmlns:a16="http://schemas.microsoft.com/office/drawing/2014/main" id="{DC6EDE46-8765-44DA-8740-9D3A3E6D6E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59" name="直線コネクタ 141558">
                      <a:extLst>
                        <a:ext uri="{FF2B5EF4-FFF2-40B4-BE49-F238E27FC236}">
                          <a16:creationId xmlns:a16="http://schemas.microsoft.com/office/drawing/2014/main" id="{B2957B0A-0C18-4B46-8550-0BA590EBC5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0" name="直線コネクタ 141559">
                      <a:extLst>
                        <a:ext uri="{FF2B5EF4-FFF2-40B4-BE49-F238E27FC236}">
                          <a16:creationId xmlns:a16="http://schemas.microsoft.com/office/drawing/2014/main" id="{942543AA-9D3A-4F3E-AEAF-F2F4ECFEB7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1" name="直線コネクタ 141560">
                      <a:extLst>
                        <a:ext uri="{FF2B5EF4-FFF2-40B4-BE49-F238E27FC236}">
                          <a16:creationId xmlns:a16="http://schemas.microsoft.com/office/drawing/2014/main" id="{C61153CF-974E-4FE9-8783-135898FCE3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2" name="直線コネクタ 141561">
                      <a:extLst>
                        <a:ext uri="{FF2B5EF4-FFF2-40B4-BE49-F238E27FC236}">
                          <a16:creationId xmlns:a16="http://schemas.microsoft.com/office/drawing/2014/main" id="{23180AA5-C32D-4720-98B5-EE1FF94C0D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3" name="直線コネクタ 141562">
                      <a:extLst>
                        <a:ext uri="{FF2B5EF4-FFF2-40B4-BE49-F238E27FC236}">
                          <a16:creationId xmlns:a16="http://schemas.microsoft.com/office/drawing/2014/main" id="{FFB21109-D11E-4E3F-BAED-6CB7A31757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4" name="直線コネクタ 141563">
                      <a:extLst>
                        <a:ext uri="{FF2B5EF4-FFF2-40B4-BE49-F238E27FC236}">
                          <a16:creationId xmlns:a16="http://schemas.microsoft.com/office/drawing/2014/main" id="{A3AEC8FB-25B1-4D62-B7CE-284C2B8FF2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5" name="直線コネクタ 141564">
                      <a:extLst>
                        <a:ext uri="{FF2B5EF4-FFF2-40B4-BE49-F238E27FC236}">
                          <a16:creationId xmlns:a16="http://schemas.microsoft.com/office/drawing/2014/main" id="{2F393F22-C429-4895-AD14-B9CAF036D0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6" name="直線コネクタ 141565">
                      <a:extLst>
                        <a:ext uri="{FF2B5EF4-FFF2-40B4-BE49-F238E27FC236}">
                          <a16:creationId xmlns:a16="http://schemas.microsoft.com/office/drawing/2014/main" id="{8E2C6554-0716-4BCC-8907-B53C80DEFF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7" name="直線コネクタ 141566">
                      <a:extLst>
                        <a:ext uri="{FF2B5EF4-FFF2-40B4-BE49-F238E27FC236}">
                          <a16:creationId xmlns:a16="http://schemas.microsoft.com/office/drawing/2014/main" id="{EEF4059B-156B-421A-8FB5-0C96AB55C9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8" name="直線コネクタ 141567">
                      <a:extLst>
                        <a:ext uri="{FF2B5EF4-FFF2-40B4-BE49-F238E27FC236}">
                          <a16:creationId xmlns:a16="http://schemas.microsoft.com/office/drawing/2014/main" id="{856EFD37-F26B-4DF8-91C8-FB5E2215AD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69" name="直線コネクタ 141568">
                      <a:extLst>
                        <a:ext uri="{FF2B5EF4-FFF2-40B4-BE49-F238E27FC236}">
                          <a16:creationId xmlns:a16="http://schemas.microsoft.com/office/drawing/2014/main" id="{44391430-3778-4B62-8771-8774472C28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0" name="直線コネクタ 141569">
                      <a:extLst>
                        <a:ext uri="{FF2B5EF4-FFF2-40B4-BE49-F238E27FC236}">
                          <a16:creationId xmlns:a16="http://schemas.microsoft.com/office/drawing/2014/main" id="{13D39FA7-DAC1-4800-8D9B-1FAB4AEADE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1" name="直線コネクタ 141570">
                      <a:extLst>
                        <a:ext uri="{FF2B5EF4-FFF2-40B4-BE49-F238E27FC236}">
                          <a16:creationId xmlns:a16="http://schemas.microsoft.com/office/drawing/2014/main" id="{5601D91A-AD28-4D3B-8452-803F1BF39D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2" name="直線コネクタ 141571">
                      <a:extLst>
                        <a:ext uri="{FF2B5EF4-FFF2-40B4-BE49-F238E27FC236}">
                          <a16:creationId xmlns:a16="http://schemas.microsoft.com/office/drawing/2014/main" id="{E5682554-39D3-4743-A867-FE3BACF7C0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3" name="直線コネクタ 141572">
                      <a:extLst>
                        <a:ext uri="{FF2B5EF4-FFF2-40B4-BE49-F238E27FC236}">
                          <a16:creationId xmlns:a16="http://schemas.microsoft.com/office/drawing/2014/main" id="{ED1F1DA7-1794-448A-9C5D-1D49CC4D77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4" name="直線コネクタ 141573">
                      <a:extLst>
                        <a:ext uri="{FF2B5EF4-FFF2-40B4-BE49-F238E27FC236}">
                          <a16:creationId xmlns:a16="http://schemas.microsoft.com/office/drawing/2014/main" id="{61CDCFAA-DB5C-4912-967D-2724F771C6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5" name="直線コネクタ 141574">
                      <a:extLst>
                        <a:ext uri="{FF2B5EF4-FFF2-40B4-BE49-F238E27FC236}">
                          <a16:creationId xmlns:a16="http://schemas.microsoft.com/office/drawing/2014/main" id="{4274BC4A-1CB0-41C1-B1F0-4AFBCFA3F1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6" name="直線コネクタ 141575">
                      <a:extLst>
                        <a:ext uri="{FF2B5EF4-FFF2-40B4-BE49-F238E27FC236}">
                          <a16:creationId xmlns:a16="http://schemas.microsoft.com/office/drawing/2014/main" id="{F6F0DBCD-667B-4AD9-B987-B8CD1603D9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7" name="直線コネクタ 141576">
                      <a:extLst>
                        <a:ext uri="{FF2B5EF4-FFF2-40B4-BE49-F238E27FC236}">
                          <a16:creationId xmlns:a16="http://schemas.microsoft.com/office/drawing/2014/main" id="{BDE8F5E4-4CC9-4678-8F4D-7D273448E9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8" name="直線コネクタ 141577">
                      <a:extLst>
                        <a:ext uri="{FF2B5EF4-FFF2-40B4-BE49-F238E27FC236}">
                          <a16:creationId xmlns:a16="http://schemas.microsoft.com/office/drawing/2014/main" id="{BBFC37EE-6E5F-4BFC-8227-EF26347467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79" name="直線コネクタ 141578">
                      <a:extLst>
                        <a:ext uri="{FF2B5EF4-FFF2-40B4-BE49-F238E27FC236}">
                          <a16:creationId xmlns:a16="http://schemas.microsoft.com/office/drawing/2014/main" id="{43D7AC76-F718-46B5-998D-CC3DBF6AEB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0" name="直線コネクタ 141579">
                      <a:extLst>
                        <a:ext uri="{FF2B5EF4-FFF2-40B4-BE49-F238E27FC236}">
                          <a16:creationId xmlns:a16="http://schemas.microsoft.com/office/drawing/2014/main" id="{04493230-0E0F-472D-9029-24EB3E5629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1" name="直線コネクタ 141580">
                      <a:extLst>
                        <a:ext uri="{FF2B5EF4-FFF2-40B4-BE49-F238E27FC236}">
                          <a16:creationId xmlns:a16="http://schemas.microsoft.com/office/drawing/2014/main" id="{85F18164-031B-4205-A45A-E79ABF5EE5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2" name="直線コネクタ 141581">
                      <a:extLst>
                        <a:ext uri="{FF2B5EF4-FFF2-40B4-BE49-F238E27FC236}">
                          <a16:creationId xmlns:a16="http://schemas.microsoft.com/office/drawing/2014/main" id="{49DE9CDC-33B3-47ED-8A92-B024B85329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3" name="直線コネクタ 141582">
                      <a:extLst>
                        <a:ext uri="{FF2B5EF4-FFF2-40B4-BE49-F238E27FC236}">
                          <a16:creationId xmlns:a16="http://schemas.microsoft.com/office/drawing/2014/main" id="{6E0CAD40-8554-415D-BA00-C476486129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4" name="直線コネクタ 141583">
                      <a:extLst>
                        <a:ext uri="{FF2B5EF4-FFF2-40B4-BE49-F238E27FC236}">
                          <a16:creationId xmlns:a16="http://schemas.microsoft.com/office/drawing/2014/main" id="{AAA9BA35-252B-4A0A-8BAC-600FCA6E7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5" name="直線コネクタ 141584">
                      <a:extLst>
                        <a:ext uri="{FF2B5EF4-FFF2-40B4-BE49-F238E27FC236}">
                          <a16:creationId xmlns:a16="http://schemas.microsoft.com/office/drawing/2014/main" id="{2C70037A-C519-4276-BDDB-5624E55285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6" name="直線コネクタ 141585">
                      <a:extLst>
                        <a:ext uri="{FF2B5EF4-FFF2-40B4-BE49-F238E27FC236}">
                          <a16:creationId xmlns:a16="http://schemas.microsoft.com/office/drawing/2014/main" id="{8C6B4E70-D7AD-4290-83A7-1A0E9B9A51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7" name="直線コネクタ 141586">
                      <a:extLst>
                        <a:ext uri="{FF2B5EF4-FFF2-40B4-BE49-F238E27FC236}">
                          <a16:creationId xmlns:a16="http://schemas.microsoft.com/office/drawing/2014/main" id="{44D1B606-ACF4-49B4-B422-0FAA73C4A3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8" name="直線コネクタ 141587">
                      <a:extLst>
                        <a:ext uri="{FF2B5EF4-FFF2-40B4-BE49-F238E27FC236}">
                          <a16:creationId xmlns:a16="http://schemas.microsoft.com/office/drawing/2014/main" id="{FEC6FFF2-1F8F-4B28-8889-1FDBB96C4D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89" name="直線コネクタ 141588">
                      <a:extLst>
                        <a:ext uri="{FF2B5EF4-FFF2-40B4-BE49-F238E27FC236}">
                          <a16:creationId xmlns:a16="http://schemas.microsoft.com/office/drawing/2014/main" id="{C99F5C46-FFAE-4F51-B1E9-037ADF7747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0" name="直線コネクタ 141589">
                      <a:extLst>
                        <a:ext uri="{FF2B5EF4-FFF2-40B4-BE49-F238E27FC236}">
                          <a16:creationId xmlns:a16="http://schemas.microsoft.com/office/drawing/2014/main" id="{A8959AD8-C7E1-4012-AF8C-DB81D4B183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1" name="直線コネクタ 141590">
                      <a:extLst>
                        <a:ext uri="{FF2B5EF4-FFF2-40B4-BE49-F238E27FC236}">
                          <a16:creationId xmlns:a16="http://schemas.microsoft.com/office/drawing/2014/main" id="{8946C76F-DDDF-421E-A04F-6E519BA055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2" name="直線コネクタ 141591">
                      <a:extLst>
                        <a:ext uri="{FF2B5EF4-FFF2-40B4-BE49-F238E27FC236}">
                          <a16:creationId xmlns:a16="http://schemas.microsoft.com/office/drawing/2014/main" id="{9DD15DB9-BDD9-42F0-B830-13FB5A20D1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3" name="直線コネクタ 141592">
                      <a:extLst>
                        <a:ext uri="{FF2B5EF4-FFF2-40B4-BE49-F238E27FC236}">
                          <a16:creationId xmlns:a16="http://schemas.microsoft.com/office/drawing/2014/main" id="{F968FEE1-ACF4-4C0C-89C9-AD2E58BF18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4" name="直線コネクタ 141593">
                      <a:extLst>
                        <a:ext uri="{FF2B5EF4-FFF2-40B4-BE49-F238E27FC236}">
                          <a16:creationId xmlns:a16="http://schemas.microsoft.com/office/drawing/2014/main" id="{E13CCCC5-FAB2-4A65-9BC9-06EB2D4B10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5" name="直線コネクタ 141594">
                      <a:extLst>
                        <a:ext uri="{FF2B5EF4-FFF2-40B4-BE49-F238E27FC236}">
                          <a16:creationId xmlns:a16="http://schemas.microsoft.com/office/drawing/2014/main" id="{B84ED48A-6B12-4757-BF1B-AFEF34C893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6" name="直線コネクタ 141595">
                      <a:extLst>
                        <a:ext uri="{FF2B5EF4-FFF2-40B4-BE49-F238E27FC236}">
                          <a16:creationId xmlns:a16="http://schemas.microsoft.com/office/drawing/2014/main" id="{820D9B8C-5DAC-4439-B7C4-9E5394E54C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7" name="直線コネクタ 141596">
                      <a:extLst>
                        <a:ext uri="{FF2B5EF4-FFF2-40B4-BE49-F238E27FC236}">
                          <a16:creationId xmlns:a16="http://schemas.microsoft.com/office/drawing/2014/main" id="{2F946526-7EC7-4687-A371-C7AAA24C3F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8" name="直線コネクタ 141597">
                      <a:extLst>
                        <a:ext uri="{FF2B5EF4-FFF2-40B4-BE49-F238E27FC236}">
                          <a16:creationId xmlns:a16="http://schemas.microsoft.com/office/drawing/2014/main" id="{A7C18891-024A-4007-B646-2BACE38BB4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99" name="直線コネクタ 141598">
                      <a:extLst>
                        <a:ext uri="{FF2B5EF4-FFF2-40B4-BE49-F238E27FC236}">
                          <a16:creationId xmlns:a16="http://schemas.microsoft.com/office/drawing/2014/main" id="{7239ECF5-8D06-450D-B4DE-4A6222C997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600" name="直線コネクタ 141599">
                      <a:extLst>
                        <a:ext uri="{FF2B5EF4-FFF2-40B4-BE49-F238E27FC236}">
                          <a16:creationId xmlns:a16="http://schemas.microsoft.com/office/drawing/2014/main" id="{E4AA2166-1786-4FF9-95F4-E3E855ADD8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2" name="グループ化 140851">
                    <a:extLst>
                      <a:ext uri="{FF2B5EF4-FFF2-40B4-BE49-F238E27FC236}">
                        <a16:creationId xmlns:a16="http://schemas.microsoft.com/office/drawing/2014/main" id="{3BD664A4-D73C-4E9D-893A-30168F2ECC9A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547902" y="621666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41478" name="直線コネクタ 141477">
                      <a:extLst>
                        <a:ext uri="{FF2B5EF4-FFF2-40B4-BE49-F238E27FC236}">
                          <a16:creationId xmlns:a16="http://schemas.microsoft.com/office/drawing/2014/main" id="{BCFCCF8C-A450-4293-BE58-4D1E2D747F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9" name="直線コネクタ 141478">
                      <a:extLst>
                        <a:ext uri="{FF2B5EF4-FFF2-40B4-BE49-F238E27FC236}">
                          <a16:creationId xmlns:a16="http://schemas.microsoft.com/office/drawing/2014/main" id="{98B6E370-6105-4821-91C7-9E7857D891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0" name="直線コネクタ 141479">
                      <a:extLst>
                        <a:ext uri="{FF2B5EF4-FFF2-40B4-BE49-F238E27FC236}">
                          <a16:creationId xmlns:a16="http://schemas.microsoft.com/office/drawing/2014/main" id="{1D5ABA85-C636-478D-9309-D6D27343E3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1" name="直線コネクタ 141480">
                      <a:extLst>
                        <a:ext uri="{FF2B5EF4-FFF2-40B4-BE49-F238E27FC236}">
                          <a16:creationId xmlns:a16="http://schemas.microsoft.com/office/drawing/2014/main" id="{94DA1CA7-5531-4696-92EE-7C4743773B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2" name="直線コネクタ 141481">
                      <a:extLst>
                        <a:ext uri="{FF2B5EF4-FFF2-40B4-BE49-F238E27FC236}">
                          <a16:creationId xmlns:a16="http://schemas.microsoft.com/office/drawing/2014/main" id="{B905C83F-907F-4B91-A220-8C2EE31090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3" name="直線コネクタ 141482">
                      <a:extLst>
                        <a:ext uri="{FF2B5EF4-FFF2-40B4-BE49-F238E27FC236}">
                          <a16:creationId xmlns:a16="http://schemas.microsoft.com/office/drawing/2014/main" id="{8607D0FB-0D94-4689-A2DF-4DC3F593A0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4" name="直線コネクタ 141483">
                      <a:extLst>
                        <a:ext uri="{FF2B5EF4-FFF2-40B4-BE49-F238E27FC236}">
                          <a16:creationId xmlns:a16="http://schemas.microsoft.com/office/drawing/2014/main" id="{5E02A21D-7E7C-4C68-889F-0E315AD08C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5" name="直線コネクタ 141484">
                      <a:extLst>
                        <a:ext uri="{FF2B5EF4-FFF2-40B4-BE49-F238E27FC236}">
                          <a16:creationId xmlns:a16="http://schemas.microsoft.com/office/drawing/2014/main" id="{F591A1A0-CC27-4534-8204-F3B68C8D39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6" name="直線コネクタ 141485">
                      <a:extLst>
                        <a:ext uri="{FF2B5EF4-FFF2-40B4-BE49-F238E27FC236}">
                          <a16:creationId xmlns:a16="http://schemas.microsoft.com/office/drawing/2014/main" id="{04359BFF-3F19-4964-871E-2980D9A33B0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7" name="直線コネクタ 141486">
                      <a:extLst>
                        <a:ext uri="{FF2B5EF4-FFF2-40B4-BE49-F238E27FC236}">
                          <a16:creationId xmlns:a16="http://schemas.microsoft.com/office/drawing/2014/main" id="{11FBC9A7-6469-4A10-B2B4-5863DA6415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8" name="直線コネクタ 141487">
                      <a:extLst>
                        <a:ext uri="{FF2B5EF4-FFF2-40B4-BE49-F238E27FC236}">
                          <a16:creationId xmlns:a16="http://schemas.microsoft.com/office/drawing/2014/main" id="{EAB5EEB3-880A-47EF-A8A5-06303C75D9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89" name="直線コネクタ 141488">
                      <a:extLst>
                        <a:ext uri="{FF2B5EF4-FFF2-40B4-BE49-F238E27FC236}">
                          <a16:creationId xmlns:a16="http://schemas.microsoft.com/office/drawing/2014/main" id="{71B4A0C5-96DB-48A4-9AC3-3BF7C900D0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0" name="直線コネクタ 141489">
                      <a:extLst>
                        <a:ext uri="{FF2B5EF4-FFF2-40B4-BE49-F238E27FC236}">
                          <a16:creationId xmlns:a16="http://schemas.microsoft.com/office/drawing/2014/main" id="{00D639AE-121E-48FD-B9AD-3A212ECB36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1" name="直線コネクタ 141490">
                      <a:extLst>
                        <a:ext uri="{FF2B5EF4-FFF2-40B4-BE49-F238E27FC236}">
                          <a16:creationId xmlns:a16="http://schemas.microsoft.com/office/drawing/2014/main" id="{5FDEA2C8-B5DE-456F-AFD6-96275002DF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2" name="直線コネクタ 141491">
                      <a:extLst>
                        <a:ext uri="{FF2B5EF4-FFF2-40B4-BE49-F238E27FC236}">
                          <a16:creationId xmlns:a16="http://schemas.microsoft.com/office/drawing/2014/main" id="{25DB9B94-D518-46FE-93FB-CC2EEAAC1C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3" name="直線コネクタ 141492">
                      <a:extLst>
                        <a:ext uri="{FF2B5EF4-FFF2-40B4-BE49-F238E27FC236}">
                          <a16:creationId xmlns:a16="http://schemas.microsoft.com/office/drawing/2014/main" id="{98F6C290-9447-43E1-A098-AE2A91012A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4" name="直線コネクタ 141493">
                      <a:extLst>
                        <a:ext uri="{FF2B5EF4-FFF2-40B4-BE49-F238E27FC236}">
                          <a16:creationId xmlns:a16="http://schemas.microsoft.com/office/drawing/2014/main" id="{D2F4D2C7-22D8-46E2-B4BA-CFAAD78C0F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5" name="直線コネクタ 141494">
                      <a:extLst>
                        <a:ext uri="{FF2B5EF4-FFF2-40B4-BE49-F238E27FC236}">
                          <a16:creationId xmlns:a16="http://schemas.microsoft.com/office/drawing/2014/main" id="{D19812D3-8424-4734-8708-DAFD5FCCA2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6" name="直線コネクタ 141495">
                      <a:extLst>
                        <a:ext uri="{FF2B5EF4-FFF2-40B4-BE49-F238E27FC236}">
                          <a16:creationId xmlns:a16="http://schemas.microsoft.com/office/drawing/2014/main" id="{4C1F1E3C-2906-426D-8E3D-EDB2565C6B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7" name="直線コネクタ 141496">
                      <a:extLst>
                        <a:ext uri="{FF2B5EF4-FFF2-40B4-BE49-F238E27FC236}">
                          <a16:creationId xmlns:a16="http://schemas.microsoft.com/office/drawing/2014/main" id="{7D9706C0-FD77-42EF-AB3F-40C8121E9D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8" name="直線コネクタ 141497">
                      <a:extLst>
                        <a:ext uri="{FF2B5EF4-FFF2-40B4-BE49-F238E27FC236}">
                          <a16:creationId xmlns:a16="http://schemas.microsoft.com/office/drawing/2014/main" id="{22218BAC-E7DB-4ED3-99BC-B8B6C2B3E7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99" name="直線コネクタ 141498">
                      <a:extLst>
                        <a:ext uri="{FF2B5EF4-FFF2-40B4-BE49-F238E27FC236}">
                          <a16:creationId xmlns:a16="http://schemas.microsoft.com/office/drawing/2014/main" id="{A9062106-CAC1-46E9-8D08-21D99DDFD7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0" name="直線コネクタ 141499">
                      <a:extLst>
                        <a:ext uri="{FF2B5EF4-FFF2-40B4-BE49-F238E27FC236}">
                          <a16:creationId xmlns:a16="http://schemas.microsoft.com/office/drawing/2014/main" id="{362F5886-204C-4DA5-84EB-79AADD1E6D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1" name="直線コネクタ 141500">
                      <a:extLst>
                        <a:ext uri="{FF2B5EF4-FFF2-40B4-BE49-F238E27FC236}">
                          <a16:creationId xmlns:a16="http://schemas.microsoft.com/office/drawing/2014/main" id="{FBA7A4AC-FA4B-4557-AE5B-F1FCEC3D1C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2" name="直線コネクタ 141501">
                      <a:extLst>
                        <a:ext uri="{FF2B5EF4-FFF2-40B4-BE49-F238E27FC236}">
                          <a16:creationId xmlns:a16="http://schemas.microsoft.com/office/drawing/2014/main" id="{0D4D6496-2F07-480F-B3BA-F92F402335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3" name="直線コネクタ 141502">
                      <a:extLst>
                        <a:ext uri="{FF2B5EF4-FFF2-40B4-BE49-F238E27FC236}">
                          <a16:creationId xmlns:a16="http://schemas.microsoft.com/office/drawing/2014/main" id="{B2A70CC6-FD30-4DF9-81CC-6748328C3E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4" name="直線コネクタ 141503">
                      <a:extLst>
                        <a:ext uri="{FF2B5EF4-FFF2-40B4-BE49-F238E27FC236}">
                          <a16:creationId xmlns:a16="http://schemas.microsoft.com/office/drawing/2014/main" id="{381C56E9-D2C1-4F5F-A3A6-B86E8AF01D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5" name="直線コネクタ 141504">
                      <a:extLst>
                        <a:ext uri="{FF2B5EF4-FFF2-40B4-BE49-F238E27FC236}">
                          <a16:creationId xmlns:a16="http://schemas.microsoft.com/office/drawing/2014/main" id="{5A647441-E0CE-4A4B-83EA-8A0A39C9F8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6" name="直線コネクタ 141505">
                      <a:extLst>
                        <a:ext uri="{FF2B5EF4-FFF2-40B4-BE49-F238E27FC236}">
                          <a16:creationId xmlns:a16="http://schemas.microsoft.com/office/drawing/2014/main" id="{AEDF2D8A-83A6-49A3-9D95-8790382EA9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7" name="直線コネクタ 141506">
                      <a:extLst>
                        <a:ext uri="{FF2B5EF4-FFF2-40B4-BE49-F238E27FC236}">
                          <a16:creationId xmlns:a16="http://schemas.microsoft.com/office/drawing/2014/main" id="{1E16C3A5-2A05-4B5B-8146-F5CC5BAB3E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8" name="直線コネクタ 141507">
                      <a:extLst>
                        <a:ext uri="{FF2B5EF4-FFF2-40B4-BE49-F238E27FC236}">
                          <a16:creationId xmlns:a16="http://schemas.microsoft.com/office/drawing/2014/main" id="{521F87E8-9721-4856-A80B-6A2FA4634C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09" name="直線コネクタ 141508">
                      <a:extLst>
                        <a:ext uri="{FF2B5EF4-FFF2-40B4-BE49-F238E27FC236}">
                          <a16:creationId xmlns:a16="http://schemas.microsoft.com/office/drawing/2014/main" id="{7C3D835E-6A74-44AD-B764-C33EE2A4D1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0" name="直線コネクタ 141509">
                      <a:extLst>
                        <a:ext uri="{FF2B5EF4-FFF2-40B4-BE49-F238E27FC236}">
                          <a16:creationId xmlns:a16="http://schemas.microsoft.com/office/drawing/2014/main" id="{1FA4A09C-E3BF-4845-89D9-10AE3E300C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1" name="直線コネクタ 141510">
                      <a:extLst>
                        <a:ext uri="{FF2B5EF4-FFF2-40B4-BE49-F238E27FC236}">
                          <a16:creationId xmlns:a16="http://schemas.microsoft.com/office/drawing/2014/main" id="{4807BCEB-4E19-4C65-B7A6-76E24197F2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2" name="直線コネクタ 141511">
                      <a:extLst>
                        <a:ext uri="{FF2B5EF4-FFF2-40B4-BE49-F238E27FC236}">
                          <a16:creationId xmlns:a16="http://schemas.microsoft.com/office/drawing/2014/main" id="{D857DBB9-F445-4634-A69B-F00D33CAF9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3" name="直線コネクタ 141512">
                      <a:extLst>
                        <a:ext uri="{FF2B5EF4-FFF2-40B4-BE49-F238E27FC236}">
                          <a16:creationId xmlns:a16="http://schemas.microsoft.com/office/drawing/2014/main" id="{56C95D99-CCD2-48C4-B303-347755593C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4" name="直線コネクタ 141513">
                      <a:extLst>
                        <a:ext uri="{FF2B5EF4-FFF2-40B4-BE49-F238E27FC236}">
                          <a16:creationId xmlns:a16="http://schemas.microsoft.com/office/drawing/2014/main" id="{077F8604-5DE8-4102-97D6-2EDCCE11CD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5" name="直線コネクタ 141514">
                      <a:extLst>
                        <a:ext uri="{FF2B5EF4-FFF2-40B4-BE49-F238E27FC236}">
                          <a16:creationId xmlns:a16="http://schemas.microsoft.com/office/drawing/2014/main" id="{681996DE-B028-4DFD-8A82-C96077495B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6" name="直線コネクタ 141515">
                      <a:extLst>
                        <a:ext uri="{FF2B5EF4-FFF2-40B4-BE49-F238E27FC236}">
                          <a16:creationId xmlns:a16="http://schemas.microsoft.com/office/drawing/2014/main" id="{9FE6D122-4198-4127-8E19-015580F9D4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7" name="直線コネクタ 141516">
                      <a:extLst>
                        <a:ext uri="{FF2B5EF4-FFF2-40B4-BE49-F238E27FC236}">
                          <a16:creationId xmlns:a16="http://schemas.microsoft.com/office/drawing/2014/main" id="{442AEB7B-7264-41FE-8CBA-910FF28C22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8" name="直線コネクタ 141517">
                      <a:extLst>
                        <a:ext uri="{FF2B5EF4-FFF2-40B4-BE49-F238E27FC236}">
                          <a16:creationId xmlns:a16="http://schemas.microsoft.com/office/drawing/2014/main" id="{26357C82-9254-4320-ADF7-0BFD342D49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19" name="直線コネクタ 141518">
                      <a:extLst>
                        <a:ext uri="{FF2B5EF4-FFF2-40B4-BE49-F238E27FC236}">
                          <a16:creationId xmlns:a16="http://schemas.microsoft.com/office/drawing/2014/main" id="{404D1977-9C15-4B79-9CCB-28435878E2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0" name="直線コネクタ 141519">
                      <a:extLst>
                        <a:ext uri="{FF2B5EF4-FFF2-40B4-BE49-F238E27FC236}">
                          <a16:creationId xmlns:a16="http://schemas.microsoft.com/office/drawing/2014/main" id="{33949AF5-3895-4CC5-B6E5-0D6BC142AE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1" name="直線コネクタ 141520">
                      <a:extLst>
                        <a:ext uri="{FF2B5EF4-FFF2-40B4-BE49-F238E27FC236}">
                          <a16:creationId xmlns:a16="http://schemas.microsoft.com/office/drawing/2014/main" id="{0DFC5A70-9022-4FEA-89C0-98431578E7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2" name="直線コネクタ 141521">
                      <a:extLst>
                        <a:ext uri="{FF2B5EF4-FFF2-40B4-BE49-F238E27FC236}">
                          <a16:creationId xmlns:a16="http://schemas.microsoft.com/office/drawing/2014/main" id="{5584B823-1BD0-40B6-8564-09B3CB3555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3" name="直線コネクタ 141522">
                      <a:extLst>
                        <a:ext uri="{FF2B5EF4-FFF2-40B4-BE49-F238E27FC236}">
                          <a16:creationId xmlns:a16="http://schemas.microsoft.com/office/drawing/2014/main" id="{452F055B-528F-4B28-9B06-3CF91A535C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4" name="直線コネクタ 141523">
                      <a:extLst>
                        <a:ext uri="{FF2B5EF4-FFF2-40B4-BE49-F238E27FC236}">
                          <a16:creationId xmlns:a16="http://schemas.microsoft.com/office/drawing/2014/main" id="{8CE29F63-F201-4980-BDA0-ADF2BDD50E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5" name="直線コネクタ 141524">
                      <a:extLst>
                        <a:ext uri="{FF2B5EF4-FFF2-40B4-BE49-F238E27FC236}">
                          <a16:creationId xmlns:a16="http://schemas.microsoft.com/office/drawing/2014/main" id="{9C9E96EC-4286-42DA-AB5D-EE07651669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6" name="直線コネクタ 141525">
                      <a:extLst>
                        <a:ext uri="{FF2B5EF4-FFF2-40B4-BE49-F238E27FC236}">
                          <a16:creationId xmlns:a16="http://schemas.microsoft.com/office/drawing/2014/main" id="{AA61F18C-4BA0-49A0-B552-74B4437645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7" name="直線コネクタ 141526">
                      <a:extLst>
                        <a:ext uri="{FF2B5EF4-FFF2-40B4-BE49-F238E27FC236}">
                          <a16:creationId xmlns:a16="http://schemas.microsoft.com/office/drawing/2014/main" id="{F27F630A-35F6-4EAA-8233-02E8ADC671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8" name="直線コネクタ 141527">
                      <a:extLst>
                        <a:ext uri="{FF2B5EF4-FFF2-40B4-BE49-F238E27FC236}">
                          <a16:creationId xmlns:a16="http://schemas.microsoft.com/office/drawing/2014/main" id="{988DCFB6-B5EB-4924-87B3-1787E3DAD5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29" name="直線コネクタ 141528">
                      <a:extLst>
                        <a:ext uri="{FF2B5EF4-FFF2-40B4-BE49-F238E27FC236}">
                          <a16:creationId xmlns:a16="http://schemas.microsoft.com/office/drawing/2014/main" id="{57ADD02A-0761-46ED-9B90-B1E432C8D7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0" name="直線コネクタ 141529">
                      <a:extLst>
                        <a:ext uri="{FF2B5EF4-FFF2-40B4-BE49-F238E27FC236}">
                          <a16:creationId xmlns:a16="http://schemas.microsoft.com/office/drawing/2014/main" id="{99EAB0BB-91A5-4FF1-879F-27F10A967A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1" name="直線コネクタ 141530">
                      <a:extLst>
                        <a:ext uri="{FF2B5EF4-FFF2-40B4-BE49-F238E27FC236}">
                          <a16:creationId xmlns:a16="http://schemas.microsoft.com/office/drawing/2014/main" id="{59335329-F2B1-4DAA-8307-AC32F07F62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2" name="直線コネクタ 141531">
                      <a:extLst>
                        <a:ext uri="{FF2B5EF4-FFF2-40B4-BE49-F238E27FC236}">
                          <a16:creationId xmlns:a16="http://schemas.microsoft.com/office/drawing/2014/main" id="{B051E652-132E-4BFC-BDD4-98F736586D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3" name="直線コネクタ 141532">
                      <a:extLst>
                        <a:ext uri="{FF2B5EF4-FFF2-40B4-BE49-F238E27FC236}">
                          <a16:creationId xmlns:a16="http://schemas.microsoft.com/office/drawing/2014/main" id="{C2AA34C6-B89B-4B18-873D-228F9AB31C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4" name="直線コネクタ 141533">
                      <a:extLst>
                        <a:ext uri="{FF2B5EF4-FFF2-40B4-BE49-F238E27FC236}">
                          <a16:creationId xmlns:a16="http://schemas.microsoft.com/office/drawing/2014/main" id="{5A1CEE0B-F953-469C-96EE-3C89506485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5" name="直線コネクタ 141534">
                      <a:extLst>
                        <a:ext uri="{FF2B5EF4-FFF2-40B4-BE49-F238E27FC236}">
                          <a16:creationId xmlns:a16="http://schemas.microsoft.com/office/drawing/2014/main" id="{46E273C7-3B1D-4114-BFEC-6FF18805F1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6" name="直線コネクタ 141535">
                      <a:extLst>
                        <a:ext uri="{FF2B5EF4-FFF2-40B4-BE49-F238E27FC236}">
                          <a16:creationId xmlns:a16="http://schemas.microsoft.com/office/drawing/2014/main" id="{665896C0-9A8E-4347-A10A-029EC75CC2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537" name="直線コネクタ 141536">
                      <a:extLst>
                        <a:ext uri="{FF2B5EF4-FFF2-40B4-BE49-F238E27FC236}">
                          <a16:creationId xmlns:a16="http://schemas.microsoft.com/office/drawing/2014/main" id="{47C70CC7-1064-4522-BF4F-5F8DA31157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3" name="グループ化 140852">
                    <a:extLst>
                      <a:ext uri="{FF2B5EF4-FFF2-40B4-BE49-F238E27FC236}">
                        <a16:creationId xmlns:a16="http://schemas.microsoft.com/office/drawing/2014/main" id="{33B09930-6A64-4CDF-8CDF-DF4E950F4E02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3986241" y="581800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41415" name="直線コネクタ 141414">
                      <a:extLst>
                        <a:ext uri="{FF2B5EF4-FFF2-40B4-BE49-F238E27FC236}">
                          <a16:creationId xmlns:a16="http://schemas.microsoft.com/office/drawing/2014/main" id="{40263350-B01A-478A-AB16-3B5729402B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6" name="直線コネクタ 141415">
                      <a:extLst>
                        <a:ext uri="{FF2B5EF4-FFF2-40B4-BE49-F238E27FC236}">
                          <a16:creationId xmlns:a16="http://schemas.microsoft.com/office/drawing/2014/main" id="{2C5ACD53-1239-4163-8CBF-34EC0DD713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7" name="直線コネクタ 141416">
                      <a:extLst>
                        <a:ext uri="{FF2B5EF4-FFF2-40B4-BE49-F238E27FC236}">
                          <a16:creationId xmlns:a16="http://schemas.microsoft.com/office/drawing/2014/main" id="{863E536D-4EE5-4B02-88CF-BDE5F29029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8" name="直線コネクタ 141417">
                      <a:extLst>
                        <a:ext uri="{FF2B5EF4-FFF2-40B4-BE49-F238E27FC236}">
                          <a16:creationId xmlns:a16="http://schemas.microsoft.com/office/drawing/2014/main" id="{BCE88E1E-A686-4EF1-AE16-FDBFFA8478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9" name="直線コネクタ 141418">
                      <a:extLst>
                        <a:ext uri="{FF2B5EF4-FFF2-40B4-BE49-F238E27FC236}">
                          <a16:creationId xmlns:a16="http://schemas.microsoft.com/office/drawing/2014/main" id="{6194A050-45A1-466A-9487-00AC048497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0" name="直線コネクタ 141419">
                      <a:extLst>
                        <a:ext uri="{FF2B5EF4-FFF2-40B4-BE49-F238E27FC236}">
                          <a16:creationId xmlns:a16="http://schemas.microsoft.com/office/drawing/2014/main" id="{3C8E291C-1397-44B2-A436-80A090939B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1" name="直線コネクタ 141420">
                      <a:extLst>
                        <a:ext uri="{FF2B5EF4-FFF2-40B4-BE49-F238E27FC236}">
                          <a16:creationId xmlns:a16="http://schemas.microsoft.com/office/drawing/2014/main" id="{E0B09CDB-E2A3-403E-8254-0A592F6FA0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2" name="直線コネクタ 141421">
                      <a:extLst>
                        <a:ext uri="{FF2B5EF4-FFF2-40B4-BE49-F238E27FC236}">
                          <a16:creationId xmlns:a16="http://schemas.microsoft.com/office/drawing/2014/main" id="{6685580D-D01D-4D29-A279-C77578ECF1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3" name="直線コネクタ 141422">
                      <a:extLst>
                        <a:ext uri="{FF2B5EF4-FFF2-40B4-BE49-F238E27FC236}">
                          <a16:creationId xmlns:a16="http://schemas.microsoft.com/office/drawing/2014/main" id="{FF06D541-CE36-4EAA-88AC-DC193D3D53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4" name="直線コネクタ 141423">
                      <a:extLst>
                        <a:ext uri="{FF2B5EF4-FFF2-40B4-BE49-F238E27FC236}">
                          <a16:creationId xmlns:a16="http://schemas.microsoft.com/office/drawing/2014/main" id="{FA2ADF9E-BD49-4FE2-9C1E-739FCD22D2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5" name="直線コネクタ 141424">
                      <a:extLst>
                        <a:ext uri="{FF2B5EF4-FFF2-40B4-BE49-F238E27FC236}">
                          <a16:creationId xmlns:a16="http://schemas.microsoft.com/office/drawing/2014/main" id="{F3180E23-7337-44EC-9181-D872BFB895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6" name="直線コネクタ 141425">
                      <a:extLst>
                        <a:ext uri="{FF2B5EF4-FFF2-40B4-BE49-F238E27FC236}">
                          <a16:creationId xmlns:a16="http://schemas.microsoft.com/office/drawing/2014/main" id="{9D9A358A-309E-4808-A3D5-3981489E42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7" name="直線コネクタ 141426">
                      <a:extLst>
                        <a:ext uri="{FF2B5EF4-FFF2-40B4-BE49-F238E27FC236}">
                          <a16:creationId xmlns:a16="http://schemas.microsoft.com/office/drawing/2014/main" id="{6FA1616C-0581-4B8D-806B-B52202E1F5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8" name="直線コネクタ 141427">
                      <a:extLst>
                        <a:ext uri="{FF2B5EF4-FFF2-40B4-BE49-F238E27FC236}">
                          <a16:creationId xmlns:a16="http://schemas.microsoft.com/office/drawing/2014/main" id="{733F5A3B-8632-4FB1-9CC9-642160E0DA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29" name="直線コネクタ 141428">
                      <a:extLst>
                        <a:ext uri="{FF2B5EF4-FFF2-40B4-BE49-F238E27FC236}">
                          <a16:creationId xmlns:a16="http://schemas.microsoft.com/office/drawing/2014/main" id="{FBB82B6F-C519-4972-9531-26427E7DED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0" name="直線コネクタ 141429">
                      <a:extLst>
                        <a:ext uri="{FF2B5EF4-FFF2-40B4-BE49-F238E27FC236}">
                          <a16:creationId xmlns:a16="http://schemas.microsoft.com/office/drawing/2014/main" id="{251F7F2B-4F21-465D-8770-56ADBC4740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1" name="直線コネクタ 141430">
                      <a:extLst>
                        <a:ext uri="{FF2B5EF4-FFF2-40B4-BE49-F238E27FC236}">
                          <a16:creationId xmlns:a16="http://schemas.microsoft.com/office/drawing/2014/main" id="{F8426763-4918-49C4-8C22-245043E9F3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2" name="直線コネクタ 141431">
                      <a:extLst>
                        <a:ext uri="{FF2B5EF4-FFF2-40B4-BE49-F238E27FC236}">
                          <a16:creationId xmlns:a16="http://schemas.microsoft.com/office/drawing/2014/main" id="{F30C5A26-1241-4B29-A79E-A0C887DD65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3" name="直線コネクタ 141432">
                      <a:extLst>
                        <a:ext uri="{FF2B5EF4-FFF2-40B4-BE49-F238E27FC236}">
                          <a16:creationId xmlns:a16="http://schemas.microsoft.com/office/drawing/2014/main" id="{2DCEB36F-3B65-49DA-AAE2-4BF521BEF1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4" name="直線コネクタ 141433">
                      <a:extLst>
                        <a:ext uri="{FF2B5EF4-FFF2-40B4-BE49-F238E27FC236}">
                          <a16:creationId xmlns:a16="http://schemas.microsoft.com/office/drawing/2014/main" id="{A9AE7AAB-1C5D-4FFA-8E51-3FFED76504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5" name="直線コネクタ 141434">
                      <a:extLst>
                        <a:ext uri="{FF2B5EF4-FFF2-40B4-BE49-F238E27FC236}">
                          <a16:creationId xmlns:a16="http://schemas.microsoft.com/office/drawing/2014/main" id="{B3E8E315-6055-4631-9AC5-7EF334B72C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6" name="直線コネクタ 141435">
                      <a:extLst>
                        <a:ext uri="{FF2B5EF4-FFF2-40B4-BE49-F238E27FC236}">
                          <a16:creationId xmlns:a16="http://schemas.microsoft.com/office/drawing/2014/main" id="{224333B4-73E7-4AF6-9701-701378E908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7" name="直線コネクタ 141436">
                      <a:extLst>
                        <a:ext uri="{FF2B5EF4-FFF2-40B4-BE49-F238E27FC236}">
                          <a16:creationId xmlns:a16="http://schemas.microsoft.com/office/drawing/2014/main" id="{75F335AC-CEBB-4A2C-8DAB-0EA33DBEFF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8" name="直線コネクタ 141437">
                      <a:extLst>
                        <a:ext uri="{FF2B5EF4-FFF2-40B4-BE49-F238E27FC236}">
                          <a16:creationId xmlns:a16="http://schemas.microsoft.com/office/drawing/2014/main" id="{FBB52C6A-7257-4330-9A46-DF1B61BF6B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39" name="直線コネクタ 141438">
                      <a:extLst>
                        <a:ext uri="{FF2B5EF4-FFF2-40B4-BE49-F238E27FC236}">
                          <a16:creationId xmlns:a16="http://schemas.microsoft.com/office/drawing/2014/main" id="{A403FEDE-93B0-4262-AD2B-A60B504667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0" name="直線コネクタ 141439">
                      <a:extLst>
                        <a:ext uri="{FF2B5EF4-FFF2-40B4-BE49-F238E27FC236}">
                          <a16:creationId xmlns:a16="http://schemas.microsoft.com/office/drawing/2014/main" id="{99F54E35-BB5E-4EF2-B0FB-124BA4EC83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1" name="直線コネクタ 141440">
                      <a:extLst>
                        <a:ext uri="{FF2B5EF4-FFF2-40B4-BE49-F238E27FC236}">
                          <a16:creationId xmlns:a16="http://schemas.microsoft.com/office/drawing/2014/main" id="{4B23F0F8-FCC3-4FF7-BDEC-CE9348148A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2" name="直線コネクタ 141441">
                      <a:extLst>
                        <a:ext uri="{FF2B5EF4-FFF2-40B4-BE49-F238E27FC236}">
                          <a16:creationId xmlns:a16="http://schemas.microsoft.com/office/drawing/2014/main" id="{784B39DC-CE54-4AB1-B9C8-0B62EB9916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3" name="直線コネクタ 141442">
                      <a:extLst>
                        <a:ext uri="{FF2B5EF4-FFF2-40B4-BE49-F238E27FC236}">
                          <a16:creationId xmlns:a16="http://schemas.microsoft.com/office/drawing/2014/main" id="{D60DDE34-B9C6-4F44-9C44-2ED4B3B56E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4" name="直線コネクタ 141443">
                      <a:extLst>
                        <a:ext uri="{FF2B5EF4-FFF2-40B4-BE49-F238E27FC236}">
                          <a16:creationId xmlns:a16="http://schemas.microsoft.com/office/drawing/2014/main" id="{BEF72B40-9840-4C3C-B949-DB29CF2750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5" name="直線コネクタ 141444">
                      <a:extLst>
                        <a:ext uri="{FF2B5EF4-FFF2-40B4-BE49-F238E27FC236}">
                          <a16:creationId xmlns:a16="http://schemas.microsoft.com/office/drawing/2014/main" id="{8C52E5F2-8301-47FB-A452-190940E29F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6" name="直線コネクタ 141445">
                      <a:extLst>
                        <a:ext uri="{FF2B5EF4-FFF2-40B4-BE49-F238E27FC236}">
                          <a16:creationId xmlns:a16="http://schemas.microsoft.com/office/drawing/2014/main" id="{994785E7-0891-4228-836C-25064AFCA7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7" name="直線コネクタ 141446">
                      <a:extLst>
                        <a:ext uri="{FF2B5EF4-FFF2-40B4-BE49-F238E27FC236}">
                          <a16:creationId xmlns:a16="http://schemas.microsoft.com/office/drawing/2014/main" id="{54D2CA11-9754-43E7-8711-9B4B1925B5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8" name="直線コネクタ 141447">
                      <a:extLst>
                        <a:ext uri="{FF2B5EF4-FFF2-40B4-BE49-F238E27FC236}">
                          <a16:creationId xmlns:a16="http://schemas.microsoft.com/office/drawing/2014/main" id="{9E9F5A2E-A556-4541-ABD3-D2E9BE2452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49" name="直線コネクタ 141448">
                      <a:extLst>
                        <a:ext uri="{FF2B5EF4-FFF2-40B4-BE49-F238E27FC236}">
                          <a16:creationId xmlns:a16="http://schemas.microsoft.com/office/drawing/2014/main" id="{7B8EEC20-DA9E-4EB4-8294-BE5890C59C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0" name="直線コネクタ 141449">
                      <a:extLst>
                        <a:ext uri="{FF2B5EF4-FFF2-40B4-BE49-F238E27FC236}">
                          <a16:creationId xmlns:a16="http://schemas.microsoft.com/office/drawing/2014/main" id="{3CD14757-DAF1-4A0F-974D-649887EB44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1" name="直線コネクタ 141450">
                      <a:extLst>
                        <a:ext uri="{FF2B5EF4-FFF2-40B4-BE49-F238E27FC236}">
                          <a16:creationId xmlns:a16="http://schemas.microsoft.com/office/drawing/2014/main" id="{3729FA9B-C1BF-418C-BEFE-2AAF2FA345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2" name="直線コネクタ 141451">
                      <a:extLst>
                        <a:ext uri="{FF2B5EF4-FFF2-40B4-BE49-F238E27FC236}">
                          <a16:creationId xmlns:a16="http://schemas.microsoft.com/office/drawing/2014/main" id="{47832292-3A7D-4E3A-9683-98B37F69EF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3" name="直線コネクタ 141452">
                      <a:extLst>
                        <a:ext uri="{FF2B5EF4-FFF2-40B4-BE49-F238E27FC236}">
                          <a16:creationId xmlns:a16="http://schemas.microsoft.com/office/drawing/2014/main" id="{8AD7804B-5807-458F-83DC-8431237906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4" name="直線コネクタ 141453">
                      <a:extLst>
                        <a:ext uri="{FF2B5EF4-FFF2-40B4-BE49-F238E27FC236}">
                          <a16:creationId xmlns:a16="http://schemas.microsoft.com/office/drawing/2014/main" id="{EF4E24EF-E772-4087-92FD-7BE99166E4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5" name="直線コネクタ 141454">
                      <a:extLst>
                        <a:ext uri="{FF2B5EF4-FFF2-40B4-BE49-F238E27FC236}">
                          <a16:creationId xmlns:a16="http://schemas.microsoft.com/office/drawing/2014/main" id="{AA610E44-1460-429A-AD81-DC2EA9D26A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6" name="直線コネクタ 141455">
                      <a:extLst>
                        <a:ext uri="{FF2B5EF4-FFF2-40B4-BE49-F238E27FC236}">
                          <a16:creationId xmlns:a16="http://schemas.microsoft.com/office/drawing/2014/main" id="{EACDB093-37F2-43CE-8923-30C44649C0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7" name="直線コネクタ 141456">
                      <a:extLst>
                        <a:ext uri="{FF2B5EF4-FFF2-40B4-BE49-F238E27FC236}">
                          <a16:creationId xmlns:a16="http://schemas.microsoft.com/office/drawing/2014/main" id="{91601D16-532F-4AB4-BD6E-7C337B8679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8" name="直線コネクタ 141457">
                      <a:extLst>
                        <a:ext uri="{FF2B5EF4-FFF2-40B4-BE49-F238E27FC236}">
                          <a16:creationId xmlns:a16="http://schemas.microsoft.com/office/drawing/2014/main" id="{DDD637BE-7481-42CE-BCAB-966075E5A2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59" name="直線コネクタ 141458">
                      <a:extLst>
                        <a:ext uri="{FF2B5EF4-FFF2-40B4-BE49-F238E27FC236}">
                          <a16:creationId xmlns:a16="http://schemas.microsoft.com/office/drawing/2014/main" id="{7F966278-34AA-4B6F-A134-B6FE774D35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0" name="直線コネクタ 141459">
                      <a:extLst>
                        <a:ext uri="{FF2B5EF4-FFF2-40B4-BE49-F238E27FC236}">
                          <a16:creationId xmlns:a16="http://schemas.microsoft.com/office/drawing/2014/main" id="{0C006D4B-3595-4B93-A5F4-C9A35A9608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1" name="直線コネクタ 141460">
                      <a:extLst>
                        <a:ext uri="{FF2B5EF4-FFF2-40B4-BE49-F238E27FC236}">
                          <a16:creationId xmlns:a16="http://schemas.microsoft.com/office/drawing/2014/main" id="{0A7E9689-2959-4F08-B0A7-3B0C7748BE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2" name="直線コネクタ 141461">
                      <a:extLst>
                        <a:ext uri="{FF2B5EF4-FFF2-40B4-BE49-F238E27FC236}">
                          <a16:creationId xmlns:a16="http://schemas.microsoft.com/office/drawing/2014/main" id="{04CDEE1F-35B5-4F13-921B-FA95DEC5A2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3" name="直線コネクタ 141462">
                      <a:extLst>
                        <a:ext uri="{FF2B5EF4-FFF2-40B4-BE49-F238E27FC236}">
                          <a16:creationId xmlns:a16="http://schemas.microsoft.com/office/drawing/2014/main" id="{C8BD4AEC-1273-4958-8A15-B7A532C02C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4" name="直線コネクタ 141463">
                      <a:extLst>
                        <a:ext uri="{FF2B5EF4-FFF2-40B4-BE49-F238E27FC236}">
                          <a16:creationId xmlns:a16="http://schemas.microsoft.com/office/drawing/2014/main" id="{5A974AC1-4DCA-4DB2-973C-ABC4EF3C32F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5" name="直線コネクタ 141464">
                      <a:extLst>
                        <a:ext uri="{FF2B5EF4-FFF2-40B4-BE49-F238E27FC236}">
                          <a16:creationId xmlns:a16="http://schemas.microsoft.com/office/drawing/2014/main" id="{10F4E136-7B38-445A-A58C-80598A56B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6" name="直線コネクタ 141465">
                      <a:extLst>
                        <a:ext uri="{FF2B5EF4-FFF2-40B4-BE49-F238E27FC236}">
                          <a16:creationId xmlns:a16="http://schemas.microsoft.com/office/drawing/2014/main" id="{FA03C2D3-E0CD-41EC-86CC-5A201336EB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7" name="直線コネクタ 141466">
                      <a:extLst>
                        <a:ext uri="{FF2B5EF4-FFF2-40B4-BE49-F238E27FC236}">
                          <a16:creationId xmlns:a16="http://schemas.microsoft.com/office/drawing/2014/main" id="{B69394C3-6E4A-4B81-ACF3-E62BBABD5C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8" name="直線コネクタ 141467">
                      <a:extLst>
                        <a:ext uri="{FF2B5EF4-FFF2-40B4-BE49-F238E27FC236}">
                          <a16:creationId xmlns:a16="http://schemas.microsoft.com/office/drawing/2014/main" id="{9D778560-F081-4D24-8967-5880A8C48A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69" name="直線コネクタ 141468">
                      <a:extLst>
                        <a:ext uri="{FF2B5EF4-FFF2-40B4-BE49-F238E27FC236}">
                          <a16:creationId xmlns:a16="http://schemas.microsoft.com/office/drawing/2014/main" id="{BD6CCF26-2A50-4BF5-8F7C-A6A091CAE2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0" name="直線コネクタ 141469">
                      <a:extLst>
                        <a:ext uri="{FF2B5EF4-FFF2-40B4-BE49-F238E27FC236}">
                          <a16:creationId xmlns:a16="http://schemas.microsoft.com/office/drawing/2014/main" id="{4F74BD5B-3C98-4B14-926D-7F965AC4EB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1" name="直線コネクタ 141470">
                      <a:extLst>
                        <a:ext uri="{FF2B5EF4-FFF2-40B4-BE49-F238E27FC236}">
                          <a16:creationId xmlns:a16="http://schemas.microsoft.com/office/drawing/2014/main" id="{C4517F97-BE08-410E-B3EE-DCF48380FD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2" name="直線コネクタ 141471">
                      <a:extLst>
                        <a:ext uri="{FF2B5EF4-FFF2-40B4-BE49-F238E27FC236}">
                          <a16:creationId xmlns:a16="http://schemas.microsoft.com/office/drawing/2014/main" id="{3677C2D9-6176-48B6-8BCA-3661D41FE1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3" name="直線コネクタ 141472">
                      <a:extLst>
                        <a:ext uri="{FF2B5EF4-FFF2-40B4-BE49-F238E27FC236}">
                          <a16:creationId xmlns:a16="http://schemas.microsoft.com/office/drawing/2014/main" id="{F3C56C4D-9B46-4C56-A872-EA453F564B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4" name="直線コネクタ 141473">
                      <a:extLst>
                        <a:ext uri="{FF2B5EF4-FFF2-40B4-BE49-F238E27FC236}">
                          <a16:creationId xmlns:a16="http://schemas.microsoft.com/office/drawing/2014/main" id="{087384E3-173C-4962-A120-B74C5CD447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5" name="直線コネクタ 141474">
                      <a:extLst>
                        <a:ext uri="{FF2B5EF4-FFF2-40B4-BE49-F238E27FC236}">
                          <a16:creationId xmlns:a16="http://schemas.microsoft.com/office/drawing/2014/main" id="{4CCE2458-B0BF-45CC-98BD-70A0CDB0AE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6" name="直線コネクタ 141475">
                      <a:extLst>
                        <a:ext uri="{FF2B5EF4-FFF2-40B4-BE49-F238E27FC236}">
                          <a16:creationId xmlns:a16="http://schemas.microsoft.com/office/drawing/2014/main" id="{AAA10FF9-AE45-4F0E-9015-1C1DF53A4C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77" name="直線コネクタ 141476">
                      <a:extLst>
                        <a:ext uri="{FF2B5EF4-FFF2-40B4-BE49-F238E27FC236}">
                          <a16:creationId xmlns:a16="http://schemas.microsoft.com/office/drawing/2014/main" id="{4CDAD48D-4623-49BF-B0C9-8A109A6359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4" name="グループ化 140853">
                    <a:extLst>
                      <a:ext uri="{FF2B5EF4-FFF2-40B4-BE49-F238E27FC236}">
                        <a16:creationId xmlns:a16="http://schemas.microsoft.com/office/drawing/2014/main" id="{6F88EFC0-E406-4075-B7AF-2E1E66FCEC39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4447763" y="630559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41355" name="直線コネクタ 141354">
                      <a:extLst>
                        <a:ext uri="{FF2B5EF4-FFF2-40B4-BE49-F238E27FC236}">
                          <a16:creationId xmlns:a16="http://schemas.microsoft.com/office/drawing/2014/main" id="{6726B996-C1DE-4BF4-8B7C-7509A5A837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6" name="直線コネクタ 141355">
                      <a:extLst>
                        <a:ext uri="{FF2B5EF4-FFF2-40B4-BE49-F238E27FC236}">
                          <a16:creationId xmlns:a16="http://schemas.microsoft.com/office/drawing/2014/main" id="{95CBC3E5-CF1C-4F4E-99F4-C44432F6A8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7" name="直線コネクタ 141356">
                      <a:extLst>
                        <a:ext uri="{FF2B5EF4-FFF2-40B4-BE49-F238E27FC236}">
                          <a16:creationId xmlns:a16="http://schemas.microsoft.com/office/drawing/2014/main" id="{666D7C89-36FA-4F2C-83DB-6103AFD1E4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8" name="直線コネクタ 141357">
                      <a:extLst>
                        <a:ext uri="{FF2B5EF4-FFF2-40B4-BE49-F238E27FC236}">
                          <a16:creationId xmlns:a16="http://schemas.microsoft.com/office/drawing/2014/main" id="{D2610438-0C5D-45CE-9272-0113C17769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9" name="直線コネクタ 141358">
                      <a:extLst>
                        <a:ext uri="{FF2B5EF4-FFF2-40B4-BE49-F238E27FC236}">
                          <a16:creationId xmlns:a16="http://schemas.microsoft.com/office/drawing/2014/main" id="{D95397FD-6746-47BE-9A65-85E8CD0697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0" name="直線コネクタ 141359">
                      <a:extLst>
                        <a:ext uri="{FF2B5EF4-FFF2-40B4-BE49-F238E27FC236}">
                          <a16:creationId xmlns:a16="http://schemas.microsoft.com/office/drawing/2014/main" id="{F9623720-4C32-4277-B640-324AC0B05F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1" name="直線コネクタ 141360">
                      <a:extLst>
                        <a:ext uri="{FF2B5EF4-FFF2-40B4-BE49-F238E27FC236}">
                          <a16:creationId xmlns:a16="http://schemas.microsoft.com/office/drawing/2014/main" id="{243C3043-33AF-4C53-AC4E-6EB07A19DC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2" name="直線コネクタ 141361">
                      <a:extLst>
                        <a:ext uri="{FF2B5EF4-FFF2-40B4-BE49-F238E27FC236}">
                          <a16:creationId xmlns:a16="http://schemas.microsoft.com/office/drawing/2014/main" id="{06C6AD60-AAC9-4EF7-AC9B-FD4D57E5E3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3" name="直線コネクタ 141362">
                      <a:extLst>
                        <a:ext uri="{FF2B5EF4-FFF2-40B4-BE49-F238E27FC236}">
                          <a16:creationId xmlns:a16="http://schemas.microsoft.com/office/drawing/2014/main" id="{1E2909BC-53F3-42B3-A17A-14DD5C56414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4" name="直線コネクタ 141363">
                      <a:extLst>
                        <a:ext uri="{FF2B5EF4-FFF2-40B4-BE49-F238E27FC236}">
                          <a16:creationId xmlns:a16="http://schemas.microsoft.com/office/drawing/2014/main" id="{7C596396-A1D6-4639-919A-DDABF9EE8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5" name="直線コネクタ 141364">
                      <a:extLst>
                        <a:ext uri="{FF2B5EF4-FFF2-40B4-BE49-F238E27FC236}">
                          <a16:creationId xmlns:a16="http://schemas.microsoft.com/office/drawing/2014/main" id="{626C770F-4938-4F4E-B819-ED83DCF299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6" name="直線コネクタ 141365">
                      <a:extLst>
                        <a:ext uri="{FF2B5EF4-FFF2-40B4-BE49-F238E27FC236}">
                          <a16:creationId xmlns:a16="http://schemas.microsoft.com/office/drawing/2014/main" id="{2934D587-0AA5-45B0-922E-1EE7F4256A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7" name="直線コネクタ 141366">
                      <a:extLst>
                        <a:ext uri="{FF2B5EF4-FFF2-40B4-BE49-F238E27FC236}">
                          <a16:creationId xmlns:a16="http://schemas.microsoft.com/office/drawing/2014/main" id="{188A1327-5883-4B40-9DC3-3299427FF3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8" name="直線コネクタ 141367">
                      <a:extLst>
                        <a:ext uri="{FF2B5EF4-FFF2-40B4-BE49-F238E27FC236}">
                          <a16:creationId xmlns:a16="http://schemas.microsoft.com/office/drawing/2014/main" id="{269DDC5E-040B-4D01-8DFC-B56D1316C8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69" name="直線コネクタ 141368">
                      <a:extLst>
                        <a:ext uri="{FF2B5EF4-FFF2-40B4-BE49-F238E27FC236}">
                          <a16:creationId xmlns:a16="http://schemas.microsoft.com/office/drawing/2014/main" id="{44F7B2E3-61C9-4F57-B4A7-BD48C1514D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0" name="直線コネクタ 141369">
                      <a:extLst>
                        <a:ext uri="{FF2B5EF4-FFF2-40B4-BE49-F238E27FC236}">
                          <a16:creationId xmlns:a16="http://schemas.microsoft.com/office/drawing/2014/main" id="{4735BA01-B015-4E00-9BF9-E1A4A16935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1" name="直線コネクタ 141370">
                      <a:extLst>
                        <a:ext uri="{FF2B5EF4-FFF2-40B4-BE49-F238E27FC236}">
                          <a16:creationId xmlns:a16="http://schemas.microsoft.com/office/drawing/2014/main" id="{F947E473-4011-4429-B8BA-3514EB3B72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2" name="直線コネクタ 141371">
                      <a:extLst>
                        <a:ext uri="{FF2B5EF4-FFF2-40B4-BE49-F238E27FC236}">
                          <a16:creationId xmlns:a16="http://schemas.microsoft.com/office/drawing/2014/main" id="{07CAF28D-D18B-4BEC-BAFE-DA2BF926DC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3" name="直線コネクタ 141372">
                      <a:extLst>
                        <a:ext uri="{FF2B5EF4-FFF2-40B4-BE49-F238E27FC236}">
                          <a16:creationId xmlns:a16="http://schemas.microsoft.com/office/drawing/2014/main" id="{9D728215-4523-4875-B90D-6A7AD7D814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4" name="直線コネクタ 141373">
                      <a:extLst>
                        <a:ext uri="{FF2B5EF4-FFF2-40B4-BE49-F238E27FC236}">
                          <a16:creationId xmlns:a16="http://schemas.microsoft.com/office/drawing/2014/main" id="{823CF2D1-FB66-46B8-AAA5-84DD071BCD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5" name="直線コネクタ 141374">
                      <a:extLst>
                        <a:ext uri="{FF2B5EF4-FFF2-40B4-BE49-F238E27FC236}">
                          <a16:creationId xmlns:a16="http://schemas.microsoft.com/office/drawing/2014/main" id="{468D3174-A71C-4833-86EE-1C00F6B3DF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6" name="直線コネクタ 141375">
                      <a:extLst>
                        <a:ext uri="{FF2B5EF4-FFF2-40B4-BE49-F238E27FC236}">
                          <a16:creationId xmlns:a16="http://schemas.microsoft.com/office/drawing/2014/main" id="{B65B1D70-FE77-483D-B484-C6C89B6923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7" name="直線コネクタ 141376">
                      <a:extLst>
                        <a:ext uri="{FF2B5EF4-FFF2-40B4-BE49-F238E27FC236}">
                          <a16:creationId xmlns:a16="http://schemas.microsoft.com/office/drawing/2014/main" id="{7A0DDC7B-83C1-4D0D-96A7-5B0E607E55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8" name="直線コネクタ 141377">
                      <a:extLst>
                        <a:ext uri="{FF2B5EF4-FFF2-40B4-BE49-F238E27FC236}">
                          <a16:creationId xmlns:a16="http://schemas.microsoft.com/office/drawing/2014/main" id="{36D1543E-2B30-4C19-B700-1330E62FB8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79" name="直線コネクタ 141378">
                      <a:extLst>
                        <a:ext uri="{FF2B5EF4-FFF2-40B4-BE49-F238E27FC236}">
                          <a16:creationId xmlns:a16="http://schemas.microsoft.com/office/drawing/2014/main" id="{6C3FD6B7-C4A9-4457-84AB-C318C6D625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0" name="直線コネクタ 141379">
                      <a:extLst>
                        <a:ext uri="{FF2B5EF4-FFF2-40B4-BE49-F238E27FC236}">
                          <a16:creationId xmlns:a16="http://schemas.microsoft.com/office/drawing/2014/main" id="{C0AC68CD-6DB9-4A7F-AE03-96AC082FEB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1" name="直線コネクタ 141380">
                      <a:extLst>
                        <a:ext uri="{FF2B5EF4-FFF2-40B4-BE49-F238E27FC236}">
                          <a16:creationId xmlns:a16="http://schemas.microsoft.com/office/drawing/2014/main" id="{061BB568-5C8A-4EEF-B584-C9EBC1F693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2" name="直線コネクタ 141381">
                      <a:extLst>
                        <a:ext uri="{FF2B5EF4-FFF2-40B4-BE49-F238E27FC236}">
                          <a16:creationId xmlns:a16="http://schemas.microsoft.com/office/drawing/2014/main" id="{B9B4573B-A1E6-424F-ACF0-CCC888887C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3" name="直線コネクタ 141382">
                      <a:extLst>
                        <a:ext uri="{FF2B5EF4-FFF2-40B4-BE49-F238E27FC236}">
                          <a16:creationId xmlns:a16="http://schemas.microsoft.com/office/drawing/2014/main" id="{B5792CBB-9111-4859-B32B-D151BFB3AE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4" name="直線コネクタ 141383">
                      <a:extLst>
                        <a:ext uri="{FF2B5EF4-FFF2-40B4-BE49-F238E27FC236}">
                          <a16:creationId xmlns:a16="http://schemas.microsoft.com/office/drawing/2014/main" id="{E53EEF0A-386A-4BCD-A547-6073DE9BBF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5" name="直線コネクタ 141384">
                      <a:extLst>
                        <a:ext uri="{FF2B5EF4-FFF2-40B4-BE49-F238E27FC236}">
                          <a16:creationId xmlns:a16="http://schemas.microsoft.com/office/drawing/2014/main" id="{34C7AA82-9D04-4FE1-83C2-7C0F9754F0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6" name="直線コネクタ 141385">
                      <a:extLst>
                        <a:ext uri="{FF2B5EF4-FFF2-40B4-BE49-F238E27FC236}">
                          <a16:creationId xmlns:a16="http://schemas.microsoft.com/office/drawing/2014/main" id="{C7DAB625-CF15-4188-8D85-904A695E48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7" name="直線コネクタ 141386">
                      <a:extLst>
                        <a:ext uri="{FF2B5EF4-FFF2-40B4-BE49-F238E27FC236}">
                          <a16:creationId xmlns:a16="http://schemas.microsoft.com/office/drawing/2014/main" id="{9845F239-F636-441F-8310-6A358565D0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8" name="直線コネクタ 141387">
                      <a:extLst>
                        <a:ext uri="{FF2B5EF4-FFF2-40B4-BE49-F238E27FC236}">
                          <a16:creationId xmlns:a16="http://schemas.microsoft.com/office/drawing/2014/main" id="{5C845238-32AD-47B9-9F3B-03D5CBCD04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89" name="直線コネクタ 141388">
                      <a:extLst>
                        <a:ext uri="{FF2B5EF4-FFF2-40B4-BE49-F238E27FC236}">
                          <a16:creationId xmlns:a16="http://schemas.microsoft.com/office/drawing/2014/main" id="{1C5742E0-84D5-4792-A79A-78D8398F6C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0" name="直線コネクタ 141389">
                      <a:extLst>
                        <a:ext uri="{FF2B5EF4-FFF2-40B4-BE49-F238E27FC236}">
                          <a16:creationId xmlns:a16="http://schemas.microsoft.com/office/drawing/2014/main" id="{D078ECE2-C676-4CBA-BBED-1ABBDE87E8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1" name="直線コネクタ 141390">
                      <a:extLst>
                        <a:ext uri="{FF2B5EF4-FFF2-40B4-BE49-F238E27FC236}">
                          <a16:creationId xmlns:a16="http://schemas.microsoft.com/office/drawing/2014/main" id="{881C8E17-A2AA-4160-8A32-A8BDDA0958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2" name="直線コネクタ 141391">
                      <a:extLst>
                        <a:ext uri="{FF2B5EF4-FFF2-40B4-BE49-F238E27FC236}">
                          <a16:creationId xmlns:a16="http://schemas.microsoft.com/office/drawing/2014/main" id="{15903D3F-E1C9-4371-A41C-C0DAF30C54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3" name="直線コネクタ 141392">
                      <a:extLst>
                        <a:ext uri="{FF2B5EF4-FFF2-40B4-BE49-F238E27FC236}">
                          <a16:creationId xmlns:a16="http://schemas.microsoft.com/office/drawing/2014/main" id="{4FEABEC5-9071-48C8-AAD2-B5CF18D375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4" name="直線コネクタ 141393">
                      <a:extLst>
                        <a:ext uri="{FF2B5EF4-FFF2-40B4-BE49-F238E27FC236}">
                          <a16:creationId xmlns:a16="http://schemas.microsoft.com/office/drawing/2014/main" id="{06D9AC19-F729-4C91-8F3F-F4B67A184B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5" name="直線コネクタ 141394">
                      <a:extLst>
                        <a:ext uri="{FF2B5EF4-FFF2-40B4-BE49-F238E27FC236}">
                          <a16:creationId xmlns:a16="http://schemas.microsoft.com/office/drawing/2014/main" id="{4BC71CFB-CAD6-4323-9FE3-76E80316E3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6" name="直線コネクタ 141395">
                      <a:extLst>
                        <a:ext uri="{FF2B5EF4-FFF2-40B4-BE49-F238E27FC236}">
                          <a16:creationId xmlns:a16="http://schemas.microsoft.com/office/drawing/2014/main" id="{8F583BE7-BE13-43F9-A862-535D950587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7" name="直線コネクタ 141396">
                      <a:extLst>
                        <a:ext uri="{FF2B5EF4-FFF2-40B4-BE49-F238E27FC236}">
                          <a16:creationId xmlns:a16="http://schemas.microsoft.com/office/drawing/2014/main" id="{1B32591F-E008-440C-9A95-2FDA8854B3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8" name="直線コネクタ 141397">
                      <a:extLst>
                        <a:ext uri="{FF2B5EF4-FFF2-40B4-BE49-F238E27FC236}">
                          <a16:creationId xmlns:a16="http://schemas.microsoft.com/office/drawing/2014/main" id="{69E7A996-8B59-4E54-B54E-BB08C809F8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99" name="直線コネクタ 141398">
                      <a:extLst>
                        <a:ext uri="{FF2B5EF4-FFF2-40B4-BE49-F238E27FC236}">
                          <a16:creationId xmlns:a16="http://schemas.microsoft.com/office/drawing/2014/main" id="{BA64084B-5A05-4BE9-B0C8-31BE941D47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0" name="直線コネクタ 141399">
                      <a:extLst>
                        <a:ext uri="{FF2B5EF4-FFF2-40B4-BE49-F238E27FC236}">
                          <a16:creationId xmlns:a16="http://schemas.microsoft.com/office/drawing/2014/main" id="{B7158D3F-A15D-4693-9675-59937C5EA1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1" name="直線コネクタ 141400">
                      <a:extLst>
                        <a:ext uri="{FF2B5EF4-FFF2-40B4-BE49-F238E27FC236}">
                          <a16:creationId xmlns:a16="http://schemas.microsoft.com/office/drawing/2014/main" id="{5B7AC255-322E-4CA9-8C3D-9AA8C7EF18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2" name="直線コネクタ 141401">
                      <a:extLst>
                        <a:ext uri="{FF2B5EF4-FFF2-40B4-BE49-F238E27FC236}">
                          <a16:creationId xmlns:a16="http://schemas.microsoft.com/office/drawing/2014/main" id="{034B2891-DD71-4E9E-BD87-FADDA05BD5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3" name="直線コネクタ 141402">
                      <a:extLst>
                        <a:ext uri="{FF2B5EF4-FFF2-40B4-BE49-F238E27FC236}">
                          <a16:creationId xmlns:a16="http://schemas.microsoft.com/office/drawing/2014/main" id="{5CF67E8D-BF1C-495C-ADFE-C01488D0FC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4" name="直線コネクタ 141403">
                      <a:extLst>
                        <a:ext uri="{FF2B5EF4-FFF2-40B4-BE49-F238E27FC236}">
                          <a16:creationId xmlns:a16="http://schemas.microsoft.com/office/drawing/2014/main" id="{E54797A9-5425-40AB-991E-8EF3C6EF50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5" name="直線コネクタ 141404">
                      <a:extLst>
                        <a:ext uri="{FF2B5EF4-FFF2-40B4-BE49-F238E27FC236}">
                          <a16:creationId xmlns:a16="http://schemas.microsoft.com/office/drawing/2014/main" id="{7E641D73-240A-494C-AF35-3A74F094A6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6" name="直線コネクタ 141405">
                      <a:extLst>
                        <a:ext uri="{FF2B5EF4-FFF2-40B4-BE49-F238E27FC236}">
                          <a16:creationId xmlns:a16="http://schemas.microsoft.com/office/drawing/2014/main" id="{6C5CFD2D-5E35-4A09-8410-30C4C4D2CB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7" name="直線コネクタ 141406">
                      <a:extLst>
                        <a:ext uri="{FF2B5EF4-FFF2-40B4-BE49-F238E27FC236}">
                          <a16:creationId xmlns:a16="http://schemas.microsoft.com/office/drawing/2014/main" id="{6130BD9C-D658-4F4D-88BB-E2FD29F444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8" name="直線コネクタ 141407">
                      <a:extLst>
                        <a:ext uri="{FF2B5EF4-FFF2-40B4-BE49-F238E27FC236}">
                          <a16:creationId xmlns:a16="http://schemas.microsoft.com/office/drawing/2014/main" id="{32DFC22A-C7AF-45E5-BFD9-DA9237F2E3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09" name="直線コネクタ 141408">
                      <a:extLst>
                        <a:ext uri="{FF2B5EF4-FFF2-40B4-BE49-F238E27FC236}">
                          <a16:creationId xmlns:a16="http://schemas.microsoft.com/office/drawing/2014/main" id="{26E98EF3-1C92-42E8-B37C-9BD53142C3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0" name="直線コネクタ 141409">
                      <a:extLst>
                        <a:ext uri="{FF2B5EF4-FFF2-40B4-BE49-F238E27FC236}">
                          <a16:creationId xmlns:a16="http://schemas.microsoft.com/office/drawing/2014/main" id="{D09FFF6F-6959-4A28-BEC3-83CB671C15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1" name="直線コネクタ 141410">
                      <a:extLst>
                        <a:ext uri="{FF2B5EF4-FFF2-40B4-BE49-F238E27FC236}">
                          <a16:creationId xmlns:a16="http://schemas.microsoft.com/office/drawing/2014/main" id="{8CA1529A-2B7D-4E00-B8EE-7794502635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2" name="直線コネクタ 141411">
                      <a:extLst>
                        <a:ext uri="{FF2B5EF4-FFF2-40B4-BE49-F238E27FC236}">
                          <a16:creationId xmlns:a16="http://schemas.microsoft.com/office/drawing/2014/main" id="{09C1CCCF-57ED-4601-AC43-CB4FB4E9C9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3" name="直線コネクタ 141412">
                      <a:extLst>
                        <a:ext uri="{FF2B5EF4-FFF2-40B4-BE49-F238E27FC236}">
                          <a16:creationId xmlns:a16="http://schemas.microsoft.com/office/drawing/2014/main" id="{E8A20D12-60C8-4E20-858E-5142C74235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414" name="直線コネクタ 141413">
                      <a:extLst>
                        <a:ext uri="{FF2B5EF4-FFF2-40B4-BE49-F238E27FC236}">
                          <a16:creationId xmlns:a16="http://schemas.microsoft.com/office/drawing/2014/main" id="{DBCDB1D5-771C-4E8A-B1FF-7DF8B002CE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5" name="グループ化 140854">
                    <a:extLst>
                      <a:ext uri="{FF2B5EF4-FFF2-40B4-BE49-F238E27FC236}">
                        <a16:creationId xmlns:a16="http://schemas.microsoft.com/office/drawing/2014/main" id="{284BBA67-5725-4628-9806-84410ED56992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919281" y="356544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41292" name="直線コネクタ 141291">
                      <a:extLst>
                        <a:ext uri="{FF2B5EF4-FFF2-40B4-BE49-F238E27FC236}">
                          <a16:creationId xmlns:a16="http://schemas.microsoft.com/office/drawing/2014/main" id="{0F9E0712-B0D6-42A4-8B70-D0176EA980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3" name="直線コネクタ 141292">
                      <a:extLst>
                        <a:ext uri="{FF2B5EF4-FFF2-40B4-BE49-F238E27FC236}">
                          <a16:creationId xmlns:a16="http://schemas.microsoft.com/office/drawing/2014/main" id="{CA4DD13C-4315-469C-9D3E-6E8C263BEC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4" name="直線コネクタ 141293">
                      <a:extLst>
                        <a:ext uri="{FF2B5EF4-FFF2-40B4-BE49-F238E27FC236}">
                          <a16:creationId xmlns:a16="http://schemas.microsoft.com/office/drawing/2014/main" id="{7A28B68B-BF1C-4F63-8155-6900729E18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5" name="直線コネクタ 141294">
                      <a:extLst>
                        <a:ext uri="{FF2B5EF4-FFF2-40B4-BE49-F238E27FC236}">
                          <a16:creationId xmlns:a16="http://schemas.microsoft.com/office/drawing/2014/main" id="{43769061-78B3-4463-9C9C-A48ABCF5BF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6" name="直線コネクタ 141295">
                      <a:extLst>
                        <a:ext uri="{FF2B5EF4-FFF2-40B4-BE49-F238E27FC236}">
                          <a16:creationId xmlns:a16="http://schemas.microsoft.com/office/drawing/2014/main" id="{E9D2D5A4-6B38-4104-A2AC-F375CFC964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7" name="直線コネクタ 141296">
                      <a:extLst>
                        <a:ext uri="{FF2B5EF4-FFF2-40B4-BE49-F238E27FC236}">
                          <a16:creationId xmlns:a16="http://schemas.microsoft.com/office/drawing/2014/main" id="{63AF9B03-6412-4DD3-93D3-51C6C016CA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8" name="直線コネクタ 141297">
                      <a:extLst>
                        <a:ext uri="{FF2B5EF4-FFF2-40B4-BE49-F238E27FC236}">
                          <a16:creationId xmlns:a16="http://schemas.microsoft.com/office/drawing/2014/main" id="{05143C2A-7899-4666-B776-F27D8D0E49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9" name="直線コネクタ 141298">
                      <a:extLst>
                        <a:ext uri="{FF2B5EF4-FFF2-40B4-BE49-F238E27FC236}">
                          <a16:creationId xmlns:a16="http://schemas.microsoft.com/office/drawing/2014/main" id="{25713179-244D-467A-A23A-85113F8829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0" name="直線コネクタ 141299">
                      <a:extLst>
                        <a:ext uri="{FF2B5EF4-FFF2-40B4-BE49-F238E27FC236}">
                          <a16:creationId xmlns:a16="http://schemas.microsoft.com/office/drawing/2014/main" id="{F415ED55-7D03-4682-B9CB-4C3F5586B9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1" name="直線コネクタ 141300">
                      <a:extLst>
                        <a:ext uri="{FF2B5EF4-FFF2-40B4-BE49-F238E27FC236}">
                          <a16:creationId xmlns:a16="http://schemas.microsoft.com/office/drawing/2014/main" id="{9BE8AFA1-86A8-4CCA-A6DF-2A58D8EFAF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2" name="直線コネクタ 141301">
                      <a:extLst>
                        <a:ext uri="{FF2B5EF4-FFF2-40B4-BE49-F238E27FC236}">
                          <a16:creationId xmlns:a16="http://schemas.microsoft.com/office/drawing/2014/main" id="{621DF61E-E8EC-446B-98F4-5348D09657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3" name="直線コネクタ 141302">
                      <a:extLst>
                        <a:ext uri="{FF2B5EF4-FFF2-40B4-BE49-F238E27FC236}">
                          <a16:creationId xmlns:a16="http://schemas.microsoft.com/office/drawing/2014/main" id="{7C66FD76-37F9-4BEB-B9C0-CA1DB63DA8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4" name="直線コネクタ 141303">
                      <a:extLst>
                        <a:ext uri="{FF2B5EF4-FFF2-40B4-BE49-F238E27FC236}">
                          <a16:creationId xmlns:a16="http://schemas.microsoft.com/office/drawing/2014/main" id="{1A3A9A8A-1C81-4698-BD5D-725E15AF1E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5" name="直線コネクタ 141304">
                      <a:extLst>
                        <a:ext uri="{FF2B5EF4-FFF2-40B4-BE49-F238E27FC236}">
                          <a16:creationId xmlns:a16="http://schemas.microsoft.com/office/drawing/2014/main" id="{A863B1C9-925A-4B89-8E2F-AF15583B3C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6" name="直線コネクタ 141305">
                      <a:extLst>
                        <a:ext uri="{FF2B5EF4-FFF2-40B4-BE49-F238E27FC236}">
                          <a16:creationId xmlns:a16="http://schemas.microsoft.com/office/drawing/2014/main" id="{6E4D0E9D-0C05-4BC6-B5D4-C7C6FEF91F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7" name="直線コネクタ 141306">
                      <a:extLst>
                        <a:ext uri="{FF2B5EF4-FFF2-40B4-BE49-F238E27FC236}">
                          <a16:creationId xmlns:a16="http://schemas.microsoft.com/office/drawing/2014/main" id="{4A13227A-7017-424C-82DF-F502D4DC0F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8" name="直線コネクタ 141307">
                      <a:extLst>
                        <a:ext uri="{FF2B5EF4-FFF2-40B4-BE49-F238E27FC236}">
                          <a16:creationId xmlns:a16="http://schemas.microsoft.com/office/drawing/2014/main" id="{02D87EC5-B2C9-48E9-B9FE-773B257D6B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09" name="直線コネクタ 141308">
                      <a:extLst>
                        <a:ext uri="{FF2B5EF4-FFF2-40B4-BE49-F238E27FC236}">
                          <a16:creationId xmlns:a16="http://schemas.microsoft.com/office/drawing/2014/main" id="{EC9D4285-CEC6-4408-ADE1-2F691F76C4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0" name="直線コネクタ 141309">
                      <a:extLst>
                        <a:ext uri="{FF2B5EF4-FFF2-40B4-BE49-F238E27FC236}">
                          <a16:creationId xmlns:a16="http://schemas.microsoft.com/office/drawing/2014/main" id="{2A58283D-FC40-49D7-8EBC-2EAF151F40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1" name="直線コネクタ 141310">
                      <a:extLst>
                        <a:ext uri="{FF2B5EF4-FFF2-40B4-BE49-F238E27FC236}">
                          <a16:creationId xmlns:a16="http://schemas.microsoft.com/office/drawing/2014/main" id="{B7BA2BF7-BFDE-4204-9AD7-9E1C0D00D5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2" name="直線コネクタ 141311">
                      <a:extLst>
                        <a:ext uri="{FF2B5EF4-FFF2-40B4-BE49-F238E27FC236}">
                          <a16:creationId xmlns:a16="http://schemas.microsoft.com/office/drawing/2014/main" id="{435511C8-9461-4843-803F-E475BB8E26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3" name="直線コネクタ 141312">
                      <a:extLst>
                        <a:ext uri="{FF2B5EF4-FFF2-40B4-BE49-F238E27FC236}">
                          <a16:creationId xmlns:a16="http://schemas.microsoft.com/office/drawing/2014/main" id="{F9A85DA6-872B-4AA2-A1F3-93A097F287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4" name="直線コネクタ 141313">
                      <a:extLst>
                        <a:ext uri="{FF2B5EF4-FFF2-40B4-BE49-F238E27FC236}">
                          <a16:creationId xmlns:a16="http://schemas.microsoft.com/office/drawing/2014/main" id="{D6932DCA-25C6-4044-B622-9FE8E5CD12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5" name="直線コネクタ 141314">
                      <a:extLst>
                        <a:ext uri="{FF2B5EF4-FFF2-40B4-BE49-F238E27FC236}">
                          <a16:creationId xmlns:a16="http://schemas.microsoft.com/office/drawing/2014/main" id="{E0C78A91-B4AB-427B-9F3E-523C6F5409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6" name="直線コネクタ 141315">
                      <a:extLst>
                        <a:ext uri="{FF2B5EF4-FFF2-40B4-BE49-F238E27FC236}">
                          <a16:creationId xmlns:a16="http://schemas.microsoft.com/office/drawing/2014/main" id="{0ABBA1D7-74F2-4C85-8CA2-526DFF6DA1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7" name="直線コネクタ 141316">
                      <a:extLst>
                        <a:ext uri="{FF2B5EF4-FFF2-40B4-BE49-F238E27FC236}">
                          <a16:creationId xmlns:a16="http://schemas.microsoft.com/office/drawing/2014/main" id="{6AB0BAA1-1D65-47A2-AEEE-671867A574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8" name="直線コネクタ 141317">
                      <a:extLst>
                        <a:ext uri="{FF2B5EF4-FFF2-40B4-BE49-F238E27FC236}">
                          <a16:creationId xmlns:a16="http://schemas.microsoft.com/office/drawing/2014/main" id="{F0DD404A-7B78-477F-BDBB-3866A5BB2B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19" name="直線コネクタ 141318">
                      <a:extLst>
                        <a:ext uri="{FF2B5EF4-FFF2-40B4-BE49-F238E27FC236}">
                          <a16:creationId xmlns:a16="http://schemas.microsoft.com/office/drawing/2014/main" id="{78100B6C-2242-4B2E-A095-EBE61BB9D6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0" name="直線コネクタ 141319">
                      <a:extLst>
                        <a:ext uri="{FF2B5EF4-FFF2-40B4-BE49-F238E27FC236}">
                          <a16:creationId xmlns:a16="http://schemas.microsoft.com/office/drawing/2014/main" id="{7F990FF5-CD73-4B22-B70E-0ABD3D292A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1" name="直線コネクタ 141320">
                      <a:extLst>
                        <a:ext uri="{FF2B5EF4-FFF2-40B4-BE49-F238E27FC236}">
                          <a16:creationId xmlns:a16="http://schemas.microsoft.com/office/drawing/2014/main" id="{330F4EA0-5E58-4B45-996E-756C29E32B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2" name="直線コネクタ 141321">
                      <a:extLst>
                        <a:ext uri="{FF2B5EF4-FFF2-40B4-BE49-F238E27FC236}">
                          <a16:creationId xmlns:a16="http://schemas.microsoft.com/office/drawing/2014/main" id="{3A4679F3-8947-4DE5-8B0A-28C60CD792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3" name="直線コネクタ 141322">
                      <a:extLst>
                        <a:ext uri="{FF2B5EF4-FFF2-40B4-BE49-F238E27FC236}">
                          <a16:creationId xmlns:a16="http://schemas.microsoft.com/office/drawing/2014/main" id="{083BF00F-E47D-4592-A602-127470B601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4" name="直線コネクタ 141323">
                      <a:extLst>
                        <a:ext uri="{FF2B5EF4-FFF2-40B4-BE49-F238E27FC236}">
                          <a16:creationId xmlns:a16="http://schemas.microsoft.com/office/drawing/2014/main" id="{E237A194-CC8E-4B46-A6BF-FC483AC7A2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5" name="直線コネクタ 141324">
                      <a:extLst>
                        <a:ext uri="{FF2B5EF4-FFF2-40B4-BE49-F238E27FC236}">
                          <a16:creationId xmlns:a16="http://schemas.microsoft.com/office/drawing/2014/main" id="{F57AD6C5-BBC5-4B37-B8B9-311F7AB0C4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6" name="直線コネクタ 141325">
                      <a:extLst>
                        <a:ext uri="{FF2B5EF4-FFF2-40B4-BE49-F238E27FC236}">
                          <a16:creationId xmlns:a16="http://schemas.microsoft.com/office/drawing/2014/main" id="{62A25AF5-2832-43AB-9B98-11C73046A4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7" name="直線コネクタ 141326">
                      <a:extLst>
                        <a:ext uri="{FF2B5EF4-FFF2-40B4-BE49-F238E27FC236}">
                          <a16:creationId xmlns:a16="http://schemas.microsoft.com/office/drawing/2014/main" id="{159FD8D7-0B8F-4AE7-90F5-8B8FE55DAB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8" name="直線コネクタ 141327">
                      <a:extLst>
                        <a:ext uri="{FF2B5EF4-FFF2-40B4-BE49-F238E27FC236}">
                          <a16:creationId xmlns:a16="http://schemas.microsoft.com/office/drawing/2014/main" id="{EF5DDEAB-5F39-4E6E-AF7C-396AB14448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29" name="直線コネクタ 141328">
                      <a:extLst>
                        <a:ext uri="{FF2B5EF4-FFF2-40B4-BE49-F238E27FC236}">
                          <a16:creationId xmlns:a16="http://schemas.microsoft.com/office/drawing/2014/main" id="{99E3CD45-9AC8-45BB-882F-FA34C14143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0" name="直線コネクタ 141329">
                      <a:extLst>
                        <a:ext uri="{FF2B5EF4-FFF2-40B4-BE49-F238E27FC236}">
                          <a16:creationId xmlns:a16="http://schemas.microsoft.com/office/drawing/2014/main" id="{153D8C5F-A05C-4047-A278-2340F2373D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1" name="直線コネクタ 141330">
                      <a:extLst>
                        <a:ext uri="{FF2B5EF4-FFF2-40B4-BE49-F238E27FC236}">
                          <a16:creationId xmlns:a16="http://schemas.microsoft.com/office/drawing/2014/main" id="{FAFEFBD7-C32F-4FD0-BF91-1DB5DC2B24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2" name="直線コネクタ 141331">
                      <a:extLst>
                        <a:ext uri="{FF2B5EF4-FFF2-40B4-BE49-F238E27FC236}">
                          <a16:creationId xmlns:a16="http://schemas.microsoft.com/office/drawing/2014/main" id="{17F3F8C4-C027-4554-BB5B-6B38FEA347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3" name="直線コネクタ 141332">
                      <a:extLst>
                        <a:ext uri="{FF2B5EF4-FFF2-40B4-BE49-F238E27FC236}">
                          <a16:creationId xmlns:a16="http://schemas.microsoft.com/office/drawing/2014/main" id="{15921FF2-D722-44A8-B663-F46BC4CB05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4" name="直線コネクタ 141333">
                      <a:extLst>
                        <a:ext uri="{FF2B5EF4-FFF2-40B4-BE49-F238E27FC236}">
                          <a16:creationId xmlns:a16="http://schemas.microsoft.com/office/drawing/2014/main" id="{12E8FEBC-64A3-4AF7-AF60-C3FAB677E1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5" name="直線コネクタ 141334">
                      <a:extLst>
                        <a:ext uri="{FF2B5EF4-FFF2-40B4-BE49-F238E27FC236}">
                          <a16:creationId xmlns:a16="http://schemas.microsoft.com/office/drawing/2014/main" id="{157C59BD-A69B-4A95-9349-766FCF5992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6" name="直線コネクタ 141335">
                      <a:extLst>
                        <a:ext uri="{FF2B5EF4-FFF2-40B4-BE49-F238E27FC236}">
                          <a16:creationId xmlns:a16="http://schemas.microsoft.com/office/drawing/2014/main" id="{71FB3FDE-D82D-417A-8C33-7000945C21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7" name="直線コネクタ 141336">
                      <a:extLst>
                        <a:ext uri="{FF2B5EF4-FFF2-40B4-BE49-F238E27FC236}">
                          <a16:creationId xmlns:a16="http://schemas.microsoft.com/office/drawing/2014/main" id="{EB1D9264-5D1A-464B-9BF0-B3F2D09B6F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8" name="直線コネクタ 141337">
                      <a:extLst>
                        <a:ext uri="{FF2B5EF4-FFF2-40B4-BE49-F238E27FC236}">
                          <a16:creationId xmlns:a16="http://schemas.microsoft.com/office/drawing/2014/main" id="{697CF3DF-48E0-4E13-9293-B8A92BD187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39" name="直線コネクタ 141338">
                      <a:extLst>
                        <a:ext uri="{FF2B5EF4-FFF2-40B4-BE49-F238E27FC236}">
                          <a16:creationId xmlns:a16="http://schemas.microsoft.com/office/drawing/2014/main" id="{D8501D76-14A5-4AD7-A3A2-24E3139D54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0" name="直線コネクタ 141339">
                      <a:extLst>
                        <a:ext uri="{FF2B5EF4-FFF2-40B4-BE49-F238E27FC236}">
                          <a16:creationId xmlns:a16="http://schemas.microsoft.com/office/drawing/2014/main" id="{33308F18-EE8B-4175-8936-77F1468215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1" name="直線コネクタ 141340">
                      <a:extLst>
                        <a:ext uri="{FF2B5EF4-FFF2-40B4-BE49-F238E27FC236}">
                          <a16:creationId xmlns:a16="http://schemas.microsoft.com/office/drawing/2014/main" id="{94B77668-BB97-420F-88A2-4B6554F7CF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2" name="直線コネクタ 141341">
                      <a:extLst>
                        <a:ext uri="{FF2B5EF4-FFF2-40B4-BE49-F238E27FC236}">
                          <a16:creationId xmlns:a16="http://schemas.microsoft.com/office/drawing/2014/main" id="{41AA5219-AE90-45DD-9DEE-225C5B849D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3" name="直線コネクタ 141342">
                      <a:extLst>
                        <a:ext uri="{FF2B5EF4-FFF2-40B4-BE49-F238E27FC236}">
                          <a16:creationId xmlns:a16="http://schemas.microsoft.com/office/drawing/2014/main" id="{37C06053-6CF7-42A4-990A-04291BF439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4" name="直線コネクタ 141343">
                      <a:extLst>
                        <a:ext uri="{FF2B5EF4-FFF2-40B4-BE49-F238E27FC236}">
                          <a16:creationId xmlns:a16="http://schemas.microsoft.com/office/drawing/2014/main" id="{283D733E-4F1D-4D53-8295-3884440A26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5" name="直線コネクタ 141344">
                      <a:extLst>
                        <a:ext uri="{FF2B5EF4-FFF2-40B4-BE49-F238E27FC236}">
                          <a16:creationId xmlns:a16="http://schemas.microsoft.com/office/drawing/2014/main" id="{D88EFDB8-9180-4954-B3BE-AB9B775420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6" name="直線コネクタ 141345">
                      <a:extLst>
                        <a:ext uri="{FF2B5EF4-FFF2-40B4-BE49-F238E27FC236}">
                          <a16:creationId xmlns:a16="http://schemas.microsoft.com/office/drawing/2014/main" id="{D589A8DD-3A68-4D64-8380-FA87FE61D7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7" name="直線コネクタ 141346">
                      <a:extLst>
                        <a:ext uri="{FF2B5EF4-FFF2-40B4-BE49-F238E27FC236}">
                          <a16:creationId xmlns:a16="http://schemas.microsoft.com/office/drawing/2014/main" id="{46AF9B17-4034-4478-991C-2440A7C027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8" name="直線コネクタ 141347">
                      <a:extLst>
                        <a:ext uri="{FF2B5EF4-FFF2-40B4-BE49-F238E27FC236}">
                          <a16:creationId xmlns:a16="http://schemas.microsoft.com/office/drawing/2014/main" id="{17860225-B2D6-47E6-87A4-24E967A79C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49" name="直線コネクタ 141348">
                      <a:extLst>
                        <a:ext uri="{FF2B5EF4-FFF2-40B4-BE49-F238E27FC236}">
                          <a16:creationId xmlns:a16="http://schemas.microsoft.com/office/drawing/2014/main" id="{40DBBEAF-DA4A-4FE4-8395-7B88EE64B4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0" name="直線コネクタ 141349">
                      <a:extLst>
                        <a:ext uri="{FF2B5EF4-FFF2-40B4-BE49-F238E27FC236}">
                          <a16:creationId xmlns:a16="http://schemas.microsoft.com/office/drawing/2014/main" id="{B2C07910-4E56-4FB4-BCA9-C5EBD545A8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1" name="直線コネクタ 141350">
                      <a:extLst>
                        <a:ext uri="{FF2B5EF4-FFF2-40B4-BE49-F238E27FC236}">
                          <a16:creationId xmlns:a16="http://schemas.microsoft.com/office/drawing/2014/main" id="{0367FEC9-A591-4A4F-8038-E1BBD32B2A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2" name="直線コネクタ 141351">
                      <a:extLst>
                        <a:ext uri="{FF2B5EF4-FFF2-40B4-BE49-F238E27FC236}">
                          <a16:creationId xmlns:a16="http://schemas.microsoft.com/office/drawing/2014/main" id="{154A0160-7009-4354-BFCF-D5B8D0C01A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3" name="直線コネクタ 141352">
                      <a:extLst>
                        <a:ext uri="{FF2B5EF4-FFF2-40B4-BE49-F238E27FC236}">
                          <a16:creationId xmlns:a16="http://schemas.microsoft.com/office/drawing/2014/main" id="{C29E32AE-D8CD-4AFD-A909-C30457936F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354" name="直線コネクタ 141353">
                      <a:extLst>
                        <a:ext uri="{FF2B5EF4-FFF2-40B4-BE49-F238E27FC236}">
                          <a16:creationId xmlns:a16="http://schemas.microsoft.com/office/drawing/2014/main" id="{45F0AFEC-0340-4572-8B6E-468B4A050B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6" name="グループ化 140855">
                    <a:extLst>
                      <a:ext uri="{FF2B5EF4-FFF2-40B4-BE49-F238E27FC236}">
                        <a16:creationId xmlns:a16="http://schemas.microsoft.com/office/drawing/2014/main" id="{9F55887F-4841-4D3F-8445-3986E0BA3262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233060" y="364962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41232" name="直線コネクタ 141231">
                      <a:extLst>
                        <a:ext uri="{FF2B5EF4-FFF2-40B4-BE49-F238E27FC236}">
                          <a16:creationId xmlns:a16="http://schemas.microsoft.com/office/drawing/2014/main" id="{5DB6B613-38F1-452B-ABDD-54F5C3D625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3" name="直線コネクタ 141232">
                      <a:extLst>
                        <a:ext uri="{FF2B5EF4-FFF2-40B4-BE49-F238E27FC236}">
                          <a16:creationId xmlns:a16="http://schemas.microsoft.com/office/drawing/2014/main" id="{67D82A46-1280-4460-98F4-3153213D9B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4" name="直線コネクタ 141233">
                      <a:extLst>
                        <a:ext uri="{FF2B5EF4-FFF2-40B4-BE49-F238E27FC236}">
                          <a16:creationId xmlns:a16="http://schemas.microsoft.com/office/drawing/2014/main" id="{D4F91DCB-4814-4D94-BFA6-B2ACE2A9D8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5" name="直線コネクタ 141234">
                      <a:extLst>
                        <a:ext uri="{FF2B5EF4-FFF2-40B4-BE49-F238E27FC236}">
                          <a16:creationId xmlns:a16="http://schemas.microsoft.com/office/drawing/2014/main" id="{444A415F-C20A-4D80-A70B-B265354B13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6" name="直線コネクタ 141235">
                      <a:extLst>
                        <a:ext uri="{FF2B5EF4-FFF2-40B4-BE49-F238E27FC236}">
                          <a16:creationId xmlns:a16="http://schemas.microsoft.com/office/drawing/2014/main" id="{65B9104B-929D-4E6E-8252-F40689B6E7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7" name="直線コネクタ 141236">
                      <a:extLst>
                        <a:ext uri="{FF2B5EF4-FFF2-40B4-BE49-F238E27FC236}">
                          <a16:creationId xmlns:a16="http://schemas.microsoft.com/office/drawing/2014/main" id="{29B12024-7B00-44D6-8A24-093F0A8800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8" name="直線コネクタ 141237">
                      <a:extLst>
                        <a:ext uri="{FF2B5EF4-FFF2-40B4-BE49-F238E27FC236}">
                          <a16:creationId xmlns:a16="http://schemas.microsoft.com/office/drawing/2014/main" id="{400FAD2D-7B42-4266-AC60-4F824CCFA2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9" name="直線コネクタ 141238">
                      <a:extLst>
                        <a:ext uri="{FF2B5EF4-FFF2-40B4-BE49-F238E27FC236}">
                          <a16:creationId xmlns:a16="http://schemas.microsoft.com/office/drawing/2014/main" id="{63ECE9BD-FB38-41CB-8F25-87C1B7C506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0" name="直線コネクタ 141239">
                      <a:extLst>
                        <a:ext uri="{FF2B5EF4-FFF2-40B4-BE49-F238E27FC236}">
                          <a16:creationId xmlns:a16="http://schemas.microsoft.com/office/drawing/2014/main" id="{C7DF9D74-09DB-4B72-BDBF-736AA436167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1" name="直線コネクタ 141240">
                      <a:extLst>
                        <a:ext uri="{FF2B5EF4-FFF2-40B4-BE49-F238E27FC236}">
                          <a16:creationId xmlns:a16="http://schemas.microsoft.com/office/drawing/2014/main" id="{1E74B621-897D-4C0D-9BA2-17CB001BFB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2" name="直線コネクタ 141241">
                      <a:extLst>
                        <a:ext uri="{FF2B5EF4-FFF2-40B4-BE49-F238E27FC236}">
                          <a16:creationId xmlns:a16="http://schemas.microsoft.com/office/drawing/2014/main" id="{B6824C2D-2A1C-4E6C-8BDB-85DDACE1A4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3" name="直線コネクタ 141242">
                      <a:extLst>
                        <a:ext uri="{FF2B5EF4-FFF2-40B4-BE49-F238E27FC236}">
                          <a16:creationId xmlns:a16="http://schemas.microsoft.com/office/drawing/2014/main" id="{04BB2734-D8D8-465B-AE84-D5CD4EEA19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4" name="直線コネクタ 141243">
                      <a:extLst>
                        <a:ext uri="{FF2B5EF4-FFF2-40B4-BE49-F238E27FC236}">
                          <a16:creationId xmlns:a16="http://schemas.microsoft.com/office/drawing/2014/main" id="{FDE44B8D-23E4-454A-8278-9F09EB9421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5" name="直線コネクタ 141244">
                      <a:extLst>
                        <a:ext uri="{FF2B5EF4-FFF2-40B4-BE49-F238E27FC236}">
                          <a16:creationId xmlns:a16="http://schemas.microsoft.com/office/drawing/2014/main" id="{0234CE7B-9BF9-4B17-874A-6274287860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6" name="直線コネクタ 141245">
                      <a:extLst>
                        <a:ext uri="{FF2B5EF4-FFF2-40B4-BE49-F238E27FC236}">
                          <a16:creationId xmlns:a16="http://schemas.microsoft.com/office/drawing/2014/main" id="{F233A1C5-FD6B-41B7-9D6C-80DF5DF78C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7" name="直線コネクタ 141246">
                      <a:extLst>
                        <a:ext uri="{FF2B5EF4-FFF2-40B4-BE49-F238E27FC236}">
                          <a16:creationId xmlns:a16="http://schemas.microsoft.com/office/drawing/2014/main" id="{9C844E44-37EA-42C0-A482-23C8EA969D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8" name="直線コネクタ 141247">
                      <a:extLst>
                        <a:ext uri="{FF2B5EF4-FFF2-40B4-BE49-F238E27FC236}">
                          <a16:creationId xmlns:a16="http://schemas.microsoft.com/office/drawing/2014/main" id="{D5400F29-4D43-4561-BBDE-D858EA0FC6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49" name="直線コネクタ 141248">
                      <a:extLst>
                        <a:ext uri="{FF2B5EF4-FFF2-40B4-BE49-F238E27FC236}">
                          <a16:creationId xmlns:a16="http://schemas.microsoft.com/office/drawing/2014/main" id="{ED053E24-93B6-420A-90A4-27258F846B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0" name="直線コネクタ 141249">
                      <a:extLst>
                        <a:ext uri="{FF2B5EF4-FFF2-40B4-BE49-F238E27FC236}">
                          <a16:creationId xmlns:a16="http://schemas.microsoft.com/office/drawing/2014/main" id="{B453780A-2C65-4C47-B948-5D0C0C507E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1" name="直線コネクタ 141250">
                      <a:extLst>
                        <a:ext uri="{FF2B5EF4-FFF2-40B4-BE49-F238E27FC236}">
                          <a16:creationId xmlns:a16="http://schemas.microsoft.com/office/drawing/2014/main" id="{868D2899-797F-4F21-89F2-9F9EEEC649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2" name="直線コネクタ 141251">
                      <a:extLst>
                        <a:ext uri="{FF2B5EF4-FFF2-40B4-BE49-F238E27FC236}">
                          <a16:creationId xmlns:a16="http://schemas.microsoft.com/office/drawing/2014/main" id="{5552AE2A-A565-427A-ACB9-B46052487D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3" name="直線コネクタ 141252">
                      <a:extLst>
                        <a:ext uri="{FF2B5EF4-FFF2-40B4-BE49-F238E27FC236}">
                          <a16:creationId xmlns:a16="http://schemas.microsoft.com/office/drawing/2014/main" id="{41E656A3-2653-4581-BB93-B08389B5F3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4" name="直線コネクタ 141253">
                      <a:extLst>
                        <a:ext uri="{FF2B5EF4-FFF2-40B4-BE49-F238E27FC236}">
                          <a16:creationId xmlns:a16="http://schemas.microsoft.com/office/drawing/2014/main" id="{0F846961-D6AC-4224-9973-D4E9EE7B1E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5" name="直線コネクタ 141254">
                      <a:extLst>
                        <a:ext uri="{FF2B5EF4-FFF2-40B4-BE49-F238E27FC236}">
                          <a16:creationId xmlns:a16="http://schemas.microsoft.com/office/drawing/2014/main" id="{4C31B45D-882A-43E7-922C-4E48D35725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6" name="直線コネクタ 141255">
                      <a:extLst>
                        <a:ext uri="{FF2B5EF4-FFF2-40B4-BE49-F238E27FC236}">
                          <a16:creationId xmlns:a16="http://schemas.microsoft.com/office/drawing/2014/main" id="{5B55287B-5DF6-4E79-B6FA-689A4620F2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7" name="直線コネクタ 141256">
                      <a:extLst>
                        <a:ext uri="{FF2B5EF4-FFF2-40B4-BE49-F238E27FC236}">
                          <a16:creationId xmlns:a16="http://schemas.microsoft.com/office/drawing/2014/main" id="{6ED17562-43DA-4AD9-90E5-6AB851EA77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8" name="直線コネクタ 141257">
                      <a:extLst>
                        <a:ext uri="{FF2B5EF4-FFF2-40B4-BE49-F238E27FC236}">
                          <a16:creationId xmlns:a16="http://schemas.microsoft.com/office/drawing/2014/main" id="{E354A50C-CDAE-4045-8F5E-B9E672DC80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59" name="直線コネクタ 141258">
                      <a:extLst>
                        <a:ext uri="{FF2B5EF4-FFF2-40B4-BE49-F238E27FC236}">
                          <a16:creationId xmlns:a16="http://schemas.microsoft.com/office/drawing/2014/main" id="{584AD4F1-AC90-4CAF-95C5-DBD192A8C8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0" name="直線コネクタ 141259">
                      <a:extLst>
                        <a:ext uri="{FF2B5EF4-FFF2-40B4-BE49-F238E27FC236}">
                          <a16:creationId xmlns:a16="http://schemas.microsoft.com/office/drawing/2014/main" id="{55F8956C-2E4C-4D58-A98A-F3F174A1BD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1" name="直線コネクタ 141260">
                      <a:extLst>
                        <a:ext uri="{FF2B5EF4-FFF2-40B4-BE49-F238E27FC236}">
                          <a16:creationId xmlns:a16="http://schemas.microsoft.com/office/drawing/2014/main" id="{E3154A14-F366-417F-B920-E7D6CF37DE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2" name="直線コネクタ 141261">
                      <a:extLst>
                        <a:ext uri="{FF2B5EF4-FFF2-40B4-BE49-F238E27FC236}">
                          <a16:creationId xmlns:a16="http://schemas.microsoft.com/office/drawing/2014/main" id="{AC9787BC-8AB1-4C90-ABAA-CE975C7533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3" name="直線コネクタ 141262">
                      <a:extLst>
                        <a:ext uri="{FF2B5EF4-FFF2-40B4-BE49-F238E27FC236}">
                          <a16:creationId xmlns:a16="http://schemas.microsoft.com/office/drawing/2014/main" id="{750F3B96-CA92-43B4-BF69-66392142E8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4" name="直線コネクタ 141263">
                      <a:extLst>
                        <a:ext uri="{FF2B5EF4-FFF2-40B4-BE49-F238E27FC236}">
                          <a16:creationId xmlns:a16="http://schemas.microsoft.com/office/drawing/2014/main" id="{2026CD7D-8296-4103-820F-A38B068A65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5" name="直線コネクタ 141264">
                      <a:extLst>
                        <a:ext uri="{FF2B5EF4-FFF2-40B4-BE49-F238E27FC236}">
                          <a16:creationId xmlns:a16="http://schemas.microsoft.com/office/drawing/2014/main" id="{C8C3933E-0146-4487-922F-E01810F53B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6" name="直線コネクタ 141265">
                      <a:extLst>
                        <a:ext uri="{FF2B5EF4-FFF2-40B4-BE49-F238E27FC236}">
                          <a16:creationId xmlns:a16="http://schemas.microsoft.com/office/drawing/2014/main" id="{3FFEC557-C23B-4469-BD37-E2236B8982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7" name="直線コネクタ 141266">
                      <a:extLst>
                        <a:ext uri="{FF2B5EF4-FFF2-40B4-BE49-F238E27FC236}">
                          <a16:creationId xmlns:a16="http://schemas.microsoft.com/office/drawing/2014/main" id="{2E282D23-C2F5-436A-9C58-2DEAADD571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8" name="直線コネクタ 141267">
                      <a:extLst>
                        <a:ext uri="{FF2B5EF4-FFF2-40B4-BE49-F238E27FC236}">
                          <a16:creationId xmlns:a16="http://schemas.microsoft.com/office/drawing/2014/main" id="{CC29FDA8-6B57-46F6-8BED-F9513247C0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69" name="直線コネクタ 141268">
                      <a:extLst>
                        <a:ext uri="{FF2B5EF4-FFF2-40B4-BE49-F238E27FC236}">
                          <a16:creationId xmlns:a16="http://schemas.microsoft.com/office/drawing/2014/main" id="{C38567FF-199D-4457-BA23-6A714CFB46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0" name="直線コネクタ 141269">
                      <a:extLst>
                        <a:ext uri="{FF2B5EF4-FFF2-40B4-BE49-F238E27FC236}">
                          <a16:creationId xmlns:a16="http://schemas.microsoft.com/office/drawing/2014/main" id="{91D7DF1E-4108-40FA-8F41-0F16DD31AF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1" name="直線コネクタ 141270">
                      <a:extLst>
                        <a:ext uri="{FF2B5EF4-FFF2-40B4-BE49-F238E27FC236}">
                          <a16:creationId xmlns:a16="http://schemas.microsoft.com/office/drawing/2014/main" id="{86E7873D-8512-4F95-9694-4173DDEDF4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2" name="直線コネクタ 141271">
                      <a:extLst>
                        <a:ext uri="{FF2B5EF4-FFF2-40B4-BE49-F238E27FC236}">
                          <a16:creationId xmlns:a16="http://schemas.microsoft.com/office/drawing/2014/main" id="{A71BDF6F-AE7E-4DC4-B604-84BD785ECD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3" name="直線コネクタ 141272">
                      <a:extLst>
                        <a:ext uri="{FF2B5EF4-FFF2-40B4-BE49-F238E27FC236}">
                          <a16:creationId xmlns:a16="http://schemas.microsoft.com/office/drawing/2014/main" id="{8C8CBD68-74F5-4010-BC90-E31B2C4ED7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4" name="直線コネクタ 141273">
                      <a:extLst>
                        <a:ext uri="{FF2B5EF4-FFF2-40B4-BE49-F238E27FC236}">
                          <a16:creationId xmlns:a16="http://schemas.microsoft.com/office/drawing/2014/main" id="{289756DF-6319-483E-8FCF-2D76BC36B5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5" name="直線コネクタ 141274">
                      <a:extLst>
                        <a:ext uri="{FF2B5EF4-FFF2-40B4-BE49-F238E27FC236}">
                          <a16:creationId xmlns:a16="http://schemas.microsoft.com/office/drawing/2014/main" id="{10B125CC-2EF6-460A-94A5-9512AE2462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6" name="直線コネクタ 141275">
                      <a:extLst>
                        <a:ext uri="{FF2B5EF4-FFF2-40B4-BE49-F238E27FC236}">
                          <a16:creationId xmlns:a16="http://schemas.microsoft.com/office/drawing/2014/main" id="{B3BF9CFE-E695-4B4A-9D4F-BECF3C47D1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7" name="直線コネクタ 141276">
                      <a:extLst>
                        <a:ext uri="{FF2B5EF4-FFF2-40B4-BE49-F238E27FC236}">
                          <a16:creationId xmlns:a16="http://schemas.microsoft.com/office/drawing/2014/main" id="{4EB8C487-137C-42AC-8352-6E7EB1A1B1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8" name="直線コネクタ 141277">
                      <a:extLst>
                        <a:ext uri="{FF2B5EF4-FFF2-40B4-BE49-F238E27FC236}">
                          <a16:creationId xmlns:a16="http://schemas.microsoft.com/office/drawing/2014/main" id="{4B4D7D3F-F9A2-4411-B497-91958D084F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79" name="直線コネクタ 141278">
                      <a:extLst>
                        <a:ext uri="{FF2B5EF4-FFF2-40B4-BE49-F238E27FC236}">
                          <a16:creationId xmlns:a16="http://schemas.microsoft.com/office/drawing/2014/main" id="{42C8D25D-487A-4B0D-AECB-2C2F1B5919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0" name="直線コネクタ 141279">
                      <a:extLst>
                        <a:ext uri="{FF2B5EF4-FFF2-40B4-BE49-F238E27FC236}">
                          <a16:creationId xmlns:a16="http://schemas.microsoft.com/office/drawing/2014/main" id="{4B6924B9-5037-4DFB-8543-DD4781AD20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1" name="直線コネクタ 141280">
                      <a:extLst>
                        <a:ext uri="{FF2B5EF4-FFF2-40B4-BE49-F238E27FC236}">
                          <a16:creationId xmlns:a16="http://schemas.microsoft.com/office/drawing/2014/main" id="{C77A09CC-22B8-4C64-805E-316C8BB594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2" name="直線コネクタ 141281">
                      <a:extLst>
                        <a:ext uri="{FF2B5EF4-FFF2-40B4-BE49-F238E27FC236}">
                          <a16:creationId xmlns:a16="http://schemas.microsoft.com/office/drawing/2014/main" id="{A5BCE218-1CFB-483E-A1EA-8CAB6EA59B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3" name="直線コネクタ 141282">
                      <a:extLst>
                        <a:ext uri="{FF2B5EF4-FFF2-40B4-BE49-F238E27FC236}">
                          <a16:creationId xmlns:a16="http://schemas.microsoft.com/office/drawing/2014/main" id="{B729DF69-FC5A-4C5B-9AA9-FCC60B68B1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4" name="直線コネクタ 141283">
                      <a:extLst>
                        <a:ext uri="{FF2B5EF4-FFF2-40B4-BE49-F238E27FC236}">
                          <a16:creationId xmlns:a16="http://schemas.microsoft.com/office/drawing/2014/main" id="{22475A84-03C3-4783-AF2D-B9C6397772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5" name="直線コネクタ 141284">
                      <a:extLst>
                        <a:ext uri="{FF2B5EF4-FFF2-40B4-BE49-F238E27FC236}">
                          <a16:creationId xmlns:a16="http://schemas.microsoft.com/office/drawing/2014/main" id="{4275ED31-96EA-4360-A984-B7C281813D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6" name="直線コネクタ 141285">
                      <a:extLst>
                        <a:ext uri="{FF2B5EF4-FFF2-40B4-BE49-F238E27FC236}">
                          <a16:creationId xmlns:a16="http://schemas.microsoft.com/office/drawing/2014/main" id="{D88B8796-5784-4AED-8288-92EAF23840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7" name="直線コネクタ 141286">
                      <a:extLst>
                        <a:ext uri="{FF2B5EF4-FFF2-40B4-BE49-F238E27FC236}">
                          <a16:creationId xmlns:a16="http://schemas.microsoft.com/office/drawing/2014/main" id="{B6668DFD-F94D-41AA-B2CB-9B3288053C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8" name="直線コネクタ 141287">
                      <a:extLst>
                        <a:ext uri="{FF2B5EF4-FFF2-40B4-BE49-F238E27FC236}">
                          <a16:creationId xmlns:a16="http://schemas.microsoft.com/office/drawing/2014/main" id="{6BDC7101-9707-4ACE-B376-94807F8510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89" name="直線コネクタ 141288">
                      <a:extLst>
                        <a:ext uri="{FF2B5EF4-FFF2-40B4-BE49-F238E27FC236}">
                          <a16:creationId xmlns:a16="http://schemas.microsoft.com/office/drawing/2014/main" id="{16C741B5-651F-4F38-9AD4-98948CA5B2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0" name="直線コネクタ 141289">
                      <a:extLst>
                        <a:ext uri="{FF2B5EF4-FFF2-40B4-BE49-F238E27FC236}">
                          <a16:creationId xmlns:a16="http://schemas.microsoft.com/office/drawing/2014/main" id="{2612403F-2A36-4601-ADAF-A04A3AE033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91" name="直線コネクタ 141290">
                      <a:extLst>
                        <a:ext uri="{FF2B5EF4-FFF2-40B4-BE49-F238E27FC236}">
                          <a16:creationId xmlns:a16="http://schemas.microsoft.com/office/drawing/2014/main" id="{8F2DE41F-9F37-45BE-B34D-1FC22682AF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7" name="グループ化 140856">
                    <a:extLst>
                      <a:ext uri="{FF2B5EF4-FFF2-40B4-BE49-F238E27FC236}">
                        <a16:creationId xmlns:a16="http://schemas.microsoft.com/office/drawing/2014/main" id="{90D78197-C6E6-46FE-8E9A-504472316CFA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852321" y="395192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41169" name="直線コネクタ 141168">
                      <a:extLst>
                        <a:ext uri="{FF2B5EF4-FFF2-40B4-BE49-F238E27FC236}">
                          <a16:creationId xmlns:a16="http://schemas.microsoft.com/office/drawing/2014/main" id="{201E84FC-06EC-4DA8-BF22-8296285107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0" name="直線コネクタ 141169">
                      <a:extLst>
                        <a:ext uri="{FF2B5EF4-FFF2-40B4-BE49-F238E27FC236}">
                          <a16:creationId xmlns:a16="http://schemas.microsoft.com/office/drawing/2014/main" id="{1AA68DE1-E26B-4FE5-9534-E7BBE5C8FF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1" name="直線コネクタ 141170">
                      <a:extLst>
                        <a:ext uri="{FF2B5EF4-FFF2-40B4-BE49-F238E27FC236}">
                          <a16:creationId xmlns:a16="http://schemas.microsoft.com/office/drawing/2014/main" id="{E2476A37-B1C3-4499-B6F8-03E6CC5CBE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2" name="直線コネクタ 141171">
                      <a:extLst>
                        <a:ext uri="{FF2B5EF4-FFF2-40B4-BE49-F238E27FC236}">
                          <a16:creationId xmlns:a16="http://schemas.microsoft.com/office/drawing/2014/main" id="{F3639790-5CC9-4B46-95EC-DCF56B809F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3" name="直線コネクタ 141172">
                      <a:extLst>
                        <a:ext uri="{FF2B5EF4-FFF2-40B4-BE49-F238E27FC236}">
                          <a16:creationId xmlns:a16="http://schemas.microsoft.com/office/drawing/2014/main" id="{5696D823-7CC4-4218-A694-AE7BE29152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4" name="直線コネクタ 141173">
                      <a:extLst>
                        <a:ext uri="{FF2B5EF4-FFF2-40B4-BE49-F238E27FC236}">
                          <a16:creationId xmlns:a16="http://schemas.microsoft.com/office/drawing/2014/main" id="{B53A8AE1-3FF9-4265-AC23-789BE044A2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5" name="直線コネクタ 141174">
                      <a:extLst>
                        <a:ext uri="{FF2B5EF4-FFF2-40B4-BE49-F238E27FC236}">
                          <a16:creationId xmlns:a16="http://schemas.microsoft.com/office/drawing/2014/main" id="{D0445BD9-AD86-4FA7-8E95-A48AD87A95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6" name="直線コネクタ 141175">
                      <a:extLst>
                        <a:ext uri="{FF2B5EF4-FFF2-40B4-BE49-F238E27FC236}">
                          <a16:creationId xmlns:a16="http://schemas.microsoft.com/office/drawing/2014/main" id="{7AF72961-B0DA-45CD-9E19-835098E7A1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7" name="直線コネクタ 141176">
                      <a:extLst>
                        <a:ext uri="{FF2B5EF4-FFF2-40B4-BE49-F238E27FC236}">
                          <a16:creationId xmlns:a16="http://schemas.microsoft.com/office/drawing/2014/main" id="{844FA200-3C4F-4F9D-888F-4D6E84EE2A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8" name="直線コネクタ 141177">
                      <a:extLst>
                        <a:ext uri="{FF2B5EF4-FFF2-40B4-BE49-F238E27FC236}">
                          <a16:creationId xmlns:a16="http://schemas.microsoft.com/office/drawing/2014/main" id="{9F216D58-AF69-4E93-89CE-188E25EB41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79" name="直線コネクタ 141178">
                      <a:extLst>
                        <a:ext uri="{FF2B5EF4-FFF2-40B4-BE49-F238E27FC236}">
                          <a16:creationId xmlns:a16="http://schemas.microsoft.com/office/drawing/2014/main" id="{A1AC5F82-4886-47FC-AE1B-985856842F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0" name="直線コネクタ 141179">
                      <a:extLst>
                        <a:ext uri="{FF2B5EF4-FFF2-40B4-BE49-F238E27FC236}">
                          <a16:creationId xmlns:a16="http://schemas.microsoft.com/office/drawing/2014/main" id="{1F68E103-5807-41E6-ADDE-EA01D86E5A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1" name="直線コネクタ 141180">
                      <a:extLst>
                        <a:ext uri="{FF2B5EF4-FFF2-40B4-BE49-F238E27FC236}">
                          <a16:creationId xmlns:a16="http://schemas.microsoft.com/office/drawing/2014/main" id="{882728B7-5145-4BE8-8DFD-4D1AC43F28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2" name="直線コネクタ 141181">
                      <a:extLst>
                        <a:ext uri="{FF2B5EF4-FFF2-40B4-BE49-F238E27FC236}">
                          <a16:creationId xmlns:a16="http://schemas.microsoft.com/office/drawing/2014/main" id="{0B7B9B82-EC15-499F-96F0-0A7842F851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3" name="直線コネクタ 141182">
                      <a:extLst>
                        <a:ext uri="{FF2B5EF4-FFF2-40B4-BE49-F238E27FC236}">
                          <a16:creationId xmlns:a16="http://schemas.microsoft.com/office/drawing/2014/main" id="{82548390-D4D9-4441-8CBC-7B96CA9FE5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4" name="直線コネクタ 141183">
                      <a:extLst>
                        <a:ext uri="{FF2B5EF4-FFF2-40B4-BE49-F238E27FC236}">
                          <a16:creationId xmlns:a16="http://schemas.microsoft.com/office/drawing/2014/main" id="{FEF7E224-CCF0-4B88-9AD8-D6D70CBB4C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5" name="直線コネクタ 141184">
                      <a:extLst>
                        <a:ext uri="{FF2B5EF4-FFF2-40B4-BE49-F238E27FC236}">
                          <a16:creationId xmlns:a16="http://schemas.microsoft.com/office/drawing/2014/main" id="{4D3C9A77-8D4D-4ABF-853C-56A757CA34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6" name="直線コネクタ 141185">
                      <a:extLst>
                        <a:ext uri="{FF2B5EF4-FFF2-40B4-BE49-F238E27FC236}">
                          <a16:creationId xmlns:a16="http://schemas.microsoft.com/office/drawing/2014/main" id="{DE1C0595-6010-4411-9D2B-1700E7D93E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7" name="直線コネクタ 141186">
                      <a:extLst>
                        <a:ext uri="{FF2B5EF4-FFF2-40B4-BE49-F238E27FC236}">
                          <a16:creationId xmlns:a16="http://schemas.microsoft.com/office/drawing/2014/main" id="{56B51134-A839-41C1-B19B-8D7510880D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8" name="直線コネクタ 141187">
                      <a:extLst>
                        <a:ext uri="{FF2B5EF4-FFF2-40B4-BE49-F238E27FC236}">
                          <a16:creationId xmlns:a16="http://schemas.microsoft.com/office/drawing/2014/main" id="{AC85BE7E-35F7-4D5C-A160-5A3F89FD0C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89" name="直線コネクタ 141188">
                      <a:extLst>
                        <a:ext uri="{FF2B5EF4-FFF2-40B4-BE49-F238E27FC236}">
                          <a16:creationId xmlns:a16="http://schemas.microsoft.com/office/drawing/2014/main" id="{56EE4BFC-F068-44BC-9FC2-AF5E63D206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0" name="直線コネクタ 141189">
                      <a:extLst>
                        <a:ext uri="{FF2B5EF4-FFF2-40B4-BE49-F238E27FC236}">
                          <a16:creationId xmlns:a16="http://schemas.microsoft.com/office/drawing/2014/main" id="{DFBB7C73-0AAC-4C07-96C1-7341F26A71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1" name="直線コネクタ 141190">
                      <a:extLst>
                        <a:ext uri="{FF2B5EF4-FFF2-40B4-BE49-F238E27FC236}">
                          <a16:creationId xmlns:a16="http://schemas.microsoft.com/office/drawing/2014/main" id="{F17CC7C5-5729-42EE-A947-BE70169B95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2" name="直線コネクタ 141191">
                      <a:extLst>
                        <a:ext uri="{FF2B5EF4-FFF2-40B4-BE49-F238E27FC236}">
                          <a16:creationId xmlns:a16="http://schemas.microsoft.com/office/drawing/2014/main" id="{B8802BBA-B23F-4F12-898D-AEB4BD8BB9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3" name="直線コネクタ 141192">
                      <a:extLst>
                        <a:ext uri="{FF2B5EF4-FFF2-40B4-BE49-F238E27FC236}">
                          <a16:creationId xmlns:a16="http://schemas.microsoft.com/office/drawing/2014/main" id="{DB4D9B6C-A5CF-479C-A2B8-31B8B55B76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4" name="直線コネクタ 141193">
                      <a:extLst>
                        <a:ext uri="{FF2B5EF4-FFF2-40B4-BE49-F238E27FC236}">
                          <a16:creationId xmlns:a16="http://schemas.microsoft.com/office/drawing/2014/main" id="{A3D81E86-FAD0-42F2-9EF0-F018C775D0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5" name="直線コネクタ 141194">
                      <a:extLst>
                        <a:ext uri="{FF2B5EF4-FFF2-40B4-BE49-F238E27FC236}">
                          <a16:creationId xmlns:a16="http://schemas.microsoft.com/office/drawing/2014/main" id="{3DE4150A-D85E-4EEF-AA79-9C7F99C52D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6" name="直線コネクタ 141195">
                      <a:extLst>
                        <a:ext uri="{FF2B5EF4-FFF2-40B4-BE49-F238E27FC236}">
                          <a16:creationId xmlns:a16="http://schemas.microsoft.com/office/drawing/2014/main" id="{F5DB6F90-09E2-4E15-810E-D621F063CE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7" name="直線コネクタ 141196">
                      <a:extLst>
                        <a:ext uri="{FF2B5EF4-FFF2-40B4-BE49-F238E27FC236}">
                          <a16:creationId xmlns:a16="http://schemas.microsoft.com/office/drawing/2014/main" id="{5BFE7B92-751C-4ABE-AEF3-0784D95862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8" name="直線コネクタ 141197">
                      <a:extLst>
                        <a:ext uri="{FF2B5EF4-FFF2-40B4-BE49-F238E27FC236}">
                          <a16:creationId xmlns:a16="http://schemas.microsoft.com/office/drawing/2014/main" id="{8CD8B323-37F2-4AF1-8F6A-7E4FDFCD2D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99" name="直線コネクタ 141198">
                      <a:extLst>
                        <a:ext uri="{FF2B5EF4-FFF2-40B4-BE49-F238E27FC236}">
                          <a16:creationId xmlns:a16="http://schemas.microsoft.com/office/drawing/2014/main" id="{4A8C8D6D-4B70-45DF-8808-3790479D82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0" name="直線コネクタ 141199">
                      <a:extLst>
                        <a:ext uri="{FF2B5EF4-FFF2-40B4-BE49-F238E27FC236}">
                          <a16:creationId xmlns:a16="http://schemas.microsoft.com/office/drawing/2014/main" id="{31CAE323-0D99-49DB-84D4-15162C15B1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1" name="直線コネクタ 141200">
                      <a:extLst>
                        <a:ext uri="{FF2B5EF4-FFF2-40B4-BE49-F238E27FC236}">
                          <a16:creationId xmlns:a16="http://schemas.microsoft.com/office/drawing/2014/main" id="{5810ADCF-3026-41E8-8FC1-B0CF0AA4CD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2" name="直線コネクタ 141201">
                      <a:extLst>
                        <a:ext uri="{FF2B5EF4-FFF2-40B4-BE49-F238E27FC236}">
                          <a16:creationId xmlns:a16="http://schemas.microsoft.com/office/drawing/2014/main" id="{97B37060-A73D-4097-AEDF-8D6AA405DC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3" name="直線コネクタ 141202">
                      <a:extLst>
                        <a:ext uri="{FF2B5EF4-FFF2-40B4-BE49-F238E27FC236}">
                          <a16:creationId xmlns:a16="http://schemas.microsoft.com/office/drawing/2014/main" id="{E2274EA0-3F1F-4832-ADAB-A1637B3C76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4" name="直線コネクタ 141203">
                      <a:extLst>
                        <a:ext uri="{FF2B5EF4-FFF2-40B4-BE49-F238E27FC236}">
                          <a16:creationId xmlns:a16="http://schemas.microsoft.com/office/drawing/2014/main" id="{61E1703A-FD1F-4139-9E8E-13F6AA8C49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5" name="直線コネクタ 141204">
                      <a:extLst>
                        <a:ext uri="{FF2B5EF4-FFF2-40B4-BE49-F238E27FC236}">
                          <a16:creationId xmlns:a16="http://schemas.microsoft.com/office/drawing/2014/main" id="{F4635BCC-D5E6-4FC0-AB82-221B5D295D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6" name="直線コネクタ 141205">
                      <a:extLst>
                        <a:ext uri="{FF2B5EF4-FFF2-40B4-BE49-F238E27FC236}">
                          <a16:creationId xmlns:a16="http://schemas.microsoft.com/office/drawing/2014/main" id="{306B3344-9833-4107-B496-47DCC8D86E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7" name="直線コネクタ 141206">
                      <a:extLst>
                        <a:ext uri="{FF2B5EF4-FFF2-40B4-BE49-F238E27FC236}">
                          <a16:creationId xmlns:a16="http://schemas.microsoft.com/office/drawing/2014/main" id="{A6B0EC0B-DE90-4885-9614-2D550D4665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8" name="直線コネクタ 141207">
                      <a:extLst>
                        <a:ext uri="{FF2B5EF4-FFF2-40B4-BE49-F238E27FC236}">
                          <a16:creationId xmlns:a16="http://schemas.microsoft.com/office/drawing/2014/main" id="{E9C5D30F-BBBB-40F6-AABB-D09D7A3708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09" name="直線コネクタ 141208">
                      <a:extLst>
                        <a:ext uri="{FF2B5EF4-FFF2-40B4-BE49-F238E27FC236}">
                          <a16:creationId xmlns:a16="http://schemas.microsoft.com/office/drawing/2014/main" id="{83EA2479-1237-4D8F-BB49-B8D8F05ED0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0" name="直線コネクタ 141209">
                      <a:extLst>
                        <a:ext uri="{FF2B5EF4-FFF2-40B4-BE49-F238E27FC236}">
                          <a16:creationId xmlns:a16="http://schemas.microsoft.com/office/drawing/2014/main" id="{DEFF834C-660F-4DA8-8977-44E0218434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1" name="直線コネクタ 141210">
                      <a:extLst>
                        <a:ext uri="{FF2B5EF4-FFF2-40B4-BE49-F238E27FC236}">
                          <a16:creationId xmlns:a16="http://schemas.microsoft.com/office/drawing/2014/main" id="{8E77DEAE-0BEA-454B-AF6D-77F18D8190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2" name="直線コネクタ 141211">
                      <a:extLst>
                        <a:ext uri="{FF2B5EF4-FFF2-40B4-BE49-F238E27FC236}">
                          <a16:creationId xmlns:a16="http://schemas.microsoft.com/office/drawing/2014/main" id="{48788FD4-948F-4437-AB9F-BE4E68EED6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3" name="直線コネクタ 141212">
                      <a:extLst>
                        <a:ext uri="{FF2B5EF4-FFF2-40B4-BE49-F238E27FC236}">
                          <a16:creationId xmlns:a16="http://schemas.microsoft.com/office/drawing/2014/main" id="{E20218DC-AB09-4993-898B-5C2C0751CC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4" name="直線コネクタ 141213">
                      <a:extLst>
                        <a:ext uri="{FF2B5EF4-FFF2-40B4-BE49-F238E27FC236}">
                          <a16:creationId xmlns:a16="http://schemas.microsoft.com/office/drawing/2014/main" id="{3E63A514-7FAC-4E66-A17C-A6F7FEC7FC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5" name="直線コネクタ 141214">
                      <a:extLst>
                        <a:ext uri="{FF2B5EF4-FFF2-40B4-BE49-F238E27FC236}">
                          <a16:creationId xmlns:a16="http://schemas.microsoft.com/office/drawing/2014/main" id="{AFCD236F-FEC1-4BE9-A414-3629C8D526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6" name="直線コネクタ 141215">
                      <a:extLst>
                        <a:ext uri="{FF2B5EF4-FFF2-40B4-BE49-F238E27FC236}">
                          <a16:creationId xmlns:a16="http://schemas.microsoft.com/office/drawing/2014/main" id="{5320D7FF-9B5B-43ED-95EE-B72F7CA31E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7" name="直線コネクタ 141216">
                      <a:extLst>
                        <a:ext uri="{FF2B5EF4-FFF2-40B4-BE49-F238E27FC236}">
                          <a16:creationId xmlns:a16="http://schemas.microsoft.com/office/drawing/2014/main" id="{89AB1DB2-781B-4C2A-ADC0-1227FA3C11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8" name="直線コネクタ 141217">
                      <a:extLst>
                        <a:ext uri="{FF2B5EF4-FFF2-40B4-BE49-F238E27FC236}">
                          <a16:creationId xmlns:a16="http://schemas.microsoft.com/office/drawing/2014/main" id="{74732CB9-4484-4F49-A4E8-C1C8A3E7CA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19" name="直線コネクタ 141218">
                      <a:extLst>
                        <a:ext uri="{FF2B5EF4-FFF2-40B4-BE49-F238E27FC236}">
                          <a16:creationId xmlns:a16="http://schemas.microsoft.com/office/drawing/2014/main" id="{ACCB685D-7345-46CC-86E3-7B670B6372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0" name="直線コネクタ 141219">
                      <a:extLst>
                        <a:ext uri="{FF2B5EF4-FFF2-40B4-BE49-F238E27FC236}">
                          <a16:creationId xmlns:a16="http://schemas.microsoft.com/office/drawing/2014/main" id="{59CC6216-0753-4515-8739-F44FB96909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1" name="直線コネクタ 141220">
                      <a:extLst>
                        <a:ext uri="{FF2B5EF4-FFF2-40B4-BE49-F238E27FC236}">
                          <a16:creationId xmlns:a16="http://schemas.microsoft.com/office/drawing/2014/main" id="{A1D28237-3B8A-4385-BCF1-9E27E7F6BC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2" name="直線コネクタ 141221">
                      <a:extLst>
                        <a:ext uri="{FF2B5EF4-FFF2-40B4-BE49-F238E27FC236}">
                          <a16:creationId xmlns:a16="http://schemas.microsoft.com/office/drawing/2014/main" id="{322B668C-1789-46B5-8EA4-00135590E1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3" name="直線コネクタ 141222">
                      <a:extLst>
                        <a:ext uri="{FF2B5EF4-FFF2-40B4-BE49-F238E27FC236}">
                          <a16:creationId xmlns:a16="http://schemas.microsoft.com/office/drawing/2014/main" id="{FC043172-4633-4F65-8C97-087F2E3F50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4" name="直線コネクタ 141223">
                      <a:extLst>
                        <a:ext uri="{FF2B5EF4-FFF2-40B4-BE49-F238E27FC236}">
                          <a16:creationId xmlns:a16="http://schemas.microsoft.com/office/drawing/2014/main" id="{BA148812-1A8B-49BA-90FA-6B2A786DF2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5" name="直線コネクタ 141224">
                      <a:extLst>
                        <a:ext uri="{FF2B5EF4-FFF2-40B4-BE49-F238E27FC236}">
                          <a16:creationId xmlns:a16="http://schemas.microsoft.com/office/drawing/2014/main" id="{078ADB80-12EC-4D23-A412-79C37F4086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6" name="直線コネクタ 141225">
                      <a:extLst>
                        <a:ext uri="{FF2B5EF4-FFF2-40B4-BE49-F238E27FC236}">
                          <a16:creationId xmlns:a16="http://schemas.microsoft.com/office/drawing/2014/main" id="{BA2FC370-85C0-4C1A-BC36-26EDB0BDFE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7" name="直線コネクタ 141226">
                      <a:extLst>
                        <a:ext uri="{FF2B5EF4-FFF2-40B4-BE49-F238E27FC236}">
                          <a16:creationId xmlns:a16="http://schemas.microsoft.com/office/drawing/2014/main" id="{0267BA28-F882-454C-89AA-A0229D172D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8" name="直線コネクタ 141227">
                      <a:extLst>
                        <a:ext uri="{FF2B5EF4-FFF2-40B4-BE49-F238E27FC236}">
                          <a16:creationId xmlns:a16="http://schemas.microsoft.com/office/drawing/2014/main" id="{98311078-F54B-4882-AAE2-245BBFAC02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29" name="直線コネクタ 141228">
                      <a:extLst>
                        <a:ext uri="{FF2B5EF4-FFF2-40B4-BE49-F238E27FC236}">
                          <a16:creationId xmlns:a16="http://schemas.microsoft.com/office/drawing/2014/main" id="{2DF2768A-0302-4AB2-86EA-E4BD7DAABA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0" name="直線コネクタ 141229">
                      <a:extLst>
                        <a:ext uri="{FF2B5EF4-FFF2-40B4-BE49-F238E27FC236}">
                          <a16:creationId xmlns:a16="http://schemas.microsoft.com/office/drawing/2014/main" id="{93CF991C-369F-418B-BE78-31EBD1461E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231" name="直線コネクタ 141230">
                      <a:extLst>
                        <a:ext uri="{FF2B5EF4-FFF2-40B4-BE49-F238E27FC236}">
                          <a16:creationId xmlns:a16="http://schemas.microsoft.com/office/drawing/2014/main" id="{4D0F79BE-CA55-4F65-9750-67A82633A8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8" name="グループ化 140857">
                    <a:extLst>
                      <a:ext uri="{FF2B5EF4-FFF2-40B4-BE49-F238E27FC236}">
                        <a16:creationId xmlns:a16="http://schemas.microsoft.com/office/drawing/2014/main" id="{6F967844-ED97-4E81-AD58-9228711D2DF7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333199" y="356068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41109" name="直線コネクタ 141108">
                      <a:extLst>
                        <a:ext uri="{FF2B5EF4-FFF2-40B4-BE49-F238E27FC236}">
                          <a16:creationId xmlns:a16="http://schemas.microsoft.com/office/drawing/2014/main" id="{18CF4F63-BF1B-4876-A7FB-F66C0940F1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0" name="直線コネクタ 141109">
                      <a:extLst>
                        <a:ext uri="{FF2B5EF4-FFF2-40B4-BE49-F238E27FC236}">
                          <a16:creationId xmlns:a16="http://schemas.microsoft.com/office/drawing/2014/main" id="{23D12039-10D8-4D70-9006-C151307376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1" name="直線コネクタ 141110">
                      <a:extLst>
                        <a:ext uri="{FF2B5EF4-FFF2-40B4-BE49-F238E27FC236}">
                          <a16:creationId xmlns:a16="http://schemas.microsoft.com/office/drawing/2014/main" id="{8923D3F5-D0A8-48CF-9F6E-07062FC849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2" name="直線コネクタ 141111">
                      <a:extLst>
                        <a:ext uri="{FF2B5EF4-FFF2-40B4-BE49-F238E27FC236}">
                          <a16:creationId xmlns:a16="http://schemas.microsoft.com/office/drawing/2014/main" id="{7C197894-5DFE-44E1-9E45-C69885ABFF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3" name="直線コネクタ 141112">
                      <a:extLst>
                        <a:ext uri="{FF2B5EF4-FFF2-40B4-BE49-F238E27FC236}">
                          <a16:creationId xmlns:a16="http://schemas.microsoft.com/office/drawing/2014/main" id="{E6D77B4D-AAB5-4880-B342-D091074D10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4" name="直線コネクタ 141113">
                      <a:extLst>
                        <a:ext uri="{FF2B5EF4-FFF2-40B4-BE49-F238E27FC236}">
                          <a16:creationId xmlns:a16="http://schemas.microsoft.com/office/drawing/2014/main" id="{37D52E36-E105-431E-AAAB-92D0824D98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5" name="直線コネクタ 141114">
                      <a:extLst>
                        <a:ext uri="{FF2B5EF4-FFF2-40B4-BE49-F238E27FC236}">
                          <a16:creationId xmlns:a16="http://schemas.microsoft.com/office/drawing/2014/main" id="{D4D05FDD-4D9D-4E47-8B05-C03AC09DAA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6" name="直線コネクタ 141115">
                      <a:extLst>
                        <a:ext uri="{FF2B5EF4-FFF2-40B4-BE49-F238E27FC236}">
                          <a16:creationId xmlns:a16="http://schemas.microsoft.com/office/drawing/2014/main" id="{A8D52801-4F64-49C8-A920-6D8AA8FB84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7" name="直線コネクタ 141116">
                      <a:extLst>
                        <a:ext uri="{FF2B5EF4-FFF2-40B4-BE49-F238E27FC236}">
                          <a16:creationId xmlns:a16="http://schemas.microsoft.com/office/drawing/2014/main" id="{297FE06F-D291-4375-9B17-B0C2A89C933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8" name="直線コネクタ 141117">
                      <a:extLst>
                        <a:ext uri="{FF2B5EF4-FFF2-40B4-BE49-F238E27FC236}">
                          <a16:creationId xmlns:a16="http://schemas.microsoft.com/office/drawing/2014/main" id="{067B445D-AA3D-4B22-BC62-F352D4646B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19" name="直線コネクタ 141118">
                      <a:extLst>
                        <a:ext uri="{FF2B5EF4-FFF2-40B4-BE49-F238E27FC236}">
                          <a16:creationId xmlns:a16="http://schemas.microsoft.com/office/drawing/2014/main" id="{D5EA1277-8C6B-4C0F-86A5-84F9832662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0" name="直線コネクタ 141119">
                      <a:extLst>
                        <a:ext uri="{FF2B5EF4-FFF2-40B4-BE49-F238E27FC236}">
                          <a16:creationId xmlns:a16="http://schemas.microsoft.com/office/drawing/2014/main" id="{6EAC7855-B238-4009-830D-C0B409BA4A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1" name="直線コネクタ 141120">
                      <a:extLst>
                        <a:ext uri="{FF2B5EF4-FFF2-40B4-BE49-F238E27FC236}">
                          <a16:creationId xmlns:a16="http://schemas.microsoft.com/office/drawing/2014/main" id="{2E4F8E9F-7B73-4B0A-9128-A3D95839B6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2" name="直線コネクタ 141121">
                      <a:extLst>
                        <a:ext uri="{FF2B5EF4-FFF2-40B4-BE49-F238E27FC236}">
                          <a16:creationId xmlns:a16="http://schemas.microsoft.com/office/drawing/2014/main" id="{A90D832F-F62F-461B-A9D1-104BDEA6A9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3" name="直線コネクタ 141122">
                      <a:extLst>
                        <a:ext uri="{FF2B5EF4-FFF2-40B4-BE49-F238E27FC236}">
                          <a16:creationId xmlns:a16="http://schemas.microsoft.com/office/drawing/2014/main" id="{2315B130-979C-4C2B-8B18-BF083C6A53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4" name="直線コネクタ 141123">
                      <a:extLst>
                        <a:ext uri="{FF2B5EF4-FFF2-40B4-BE49-F238E27FC236}">
                          <a16:creationId xmlns:a16="http://schemas.microsoft.com/office/drawing/2014/main" id="{F0E1B425-10B6-45B6-8D74-A66CE49C62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5" name="直線コネクタ 141124">
                      <a:extLst>
                        <a:ext uri="{FF2B5EF4-FFF2-40B4-BE49-F238E27FC236}">
                          <a16:creationId xmlns:a16="http://schemas.microsoft.com/office/drawing/2014/main" id="{8BEB0CA8-E428-4CB9-B3C0-4632E0C20F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6" name="直線コネクタ 141125">
                      <a:extLst>
                        <a:ext uri="{FF2B5EF4-FFF2-40B4-BE49-F238E27FC236}">
                          <a16:creationId xmlns:a16="http://schemas.microsoft.com/office/drawing/2014/main" id="{84BA5FAB-8A82-44F7-B4BB-BF52648083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7" name="直線コネクタ 141126">
                      <a:extLst>
                        <a:ext uri="{FF2B5EF4-FFF2-40B4-BE49-F238E27FC236}">
                          <a16:creationId xmlns:a16="http://schemas.microsoft.com/office/drawing/2014/main" id="{76AC2ECD-A9A2-4AC4-AEBF-B26DDFC74B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8" name="直線コネクタ 141127">
                      <a:extLst>
                        <a:ext uri="{FF2B5EF4-FFF2-40B4-BE49-F238E27FC236}">
                          <a16:creationId xmlns:a16="http://schemas.microsoft.com/office/drawing/2014/main" id="{32986520-E8D4-4D63-B7D0-A6CB96F62F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29" name="直線コネクタ 141128">
                      <a:extLst>
                        <a:ext uri="{FF2B5EF4-FFF2-40B4-BE49-F238E27FC236}">
                          <a16:creationId xmlns:a16="http://schemas.microsoft.com/office/drawing/2014/main" id="{AED8881F-E476-4586-8F3E-967E553E1B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0" name="直線コネクタ 141129">
                      <a:extLst>
                        <a:ext uri="{FF2B5EF4-FFF2-40B4-BE49-F238E27FC236}">
                          <a16:creationId xmlns:a16="http://schemas.microsoft.com/office/drawing/2014/main" id="{03E2DD92-FAF7-4861-9A9D-E91810E549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1" name="直線コネクタ 141130">
                      <a:extLst>
                        <a:ext uri="{FF2B5EF4-FFF2-40B4-BE49-F238E27FC236}">
                          <a16:creationId xmlns:a16="http://schemas.microsoft.com/office/drawing/2014/main" id="{1ED1AF9B-F406-4FC7-806B-8BB825FF34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2" name="直線コネクタ 141131">
                      <a:extLst>
                        <a:ext uri="{FF2B5EF4-FFF2-40B4-BE49-F238E27FC236}">
                          <a16:creationId xmlns:a16="http://schemas.microsoft.com/office/drawing/2014/main" id="{E6A30460-20C8-448A-A684-366CB8AB50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3" name="直線コネクタ 141132">
                      <a:extLst>
                        <a:ext uri="{FF2B5EF4-FFF2-40B4-BE49-F238E27FC236}">
                          <a16:creationId xmlns:a16="http://schemas.microsoft.com/office/drawing/2014/main" id="{71FE7F83-EF6C-4BE2-B940-05AACA0180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4" name="直線コネクタ 141133">
                      <a:extLst>
                        <a:ext uri="{FF2B5EF4-FFF2-40B4-BE49-F238E27FC236}">
                          <a16:creationId xmlns:a16="http://schemas.microsoft.com/office/drawing/2014/main" id="{62A2C645-AC33-4C52-8C37-06FB9714FE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5" name="直線コネクタ 141134">
                      <a:extLst>
                        <a:ext uri="{FF2B5EF4-FFF2-40B4-BE49-F238E27FC236}">
                          <a16:creationId xmlns:a16="http://schemas.microsoft.com/office/drawing/2014/main" id="{79DB105D-72F4-44B3-9D0D-50B2070057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6" name="直線コネクタ 141135">
                      <a:extLst>
                        <a:ext uri="{FF2B5EF4-FFF2-40B4-BE49-F238E27FC236}">
                          <a16:creationId xmlns:a16="http://schemas.microsoft.com/office/drawing/2014/main" id="{63980957-BC6E-408A-BB79-CB3D005EF3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7" name="直線コネクタ 141136">
                      <a:extLst>
                        <a:ext uri="{FF2B5EF4-FFF2-40B4-BE49-F238E27FC236}">
                          <a16:creationId xmlns:a16="http://schemas.microsoft.com/office/drawing/2014/main" id="{54D403E1-8544-4536-A41E-DEFB18AF4F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8" name="直線コネクタ 141137">
                      <a:extLst>
                        <a:ext uri="{FF2B5EF4-FFF2-40B4-BE49-F238E27FC236}">
                          <a16:creationId xmlns:a16="http://schemas.microsoft.com/office/drawing/2014/main" id="{D1B7CBC7-2A62-4BB2-BA58-523DA61213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39" name="直線コネクタ 141138">
                      <a:extLst>
                        <a:ext uri="{FF2B5EF4-FFF2-40B4-BE49-F238E27FC236}">
                          <a16:creationId xmlns:a16="http://schemas.microsoft.com/office/drawing/2014/main" id="{ED49FA9A-AF9C-4BDC-85B1-C2BFB3279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0" name="直線コネクタ 141139">
                      <a:extLst>
                        <a:ext uri="{FF2B5EF4-FFF2-40B4-BE49-F238E27FC236}">
                          <a16:creationId xmlns:a16="http://schemas.microsoft.com/office/drawing/2014/main" id="{4086036D-A793-40CA-95EE-3522BD881A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1" name="直線コネクタ 141140">
                      <a:extLst>
                        <a:ext uri="{FF2B5EF4-FFF2-40B4-BE49-F238E27FC236}">
                          <a16:creationId xmlns:a16="http://schemas.microsoft.com/office/drawing/2014/main" id="{F3CC5DC0-A61F-45FF-9D62-F81FA07862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2" name="直線コネクタ 141141">
                      <a:extLst>
                        <a:ext uri="{FF2B5EF4-FFF2-40B4-BE49-F238E27FC236}">
                          <a16:creationId xmlns:a16="http://schemas.microsoft.com/office/drawing/2014/main" id="{BFC237A1-5300-4E1F-9764-2689A4C624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3" name="直線コネクタ 141142">
                      <a:extLst>
                        <a:ext uri="{FF2B5EF4-FFF2-40B4-BE49-F238E27FC236}">
                          <a16:creationId xmlns:a16="http://schemas.microsoft.com/office/drawing/2014/main" id="{99B33670-E666-401E-9078-F6CD25CA90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4" name="直線コネクタ 141143">
                      <a:extLst>
                        <a:ext uri="{FF2B5EF4-FFF2-40B4-BE49-F238E27FC236}">
                          <a16:creationId xmlns:a16="http://schemas.microsoft.com/office/drawing/2014/main" id="{4FB0BDF6-CE21-4A17-845F-5C97F38740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5" name="直線コネクタ 141144">
                      <a:extLst>
                        <a:ext uri="{FF2B5EF4-FFF2-40B4-BE49-F238E27FC236}">
                          <a16:creationId xmlns:a16="http://schemas.microsoft.com/office/drawing/2014/main" id="{8859AD4D-E52F-4D30-9283-AFCFFD324B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6" name="直線コネクタ 141145">
                      <a:extLst>
                        <a:ext uri="{FF2B5EF4-FFF2-40B4-BE49-F238E27FC236}">
                          <a16:creationId xmlns:a16="http://schemas.microsoft.com/office/drawing/2014/main" id="{52BAAE7F-73B7-4991-A282-5881214F40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7" name="直線コネクタ 141146">
                      <a:extLst>
                        <a:ext uri="{FF2B5EF4-FFF2-40B4-BE49-F238E27FC236}">
                          <a16:creationId xmlns:a16="http://schemas.microsoft.com/office/drawing/2014/main" id="{2CEFF605-6FFC-437A-A6F9-65A61CE3A5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8" name="直線コネクタ 141147">
                      <a:extLst>
                        <a:ext uri="{FF2B5EF4-FFF2-40B4-BE49-F238E27FC236}">
                          <a16:creationId xmlns:a16="http://schemas.microsoft.com/office/drawing/2014/main" id="{3AE39180-A126-45C7-8F11-039EA46A5D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49" name="直線コネクタ 141148">
                      <a:extLst>
                        <a:ext uri="{FF2B5EF4-FFF2-40B4-BE49-F238E27FC236}">
                          <a16:creationId xmlns:a16="http://schemas.microsoft.com/office/drawing/2014/main" id="{678A069E-9828-40D8-A954-EF56B3235B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0" name="直線コネクタ 141149">
                      <a:extLst>
                        <a:ext uri="{FF2B5EF4-FFF2-40B4-BE49-F238E27FC236}">
                          <a16:creationId xmlns:a16="http://schemas.microsoft.com/office/drawing/2014/main" id="{AB81E8C9-270B-48D7-B9C9-CBEEB1B307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1" name="直線コネクタ 141150">
                      <a:extLst>
                        <a:ext uri="{FF2B5EF4-FFF2-40B4-BE49-F238E27FC236}">
                          <a16:creationId xmlns:a16="http://schemas.microsoft.com/office/drawing/2014/main" id="{0E36A3CA-7810-4AFD-91C5-1A1CAFAE15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2" name="直線コネクタ 141151">
                      <a:extLst>
                        <a:ext uri="{FF2B5EF4-FFF2-40B4-BE49-F238E27FC236}">
                          <a16:creationId xmlns:a16="http://schemas.microsoft.com/office/drawing/2014/main" id="{CB5EE365-AE2E-4BE4-84CB-C4EF62B9E7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3" name="直線コネクタ 141152">
                      <a:extLst>
                        <a:ext uri="{FF2B5EF4-FFF2-40B4-BE49-F238E27FC236}">
                          <a16:creationId xmlns:a16="http://schemas.microsoft.com/office/drawing/2014/main" id="{A023318F-BFC1-4AAA-B245-C20AB1F402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4" name="直線コネクタ 141153">
                      <a:extLst>
                        <a:ext uri="{FF2B5EF4-FFF2-40B4-BE49-F238E27FC236}">
                          <a16:creationId xmlns:a16="http://schemas.microsoft.com/office/drawing/2014/main" id="{37D4A8EF-FB58-488A-B656-BDC222886E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5" name="直線コネクタ 141154">
                      <a:extLst>
                        <a:ext uri="{FF2B5EF4-FFF2-40B4-BE49-F238E27FC236}">
                          <a16:creationId xmlns:a16="http://schemas.microsoft.com/office/drawing/2014/main" id="{0192DC5F-2E53-45F6-BE7A-3B28059A81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6" name="直線コネクタ 141155">
                      <a:extLst>
                        <a:ext uri="{FF2B5EF4-FFF2-40B4-BE49-F238E27FC236}">
                          <a16:creationId xmlns:a16="http://schemas.microsoft.com/office/drawing/2014/main" id="{4A7813A2-816D-4F5D-91BB-DA64C8222A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7" name="直線コネクタ 141156">
                      <a:extLst>
                        <a:ext uri="{FF2B5EF4-FFF2-40B4-BE49-F238E27FC236}">
                          <a16:creationId xmlns:a16="http://schemas.microsoft.com/office/drawing/2014/main" id="{03D863F1-856F-4C53-9356-727752A0EA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8" name="直線コネクタ 141157">
                      <a:extLst>
                        <a:ext uri="{FF2B5EF4-FFF2-40B4-BE49-F238E27FC236}">
                          <a16:creationId xmlns:a16="http://schemas.microsoft.com/office/drawing/2014/main" id="{D78EDC37-2178-4327-88BD-86D8055025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59" name="直線コネクタ 141158">
                      <a:extLst>
                        <a:ext uri="{FF2B5EF4-FFF2-40B4-BE49-F238E27FC236}">
                          <a16:creationId xmlns:a16="http://schemas.microsoft.com/office/drawing/2014/main" id="{E147433F-4FD2-4018-954A-9493C3F3F5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0" name="直線コネクタ 141159">
                      <a:extLst>
                        <a:ext uri="{FF2B5EF4-FFF2-40B4-BE49-F238E27FC236}">
                          <a16:creationId xmlns:a16="http://schemas.microsoft.com/office/drawing/2014/main" id="{2F4CB539-EEA3-45AE-9C88-655228BE50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1" name="直線コネクタ 141160">
                      <a:extLst>
                        <a:ext uri="{FF2B5EF4-FFF2-40B4-BE49-F238E27FC236}">
                          <a16:creationId xmlns:a16="http://schemas.microsoft.com/office/drawing/2014/main" id="{57A103E5-B519-41A3-9B45-B2D10088E5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2" name="直線コネクタ 141161">
                      <a:extLst>
                        <a:ext uri="{FF2B5EF4-FFF2-40B4-BE49-F238E27FC236}">
                          <a16:creationId xmlns:a16="http://schemas.microsoft.com/office/drawing/2014/main" id="{BD96E33C-6AF8-4BD2-BCB9-EC5F4F345B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3" name="直線コネクタ 141162">
                      <a:extLst>
                        <a:ext uri="{FF2B5EF4-FFF2-40B4-BE49-F238E27FC236}">
                          <a16:creationId xmlns:a16="http://schemas.microsoft.com/office/drawing/2014/main" id="{BE30B6A2-851B-4849-8D68-9CF5481EF6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4" name="直線コネクタ 141163">
                      <a:extLst>
                        <a:ext uri="{FF2B5EF4-FFF2-40B4-BE49-F238E27FC236}">
                          <a16:creationId xmlns:a16="http://schemas.microsoft.com/office/drawing/2014/main" id="{8DD57953-9E64-4E07-BD80-B448EA8F6C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5" name="直線コネクタ 141164">
                      <a:extLst>
                        <a:ext uri="{FF2B5EF4-FFF2-40B4-BE49-F238E27FC236}">
                          <a16:creationId xmlns:a16="http://schemas.microsoft.com/office/drawing/2014/main" id="{636544B8-11D4-4897-BFFB-EBFDC2FC60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6" name="直線コネクタ 141165">
                      <a:extLst>
                        <a:ext uri="{FF2B5EF4-FFF2-40B4-BE49-F238E27FC236}">
                          <a16:creationId xmlns:a16="http://schemas.microsoft.com/office/drawing/2014/main" id="{657CEB56-35B8-4569-80B5-25537638C0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7" name="直線コネクタ 141166">
                      <a:extLst>
                        <a:ext uri="{FF2B5EF4-FFF2-40B4-BE49-F238E27FC236}">
                          <a16:creationId xmlns:a16="http://schemas.microsoft.com/office/drawing/2014/main" id="{1BBAD666-94D8-4A25-8142-04A7E4643D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68" name="直線コネクタ 141167">
                      <a:extLst>
                        <a:ext uri="{FF2B5EF4-FFF2-40B4-BE49-F238E27FC236}">
                          <a16:creationId xmlns:a16="http://schemas.microsoft.com/office/drawing/2014/main" id="{DE7FB2F8-8306-4F3A-9905-D0B52FEB29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59" name="グループ化 140858">
                    <a:extLst>
                      <a:ext uri="{FF2B5EF4-FFF2-40B4-BE49-F238E27FC236}">
                        <a16:creationId xmlns:a16="http://schemas.microsoft.com/office/drawing/2014/main" id="{45C73ADF-78FF-4D4A-ACE4-30BDA41A0396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599762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41046" name="直線コネクタ 141045">
                      <a:extLst>
                        <a:ext uri="{FF2B5EF4-FFF2-40B4-BE49-F238E27FC236}">
                          <a16:creationId xmlns:a16="http://schemas.microsoft.com/office/drawing/2014/main" id="{2484395C-3B16-424D-817C-D18FCF7753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7" name="直線コネクタ 141046">
                      <a:extLst>
                        <a:ext uri="{FF2B5EF4-FFF2-40B4-BE49-F238E27FC236}">
                          <a16:creationId xmlns:a16="http://schemas.microsoft.com/office/drawing/2014/main" id="{726525CF-41D7-4CF1-815F-C1D9150D70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8" name="直線コネクタ 141047">
                      <a:extLst>
                        <a:ext uri="{FF2B5EF4-FFF2-40B4-BE49-F238E27FC236}">
                          <a16:creationId xmlns:a16="http://schemas.microsoft.com/office/drawing/2014/main" id="{FA41EA85-8C1D-495B-BB36-18054A36CA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9" name="直線コネクタ 141048">
                      <a:extLst>
                        <a:ext uri="{FF2B5EF4-FFF2-40B4-BE49-F238E27FC236}">
                          <a16:creationId xmlns:a16="http://schemas.microsoft.com/office/drawing/2014/main" id="{0EFF6D7C-D95F-439E-948C-99CE120EAF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0" name="直線コネクタ 141049">
                      <a:extLst>
                        <a:ext uri="{FF2B5EF4-FFF2-40B4-BE49-F238E27FC236}">
                          <a16:creationId xmlns:a16="http://schemas.microsoft.com/office/drawing/2014/main" id="{21B7CAC9-0722-4240-9EBE-80B8D94088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1" name="直線コネクタ 141050">
                      <a:extLst>
                        <a:ext uri="{FF2B5EF4-FFF2-40B4-BE49-F238E27FC236}">
                          <a16:creationId xmlns:a16="http://schemas.microsoft.com/office/drawing/2014/main" id="{F48DCF81-42EA-452D-A656-6EE1550CB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2" name="直線コネクタ 141051">
                      <a:extLst>
                        <a:ext uri="{FF2B5EF4-FFF2-40B4-BE49-F238E27FC236}">
                          <a16:creationId xmlns:a16="http://schemas.microsoft.com/office/drawing/2014/main" id="{ECF03432-71E7-4936-9210-FCEF484446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3" name="直線コネクタ 141052">
                      <a:extLst>
                        <a:ext uri="{FF2B5EF4-FFF2-40B4-BE49-F238E27FC236}">
                          <a16:creationId xmlns:a16="http://schemas.microsoft.com/office/drawing/2014/main" id="{A1451D1E-85FD-4534-A96C-ED296C1DAA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4" name="直線コネクタ 141053">
                      <a:extLst>
                        <a:ext uri="{FF2B5EF4-FFF2-40B4-BE49-F238E27FC236}">
                          <a16:creationId xmlns:a16="http://schemas.microsoft.com/office/drawing/2014/main" id="{894DBAEB-DA4F-42E4-B9C4-A75B082BAF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5" name="直線コネクタ 141054">
                      <a:extLst>
                        <a:ext uri="{FF2B5EF4-FFF2-40B4-BE49-F238E27FC236}">
                          <a16:creationId xmlns:a16="http://schemas.microsoft.com/office/drawing/2014/main" id="{D10592B4-8C1F-499E-AAEE-A62A4529FC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6" name="直線コネクタ 141055">
                      <a:extLst>
                        <a:ext uri="{FF2B5EF4-FFF2-40B4-BE49-F238E27FC236}">
                          <a16:creationId xmlns:a16="http://schemas.microsoft.com/office/drawing/2014/main" id="{50F2F5FC-9F3E-42A6-BA6A-AC4ACD8AA7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7" name="直線コネクタ 141056">
                      <a:extLst>
                        <a:ext uri="{FF2B5EF4-FFF2-40B4-BE49-F238E27FC236}">
                          <a16:creationId xmlns:a16="http://schemas.microsoft.com/office/drawing/2014/main" id="{E1CEE38C-8F20-4590-8FD0-B765F58384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8" name="直線コネクタ 141057">
                      <a:extLst>
                        <a:ext uri="{FF2B5EF4-FFF2-40B4-BE49-F238E27FC236}">
                          <a16:creationId xmlns:a16="http://schemas.microsoft.com/office/drawing/2014/main" id="{7554A4F5-DCEC-47F3-90A2-841846B399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59" name="直線コネクタ 141058">
                      <a:extLst>
                        <a:ext uri="{FF2B5EF4-FFF2-40B4-BE49-F238E27FC236}">
                          <a16:creationId xmlns:a16="http://schemas.microsoft.com/office/drawing/2014/main" id="{E0B456C2-644F-40E2-9B05-23E3BBBBA3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0" name="直線コネクタ 141059">
                      <a:extLst>
                        <a:ext uri="{FF2B5EF4-FFF2-40B4-BE49-F238E27FC236}">
                          <a16:creationId xmlns:a16="http://schemas.microsoft.com/office/drawing/2014/main" id="{0B2C2D6C-BEFF-4EAC-B32C-B2264CB5B4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1" name="直線コネクタ 141060">
                      <a:extLst>
                        <a:ext uri="{FF2B5EF4-FFF2-40B4-BE49-F238E27FC236}">
                          <a16:creationId xmlns:a16="http://schemas.microsoft.com/office/drawing/2014/main" id="{100C626A-0E82-42D0-9DB9-07816C657F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2" name="直線コネクタ 141061">
                      <a:extLst>
                        <a:ext uri="{FF2B5EF4-FFF2-40B4-BE49-F238E27FC236}">
                          <a16:creationId xmlns:a16="http://schemas.microsoft.com/office/drawing/2014/main" id="{1C911061-8663-4A1D-923F-A2CEE35DA6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3" name="直線コネクタ 141062">
                      <a:extLst>
                        <a:ext uri="{FF2B5EF4-FFF2-40B4-BE49-F238E27FC236}">
                          <a16:creationId xmlns:a16="http://schemas.microsoft.com/office/drawing/2014/main" id="{B2BA09FE-8545-44D8-A189-5269DD3B8E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4" name="直線コネクタ 141063">
                      <a:extLst>
                        <a:ext uri="{FF2B5EF4-FFF2-40B4-BE49-F238E27FC236}">
                          <a16:creationId xmlns:a16="http://schemas.microsoft.com/office/drawing/2014/main" id="{9D7917FB-9065-4D5B-91DE-0F0804677F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5" name="直線コネクタ 141064">
                      <a:extLst>
                        <a:ext uri="{FF2B5EF4-FFF2-40B4-BE49-F238E27FC236}">
                          <a16:creationId xmlns:a16="http://schemas.microsoft.com/office/drawing/2014/main" id="{B8E01E6F-4883-4971-9579-0B75630B81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6" name="直線コネクタ 141065">
                      <a:extLst>
                        <a:ext uri="{FF2B5EF4-FFF2-40B4-BE49-F238E27FC236}">
                          <a16:creationId xmlns:a16="http://schemas.microsoft.com/office/drawing/2014/main" id="{3B19BB32-36D0-4D30-84FC-FE7F41E3B8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7" name="直線コネクタ 141066">
                      <a:extLst>
                        <a:ext uri="{FF2B5EF4-FFF2-40B4-BE49-F238E27FC236}">
                          <a16:creationId xmlns:a16="http://schemas.microsoft.com/office/drawing/2014/main" id="{52FB6EB7-76F4-4DE0-BF1A-3854529871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8" name="直線コネクタ 141067">
                      <a:extLst>
                        <a:ext uri="{FF2B5EF4-FFF2-40B4-BE49-F238E27FC236}">
                          <a16:creationId xmlns:a16="http://schemas.microsoft.com/office/drawing/2014/main" id="{CDC2327A-B78B-42EE-A059-6011D2FC65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69" name="直線コネクタ 141068">
                      <a:extLst>
                        <a:ext uri="{FF2B5EF4-FFF2-40B4-BE49-F238E27FC236}">
                          <a16:creationId xmlns:a16="http://schemas.microsoft.com/office/drawing/2014/main" id="{DC1C7CD2-CA8C-4AD9-B234-D80ACD8454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0" name="直線コネクタ 141069">
                      <a:extLst>
                        <a:ext uri="{FF2B5EF4-FFF2-40B4-BE49-F238E27FC236}">
                          <a16:creationId xmlns:a16="http://schemas.microsoft.com/office/drawing/2014/main" id="{2565DD2E-760A-4A07-9764-386FD09391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1" name="直線コネクタ 141070">
                      <a:extLst>
                        <a:ext uri="{FF2B5EF4-FFF2-40B4-BE49-F238E27FC236}">
                          <a16:creationId xmlns:a16="http://schemas.microsoft.com/office/drawing/2014/main" id="{C266BB59-7387-43CF-BBFE-0D365E1DCC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2" name="直線コネクタ 141071">
                      <a:extLst>
                        <a:ext uri="{FF2B5EF4-FFF2-40B4-BE49-F238E27FC236}">
                          <a16:creationId xmlns:a16="http://schemas.microsoft.com/office/drawing/2014/main" id="{875D8AD4-AA8F-462D-9827-68362B6C9A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3" name="直線コネクタ 141072">
                      <a:extLst>
                        <a:ext uri="{FF2B5EF4-FFF2-40B4-BE49-F238E27FC236}">
                          <a16:creationId xmlns:a16="http://schemas.microsoft.com/office/drawing/2014/main" id="{040FB872-17C4-426F-8D04-94E2B0364B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4" name="直線コネクタ 141073">
                      <a:extLst>
                        <a:ext uri="{FF2B5EF4-FFF2-40B4-BE49-F238E27FC236}">
                          <a16:creationId xmlns:a16="http://schemas.microsoft.com/office/drawing/2014/main" id="{1621568C-D63D-4C43-8846-20E0074F93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5" name="直線コネクタ 141074">
                      <a:extLst>
                        <a:ext uri="{FF2B5EF4-FFF2-40B4-BE49-F238E27FC236}">
                          <a16:creationId xmlns:a16="http://schemas.microsoft.com/office/drawing/2014/main" id="{B5DBAA10-F7BD-4BEC-9DE8-018280782F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6" name="直線コネクタ 141075">
                      <a:extLst>
                        <a:ext uri="{FF2B5EF4-FFF2-40B4-BE49-F238E27FC236}">
                          <a16:creationId xmlns:a16="http://schemas.microsoft.com/office/drawing/2014/main" id="{3C36E12D-DB9B-4B63-B370-A12198D397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7" name="直線コネクタ 141076">
                      <a:extLst>
                        <a:ext uri="{FF2B5EF4-FFF2-40B4-BE49-F238E27FC236}">
                          <a16:creationId xmlns:a16="http://schemas.microsoft.com/office/drawing/2014/main" id="{E40FBD04-04C3-4412-8898-14D6F6CFA5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8" name="直線コネクタ 141077">
                      <a:extLst>
                        <a:ext uri="{FF2B5EF4-FFF2-40B4-BE49-F238E27FC236}">
                          <a16:creationId xmlns:a16="http://schemas.microsoft.com/office/drawing/2014/main" id="{3DBD6410-81D5-4DA1-8878-F4072663F4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79" name="直線コネクタ 141078">
                      <a:extLst>
                        <a:ext uri="{FF2B5EF4-FFF2-40B4-BE49-F238E27FC236}">
                          <a16:creationId xmlns:a16="http://schemas.microsoft.com/office/drawing/2014/main" id="{41C91AE5-812B-460A-BDBE-792D80D00E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0" name="直線コネクタ 141079">
                      <a:extLst>
                        <a:ext uri="{FF2B5EF4-FFF2-40B4-BE49-F238E27FC236}">
                          <a16:creationId xmlns:a16="http://schemas.microsoft.com/office/drawing/2014/main" id="{AEEA8F5A-51A4-41CD-99DB-1083CC5816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1" name="直線コネクタ 141080">
                      <a:extLst>
                        <a:ext uri="{FF2B5EF4-FFF2-40B4-BE49-F238E27FC236}">
                          <a16:creationId xmlns:a16="http://schemas.microsoft.com/office/drawing/2014/main" id="{A262BF35-3A72-45A9-95DD-2AE527164A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2" name="直線コネクタ 141081">
                      <a:extLst>
                        <a:ext uri="{FF2B5EF4-FFF2-40B4-BE49-F238E27FC236}">
                          <a16:creationId xmlns:a16="http://schemas.microsoft.com/office/drawing/2014/main" id="{AB361E2B-224A-4DDF-B5B3-AE83F7DE62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3" name="直線コネクタ 141082">
                      <a:extLst>
                        <a:ext uri="{FF2B5EF4-FFF2-40B4-BE49-F238E27FC236}">
                          <a16:creationId xmlns:a16="http://schemas.microsoft.com/office/drawing/2014/main" id="{8047ED30-359C-49B5-8F34-B0BB9E808D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4" name="直線コネクタ 141083">
                      <a:extLst>
                        <a:ext uri="{FF2B5EF4-FFF2-40B4-BE49-F238E27FC236}">
                          <a16:creationId xmlns:a16="http://schemas.microsoft.com/office/drawing/2014/main" id="{40E701C4-0E3A-41B4-B661-C2F279C81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5" name="直線コネクタ 141084">
                      <a:extLst>
                        <a:ext uri="{FF2B5EF4-FFF2-40B4-BE49-F238E27FC236}">
                          <a16:creationId xmlns:a16="http://schemas.microsoft.com/office/drawing/2014/main" id="{FA979768-258F-49B3-B1E7-C907A72113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6" name="直線コネクタ 141085">
                      <a:extLst>
                        <a:ext uri="{FF2B5EF4-FFF2-40B4-BE49-F238E27FC236}">
                          <a16:creationId xmlns:a16="http://schemas.microsoft.com/office/drawing/2014/main" id="{B299AB54-1FC0-4ED2-B88F-01E155F76B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7" name="直線コネクタ 141086">
                      <a:extLst>
                        <a:ext uri="{FF2B5EF4-FFF2-40B4-BE49-F238E27FC236}">
                          <a16:creationId xmlns:a16="http://schemas.microsoft.com/office/drawing/2014/main" id="{7DB5E81D-74AF-490B-9B94-56F1A1982E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8" name="直線コネクタ 141087">
                      <a:extLst>
                        <a:ext uri="{FF2B5EF4-FFF2-40B4-BE49-F238E27FC236}">
                          <a16:creationId xmlns:a16="http://schemas.microsoft.com/office/drawing/2014/main" id="{A35B115D-CDB8-493C-9ECC-01FC2965D7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89" name="直線コネクタ 141088">
                      <a:extLst>
                        <a:ext uri="{FF2B5EF4-FFF2-40B4-BE49-F238E27FC236}">
                          <a16:creationId xmlns:a16="http://schemas.microsoft.com/office/drawing/2014/main" id="{9183CEBF-00DB-4479-B4EB-133B7830CF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0" name="直線コネクタ 141089">
                      <a:extLst>
                        <a:ext uri="{FF2B5EF4-FFF2-40B4-BE49-F238E27FC236}">
                          <a16:creationId xmlns:a16="http://schemas.microsoft.com/office/drawing/2014/main" id="{D4E9A302-FC45-4F81-A168-E6BD19EBD7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1" name="直線コネクタ 141090">
                      <a:extLst>
                        <a:ext uri="{FF2B5EF4-FFF2-40B4-BE49-F238E27FC236}">
                          <a16:creationId xmlns:a16="http://schemas.microsoft.com/office/drawing/2014/main" id="{575679A8-54F5-401F-8396-F11EACFFDF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2" name="直線コネクタ 141091">
                      <a:extLst>
                        <a:ext uri="{FF2B5EF4-FFF2-40B4-BE49-F238E27FC236}">
                          <a16:creationId xmlns:a16="http://schemas.microsoft.com/office/drawing/2014/main" id="{38118CFA-E974-4CCD-8A13-01F7391556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3" name="直線コネクタ 141092">
                      <a:extLst>
                        <a:ext uri="{FF2B5EF4-FFF2-40B4-BE49-F238E27FC236}">
                          <a16:creationId xmlns:a16="http://schemas.microsoft.com/office/drawing/2014/main" id="{2325A449-286D-4DCC-BB08-420EDC5EA4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4" name="直線コネクタ 141093">
                      <a:extLst>
                        <a:ext uri="{FF2B5EF4-FFF2-40B4-BE49-F238E27FC236}">
                          <a16:creationId xmlns:a16="http://schemas.microsoft.com/office/drawing/2014/main" id="{4909392D-E680-4D98-8A5B-6CECD5F511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5" name="直線コネクタ 141094">
                      <a:extLst>
                        <a:ext uri="{FF2B5EF4-FFF2-40B4-BE49-F238E27FC236}">
                          <a16:creationId xmlns:a16="http://schemas.microsoft.com/office/drawing/2014/main" id="{2E314DE4-9A03-4C12-89E4-A081BD18E5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6" name="直線コネクタ 141095">
                      <a:extLst>
                        <a:ext uri="{FF2B5EF4-FFF2-40B4-BE49-F238E27FC236}">
                          <a16:creationId xmlns:a16="http://schemas.microsoft.com/office/drawing/2014/main" id="{2FF8620A-7983-443A-853D-3830F95720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7" name="直線コネクタ 141096">
                      <a:extLst>
                        <a:ext uri="{FF2B5EF4-FFF2-40B4-BE49-F238E27FC236}">
                          <a16:creationId xmlns:a16="http://schemas.microsoft.com/office/drawing/2014/main" id="{CEA88525-8EBC-4D88-A19B-DF4E7E841C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8" name="直線コネクタ 141097">
                      <a:extLst>
                        <a:ext uri="{FF2B5EF4-FFF2-40B4-BE49-F238E27FC236}">
                          <a16:creationId xmlns:a16="http://schemas.microsoft.com/office/drawing/2014/main" id="{39749241-FA8C-43B9-8BF8-B66B6B86D0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99" name="直線コネクタ 141098">
                      <a:extLst>
                        <a:ext uri="{FF2B5EF4-FFF2-40B4-BE49-F238E27FC236}">
                          <a16:creationId xmlns:a16="http://schemas.microsoft.com/office/drawing/2014/main" id="{63C566B6-92B3-4425-8797-6214C2B5D8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0" name="直線コネクタ 141099">
                      <a:extLst>
                        <a:ext uri="{FF2B5EF4-FFF2-40B4-BE49-F238E27FC236}">
                          <a16:creationId xmlns:a16="http://schemas.microsoft.com/office/drawing/2014/main" id="{F8519D0A-31EF-4406-846F-1B796AAECE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1" name="直線コネクタ 141100">
                      <a:extLst>
                        <a:ext uri="{FF2B5EF4-FFF2-40B4-BE49-F238E27FC236}">
                          <a16:creationId xmlns:a16="http://schemas.microsoft.com/office/drawing/2014/main" id="{F0EB2372-5933-4CD0-8131-D9105F7D30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2" name="直線コネクタ 141101">
                      <a:extLst>
                        <a:ext uri="{FF2B5EF4-FFF2-40B4-BE49-F238E27FC236}">
                          <a16:creationId xmlns:a16="http://schemas.microsoft.com/office/drawing/2014/main" id="{7FA527DE-6E86-4051-BEAE-45B8CBEE89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3" name="直線コネクタ 141102">
                      <a:extLst>
                        <a:ext uri="{FF2B5EF4-FFF2-40B4-BE49-F238E27FC236}">
                          <a16:creationId xmlns:a16="http://schemas.microsoft.com/office/drawing/2014/main" id="{89C67E94-0656-4A2B-8BF6-C5DD7E2F33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4" name="直線コネクタ 141103">
                      <a:extLst>
                        <a:ext uri="{FF2B5EF4-FFF2-40B4-BE49-F238E27FC236}">
                          <a16:creationId xmlns:a16="http://schemas.microsoft.com/office/drawing/2014/main" id="{9AC455A8-839E-4EB1-B352-2444C3CE2D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5" name="直線コネクタ 141104">
                      <a:extLst>
                        <a:ext uri="{FF2B5EF4-FFF2-40B4-BE49-F238E27FC236}">
                          <a16:creationId xmlns:a16="http://schemas.microsoft.com/office/drawing/2014/main" id="{4919966B-7150-42CF-ABE2-3A57C8A408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6" name="直線コネクタ 141105">
                      <a:extLst>
                        <a:ext uri="{FF2B5EF4-FFF2-40B4-BE49-F238E27FC236}">
                          <a16:creationId xmlns:a16="http://schemas.microsoft.com/office/drawing/2014/main" id="{4066F045-5F9F-442F-A75D-DD1EE59454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7" name="直線コネクタ 141106">
                      <a:extLst>
                        <a:ext uri="{FF2B5EF4-FFF2-40B4-BE49-F238E27FC236}">
                          <a16:creationId xmlns:a16="http://schemas.microsoft.com/office/drawing/2014/main" id="{EBCB7974-356E-4EDD-BD38-B60A1D066E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108" name="直線コネクタ 141107">
                      <a:extLst>
                        <a:ext uri="{FF2B5EF4-FFF2-40B4-BE49-F238E27FC236}">
                          <a16:creationId xmlns:a16="http://schemas.microsoft.com/office/drawing/2014/main" id="{7A51C490-FDFA-402C-80EC-B5BC385367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60" name="グループ化 140859">
                    <a:extLst>
                      <a:ext uri="{FF2B5EF4-FFF2-40B4-BE49-F238E27FC236}">
                        <a16:creationId xmlns:a16="http://schemas.microsoft.com/office/drawing/2014/main" id="{09B88E98-D4D2-402C-AAAC-1678ADB5D6DB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606962" y="559056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40986" name="直線コネクタ 140985">
                      <a:extLst>
                        <a:ext uri="{FF2B5EF4-FFF2-40B4-BE49-F238E27FC236}">
                          <a16:creationId xmlns:a16="http://schemas.microsoft.com/office/drawing/2014/main" id="{0F7CA10F-B0A0-4888-AB70-D5807B74C0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7" name="直線コネクタ 140986">
                      <a:extLst>
                        <a:ext uri="{FF2B5EF4-FFF2-40B4-BE49-F238E27FC236}">
                          <a16:creationId xmlns:a16="http://schemas.microsoft.com/office/drawing/2014/main" id="{47B86B48-EE77-4348-8C44-19193BB292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8" name="直線コネクタ 140987">
                      <a:extLst>
                        <a:ext uri="{FF2B5EF4-FFF2-40B4-BE49-F238E27FC236}">
                          <a16:creationId xmlns:a16="http://schemas.microsoft.com/office/drawing/2014/main" id="{7058D1D4-EF81-45AB-AD5B-CA6598282C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9" name="直線コネクタ 140988">
                      <a:extLst>
                        <a:ext uri="{FF2B5EF4-FFF2-40B4-BE49-F238E27FC236}">
                          <a16:creationId xmlns:a16="http://schemas.microsoft.com/office/drawing/2014/main" id="{2B0C3666-73C5-45D4-A60F-9E43A02662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0" name="直線コネクタ 140989">
                      <a:extLst>
                        <a:ext uri="{FF2B5EF4-FFF2-40B4-BE49-F238E27FC236}">
                          <a16:creationId xmlns:a16="http://schemas.microsoft.com/office/drawing/2014/main" id="{81593612-66C4-4A0F-AFD7-0F7AA89696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1" name="直線コネクタ 140990">
                      <a:extLst>
                        <a:ext uri="{FF2B5EF4-FFF2-40B4-BE49-F238E27FC236}">
                          <a16:creationId xmlns:a16="http://schemas.microsoft.com/office/drawing/2014/main" id="{E24D664A-D563-49C6-9F63-43D9B3991A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2" name="直線コネクタ 140991">
                      <a:extLst>
                        <a:ext uri="{FF2B5EF4-FFF2-40B4-BE49-F238E27FC236}">
                          <a16:creationId xmlns:a16="http://schemas.microsoft.com/office/drawing/2014/main" id="{CA698009-70FD-4027-9C83-C8409888C5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3" name="直線コネクタ 140992">
                      <a:extLst>
                        <a:ext uri="{FF2B5EF4-FFF2-40B4-BE49-F238E27FC236}">
                          <a16:creationId xmlns:a16="http://schemas.microsoft.com/office/drawing/2014/main" id="{20437F93-333E-41EB-94C2-4E3D93BFDC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4" name="直線コネクタ 140993">
                      <a:extLst>
                        <a:ext uri="{FF2B5EF4-FFF2-40B4-BE49-F238E27FC236}">
                          <a16:creationId xmlns:a16="http://schemas.microsoft.com/office/drawing/2014/main" id="{DD1CF7E2-D2A2-4CD8-944C-6C68406170C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5" name="直線コネクタ 140994">
                      <a:extLst>
                        <a:ext uri="{FF2B5EF4-FFF2-40B4-BE49-F238E27FC236}">
                          <a16:creationId xmlns:a16="http://schemas.microsoft.com/office/drawing/2014/main" id="{A33C05C7-B24B-4F70-B7BC-B3F351B41D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6" name="直線コネクタ 140995">
                      <a:extLst>
                        <a:ext uri="{FF2B5EF4-FFF2-40B4-BE49-F238E27FC236}">
                          <a16:creationId xmlns:a16="http://schemas.microsoft.com/office/drawing/2014/main" id="{7990729A-DA72-4ED4-8C68-F357D7B4FA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7" name="直線コネクタ 140996">
                      <a:extLst>
                        <a:ext uri="{FF2B5EF4-FFF2-40B4-BE49-F238E27FC236}">
                          <a16:creationId xmlns:a16="http://schemas.microsoft.com/office/drawing/2014/main" id="{A2FACC0F-40D7-435E-A827-A2E98DF17B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8" name="直線コネクタ 140997">
                      <a:extLst>
                        <a:ext uri="{FF2B5EF4-FFF2-40B4-BE49-F238E27FC236}">
                          <a16:creationId xmlns:a16="http://schemas.microsoft.com/office/drawing/2014/main" id="{6468A556-B993-4BA8-A760-1AB59B266B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99" name="直線コネクタ 140998">
                      <a:extLst>
                        <a:ext uri="{FF2B5EF4-FFF2-40B4-BE49-F238E27FC236}">
                          <a16:creationId xmlns:a16="http://schemas.microsoft.com/office/drawing/2014/main" id="{EF240F9B-854D-44D2-8C6E-2BB8B53BB1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0" name="直線コネクタ 140999">
                      <a:extLst>
                        <a:ext uri="{FF2B5EF4-FFF2-40B4-BE49-F238E27FC236}">
                          <a16:creationId xmlns:a16="http://schemas.microsoft.com/office/drawing/2014/main" id="{56D9FF54-DD3C-4D3F-9657-DD6E7068DE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1" name="直線コネクタ 141000">
                      <a:extLst>
                        <a:ext uri="{FF2B5EF4-FFF2-40B4-BE49-F238E27FC236}">
                          <a16:creationId xmlns:a16="http://schemas.microsoft.com/office/drawing/2014/main" id="{5EC8B4B6-2F15-41C0-8B03-1490BA085F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2" name="直線コネクタ 141001">
                      <a:extLst>
                        <a:ext uri="{FF2B5EF4-FFF2-40B4-BE49-F238E27FC236}">
                          <a16:creationId xmlns:a16="http://schemas.microsoft.com/office/drawing/2014/main" id="{EA3CE132-B48E-4D0B-97D2-3F146CFA75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3" name="直線コネクタ 141002">
                      <a:extLst>
                        <a:ext uri="{FF2B5EF4-FFF2-40B4-BE49-F238E27FC236}">
                          <a16:creationId xmlns:a16="http://schemas.microsoft.com/office/drawing/2014/main" id="{D3427AF9-2489-40CB-84F8-370C2FDA96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4" name="直線コネクタ 141003">
                      <a:extLst>
                        <a:ext uri="{FF2B5EF4-FFF2-40B4-BE49-F238E27FC236}">
                          <a16:creationId xmlns:a16="http://schemas.microsoft.com/office/drawing/2014/main" id="{5B1CF486-73E3-44A4-84F2-93E71AD8AF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5" name="直線コネクタ 141004">
                      <a:extLst>
                        <a:ext uri="{FF2B5EF4-FFF2-40B4-BE49-F238E27FC236}">
                          <a16:creationId xmlns:a16="http://schemas.microsoft.com/office/drawing/2014/main" id="{45009980-BCB6-407F-A6F2-1D612341FA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6" name="直線コネクタ 141005">
                      <a:extLst>
                        <a:ext uri="{FF2B5EF4-FFF2-40B4-BE49-F238E27FC236}">
                          <a16:creationId xmlns:a16="http://schemas.microsoft.com/office/drawing/2014/main" id="{BEB3A916-36B6-4744-9899-D58BE97B7B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7" name="直線コネクタ 141006">
                      <a:extLst>
                        <a:ext uri="{FF2B5EF4-FFF2-40B4-BE49-F238E27FC236}">
                          <a16:creationId xmlns:a16="http://schemas.microsoft.com/office/drawing/2014/main" id="{AD669E55-9C02-45F4-99AD-8C67936B37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8" name="直線コネクタ 141007">
                      <a:extLst>
                        <a:ext uri="{FF2B5EF4-FFF2-40B4-BE49-F238E27FC236}">
                          <a16:creationId xmlns:a16="http://schemas.microsoft.com/office/drawing/2014/main" id="{EB0D2618-D87B-4327-BE28-688632665B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09" name="直線コネクタ 141008">
                      <a:extLst>
                        <a:ext uri="{FF2B5EF4-FFF2-40B4-BE49-F238E27FC236}">
                          <a16:creationId xmlns:a16="http://schemas.microsoft.com/office/drawing/2014/main" id="{7AEA678E-355D-4A2A-83CA-3D74311585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0" name="直線コネクタ 141009">
                      <a:extLst>
                        <a:ext uri="{FF2B5EF4-FFF2-40B4-BE49-F238E27FC236}">
                          <a16:creationId xmlns:a16="http://schemas.microsoft.com/office/drawing/2014/main" id="{F5B7D6E4-F937-45AF-A033-0C0A445AF9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1" name="直線コネクタ 141010">
                      <a:extLst>
                        <a:ext uri="{FF2B5EF4-FFF2-40B4-BE49-F238E27FC236}">
                          <a16:creationId xmlns:a16="http://schemas.microsoft.com/office/drawing/2014/main" id="{DAA5249D-7BB9-4827-894C-C9F7BC8D15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2" name="直線コネクタ 141011">
                      <a:extLst>
                        <a:ext uri="{FF2B5EF4-FFF2-40B4-BE49-F238E27FC236}">
                          <a16:creationId xmlns:a16="http://schemas.microsoft.com/office/drawing/2014/main" id="{623B293A-0607-4601-AD92-97790A505C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3" name="直線コネクタ 141012">
                      <a:extLst>
                        <a:ext uri="{FF2B5EF4-FFF2-40B4-BE49-F238E27FC236}">
                          <a16:creationId xmlns:a16="http://schemas.microsoft.com/office/drawing/2014/main" id="{E3E46780-EDB3-4D1B-89B3-44DBE390F6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4" name="直線コネクタ 141013">
                      <a:extLst>
                        <a:ext uri="{FF2B5EF4-FFF2-40B4-BE49-F238E27FC236}">
                          <a16:creationId xmlns:a16="http://schemas.microsoft.com/office/drawing/2014/main" id="{201CD046-387D-4418-B0B4-12899F4508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5" name="直線コネクタ 141014">
                      <a:extLst>
                        <a:ext uri="{FF2B5EF4-FFF2-40B4-BE49-F238E27FC236}">
                          <a16:creationId xmlns:a16="http://schemas.microsoft.com/office/drawing/2014/main" id="{FFA81721-A783-400E-AB99-78FA21C0AE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6" name="直線コネクタ 141015">
                      <a:extLst>
                        <a:ext uri="{FF2B5EF4-FFF2-40B4-BE49-F238E27FC236}">
                          <a16:creationId xmlns:a16="http://schemas.microsoft.com/office/drawing/2014/main" id="{FE449EA7-1B62-403E-9D84-FA2BACEC31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7" name="直線コネクタ 141016">
                      <a:extLst>
                        <a:ext uri="{FF2B5EF4-FFF2-40B4-BE49-F238E27FC236}">
                          <a16:creationId xmlns:a16="http://schemas.microsoft.com/office/drawing/2014/main" id="{728F8F78-44C8-4B8C-8A60-26B9322C7F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8" name="直線コネクタ 141017">
                      <a:extLst>
                        <a:ext uri="{FF2B5EF4-FFF2-40B4-BE49-F238E27FC236}">
                          <a16:creationId xmlns:a16="http://schemas.microsoft.com/office/drawing/2014/main" id="{1E4A141C-6594-4535-9615-3B39BF0C76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19" name="直線コネクタ 141018">
                      <a:extLst>
                        <a:ext uri="{FF2B5EF4-FFF2-40B4-BE49-F238E27FC236}">
                          <a16:creationId xmlns:a16="http://schemas.microsoft.com/office/drawing/2014/main" id="{6B6260BD-DB5F-4312-8264-690479C6D0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0" name="直線コネクタ 141019">
                      <a:extLst>
                        <a:ext uri="{FF2B5EF4-FFF2-40B4-BE49-F238E27FC236}">
                          <a16:creationId xmlns:a16="http://schemas.microsoft.com/office/drawing/2014/main" id="{A3FEDE20-E3F2-49CA-94B8-4BAFAF301C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1" name="直線コネクタ 141020">
                      <a:extLst>
                        <a:ext uri="{FF2B5EF4-FFF2-40B4-BE49-F238E27FC236}">
                          <a16:creationId xmlns:a16="http://schemas.microsoft.com/office/drawing/2014/main" id="{A0DBEB08-D324-4591-9C8B-E46DB8566D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2" name="直線コネクタ 141021">
                      <a:extLst>
                        <a:ext uri="{FF2B5EF4-FFF2-40B4-BE49-F238E27FC236}">
                          <a16:creationId xmlns:a16="http://schemas.microsoft.com/office/drawing/2014/main" id="{C3E8FE9D-1042-4781-9B97-31E91727B3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3" name="直線コネクタ 141022">
                      <a:extLst>
                        <a:ext uri="{FF2B5EF4-FFF2-40B4-BE49-F238E27FC236}">
                          <a16:creationId xmlns:a16="http://schemas.microsoft.com/office/drawing/2014/main" id="{B13BD471-ECE2-4102-BD14-FC4917910F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4" name="直線コネクタ 141023">
                      <a:extLst>
                        <a:ext uri="{FF2B5EF4-FFF2-40B4-BE49-F238E27FC236}">
                          <a16:creationId xmlns:a16="http://schemas.microsoft.com/office/drawing/2014/main" id="{D33E4DF9-C14E-4D29-9A73-8396B4AE18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5" name="直線コネクタ 141024">
                      <a:extLst>
                        <a:ext uri="{FF2B5EF4-FFF2-40B4-BE49-F238E27FC236}">
                          <a16:creationId xmlns:a16="http://schemas.microsoft.com/office/drawing/2014/main" id="{0B784B8C-F0C8-4448-888D-D736E39DF0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6" name="直線コネクタ 141025">
                      <a:extLst>
                        <a:ext uri="{FF2B5EF4-FFF2-40B4-BE49-F238E27FC236}">
                          <a16:creationId xmlns:a16="http://schemas.microsoft.com/office/drawing/2014/main" id="{188716BD-68D9-4A71-A3FE-B380DF2345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7" name="直線コネクタ 141026">
                      <a:extLst>
                        <a:ext uri="{FF2B5EF4-FFF2-40B4-BE49-F238E27FC236}">
                          <a16:creationId xmlns:a16="http://schemas.microsoft.com/office/drawing/2014/main" id="{CCA6DB60-A677-45A0-BEC7-8F0CB786CF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8" name="直線コネクタ 141027">
                      <a:extLst>
                        <a:ext uri="{FF2B5EF4-FFF2-40B4-BE49-F238E27FC236}">
                          <a16:creationId xmlns:a16="http://schemas.microsoft.com/office/drawing/2014/main" id="{05CEE94A-C27E-4480-8877-304F6D72DF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29" name="直線コネクタ 141028">
                      <a:extLst>
                        <a:ext uri="{FF2B5EF4-FFF2-40B4-BE49-F238E27FC236}">
                          <a16:creationId xmlns:a16="http://schemas.microsoft.com/office/drawing/2014/main" id="{92728C58-C0CC-43A9-A681-D3349F0CAE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0" name="直線コネクタ 141029">
                      <a:extLst>
                        <a:ext uri="{FF2B5EF4-FFF2-40B4-BE49-F238E27FC236}">
                          <a16:creationId xmlns:a16="http://schemas.microsoft.com/office/drawing/2014/main" id="{47931C39-72D5-4143-A326-2237A06987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1" name="直線コネクタ 141030">
                      <a:extLst>
                        <a:ext uri="{FF2B5EF4-FFF2-40B4-BE49-F238E27FC236}">
                          <a16:creationId xmlns:a16="http://schemas.microsoft.com/office/drawing/2014/main" id="{247E0101-3717-4B14-9894-1773AF6E13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2" name="直線コネクタ 141031">
                      <a:extLst>
                        <a:ext uri="{FF2B5EF4-FFF2-40B4-BE49-F238E27FC236}">
                          <a16:creationId xmlns:a16="http://schemas.microsoft.com/office/drawing/2014/main" id="{E072BC2C-A742-4107-A27B-1BF7EE52C7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3" name="直線コネクタ 141032">
                      <a:extLst>
                        <a:ext uri="{FF2B5EF4-FFF2-40B4-BE49-F238E27FC236}">
                          <a16:creationId xmlns:a16="http://schemas.microsoft.com/office/drawing/2014/main" id="{7920BA80-73FF-4754-9C05-BB1B2FC9F8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4" name="直線コネクタ 141033">
                      <a:extLst>
                        <a:ext uri="{FF2B5EF4-FFF2-40B4-BE49-F238E27FC236}">
                          <a16:creationId xmlns:a16="http://schemas.microsoft.com/office/drawing/2014/main" id="{F7D34C2F-3C36-4350-8BC9-FBD1BB06F2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5" name="直線コネクタ 141034">
                      <a:extLst>
                        <a:ext uri="{FF2B5EF4-FFF2-40B4-BE49-F238E27FC236}">
                          <a16:creationId xmlns:a16="http://schemas.microsoft.com/office/drawing/2014/main" id="{D551B5A7-1BF3-4333-9C8B-9F05BA607D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6" name="直線コネクタ 141035">
                      <a:extLst>
                        <a:ext uri="{FF2B5EF4-FFF2-40B4-BE49-F238E27FC236}">
                          <a16:creationId xmlns:a16="http://schemas.microsoft.com/office/drawing/2014/main" id="{6D44B09A-024F-4821-913C-31C3450458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7" name="直線コネクタ 141036">
                      <a:extLst>
                        <a:ext uri="{FF2B5EF4-FFF2-40B4-BE49-F238E27FC236}">
                          <a16:creationId xmlns:a16="http://schemas.microsoft.com/office/drawing/2014/main" id="{688CDE17-7AF6-40CB-A6A6-3CDB4275B5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8" name="直線コネクタ 141037">
                      <a:extLst>
                        <a:ext uri="{FF2B5EF4-FFF2-40B4-BE49-F238E27FC236}">
                          <a16:creationId xmlns:a16="http://schemas.microsoft.com/office/drawing/2014/main" id="{35F138B2-AD14-4431-9B53-B7958310DA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39" name="直線コネクタ 141038">
                      <a:extLst>
                        <a:ext uri="{FF2B5EF4-FFF2-40B4-BE49-F238E27FC236}">
                          <a16:creationId xmlns:a16="http://schemas.microsoft.com/office/drawing/2014/main" id="{EC07FCF2-1C84-4484-86EC-B66028331B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0" name="直線コネクタ 141039">
                      <a:extLst>
                        <a:ext uri="{FF2B5EF4-FFF2-40B4-BE49-F238E27FC236}">
                          <a16:creationId xmlns:a16="http://schemas.microsoft.com/office/drawing/2014/main" id="{9FE84D93-D2E3-4834-995A-5539D9DDF4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1" name="直線コネクタ 141040">
                      <a:extLst>
                        <a:ext uri="{FF2B5EF4-FFF2-40B4-BE49-F238E27FC236}">
                          <a16:creationId xmlns:a16="http://schemas.microsoft.com/office/drawing/2014/main" id="{0E58D432-80F0-42B8-8B08-B692C4F5EF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2" name="直線コネクタ 141041">
                      <a:extLst>
                        <a:ext uri="{FF2B5EF4-FFF2-40B4-BE49-F238E27FC236}">
                          <a16:creationId xmlns:a16="http://schemas.microsoft.com/office/drawing/2014/main" id="{A9BBEEB5-F431-4B89-9EF7-8427068EA6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3" name="直線コネクタ 141042">
                      <a:extLst>
                        <a:ext uri="{FF2B5EF4-FFF2-40B4-BE49-F238E27FC236}">
                          <a16:creationId xmlns:a16="http://schemas.microsoft.com/office/drawing/2014/main" id="{4A05FE7D-D416-47D3-9206-A38E7147DB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4" name="直線コネクタ 141043">
                      <a:extLst>
                        <a:ext uri="{FF2B5EF4-FFF2-40B4-BE49-F238E27FC236}">
                          <a16:creationId xmlns:a16="http://schemas.microsoft.com/office/drawing/2014/main" id="{F064B635-3E4B-4B23-BCC7-9DF942AF28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045" name="直線コネクタ 141044">
                      <a:extLst>
                        <a:ext uri="{FF2B5EF4-FFF2-40B4-BE49-F238E27FC236}">
                          <a16:creationId xmlns:a16="http://schemas.microsoft.com/office/drawing/2014/main" id="{216AE9D2-3043-41FC-BEAF-3E5CFF5CE3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61" name="グループ化 140860">
                    <a:extLst>
                      <a:ext uri="{FF2B5EF4-FFF2-40B4-BE49-F238E27FC236}">
                        <a16:creationId xmlns:a16="http://schemas.microsoft.com/office/drawing/2014/main" id="{90A764B8-C3EC-4954-800C-5459B92A9C51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986240" y="395192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40923" name="直線コネクタ 140922">
                      <a:extLst>
                        <a:ext uri="{FF2B5EF4-FFF2-40B4-BE49-F238E27FC236}">
                          <a16:creationId xmlns:a16="http://schemas.microsoft.com/office/drawing/2014/main" id="{9F662E15-B198-446B-BAB9-1F440A3CBC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4" name="直線コネクタ 140923">
                      <a:extLst>
                        <a:ext uri="{FF2B5EF4-FFF2-40B4-BE49-F238E27FC236}">
                          <a16:creationId xmlns:a16="http://schemas.microsoft.com/office/drawing/2014/main" id="{48ED8079-1793-480A-A2A7-06A69DD8BC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5" name="直線コネクタ 140924">
                      <a:extLst>
                        <a:ext uri="{FF2B5EF4-FFF2-40B4-BE49-F238E27FC236}">
                          <a16:creationId xmlns:a16="http://schemas.microsoft.com/office/drawing/2014/main" id="{0F817D6E-A9AE-44B5-B9F4-60E494209F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6" name="直線コネクタ 140925">
                      <a:extLst>
                        <a:ext uri="{FF2B5EF4-FFF2-40B4-BE49-F238E27FC236}">
                          <a16:creationId xmlns:a16="http://schemas.microsoft.com/office/drawing/2014/main" id="{2FA4ACB0-E88A-42FB-8454-7AEC62104D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7" name="直線コネクタ 140926">
                      <a:extLst>
                        <a:ext uri="{FF2B5EF4-FFF2-40B4-BE49-F238E27FC236}">
                          <a16:creationId xmlns:a16="http://schemas.microsoft.com/office/drawing/2014/main" id="{409BCA40-F581-4224-9445-46EA823614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8" name="直線コネクタ 140927">
                      <a:extLst>
                        <a:ext uri="{FF2B5EF4-FFF2-40B4-BE49-F238E27FC236}">
                          <a16:creationId xmlns:a16="http://schemas.microsoft.com/office/drawing/2014/main" id="{2D71FCCC-526E-4600-BB82-C19C6B6BF6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9" name="直線コネクタ 140928">
                      <a:extLst>
                        <a:ext uri="{FF2B5EF4-FFF2-40B4-BE49-F238E27FC236}">
                          <a16:creationId xmlns:a16="http://schemas.microsoft.com/office/drawing/2014/main" id="{5664597D-C9D3-4332-84B0-EF54B9C667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0" name="直線コネクタ 140929">
                      <a:extLst>
                        <a:ext uri="{FF2B5EF4-FFF2-40B4-BE49-F238E27FC236}">
                          <a16:creationId xmlns:a16="http://schemas.microsoft.com/office/drawing/2014/main" id="{0C84FB36-E847-4DCE-991E-FD416E64B2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1" name="直線コネクタ 140930">
                      <a:extLst>
                        <a:ext uri="{FF2B5EF4-FFF2-40B4-BE49-F238E27FC236}">
                          <a16:creationId xmlns:a16="http://schemas.microsoft.com/office/drawing/2014/main" id="{72CB1B61-0C59-46BF-B0FE-8705E214DE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2" name="直線コネクタ 140931">
                      <a:extLst>
                        <a:ext uri="{FF2B5EF4-FFF2-40B4-BE49-F238E27FC236}">
                          <a16:creationId xmlns:a16="http://schemas.microsoft.com/office/drawing/2014/main" id="{A5CEC79C-195A-4116-B110-D90F04CFAC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3" name="直線コネクタ 140932">
                      <a:extLst>
                        <a:ext uri="{FF2B5EF4-FFF2-40B4-BE49-F238E27FC236}">
                          <a16:creationId xmlns:a16="http://schemas.microsoft.com/office/drawing/2014/main" id="{FC08524D-A692-4BE6-9878-F41F53313A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4" name="直線コネクタ 140933">
                      <a:extLst>
                        <a:ext uri="{FF2B5EF4-FFF2-40B4-BE49-F238E27FC236}">
                          <a16:creationId xmlns:a16="http://schemas.microsoft.com/office/drawing/2014/main" id="{01D62FB9-915E-4598-9BC1-75309BD5DA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5" name="直線コネクタ 140934">
                      <a:extLst>
                        <a:ext uri="{FF2B5EF4-FFF2-40B4-BE49-F238E27FC236}">
                          <a16:creationId xmlns:a16="http://schemas.microsoft.com/office/drawing/2014/main" id="{6427732B-605C-43FC-A42A-21129DD4BD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6" name="直線コネクタ 140935">
                      <a:extLst>
                        <a:ext uri="{FF2B5EF4-FFF2-40B4-BE49-F238E27FC236}">
                          <a16:creationId xmlns:a16="http://schemas.microsoft.com/office/drawing/2014/main" id="{2BE3D98C-6B08-4C7B-8A0B-B7DA769F47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7" name="直線コネクタ 140936">
                      <a:extLst>
                        <a:ext uri="{FF2B5EF4-FFF2-40B4-BE49-F238E27FC236}">
                          <a16:creationId xmlns:a16="http://schemas.microsoft.com/office/drawing/2014/main" id="{026F7BC1-D702-4F52-B69A-DE531F9C98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8" name="直線コネクタ 140937">
                      <a:extLst>
                        <a:ext uri="{FF2B5EF4-FFF2-40B4-BE49-F238E27FC236}">
                          <a16:creationId xmlns:a16="http://schemas.microsoft.com/office/drawing/2014/main" id="{2791E991-72B8-47DA-B822-7918A67E97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39" name="直線コネクタ 140938">
                      <a:extLst>
                        <a:ext uri="{FF2B5EF4-FFF2-40B4-BE49-F238E27FC236}">
                          <a16:creationId xmlns:a16="http://schemas.microsoft.com/office/drawing/2014/main" id="{8EABE174-0B56-4745-B8BC-2C33F97CEC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0" name="直線コネクタ 140939">
                      <a:extLst>
                        <a:ext uri="{FF2B5EF4-FFF2-40B4-BE49-F238E27FC236}">
                          <a16:creationId xmlns:a16="http://schemas.microsoft.com/office/drawing/2014/main" id="{6DFC317A-FED9-428B-BEC2-F69BBBDF57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1" name="直線コネクタ 140940">
                      <a:extLst>
                        <a:ext uri="{FF2B5EF4-FFF2-40B4-BE49-F238E27FC236}">
                          <a16:creationId xmlns:a16="http://schemas.microsoft.com/office/drawing/2014/main" id="{27D079BA-BD46-4FC6-B8F3-D58B7ADE58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2" name="直線コネクタ 140941">
                      <a:extLst>
                        <a:ext uri="{FF2B5EF4-FFF2-40B4-BE49-F238E27FC236}">
                          <a16:creationId xmlns:a16="http://schemas.microsoft.com/office/drawing/2014/main" id="{B517FB86-786B-46A7-997E-55694AB00F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3" name="直線コネクタ 140942">
                      <a:extLst>
                        <a:ext uri="{FF2B5EF4-FFF2-40B4-BE49-F238E27FC236}">
                          <a16:creationId xmlns:a16="http://schemas.microsoft.com/office/drawing/2014/main" id="{DC3F1E47-4303-4361-A620-FD984A6341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4" name="直線コネクタ 140943">
                      <a:extLst>
                        <a:ext uri="{FF2B5EF4-FFF2-40B4-BE49-F238E27FC236}">
                          <a16:creationId xmlns:a16="http://schemas.microsoft.com/office/drawing/2014/main" id="{98A42F97-30BB-4C13-895C-0BA6D9FB0E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5" name="直線コネクタ 140944">
                      <a:extLst>
                        <a:ext uri="{FF2B5EF4-FFF2-40B4-BE49-F238E27FC236}">
                          <a16:creationId xmlns:a16="http://schemas.microsoft.com/office/drawing/2014/main" id="{12B4FBBC-A0C7-4216-8C1F-6A6FF578E8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6" name="直線コネクタ 140945">
                      <a:extLst>
                        <a:ext uri="{FF2B5EF4-FFF2-40B4-BE49-F238E27FC236}">
                          <a16:creationId xmlns:a16="http://schemas.microsoft.com/office/drawing/2014/main" id="{4C73404D-F47F-4FB5-A42F-156CC20CAB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7" name="直線コネクタ 140946">
                      <a:extLst>
                        <a:ext uri="{FF2B5EF4-FFF2-40B4-BE49-F238E27FC236}">
                          <a16:creationId xmlns:a16="http://schemas.microsoft.com/office/drawing/2014/main" id="{9AD25067-0D85-4383-8674-3AD4309BD3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8" name="直線コネクタ 140947">
                      <a:extLst>
                        <a:ext uri="{FF2B5EF4-FFF2-40B4-BE49-F238E27FC236}">
                          <a16:creationId xmlns:a16="http://schemas.microsoft.com/office/drawing/2014/main" id="{F691245F-B067-4E11-A861-1790D0EC72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49" name="直線コネクタ 140948">
                      <a:extLst>
                        <a:ext uri="{FF2B5EF4-FFF2-40B4-BE49-F238E27FC236}">
                          <a16:creationId xmlns:a16="http://schemas.microsoft.com/office/drawing/2014/main" id="{8B18BD71-7F4A-4AEF-B56D-BEC2EAD383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0" name="直線コネクタ 140949">
                      <a:extLst>
                        <a:ext uri="{FF2B5EF4-FFF2-40B4-BE49-F238E27FC236}">
                          <a16:creationId xmlns:a16="http://schemas.microsoft.com/office/drawing/2014/main" id="{A1AD4E5C-9084-4CFC-9E7E-C5B614E79B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1" name="直線コネクタ 140950">
                      <a:extLst>
                        <a:ext uri="{FF2B5EF4-FFF2-40B4-BE49-F238E27FC236}">
                          <a16:creationId xmlns:a16="http://schemas.microsoft.com/office/drawing/2014/main" id="{474D49B9-C6CE-4FA1-A5C3-3E664346D0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2" name="直線コネクタ 140951">
                      <a:extLst>
                        <a:ext uri="{FF2B5EF4-FFF2-40B4-BE49-F238E27FC236}">
                          <a16:creationId xmlns:a16="http://schemas.microsoft.com/office/drawing/2014/main" id="{257FD4D3-CC3A-4EB5-9B60-E3BED4071C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3" name="直線コネクタ 140952">
                      <a:extLst>
                        <a:ext uri="{FF2B5EF4-FFF2-40B4-BE49-F238E27FC236}">
                          <a16:creationId xmlns:a16="http://schemas.microsoft.com/office/drawing/2014/main" id="{10402D73-C19C-42B1-BCE6-A7458BEE3E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4" name="直線コネクタ 140953">
                      <a:extLst>
                        <a:ext uri="{FF2B5EF4-FFF2-40B4-BE49-F238E27FC236}">
                          <a16:creationId xmlns:a16="http://schemas.microsoft.com/office/drawing/2014/main" id="{B603E9A1-8BF6-45C1-9E4C-2E01CDF408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5" name="直線コネクタ 140954">
                      <a:extLst>
                        <a:ext uri="{FF2B5EF4-FFF2-40B4-BE49-F238E27FC236}">
                          <a16:creationId xmlns:a16="http://schemas.microsoft.com/office/drawing/2014/main" id="{A2A4F1A6-7C68-4034-9FC1-016CC46FA7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6" name="直線コネクタ 140955">
                      <a:extLst>
                        <a:ext uri="{FF2B5EF4-FFF2-40B4-BE49-F238E27FC236}">
                          <a16:creationId xmlns:a16="http://schemas.microsoft.com/office/drawing/2014/main" id="{206AE227-1249-4B33-991B-D5250014D2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7" name="直線コネクタ 140956">
                      <a:extLst>
                        <a:ext uri="{FF2B5EF4-FFF2-40B4-BE49-F238E27FC236}">
                          <a16:creationId xmlns:a16="http://schemas.microsoft.com/office/drawing/2014/main" id="{F985CC05-2A04-4B55-A2B3-87CEA1CC85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8" name="直線コネクタ 140957">
                      <a:extLst>
                        <a:ext uri="{FF2B5EF4-FFF2-40B4-BE49-F238E27FC236}">
                          <a16:creationId xmlns:a16="http://schemas.microsoft.com/office/drawing/2014/main" id="{5128540E-4EEB-4649-A6D0-031EE670BD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59" name="直線コネクタ 140958">
                      <a:extLst>
                        <a:ext uri="{FF2B5EF4-FFF2-40B4-BE49-F238E27FC236}">
                          <a16:creationId xmlns:a16="http://schemas.microsoft.com/office/drawing/2014/main" id="{A765A0FA-E80E-4A32-A8DB-3D86A78D32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0" name="直線コネクタ 140959">
                      <a:extLst>
                        <a:ext uri="{FF2B5EF4-FFF2-40B4-BE49-F238E27FC236}">
                          <a16:creationId xmlns:a16="http://schemas.microsoft.com/office/drawing/2014/main" id="{09AEB0C7-9905-47A2-A49D-97E38A5C15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1" name="直線コネクタ 140960">
                      <a:extLst>
                        <a:ext uri="{FF2B5EF4-FFF2-40B4-BE49-F238E27FC236}">
                          <a16:creationId xmlns:a16="http://schemas.microsoft.com/office/drawing/2014/main" id="{B7DF33E9-0939-4B09-9923-0BE5B88D48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2" name="直線コネクタ 140961">
                      <a:extLst>
                        <a:ext uri="{FF2B5EF4-FFF2-40B4-BE49-F238E27FC236}">
                          <a16:creationId xmlns:a16="http://schemas.microsoft.com/office/drawing/2014/main" id="{2A930F36-C384-4E28-AF7D-923C3E80B1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3" name="直線コネクタ 140962">
                      <a:extLst>
                        <a:ext uri="{FF2B5EF4-FFF2-40B4-BE49-F238E27FC236}">
                          <a16:creationId xmlns:a16="http://schemas.microsoft.com/office/drawing/2014/main" id="{7C96536C-68BF-46AE-A317-C44CBCC369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4" name="直線コネクタ 140963">
                      <a:extLst>
                        <a:ext uri="{FF2B5EF4-FFF2-40B4-BE49-F238E27FC236}">
                          <a16:creationId xmlns:a16="http://schemas.microsoft.com/office/drawing/2014/main" id="{82D85943-3DF1-4D28-8A26-BFDBED85B3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5" name="直線コネクタ 140964">
                      <a:extLst>
                        <a:ext uri="{FF2B5EF4-FFF2-40B4-BE49-F238E27FC236}">
                          <a16:creationId xmlns:a16="http://schemas.microsoft.com/office/drawing/2014/main" id="{DBAFE6E5-FDBC-47CB-9399-C5192F44CC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6" name="直線コネクタ 140965">
                      <a:extLst>
                        <a:ext uri="{FF2B5EF4-FFF2-40B4-BE49-F238E27FC236}">
                          <a16:creationId xmlns:a16="http://schemas.microsoft.com/office/drawing/2014/main" id="{E66B3F6D-BE14-4F80-A23D-2E7ECD8E80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7" name="直線コネクタ 140966">
                      <a:extLst>
                        <a:ext uri="{FF2B5EF4-FFF2-40B4-BE49-F238E27FC236}">
                          <a16:creationId xmlns:a16="http://schemas.microsoft.com/office/drawing/2014/main" id="{0E2E95B5-E908-4E85-A3D9-6B6F68CCB9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8" name="直線コネクタ 140967">
                      <a:extLst>
                        <a:ext uri="{FF2B5EF4-FFF2-40B4-BE49-F238E27FC236}">
                          <a16:creationId xmlns:a16="http://schemas.microsoft.com/office/drawing/2014/main" id="{0DEBBA54-F0E1-44FF-9E23-2086388740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69" name="直線コネクタ 140968">
                      <a:extLst>
                        <a:ext uri="{FF2B5EF4-FFF2-40B4-BE49-F238E27FC236}">
                          <a16:creationId xmlns:a16="http://schemas.microsoft.com/office/drawing/2014/main" id="{BA7D2649-B2B3-40C9-B542-EA5EA0C4AB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0" name="直線コネクタ 140969">
                      <a:extLst>
                        <a:ext uri="{FF2B5EF4-FFF2-40B4-BE49-F238E27FC236}">
                          <a16:creationId xmlns:a16="http://schemas.microsoft.com/office/drawing/2014/main" id="{A170C109-38E8-42B0-9782-EFF45D5636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1" name="直線コネクタ 140970">
                      <a:extLst>
                        <a:ext uri="{FF2B5EF4-FFF2-40B4-BE49-F238E27FC236}">
                          <a16:creationId xmlns:a16="http://schemas.microsoft.com/office/drawing/2014/main" id="{F4C130F4-780C-4627-8B52-5B3E8B6100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2" name="直線コネクタ 140971">
                      <a:extLst>
                        <a:ext uri="{FF2B5EF4-FFF2-40B4-BE49-F238E27FC236}">
                          <a16:creationId xmlns:a16="http://schemas.microsoft.com/office/drawing/2014/main" id="{DEE79F28-D452-400C-A411-F44921C07A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3" name="直線コネクタ 140972">
                      <a:extLst>
                        <a:ext uri="{FF2B5EF4-FFF2-40B4-BE49-F238E27FC236}">
                          <a16:creationId xmlns:a16="http://schemas.microsoft.com/office/drawing/2014/main" id="{13151B1D-C472-4F84-8C8E-799B37DA71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4" name="直線コネクタ 140973">
                      <a:extLst>
                        <a:ext uri="{FF2B5EF4-FFF2-40B4-BE49-F238E27FC236}">
                          <a16:creationId xmlns:a16="http://schemas.microsoft.com/office/drawing/2014/main" id="{C392A35C-2267-4C67-8ABC-C3C8239921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5" name="直線コネクタ 140974">
                      <a:extLst>
                        <a:ext uri="{FF2B5EF4-FFF2-40B4-BE49-F238E27FC236}">
                          <a16:creationId xmlns:a16="http://schemas.microsoft.com/office/drawing/2014/main" id="{4A4A3E50-D09F-440B-8B9E-368D7EE6EB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6" name="直線コネクタ 140975">
                      <a:extLst>
                        <a:ext uri="{FF2B5EF4-FFF2-40B4-BE49-F238E27FC236}">
                          <a16:creationId xmlns:a16="http://schemas.microsoft.com/office/drawing/2014/main" id="{8EA3F90C-5706-45C5-8F3C-8BB6EE82F9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7" name="直線コネクタ 140976">
                      <a:extLst>
                        <a:ext uri="{FF2B5EF4-FFF2-40B4-BE49-F238E27FC236}">
                          <a16:creationId xmlns:a16="http://schemas.microsoft.com/office/drawing/2014/main" id="{209ED4BB-005C-48C3-A3E4-0B15E2DFFE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8" name="直線コネクタ 140977">
                      <a:extLst>
                        <a:ext uri="{FF2B5EF4-FFF2-40B4-BE49-F238E27FC236}">
                          <a16:creationId xmlns:a16="http://schemas.microsoft.com/office/drawing/2014/main" id="{01F19270-8C68-4E88-9A9D-B186453B2D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79" name="直線コネクタ 140978">
                      <a:extLst>
                        <a:ext uri="{FF2B5EF4-FFF2-40B4-BE49-F238E27FC236}">
                          <a16:creationId xmlns:a16="http://schemas.microsoft.com/office/drawing/2014/main" id="{4BF8E8DB-1349-4C97-9FFA-24E570036E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0" name="直線コネクタ 140979">
                      <a:extLst>
                        <a:ext uri="{FF2B5EF4-FFF2-40B4-BE49-F238E27FC236}">
                          <a16:creationId xmlns:a16="http://schemas.microsoft.com/office/drawing/2014/main" id="{CC30E309-FCAC-431C-B2E3-220F7DA6C6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1" name="直線コネクタ 140980">
                      <a:extLst>
                        <a:ext uri="{FF2B5EF4-FFF2-40B4-BE49-F238E27FC236}">
                          <a16:creationId xmlns:a16="http://schemas.microsoft.com/office/drawing/2014/main" id="{49A3C67D-D059-4FA8-A9A0-8FE74A22BF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2" name="直線コネクタ 140981">
                      <a:extLst>
                        <a:ext uri="{FF2B5EF4-FFF2-40B4-BE49-F238E27FC236}">
                          <a16:creationId xmlns:a16="http://schemas.microsoft.com/office/drawing/2014/main" id="{56B2A887-263F-4069-B3DF-7939FB0AB9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3" name="直線コネクタ 140982">
                      <a:extLst>
                        <a:ext uri="{FF2B5EF4-FFF2-40B4-BE49-F238E27FC236}">
                          <a16:creationId xmlns:a16="http://schemas.microsoft.com/office/drawing/2014/main" id="{EA8D83DE-5AB5-4FF1-8B77-5BF9190864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4" name="直線コネクタ 140983">
                      <a:extLst>
                        <a:ext uri="{FF2B5EF4-FFF2-40B4-BE49-F238E27FC236}">
                          <a16:creationId xmlns:a16="http://schemas.microsoft.com/office/drawing/2014/main" id="{352C7F16-3B08-4891-A447-255553F721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85" name="直線コネクタ 140984">
                      <a:extLst>
                        <a:ext uri="{FF2B5EF4-FFF2-40B4-BE49-F238E27FC236}">
                          <a16:creationId xmlns:a16="http://schemas.microsoft.com/office/drawing/2014/main" id="{4B956C58-BA6B-41B3-9A6D-95D7EB2DC6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862" name="グループ化 140861">
                    <a:extLst>
                      <a:ext uri="{FF2B5EF4-FFF2-40B4-BE49-F238E27FC236}">
                        <a16:creationId xmlns:a16="http://schemas.microsoft.com/office/drawing/2014/main" id="{27AB3B64-CCE5-4D0A-8F85-6481B819972E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518029" y="449042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40863" name="直線コネクタ 140862">
                      <a:extLst>
                        <a:ext uri="{FF2B5EF4-FFF2-40B4-BE49-F238E27FC236}">
                          <a16:creationId xmlns:a16="http://schemas.microsoft.com/office/drawing/2014/main" id="{1C35A78D-11EF-44BF-BF0C-7A1F51AF42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64" name="直線コネクタ 140863">
                      <a:extLst>
                        <a:ext uri="{FF2B5EF4-FFF2-40B4-BE49-F238E27FC236}">
                          <a16:creationId xmlns:a16="http://schemas.microsoft.com/office/drawing/2014/main" id="{50E746F3-20C4-4137-9493-EC7E27B256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65" name="直線コネクタ 140864">
                      <a:extLst>
                        <a:ext uri="{FF2B5EF4-FFF2-40B4-BE49-F238E27FC236}">
                          <a16:creationId xmlns:a16="http://schemas.microsoft.com/office/drawing/2014/main" id="{3EF116DF-F4B8-4EF1-BC00-237112DADC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66" name="直線コネクタ 140865">
                      <a:extLst>
                        <a:ext uri="{FF2B5EF4-FFF2-40B4-BE49-F238E27FC236}">
                          <a16:creationId xmlns:a16="http://schemas.microsoft.com/office/drawing/2014/main" id="{D33DCC26-FBEC-403F-8AA2-1C6091D979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67" name="直線コネクタ 140866">
                      <a:extLst>
                        <a:ext uri="{FF2B5EF4-FFF2-40B4-BE49-F238E27FC236}">
                          <a16:creationId xmlns:a16="http://schemas.microsoft.com/office/drawing/2014/main" id="{641930BD-1DE8-413E-898F-A503555514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68" name="直線コネクタ 140867">
                      <a:extLst>
                        <a:ext uri="{FF2B5EF4-FFF2-40B4-BE49-F238E27FC236}">
                          <a16:creationId xmlns:a16="http://schemas.microsoft.com/office/drawing/2014/main" id="{CD54EFE0-6D04-487F-B25A-D0FBBA6238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69" name="直線コネクタ 140868">
                      <a:extLst>
                        <a:ext uri="{FF2B5EF4-FFF2-40B4-BE49-F238E27FC236}">
                          <a16:creationId xmlns:a16="http://schemas.microsoft.com/office/drawing/2014/main" id="{6EB55121-34F1-4DD2-B25D-48FE8E5F27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0" name="直線コネクタ 140869">
                      <a:extLst>
                        <a:ext uri="{FF2B5EF4-FFF2-40B4-BE49-F238E27FC236}">
                          <a16:creationId xmlns:a16="http://schemas.microsoft.com/office/drawing/2014/main" id="{B21AFBCA-E106-489B-A565-592AA0D5B6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1" name="直線コネクタ 140870">
                      <a:extLst>
                        <a:ext uri="{FF2B5EF4-FFF2-40B4-BE49-F238E27FC236}">
                          <a16:creationId xmlns:a16="http://schemas.microsoft.com/office/drawing/2014/main" id="{2455A8C5-4FBA-45E4-84B3-2F0FCD19209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2" name="直線コネクタ 140871">
                      <a:extLst>
                        <a:ext uri="{FF2B5EF4-FFF2-40B4-BE49-F238E27FC236}">
                          <a16:creationId xmlns:a16="http://schemas.microsoft.com/office/drawing/2014/main" id="{80DEE3A5-31B6-4706-B543-3A6F3815D4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3" name="直線コネクタ 140872">
                      <a:extLst>
                        <a:ext uri="{FF2B5EF4-FFF2-40B4-BE49-F238E27FC236}">
                          <a16:creationId xmlns:a16="http://schemas.microsoft.com/office/drawing/2014/main" id="{4500C339-722B-4965-A365-10DF3CE363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4" name="直線コネクタ 140873">
                      <a:extLst>
                        <a:ext uri="{FF2B5EF4-FFF2-40B4-BE49-F238E27FC236}">
                          <a16:creationId xmlns:a16="http://schemas.microsoft.com/office/drawing/2014/main" id="{23824F18-C418-455F-AE6E-46A772E5B8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5" name="直線コネクタ 140874">
                      <a:extLst>
                        <a:ext uri="{FF2B5EF4-FFF2-40B4-BE49-F238E27FC236}">
                          <a16:creationId xmlns:a16="http://schemas.microsoft.com/office/drawing/2014/main" id="{9B6981F2-A5EA-46F8-9B43-C6F575F792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6" name="直線コネクタ 140875">
                      <a:extLst>
                        <a:ext uri="{FF2B5EF4-FFF2-40B4-BE49-F238E27FC236}">
                          <a16:creationId xmlns:a16="http://schemas.microsoft.com/office/drawing/2014/main" id="{6AD764B8-6767-4FF5-8BC4-1F050E3917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7" name="直線コネクタ 140876">
                      <a:extLst>
                        <a:ext uri="{FF2B5EF4-FFF2-40B4-BE49-F238E27FC236}">
                          <a16:creationId xmlns:a16="http://schemas.microsoft.com/office/drawing/2014/main" id="{18CD67CC-8D59-4B42-B29A-27A4B63D23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8" name="直線コネクタ 140877">
                      <a:extLst>
                        <a:ext uri="{FF2B5EF4-FFF2-40B4-BE49-F238E27FC236}">
                          <a16:creationId xmlns:a16="http://schemas.microsoft.com/office/drawing/2014/main" id="{11CEEB1D-DA00-48DD-8784-381B861B99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79" name="直線コネクタ 140878">
                      <a:extLst>
                        <a:ext uri="{FF2B5EF4-FFF2-40B4-BE49-F238E27FC236}">
                          <a16:creationId xmlns:a16="http://schemas.microsoft.com/office/drawing/2014/main" id="{1133E2B4-9FD7-47F0-BD9F-65240D696E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0" name="直線コネクタ 140879">
                      <a:extLst>
                        <a:ext uri="{FF2B5EF4-FFF2-40B4-BE49-F238E27FC236}">
                          <a16:creationId xmlns:a16="http://schemas.microsoft.com/office/drawing/2014/main" id="{16F33207-0583-4EAB-96AB-5F3800C744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1" name="直線コネクタ 140880">
                      <a:extLst>
                        <a:ext uri="{FF2B5EF4-FFF2-40B4-BE49-F238E27FC236}">
                          <a16:creationId xmlns:a16="http://schemas.microsoft.com/office/drawing/2014/main" id="{77E0B2B6-5ED2-4013-880C-AE977220C3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2" name="直線コネクタ 140881">
                      <a:extLst>
                        <a:ext uri="{FF2B5EF4-FFF2-40B4-BE49-F238E27FC236}">
                          <a16:creationId xmlns:a16="http://schemas.microsoft.com/office/drawing/2014/main" id="{B5AABD04-B256-46D8-9391-FA6CC7E202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3" name="直線コネクタ 140882">
                      <a:extLst>
                        <a:ext uri="{FF2B5EF4-FFF2-40B4-BE49-F238E27FC236}">
                          <a16:creationId xmlns:a16="http://schemas.microsoft.com/office/drawing/2014/main" id="{74542E8C-02D7-49B7-93A1-AB4C85DD96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4" name="直線コネクタ 140883">
                      <a:extLst>
                        <a:ext uri="{FF2B5EF4-FFF2-40B4-BE49-F238E27FC236}">
                          <a16:creationId xmlns:a16="http://schemas.microsoft.com/office/drawing/2014/main" id="{04A9C1D3-DA3E-4F21-BD5C-91B03099B0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5" name="直線コネクタ 140884">
                      <a:extLst>
                        <a:ext uri="{FF2B5EF4-FFF2-40B4-BE49-F238E27FC236}">
                          <a16:creationId xmlns:a16="http://schemas.microsoft.com/office/drawing/2014/main" id="{9FD5E2DD-F3E3-43AE-9421-6CB5D67065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6" name="直線コネクタ 140885">
                      <a:extLst>
                        <a:ext uri="{FF2B5EF4-FFF2-40B4-BE49-F238E27FC236}">
                          <a16:creationId xmlns:a16="http://schemas.microsoft.com/office/drawing/2014/main" id="{CEFF0E50-ECD0-44CD-A743-7BF7ECA35D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7" name="直線コネクタ 140886">
                      <a:extLst>
                        <a:ext uri="{FF2B5EF4-FFF2-40B4-BE49-F238E27FC236}">
                          <a16:creationId xmlns:a16="http://schemas.microsoft.com/office/drawing/2014/main" id="{0D793D32-5DD3-4182-838E-16748F52C4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8" name="直線コネクタ 140887">
                      <a:extLst>
                        <a:ext uri="{FF2B5EF4-FFF2-40B4-BE49-F238E27FC236}">
                          <a16:creationId xmlns:a16="http://schemas.microsoft.com/office/drawing/2014/main" id="{349B0E6A-97DB-4D2F-B078-1B5045CB36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89" name="直線コネクタ 140888">
                      <a:extLst>
                        <a:ext uri="{FF2B5EF4-FFF2-40B4-BE49-F238E27FC236}">
                          <a16:creationId xmlns:a16="http://schemas.microsoft.com/office/drawing/2014/main" id="{49ACECA5-6CB6-4863-9A77-F315634C7B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0" name="直線コネクタ 140889">
                      <a:extLst>
                        <a:ext uri="{FF2B5EF4-FFF2-40B4-BE49-F238E27FC236}">
                          <a16:creationId xmlns:a16="http://schemas.microsoft.com/office/drawing/2014/main" id="{B8BF0ECF-E918-4CB0-8917-19DFE2C257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1" name="直線コネクタ 140890">
                      <a:extLst>
                        <a:ext uri="{FF2B5EF4-FFF2-40B4-BE49-F238E27FC236}">
                          <a16:creationId xmlns:a16="http://schemas.microsoft.com/office/drawing/2014/main" id="{5A220283-ECC0-46C3-921A-510FF5DEFF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2" name="直線コネクタ 140891">
                      <a:extLst>
                        <a:ext uri="{FF2B5EF4-FFF2-40B4-BE49-F238E27FC236}">
                          <a16:creationId xmlns:a16="http://schemas.microsoft.com/office/drawing/2014/main" id="{C1C1C1C1-73B5-483B-BB3C-E728623497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3" name="直線コネクタ 140892">
                      <a:extLst>
                        <a:ext uri="{FF2B5EF4-FFF2-40B4-BE49-F238E27FC236}">
                          <a16:creationId xmlns:a16="http://schemas.microsoft.com/office/drawing/2014/main" id="{08000635-7F5E-43B6-AB86-574485EAE3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4" name="直線コネクタ 140893">
                      <a:extLst>
                        <a:ext uri="{FF2B5EF4-FFF2-40B4-BE49-F238E27FC236}">
                          <a16:creationId xmlns:a16="http://schemas.microsoft.com/office/drawing/2014/main" id="{B40B9D0C-4C3A-415D-9FDC-A7728EBC9A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5" name="直線コネクタ 140894">
                      <a:extLst>
                        <a:ext uri="{FF2B5EF4-FFF2-40B4-BE49-F238E27FC236}">
                          <a16:creationId xmlns:a16="http://schemas.microsoft.com/office/drawing/2014/main" id="{0000FD1A-EC36-471F-AF1C-115CD6EF20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6" name="直線コネクタ 140895">
                      <a:extLst>
                        <a:ext uri="{FF2B5EF4-FFF2-40B4-BE49-F238E27FC236}">
                          <a16:creationId xmlns:a16="http://schemas.microsoft.com/office/drawing/2014/main" id="{6F734C4B-D34B-408F-A341-EEEC4A0237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7" name="直線コネクタ 140896">
                      <a:extLst>
                        <a:ext uri="{FF2B5EF4-FFF2-40B4-BE49-F238E27FC236}">
                          <a16:creationId xmlns:a16="http://schemas.microsoft.com/office/drawing/2014/main" id="{15698B7A-D447-43B5-885C-9445EC6DCE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8" name="直線コネクタ 140897">
                      <a:extLst>
                        <a:ext uri="{FF2B5EF4-FFF2-40B4-BE49-F238E27FC236}">
                          <a16:creationId xmlns:a16="http://schemas.microsoft.com/office/drawing/2014/main" id="{35668A29-A2C1-45E9-856F-32A7BFA20B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99" name="直線コネクタ 140898">
                      <a:extLst>
                        <a:ext uri="{FF2B5EF4-FFF2-40B4-BE49-F238E27FC236}">
                          <a16:creationId xmlns:a16="http://schemas.microsoft.com/office/drawing/2014/main" id="{4356D922-DB40-41D0-95B4-2F0BE166AF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0" name="直線コネクタ 140899">
                      <a:extLst>
                        <a:ext uri="{FF2B5EF4-FFF2-40B4-BE49-F238E27FC236}">
                          <a16:creationId xmlns:a16="http://schemas.microsoft.com/office/drawing/2014/main" id="{DCC5F27A-4871-45C0-AFF9-A4283D37B9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1" name="直線コネクタ 140900">
                      <a:extLst>
                        <a:ext uri="{FF2B5EF4-FFF2-40B4-BE49-F238E27FC236}">
                          <a16:creationId xmlns:a16="http://schemas.microsoft.com/office/drawing/2014/main" id="{DB7035B2-5E11-44DD-933B-E6DA8E2A8C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2" name="直線コネクタ 140901">
                      <a:extLst>
                        <a:ext uri="{FF2B5EF4-FFF2-40B4-BE49-F238E27FC236}">
                          <a16:creationId xmlns:a16="http://schemas.microsoft.com/office/drawing/2014/main" id="{D3B6834E-56DA-49AC-89D8-A9DA5DC622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3" name="直線コネクタ 140902">
                      <a:extLst>
                        <a:ext uri="{FF2B5EF4-FFF2-40B4-BE49-F238E27FC236}">
                          <a16:creationId xmlns:a16="http://schemas.microsoft.com/office/drawing/2014/main" id="{AD346B82-B920-430C-8DB7-7EACBEDB97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4" name="直線コネクタ 140903">
                      <a:extLst>
                        <a:ext uri="{FF2B5EF4-FFF2-40B4-BE49-F238E27FC236}">
                          <a16:creationId xmlns:a16="http://schemas.microsoft.com/office/drawing/2014/main" id="{245D87A9-75DC-4533-8A03-C5CD160E86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5" name="直線コネクタ 140904">
                      <a:extLst>
                        <a:ext uri="{FF2B5EF4-FFF2-40B4-BE49-F238E27FC236}">
                          <a16:creationId xmlns:a16="http://schemas.microsoft.com/office/drawing/2014/main" id="{02AE03A8-0C18-4FE8-A5C7-CE6CAAF766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6" name="直線コネクタ 140905">
                      <a:extLst>
                        <a:ext uri="{FF2B5EF4-FFF2-40B4-BE49-F238E27FC236}">
                          <a16:creationId xmlns:a16="http://schemas.microsoft.com/office/drawing/2014/main" id="{76A11F96-AFAF-43AD-B77E-50235FB3E0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7" name="直線コネクタ 140906">
                      <a:extLst>
                        <a:ext uri="{FF2B5EF4-FFF2-40B4-BE49-F238E27FC236}">
                          <a16:creationId xmlns:a16="http://schemas.microsoft.com/office/drawing/2014/main" id="{B21C45AF-46C5-4B5C-9BB6-8681CED6C1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8" name="直線コネクタ 140907">
                      <a:extLst>
                        <a:ext uri="{FF2B5EF4-FFF2-40B4-BE49-F238E27FC236}">
                          <a16:creationId xmlns:a16="http://schemas.microsoft.com/office/drawing/2014/main" id="{C16D5703-16AE-4BDE-8040-41066F6FAA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09" name="直線コネクタ 140908">
                      <a:extLst>
                        <a:ext uri="{FF2B5EF4-FFF2-40B4-BE49-F238E27FC236}">
                          <a16:creationId xmlns:a16="http://schemas.microsoft.com/office/drawing/2014/main" id="{CCEDF495-B771-431B-B8A8-F464C42A79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0" name="直線コネクタ 140909">
                      <a:extLst>
                        <a:ext uri="{FF2B5EF4-FFF2-40B4-BE49-F238E27FC236}">
                          <a16:creationId xmlns:a16="http://schemas.microsoft.com/office/drawing/2014/main" id="{5B54FE4F-3BDB-468D-9FED-A9925055A3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1" name="直線コネクタ 140910">
                      <a:extLst>
                        <a:ext uri="{FF2B5EF4-FFF2-40B4-BE49-F238E27FC236}">
                          <a16:creationId xmlns:a16="http://schemas.microsoft.com/office/drawing/2014/main" id="{1899AC34-0908-446C-AEA1-3397286FE7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2" name="直線コネクタ 140911">
                      <a:extLst>
                        <a:ext uri="{FF2B5EF4-FFF2-40B4-BE49-F238E27FC236}">
                          <a16:creationId xmlns:a16="http://schemas.microsoft.com/office/drawing/2014/main" id="{15BF784E-A82B-4217-94F5-ACCAF78F36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3" name="直線コネクタ 140912">
                      <a:extLst>
                        <a:ext uri="{FF2B5EF4-FFF2-40B4-BE49-F238E27FC236}">
                          <a16:creationId xmlns:a16="http://schemas.microsoft.com/office/drawing/2014/main" id="{56865C90-A253-4F98-8124-84F4890627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4" name="直線コネクタ 140913">
                      <a:extLst>
                        <a:ext uri="{FF2B5EF4-FFF2-40B4-BE49-F238E27FC236}">
                          <a16:creationId xmlns:a16="http://schemas.microsoft.com/office/drawing/2014/main" id="{8AFB715A-3038-458C-94F7-A197CBF5E8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5" name="直線コネクタ 140914">
                      <a:extLst>
                        <a:ext uri="{FF2B5EF4-FFF2-40B4-BE49-F238E27FC236}">
                          <a16:creationId xmlns:a16="http://schemas.microsoft.com/office/drawing/2014/main" id="{9360D7A0-FC94-4AD0-B689-0732BE02A0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6" name="直線コネクタ 140915">
                      <a:extLst>
                        <a:ext uri="{FF2B5EF4-FFF2-40B4-BE49-F238E27FC236}">
                          <a16:creationId xmlns:a16="http://schemas.microsoft.com/office/drawing/2014/main" id="{8AD8D711-DE97-4BC7-B813-AB96D0A389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7" name="直線コネクタ 140916">
                      <a:extLst>
                        <a:ext uri="{FF2B5EF4-FFF2-40B4-BE49-F238E27FC236}">
                          <a16:creationId xmlns:a16="http://schemas.microsoft.com/office/drawing/2014/main" id="{C74F153E-E14D-46ED-A171-797B1F1937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8" name="直線コネクタ 140917">
                      <a:extLst>
                        <a:ext uri="{FF2B5EF4-FFF2-40B4-BE49-F238E27FC236}">
                          <a16:creationId xmlns:a16="http://schemas.microsoft.com/office/drawing/2014/main" id="{61369B33-CCFA-4BC2-BC3B-C117883135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19" name="直線コネクタ 140918">
                      <a:extLst>
                        <a:ext uri="{FF2B5EF4-FFF2-40B4-BE49-F238E27FC236}">
                          <a16:creationId xmlns:a16="http://schemas.microsoft.com/office/drawing/2014/main" id="{A53AB281-7D41-46EE-8E09-BF6F3A86BC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0" name="直線コネクタ 140919">
                      <a:extLst>
                        <a:ext uri="{FF2B5EF4-FFF2-40B4-BE49-F238E27FC236}">
                          <a16:creationId xmlns:a16="http://schemas.microsoft.com/office/drawing/2014/main" id="{46903678-3610-4BBE-92F0-33943575A1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1" name="直線コネクタ 140920">
                      <a:extLst>
                        <a:ext uri="{FF2B5EF4-FFF2-40B4-BE49-F238E27FC236}">
                          <a16:creationId xmlns:a16="http://schemas.microsoft.com/office/drawing/2014/main" id="{BCE3AA85-38C8-4677-9E92-64E7FE482E0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922" name="直線コネクタ 140921">
                      <a:extLst>
                        <a:ext uri="{FF2B5EF4-FFF2-40B4-BE49-F238E27FC236}">
                          <a16:creationId xmlns:a16="http://schemas.microsoft.com/office/drawing/2014/main" id="{23225504-685C-4590-A2CF-D3FCAE431C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40433" name="グループ化 140432">
                <a:extLst>
                  <a:ext uri="{FF2B5EF4-FFF2-40B4-BE49-F238E27FC236}">
                    <a16:creationId xmlns:a16="http://schemas.microsoft.com/office/drawing/2014/main" id="{43045978-6EC2-4041-817D-CCF3E879EAF2}"/>
                  </a:ext>
                </a:extLst>
              </p:cNvPr>
              <p:cNvGrpSpPr/>
              <p:nvPr/>
            </p:nvGrpSpPr>
            <p:grpSpPr>
              <a:xfrm>
                <a:off x="4560962" y="4560962"/>
                <a:ext cx="1677838" cy="1677838"/>
                <a:chOff x="4560962" y="4560962"/>
                <a:chExt cx="1677838" cy="1677838"/>
              </a:xfrm>
            </p:grpSpPr>
            <p:cxnSp>
              <p:nvCxnSpPr>
                <p:cNvPr id="140827" name="直線コネクタ 140826">
                  <a:extLst>
                    <a:ext uri="{FF2B5EF4-FFF2-40B4-BE49-F238E27FC236}">
                      <a16:creationId xmlns:a16="http://schemas.microsoft.com/office/drawing/2014/main" id="{9E82030D-4176-4217-9824-D89D043EFAC2}"/>
                    </a:ext>
                  </a:extLst>
                </p:cNvPr>
                <p:cNvCxnSpPr/>
                <p:nvPr/>
              </p:nvCxnSpPr>
              <p:spPr>
                <a:xfrm>
                  <a:off x="5400000" y="54000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28" name="直線コネクタ 140827">
                  <a:extLst>
                    <a:ext uri="{FF2B5EF4-FFF2-40B4-BE49-F238E27FC236}">
                      <a16:creationId xmlns:a16="http://schemas.microsoft.com/office/drawing/2014/main" id="{9A17776C-A2E6-4819-B612-0F05AC4F9E0E}"/>
                    </a:ext>
                  </a:extLst>
                </p:cNvPr>
                <p:cNvCxnSpPr/>
                <p:nvPr/>
              </p:nvCxnSpPr>
              <p:spPr>
                <a:xfrm flipV="1">
                  <a:off x="5400000" y="5076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29" name="直線コネクタ 140828">
                  <a:extLst>
                    <a:ext uri="{FF2B5EF4-FFF2-40B4-BE49-F238E27FC236}">
                      <a16:creationId xmlns:a16="http://schemas.microsoft.com/office/drawing/2014/main" id="{910CCD54-F559-4300-A4E0-DA5A5E0CA571}"/>
                    </a:ext>
                  </a:extLst>
                </p:cNvPr>
                <p:cNvCxnSpPr/>
                <p:nvPr/>
              </p:nvCxnSpPr>
              <p:spPr>
                <a:xfrm rot="2700000">
                  <a:off x="5277042" y="569661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0" name="直線コネクタ 140829">
                  <a:extLst>
                    <a:ext uri="{FF2B5EF4-FFF2-40B4-BE49-F238E27FC236}">
                      <a16:creationId xmlns:a16="http://schemas.microsoft.com/office/drawing/2014/main" id="{72F2A5A2-D48C-454F-9692-E48815DA09DB}"/>
                    </a:ext>
                  </a:extLst>
                </p:cNvPr>
                <p:cNvCxnSpPr/>
                <p:nvPr/>
              </p:nvCxnSpPr>
              <p:spPr>
                <a:xfrm rot="2700000" flipV="1">
                  <a:off x="5401083" y="5397148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1" name="直線コネクタ 140830">
                  <a:extLst>
                    <a:ext uri="{FF2B5EF4-FFF2-40B4-BE49-F238E27FC236}">
                      <a16:creationId xmlns:a16="http://schemas.microsoft.com/office/drawing/2014/main" id="{59C6D7E9-52EF-436F-89FB-073379A039F0}"/>
                    </a:ext>
                  </a:extLst>
                </p:cNvPr>
                <p:cNvCxnSpPr/>
                <p:nvPr/>
              </p:nvCxnSpPr>
              <p:spPr>
                <a:xfrm rot="5400000">
                  <a:off x="4980362" y="58194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2" name="直線コネクタ 140831">
                  <a:extLst>
                    <a:ext uri="{FF2B5EF4-FFF2-40B4-BE49-F238E27FC236}">
                      <a16:creationId xmlns:a16="http://schemas.microsoft.com/office/drawing/2014/main" id="{FA0EC8DA-29D7-47C1-B604-CDE000FEB4CF}"/>
                    </a:ext>
                  </a:extLst>
                </p:cNvPr>
                <p:cNvCxnSpPr/>
                <p:nvPr/>
              </p:nvCxnSpPr>
              <p:spPr>
                <a:xfrm rot="5400000" flipV="1">
                  <a:off x="5174762" y="5625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3" name="直線コネクタ 140832">
                  <a:extLst>
                    <a:ext uri="{FF2B5EF4-FFF2-40B4-BE49-F238E27FC236}">
                      <a16:creationId xmlns:a16="http://schemas.microsoft.com/office/drawing/2014/main" id="{9CBD9BF3-52E4-488E-8FB1-77DD1EE24024}"/>
                    </a:ext>
                  </a:extLst>
                </p:cNvPr>
                <p:cNvCxnSpPr/>
                <p:nvPr/>
              </p:nvCxnSpPr>
              <p:spPr>
                <a:xfrm rot="8100000">
                  <a:off x="4683752" y="569644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4" name="直線コネクタ 140833">
                  <a:extLst>
                    <a:ext uri="{FF2B5EF4-FFF2-40B4-BE49-F238E27FC236}">
                      <a16:creationId xmlns:a16="http://schemas.microsoft.com/office/drawing/2014/main" id="{5A79D326-7C6A-4328-B6FD-753B749CDD2C}"/>
                    </a:ext>
                  </a:extLst>
                </p:cNvPr>
                <p:cNvCxnSpPr/>
                <p:nvPr/>
              </p:nvCxnSpPr>
              <p:spPr>
                <a:xfrm rot="8100000" flipV="1">
                  <a:off x="4853614" y="5626083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5" name="直線コネクタ 140834">
                  <a:extLst>
                    <a:ext uri="{FF2B5EF4-FFF2-40B4-BE49-F238E27FC236}">
                      <a16:creationId xmlns:a16="http://schemas.microsoft.com/office/drawing/2014/main" id="{B61D5B2C-4F0B-4E26-8620-29ACE389A86E}"/>
                    </a:ext>
                  </a:extLst>
                </p:cNvPr>
                <p:cNvCxnSpPr/>
                <p:nvPr/>
              </p:nvCxnSpPr>
              <p:spPr>
                <a:xfrm rot="10800000">
                  <a:off x="4560962" y="53997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6" name="直線コネクタ 140835">
                  <a:extLst>
                    <a:ext uri="{FF2B5EF4-FFF2-40B4-BE49-F238E27FC236}">
                      <a16:creationId xmlns:a16="http://schemas.microsoft.com/office/drawing/2014/main" id="{C2880D4F-21BC-4399-896A-B982365C07F9}"/>
                    </a:ext>
                  </a:extLst>
                </p:cNvPr>
                <p:cNvCxnSpPr/>
                <p:nvPr/>
              </p:nvCxnSpPr>
              <p:spPr>
                <a:xfrm rot="10800000" flipV="1">
                  <a:off x="4625762" y="5399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7" name="直線コネクタ 140836">
                  <a:extLst>
                    <a:ext uri="{FF2B5EF4-FFF2-40B4-BE49-F238E27FC236}">
                      <a16:creationId xmlns:a16="http://schemas.microsoft.com/office/drawing/2014/main" id="{13D7D7A9-BE00-4E84-94DB-7A9FB4583AC1}"/>
                    </a:ext>
                  </a:extLst>
                </p:cNvPr>
                <p:cNvCxnSpPr/>
                <p:nvPr/>
              </p:nvCxnSpPr>
              <p:spPr>
                <a:xfrm rot="13500000">
                  <a:off x="4683920" y="510315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8" name="直線コネクタ 140837">
                  <a:extLst>
                    <a:ext uri="{FF2B5EF4-FFF2-40B4-BE49-F238E27FC236}">
                      <a16:creationId xmlns:a16="http://schemas.microsoft.com/office/drawing/2014/main" id="{4438C328-8CD1-47B7-969B-0A5203D6C105}"/>
                    </a:ext>
                  </a:extLst>
                </p:cNvPr>
                <p:cNvCxnSpPr/>
                <p:nvPr/>
              </p:nvCxnSpPr>
              <p:spPr>
                <a:xfrm rot="13500000" flipV="1">
                  <a:off x="4624679" y="5078614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39" name="直線コネクタ 140838">
                  <a:extLst>
                    <a:ext uri="{FF2B5EF4-FFF2-40B4-BE49-F238E27FC236}">
                      <a16:creationId xmlns:a16="http://schemas.microsoft.com/office/drawing/2014/main" id="{F1E428AF-4CCC-4DBD-88F6-22E536AFF941}"/>
                    </a:ext>
                  </a:extLst>
                </p:cNvPr>
                <p:cNvCxnSpPr/>
                <p:nvPr/>
              </p:nvCxnSpPr>
              <p:spPr>
                <a:xfrm rot="16200000">
                  <a:off x="4980600" y="49803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40" name="直線コネクタ 140839">
                  <a:extLst>
                    <a:ext uri="{FF2B5EF4-FFF2-40B4-BE49-F238E27FC236}">
                      <a16:creationId xmlns:a16="http://schemas.microsoft.com/office/drawing/2014/main" id="{13213CEC-53E1-4D32-AAEE-E0E31548A369}"/>
                    </a:ext>
                  </a:extLst>
                </p:cNvPr>
                <p:cNvCxnSpPr/>
                <p:nvPr/>
              </p:nvCxnSpPr>
              <p:spPr>
                <a:xfrm rot="16200000" flipV="1">
                  <a:off x="4851000" y="4850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41" name="直線コネクタ 140840">
                  <a:extLst>
                    <a:ext uri="{FF2B5EF4-FFF2-40B4-BE49-F238E27FC236}">
                      <a16:creationId xmlns:a16="http://schemas.microsoft.com/office/drawing/2014/main" id="{B6CCD3D6-E424-402A-ACAD-C8A9B1D6CCCF}"/>
                    </a:ext>
                  </a:extLst>
                </p:cNvPr>
                <p:cNvCxnSpPr/>
                <p:nvPr/>
              </p:nvCxnSpPr>
              <p:spPr>
                <a:xfrm rot="18900000">
                  <a:off x="5277210" y="510332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842" name="直線コネクタ 140841">
                  <a:extLst>
                    <a:ext uri="{FF2B5EF4-FFF2-40B4-BE49-F238E27FC236}">
                      <a16:creationId xmlns:a16="http://schemas.microsoft.com/office/drawing/2014/main" id="{21A4727F-8354-4304-9C97-88CA90EA0621}"/>
                    </a:ext>
                  </a:extLst>
                </p:cNvPr>
                <p:cNvCxnSpPr/>
                <p:nvPr/>
              </p:nvCxnSpPr>
              <p:spPr>
                <a:xfrm rot="18900000" flipV="1">
                  <a:off x="5172148" y="4849679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0434" name="グループ化 140433">
                <a:extLst>
                  <a:ext uri="{FF2B5EF4-FFF2-40B4-BE49-F238E27FC236}">
                    <a16:creationId xmlns:a16="http://schemas.microsoft.com/office/drawing/2014/main" id="{5A4304ED-596B-48E8-891A-82144588003A}"/>
                  </a:ext>
                </a:extLst>
              </p:cNvPr>
              <p:cNvGrpSpPr/>
              <p:nvPr/>
            </p:nvGrpSpPr>
            <p:grpSpPr>
              <a:xfrm>
                <a:off x="4800194" y="4800194"/>
                <a:ext cx="1199038" cy="1199038"/>
                <a:chOff x="4800194" y="4800194"/>
                <a:chExt cx="1199038" cy="1199038"/>
              </a:xfrm>
            </p:grpSpPr>
            <p:grpSp>
              <p:nvGrpSpPr>
                <p:cNvPr id="140435" name="グループ化 140434">
                  <a:extLst>
                    <a:ext uri="{FF2B5EF4-FFF2-40B4-BE49-F238E27FC236}">
                      <a16:creationId xmlns:a16="http://schemas.microsoft.com/office/drawing/2014/main" id="{7BEC6908-0FF2-4D3B-A663-5727EBD57373}"/>
                    </a:ext>
                  </a:extLst>
                </p:cNvPr>
                <p:cNvGrpSpPr/>
                <p:nvPr/>
              </p:nvGrpSpPr>
              <p:grpSpPr>
                <a:xfrm>
                  <a:off x="5399832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40779" name="グループ化 140778">
                    <a:extLst>
                      <a:ext uri="{FF2B5EF4-FFF2-40B4-BE49-F238E27FC236}">
                        <a16:creationId xmlns:a16="http://schemas.microsoft.com/office/drawing/2014/main" id="{6B0AD832-64E3-4DAC-AE71-4A83D7AB143E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804" name="直線コネクタ 140803">
                      <a:extLst>
                        <a:ext uri="{FF2B5EF4-FFF2-40B4-BE49-F238E27FC236}">
                          <a16:creationId xmlns:a16="http://schemas.microsoft.com/office/drawing/2014/main" id="{4124B8A3-F299-45B8-AE5F-9737C9CAE6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5" name="直線コネクタ 140804">
                      <a:extLst>
                        <a:ext uri="{FF2B5EF4-FFF2-40B4-BE49-F238E27FC236}">
                          <a16:creationId xmlns:a16="http://schemas.microsoft.com/office/drawing/2014/main" id="{BCD95682-83FE-48A0-A653-07F5CB9DCA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6" name="直線コネクタ 140805">
                      <a:extLst>
                        <a:ext uri="{FF2B5EF4-FFF2-40B4-BE49-F238E27FC236}">
                          <a16:creationId xmlns:a16="http://schemas.microsoft.com/office/drawing/2014/main" id="{8FFEBCB3-B62C-44D2-8587-E91C11844C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7" name="直線コネクタ 140806">
                      <a:extLst>
                        <a:ext uri="{FF2B5EF4-FFF2-40B4-BE49-F238E27FC236}">
                          <a16:creationId xmlns:a16="http://schemas.microsoft.com/office/drawing/2014/main" id="{C1E32F79-470F-46DE-80F7-74BD6B0936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8" name="直線コネクタ 140807">
                      <a:extLst>
                        <a:ext uri="{FF2B5EF4-FFF2-40B4-BE49-F238E27FC236}">
                          <a16:creationId xmlns:a16="http://schemas.microsoft.com/office/drawing/2014/main" id="{F6480128-E946-468D-B27A-7FB932DC68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9" name="直線コネクタ 140808">
                      <a:extLst>
                        <a:ext uri="{FF2B5EF4-FFF2-40B4-BE49-F238E27FC236}">
                          <a16:creationId xmlns:a16="http://schemas.microsoft.com/office/drawing/2014/main" id="{9669E03F-385E-4A64-9F27-1CD49C8B08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0" name="直線コネクタ 140809">
                      <a:extLst>
                        <a:ext uri="{FF2B5EF4-FFF2-40B4-BE49-F238E27FC236}">
                          <a16:creationId xmlns:a16="http://schemas.microsoft.com/office/drawing/2014/main" id="{71848EF7-0965-4BEF-B4EA-AD77C6B766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1" name="直線コネクタ 140810">
                      <a:extLst>
                        <a:ext uri="{FF2B5EF4-FFF2-40B4-BE49-F238E27FC236}">
                          <a16:creationId xmlns:a16="http://schemas.microsoft.com/office/drawing/2014/main" id="{1BFEA778-83F9-421E-81DA-B68B841F16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2" name="直線コネクタ 140811">
                      <a:extLst>
                        <a:ext uri="{FF2B5EF4-FFF2-40B4-BE49-F238E27FC236}">
                          <a16:creationId xmlns:a16="http://schemas.microsoft.com/office/drawing/2014/main" id="{A99F2C44-8975-4A06-AAB9-B5BB8D3055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3" name="直線コネクタ 140812">
                      <a:extLst>
                        <a:ext uri="{FF2B5EF4-FFF2-40B4-BE49-F238E27FC236}">
                          <a16:creationId xmlns:a16="http://schemas.microsoft.com/office/drawing/2014/main" id="{D3B8FF0E-EACE-4558-8C48-ED827DA97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4" name="直線コネクタ 140813">
                      <a:extLst>
                        <a:ext uri="{FF2B5EF4-FFF2-40B4-BE49-F238E27FC236}">
                          <a16:creationId xmlns:a16="http://schemas.microsoft.com/office/drawing/2014/main" id="{1098FF4E-6A40-4F56-BA62-53BEBB6677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5" name="直線コネクタ 140814">
                      <a:extLst>
                        <a:ext uri="{FF2B5EF4-FFF2-40B4-BE49-F238E27FC236}">
                          <a16:creationId xmlns:a16="http://schemas.microsoft.com/office/drawing/2014/main" id="{4105C61E-236D-43D4-9E97-3DBEDA4424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6" name="直線コネクタ 140815">
                      <a:extLst>
                        <a:ext uri="{FF2B5EF4-FFF2-40B4-BE49-F238E27FC236}">
                          <a16:creationId xmlns:a16="http://schemas.microsoft.com/office/drawing/2014/main" id="{EC129C0A-4FA8-43F9-8CC3-8B13104538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7" name="直線コネクタ 140816">
                      <a:extLst>
                        <a:ext uri="{FF2B5EF4-FFF2-40B4-BE49-F238E27FC236}">
                          <a16:creationId xmlns:a16="http://schemas.microsoft.com/office/drawing/2014/main" id="{E78852B5-26B8-466F-89B7-EFFE5FE952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8" name="直線コネクタ 140817">
                      <a:extLst>
                        <a:ext uri="{FF2B5EF4-FFF2-40B4-BE49-F238E27FC236}">
                          <a16:creationId xmlns:a16="http://schemas.microsoft.com/office/drawing/2014/main" id="{EA77FD4D-EDBE-4E17-AEF9-C0D247E5BA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19" name="直線コネクタ 140818">
                      <a:extLst>
                        <a:ext uri="{FF2B5EF4-FFF2-40B4-BE49-F238E27FC236}">
                          <a16:creationId xmlns:a16="http://schemas.microsoft.com/office/drawing/2014/main" id="{BED43688-0A27-45AF-B1C5-209F37F941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20" name="直線コネクタ 140819">
                      <a:extLst>
                        <a:ext uri="{FF2B5EF4-FFF2-40B4-BE49-F238E27FC236}">
                          <a16:creationId xmlns:a16="http://schemas.microsoft.com/office/drawing/2014/main" id="{D4C07B9A-9C2A-43F6-8EC3-B000CFF4B0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21" name="直線コネクタ 140820">
                      <a:extLst>
                        <a:ext uri="{FF2B5EF4-FFF2-40B4-BE49-F238E27FC236}">
                          <a16:creationId xmlns:a16="http://schemas.microsoft.com/office/drawing/2014/main" id="{5D49A16B-D9F9-4400-94D7-DF099917D9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22" name="直線コネクタ 140821">
                      <a:extLst>
                        <a:ext uri="{FF2B5EF4-FFF2-40B4-BE49-F238E27FC236}">
                          <a16:creationId xmlns:a16="http://schemas.microsoft.com/office/drawing/2014/main" id="{ED9E96E7-4E30-427B-B230-DA541639AC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23" name="直線コネクタ 140822">
                      <a:extLst>
                        <a:ext uri="{FF2B5EF4-FFF2-40B4-BE49-F238E27FC236}">
                          <a16:creationId xmlns:a16="http://schemas.microsoft.com/office/drawing/2014/main" id="{D7A6A019-BF6B-44C2-9EC1-B383855E86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24" name="直線コネクタ 140823">
                      <a:extLst>
                        <a:ext uri="{FF2B5EF4-FFF2-40B4-BE49-F238E27FC236}">
                          <a16:creationId xmlns:a16="http://schemas.microsoft.com/office/drawing/2014/main" id="{C9C98D66-B097-4F9B-B608-0B33D7304E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25" name="直線コネクタ 140824">
                      <a:extLst>
                        <a:ext uri="{FF2B5EF4-FFF2-40B4-BE49-F238E27FC236}">
                          <a16:creationId xmlns:a16="http://schemas.microsoft.com/office/drawing/2014/main" id="{525613EF-697A-4319-A6F6-48ED9F54C5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26" name="直線コネクタ 140825">
                      <a:extLst>
                        <a:ext uri="{FF2B5EF4-FFF2-40B4-BE49-F238E27FC236}">
                          <a16:creationId xmlns:a16="http://schemas.microsoft.com/office/drawing/2014/main" id="{F9D1FE0A-A142-4E09-BC7A-9143154EEF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780" name="グループ化 140779">
                    <a:extLst>
                      <a:ext uri="{FF2B5EF4-FFF2-40B4-BE49-F238E27FC236}">
                        <a16:creationId xmlns:a16="http://schemas.microsoft.com/office/drawing/2014/main" id="{B1E7B1E7-EBC0-4C70-826D-AE01EAD37439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781" name="直線コネクタ 140780">
                      <a:extLst>
                        <a:ext uri="{FF2B5EF4-FFF2-40B4-BE49-F238E27FC236}">
                          <a16:creationId xmlns:a16="http://schemas.microsoft.com/office/drawing/2014/main" id="{8EB9B102-10FD-4E0B-BB4A-60D5B5B73F5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82" name="直線コネクタ 140781">
                      <a:extLst>
                        <a:ext uri="{FF2B5EF4-FFF2-40B4-BE49-F238E27FC236}">
                          <a16:creationId xmlns:a16="http://schemas.microsoft.com/office/drawing/2014/main" id="{A9EE7B7F-5D7C-4329-ACB5-43075F4223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83" name="直線コネクタ 140782">
                      <a:extLst>
                        <a:ext uri="{FF2B5EF4-FFF2-40B4-BE49-F238E27FC236}">
                          <a16:creationId xmlns:a16="http://schemas.microsoft.com/office/drawing/2014/main" id="{5F398C39-1CA1-4EF5-8186-7B911E378A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84" name="直線コネクタ 140783">
                      <a:extLst>
                        <a:ext uri="{FF2B5EF4-FFF2-40B4-BE49-F238E27FC236}">
                          <a16:creationId xmlns:a16="http://schemas.microsoft.com/office/drawing/2014/main" id="{3B5F303E-1C8C-470B-98B4-6AFEAA11DA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85" name="直線コネクタ 140784">
                      <a:extLst>
                        <a:ext uri="{FF2B5EF4-FFF2-40B4-BE49-F238E27FC236}">
                          <a16:creationId xmlns:a16="http://schemas.microsoft.com/office/drawing/2014/main" id="{E3A23498-8C13-4421-BEA8-FA283314B1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86" name="直線コネクタ 140785">
                      <a:extLst>
                        <a:ext uri="{FF2B5EF4-FFF2-40B4-BE49-F238E27FC236}">
                          <a16:creationId xmlns:a16="http://schemas.microsoft.com/office/drawing/2014/main" id="{470C75B0-407A-461C-BFF3-87872007FA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87" name="直線コネクタ 140786">
                      <a:extLst>
                        <a:ext uri="{FF2B5EF4-FFF2-40B4-BE49-F238E27FC236}">
                          <a16:creationId xmlns:a16="http://schemas.microsoft.com/office/drawing/2014/main" id="{818194EF-762F-479E-8480-10F84823FE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88" name="直線コネクタ 140787">
                      <a:extLst>
                        <a:ext uri="{FF2B5EF4-FFF2-40B4-BE49-F238E27FC236}">
                          <a16:creationId xmlns:a16="http://schemas.microsoft.com/office/drawing/2014/main" id="{33121D1E-AD20-4D7C-BB25-A15116DCA4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89" name="直線コネクタ 140788">
                      <a:extLst>
                        <a:ext uri="{FF2B5EF4-FFF2-40B4-BE49-F238E27FC236}">
                          <a16:creationId xmlns:a16="http://schemas.microsoft.com/office/drawing/2014/main" id="{E9C7D4AB-E26F-48FA-A4A8-5A4FEC0BC9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0" name="直線コネクタ 140789">
                      <a:extLst>
                        <a:ext uri="{FF2B5EF4-FFF2-40B4-BE49-F238E27FC236}">
                          <a16:creationId xmlns:a16="http://schemas.microsoft.com/office/drawing/2014/main" id="{0B3F0C36-E728-4932-8A2E-158CDEFC57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1" name="直線コネクタ 140790">
                      <a:extLst>
                        <a:ext uri="{FF2B5EF4-FFF2-40B4-BE49-F238E27FC236}">
                          <a16:creationId xmlns:a16="http://schemas.microsoft.com/office/drawing/2014/main" id="{186ECD35-5007-4567-85B7-5BFDDA4C32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2" name="直線コネクタ 140791">
                      <a:extLst>
                        <a:ext uri="{FF2B5EF4-FFF2-40B4-BE49-F238E27FC236}">
                          <a16:creationId xmlns:a16="http://schemas.microsoft.com/office/drawing/2014/main" id="{5D775AE5-15AB-45AF-A094-33961B63CE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3" name="直線コネクタ 140792">
                      <a:extLst>
                        <a:ext uri="{FF2B5EF4-FFF2-40B4-BE49-F238E27FC236}">
                          <a16:creationId xmlns:a16="http://schemas.microsoft.com/office/drawing/2014/main" id="{20C2AE59-4F6F-4E5E-B150-5CBEE1DE50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4" name="直線コネクタ 140793">
                      <a:extLst>
                        <a:ext uri="{FF2B5EF4-FFF2-40B4-BE49-F238E27FC236}">
                          <a16:creationId xmlns:a16="http://schemas.microsoft.com/office/drawing/2014/main" id="{B159D8AC-4782-4530-835B-0C2542EBCF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5" name="直線コネクタ 140794">
                      <a:extLst>
                        <a:ext uri="{FF2B5EF4-FFF2-40B4-BE49-F238E27FC236}">
                          <a16:creationId xmlns:a16="http://schemas.microsoft.com/office/drawing/2014/main" id="{6DC9C646-2F3C-419C-9109-A5B70FD13D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6" name="直線コネクタ 140795">
                      <a:extLst>
                        <a:ext uri="{FF2B5EF4-FFF2-40B4-BE49-F238E27FC236}">
                          <a16:creationId xmlns:a16="http://schemas.microsoft.com/office/drawing/2014/main" id="{B9EE7E51-C539-4F85-B149-4CDD9C39B60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7" name="直線コネクタ 140796">
                      <a:extLst>
                        <a:ext uri="{FF2B5EF4-FFF2-40B4-BE49-F238E27FC236}">
                          <a16:creationId xmlns:a16="http://schemas.microsoft.com/office/drawing/2014/main" id="{A9B147DB-68DB-493B-832F-A703006823A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8" name="直線コネクタ 140797">
                      <a:extLst>
                        <a:ext uri="{FF2B5EF4-FFF2-40B4-BE49-F238E27FC236}">
                          <a16:creationId xmlns:a16="http://schemas.microsoft.com/office/drawing/2014/main" id="{7F361101-F4AD-4D0D-9757-647813E24B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99" name="直線コネクタ 140798">
                      <a:extLst>
                        <a:ext uri="{FF2B5EF4-FFF2-40B4-BE49-F238E27FC236}">
                          <a16:creationId xmlns:a16="http://schemas.microsoft.com/office/drawing/2014/main" id="{E09AA869-67EF-4CC4-83E1-CECA79BA69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0" name="直線コネクタ 140799">
                      <a:extLst>
                        <a:ext uri="{FF2B5EF4-FFF2-40B4-BE49-F238E27FC236}">
                          <a16:creationId xmlns:a16="http://schemas.microsoft.com/office/drawing/2014/main" id="{EAE7FA48-7D5C-47F3-95AB-4FE60155EB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1" name="直線コネクタ 140800">
                      <a:extLst>
                        <a:ext uri="{FF2B5EF4-FFF2-40B4-BE49-F238E27FC236}">
                          <a16:creationId xmlns:a16="http://schemas.microsoft.com/office/drawing/2014/main" id="{467A3A3E-E403-4E81-849C-7C14DF0034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2" name="直線コネクタ 140801">
                      <a:extLst>
                        <a:ext uri="{FF2B5EF4-FFF2-40B4-BE49-F238E27FC236}">
                          <a16:creationId xmlns:a16="http://schemas.microsoft.com/office/drawing/2014/main" id="{D820E957-BCAE-4C30-B4B4-EF507E1DA4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803" name="直線コネクタ 140802">
                      <a:extLst>
                        <a:ext uri="{FF2B5EF4-FFF2-40B4-BE49-F238E27FC236}">
                          <a16:creationId xmlns:a16="http://schemas.microsoft.com/office/drawing/2014/main" id="{9E1A902C-7820-4257-8A81-5E05A1D330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0436" name="グループ化 140435">
                  <a:extLst>
                    <a:ext uri="{FF2B5EF4-FFF2-40B4-BE49-F238E27FC236}">
                      <a16:creationId xmlns:a16="http://schemas.microsoft.com/office/drawing/2014/main" id="{88A51094-CB04-482A-A054-67C6FF271400}"/>
                    </a:ext>
                  </a:extLst>
                </p:cNvPr>
                <p:cNvGrpSpPr/>
                <p:nvPr/>
              </p:nvGrpSpPr>
              <p:grpSpPr>
                <a:xfrm rot="18900000">
                  <a:off x="5311056" y="5075478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40731" name="グループ化 140730">
                    <a:extLst>
                      <a:ext uri="{FF2B5EF4-FFF2-40B4-BE49-F238E27FC236}">
                        <a16:creationId xmlns:a16="http://schemas.microsoft.com/office/drawing/2014/main" id="{98442AB0-6572-4BF4-A2AD-1BA3FB6298F4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756" name="直線コネクタ 140755">
                      <a:extLst>
                        <a:ext uri="{FF2B5EF4-FFF2-40B4-BE49-F238E27FC236}">
                          <a16:creationId xmlns:a16="http://schemas.microsoft.com/office/drawing/2014/main" id="{D5C96974-B420-4FD3-9739-C93AFA79F80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7" name="直線コネクタ 140756">
                      <a:extLst>
                        <a:ext uri="{FF2B5EF4-FFF2-40B4-BE49-F238E27FC236}">
                          <a16:creationId xmlns:a16="http://schemas.microsoft.com/office/drawing/2014/main" id="{CF600941-96E7-496E-96F7-05E1FC98BC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8" name="直線コネクタ 140757">
                      <a:extLst>
                        <a:ext uri="{FF2B5EF4-FFF2-40B4-BE49-F238E27FC236}">
                          <a16:creationId xmlns:a16="http://schemas.microsoft.com/office/drawing/2014/main" id="{2B41DEF1-2C2A-4C5B-ACB8-4A5156EFE5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9" name="直線コネクタ 140758">
                      <a:extLst>
                        <a:ext uri="{FF2B5EF4-FFF2-40B4-BE49-F238E27FC236}">
                          <a16:creationId xmlns:a16="http://schemas.microsoft.com/office/drawing/2014/main" id="{FC2A3D2B-34B2-44EE-810E-D76CA847EC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0" name="直線コネクタ 140759">
                      <a:extLst>
                        <a:ext uri="{FF2B5EF4-FFF2-40B4-BE49-F238E27FC236}">
                          <a16:creationId xmlns:a16="http://schemas.microsoft.com/office/drawing/2014/main" id="{2FB5905F-47C9-425E-8643-B9047408FD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1" name="直線コネクタ 140760">
                      <a:extLst>
                        <a:ext uri="{FF2B5EF4-FFF2-40B4-BE49-F238E27FC236}">
                          <a16:creationId xmlns:a16="http://schemas.microsoft.com/office/drawing/2014/main" id="{059579C8-E8F1-462C-910A-3CC9302E69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2" name="直線コネクタ 140761">
                      <a:extLst>
                        <a:ext uri="{FF2B5EF4-FFF2-40B4-BE49-F238E27FC236}">
                          <a16:creationId xmlns:a16="http://schemas.microsoft.com/office/drawing/2014/main" id="{4DDCFACB-930D-4378-9382-469F5130C2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3" name="直線コネクタ 140762">
                      <a:extLst>
                        <a:ext uri="{FF2B5EF4-FFF2-40B4-BE49-F238E27FC236}">
                          <a16:creationId xmlns:a16="http://schemas.microsoft.com/office/drawing/2014/main" id="{3FAB5BE3-8C2B-4797-98AC-0149FA5EB9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4" name="直線コネクタ 140763">
                      <a:extLst>
                        <a:ext uri="{FF2B5EF4-FFF2-40B4-BE49-F238E27FC236}">
                          <a16:creationId xmlns:a16="http://schemas.microsoft.com/office/drawing/2014/main" id="{07673C73-586E-4AF7-9EE2-EE697CACCC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5" name="直線コネクタ 140764">
                      <a:extLst>
                        <a:ext uri="{FF2B5EF4-FFF2-40B4-BE49-F238E27FC236}">
                          <a16:creationId xmlns:a16="http://schemas.microsoft.com/office/drawing/2014/main" id="{B9214A4B-B719-4B5D-943C-C980F13276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6" name="直線コネクタ 140765">
                      <a:extLst>
                        <a:ext uri="{FF2B5EF4-FFF2-40B4-BE49-F238E27FC236}">
                          <a16:creationId xmlns:a16="http://schemas.microsoft.com/office/drawing/2014/main" id="{7DAAC2CB-7254-448D-860A-906B561DE0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7" name="直線コネクタ 140766">
                      <a:extLst>
                        <a:ext uri="{FF2B5EF4-FFF2-40B4-BE49-F238E27FC236}">
                          <a16:creationId xmlns:a16="http://schemas.microsoft.com/office/drawing/2014/main" id="{DB6E093D-4D6C-48E3-9498-B497835C26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8" name="直線コネクタ 140767">
                      <a:extLst>
                        <a:ext uri="{FF2B5EF4-FFF2-40B4-BE49-F238E27FC236}">
                          <a16:creationId xmlns:a16="http://schemas.microsoft.com/office/drawing/2014/main" id="{63E69EF1-EF76-4B4C-A980-0EF4871861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69" name="直線コネクタ 140768">
                      <a:extLst>
                        <a:ext uri="{FF2B5EF4-FFF2-40B4-BE49-F238E27FC236}">
                          <a16:creationId xmlns:a16="http://schemas.microsoft.com/office/drawing/2014/main" id="{61CE4BB3-1932-4201-9EC1-3DEF3BA3A1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0" name="直線コネクタ 140769">
                      <a:extLst>
                        <a:ext uri="{FF2B5EF4-FFF2-40B4-BE49-F238E27FC236}">
                          <a16:creationId xmlns:a16="http://schemas.microsoft.com/office/drawing/2014/main" id="{2756B1A7-D91B-4DA8-93DF-F047815B47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1" name="直線コネクタ 140770">
                      <a:extLst>
                        <a:ext uri="{FF2B5EF4-FFF2-40B4-BE49-F238E27FC236}">
                          <a16:creationId xmlns:a16="http://schemas.microsoft.com/office/drawing/2014/main" id="{411941E0-CDE1-47F6-9B7A-CE779E3262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2" name="直線コネクタ 140771">
                      <a:extLst>
                        <a:ext uri="{FF2B5EF4-FFF2-40B4-BE49-F238E27FC236}">
                          <a16:creationId xmlns:a16="http://schemas.microsoft.com/office/drawing/2014/main" id="{8D2D586A-288A-4388-831B-864D5F05F3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3" name="直線コネクタ 140772">
                      <a:extLst>
                        <a:ext uri="{FF2B5EF4-FFF2-40B4-BE49-F238E27FC236}">
                          <a16:creationId xmlns:a16="http://schemas.microsoft.com/office/drawing/2014/main" id="{A8FCAD4D-F374-4CE4-875D-FBF6CCE4AD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4" name="直線コネクタ 140773">
                      <a:extLst>
                        <a:ext uri="{FF2B5EF4-FFF2-40B4-BE49-F238E27FC236}">
                          <a16:creationId xmlns:a16="http://schemas.microsoft.com/office/drawing/2014/main" id="{192DD9D9-7E9F-4908-9FC8-8CC69C2DA8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5" name="直線コネクタ 140774">
                      <a:extLst>
                        <a:ext uri="{FF2B5EF4-FFF2-40B4-BE49-F238E27FC236}">
                          <a16:creationId xmlns:a16="http://schemas.microsoft.com/office/drawing/2014/main" id="{AFD1A8C5-4426-462B-A3AB-3A48926D13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6" name="直線コネクタ 140775">
                      <a:extLst>
                        <a:ext uri="{FF2B5EF4-FFF2-40B4-BE49-F238E27FC236}">
                          <a16:creationId xmlns:a16="http://schemas.microsoft.com/office/drawing/2014/main" id="{42AB3DDD-FA89-4C2E-A801-6B238B1068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7" name="直線コネクタ 140776">
                      <a:extLst>
                        <a:ext uri="{FF2B5EF4-FFF2-40B4-BE49-F238E27FC236}">
                          <a16:creationId xmlns:a16="http://schemas.microsoft.com/office/drawing/2014/main" id="{57CF8127-552A-4C29-A014-057B5E2B2C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78" name="直線コネクタ 140777">
                      <a:extLst>
                        <a:ext uri="{FF2B5EF4-FFF2-40B4-BE49-F238E27FC236}">
                          <a16:creationId xmlns:a16="http://schemas.microsoft.com/office/drawing/2014/main" id="{393EEAB3-3008-47D0-B5BB-51DD6AC0A0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732" name="グループ化 140731">
                    <a:extLst>
                      <a:ext uri="{FF2B5EF4-FFF2-40B4-BE49-F238E27FC236}">
                        <a16:creationId xmlns:a16="http://schemas.microsoft.com/office/drawing/2014/main" id="{CF9AA8B0-FB20-4775-B405-C46A60B418ED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733" name="直線コネクタ 140732">
                      <a:extLst>
                        <a:ext uri="{FF2B5EF4-FFF2-40B4-BE49-F238E27FC236}">
                          <a16:creationId xmlns:a16="http://schemas.microsoft.com/office/drawing/2014/main" id="{1F52F1C0-4FBD-4145-93DB-4EA4B3F00A5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34" name="直線コネクタ 140733">
                      <a:extLst>
                        <a:ext uri="{FF2B5EF4-FFF2-40B4-BE49-F238E27FC236}">
                          <a16:creationId xmlns:a16="http://schemas.microsoft.com/office/drawing/2014/main" id="{96900C7B-3253-4B48-B540-648ACFEEFF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35" name="直線コネクタ 140734">
                      <a:extLst>
                        <a:ext uri="{FF2B5EF4-FFF2-40B4-BE49-F238E27FC236}">
                          <a16:creationId xmlns:a16="http://schemas.microsoft.com/office/drawing/2014/main" id="{7EE8EB33-3161-4C35-9D55-6F7632BC77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36" name="直線コネクタ 140735">
                      <a:extLst>
                        <a:ext uri="{FF2B5EF4-FFF2-40B4-BE49-F238E27FC236}">
                          <a16:creationId xmlns:a16="http://schemas.microsoft.com/office/drawing/2014/main" id="{DA75AD7B-A4A3-41ED-9319-2623AB2911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37" name="直線コネクタ 140736">
                      <a:extLst>
                        <a:ext uri="{FF2B5EF4-FFF2-40B4-BE49-F238E27FC236}">
                          <a16:creationId xmlns:a16="http://schemas.microsoft.com/office/drawing/2014/main" id="{D530CF0C-5E14-4868-ABA3-7FC541035E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38" name="直線コネクタ 140737">
                      <a:extLst>
                        <a:ext uri="{FF2B5EF4-FFF2-40B4-BE49-F238E27FC236}">
                          <a16:creationId xmlns:a16="http://schemas.microsoft.com/office/drawing/2014/main" id="{674FE817-CB5B-434E-8BD4-56F45A94A2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39" name="直線コネクタ 140738">
                      <a:extLst>
                        <a:ext uri="{FF2B5EF4-FFF2-40B4-BE49-F238E27FC236}">
                          <a16:creationId xmlns:a16="http://schemas.microsoft.com/office/drawing/2014/main" id="{326057A1-AAAD-48B8-B549-916C08292B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0" name="直線コネクタ 140739">
                      <a:extLst>
                        <a:ext uri="{FF2B5EF4-FFF2-40B4-BE49-F238E27FC236}">
                          <a16:creationId xmlns:a16="http://schemas.microsoft.com/office/drawing/2014/main" id="{6604D938-E5D8-418E-BC1B-76AE8CF8F8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1" name="直線コネクタ 140740">
                      <a:extLst>
                        <a:ext uri="{FF2B5EF4-FFF2-40B4-BE49-F238E27FC236}">
                          <a16:creationId xmlns:a16="http://schemas.microsoft.com/office/drawing/2014/main" id="{0E3DA1DF-7A41-4E83-B054-D5C7D87334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2" name="直線コネクタ 140741">
                      <a:extLst>
                        <a:ext uri="{FF2B5EF4-FFF2-40B4-BE49-F238E27FC236}">
                          <a16:creationId xmlns:a16="http://schemas.microsoft.com/office/drawing/2014/main" id="{3AF149AD-A772-485A-A95C-40CB8FA667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3" name="直線コネクタ 140742">
                      <a:extLst>
                        <a:ext uri="{FF2B5EF4-FFF2-40B4-BE49-F238E27FC236}">
                          <a16:creationId xmlns:a16="http://schemas.microsoft.com/office/drawing/2014/main" id="{7786B0B8-E588-474E-B15A-6BF4F1323A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4" name="直線コネクタ 140743">
                      <a:extLst>
                        <a:ext uri="{FF2B5EF4-FFF2-40B4-BE49-F238E27FC236}">
                          <a16:creationId xmlns:a16="http://schemas.microsoft.com/office/drawing/2014/main" id="{35DABFB4-94B6-4869-8D4A-324ACCB275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5" name="直線コネクタ 140744">
                      <a:extLst>
                        <a:ext uri="{FF2B5EF4-FFF2-40B4-BE49-F238E27FC236}">
                          <a16:creationId xmlns:a16="http://schemas.microsoft.com/office/drawing/2014/main" id="{65098199-3E85-44A5-92C1-F00DC521F5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6" name="直線コネクタ 140745">
                      <a:extLst>
                        <a:ext uri="{FF2B5EF4-FFF2-40B4-BE49-F238E27FC236}">
                          <a16:creationId xmlns:a16="http://schemas.microsoft.com/office/drawing/2014/main" id="{915E282D-1BBC-49F0-B47B-E9BE6E4C95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7" name="直線コネクタ 140746">
                      <a:extLst>
                        <a:ext uri="{FF2B5EF4-FFF2-40B4-BE49-F238E27FC236}">
                          <a16:creationId xmlns:a16="http://schemas.microsoft.com/office/drawing/2014/main" id="{000901F4-6772-43C9-99D2-709B5BC8C6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8" name="直線コネクタ 140747">
                      <a:extLst>
                        <a:ext uri="{FF2B5EF4-FFF2-40B4-BE49-F238E27FC236}">
                          <a16:creationId xmlns:a16="http://schemas.microsoft.com/office/drawing/2014/main" id="{2233B9A4-96ED-4BE4-A0D5-A00212CB44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49" name="直線コネクタ 140748">
                      <a:extLst>
                        <a:ext uri="{FF2B5EF4-FFF2-40B4-BE49-F238E27FC236}">
                          <a16:creationId xmlns:a16="http://schemas.microsoft.com/office/drawing/2014/main" id="{8A3922A2-EA1C-4A44-8C22-A6FA42B941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0" name="直線コネクタ 140749">
                      <a:extLst>
                        <a:ext uri="{FF2B5EF4-FFF2-40B4-BE49-F238E27FC236}">
                          <a16:creationId xmlns:a16="http://schemas.microsoft.com/office/drawing/2014/main" id="{182B6B1A-050C-4922-875B-618D444605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1" name="直線コネクタ 140750">
                      <a:extLst>
                        <a:ext uri="{FF2B5EF4-FFF2-40B4-BE49-F238E27FC236}">
                          <a16:creationId xmlns:a16="http://schemas.microsoft.com/office/drawing/2014/main" id="{5696AB2E-809F-428C-8C9F-06D2CF625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2" name="直線コネクタ 140751">
                      <a:extLst>
                        <a:ext uri="{FF2B5EF4-FFF2-40B4-BE49-F238E27FC236}">
                          <a16:creationId xmlns:a16="http://schemas.microsoft.com/office/drawing/2014/main" id="{406ADCF5-17A2-4D58-8951-762F9082F0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3" name="直線コネクタ 140752">
                      <a:extLst>
                        <a:ext uri="{FF2B5EF4-FFF2-40B4-BE49-F238E27FC236}">
                          <a16:creationId xmlns:a16="http://schemas.microsoft.com/office/drawing/2014/main" id="{EC2557C4-DC82-4FE8-BCF0-2CE8D09FCB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4" name="直線コネクタ 140753">
                      <a:extLst>
                        <a:ext uri="{FF2B5EF4-FFF2-40B4-BE49-F238E27FC236}">
                          <a16:creationId xmlns:a16="http://schemas.microsoft.com/office/drawing/2014/main" id="{B3673AD6-9D15-4796-ADB5-1A85AE8FF1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55" name="直線コネクタ 140754">
                      <a:extLst>
                        <a:ext uri="{FF2B5EF4-FFF2-40B4-BE49-F238E27FC236}">
                          <a16:creationId xmlns:a16="http://schemas.microsoft.com/office/drawing/2014/main" id="{8087B369-C8A3-47B1-97B4-10213624C2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0437" name="グループ化 140436">
                  <a:extLst>
                    <a:ext uri="{FF2B5EF4-FFF2-40B4-BE49-F238E27FC236}">
                      <a16:creationId xmlns:a16="http://schemas.microsoft.com/office/drawing/2014/main" id="{B95502C0-E4CC-4D10-A005-DE3FA9F21D63}"/>
                    </a:ext>
                  </a:extLst>
                </p:cNvPr>
                <p:cNvGrpSpPr/>
                <p:nvPr/>
              </p:nvGrpSpPr>
              <p:grpSpPr>
                <a:xfrm rot="5400000">
                  <a:off x="5100013" y="5587331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40683" name="グループ化 140682">
                    <a:extLst>
                      <a:ext uri="{FF2B5EF4-FFF2-40B4-BE49-F238E27FC236}">
                        <a16:creationId xmlns:a16="http://schemas.microsoft.com/office/drawing/2014/main" id="{CC15A239-CF4F-407E-B5A7-5522E6C86F74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708" name="直線コネクタ 140707">
                      <a:extLst>
                        <a:ext uri="{FF2B5EF4-FFF2-40B4-BE49-F238E27FC236}">
                          <a16:creationId xmlns:a16="http://schemas.microsoft.com/office/drawing/2014/main" id="{5A2A64A8-0D8F-4A46-A97B-A775D4AC4D2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9" name="直線コネクタ 140708">
                      <a:extLst>
                        <a:ext uri="{FF2B5EF4-FFF2-40B4-BE49-F238E27FC236}">
                          <a16:creationId xmlns:a16="http://schemas.microsoft.com/office/drawing/2014/main" id="{7B9503E5-B5A0-4176-8237-9450D9DA43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0" name="直線コネクタ 140709">
                      <a:extLst>
                        <a:ext uri="{FF2B5EF4-FFF2-40B4-BE49-F238E27FC236}">
                          <a16:creationId xmlns:a16="http://schemas.microsoft.com/office/drawing/2014/main" id="{37365150-47F0-4D61-936E-202C350E2A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1" name="直線コネクタ 140710">
                      <a:extLst>
                        <a:ext uri="{FF2B5EF4-FFF2-40B4-BE49-F238E27FC236}">
                          <a16:creationId xmlns:a16="http://schemas.microsoft.com/office/drawing/2014/main" id="{551F86AB-E6A7-401B-ADD4-0726791804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2" name="直線コネクタ 140711">
                      <a:extLst>
                        <a:ext uri="{FF2B5EF4-FFF2-40B4-BE49-F238E27FC236}">
                          <a16:creationId xmlns:a16="http://schemas.microsoft.com/office/drawing/2014/main" id="{F8772EAC-DC83-4BFD-97AE-82A79A59B3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3" name="直線コネクタ 140712">
                      <a:extLst>
                        <a:ext uri="{FF2B5EF4-FFF2-40B4-BE49-F238E27FC236}">
                          <a16:creationId xmlns:a16="http://schemas.microsoft.com/office/drawing/2014/main" id="{5BE1F0CC-D6A2-4990-9916-CBF8F54AC5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4" name="直線コネクタ 140713">
                      <a:extLst>
                        <a:ext uri="{FF2B5EF4-FFF2-40B4-BE49-F238E27FC236}">
                          <a16:creationId xmlns:a16="http://schemas.microsoft.com/office/drawing/2014/main" id="{7D8D2F38-0F4A-46B1-B61B-53CBA41354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5" name="直線コネクタ 140714">
                      <a:extLst>
                        <a:ext uri="{FF2B5EF4-FFF2-40B4-BE49-F238E27FC236}">
                          <a16:creationId xmlns:a16="http://schemas.microsoft.com/office/drawing/2014/main" id="{A616FC3E-54D9-4EDE-9333-734118B2D3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6" name="直線コネクタ 140715">
                      <a:extLst>
                        <a:ext uri="{FF2B5EF4-FFF2-40B4-BE49-F238E27FC236}">
                          <a16:creationId xmlns:a16="http://schemas.microsoft.com/office/drawing/2014/main" id="{BFAA5CB4-9EE1-4E52-95A2-083229D8C3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7" name="直線コネクタ 140716">
                      <a:extLst>
                        <a:ext uri="{FF2B5EF4-FFF2-40B4-BE49-F238E27FC236}">
                          <a16:creationId xmlns:a16="http://schemas.microsoft.com/office/drawing/2014/main" id="{D140C628-61E1-4F64-86EB-1CD9C6D8DB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8" name="直線コネクタ 140717">
                      <a:extLst>
                        <a:ext uri="{FF2B5EF4-FFF2-40B4-BE49-F238E27FC236}">
                          <a16:creationId xmlns:a16="http://schemas.microsoft.com/office/drawing/2014/main" id="{5AC186A6-7E52-4D98-91E0-E2C68D71FB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19" name="直線コネクタ 140718">
                      <a:extLst>
                        <a:ext uri="{FF2B5EF4-FFF2-40B4-BE49-F238E27FC236}">
                          <a16:creationId xmlns:a16="http://schemas.microsoft.com/office/drawing/2014/main" id="{6663ADB9-24C8-4E06-821A-967E759E9C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0" name="直線コネクタ 140719">
                      <a:extLst>
                        <a:ext uri="{FF2B5EF4-FFF2-40B4-BE49-F238E27FC236}">
                          <a16:creationId xmlns:a16="http://schemas.microsoft.com/office/drawing/2014/main" id="{8E73A3DF-4498-42F2-88EE-95809823A0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1" name="直線コネクタ 140720">
                      <a:extLst>
                        <a:ext uri="{FF2B5EF4-FFF2-40B4-BE49-F238E27FC236}">
                          <a16:creationId xmlns:a16="http://schemas.microsoft.com/office/drawing/2014/main" id="{FA2D56A9-4584-48D7-BD12-8158855FB7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2" name="直線コネクタ 140721">
                      <a:extLst>
                        <a:ext uri="{FF2B5EF4-FFF2-40B4-BE49-F238E27FC236}">
                          <a16:creationId xmlns:a16="http://schemas.microsoft.com/office/drawing/2014/main" id="{568AA7EF-B95F-4525-B2FF-84D0E3B129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3" name="直線コネクタ 140722">
                      <a:extLst>
                        <a:ext uri="{FF2B5EF4-FFF2-40B4-BE49-F238E27FC236}">
                          <a16:creationId xmlns:a16="http://schemas.microsoft.com/office/drawing/2014/main" id="{67B62FB6-FE12-49DC-BF81-A5E435A1B5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4" name="直線コネクタ 140723">
                      <a:extLst>
                        <a:ext uri="{FF2B5EF4-FFF2-40B4-BE49-F238E27FC236}">
                          <a16:creationId xmlns:a16="http://schemas.microsoft.com/office/drawing/2014/main" id="{719F57BF-5C45-47AB-8D9C-A7DF3A0856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5" name="直線コネクタ 140724">
                      <a:extLst>
                        <a:ext uri="{FF2B5EF4-FFF2-40B4-BE49-F238E27FC236}">
                          <a16:creationId xmlns:a16="http://schemas.microsoft.com/office/drawing/2014/main" id="{AC93A4C0-045A-4863-8321-B5F4812337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6" name="直線コネクタ 140725">
                      <a:extLst>
                        <a:ext uri="{FF2B5EF4-FFF2-40B4-BE49-F238E27FC236}">
                          <a16:creationId xmlns:a16="http://schemas.microsoft.com/office/drawing/2014/main" id="{951AB7B5-80E4-44F6-AA58-7555717ECF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7" name="直線コネクタ 140726">
                      <a:extLst>
                        <a:ext uri="{FF2B5EF4-FFF2-40B4-BE49-F238E27FC236}">
                          <a16:creationId xmlns:a16="http://schemas.microsoft.com/office/drawing/2014/main" id="{240B3A6F-CAA3-43AE-BAEB-01A6268CEB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8" name="直線コネクタ 140727">
                      <a:extLst>
                        <a:ext uri="{FF2B5EF4-FFF2-40B4-BE49-F238E27FC236}">
                          <a16:creationId xmlns:a16="http://schemas.microsoft.com/office/drawing/2014/main" id="{8EFB267F-8F29-45CA-A61A-96EEFFC5FB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29" name="直線コネクタ 140728">
                      <a:extLst>
                        <a:ext uri="{FF2B5EF4-FFF2-40B4-BE49-F238E27FC236}">
                          <a16:creationId xmlns:a16="http://schemas.microsoft.com/office/drawing/2014/main" id="{0887258F-A8A9-489E-B912-E24FCDFACA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30" name="直線コネクタ 140729">
                      <a:extLst>
                        <a:ext uri="{FF2B5EF4-FFF2-40B4-BE49-F238E27FC236}">
                          <a16:creationId xmlns:a16="http://schemas.microsoft.com/office/drawing/2014/main" id="{E96CC2AB-1555-4563-884D-6F61D93189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684" name="グループ化 140683">
                    <a:extLst>
                      <a:ext uri="{FF2B5EF4-FFF2-40B4-BE49-F238E27FC236}">
                        <a16:creationId xmlns:a16="http://schemas.microsoft.com/office/drawing/2014/main" id="{EFEE525E-E434-439D-8E82-447957A8FD3A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685" name="直線コネクタ 140684">
                      <a:extLst>
                        <a:ext uri="{FF2B5EF4-FFF2-40B4-BE49-F238E27FC236}">
                          <a16:creationId xmlns:a16="http://schemas.microsoft.com/office/drawing/2014/main" id="{0AD513BA-4C6C-49EC-8637-0FF0E197CB3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86" name="直線コネクタ 140685">
                      <a:extLst>
                        <a:ext uri="{FF2B5EF4-FFF2-40B4-BE49-F238E27FC236}">
                          <a16:creationId xmlns:a16="http://schemas.microsoft.com/office/drawing/2014/main" id="{5F6D8C25-0F9A-41A6-950F-CDBF4F8AC8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87" name="直線コネクタ 140686">
                      <a:extLst>
                        <a:ext uri="{FF2B5EF4-FFF2-40B4-BE49-F238E27FC236}">
                          <a16:creationId xmlns:a16="http://schemas.microsoft.com/office/drawing/2014/main" id="{45403F23-1F37-41A9-8844-7AC6E9CC24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88" name="直線コネクタ 140687">
                      <a:extLst>
                        <a:ext uri="{FF2B5EF4-FFF2-40B4-BE49-F238E27FC236}">
                          <a16:creationId xmlns:a16="http://schemas.microsoft.com/office/drawing/2014/main" id="{2F7C1390-04AB-4EDB-9AED-B446EC46D0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89" name="直線コネクタ 140688">
                      <a:extLst>
                        <a:ext uri="{FF2B5EF4-FFF2-40B4-BE49-F238E27FC236}">
                          <a16:creationId xmlns:a16="http://schemas.microsoft.com/office/drawing/2014/main" id="{5080B8A4-0706-4200-8067-EA6830C055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0" name="直線コネクタ 140689">
                      <a:extLst>
                        <a:ext uri="{FF2B5EF4-FFF2-40B4-BE49-F238E27FC236}">
                          <a16:creationId xmlns:a16="http://schemas.microsoft.com/office/drawing/2014/main" id="{419D06C2-65E3-498A-8D3B-55B4C62C77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1" name="直線コネクタ 140690">
                      <a:extLst>
                        <a:ext uri="{FF2B5EF4-FFF2-40B4-BE49-F238E27FC236}">
                          <a16:creationId xmlns:a16="http://schemas.microsoft.com/office/drawing/2014/main" id="{5339E011-911D-419B-A89B-2E6598D7B5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2" name="直線コネクタ 140691">
                      <a:extLst>
                        <a:ext uri="{FF2B5EF4-FFF2-40B4-BE49-F238E27FC236}">
                          <a16:creationId xmlns:a16="http://schemas.microsoft.com/office/drawing/2014/main" id="{944B5956-8AAB-4886-846D-FBD7FF1CCE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3" name="直線コネクタ 140692">
                      <a:extLst>
                        <a:ext uri="{FF2B5EF4-FFF2-40B4-BE49-F238E27FC236}">
                          <a16:creationId xmlns:a16="http://schemas.microsoft.com/office/drawing/2014/main" id="{A24B8ABC-B453-4A6D-A20A-6F2D34DF34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4" name="直線コネクタ 140693">
                      <a:extLst>
                        <a:ext uri="{FF2B5EF4-FFF2-40B4-BE49-F238E27FC236}">
                          <a16:creationId xmlns:a16="http://schemas.microsoft.com/office/drawing/2014/main" id="{90F39F49-2C9D-48C7-92D4-18895DECCC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5" name="直線コネクタ 140694">
                      <a:extLst>
                        <a:ext uri="{FF2B5EF4-FFF2-40B4-BE49-F238E27FC236}">
                          <a16:creationId xmlns:a16="http://schemas.microsoft.com/office/drawing/2014/main" id="{5058C4BC-8401-405A-BD9F-0D1C43FE72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6" name="直線コネクタ 140695">
                      <a:extLst>
                        <a:ext uri="{FF2B5EF4-FFF2-40B4-BE49-F238E27FC236}">
                          <a16:creationId xmlns:a16="http://schemas.microsoft.com/office/drawing/2014/main" id="{EE32BF70-1E2F-41D1-B658-1C7D7A4109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7" name="直線コネクタ 140696">
                      <a:extLst>
                        <a:ext uri="{FF2B5EF4-FFF2-40B4-BE49-F238E27FC236}">
                          <a16:creationId xmlns:a16="http://schemas.microsoft.com/office/drawing/2014/main" id="{169DFA0A-278C-43B8-99FE-D00472FE1F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8" name="直線コネクタ 140697">
                      <a:extLst>
                        <a:ext uri="{FF2B5EF4-FFF2-40B4-BE49-F238E27FC236}">
                          <a16:creationId xmlns:a16="http://schemas.microsoft.com/office/drawing/2014/main" id="{232DA839-0976-4CC7-BD81-20E06AD9CB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99" name="直線コネクタ 140698">
                      <a:extLst>
                        <a:ext uri="{FF2B5EF4-FFF2-40B4-BE49-F238E27FC236}">
                          <a16:creationId xmlns:a16="http://schemas.microsoft.com/office/drawing/2014/main" id="{AE5FBD09-B75D-4015-8D5E-546AAB8653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0" name="直線コネクタ 140699">
                      <a:extLst>
                        <a:ext uri="{FF2B5EF4-FFF2-40B4-BE49-F238E27FC236}">
                          <a16:creationId xmlns:a16="http://schemas.microsoft.com/office/drawing/2014/main" id="{E16FE03C-2A72-4304-90B2-E44FA6CAD0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1" name="直線コネクタ 140700">
                      <a:extLst>
                        <a:ext uri="{FF2B5EF4-FFF2-40B4-BE49-F238E27FC236}">
                          <a16:creationId xmlns:a16="http://schemas.microsoft.com/office/drawing/2014/main" id="{AF4A3FD4-605F-4A6E-8B7D-0BDBAD31E1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2" name="直線コネクタ 140701">
                      <a:extLst>
                        <a:ext uri="{FF2B5EF4-FFF2-40B4-BE49-F238E27FC236}">
                          <a16:creationId xmlns:a16="http://schemas.microsoft.com/office/drawing/2014/main" id="{898F6060-AA8F-4202-8FD5-A7EDEDF9A2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3" name="直線コネクタ 140702">
                      <a:extLst>
                        <a:ext uri="{FF2B5EF4-FFF2-40B4-BE49-F238E27FC236}">
                          <a16:creationId xmlns:a16="http://schemas.microsoft.com/office/drawing/2014/main" id="{67E2E5DE-45DD-41B9-B051-52BBF5E012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4" name="直線コネクタ 140703">
                      <a:extLst>
                        <a:ext uri="{FF2B5EF4-FFF2-40B4-BE49-F238E27FC236}">
                          <a16:creationId xmlns:a16="http://schemas.microsoft.com/office/drawing/2014/main" id="{7A12D3DD-41BC-44E9-A9DE-BCA217E8A3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5" name="直線コネクタ 140704">
                      <a:extLst>
                        <a:ext uri="{FF2B5EF4-FFF2-40B4-BE49-F238E27FC236}">
                          <a16:creationId xmlns:a16="http://schemas.microsoft.com/office/drawing/2014/main" id="{94DE304A-3A63-4945-B1BC-F0C45E756D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6" name="直線コネクタ 140705">
                      <a:extLst>
                        <a:ext uri="{FF2B5EF4-FFF2-40B4-BE49-F238E27FC236}">
                          <a16:creationId xmlns:a16="http://schemas.microsoft.com/office/drawing/2014/main" id="{99390497-8E2F-4FD4-AAE3-E4CD66039A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707" name="直線コネクタ 140706">
                      <a:extLst>
                        <a:ext uri="{FF2B5EF4-FFF2-40B4-BE49-F238E27FC236}">
                          <a16:creationId xmlns:a16="http://schemas.microsoft.com/office/drawing/2014/main" id="{65A709DA-15FB-4E2D-9516-F0600A4CEF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0438" name="グループ化 140437">
                  <a:extLst>
                    <a:ext uri="{FF2B5EF4-FFF2-40B4-BE49-F238E27FC236}">
                      <a16:creationId xmlns:a16="http://schemas.microsoft.com/office/drawing/2014/main" id="{88A237BC-7A8C-4EAD-A460-5B6173F5E272}"/>
                    </a:ext>
                  </a:extLst>
                </p:cNvPr>
                <p:cNvGrpSpPr/>
                <p:nvPr/>
              </p:nvGrpSpPr>
              <p:grpSpPr>
                <a:xfrm rot="2700000">
                  <a:off x="5312047" y="5498555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40635" name="グループ化 140634">
                    <a:extLst>
                      <a:ext uri="{FF2B5EF4-FFF2-40B4-BE49-F238E27FC236}">
                        <a16:creationId xmlns:a16="http://schemas.microsoft.com/office/drawing/2014/main" id="{6A165A65-28AD-4BD7-9E27-4BC75FEA7D50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660" name="直線コネクタ 140659">
                      <a:extLst>
                        <a:ext uri="{FF2B5EF4-FFF2-40B4-BE49-F238E27FC236}">
                          <a16:creationId xmlns:a16="http://schemas.microsoft.com/office/drawing/2014/main" id="{FD392C86-A9D9-4F61-86A1-DFF188AED29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1" name="直線コネクタ 140660">
                      <a:extLst>
                        <a:ext uri="{FF2B5EF4-FFF2-40B4-BE49-F238E27FC236}">
                          <a16:creationId xmlns:a16="http://schemas.microsoft.com/office/drawing/2014/main" id="{84DC1403-2698-4DDB-AB92-AA1E944B04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2" name="直線コネクタ 140661">
                      <a:extLst>
                        <a:ext uri="{FF2B5EF4-FFF2-40B4-BE49-F238E27FC236}">
                          <a16:creationId xmlns:a16="http://schemas.microsoft.com/office/drawing/2014/main" id="{0FCF3CC2-C000-40E1-8CDB-9AEBA4644E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3" name="直線コネクタ 140662">
                      <a:extLst>
                        <a:ext uri="{FF2B5EF4-FFF2-40B4-BE49-F238E27FC236}">
                          <a16:creationId xmlns:a16="http://schemas.microsoft.com/office/drawing/2014/main" id="{D52A4708-27B2-4C8D-844B-8D78D18559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4" name="直線コネクタ 140663">
                      <a:extLst>
                        <a:ext uri="{FF2B5EF4-FFF2-40B4-BE49-F238E27FC236}">
                          <a16:creationId xmlns:a16="http://schemas.microsoft.com/office/drawing/2014/main" id="{DFF77AF7-C93B-4199-A178-0979582F55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5" name="直線コネクタ 140664">
                      <a:extLst>
                        <a:ext uri="{FF2B5EF4-FFF2-40B4-BE49-F238E27FC236}">
                          <a16:creationId xmlns:a16="http://schemas.microsoft.com/office/drawing/2014/main" id="{62779926-FD9C-4F2B-800D-0D4B1667DE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6" name="直線コネクタ 140665">
                      <a:extLst>
                        <a:ext uri="{FF2B5EF4-FFF2-40B4-BE49-F238E27FC236}">
                          <a16:creationId xmlns:a16="http://schemas.microsoft.com/office/drawing/2014/main" id="{F2DDFA37-8D0F-4E40-83C3-CEBE5EE610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7" name="直線コネクタ 140666">
                      <a:extLst>
                        <a:ext uri="{FF2B5EF4-FFF2-40B4-BE49-F238E27FC236}">
                          <a16:creationId xmlns:a16="http://schemas.microsoft.com/office/drawing/2014/main" id="{050BB36A-3B4A-458D-8704-94C17AEBEA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8" name="直線コネクタ 140667">
                      <a:extLst>
                        <a:ext uri="{FF2B5EF4-FFF2-40B4-BE49-F238E27FC236}">
                          <a16:creationId xmlns:a16="http://schemas.microsoft.com/office/drawing/2014/main" id="{2C54C480-DA93-4A7A-AEA2-2930B38E95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69" name="直線コネクタ 140668">
                      <a:extLst>
                        <a:ext uri="{FF2B5EF4-FFF2-40B4-BE49-F238E27FC236}">
                          <a16:creationId xmlns:a16="http://schemas.microsoft.com/office/drawing/2014/main" id="{90045F0F-4DCF-4E6D-AC7B-E1B0BD15D4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0" name="直線コネクタ 140669">
                      <a:extLst>
                        <a:ext uri="{FF2B5EF4-FFF2-40B4-BE49-F238E27FC236}">
                          <a16:creationId xmlns:a16="http://schemas.microsoft.com/office/drawing/2014/main" id="{938EF568-0E05-4553-846B-282A2E6A20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1" name="直線コネクタ 140670">
                      <a:extLst>
                        <a:ext uri="{FF2B5EF4-FFF2-40B4-BE49-F238E27FC236}">
                          <a16:creationId xmlns:a16="http://schemas.microsoft.com/office/drawing/2014/main" id="{568BAD7C-0C0B-4138-8720-D3C9BC592B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2" name="直線コネクタ 140671">
                      <a:extLst>
                        <a:ext uri="{FF2B5EF4-FFF2-40B4-BE49-F238E27FC236}">
                          <a16:creationId xmlns:a16="http://schemas.microsoft.com/office/drawing/2014/main" id="{4DD79C24-D634-4B25-9984-BA94B284DA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3" name="直線コネクタ 140672">
                      <a:extLst>
                        <a:ext uri="{FF2B5EF4-FFF2-40B4-BE49-F238E27FC236}">
                          <a16:creationId xmlns:a16="http://schemas.microsoft.com/office/drawing/2014/main" id="{BA5682B9-6F10-476E-B72F-D3F647C43A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4" name="直線コネクタ 140673">
                      <a:extLst>
                        <a:ext uri="{FF2B5EF4-FFF2-40B4-BE49-F238E27FC236}">
                          <a16:creationId xmlns:a16="http://schemas.microsoft.com/office/drawing/2014/main" id="{C65A230B-221E-4F68-BC9B-1EAAD63C6E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5" name="直線コネクタ 140674">
                      <a:extLst>
                        <a:ext uri="{FF2B5EF4-FFF2-40B4-BE49-F238E27FC236}">
                          <a16:creationId xmlns:a16="http://schemas.microsoft.com/office/drawing/2014/main" id="{150127A4-7424-451F-ABC5-C5EC273913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6" name="直線コネクタ 140675">
                      <a:extLst>
                        <a:ext uri="{FF2B5EF4-FFF2-40B4-BE49-F238E27FC236}">
                          <a16:creationId xmlns:a16="http://schemas.microsoft.com/office/drawing/2014/main" id="{DFFBEE58-512B-4E50-959D-6CBD25F83B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7" name="直線コネクタ 140676">
                      <a:extLst>
                        <a:ext uri="{FF2B5EF4-FFF2-40B4-BE49-F238E27FC236}">
                          <a16:creationId xmlns:a16="http://schemas.microsoft.com/office/drawing/2014/main" id="{A5742C5D-FEF4-4D0E-983D-4A8BB33FB4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8" name="直線コネクタ 140677">
                      <a:extLst>
                        <a:ext uri="{FF2B5EF4-FFF2-40B4-BE49-F238E27FC236}">
                          <a16:creationId xmlns:a16="http://schemas.microsoft.com/office/drawing/2014/main" id="{0045769F-568B-44CC-8665-0851F369F6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79" name="直線コネクタ 140678">
                      <a:extLst>
                        <a:ext uri="{FF2B5EF4-FFF2-40B4-BE49-F238E27FC236}">
                          <a16:creationId xmlns:a16="http://schemas.microsoft.com/office/drawing/2014/main" id="{77499C09-2DBC-47DB-AA14-4C929E07F7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80" name="直線コネクタ 140679">
                      <a:extLst>
                        <a:ext uri="{FF2B5EF4-FFF2-40B4-BE49-F238E27FC236}">
                          <a16:creationId xmlns:a16="http://schemas.microsoft.com/office/drawing/2014/main" id="{133ABA8F-6A71-49ED-BBBC-D07A2E3958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81" name="直線コネクタ 140680">
                      <a:extLst>
                        <a:ext uri="{FF2B5EF4-FFF2-40B4-BE49-F238E27FC236}">
                          <a16:creationId xmlns:a16="http://schemas.microsoft.com/office/drawing/2014/main" id="{094E8D48-F129-47F9-B542-6E94448852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82" name="直線コネクタ 140681">
                      <a:extLst>
                        <a:ext uri="{FF2B5EF4-FFF2-40B4-BE49-F238E27FC236}">
                          <a16:creationId xmlns:a16="http://schemas.microsoft.com/office/drawing/2014/main" id="{C867DD38-FBB3-4C80-AA33-FEB3FBEE19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636" name="グループ化 140635">
                    <a:extLst>
                      <a:ext uri="{FF2B5EF4-FFF2-40B4-BE49-F238E27FC236}">
                        <a16:creationId xmlns:a16="http://schemas.microsoft.com/office/drawing/2014/main" id="{00CFA8D7-A009-46BF-83D4-EFD52C3E90A1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637" name="直線コネクタ 140636">
                      <a:extLst>
                        <a:ext uri="{FF2B5EF4-FFF2-40B4-BE49-F238E27FC236}">
                          <a16:creationId xmlns:a16="http://schemas.microsoft.com/office/drawing/2014/main" id="{1C6F8538-3429-4A3C-ABE9-30C3157DFB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38" name="直線コネクタ 140637">
                      <a:extLst>
                        <a:ext uri="{FF2B5EF4-FFF2-40B4-BE49-F238E27FC236}">
                          <a16:creationId xmlns:a16="http://schemas.microsoft.com/office/drawing/2014/main" id="{99689B32-7490-4A90-B242-AC6FA2327A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39" name="直線コネクタ 140638">
                      <a:extLst>
                        <a:ext uri="{FF2B5EF4-FFF2-40B4-BE49-F238E27FC236}">
                          <a16:creationId xmlns:a16="http://schemas.microsoft.com/office/drawing/2014/main" id="{05128807-9057-4777-ACB9-D7EB9BB6BF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0" name="直線コネクタ 140639">
                      <a:extLst>
                        <a:ext uri="{FF2B5EF4-FFF2-40B4-BE49-F238E27FC236}">
                          <a16:creationId xmlns:a16="http://schemas.microsoft.com/office/drawing/2014/main" id="{B6E696CE-E8EE-46F1-8A64-DF0E62A2A8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1" name="直線コネクタ 140640">
                      <a:extLst>
                        <a:ext uri="{FF2B5EF4-FFF2-40B4-BE49-F238E27FC236}">
                          <a16:creationId xmlns:a16="http://schemas.microsoft.com/office/drawing/2014/main" id="{575EB8FC-1F5E-4DC3-B420-50EC0E7A21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2" name="直線コネクタ 140641">
                      <a:extLst>
                        <a:ext uri="{FF2B5EF4-FFF2-40B4-BE49-F238E27FC236}">
                          <a16:creationId xmlns:a16="http://schemas.microsoft.com/office/drawing/2014/main" id="{315B82E0-3A33-4DF1-A59A-8D6E006832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3" name="直線コネクタ 140642">
                      <a:extLst>
                        <a:ext uri="{FF2B5EF4-FFF2-40B4-BE49-F238E27FC236}">
                          <a16:creationId xmlns:a16="http://schemas.microsoft.com/office/drawing/2014/main" id="{A5BF98C7-DDCF-4044-BD5B-23E5D04FDD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4" name="直線コネクタ 140643">
                      <a:extLst>
                        <a:ext uri="{FF2B5EF4-FFF2-40B4-BE49-F238E27FC236}">
                          <a16:creationId xmlns:a16="http://schemas.microsoft.com/office/drawing/2014/main" id="{94A06F7C-C524-4200-BAB7-671A90D7EE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5" name="直線コネクタ 140644">
                      <a:extLst>
                        <a:ext uri="{FF2B5EF4-FFF2-40B4-BE49-F238E27FC236}">
                          <a16:creationId xmlns:a16="http://schemas.microsoft.com/office/drawing/2014/main" id="{16993380-53DD-4F43-AFA0-B649B2D9AF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6" name="直線コネクタ 140645">
                      <a:extLst>
                        <a:ext uri="{FF2B5EF4-FFF2-40B4-BE49-F238E27FC236}">
                          <a16:creationId xmlns:a16="http://schemas.microsoft.com/office/drawing/2014/main" id="{2389B72C-B5ED-4691-AA83-7AAE6E032F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7" name="直線コネクタ 140646">
                      <a:extLst>
                        <a:ext uri="{FF2B5EF4-FFF2-40B4-BE49-F238E27FC236}">
                          <a16:creationId xmlns:a16="http://schemas.microsoft.com/office/drawing/2014/main" id="{69F2371B-CAF9-4FE0-8D46-A5243C14B7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8" name="直線コネクタ 140647">
                      <a:extLst>
                        <a:ext uri="{FF2B5EF4-FFF2-40B4-BE49-F238E27FC236}">
                          <a16:creationId xmlns:a16="http://schemas.microsoft.com/office/drawing/2014/main" id="{6E43D8D6-CBD7-4175-8165-4077C6BB4C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49" name="直線コネクタ 140648">
                      <a:extLst>
                        <a:ext uri="{FF2B5EF4-FFF2-40B4-BE49-F238E27FC236}">
                          <a16:creationId xmlns:a16="http://schemas.microsoft.com/office/drawing/2014/main" id="{B8F806CB-DDE1-4689-98D8-AD67291558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0" name="直線コネクタ 140649">
                      <a:extLst>
                        <a:ext uri="{FF2B5EF4-FFF2-40B4-BE49-F238E27FC236}">
                          <a16:creationId xmlns:a16="http://schemas.microsoft.com/office/drawing/2014/main" id="{AF68E4AD-30A6-450B-84A9-46ACE365D8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1" name="直線コネクタ 140650">
                      <a:extLst>
                        <a:ext uri="{FF2B5EF4-FFF2-40B4-BE49-F238E27FC236}">
                          <a16:creationId xmlns:a16="http://schemas.microsoft.com/office/drawing/2014/main" id="{FADA4885-7185-4D1D-AF34-7A61406C71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2" name="直線コネクタ 140651">
                      <a:extLst>
                        <a:ext uri="{FF2B5EF4-FFF2-40B4-BE49-F238E27FC236}">
                          <a16:creationId xmlns:a16="http://schemas.microsoft.com/office/drawing/2014/main" id="{C3D9EA93-DC06-4F99-B87F-AF16E0D846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3" name="直線コネクタ 140652">
                      <a:extLst>
                        <a:ext uri="{FF2B5EF4-FFF2-40B4-BE49-F238E27FC236}">
                          <a16:creationId xmlns:a16="http://schemas.microsoft.com/office/drawing/2014/main" id="{9DE3AE3E-4235-4890-8A3C-A918A857F0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4" name="直線コネクタ 140653">
                      <a:extLst>
                        <a:ext uri="{FF2B5EF4-FFF2-40B4-BE49-F238E27FC236}">
                          <a16:creationId xmlns:a16="http://schemas.microsoft.com/office/drawing/2014/main" id="{F571C822-326A-4EC1-8E09-D80C54E38F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5" name="直線コネクタ 140654">
                      <a:extLst>
                        <a:ext uri="{FF2B5EF4-FFF2-40B4-BE49-F238E27FC236}">
                          <a16:creationId xmlns:a16="http://schemas.microsoft.com/office/drawing/2014/main" id="{401DDADC-B1CA-4651-A818-E828D79D12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6" name="直線コネクタ 140655">
                      <a:extLst>
                        <a:ext uri="{FF2B5EF4-FFF2-40B4-BE49-F238E27FC236}">
                          <a16:creationId xmlns:a16="http://schemas.microsoft.com/office/drawing/2014/main" id="{54FE2CA0-FBBC-400A-B26F-7A8381C321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7" name="直線コネクタ 140656">
                      <a:extLst>
                        <a:ext uri="{FF2B5EF4-FFF2-40B4-BE49-F238E27FC236}">
                          <a16:creationId xmlns:a16="http://schemas.microsoft.com/office/drawing/2014/main" id="{31D32458-3809-4327-B3E0-C3FBBDFD09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8" name="直線コネクタ 140657">
                      <a:extLst>
                        <a:ext uri="{FF2B5EF4-FFF2-40B4-BE49-F238E27FC236}">
                          <a16:creationId xmlns:a16="http://schemas.microsoft.com/office/drawing/2014/main" id="{691363F1-D016-44B8-9322-7382E83C11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59" name="直線コネクタ 140658">
                      <a:extLst>
                        <a:ext uri="{FF2B5EF4-FFF2-40B4-BE49-F238E27FC236}">
                          <a16:creationId xmlns:a16="http://schemas.microsoft.com/office/drawing/2014/main" id="{ED706285-39F6-4425-83EE-CA33E7AC9A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0439" name="グループ化 140438">
                  <a:extLst>
                    <a:ext uri="{FF2B5EF4-FFF2-40B4-BE49-F238E27FC236}">
                      <a16:creationId xmlns:a16="http://schemas.microsoft.com/office/drawing/2014/main" id="{2FDE2641-40A6-4AF7-BF51-8492802071B3}"/>
                    </a:ext>
                  </a:extLst>
                </p:cNvPr>
                <p:cNvGrpSpPr/>
                <p:nvPr/>
              </p:nvGrpSpPr>
              <p:grpSpPr>
                <a:xfrm rot="10800000">
                  <a:off x="4800194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40587" name="グループ化 140586">
                    <a:extLst>
                      <a:ext uri="{FF2B5EF4-FFF2-40B4-BE49-F238E27FC236}">
                        <a16:creationId xmlns:a16="http://schemas.microsoft.com/office/drawing/2014/main" id="{E5361409-B1D8-4043-9817-087DF36A6B8F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612" name="直線コネクタ 140611">
                      <a:extLst>
                        <a:ext uri="{FF2B5EF4-FFF2-40B4-BE49-F238E27FC236}">
                          <a16:creationId xmlns:a16="http://schemas.microsoft.com/office/drawing/2014/main" id="{83A4B7AD-AAE6-489F-AA68-D385D5A03ED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3" name="直線コネクタ 140612">
                      <a:extLst>
                        <a:ext uri="{FF2B5EF4-FFF2-40B4-BE49-F238E27FC236}">
                          <a16:creationId xmlns:a16="http://schemas.microsoft.com/office/drawing/2014/main" id="{CC166CDE-A91E-4F34-A09F-0F0942A6D5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4" name="直線コネクタ 140613">
                      <a:extLst>
                        <a:ext uri="{FF2B5EF4-FFF2-40B4-BE49-F238E27FC236}">
                          <a16:creationId xmlns:a16="http://schemas.microsoft.com/office/drawing/2014/main" id="{38BC525C-98FF-42AE-8159-BD6C1703D9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5" name="直線コネクタ 140614">
                      <a:extLst>
                        <a:ext uri="{FF2B5EF4-FFF2-40B4-BE49-F238E27FC236}">
                          <a16:creationId xmlns:a16="http://schemas.microsoft.com/office/drawing/2014/main" id="{EE822B0C-3A6B-4959-A3DB-C923C9EDD3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6" name="直線コネクタ 140615">
                      <a:extLst>
                        <a:ext uri="{FF2B5EF4-FFF2-40B4-BE49-F238E27FC236}">
                          <a16:creationId xmlns:a16="http://schemas.microsoft.com/office/drawing/2014/main" id="{EE4615AC-722B-46C1-A2FE-1F9AB60AF2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7" name="直線コネクタ 140616">
                      <a:extLst>
                        <a:ext uri="{FF2B5EF4-FFF2-40B4-BE49-F238E27FC236}">
                          <a16:creationId xmlns:a16="http://schemas.microsoft.com/office/drawing/2014/main" id="{71FF8661-413E-4DF1-855C-DF6DC56497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8" name="直線コネクタ 140617">
                      <a:extLst>
                        <a:ext uri="{FF2B5EF4-FFF2-40B4-BE49-F238E27FC236}">
                          <a16:creationId xmlns:a16="http://schemas.microsoft.com/office/drawing/2014/main" id="{87387401-31E9-4258-B611-2C3F4DAF57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9" name="直線コネクタ 140618">
                      <a:extLst>
                        <a:ext uri="{FF2B5EF4-FFF2-40B4-BE49-F238E27FC236}">
                          <a16:creationId xmlns:a16="http://schemas.microsoft.com/office/drawing/2014/main" id="{396DE577-A675-460A-A035-4C5513D1E8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0" name="直線コネクタ 140619">
                      <a:extLst>
                        <a:ext uri="{FF2B5EF4-FFF2-40B4-BE49-F238E27FC236}">
                          <a16:creationId xmlns:a16="http://schemas.microsoft.com/office/drawing/2014/main" id="{82633662-E0AB-4E74-8C57-EC9E9CDCD4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1" name="直線コネクタ 140620">
                      <a:extLst>
                        <a:ext uri="{FF2B5EF4-FFF2-40B4-BE49-F238E27FC236}">
                          <a16:creationId xmlns:a16="http://schemas.microsoft.com/office/drawing/2014/main" id="{9A14663E-62C4-4D7A-9101-985F33BE28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2" name="直線コネクタ 140621">
                      <a:extLst>
                        <a:ext uri="{FF2B5EF4-FFF2-40B4-BE49-F238E27FC236}">
                          <a16:creationId xmlns:a16="http://schemas.microsoft.com/office/drawing/2014/main" id="{419DA450-6029-4185-A1E0-FA985B5453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3" name="直線コネクタ 140622">
                      <a:extLst>
                        <a:ext uri="{FF2B5EF4-FFF2-40B4-BE49-F238E27FC236}">
                          <a16:creationId xmlns:a16="http://schemas.microsoft.com/office/drawing/2014/main" id="{76BEF1B7-C833-4830-8D0C-8C99E11019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4" name="直線コネクタ 140623">
                      <a:extLst>
                        <a:ext uri="{FF2B5EF4-FFF2-40B4-BE49-F238E27FC236}">
                          <a16:creationId xmlns:a16="http://schemas.microsoft.com/office/drawing/2014/main" id="{51CD8C61-44F8-48EF-A2A5-E156E601E8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5" name="直線コネクタ 140624">
                      <a:extLst>
                        <a:ext uri="{FF2B5EF4-FFF2-40B4-BE49-F238E27FC236}">
                          <a16:creationId xmlns:a16="http://schemas.microsoft.com/office/drawing/2014/main" id="{B8B00060-941F-4F39-981C-0DBAF10A96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6" name="直線コネクタ 140625">
                      <a:extLst>
                        <a:ext uri="{FF2B5EF4-FFF2-40B4-BE49-F238E27FC236}">
                          <a16:creationId xmlns:a16="http://schemas.microsoft.com/office/drawing/2014/main" id="{FDBF234F-679F-4AA2-BE1A-32FE484701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7" name="直線コネクタ 140626">
                      <a:extLst>
                        <a:ext uri="{FF2B5EF4-FFF2-40B4-BE49-F238E27FC236}">
                          <a16:creationId xmlns:a16="http://schemas.microsoft.com/office/drawing/2014/main" id="{116CD7D8-A870-4E73-9C86-64C9654B1B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8" name="直線コネクタ 140627">
                      <a:extLst>
                        <a:ext uri="{FF2B5EF4-FFF2-40B4-BE49-F238E27FC236}">
                          <a16:creationId xmlns:a16="http://schemas.microsoft.com/office/drawing/2014/main" id="{D0BABB47-D8AC-4045-874C-72F499DB30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29" name="直線コネクタ 140628">
                      <a:extLst>
                        <a:ext uri="{FF2B5EF4-FFF2-40B4-BE49-F238E27FC236}">
                          <a16:creationId xmlns:a16="http://schemas.microsoft.com/office/drawing/2014/main" id="{117E6611-856F-43CB-967E-EDBE7FC8BE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30" name="直線コネクタ 140629">
                      <a:extLst>
                        <a:ext uri="{FF2B5EF4-FFF2-40B4-BE49-F238E27FC236}">
                          <a16:creationId xmlns:a16="http://schemas.microsoft.com/office/drawing/2014/main" id="{68081260-16D7-4979-AF41-3C8A4EAC75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31" name="直線コネクタ 140630">
                      <a:extLst>
                        <a:ext uri="{FF2B5EF4-FFF2-40B4-BE49-F238E27FC236}">
                          <a16:creationId xmlns:a16="http://schemas.microsoft.com/office/drawing/2014/main" id="{FBD4DD1A-D8F1-464D-838D-9CD1482107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32" name="直線コネクタ 140631">
                      <a:extLst>
                        <a:ext uri="{FF2B5EF4-FFF2-40B4-BE49-F238E27FC236}">
                          <a16:creationId xmlns:a16="http://schemas.microsoft.com/office/drawing/2014/main" id="{49D631A3-92D5-4207-B0F6-4FF7373CAC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33" name="直線コネクタ 140632">
                      <a:extLst>
                        <a:ext uri="{FF2B5EF4-FFF2-40B4-BE49-F238E27FC236}">
                          <a16:creationId xmlns:a16="http://schemas.microsoft.com/office/drawing/2014/main" id="{23C2481B-6FBD-4539-B2B0-ABB0CB8B9B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34" name="直線コネクタ 140633">
                      <a:extLst>
                        <a:ext uri="{FF2B5EF4-FFF2-40B4-BE49-F238E27FC236}">
                          <a16:creationId xmlns:a16="http://schemas.microsoft.com/office/drawing/2014/main" id="{20F1B0C4-8FB8-467A-8B3E-A5F9C5DAA7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588" name="グループ化 140587">
                    <a:extLst>
                      <a:ext uri="{FF2B5EF4-FFF2-40B4-BE49-F238E27FC236}">
                        <a16:creationId xmlns:a16="http://schemas.microsoft.com/office/drawing/2014/main" id="{66E46D06-3FE4-423F-A70D-AAE9E2D72068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589" name="直線コネクタ 140588">
                      <a:extLst>
                        <a:ext uri="{FF2B5EF4-FFF2-40B4-BE49-F238E27FC236}">
                          <a16:creationId xmlns:a16="http://schemas.microsoft.com/office/drawing/2014/main" id="{2452FBB9-6021-4B4A-ABE6-C01C6934792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0" name="直線コネクタ 140589">
                      <a:extLst>
                        <a:ext uri="{FF2B5EF4-FFF2-40B4-BE49-F238E27FC236}">
                          <a16:creationId xmlns:a16="http://schemas.microsoft.com/office/drawing/2014/main" id="{AE34CE69-F8D6-4A80-ACC8-FE88C4F786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1" name="直線コネクタ 140590">
                      <a:extLst>
                        <a:ext uri="{FF2B5EF4-FFF2-40B4-BE49-F238E27FC236}">
                          <a16:creationId xmlns:a16="http://schemas.microsoft.com/office/drawing/2014/main" id="{686DB160-EE83-4E3C-8B3E-FBEC35372D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2" name="直線コネクタ 140591">
                      <a:extLst>
                        <a:ext uri="{FF2B5EF4-FFF2-40B4-BE49-F238E27FC236}">
                          <a16:creationId xmlns:a16="http://schemas.microsoft.com/office/drawing/2014/main" id="{1159D1B7-27E3-4DA1-916E-AAE5C0B9A8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3" name="直線コネクタ 140592">
                      <a:extLst>
                        <a:ext uri="{FF2B5EF4-FFF2-40B4-BE49-F238E27FC236}">
                          <a16:creationId xmlns:a16="http://schemas.microsoft.com/office/drawing/2014/main" id="{1F21D8CC-484C-4A02-A878-71F3EC10D5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4" name="直線コネクタ 140593">
                      <a:extLst>
                        <a:ext uri="{FF2B5EF4-FFF2-40B4-BE49-F238E27FC236}">
                          <a16:creationId xmlns:a16="http://schemas.microsoft.com/office/drawing/2014/main" id="{9B24C418-2547-4F88-8339-7C3C1BC034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5" name="直線コネクタ 140594">
                      <a:extLst>
                        <a:ext uri="{FF2B5EF4-FFF2-40B4-BE49-F238E27FC236}">
                          <a16:creationId xmlns:a16="http://schemas.microsoft.com/office/drawing/2014/main" id="{E2869373-3F25-4384-B1D0-88357765CD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6" name="直線コネクタ 140595">
                      <a:extLst>
                        <a:ext uri="{FF2B5EF4-FFF2-40B4-BE49-F238E27FC236}">
                          <a16:creationId xmlns:a16="http://schemas.microsoft.com/office/drawing/2014/main" id="{EF7A3B40-450E-4E5C-A561-2925C57376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7" name="直線コネクタ 140596">
                      <a:extLst>
                        <a:ext uri="{FF2B5EF4-FFF2-40B4-BE49-F238E27FC236}">
                          <a16:creationId xmlns:a16="http://schemas.microsoft.com/office/drawing/2014/main" id="{54E64EED-1E40-4C60-8709-60D639EC47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8" name="直線コネクタ 140597">
                      <a:extLst>
                        <a:ext uri="{FF2B5EF4-FFF2-40B4-BE49-F238E27FC236}">
                          <a16:creationId xmlns:a16="http://schemas.microsoft.com/office/drawing/2014/main" id="{C9ED205C-9CB7-4875-BC16-B1F55343FD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99" name="直線コネクタ 140598">
                      <a:extLst>
                        <a:ext uri="{FF2B5EF4-FFF2-40B4-BE49-F238E27FC236}">
                          <a16:creationId xmlns:a16="http://schemas.microsoft.com/office/drawing/2014/main" id="{B558161D-0924-4424-A209-9270E390E1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0" name="直線コネクタ 140599">
                      <a:extLst>
                        <a:ext uri="{FF2B5EF4-FFF2-40B4-BE49-F238E27FC236}">
                          <a16:creationId xmlns:a16="http://schemas.microsoft.com/office/drawing/2014/main" id="{2C5D50C6-0BD3-4E6F-B337-F2D701088D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1" name="直線コネクタ 140600">
                      <a:extLst>
                        <a:ext uri="{FF2B5EF4-FFF2-40B4-BE49-F238E27FC236}">
                          <a16:creationId xmlns:a16="http://schemas.microsoft.com/office/drawing/2014/main" id="{77E12047-72A1-42C8-85E9-6AA2217674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2" name="直線コネクタ 140601">
                      <a:extLst>
                        <a:ext uri="{FF2B5EF4-FFF2-40B4-BE49-F238E27FC236}">
                          <a16:creationId xmlns:a16="http://schemas.microsoft.com/office/drawing/2014/main" id="{49002412-290C-4F10-A985-5F3DAB1633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3" name="直線コネクタ 140602">
                      <a:extLst>
                        <a:ext uri="{FF2B5EF4-FFF2-40B4-BE49-F238E27FC236}">
                          <a16:creationId xmlns:a16="http://schemas.microsoft.com/office/drawing/2014/main" id="{A5FD301C-C8BA-468B-963F-1483B25086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4" name="直線コネクタ 140603">
                      <a:extLst>
                        <a:ext uri="{FF2B5EF4-FFF2-40B4-BE49-F238E27FC236}">
                          <a16:creationId xmlns:a16="http://schemas.microsoft.com/office/drawing/2014/main" id="{A0C0CB5E-D3B8-4243-9712-9A9D740E4F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5" name="直線コネクタ 140604">
                      <a:extLst>
                        <a:ext uri="{FF2B5EF4-FFF2-40B4-BE49-F238E27FC236}">
                          <a16:creationId xmlns:a16="http://schemas.microsoft.com/office/drawing/2014/main" id="{6A94955D-7D2A-4F77-A436-85F8B3BBB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6" name="直線コネクタ 140605">
                      <a:extLst>
                        <a:ext uri="{FF2B5EF4-FFF2-40B4-BE49-F238E27FC236}">
                          <a16:creationId xmlns:a16="http://schemas.microsoft.com/office/drawing/2014/main" id="{B5AE8FB9-A51D-4CF8-8A75-2D03F698AB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7" name="直線コネクタ 140606">
                      <a:extLst>
                        <a:ext uri="{FF2B5EF4-FFF2-40B4-BE49-F238E27FC236}">
                          <a16:creationId xmlns:a16="http://schemas.microsoft.com/office/drawing/2014/main" id="{01225D83-A00E-4038-B349-E41DD9AB01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8" name="直線コネクタ 140607">
                      <a:extLst>
                        <a:ext uri="{FF2B5EF4-FFF2-40B4-BE49-F238E27FC236}">
                          <a16:creationId xmlns:a16="http://schemas.microsoft.com/office/drawing/2014/main" id="{1CBD1074-1C93-4696-92EA-554B983247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09" name="直線コネクタ 140608">
                      <a:extLst>
                        <a:ext uri="{FF2B5EF4-FFF2-40B4-BE49-F238E27FC236}">
                          <a16:creationId xmlns:a16="http://schemas.microsoft.com/office/drawing/2014/main" id="{70D47B98-8780-478A-83ED-D98DE91670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0" name="直線コネクタ 140609">
                      <a:extLst>
                        <a:ext uri="{FF2B5EF4-FFF2-40B4-BE49-F238E27FC236}">
                          <a16:creationId xmlns:a16="http://schemas.microsoft.com/office/drawing/2014/main" id="{C164E67D-B8A8-4F6E-85A2-04F2ED421D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611" name="直線コネクタ 140610">
                      <a:extLst>
                        <a:ext uri="{FF2B5EF4-FFF2-40B4-BE49-F238E27FC236}">
                          <a16:creationId xmlns:a16="http://schemas.microsoft.com/office/drawing/2014/main" id="{075250FF-EE8D-4C15-8CE9-514C30D825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0440" name="グループ化 140439">
                  <a:extLst>
                    <a:ext uri="{FF2B5EF4-FFF2-40B4-BE49-F238E27FC236}">
                      <a16:creationId xmlns:a16="http://schemas.microsoft.com/office/drawing/2014/main" id="{954DC348-556C-4EDE-AF2C-3D278F5B9798}"/>
                    </a:ext>
                  </a:extLst>
                </p:cNvPr>
                <p:cNvGrpSpPr/>
                <p:nvPr/>
              </p:nvGrpSpPr>
              <p:grpSpPr>
                <a:xfrm rot="8100000">
                  <a:off x="4888970" y="5499546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40539" name="グループ化 140538">
                    <a:extLst>
                      <a:ext uri="{FF2B5EF4-FFF2-40B4-BE49-F238E27FC236}">
                        <a16:creationId xmlns:a16="http://schemas.microsoft.com/office/drawing/2014/main" id="{59811981-DFF8-4B46-90C4-2CF929AEA157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564" name="直線コネクタ 140563">
                      <a:extLst>
                        <a:ext uri="{FF2B5EF4-FFF2-40B4-BE49-F238E27FC236}">
                          <a16:creationId xmlns:a16="http://schemas.microsoft.com/office/drawing/2014/main" id="{D87172CB-2784-4E1D-A945-1268197266C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5" name="直線コネクタ 140564">
                      <a:extLst>
                        <a:ext uri="{FF2B5EF4-FFF2-40B4-BE49-F238E27FC236}">
                          <a16:creationId xmlns:a16="http://schemas.microsoft.com/office/drawing/2014/main" id="{1488C206-141B-4235-ADE5-86E2DC4FB9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6" name="直線コネクタ 140565">
                      <a:extLst>
                        <a:ext uri="{FF2B5EF4-FFF2-40B4-BE49-F238E27FC236}">
                          <a16:creationId xmlns:a16="http://schemas.microsoft.com/office/drawing/2014/main" id="{2A091864-6847-41D0-AC4D-DAF7C182C5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7" name="直線コネクタ 140566">
                      <a:extLst>
                        <a:ext uri="{FF2B5EF4-FFF2-40B4-BE49-F238E27FC236}">
                          <a16:creationId xmlns:a16="http://schemas.microsoft.com/office/drawing/2014/main" id="{65E0D128-B90A-4911-968F-A9CAAE63D4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8" name="直線コネクタ 140567">
                      <a:extLst>
                        <a:ext uri="{FF2B5EF4-FFF2-40B4-BE49-F238E27FC236}">
                          <a16:creationId xmlns:a16="http://schemas.microsoft.com/office/drawing/2014/main" id="{D0071E5B-5243-49FB-B157-F200F6D1B5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9" name="直線コネクタ 140568">
                      <a:extLst>
                        <a:ext uri="{FF2B5EF4-FFF2-40B4-BE49-F238E27FC236}">
                          <a16:creationId xmlns:a16="http://schemas.microsoft.com/office/drawing/2014/main" id="{186B0114-DCEA-4269-AD54-1FE0B8AD79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0" name="直線コネクタ 140569">
                      <a:extLst>
                        <a:ext uri="{FF2B5EF4-FFF2-40B4-BE49-F238E27FC236}">
                          <a16:creationId xmlns:a16="http://schemas.microsoft.com/office/drawing/2014/main" id="{139AFB9E-4FBC-4335-A285-413E08FB59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1" name="直線コネクタ 140570">
                      <a:extLst>
                        <a:ext uri="{FF2B5EF4-FFF2-40B4-BE49-F238E27FC236}">
                          <a16:creationId xmlns:a16="http://schemas.microsoft.com/office/drawing/2014/main" id="{84BB28E4-199F-4904-B9D0-96886592C7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2" name="直線コネクタ 140571">
                      <a:extLst>
                        <a:ext uri="{FF2B5EF4-FFF2-40B4-BE49-F238E27FC236}">
                          <a16:creationId xmlns:a16="http://schemas.microsoft.com/office/drawing/2014/main" id="{17BB50B2-1ADE-4911-B880-D5F7911D17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3" name="直線コネクタ 140572">
                      <a:extLst>
                        <a:ext uri="{FF2B5EF4-FFF2-40B4-BE49-F238E27FC236}">
                          <a16:creationId xmlns:a16="http://schemas.microsoft.com/office/drawing/2014/main" id="{915F9CB3-F2D6-489F-AA5D-FA80DC3CD1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4" name="直線コネクタ 140573">
                      <a:extLst>
                        <a:ext uri="{FF2B5EF4-FFF2-40B4-BE49-F238E27FC236}">
                          <a16:creationId xmlns:a16="http://schemas.microsoft.com/office/drawing/2014/main" id="{2852B91B-8812-434D-A6A6-3FE1DE814E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5" name="直線コネクタ 140574">
                      <a:extLst>
                        <a:ext uri="{FF2B5EF4-FFF2-40B4-BE49-F238E27FC236}">
                          <a16:creationId xmlns:a16="http://schemas.microsoft.com/office/drawing/2014/main" id="{A42032F8-5375-4A4B-838F-FEC8600243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6" name="直線コネクタ 140575">
                      <a:extLst>
                        <a:ext uri="{FF2B5EF4-FFF2-40B4-BE49-F238E27FC236}">
                          <a16:creationId xmlns:a16="http://schemas.microsoft.com/office/drawing/2014/main" id="{591D565D-2059-4D4D-95F4-E6770651CA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7" name="直線コネクタ 140576">
                      <a:extLst>
                        <a:ext uri="{FF2B5EF4-FFF2-40B4-BE49-F238E27FC236}">
                          <a16:creationId xmlns:a16="http://schemas.microsoft.com/office/drawing/2014/main" id="{B93A3C1B-9D22-4226-A9DA-818C1AE432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8" name="直線コネクタ 140577">
                      <a:extLst>
                        <a:ext uri="{FF2B5EF4-FFF2-40B4-BE49-F238E27FC236}">
                          <a16:creationId xmlns:a16="http://schemas.microsoft.com/office/drawing/2014/main" id="{C8D4601F-E42D-4D06-AE0E-32D87AF04A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79" name="直線コネクタ 140578">
                      <a:extLst>
                        <a:ext uri="{FF2B5EF4-FFF2-40B4-BE49-F238E27FC236}">
                          <a16:creationId xmlns:a16="http://schemas.microsoft.com/office/drawing/2014/main" id="{73604D0C-6F53-46B8-B05A-FCD727CECF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80" name="直線コネクタ 140579">
                      <a:extLst>
                        <a:ext uri="{FF2B5EF4-FFF2-40B4-BE49-F238E27FC236}">
                          <a16:creationId xmlns:a16="http://schemas.microsoft.com/office/drawing/2014/main" id="{CCF55D32-9050-497E-9A27-1CF26CB2F3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81" name="直線コネクタ 140580">
                      <a:extLst>
                        <a:ext uri="{FF2B5EF4-FFF2-40B4-BE49-F238E27FC236}">
                          <a16:creationId xmlns:a16="http://schemas.microsoft.com/office/drawing/2014/main" id="{9938F38A-EB44-4F11-95BA-854FAA49B0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82" name="直線コネクタ 140581">
                      <a:extLst>
                        <a:ext uri="{FF2B5EF4-FFF2-40B4-BE49-F238E27FC236}">
                          <a16:creationId xmlns:a16="http://schemas.microsoft.com/office/drawing/2014/main" id="{CB36B8CB-FD52-4C60-BFAC-DAEE9C78F6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83" name="直線コネクタ 140582">
                      <a:extLst>
                        <a:ext uri="{FF2B5EF4-FFF2-40B4-BE49-F238E27FC236}">
                          <a16:creationId xmlns:a16="http://schemas.microsoft.com/office/drawing/2014/main" id="{DBD62F03-299B-4B1B-8E22-3895741975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84" name="直線コネクタ 140583">
                      <a:extLst>
                        <a:ext uri="{FF2B5EF4-FFF2-40B4-BE49-F238E27FC236}">
                          <a16:creationId xmlns:a16="http://schemas.microsoft.com/office/drawing/2014/main" id="{C6783D28-675E-4E48-ACE9-1BA279CA88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85" name="直線コネクタ 140584">
                      <a:extLst>
                        <a:ext uri="{FF2B5EF4-FFF2-40B4-BE49-F238E27FC236}">
                          <a16:creationId xmlns:a16="http://schemas.microsoft.com/office/drawing/2014/main" id="{0F2F05D5-6A06-445F-897B-6216DBEFF8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86" name="直線コネクタ 140585">
                      <a:extLst>
                        <a:ext uri="{FF2B5EF4-FFF2-40B4-BE49-F238E27FC236}">
                          <a16:creationId xmlns:a16="http://schemas.microsoft.com/office/drawing/2014/main" id="{FB7C8BF3-483E-4F8C-B35F-277FCE6817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540" name="グループ化 140539">
                    <a:extLst>
                      <a:ext uri="{FF2B5EF4-FFF2-40B4-BE49-F238E27FC236}">
                        <a16:creationId xmlns:a16="http://schemas.microsoft.com/office/drawing/2014/main" id="{112A3539-46EE-445F-B174-0E98782E11EB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541" name="直線コネクタ 140540">
                      <a:extLst>
                        <a:ext uri="{FF2B5EF4-FFF2-40B4-BE49-F238E27FC236}">
                          <a16:creationId xmlns:a16="http://schemas.microsoft.com/office/drawing/2014/main" id="{72D11D1E-7402-4E99-8EC4-677F7E661B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42" name="直線コネクタ 140541">
                      <a:extLst>
                        <a:ext uri="{FF2B5EF4-FFF2-40B4-BE49-F238E27FC236}">
                          <a16:creationId xmlns:a16="http://schemas.microsoft.com/office/drawing/2014/main" id="{40121579-CB41-4B54-A88F-52DA84BF8D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43" name="直線コネクタ 140542">
                      <a:extLst>
                        <a:ext uri="{FF2B5EF4-FFF2-40B4-BE49-F238E27FC236}">
                          <a16:creationId xmlns:a16="http://schemas.microsoft.com/office/drawing/2014/main" id="{6127A838-DF08-425D-948C-3026B10D3F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44" name="直線コネクタ 140543">
                      <a:extLst>
                        <a:ext uri="{FF2B5EF4-FFF2-40B4-BE49-F238E27FC236}">
                          <a16:creationId xmlns:a16="http://schemas.microsoft.com/office/drawing/2014/main" id="{CE0ADBCD-078F-477E-8A8B-018BF79FE3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45" name="直線コネクタ 140544">
                      <a:extLst>
                        <a:ext uri="{FF2B5EF4-FFF2-40B4-BE49-F238E27FC236}">
                          <a16:creationId xmlns:a16="http://schemas.microsoft.com/office/drawing/2014/main" id="{8C36AFE4-42F1-40EC-B1B8-B758FBAEE4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46" name="直線コネクタ 140545">
                      <a:extLst>
                        <a:ext uri="{FF2B5EF4-FFF2-40B4-BE49-F238E27FC236}">
                          <a16:creationId xmlns:a16="http://schemas.microsoft.com/office/drawing/2014/main" id="{ECA4DB17-E5A1-4C25-8284-7489F9C7CB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47" name="直線コネクタ 140546">
                      <a:extLst>
                        <a:ext uri="{FF2B5EF4-FFF2-40B4-BE49-F238E27FC236}">
                          <a16:creationId xmlns:a16="http://schemas.microsoft.com/office/drawing/2014/main" id="{CF9E0705-0D33-4256-BF15-7C1546962D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48" name="直線コネクタ 140547">
                      <a:extLst>
                        <a:ext uri="{FF2B5EF4-FFF2-40B4-BE49-F238E27FC236}">
                          <a16:creationId xmlns:a16="http://schemas.microsoft.com/office/drawing/2014/main" id="{EB90FFB1-44EF-4F84-B0AE-46FCAFE66E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49" name="直線コネクタ 140548">
                      <a:extLst>
                        <a:ext uri="{FF2B5EF4-FFF2-40B4-BE49-F238E27FC236}">
                          <a16:creationId xmlns:a16="http://schemas.microsoft.com/office/drawing/2014/main" id="{E9467A14-FDDC-4940-8041-DCE32D10A5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0" name="直線コネクタ 140549">
                      <a:extLst>
                        <a:ext uri="{FF2B5EF4-FFF2-40B4-BE49-F238E27FC236}">
                          <a16:creationId xmlns:a16="http://schemas.microsoft.com/office/drawing/2014/main" id="{9FB723ED-0F37-42A4-B564-658EE4E0CF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1" name="直線コネクタ 140550">
                      <a:extLst>
                        <a:ext uri="{FF2B5EF4-FFF2-40B4-BE49-F238E27FC236}">
                          <a16:creationId xmlns:a16="http://schemas.microsoft.com/office/drawing/2014/main" id="{2D065540-17BD-4549-B339-15129E5E53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2" name="直線コネクタ 140551">
                      <a:extLst>
                        <a:ext uri="{FF2B5EF4-FFF2-40B4-BE49-F238E27FC236}">
                          <a16:creationId xmlns:a16="http://schemas.microsoft.com/office/drawing/2014/main" id="{D36EDB90-F155-4B84-AE81-EC915B9261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3" name="直線コネクタ 140552">
                      <a:extLst>
                        <a:ext uri="{FF2B5EF4-FFF2-40B4-BE49-F238E27FC236}">
                          <a16:creationId xmlns:a16="http://schemas.microsoft.com/office/drawing/2014/main" id="{A2564B0F-09B4-4D8B-A259-49D914413B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4" name="直線コネクタ 140553">
                      <a:extLst>
                        <a:ext uri="{FF2B5EF4-FFF2-40B4-BE49-F238E27FC236}">
                          <a16:creationId xmlns:a16="http://schemas.microsoft.com/office/drawing/2014/main" id="{7243E68D-1C47-4FE9-AF69-BD18E9925C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5" name="直線コネクタ 140554">
                      <a:extLst>
                        <a:ext uri="{FF2B5EF4-FFF2-40B4-BE49-F238E27FC236}">
                          <a16:creationId xmlns:a16="http://schemas.microsoft.com/office/drawing/2014/main" id="{10402B40-D52F-4A03-9A7F-391695B14B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6" name="直線コネクタ 140555">
                      <a:extLst>
                        <a:ext uri="{FF2B5EF4-FFF2-40B4-BE49-F238E27FC236}">
                          <a16:creationId xmlns:a16="http://schemas.microsoft.com/office/drawing/2014/main" id="{EB91DD4D-A76A-4BD2-9C7F-F90CEF51A3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7" name="直線コネクタ 140556">
                      <a:extLst>
                        <a:ext uri="{FF2B5EF4-FFF2-40B4-BE49-F238E27FC236}">
                          <a16:creationId xmlns:a16="http://schemas.microsoft.com/office/drawing/2014/main" id="{00F8FB7F-3FA0-437D-B00B-6B08C7EA39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8" name="直線コネクタ 140557">
                      <a:extLst>
                        <a:ext uri="{FF2B5EF4-FFF2-40B4-BE49-F238E27FC236}">
                          <a16:creationId xmlns:a16="http://schemas.microsoft.com/office/drawing/2014/main" id="{233C5A7F-ACA8-4340-B2EF-12960C0A05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59" name="直線コネクタ 140558">
                      <a:extLst>
                        <a:ext uri="{FF2B5EF4-FFF2-40B4-BE49-F238E27FC236}">
                          <a16:creationId xmlns:a16="http://schemas.microsoft.com/office/drawing/2014/main" id="{2242330D-F782-4CC4-B5AE-730682BFF1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0" name="直線コネクタ 140559">
                      <a:extLst>
                        <a:ext uri="{FF2B5EF4-FFF2-40B4-BE49-F238E27FC236}">
                          <a16:creationId xmlns:a16="http://schemas.microsoft.com/office/drawing/2014/main" id="{AC60BB03-70C6-4A4D-A50B-EBD0647776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1" name="直線コネクタ 140560">
                      <a:extLst>
                        <a:ext uri="{FF2B5EF4-FFF2-40B4-BE49-F238E27FC236}">
                          <a16:creationId xmlns:a16="http://schemas.microsoft.com/office/drawing/2014/main" id="{133B4FA9-2F92-48AB-9779-1DD78DA2D3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2" name="直線コネクタ 140561">
                      <a:extLst>
                        <a:ext uri="{FF2B5EF4-FFF2-40B4-BE49-F238E27FC236}">
                          <a16:creationId xmlns:a16="http://schemas.microsoft.com/office/drawing/2014/main" id="{18A96078-5DE6-4D2C-87E4-E56C0028F0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63" name="直線コネクタ 140562">
                      <a:extLst>
                        <a:ext uri="{FF2B5EF4-FFF2-40B4-BE49-F238E27FC236}">
                          <a16:creationId xmlns:a16="http://schemas.microsoft.com/office/drawing/2014/main" id="{02CC6F20-56E6-46AC-939E-ED8940965D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0441" name="グループ化 140440">
                  <a:extLst>
                    <a:ext uri="{FF2B5EF4-FFF2-40B4-BE49-F238E27FC236}">
                      <a16:creationId xmlns:a16="http://schemas.microsoft.com/office/drawing/2014/main" id="{72063F5D-9684-4F0E-BC18-A2F9DC4D3F41}"/>
                    </a:ext>
                  </a:extLst>
                </p:cNvPr>
                <p:cNvGrpSpPr/>
                <p:nvPr/>
              </p:nvGrpSpPr>
              <p:grpSpPr>
                <a:xfrm rot="16200000">
                  <a:off x="5100013" y="4987693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40491" name="グループ化 140490">
                    <a:extLst>
                      <a:ext uri="{FF2B5EF4-FFF2-40B4-BE49-F238E27FC236}">
                        <a16:creationId xmlns:a16="http://schemas.microsoft.com/office/drawing/2014/main" id="{0DE5A35B-0C2E-40EA-BCB4-825AB7D48826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516" name="直線コネクタ 140515">
                      <a:extLst>
                        <a:ext uri="{FF2B5EF4-FFF2-40B4-BE49-F238E27FC236}">
                          <a16:creationId xmlns:a16="http://schemas.microsoft.com/office/drawing/2014/main" id="{0877F8FC-5C48-4C8D-8DC8-1F34B3F5281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7" name="直線コネクタ 140516">
                      <a:extLst>
                        <a:ext uri="{FF2B5EF4-FFF2-40B4-BE49-F238E27FC236}">
                          <a16:creationId xmlns:a16="http://schemas.microsoft.com/office/drawing/2014/main" id="{7D61CF6C-858B-4A84-9542-7D11EA00BA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8" name="直線コネクタ 140517">
                      <a:extLst>
                        <a:ext uri="{FF2B5EF4-FFF2-40B4-BE49-F238E27FC236}">
                          <a16:creationId xmlns:a16="http://schemas.microsoft.com/office/drawing/2014/main" id="{C187B9EB-A798-4138-8F0B-521944B46A0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9" name="直線コネクタ 140518">
                      <a:extLst>
                        <a:ext uri="{FF2B5EF4-FFF2-40B4-BE49-F238E27FC236}">
                          <a16:creationId xmlns:a16="http://schemas.microsoft.com/office/drawing/2014/main" id="{BD905191-1268-4F11-80BE-853B40B18F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0" name="直線コネクタ 140519">
                      <a:extLst>
                        <a:ext uri="{FF2B5EF4-FFF2-40B4-BE49-F238E27FC236}">
                          <a16:creationId xmlns:a16="http://schemas.microsoft.com/office/drawing/2014/main" id="{656BDD21-21AC-4A3F-8384-54ADE8AB74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1" name="直線コネクタ 140520">
                      <a:extLst>
                        <a:ext uri="{FF2B5EF4-FFF2-40B4-BE49-F238E27FC236}">
                          <a16:creationId xmlns:a16="http://schemas.microsoft.com/office/drawing/2014/main" id="{F0184F93-D5D3-4B12-ADDC-FD8457C3B4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2" name="直線コネクタ 140521">
                      <a:extLst>
                        <a:ext uri="{FF2B5EF4-FFF2-40B4-BE49-F238E27FC236}">
                          <a16:creationId xmlns:a16="http://schemas.microsoft.com/office/drawing/2014/main" id="{0071DECF-D89B-411C-8511-EBA5850D4D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3" name="直線コネクタ 140522">
                      <a:extLst>
                        <a:ext uri="{FF2B5EF4-FFF2-40B4-BE49-F238E27FC236}">
                          <a16:creationId xmlns:a16="http://schemas.microsoft.com/office/drawing/2014/main" id="{C01A1EA1-69A8-4CBD-A09C-30B51E83AE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4" name="直線コネクタ 140523">
                      <a:extLst>
                        <a:ext uri="{FF2B5EF4-FFF2-40B4-BE49-F238E27FC236}">
                          <a16:creationId xmlns:a16="http://schemas.microsoft.com/office/drawing/2014/main" id="{0395F2BA-056A-483F-BEC3-2030AFA951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5" name="直線コネクタ 140524">
                      <a:extLst>
                        <a:ext uri="{FF2B5EF4-FFF2-40B4-BE49-F238E27FC236}">
                          <a16:creationId xmlns:a16="http://schemas.microsoft.com/office/drawing/2014/main" id="{7EDAAEB9-D836-4F2B-9523-644A7F37B0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6" name="直線コネクタ 140525">
                      <a:extLst>
                        <a:ext uri="{FF2B5EF4-FFF2-40B4-BE49-F238E27FC236}">
                          <a16:creationId xmlns:a16="http://schemas.microsoft.com/office/drawing/2014/main" id="{C0B30958-9C41-478E-BFBC-1F960CC901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7" name="直線コネクタ 140526">
                      <a:extLst>
                        <a:ext uri="{FF2B5EF4-FFF2-40B4-BE49-F238E27FC236}">
                          <a16:creationId xmlns:a16="http://schemas.microsoft.com/office/drawing/2014/main" id="{37C93613-0F48-4611-885D-8E8E30AE00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8" name="直線コネクタ 140527">
                      <a:extLst>
                        <a:ext uri="{FF2B5EF4-FFF2-40B4-BE49-F238E27FC236}">
                          <a16:creationId xmlns:a16="http://schemas.microsoft.com/office/drawing/2014/main" id="{1C82B724-2BC8-4DE6-B544-B08A68803B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29" name="直線コネクタ 140528">
                      <a:extLst>
                        <a:ext uri="{FF2B5EF4-FFF2-40B4-BE49-F238E27FC236}">
                          <a16:creationId xmlns:a16="http://schemas.microsoft.com/office/drawing/2014/main" id="{E39E281D-1866-406E-B572-C20D23E31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0" name="直線コネクタ 140529">
                      <a:extLst>
                        <a:ext uri="{FF2B5EF4-FFF2-40B4-BE49-F238E27FC236}">
                          <a16:creationId xmlns:a16="http://schemas.microsoft.com/office/drawing/2014/main" id="{04C9246A-8937-4288-8E9B-18AE98994A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1" name="直線コネクタ 140530">
                      <a:extLst>
                        <a:ext uri="{FF2B5EF4-FFF2-40B4-BE49-F238E27FC236}">
                          <a16:creationId xmlns:a16="http://schemas.microsoft.com/office/drawing/2014/main" id="{7E241724-9E15-4677-A9E4-ED04DDDAB4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2" name="直線コネクタ 140531">
                      <a:extLst>
                        <a:ext uri="{FF2B5EF4-FFF2-40B4-BE49-F238E27FC236}">
                          <a16:creationId xmlns:a16="http://schemas.microsoft.com/office/drawing/2014/main" id="{E1273D94-A6A6-4C30-918A-B3FCFEB825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3" name="直線コネクタ 140532">
                      <a:extLst>
                        <a:ext uri="{FF2B5EF4-FFF2-40B4-BE49-F238E27FC236}">
                          <a16:creationId xmlns:a16="http://schemas.microsoft.com/office/drawing/2014/main" id="{AD86E573-BFBA-4430-AA7D-BC9BAEFC88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4" name="直線コネクタ 140533">
                      <a:extLst>
                        <a:ext uri="{FF2B5EF4-FFF2-40B4-BE49-F238E27FC236}">
                          <a16:creationId xmlns:a16="http://schemas.microsoft.com/office/drawing/2014/main" id="{5C8452D9-E645-4BE2-9E91-3C09E20105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5" name="直線コネクタ 140534">
                      <a:extLst>
                        <a:ext uri="{FF2B5EF4-FFF2-40B4-BE49-F238E27FC236}">
                          <a16:creationId xmlns:a16="http://schemas.microsoft.com/office/drawing/2014/main" id="{0E014ADA-BCE0-4E11-8B7F-D95075802A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6" name="直線コネクタ 140535">
                      <a:extLst>
                        <a:ext uri="{FF2B5EF4-FFF2-40B4-BE49-F238E27FC236}">
                          <a16:creationId xmlns:a16="http://schemas.microsoft.com/office/drawing/2014/main" id="{B9B7E35E-9811-4961-AC9C-68A0810D72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7" name="直線コネクタ 140536">
                      <a:extLst>
                        <a:ext uri="{FF2B5EF4-FFF2-40B4-BE49-F238E27FC236}">
                          <a16:creationId xmlns:a16="http://schemas.microsoft.com/office/drawing/2014/main" id="{0E2AE309-BFCD-42F0-8ED4-7B2AC2F00E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38" name="直線コネクタ 140537">
                      <a:extLst>
                        <a:ext uri="{FF2B5EF4-FFF2-40B4-BE49-F238E27FC236}">
                          <a16:creationId xmlns:a16="http://schemas.microsoft.com/office/drawing/2014/main" id="{7077AD88-02D5-4DB0-9ECF-C13E9D6552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492" name="グループ化 140491">
                    <a:extLst>
                      <a:ext uri="{FF2B5EF4-FFF2-40B4-BE49-F238E27FC236}">
                        <a16:creationId xmlns:a16="http://schemas.microsoft.com/office/drawing/2014/main" id="{D812EB04-02EF-45E4-BB5A-A977FEBFD666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493" name="直線コネクタ 140492">
                      <a:extLst>
                        <a:ext uri="{FF2B5EF4-FFF2-40B4-BE49-F238E27FC236}">
                          <a16:creationId xmlns:a16="http://schemas.microsoft.com/office/drawing/2014/main" id="{CD397A75-4E2E-4F6D-AE4E-E75BFA40232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94" name="直線コネクタ 140493">
                      <a:extLst>
                        <a:ext uri="{FF2B5EF4-FFF2-40B4-BE49-F238E27FC236}">
                          <a16:creationId xmlns:a16="http://schemas.microsoft.com/office/drawing/2014/main" id="{CBF4E07B-BF71-4383-826E-E6EC823F4E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95" name="直線コネクタ 140494">
                      <a:extLst>
                        <a:ext uri="{FF2B5EF4-FFF2-40B4-BE49-F238E27FC236}">
                          <a16:creationId xmlns:a16="http://schemas.microsoft.com/office/drawing/2014/main" id="{938DD1F2-E19F-4B4C-957F-E50C2EB99B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96" name="直線コネクタ 140495">
                      <a:extLst>
                        <a:ext uri="{FF2B5EF4-FFF2-40B4-BE49-F238E27FC236}">
                          <a16:creationId xmlns:a16="http://schemas.microsoft.com/office/drawing/2014/main" id="{A41A20C6-7814-4A8F-880B-92A5153FC0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97" name="直線コネクタ 140496">
                      <a:extLst>
                        <a:ext uri="{FF2B5EF4-FFF2-40B4-BE49-F238E27FC236}">
                          <a16:creationId xmlns:a16="http://schemas.microsoft.com/office/drawing/2014/main" id="{B5138B8A-1171-40CD-AC80-5036B954C0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98" name="直線コネクタ 140497">
                      <a:extLst>
                        <a:ext uri="{FF2B5EF4-FFF2-40B4-BE49-F238E27FC236}">
                          <a16:creationId xmlns:a16="http://schemas.microsoft.com/office/drawing/2014/main" id="{4614027B-B1C7-4A46-8528-E0CFFA23AE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99" name="直線コネクタ 140498">
                      <a:extLst>
                        <a:ext uri="{FF2B5EF4-FFF2-40B4-BE49-F238E27FC236}">
                          <a16:creationId xmlns:a16="http://schemas.microsoft.com/office/drawing/2014/main" id="{E775F62D-C93A-4418-B3C4-0A8D08342F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0" name="直線コネクタ 140499">
                      <a:extLst>
                        <a:ext uri="{FF2B5EF4-FFF2-40B4-BE49-F238E27FC236}">
                          <a16:creationId xmlns:a16="http://schemas.microsoft.com/office/drawing/2014/main" id="{3FAACC05-4AE0-4A2D-B47F-588D32FB39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1" name="直線コネクタ 140500">
                      <a:extLst>
                        <a:ext uri="{FF2B5EF4-FFF2-40B4-BE49-F238E27FC236}">
                          <a16:creationId xmlns:a16="http://schemas.microsoft.com/office/drawing/2014/main" id="{3B629486-896A-413B-A98F-395F9E3513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2" name="直線コネクタ 140501">
                      <a:extLst>
                        <a:ext uri="{FF2B5EF4-FFF2-40B4-BE49-F238E27FC236}">
                          <a16:creationId xmlns:a16="http://schemas.microsoft.com/office/drawing/2014/main" id="{D8E885E1-A249-453F-A341-2CAB06AD9F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3" name="直線コネクタ 140502">
                      <a:extLst>
                        <a:ext uri="{FF2B5EF4-FFF2-40B4-BE49-F238E27FC236}">
                          <a16:creationId xmlns:a16="http://schemas.microsoft.com/office/drawing/2014/main" id="{988D5852-78CE-4C16-8B58-89A1F3A5A1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4" name="直線コネクタ 140503">
                      <a:extLst>
                        <a:ext uri="{FF2B5EF4-FFF2-40B4-BE49-F238E27FC236}">
                          <a16:creationId xmlns:a16="http://schemas.microsoft.com/office/drawing/2014/main" id="{5CF70B93-C35B-4A39-AE98-3D2638041F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5" name="直線コネクタ 140504">
                      <a:extLst>
                        <a:ext uri="{FF2B5EF4-FFF2-40B4-BE49-F238E27FC236}">
                          <a16:creationId xmlns:a16="http://schemas.microsoft.com/office/drawing/2014/main" id="{49B23955-7885-4616-9176-716D831994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6" name="直線コネクタ 140505">
                      <a:extLst>
                        <a:ext uri="{FF2B5EF4-FFF2-40B4-BE49-F238E27FC236}">
                          <a16:creationId xmlns:a16="http://schemas.microsoft.com/office/drawing/2014/main" id="{67EB6379-DAC7-4434-AA09-43235408CC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7" name="直線コネクタ 140506">
                      <a:extLst>
                        <a:ext uri="{FF2B5EF4-FFF2-40B4-BE49-F238E27FC236}">
                          <a16:creationId xmlns:a16="http://schemas.microsoft.com/office/drawing/2014/main" id="{B4EA50B8-F7C9-4A8D-9268-8541380307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8" name="直線コネクタ 140507">
                      <a:extLst>
                        <a:ext uri="{FF2B5EF4-FFF2-40B4-BE49-F238E27FC236}">
                          <a16:creationId xmlns:a16="http://schemas.microsoft.com/office/drawing/2014/main" id="{EB7F36F9-9A67-46C6-920A-E378AC593E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09" name="直線コネクタ 140508">
                      <a:extLst>
                        <a:ext uri="{FF2B5EF4-FFF2-40B4-BE49-F238E27FC236}">
                          <a16:creationId xmlns:a16="http://schemas.microsoft.com/office/drawing/2014/main" id="{0B275C01-2E79-4023-9C29-7C35C15A31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0" name="直線コネクタ 140509">
                      <a:extLst>
                        <a:ext uri="{FF2B5EF4-FFF2-40B4-BE49-F238E27FC236}">
                          <a16:creationId xmlns:a16="http://schemas.microsoft.com/office/drawing/2014/main" id="{7BD95030-4747-4A6A-A6FE-06C4AF4BBC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1" name="直線コネクタ 140510">
                      <a:extLst>
                        <a:ext uri="{FF2B5EF4-FFF2-40B4-BE49-F238E27FC236}">
                          <a16:creationId xmlns:a16="http://schemas.microsoft.com/office/drawing/2014/main" id="{63539DC0-AD75-4A79-8A3B-01DA6EEAC2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2" name="直線コネクタ 140511">
                      <a:extLst>
                        <a:ext uri="{FF2B5EF4-FFF2-40B4-BE49-F238E27FC236}">
                          <a16:creationId xmlns:a16="http://schemas.microsoft.com/office/drawing/2014/main" id="{B0497C8B-611D-4917-91B9-582D12916E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3" name="直線コネクタ 140512">
                      <a:extLst>
                        <a:ext uri="{FF2B5EF4-FFF2-40B4-BE49-F238E27FC236}">
                          <a16:creationId xmlns:a16="http://schemas.microsoft.com/office/drawing/2014/main" id="{0AF6D422-3A17-42A6-B3F9-F8F3ADD3B9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4" name="直線コネクタ 140513">
                      <a:extLst>
                        <a:ext uri="{FF2B5EF4-FFF2-40B4-BE49-F238E27FC236}">
                          <a16:creationId xmlns:a16="http://schemas.microsoft.com/office/drawing/2014/main" id="{3E8EE9FB-BB48-489C-8422-2295CDCF7B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515" name="直線コネクタ 140514">
                      <a:extLst>
                        <a:ext uri="{FF2B5EF4-FFF2-40B4-BE49-F238E27FC236}">
                          <a16:creationId xmlns:a16="http://schemas.microsoft.com/office/drawing/2014/main" id="{B9A16347-C208-4858-904D-CA45C32F81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0442" name="グループ化 140441">
                  <a:extLst>
                    <a:ext uri="{FF2B5EF4-FFF2-40B4-BE49-F238E27FC236}">
                      <a16:creationId xmlns:a16="http://schemas.microsoft.com/office/drawing/2014/main" id="{C9190E44-75E2-422E-AC18-BE43F9CDCB98}"/>
                    </a:ext>
                  </a:extLst>
                </p:cNvPr>
                <p:cNvGrpSpPr/>
                <p:nvPr/>
              </p:nvGrpSpPr>
              <p:grpSpPr>
                <a:xfrm rot="13500000">
                  <a:off x="4887979" y="5076469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40443" name="グループ化 140442">
                    <a:extLst>
                      <a:ext uri="{FF2B5EF4-FFF2-40B4-BE49-F238E27FC236}">
                        <a16:creationId xmlns:a16="http://schemas.microsoft.com/office/drawing/2014/main" id="{F80DD007-4162-4D10-9F03-B2F1D9EE9584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468" name="直線コネクタ 140467">
                      <a:extLst>
                        <a:ext uri="{FF2B5EF4-FFF2-40B4-BE49-F238E27FC236}">
                          <a16:creationId xmlns:a16="http://schemas.microsoft.com/office/drawing/2014/main" id="{73F57B15-09AF-4BDA-BC09-D5B662A1168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9" name="直線コネクタ 140468">
                      <a:extLst>
                        <a:ext uri="{FF2B5EF4-FFF2-40B4-BE49-F238E27FC236}">
                          <a16:creationId xmlns:a16="http://schemas.microsoft.com/office/drawing/2014/main" id="{9C851D90-793E-43F4-B6CB-27D72624C8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0" name="直線コネクタ 140469">
                      <a:extLst>
                        <a:ext uri="{FF2B5EF4-FFF2-40B4-BE49-F238E27FC236}">
                          <a16:creationId xmlns:a16="http://schemas.microsoft.com/office/drawing/2014/main" id="{B6D28C2E-C152-46ED-BBC7-A2B68ADCF0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1" name="直線コネクタ 140470">
                      <a:extLst>
                        <a:ext uri="{FF2B5EF4-FFF2-40B4-BE49-F238E27FC236}">
                          <a16:creationId xmlns:a16="http://schemas.microsoft.com/office/drawing/2014/main" id="{E6C4245D-BD48-4DD2-8F0A-069FDB55D9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2" name="直線コネクタ 140471">
                      <a:extLst>
                        <a:ext uri="{FF2B5EF4-FFF2-40B4-BE49-F238E27FC236}">
                          <a16:creationId xmlns:a16="http://schemas.microsoft.com/office/drawing/2014/main" id="{A1979D54-5F5D-4D54-939C-96F8E54DAF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3" name="直線コネクタ 140472">
                      <a:extLst>
                        <a:ext uri="{FF2B5EF4-FFF2-40B4-BE49-F238E27FC236}">
                          <a16:creationId xmlns:a16="http://schemas.microsoft.com/office/drawing/2014/main" id="{F187A3BD-195E-4658-9A57-D2BF3BB981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4" name="直線コネクタ 140473">
                      <a:extLst>
                        <a:ext uri="{FF2B5EF4-FFF2-40B4-BE49-F238E27FC236}">
                          <a16:creationId xmlns:a16="http://schemas.microsoft.com/office/drawing/2014/main" id="{E88BE51D-1119-4673-BB65-79D8E99DE9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5" name="直線コネクタ 140474">
                      <a:extLst>
                        <a:ext uri="{FF2B5EF4-FFF2-40B4-BE49-F238E27FC236}">
                          <a16:creationId xmlns:a16="http://schemas.microsoft.com/office/drawing/2014/main" id="{61310481-2855-4063-9F36-1D94E324F4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6" name="直線コネクタ 140475">
                      <a:extLst>
                        <a:ext uri="{FF2B5EF4-FFF2-40B4-BE49-F238E27FC236}">
                          <a16:creationId xmlns:a16="http://schemas.microsoft.com/office/drawing/2014/main" id="{FF2DC338-5DC7-4808-997E-7C04D8946B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7" name="直線コネクタ 140476">
                      <a:extLst>
                        <a:ext uri="{FF2B5EF4-FFF2-40B4-BE49-F238E27FC236}">
                          <a16:creationId xmlns:a16="http://schemas.microsoft.com/office/drawing/2014/main" id="{90A938C6-4B75-4753-A4E0-7F93613A24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8" name="直線コネクタ 140477">
                      <a:extLst>
                        <a:ext uri="{FF2B5EF4-FFF2-40B4-BE49-F238E27FC236}">
                          <a16:creationId xmlns:a16="http://schemas.microsoft.com/office/drawing/2014/main" id="{EE8B45A6-5BE9-4A22-8207-FE5CE83A46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79" name="直線コネクタ 140478">
                      <a:extLst>
                        <a:ext uri="{FF2B5EF4-FFF2-40B4-BE49-F238E27FC236}">
                          <a16:creationId xmlns:a16="http://schemas.microsoft.com/office/drawing/2014/main" id="{0ED43F7E-9916-4B86-9290-09E26D85C8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0" name="直線コネクタ 140479">
                      <a:extLst>
                        <a:ext uri="{FF2B5EF4-FFF2-40B4-BE49-F238E27FC236}">
                          <a16:creationId xmlns:a16="http://schemas.microsoft.com/office/drawing/2014/main" id="{05F7DFA3-BB42-4980-82E9-C0E9A8E363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1" name="直線コネクタ 140480">
                      <a:extLst>
                        <a:ext uri="{FF2B5EF4-FFF2-40B4-BE49-F238E27FC236}">
                          <a16:creationId xmlns:a16="http://schemas.microsoft.com/office/drawing/2014/main" id="{7AAD26A8-E740-4EC2-A666-8048AD2AAD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2" name="直線コネクタ 140481">
                      <a:extLst>
                        <a:ext uri="{FF2B5EF4-FFF2-40B4-BE49-F238E27FC236}">
                          <a16:creationId xmlns:a16="http://schemas.microsoft.com/office/drawing/2014/main" id="{667B8AAB-2910-476F-8253-5CAD5D3F73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3" name="直線コネクタ 140482">
                      <a:extLst>
                        <a:ext uri="{FF2B5EF4-FFF2-40B4-BE49-F238E27FC236}">
                          <a16:creationId xmlns:a16="http://schemas.microsoft.com/office/drawing/2014/main" id="{E4E09EC4-40AC-4785-8762-732F670999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4" name="直線コネクタ 140483">
                      <a:extLst>
                        <a:ext uri="{FF2B5EF4-FFF2-40B4-BE49-F238E27FC236}">
                          <a16:creationId xmlns:a16="http://schemas.microsoft.com/office/drawing/2014/main" id="{C3E9818B-446A-4A34-8E24-EE4F14F229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5" name="直線コネクタ 140484">
                      <a:extLst>
                        <a:ext uri="{FF2B5EF4-FFF2-40B4-BE49-F238E27FC236}">
                          <a16:creationId xmlns:a16="http://schemas.microsoft.com/office/drawing/2014/main" id="{08D2B32A-5347-4F21-A924-4A476FFE240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6" name="直線コネクタ 140485">
                      <a:extLst>
                        <a:ext uri="{FF2B5EF4-FFF2-40B4-BE49-F238E27FC236}">
                          <a16:creationId xmlns:a16="http://schemas.microsoft.com/office/drawing/2014/main" id="{72B81B80-6A36-4F33-9AF4-AEEBFC5761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7" name="直線コネクタ 140486">
                      <a:extLst>
                        <a:ext uri="{FF2B5EF4-FFF2-40B4-BE49-F238E27FC236}">
                          <a16:creationId xmlns:a16="http://schemas.microsoft.com/office/drawing/2014/main" id="{7C33BC6D-0064-41EF-9B60-D2F3EB0540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8" name="直線コネクタ 140487">
                      <a:extLst>
                        <a:ext uri="{FF2B5EF4-FFF2-40B4-BE49-F238E27FC236}">
                          <a16:creationId xmlns:a16="http://schemas.microsoft.com/office/drawing/2014/main" id="{CA2CA9A2-3817-407D-A25A-2D48E386D5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89" name="直線コネクタ 140488">
                      <a:extLst>
                        <a:ext uri="{FF2B5EF4-FFF2-40B4-BE49-F238E27FC236}">
                          <a16:creationId xmlns:a16="http://schemas.microsoft.com/office/drawing/2014/main" id="{12EA2C37-6777-4600-A17B-7B8824411F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90" name="直線コネクタ 140489">
                      <a:extLst>
                        <a:ext uri="{FF2B5EF4-FFF2-40B4-BE49-F238E27FC236}">
                          <a16:creationId xmlns:a16="http://schemas.microsoft.com/office/drawing/2014/main" id="{6B348760-8A19-4C80-8681-019CA5F061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444" name="グループ化 140443">
                    <a:extLst>
                      <a:ext uri="{FF2B5EF4-FFF2-40B4-BE49-F238E27FC236}">
                        <a16:creationId xmlns:a16="http://schemas.microsoft.com/office/drawing/2014/main" id="{89135F62-C194-4868-9676-6CE62E1FBD5E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40445" name="直線コネクタ 140444">
                      <a:extLst>
                        <a:ext uri="{FF2B5EF4-FFF2-40B4-BE49-F238E27FC236}">
                          <a16:creationId xmlns:a16="http://schemas.microsoft.com/office/drawing/2014/main" id="{C81B8D89-2537-46D2-BCB3-7C7557C794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46" name="直線コネクタ 140445">
                      <a:extLst>
                        <a:ext uri="{FF2B5EF4-FFF2-40B4-BE49-F238E27FC236}">
                          <a16:creationId xmlns:a16="http://schemas.microsoft.com/office/drawing/2014/main" id="{697F9E24-EC48-46B2-864D-4D188B30D2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47" name="直線コネクタ 140446">
                      <a:extLst>
                        <a:ext uri="{FF2B5EF4-FFF2-40B4-BE49-F238E27FC236}">
                          <a16:creationId xmlns:a16="http://schemas.microsoft.com/office/drawing/2014/main" id="{A9CC406A-FDE6-4F0A-8D48-58A8DED00F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48" name="直線コネクタ 140447">
                      <a:extLst>
                        <a:ext uri="{FF2B5EF4-FFF2-40B4-BE49-F238E27FC236}">
                          <a16:creationId xmlns:a16="http://schemas.microsoft.com/office/drawing/2014/main" id="{249A602C-D486-4253-8E19-1372353072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49" name="直線コネクタ 140448">
                      <a:extLst>
                        <a:ext uri="{FF2B5EF4-FFF2-40B4-BE49-F238E27FC236}">
                          <a16:creationId xmlns:a16="http://schemas.microsoft.com/office/drawing/2014/main" id="{6FFEDA1A-B2DF-44B7-92EC-D85676D7D2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0" name="直線コネクタ 140449">
                      <a:extLst>
                        <a:ext uri="{FF2B5EF4-FFF2-40B4-BE49-F238E27FC236}">
                          <a16:creationId xmlns:a16="http://schemas.microsoft.com/office/drawing/2014/main" id="{7D3CF1EE-344E-4ACA-9EA2-F980537307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1" name="直線コネクタ 140450">
                      <a:extLst>
                        <a:ext uri="{FF2B5EF4-FFF2-40B4-BE49-F238E27FC236}">
                          <a16:creationId xmlns:a16="http://schemas.microsoft.com/office/drawing/2014/main" id="{65FEB23F-BDCC-45AF-9285-F0DF42FBFD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2" name="直線コネクタ 140451">
                      <a:extLst>
                        <a:ext uri="{FF2B5EF4-FFF2-40B4-BE49-F238E27FC236}">
                          <a16:creationId xmlns:a16="http://schemas.microsoft.com/office/drawing/2014/main" id="{F274F6B9-4898-4DF8-B243-B679D8330F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3" name="直線コネクタ 140452">
                      <a:extLst>
                        <a:ext uri="{FF2B5EF4-FFF2-40B4-BE49-F238E27FC236}">
                          <a16:creationId xmlns:a16="http://schemas.microsoft.com/office/drawing/2014/main" id="{68A7A2C6-B9F7-4BDB-8F51-3684C225B4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4" name="直線コネクタ 140453">
                      <a:extLst>
                        <a:ext uri="{FF2B5EF4-FFF2-40B4-BE49-F238E27FC236}">
                          <a16:creationId xmlns:a16="http://schemas.microsoft.com/office/drawing/2014/main" id="{D2403632-5E7B-4F9F-8991-9967AF9D43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5" name="直線コネクタ 140454">
                      <a:extLst>
                        <a:ext uri="{FF2B5EF4-FFF2-40B4-BE49-F238E27FC236}">
                          <a16:creationId xmlns:a16="http://schemas.microsoft.com/office/drawing/2014/main" id="{7909E135-EEDF-453C-B130-82D93699BA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6" name="直線コネクタ 140455">
                      <a:extLst>
                        <a:ext uri="{FF2B5EF4-FFF2-40B4-BE49-F238E27FC236}">
                          <a16:creationId xmlns:a16="http://schemas.microsoft.com/office/drawing/2014/main" id="{A3311975-D762-4ACC-9C47-BB6691B3D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7" name="直線コネクタ 140456">
                      <a:extLst>
                        <a:ext uri="{FF2B5EF4-FFF2-40B4-BE49-F238E27FC236}">
                          <a16:creationId xmlns:a16="http://schemas.microsoft.com/office/drawing/2014/main" id="{5A3B2317-BC3D-4070-AA5C-5537EE2C6D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8" name="直線コネクタ 140457">
                      <a:extLst>
                        <a:ext uri="{FF2B5EF4-FFF2-40B4-BE49-F238E27FC236}">
                          <a16:creationId xmlns:a16="http://schemas.microsoft.com/office/drawing/2014/main" id="{05F1AB45-17E9-4321-854B-E5991CF517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59" name="直線コネクタ 140458">
                      <a:extLst>
                        <a:ext uri="{FF2B5EF4-FFF2-40B4-BE49-F238E27FC236}">
                          <a16:creationId xmlns:a16="http://schemas.microsoft.com/office/drawing/2014/main" id="{2AF886B7-99AE-4124-AD53-04F44CBB11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0" name="直線コネクタ 140459">
                      <a:extLst>
                        <a:ext uri="{FF2B5EF4-FFF2-40B4-BE49-F238E27FC236}">
                          <a16:creationId xmlns:a16="http://schemas.microsoft.com/office/drawing/2014/main" id="{57580C2B-D0D4-48F5-8E13-C9B0DE905C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1" name="直線コネクタ 140460">
                      <a:extLst>
                        <a:ext uri="{FF2B5EF4-FFF2-40B4-BE49-F238E27FC236}">
                          <a16:creationId xmlns:a16="http://schemas.microsoft.com/office/drawing/2014/main" id="{242A6B30-0F29-4591-AED3-C8F71F3255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2" name="直線コネクタ 140461">
                      <a:extLst>
                        <a:ext uri="{FF2B5EF4-FFF2-40B4-BE49-F238E27FC236}">
                          <a16:creationId xmlns:a16="http://schemas.microsoft.com/office/drawing/2014/main" id="{D66078D0-D567-44C0-941D-62BE6F9443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3" name="直線コネクタ 140462">
                      <a:extLst>
                        <a:ext uri="{FF2B5EF4-FFF2-40B4-BE49-F238E27FC236}">
                          <a16:creationId xmlns:a16="http://schemas.microsoft.com/office/drawing/2014/main" id="{1C45FC01-2807-4C74-BB29-D1F15EDEC7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4" name="直線コネクタ 140463">
                      <a:extLst>
                        <a:ext uri="{FF2B5EF4-FFF2-40B4-BE49-F238E27FC236}">
                          <a16:creationId xmlns:a16="http://schemas.microsoft.com/office/drawing/2014/main" id="{7D1A8B7E-A91B-48A9-90CB-1D7D9D14C2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5" name="直線コネクタ 140464">
                      <a:extLst>
                        <a:ext uri="{FF2B5EF4-FFF2-40B4-BE49-F238E27FC236}">
                          <a16:creationId xmlns:a16="http://schemas.microsoft.com/office/drawing/2014/main" id="{BC738242-121B-4BA2-8798-C7CCBA9358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6" name="直線コネクタ 140465">
                      <a:extLst>
                        <a:ext uri="{FF2B5EF4-FFF2-40B4-BE49-F238E27FC236}">
                          <a16:creationId xmlns:a16="http://schemas.microsoft.com/office/drawing/2014/main" id="{4128CEDD-39B2-4ED1-A92F-5AFDA2F9C8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67" name="直線コネクタ 140466">
                      <a:extLst>
                        <a:ext uri="{FF2B5EF4-FFF2-40B4-BE49-F238E27FC236}">
                          <a16:creationId xmlns:a16="http://schemas.microsoft.com/office/drawing/2014/main" id="{B5012823-B73D-43CF-B7AC-1E6AD21D14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04906" name="グループ化 104905">
              <a:extLst>
                <a:ext uri="{FF2B5EF4-FFF2-40B4-BE49-F238E27FC236}">
                  <a16:creationId xmlns:a16="http://schemas.microsoft.com/office/drawing/2014/main" id="{9B3F9E25-3941-4A45-A27D-2F654E674E67}"/>
                </a:ext>
              </a:extLst>
            </p:cNvPr>
            <p:cNvGrpSpPr/>
            <p:nvPr/>
          </p:nvGrpSpPr>
          <p:grpSpPr>
            <a:xfrm>
              <a:off x="7160400" y="-39600"/>
              <a:ext cx="3678384" cy="3678384"/>
              <a:chOff x="3560689" y="3560689"/>
              <a:chExt cx="3678384" cy="3678384"/>
            </a:xfrm>
          </p:grpSpPr>
          <p:grpSp>
            <p:nvGrpSpPr>
              <p:cNvPr id="138004" name="グループ化 138003">
                <a:extLst>
                  <a:ext uri="{FF2B5EF4-FFF2-40B4-BE49-F238E27FC236}">
                    <a16:creationId xmlns:a16="http://schemas.microsoft.com/office/drawing/2014/main" id="{FC4E69BD-6D91-4A79-BD7A-ACCAB7FABD95}"/>
                  </a:ext>
                </a:extLst>
              </p:cNvPr>
              <p:cNvGrpSpPr/>
              <p:nvPr/>
            </p:nvGrpSpPr>
            <p:grpSpPr>
              <a:xfrm>
                <a:off x="3560689" y="3560689"/>
                <a:ext cx="3678384" cy="3678384"/>
                <a:chOff x="3560689" y="3560689"/>
                <a:chExt cx="3678384" cy="3678384"/>
              </a:xfrm>
            </p:grpSpPr>
            <p:grpSp>
              <p:nvGrpSpPr>
                <p:cNvPr id="138415" name="グループ化 138414">
                  <a:extLst>
                    <a:ext uri="{FF2B5EF4-FFF2-40B4-BE49-F238E27FC236}">
                      <a16:creationId xmlns:a16="http://schemas.microsoft.com/office/drawing/2014/main" id="{A891F189-5957-4646-8C29-C9C0BB3E0351}"/>
                    </a:ext>
                  </a:extLst>
                </p:cNvPr>
                <p:cNvGrpSpPr/>
                <p:nvPr/>
              </p:nvGrpSpPr>
              <p:grpSpPr>
                <a:xfrm>
                  <a:off x="3600000" y="3600000"/>
                  <a:ext cx="3600000" cy="3600000"/>
                  <a:chOff x="-119" y="-119"/>
                  <a:chExt cx="3600000" cy="3600000"/>
                </a:xfrm>
              </p:grpSpPr>
              <p:sp>
                <p:nvSpPr>
                  <p:cNvPr id="140374" name="楕円 140373">
                    <a:extLst>
                      <a:ext uri="{FF2B5EF4-FFF2-40B4-BE49-F238E27FC236}">
                        <a16:creationId xmlns:a16="http://schemas.microsoft.com/office/drawing/2014/main" id="{B231859C-F401-4789-9650-5BAA85222E1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99762" y="1199762"/>
                    <a:ext cx="1200000" cy="12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40375" name="直線コネクタ 140374">
                    <a:extLst>
                      <a:ext uri="{FF2B5EF4-FFF2-40B4-BE49-F238E27FC236}">
                        <a16:creationId xmlns:a16="http://schemas.microsoft.com/office/drawing/2014/main" id="{E30CA326-4410-4A35-923D-6F3CE48D03D9}"/>
                      </a:ext>
                    </a:extLst>
                  </p:cNvPr>
                  <p:cNvCxnSpPr>
                    <a:cxnSpLocks/>
                    <a:stCxn id="140374" idx="7"/>
                    <a:endCxn id="140374" idx="3"/>
                  </p:cNvCxnSpPr>
                  <p:nvPr/>
                </p:nvCxnSpPr>
                <p:spPr>
                  <a:xfrm flipH="1"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76" name="直線コネクタ 140375">
                    <a:extLst>
                      <a:ext uri="{FF2B5EF4-FFF2-40B4-BE49-F238E27FC236}">
                        <a16:creationId xmlns:a16="http://schemas.microsoft.com/office/drawing/2014/main" id="{E27C095B-22B9-4011-A3FB-36C719E3E45A}"/>
                      </a:ext>
                    </a:extLst>
                  </p:cNvPr>
                  <p:cNvCxnSpPr>
                    <a:cxnSpLocks/>
                    <a:stCxn id="140374" idx="1"/>
                    <a:endCxn id="140374" idx="5"/>
                  </p:cNvCxnSpPr>
                  <p:nvPr/>
                </p:nvCxnSpPr>
                <p:spPr>
                  <a:xfrm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40377" name="楕円 140376">
                    <a:extLst>
                      <a:ext uri="{FF2B5EF4-FFF2-40B4-BE49-F238E27FC236}">
                        <a16:creationId xmlns:a16="http://schemas.microsoft.com/office/drawing/2014/main" id="{0AF8CC2C-6737-4FE7-8653-C8A35279D96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649881" y="1649881"/>
                    <a:ext cx="300000" cy="3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40378" name="直線コネクタ 140377">
                    <a:extLst>
                      <a:ext uri="{FF2B5EF4-FFF2-40B4-BE49-F238E27FC236}">
                        <a16:creationId xmlns:a16="http://schemas.microsoft.com/office/drawing/2014/main" id="{2AA40B73-380F-43D6-BD42-D275B181AD1C}"/>
                      </a:ext>
                    </a:extLst>
                  </p:cNvPr>
                  <p:cNvCxnSpPr>
                    <a:cxnSpLocks/>
                    <a:stCxn id="140379" idx="2"/>
                    <a:endCxn id="140379" idx="6"/>
                  </p:cNvCxnSpPr>
                  <p:nvPr/>
                </p:nvCxnSpPr>
                <p:spPr>
                  <a:xfrm>
                    <a:off x="-119" y="1799881"/>
                    <a:ext cx="3600000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40379" name="楕円 140378">
                    <a:extLst>
                      <a:ext uri="{FF2B5EF4-FFF2-40B4-BE49-F238E27FC236}">
                        <a16:creationId xmlns:a16="http://schemas.microsoft.com/office/drawing/2014/main" id="{77683DDA-DB53-49AF-B4F4-9BA2265B805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19" y="-119"/>
                    <a:ext cx="3600000" cy="36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40380" name="直線コネクタ 140379">
                    <a:extLst>
                      <a:ext uri="{FF2B5EF4-FFF2-40B4-BE49-F238E27FC236}">
                        <a16:creationId xmlns:a16="http://schemas.microsoft.com/office/drawing/2014/main" id="{6EBBC01A-AADC-436E-9A20-3606FF9E5884}"/>
                      </a:ext>
                    </a:extLst>
                  </p:cNvPr>
                  <p:cNvCxnSpPr>
                    <a:cxnSpLocks/>
                    <a:stCxn id="140379" idx="0"/>
                    <a:endCxn id="140379" idx="4"/>
                  </p:cNvCxnSpPr>
                  <p:nvPr/>
                </p:nvCxnSpPr>
                <p:spPr>
                  <a:xfrm>
                    <a:off x="1799881" y="-119"/>
                    <a:ext cx="0" cy="360000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0381" name="グループ化 140380">
                    <a:extLst>
                      <a:ext uri="{FF2B5EF4-FFF2-40B4-BE49-F238E27FC236}">
                        <a16:creationId xmlns:a16="http://schemas.microsoft.com/office/drawing/2014/main" id="{772D0072-42A4-4B19-A419-55FCD4FB34BA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801325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40429" name="楕円 140428">
                      <a:extLst>
                        <a:ext uri="{FF2B5EF4-FFF2-40B4-BE49-F238E27FC236}">
                          <a16:creationId xmlns:a16="http://schemas.microsoft.com/office/drawing/2014/main" id="{5F22BE5E-73D4-4B6A-A117-A2553A7B183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40430" name="直線コネクタ 140429">
                      <a:extLst>
                        <a:ext uri="{FF2B5EF4-FFF2-40B4-BE49-F238E27FC236}">
                          <a16:creationId xmlns:a16="http://schemas.microsoft.com/office/drawing/2014/main" id="{FDD904E7-4C56-48F7-8EB5-D513929957DA}"/>
                        </a:ext>
                      </a:extLst>
                    </p:cNvPr>
                    <p:cNvCxnSpPr>
                      <a:cxnSpLocks/>
                      <a:stCxn id="140429" idx="0"/>
                      <a:endCxn id="140429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31" name="直線コネクタ 140430">
                      <a:extLst>
                        <a:ext uri="{FF2B5EF4-FFF2-40B4-BE49-F238E27FC236}">
                          <a16:creationId xmlns:a16="http://schemas.microsoft.com/office/drawing/2014/main" id="{27D8688C-967C-410C-9F81-7A893C3D491C}"/>
                        </a:ext>
                      </a:extLst>
                    </p:cNvPr>
                    <p:cNvCxnSpPr>
                      <a:cxnSpLocks/>
                      <a:stCxn id="140429" idx="2"/>
                      <a:endCxn id="140429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82" name="グループ化 140381">
                    <a:extLst>
                      <a:ext uri="{FF2B5EF4-FFF2-40B4-BE49-F238E27FC236}">
                        <a16:creationId xmlns:a16="http://schemas.microsoft.com/office/drawing/2014/main" id="{8F6EA5A4-5E0A-438F-A9CC-458339736CDB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801325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40426" name="楕円 140425">
                      <a:extLst>
                        <a:ext uri="{FF2B5EF4-FFF2-40B4-BE49-F238E27FC236}">
                          <a16:creationId xmlns:a16="http://schemas.microsoft.com/office/drawing/2014/main" id="{91D6AB60-1CA3-4E09-B3C6-42C9D0EC88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40427" name="直線コネクタ 140426">
                      <a:extLst>
                        <a:ext uri="{FF2B5EF4-FFF2-40B4-BE49-F238E27FC236}">
                          <a16:creationId xmlns:a16="http://schemas.microsoft.com/office/drawing/2014/main" id="{E844A9E7-9F6A-4007-831B-6B29E62F1118}"/>
                        </a:ext>
                      </a:extLst>
                    </p:cNvPr>
                    <p:cNvCxnSpPr>
                      <a:cxnSpLocks/>
                      <a:stCxn id="140426" idx="0"/>
                      <a:endCxn id="140426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28" name="直線コネクタ 140427">
                      <a:extLst>
                        <a:ext uri="{FF2B5EF4-FFF2-40B4-BE49-F238E27FC236}">
                          <a16:creationId xmlns:a16="http://schemas.microsoft.com/office/drawing/2014/main" id="{DC858810-B332-4727-8FFE-5EB05121CBEF}"/>
                        </a:ext>
                      </a:extLst>
                    </p:cNvPr>
                    <p:cNvCxnSpPr>
                      <a:cxnSpLocks/>
                      <a:stCxn id="140426" idx="2"/>
                      <a:endCxn id="140426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83" name="グループ化 140382">
                    <a:extLst>
                      <a:ext uri="{FF2B5EF4-FFF2-40B4-BE49-F238E27FC236}">
                        <a16:creationId xmlns:a16="http://schemas.microsoft.com/office/drawing/2014/main" id="{D6702388-360A-4073-85A3-88A634D5CD4A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2498437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40423" name="楕円 140422">
                      <a:extLst>
                        <a:ext uri="{FF2B5EF4-FFF2-40B4-BE49-F238E27FC236}">
                          <a16:creationId xmlns:a16="http://schemas.microsoft.com/office/drawing/2014/main" id="{6A92BC84-810F-4A28-9C3A-39E9919349B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40424" name="直線コネクタ 140423">
                      <a:extLst>
                        <a:ext uri="{FF2B5EF4-FFF2-40B4-BE49-F238E27FC236}">
                          <a16:creationId xmlns:a16="http://schemas.microsoft.com/office/drawing/2014/main" id="{87ACC79D-A0D1-43D6-924B-2ECAFF18E91B}"/>
                        </a:ext>
                      </a:extLst>
                    </p:cNvPr>
                    <p:cNvCxnSpPr>
                      <a:cxnSpLocks/>
                      <a:stCxn id="140423" idx="0"/>
                      <a:endCxn id="140423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25" name="直線コネクタ 140424">
                      <a:extLst>
                        <a:ext uri="{FF2B5EF4-FFF2-40B4-BE49-F238E27FC236}">
                          <a16:creationId xmlns:a16="http://schemas.microsoft.com/office/drawing/2014/main" id="{D341E543-A9DB-4FD5-A356-699E280CCC92}"/>
                        </a:ext>
                      </a:extLst>
                    </p:cNvPr>
                    <p:cNvCxnSpPr>
                      <a:cxnSpLocks/>
                      <a:stCxn id="140423" idx="2"/>
                      <a:endCxn id="140423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84" name="グループ化 140383">
                    <a:extLst>
                      <a:ext uri="{FF2B5EF4-FFF2-40B4-BE49-F238E27FC236}">
                        <a16:creationId xmlns:a16="http://schemas.microsoft.com/office/drawing/2014/main" id="{D678605C-4C3F-4C79-8CF0-4E3B7D01881B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2498437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40420" name="楕円 140419">
                      <a:extLst>
                        <a:ext uri="{FF2B5EF4-FFF2-40B4-BE49-F238E27FC236}">
                          <a16:creationId xmlns:a16="http://schemas.microsoft.com/office/drawing/2014/main" id="{DF1EF567-176F-44D3-BBAC-AC8F470BE1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40421" name="直線コネクタ 140420">
                      <a:extLst>
                        <a:ext uri="{FF2B5EF4-FFF2-40B4-BE49-F238E27FC236}">
                          <a16:creationId xmlns:a16="http://schemas.microsoft.com/office/drawing/2014/main" id="{05BEE5C7-DE71-456A-8B4A-82C798FFDE27}"/>
                        </a:ext>
                      </a:extLst>
                    </p:cNvPr>
                    <p:cNvCxnSpPr>
                      <a:cxnSpLocks/>
                      <a:stCxn id="140420" idx="0"/>
                      <a:endCxn id="140420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22" name="直線コネクタ 140421">
                      <a:extLst>
                        <a:ext uri="{FF2B5EF4-FFF2-40B4-BE49-F238E27FC236}">
                          <a16:creationId xmlns:a16="http://schemas.microsoft.com/office/drawing/2014/main" id="{649E0775-8093-473A-A310-A559C4C3BACC}"/>
                        </a:ext>
                      </a:extLst>
                    </p:cNvPr>
                    <p:cNvCxnSpPr>
                      <a:cxnSpLocks/>
                      <a:stCxn id="140420" idx="2"/>
                      <a:endCxn id="140420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85" name="グループ化 140384">
                    <a:extLst>
                      <a:ext uri="{FF2B5EF4-FFF2-40B4-BE49-F238E27FC236}">
                        <a16:creationId xmlns:a16="http://schemas.microsoft.com/office/drawing/2014/main" id="{4614A5B3-5274-45D3-8BCA-CB04D87742DB}"/>
                      </a:ext>
                    </a:extLst>
                  </p:cNvPr>
                  <p:cNvGrpSpPr/>
                  <p:nvPr/>
                </p:nvGrpSpPr>
                <p:grpSpPr>
                  <a:xfrm>
                    <a:off x="1319881" y="539921"/>
                    <a:ext cx="960040" cy="120000"/>
                    <a:chOff x="3959881" y="1620000"/>
                    <a:chExt cx="2880119" cy="360000"/>
                  </a:xfrm>
                </p:grpSpPr>
                <p:cxnSp>
                  <p:nvCxnSpPr>
                    <p:cNvPr id="140416" name="直線コネクタ 140415">
                      <a:extLst>
                        <a:ext uri="{FF2B5EF4-FFF2-40B4-BE49-F238E27FC236}">
                          <a16:creationId xmlns:a16="http://schemas.microsoft.com/office/drawing/2014/main" id="{AAADCBA2-6608-49AD-9D13-FED61D7F74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17" name="直線コネクタ 140416">
                      <a:extLst>
                        <a:ext uri="{FF2B5EF4-FFF2-40B4-BE49-F238E27FC236}">
                          <a16:creationId xmlns:a16="http://schemas.microsoft.com/office/drawing/2014/main" id="{BFACE015-2B43-49A4-8F77-EEAA4ED6E2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18" name="直線コネクタ 140417">
                      <a:extLst>
                        <a:ext uri="{FF2B5EF4-FFF2-40B4-BE49-F238E27FC236}">
                          <a16:creationId xmlns:a16="http://schemas.microsoft.com/office/drawing/2014/main" id="{70B15393-065D-4D9A-B702-0ACC9F4541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19" name="直線コネクタ 140418">
                      <a:extLst>
                        <a:ext uri="{FF2B5EF4-FFF2-40B4-BE49-F238E27FC236}">
                          <a16:creationId xmlns:a16="http://schemas.microsoft.com/office/drawing/2014/main" id="{1F779662-81B4-4480-831B-DDD9DC54B8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86" name="グループ化 140385">
                    <a:extLst>
                      <a:ext uri="{FF2B5EF4-FFF2-40B4-BE49-F238E27FC236}">
                        <a16:creationId xmlns:a16="http://schemas.microsoft.com/office/drawing/2014/main" id="{9344F4B5-4A8F-4F90-83E2-8B81229CDF00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1319841" y="2939841"/>
                    <a:ext cx="960000" cy="120000"/>
                    <a:chOff x="3960000" y="1620000"/>
                    <a:chExt cx="2880000" cy="360000"/>
                  </a:xfrm>
                </p:grpSpPr>
                <p:cxnSp>
                  <p:nvCxnSpPr>
                    <p:cNvPr id="140414" name="直線コネクタ 140413">
                      <a:extLst>
                        <a:ext uri="{FF2B5EF4-FFF2-40B4-BE49-F238E27FC236}">
                          <a16:creationId xmlns:a16="http://schemas.microsoft.com/office/drawing/2014/main" id="{0479A3F5-D93D-4ADB-9956-695BF4913B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15" name="直線コネクタ 140414">
                      <a:extLst>
                        <a:ext uri="{FF2B5EF4-FFF2-40B4-BE49-F238E27FC236}">
                          <a16:creationId xmlns:a16="http://schemas.microsoft.com/office/drawing/2014/main" id="{43BE747E-2416-4505-9851-4C061AA844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87" name="グループ化 140386">
                    <a:extLst>
                      <a:ext uri="{FF2B5EF4-FFF2-40B4-BE49-F238E27FC236}">
                        <a16:creationId xmlns:a16="http://schemas.microsoft.com/office/drawing/2014/main" id="{9A14266E-870E-4A53-BF09-3EB6484A3F7C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2519822" y="1739941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40411" name="直線コネクタ 140410">
                      <a:extLst>
                        <a:ext uri="{FF2B5EF4-FFF2-40B4-BE49-F238E27FC236}">
                          <a16:creationId xmlns:a16="http://schemas.microsoft.com/office/drawing/2014/main" id="{1FCA948C-040E-4F1A-AB8B-8CF220C5CD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12" name="直線コネクタ 140411">
                      <a:extLst>
                        <a:ext uri="{FF2B5EF4-FFF2-40B4-BE49-F238E27FC236}">
                          <a16:creationId xmlns:a16="http://schemas.microsoft.com/office/drawing/2014/main" id="{2BEB35DB-9386-4538-A7B1-218628BFE4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13" name="直線コネクタ 140412">
                      <a:extLst>
                        <a:ext uri="{FF2B5EF4-FFF2-40B4-BE49-F238E27FC236}">
                          <a16:creationId xmlns:a16="http://schemas.microsoft.com/office/drawing/2014/main" id="{8FD83D98-14C0-49E5-8992-E4A3BC8708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88" name="グループ化 140387">
                    <a:extLst>
                      <a:ext uri="{FF2B5EF4-FFF2-40B4-BE49-F238E27FC236}">
                        <a16:creationId xmlns:a16="http://schemas.microsoft.com/office/drawing/2014/main" id="{B51F5FDB-A35A-410A-B43A-D069D2001157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119901" y="1739822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40408" name="直線コネクタ 140407">
                      <a:extLst>
                        <a:ext uri="{FF2B5EF4-FFF2-40B4-BE49-F238E27FC236}">
                          <a16:creationId xmlns:a16="http://schemas.microsoft.com/office/drawing/2014/main" id="{0A64B40D-AD7C-4F5A-A9C6-3F25130677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09" name="直線コネクタ 140408">
                      <a:extLst>
                        <a:ext uri="{FF2B5EF4-FFF2-40B4-BE49-F238E27FC236}">
                          <a16:creationId xmlns:a16="http://schemas.microsoft.com/office/drawing/2014/main" id="{9B8623E1-12FC-497F-9E06-862B3FE674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10" name="直線コネクタ 140409">
                      <a:extLst>
                        <a:ext uri="{FF2B5EF4-FFF2-40B4-BE49-F238E27FC236}">
                          <a16:creationId xmlns:a16="http://schemas.microsoft.com/office/drawing/2014/main" id="{9D705006-CDE7-4E4A-AC9B-D3CF5908AF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89" name="グループ化 140388">
                    <a:extLst>
                      <a:ext uri="{FF2B5EF4-FFF2-40B4-BE49-F238E27FC236}">
                        <a16:creationId xmlns:a16="http://schemas.microsoft.com/office/drawing/2014/main" id="{F5676541-325A-4A73-B6C3-DF0804FBDD85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1425521"/>
                    <a:ext cx="320400" cy="40048"/>
                    <a:chOff x="1639681" y="1425521"/>
                    <a:chExt cx="320400" cy="40048"/>
                  </a:xfrm>
                </p:grpSpPr>
                <p:cxnSp>
                  <p:nvCxnSpPr>
                    <p:cNvPr id="140405" name="直線コネクタ 140404">
                      <a:extLst>
                        <a:ext uri="{FF2B5EF4-FFF2-40B4-BE49-F238E27FC236}">
                          <a16:creationId xmlns:a16="http://schemas.microsoft.com/office/drawing/2014/main" id="{A1789D19-8F42-49C5-B862-59928B6007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65569"/>
                      <a:ext cx="320387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06" name="直線コネクタ 140405">
                      <a:extLst>
                        <a:ext uri="{FF2B5EF4-FFF2-40B4-BE49-F238E27FC236}">
                          <a16:creationId xmlns:a16="http://schemas.microsoft.com/office/drawing/2014/main" id="{66173E1B-5753-4B6E-B3CF-66F3D757F9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07" name="直線コネクタ 140406">
                      <a:extLst>
                        <a:ext uri="{FF2B5EF4-FFF2-40B4-BE49-F238E27FC236}">
                          <a16:creationId xmlns:a16="http://schemas.microsoft.com/office/drawing/2014/main" id="{DEC47505-A018-43CF-BF34-1C13CC2673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819912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90" name="グループ化 140389">
                    <a:extLst>
                      <a:ext uri="{FF2B5EF4-FFF2-40B4-BE49-F238E27FC236}">
                        <a16:creationId xmlns:a16="http://schemas.microsoft.com/office/drawing/2014/main" id="{259102F3-41BA-4A72-B9D0-0842BE49C3D3}"/>
                      </a:ext>
                    </a:extLst>
                  </p:cNvPr>
                  <p:cNvGrpSpPr/>
                  <p:nvPr/>
                </p:nvGrpSpPr>
                <p:grpSpPr>
                  <a:xfrm>
                    <a:off x="2134641" y="1639681"/>
                    <a:ext cx="39600" cy="320399"/>
                    <a:chOff x="2134641" y="1639681"/>
                    <a:chExt cx="39600" cy="320399"/>
                  </a:xfrm>
                </p:grpSpPr>
                <p:cxnSp>
                  <p:nvCxnSpPr>
                    <p:cNvPr id="140401" name="直線コネクタ 140400">
                      <a:extLst>
                        <a:ext uri="{FF2B5EF4-FFF2-40B4-BE49-F238E27FC236}">
                          <a16:creationId xmlns:a16="http://schemas.microsoft.com/office/drawing/2014/main" id="{93B01323-0B1D-4408-974A-607D061149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02" name="直線コネクタ 140401">
                      <a:extLst>
                        <a:ext uri="{FF2B5EF4-FFF2-40B4-BE49-F238E27FC236}">
                          <a16:creationId xmlns:a16="http://schemas.microsoft.com/office/drawing/2014/main" id="{307E194B-8C3E-4940-8C4E-D036540A12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03" name="直線コネクタ 140402">
                      <a:extLst>
                        <a:ext uri="{FF2B5EF4-FFF2-40B4-BE49-F238E27FC236}">
                          <a16:creationId xmlns:a16="http://schemas.microsoft.com/office/drawing/2014/main" id="{2749C4A7-2A94-4ED4-9BD6-B9BB9A1E75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04" name="直線コネクタ 140403">
                      <a:extLst>
                        <a:ext uri="{FF2B5EF4-FFF2-40B4-BE49-F238E27FC236}">
                          <a16:creationId xmlns:a16="http://schemas.microsoft.com/office/drawing/2014/main" id="{58263BAD-3097-4245-8076-A967DAD11D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0391" name="グループ化 140390">
                    <a:extLst>
                      <a:ext uri="{FF2B5EF4-FFF2-40B4-BE49-F238E27FC236}">
                        <a16:creationId xmlns:a16="http://schemas.microsoft.com/office/drawing/2014/main" id="{84980C0D-4B99-4243-ABE1-978EBF04EBF0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2134641"/>
                    <a:ext cx="320400" cy="39600"/>
                    <a:chOff x="1639681" y="2134641"/>
                    <a:chExt cx="320400" cy="39600"/>
                  </a:xfrm>
                </p:grpSpPr>
                <p:cxnSp>
                  <p:nvCxnSpPr>
                    <p:cNvPr id="140398" name="直線コネクタ 140397">
                      <a:extLst>
                        <a:ext uri="{FF2B5EF4-FFF2-40B4-BE49-F238E27FC236}">
                          <a16:creationId xmlns:a16="http://schemas.microsoft.com/office/drawing/2014/main" id="{69E1A86E-BAD7-4466-83F7-7E6510C5A8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74241"/>
                      <a:ext cx="320400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399" name="直線コネクタ 140398">
                      <a:extLst>
                        <a:ext uri="{FF2B5EF4-FFF2-40B4-BE49-F238E27FC236}">
                          <a16:creationId xmlns:a16="http://schemas.microsoft.com/office/drawing/2014/main" id="{F0474513-E067-4F51-A1AD-E7F3082E01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819912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400" name="直線コネクタ 140399">
                      <a:extLst>
                        <a:ext uri="{FF2B5EF4-FFF2-40B4-BE49-F238E27FC236}">
                          <a16:creationId xmlns:a16="http://schemas.microsoft.com/office/drawing/2014/main" id="{96DEC927-1F4F-4C22-8887-11337F8DA6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40392" name="直線コネクタ 140391">
                    <a:extLst>
                      <a:ext uri="{FF2B5EF4-FFF2-40B4-BE49-F238E27FC236}">
                        <a16:creationId xmlns:a16="http://schemas.microsoft.com/office/drawing/2014/main" id="{96D1940A-D8E7-40FA-943F-D3368E0C54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2653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93" name="直線コネクタ 140392">
                    <a:extLst>
                      <a:ext uri="{FF2B5EF4-FFF2-40B4-BE49-F238E27FC236}">
                        <a16:creationId xmlns:a16="http://schemas.microsoft.com/office/drawing/2014/main" id="{89810C24-7CF3-4878-8CB6-518235B506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3049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94" name="直線コネクタ 140393">
                    <a:extLst>
                      <a:ext uri="{FF2B5EF4-FFF2-40B4-BE49-F238E27FC236}">
                        <a16:creationId xmlns:a16="http://schemas.microsoft.com/office/drawing/2014/main" id="{2000E794-6F6E-4F8E-BF39-1D29A2E6B73E}"/>
                      </a:ext>
                    </a:extLst>
                  </p:cNvPr>
                  <p:cNvCxnSpPr>
                    <a:cxnSpLocks/>
                    <a:stCxn id="140423" idx="4"/>
                  </p:cNvCxnSpPr>
                  <p:nvPr/>
                </p:nvCxnSpPr>
                <p:spPr>
                  <a:xfrm flipV="1">
                    <a:off x="2754503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95" name="直線コネクタ 140394">
                    <a:extLst>
                      <a:ext uri="{FF2B5EF4-FFF2-40B4-BE49-F238E27FC236}">
                        <a16:creationId xmlns:a16="http://schemas.microsoft.com/office/drawing/2014/main" id="{F159E678-49E0-4896-9631-DB25D058A16E}"/>
                      </a:ext>
                    </a:extLst>
                  </p:cNvPr>
                  <p:cNvCxnSpPr>
                    <a:cxnSpLocks/>
                    <a:stCxn id="140420" idx="4"/>
                  </p:cNvCxnSpPr>
                  <p:nvPr/>
                </p:nvCxnSpPr>
                <p:spPr>
                  <a:xfrm>
                    <a:off x="2754503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96" name="直線コネクタ 140395">
                    <a:extLst>
                      <a:ext uri="{FF2B5EF4-FFF2-40B4-BE49-F238E27FC236}">
                        <a16:creationId xmlns:a16="http://schemas.microsoft.com/office/drawing/2014/main" id="{5E1CE70A-17B6-4D50-9C35-7BA7A0E0BF73}"/>
                      </a:ext>
                    </a:extLst>
                  </p:cNvPr>
                  <p:cNvCxnSpPr>
                    <a:cxnSpLocks/>
                    <a:stCxn id="140429" idx="4"/>
                  </p:cNvCxnSpPr>
                  <p:nvPr/>
                </p:nvCxnSpPr>
                <p:spPr>
                  <a:xfrm flipH="1">
                    <a:off x="-79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97" name="直線コネクタ 140396">
                    <a:extLst>
                      <a:ext uri="{FF2B5EF4-FFF2-40B4-BE49-F238E27FC236}">
                        <a16:creationId xmlns:a16="http://schemas.microsoft.com/office/drawing/2014/main" id="{56128209-3CC2-4B0A-B0FE-F1D5E1F9A262}"/>
                      </a:ext>
                    </a:extLst>
                  </p:cNvPr>
                  <p:cNvCxnSpPr>
                    <a:cxnSpLocks/>
                    <a:stCxn id="140426" idx="4"/>
                  </p:cNvCxnSpPr>
                  <p:nvPr/>
                </p:nvCxnSpPr>
                <p:spPr>
                  <a:xfrm flipH="1" flipV="1">
                    <a:off x="-79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38416" name="正方形/長方形 138415">
                  <a:extLst>
                    <a:ext uri="{FF2B5EF4-FFF2-40B4-BE49-F238E27FC236}">
                      <a16:creationId xmlns:a16="http://schemas.microsoft.com/office/drawing/2014/main" id="{D3051EA9-2919-484A-B616-F3901DBC3FF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599881" y="3599881"/>
                  <a:ext cx="3600000" cy="360000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138417" name="グループ化 138416">
                  <a:extLst>
                    <a:ext uri="{FF2B5EF4-FFF2-40B4-BE49-F238E27FC236}">
                      <a16:creationId xmlns:a16="http://schemas.microsoft.com/office/drawing/2014/main" id="{A3A262BC-D06A-430E-9BA6-FCB1F1629958}"/>
                    </a:ext>
                  </a:extLst>
                </p:cNvPr>
                <p:cNvGrpSpPr/>
                <p:nvPr/>
              </p:nvGrpSpPr>
              <p:grpSpPr>
                <a:xfrm>
                  <a:off x="4456023" y="4456022"/>
                  <a:ext cx="1887718" cy="1887718"/>
                  <a:chOff x="4456023" y="4456022"/>
                  <a:chExt cx="1887718" cy="1887718"/>
                </a:xfrm>
              </p:grpSpPr>
              <p:grpSp>
                <p:nvGrpSpPr>
                  <p:cNvPr id="139419" name="グループ化 139418">
                    <a:extLst>
                      <a:ext uri="{FF2B5EF4-FFF2-40B4-BE49-F238E27FC236}">
                        <a16:creationId xmlns:a16="http://schemas.microsoft.com/office/drawing/2014/main" id="{F18F1E8D-B982-40B9-AE69-4B87CF46D30F}"/>
                      </a:ext>
                    </a:extLst>
                  </p:cNvPr>
                  <p:cNvGrpSpPr/>
                  <p:nvPr/>
                </p:nvGrpSpPr>
                <p:grpSpPr>
                  <a:xfrm>
                    <a:off x="5862907" y="4680000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40334" name="グループ化 140333">
                      <a:extLst>
                        <a:ext uri="{FF2B5EF4-FFF2-40B4-BE49-F238E27FC236}">
                          <a16:creationId xmlns:a16="http://schemas.microsoft.com/office/drawing/2014/main" id="{33F232E7-E2B6-4752-98D4-99BDB3F674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40371" name="楕円 140370">
                        <a:extLst>
                          <a:ext uri="{FF2B5EF4-FFF2-40B4-BE49-F238E27FC236}">
                            <a16:creationId xmlns:a16="http://schemas.microsoft.com/office/drawing/2014/main" id="{89C4CEA0-660A-4F1D-AACE-FCF267AE84E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372" name="直線コネクタ 140371">
                        <a:extLst>
                          <a:ext uri="{FF2B5EF4-FFF2-40B4-BE49-F238E27FC236}">
                            <a16:creationId xmlns:a16="http://schemas.microsoft.com/office/drawing/2014/main" id="{C1ECE6F1-DD26-4C2C-9EF8-732671583B12}"/>
                          </a:ext>
                        </a:extLst>
                      </p:cNvPr>
                      <p:cNvCxnSpPr>
                        <a:cxnSpLocks/>
                        <a:stCxn id="140371" idx="3"/>
                        <a:endCxn id="140371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373" name="直線コネクタ 140372">
                        <a:extLst>
                          <a:ext uri="{FF2B5EF4-FFF2-40B4-BE49-F238E27FC236}">
                            <a16:creationId xmlns:a16="http://schemas.microsoft.com/office/drawing/2014/main" id="{87F63655-80CA-4618-AA6D-C67B03179FD1}"/>
                          </a:ext>
                        </a:extLst>
                      </p:cNvPr>
                      <p:cNvCxnSpPr>
                        <a:cxnSpLocks/>
                        <a:stCxn id="140371" idx="1"/>
                        <a:endCxn id="140371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335" name="グループ化 140334">
                      <a:extLst>
                        <a:ext uri="{FF2B5EF4-FFF2-40B4-BE49-F238E27FC236}">
                          <a16:creationId xmlns:a16="http://schemas.microsoft.com/office/drawing/2014/main" id="{110495B9-4DDE-44AD-A0A5-F5F4C02839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363" name="グループ化 140362">
                        <a:extLst>
                          <a:ext uri="{FF2B5EF4-FFF2-40B4-BE49-F238E27FC236}">
                            <a16:creationId xmlns:a16="http://schemas.microsoft.com/office/drawing/2014/main" id="{DEF9559E-7251-48E1-81A8-AE70573110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368" name="楕円 140367">
                          <a:extLst>
                            <a:ext uri="{FF2B5EF4-FFF2-40B4-BE49-F238E27FC236}">
                              <a16:creationId xmlns:a16="http://schemas.microsoft.com/office/drawing/2014/main" id="{CF5C35D6-A97E-4970-898D-88B38FADD19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369" name="直線コネクタ 140368">
                          <a:extLst>
                            <a:ext uri="{FF2B5EF4-FFF2-40B4-BE49-F238E27FC236}">
                              <a16:creationId xmlns:a16="http://schemas.microsoft.com/office/drawing/2014/main" id="{941FE2D1-479A-487E-B143-E6641E375DCE}"/>
                            </a:ext>
                          </a:extLst>
                        </p:cNvPr>
                        <p:cNvCxnSpPr>
                          <a:cxnSpLocks/>
                          <a:stCxn id="140368" idx="0"/>
                          <a:endCxn id="14036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370" name="直線コネクタ 140369">
                          <a:extLst>
                            <a:ext uri="{FF2B5EF4-FFF2-40B4-BE49-F238E27FC236}">
                              <a16:creationId xmlns:a16="http://schemas.microsoft.com/office/drawing/2014/main" id="{46A751B5-C8EA-4915-B406-D6FC545F178E}"/>
                            </a:ext>
                          </a:extLst>
                        </p:cNvPr>
                        <p:cNvCxnSpPr>
                          <a:cxnSpLocks/>
                          <a:stCxn id="140368" idx="2"/>
                          <a:endCxn id="14036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364" name="楕円 140363">
                        <a:extLst>
                          <a:ext uri="{FF2B5EF4-FFF2-40B4-BE49-F238E27FC236}">
                            <a16:creationId xmlns:a16="http://schemas.microsoft.com/office/drawing/2014/main" id="{369285AE-5A24-4045-B311-B3D6A84405F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65" name="楕円 140364">
                        <a:extLst>
                          <a:ext uri="{FF2B5EF4-FFF2-40B4-BE49-F238E27FC236}">
                            <a16:creationId xmlns:a16="http://schemas.microsoft.com/office/drawing/2014/main" id="{E69F6F03-F1E3-43B0-B78E-88D69F6051F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66" name="楕円 140365">
                        <a:extLst>
                          <a:ext uri="{FF2B5EF4-FFF2-40B4-BE49-F238E27FC236}">
                            <a16:creationId xmlns:a16="http://schemas.microsoft.com/office/drawing/2014/main" id="{B097E9CF-44B6-4508-8E93-80F831AAFCB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67" name="楕円 140366">
                        <a:extLst>
                          <a:ext uri="{FF2B5EF4-FFF2-40B4-BE49-F238E27FC236}">
                            <a16:creationId xmlns:a16="http://schemas.microsoft.com/office/drawing/2014/main" id="{78847348-79BE-4F43-A364-6D71AB9288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336" name="グループ化 140335">
                      <a:extLst>
                        <a:ext uri="{FF2B5EF4-FFF2-40B4-BE49-F238E27FC236}">
                          <a16:creationId xmlns:a16="http://schemas.microsoft.com/office/drawing/2014/main" id="{403C006F-7C68-4D7D-BC13-F4B90348DE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355" name="グループ化 140354">
                        <a:extLst>
                          <a:ext uri="{FF2B5EF4-FFF2-40B4-BE49-F238E27FC236}">
                            <a16:creationId xmlns:a16="http://schemas.microsoft.com/office/drawing/2014/main" id="{213572DB-75D2-4630-AC62-DF9A9129F4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360" name="楕円 140359">
                          <a:extLst>
                            <a:ext uri="{FF2B5EF4-FFF2-40B4-BE49-F238E27FC236}">
                              <a16:creationId xmlns:a16="http://schemas.microsoft.com/office/drawing/2014/main" id="{B5846708-D986-499E-8A77-3C01E931A0F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361" name="直線コネクタ 140360">
                          <a:extLst>
                            <a:ext uri="{FF2B5EF4-FFF2-40B4-BE49-F238E27FC236}">
                              <a16:creationId xmlns:a16="http://schemas.microsoft.com/office/drawing/2014/main" id="{E6DA5C51-DDCF-430B-A930-22D89850064F}"/>
                            </a:ext>
                          </a:extLst>
                        </p:cNvPr>
                        <p:cNvCxnSpPr>
                          <a:cxnSpLocks/>
                          <a:stCxn id="140360" idx="0"/>
                          <a:endCxn id="14036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362" name="直線コネクタ 140361">
                          <a:extLst>
                            <a:ext uri="{FF2B5EF4-FFF2-40B4-BE49-F238E27FC236}">
                              <a16:creationId xmlns:a16="http://schemas.microsoft.com/office/drawing/2014/main" id="{5E063093-7950-4276-A821-1541A934902A}"/>
                            </a:ext>
                          </a:extLst>
                        </p:cNvPr>
                        <p:cNvCxnSpPr>
                          <a:cxnSpLocks/>
                          <a:stCxn id="140360" idx="2"/>
                          <a:endCxn id="14036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356" name="楕円 140355">
                        <a:extLst>
                          <a:ext uri="{FF2B5EF4-FFF2-40B4-BE49-F238E27FC236}">
                            <a16:creationId xmlns:a16="http://schemas.microsoft.com/office/drawing/2014/main" id="{994B7E16-5FBA-49E2-84A7-13A560EF0A4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57" name="楕円 140356">
                        <a:extLst>
                          <a:ext uri="{FF2B5EF4-FFF2-40B4-BE49-F238E27FC236}">
                            <a16:creationId xmlns:a16="http://schemas.microsoft.com/office/drawing/2014/main" id="{1F2FEC12-5C27-4EA4-9470-6F373DE37C2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58" name="楕円 140357">
                        <a:extLst>
                          <a:ext uri="{FF2B5EF4-FFF2-40B4-BE49-F238E27FC236}">
                            <a16:creationId xmlns:a16="http://schemas.microsoft.com/office/drawing/2014/main" id="{9E45749B-4627-4BE5-BF5F-2D72CC65EA3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59" name="楕円 140358">
                        <a:extLst>
                          <a:ext uri="{FF2B5EF4-FFF2-40B4-BE49-F238E27FC236}">
                            <a16:creationId xmlns:a16="http://schemas.microsoft.com/office/drawing/2014/main" id="{F6572E27-B84A-4E9B-B624-B9CA207251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337" name="グループ化 140336">
                      <a:extLst>
                        <a:ext uri="{FF2B5EF4-FFF2-40B4-BE49-F238E27FC236}">
                          <a16:creationId xmlns:a16="http://schemas.microsoft.com/office/drawing/2014/main" id="{F352DAF6-7DD3-4904-B936-F51ABE87C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347" name="グループ化 140346">
                        <a:extLst>
                          <a:ext uri="{FF2B5EF4-FFF2-40B4-BE49-F238E27FC236}">
                            <a16:creationId xmlns:a16="http://schemas.microsoft.com/office/drawing/2014/main" id="{DEBD533B-DBAB-46C3-8F4F-C699860316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352" name="楕円 140351">
                          <a:extLst>
                            <a:ext uri="{FF2B5EF4-FFF2-40B4-BE49-F238E27FC236}">
                              <a16:creationId xmlns:a16="http://schemas.microsoft.com/office/drawing/2014/main" id="{7D085B17-900A-4443-9027-4A23D359491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353" name="直線コネクタ 140352">
                          <a:extLst>
                            <a:ext uri="{FF2B5EF4-FFF2-40B4-BE49-F238E27FC236}">
                              <a16:creationId xmlns:a16="http://schemas.microsoft.com/office/drawing/2014/main" id="{9AD723A8-FFD5-4387-B488-649CA1A907AE}"/>
                            </a:ext>
                          </a:extLst>
                        </p:cNvPr>
                        <p:cNvCxnSpPr>
                          <a:cxnSpLocks/>
                          <a:stCxn id="140352" idx="0"/>
                          <a:endCxn id="14035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354" name="直線コネクタ 140353">
                          <a:extLst>
                            <a:ext uri="{FF2B5EF4-FFF2-40B4-BE49-F238E27FC236}">
                              <a16:creationId xmlns:a16="http://schemas.microsoft.com/office/drawing/2014/main" id="{68489243-E1DB-4095-8216-6DE08559190C}"/>
                            </a:ext>
                          </a:extLst>
                        </p:cNvPr>
                        <p:cNvCxnSpPr>
                          <a:cxnSpLocks/>
                          <a:stCxn id="140352" idx="2"/>
                          <a:endCxn id="14035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348" name="楕円 140347">
                        <a:extLst>
                          <a:ext uri="{FF2B5EF4-FFF2-40B4-BE49-F238E27FC236}">
                            <a16:creationId xmlns:a16="http://schemas.microsoft.com/office/drawing/2014/main" id="{09717501-222A-4719-A5A8-922C347A6E3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49" name="楕円 140348">
                        <a:extLst>
                          <a:ext uri="{FF2B5EF4-FFF2-40B4-BE49-F238E27FC236}">
                            <a16:creationId xmlns:a16="http://schemas.microsoft.com/office/drawing/2014/main" id="{F31F1E40-72AB-4DC4-AB3A-47A64DC05B6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50" name="楕円 140349">
                        <a:extLst>
                          <a:ext uri="{FF2B5EF4-FFF2-40B4-BE49-F238E27FC236}">
                            <a16:creationId xmlns:a16="http://schemas.microsoft.com/office/drawing/2014/main" id="{9EAD9ADE-99AA-4AE4-8B0B-81C7449ACB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51" name="楕円 140350">
                        <a:extLst>
                          <a:ext uri="{FF2B5EF4-FFF2-40B4-BE49-F238E27FC236}">
                            <a16:creationId xmlns:a16="http://schemas.microsoft.com/office/drawing/2014/main" id="{E2FBE7C4-4D9E-4D3E-97CB-6A299885742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338" name="グループ化 140337">
                      <a:extLst>
                        <a:ext uri="{FF2B5EF4-FFF2-40B4-BE49-F238E27FC236}">
                          <a16:creationId xmlns:a16="http://schemas.microsoft.com/office/drawing/2014/main" id="{DD8BB973-2260-4C13-801C-F8C6DEB8E9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339" name="グループ化 140338">
                        <a:extLst>
                          <a:ext uri="{FF2B5EF4-FFF2-40B4-BE49-F238E27FC236}">
                            <a16:creationId xmlns:a16="http://schemas.microsoft.com/office/drawing/2014/main" id="{B23E53C7-F170-44EE-A81D-FD481175A7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344" name="楕円 140343">
                          <a:extLst>
                            <a:ext uri="{FF2B5EF4-FFF2-40B4-BE49-F238E27FC236}">
                              <a16:creationId xmlns:a16="http://schemas.microsoft.com/office/drawing/2014/main" id="{5B6D1CA8-A619-46CA-9E7B-831C878F4AC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345" name="直線コネクタ 140344">
                          <a:extLst>
                            <a:ext uri="{FF2B5EF4-FFF2-40B4-BE49-F238E27FC236}">
                              <a16:creationId xmlns:a16="http://schemas.microsoft.com/office/drawing/2014/main" id="{DFF926B5-AE98-4B95-A7A1-B53B379C276E}"/>
                            </a:ext>
                          </a:extLst>
                        </p:cNvPr>
                        <p:cNvCxnSpPr>
                          <a:cxnSpLocks/>
                          <a:stCxn id="140344" idx="0"/>
                          <a:endCxn id="14034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346" name="直線コネクタ 140345">
                          <a:extLst>
                            <a:ext uri="{FF2B5EF4-FFF2-40B4-BE49-F238E27FC236}">
                              <a16:creationId xmlns:a16="http://schemas.microsoft.com/office/drawing/2014/main" id="{41651294-8EAB-446E-A5F9-994A3F360C62}"/>
                            </a:ext>
                          </a:extLst>
                        </p:cNvPr>
                        <p:cNvCxnSpPr>
                          <a:cxnSpLocks/>
                          <a:stCxn id="140344" idx="2"/>
                          <a:endCxn id="14034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340" name="楕円 140339">
                        <a:extLst>
                          <a:ext uri="{FF2B5EF4-FFF2-40B4-BE49-F238E27FC236}">
                            <a16:creationId xmlns:a16="http://schemas.microsoft.com/office/drawing/2014/main" id="{B859F777-F7F3-4B0F-B5EF-DC748F079D0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41" name="楕円 140340">
                        <a:extLst>
                          <a:ext uri="{FF2B5EF4-FFF2-40B4-BE49-F238E27FC236}">
                            <a16:creationId xmlns:a16="http://schemas.microsoft.com/office/drawing/2014/main" id="{EE947A50-4E67-44A3-9CCF-C1BB2787D9A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42" name="楕円 140341">
                        <a:extLst>
                          <a:ext uri="{FF2B5EF4-FFF2-40B4-BE49-F238E27FC236}">
                            <a16:creationId xmlns:a16="http://schemas.microsoft.com/office/drawing/2014/main" id="{92853701-FA6E-4873-B72D-0404F5B432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43" name="楕円 140342">
                        <a:extLst>
                          <a:ext uri="{FF2B5EF4-FFF2-40B4-BE49-F238E27FC236}">
                            <a16:creationId xmlns:a16="http://schemas.microsoft.com/office/drawing/2014/main" id="{ABBAA353-63CB-44AB-94B7-1F7FC272042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sp>
                <p:nvSpPr>
                  <p:cNvPr id="139420" name="楕円 139419">
                    <a:extLst>
                      <a:ext uri="{FF2B5EF4-FFF2-40B4-BE49-F238E27FC236}">
                        <a16:creationId xmlns:a16="http://schemas.microsoft.com/office/drawing/2014/main" id="{4E1EB10F-60D0-40DC-9E09-6CB05B3E1F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9480000" flipH="1">
                    <a:off x="5648400" y="47351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cxnSp>
                <p:nvCxnSpPr>
                  <p:cNvPr id="139421" name="直線コネクタ 139420">
                    <a:extLst>
                      <a:ext uri="{FF2B5EF4-FFF2-40B4-BE49-F238E27FC236}">
                        <a16:creationId xmlns:a16="http://schemas.microsoft.com/office/drawing/2014/main" id="{4743438F-441F-425D-BEE0-FC81BCA8C63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8900000" flipH="1" flipV="1">
                    <a:off x="5828410" y="494795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22" name="直線コネクタ 139421">
                    <a:extLst>
                      <a:ext uri="{FF2B5EF4-FFF2-40B4-BE49-F238E27FC236}">
                        <a16:creationId xmlns:a16="http://schemas.microsoft.com/office/drawing/2014/main" id="{03785C1A-14E2-4045-9D95-3014A4951C25}"/>
                      </a:ext>
                    </a:extLst>
                  </p:cNvPr>
                  <p:cNvCxnSpPr>
                    <a:cxnSpLocks/>
                    <a:stCxn id="140423" idx="0"/>
                  </p:cNvCxnSpPr>
                  <p:nvPr/>
                </p:nvCxnSpPr>
                <p:spPr>
                  <a:xfrm flipH="1">
                    <a:off x="6103425" y="46575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23" name="直線コネクタ 139422">
                    <a:extLst>
                      <a:ext uri="{FF2B5EF4-FFF2-40B4-BE49-F238E27FC236}">
                        <a16:creationId xmlns:a16="http://schemas.microsoft.com/office/drawing/2014/main" id="{2149898B-8B9A-48A4-B32F-47533776946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7580000" flipH="1" flipV="1">
                    <a:off x="5623200" y="4809600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24" name="直線コネクタ 139423">
                    <a:extLst>
                      <a:ext uri="{FF2B5EF4-FFF2-40B4-BE49-F238E27FC236}">
                        <a16:creationId xmlns:a16="http://schemas.microsoft.com/office/drawing/2014/main" id="{E70B3A2A-FDC8-4612-A072-16D0ACAC3B8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0280000" flipH="1" flipV="1">
                    <a:off x="5968326" y="515694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25" name="直線コネクタ 139424">
                    <a:extLst>
                      <a:ext uri="{FF2B5EF4-FFF2-40B4-BE49-F238E27FC236}">
                        <a16:creationId xmlns:a16="http://schemas.microsoft.com/office/drawing/2014/main" id="{EF19308E-6477-4465-A9A2-6D6387812AD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700000" flipH="1" flipV="1">
                    <a:off x="5828402" y="585180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26" name="直線コネクタ 139425">
                    <a:extLst>
                      <a:ext uri="{FF2B5EF4-FFF2-40B4-BE49-F238E27FC236}">
                        <a16:creationId xmlns:a16="http://schemas.microsoft.com/office/drawing/2014/main" id="{FE51DD3E-530A-4A48-9365-571E8051BB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103172" y="61034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9427" name="グループ化 139426">
                    <a:extLst>
                      <a:ext uri="{FF2B5EF4-FFF2-40B4-BE49-F238E27FC236}">
                        <a16:creationId xmlns:a16="http://schemas.microsoft.com/office/drawing/2014/main" id="{DCFC0AAD-7D39-48E4-8B04-7A7F9A77CE46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62959" y="5862953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40294" name="グループ化 140293">
                      <a:extLst>
                        <a:ext uri="{FF2B5EF4-FFF2-40B4-BE49-F238E27FC236}">
                          <a16:creationId xmlns:a16="http://schemas.microsoft.com/office/drawing/2014/main" id="{81187E87-8329-4CA8-AC87-47E59F4F1A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40331" name="楕円 140330">
                        <a:extLst>
                          <a:ext uri="{FF2B5EF4-FFF2-40B4-BE49-F238E27FC236}">
                            <a16:creationId xmlns:a16="http://schemas.microsoft.com/office/drawing/2014/main" id="{AA6E88F2-37F0-46BB-AC7E-DFC7DFCEAB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332" name="直線コネクタ 140331">
                        <a:extLst>
                          <a:ext uri="{FF2B5EF4-FFF2-40B4-BE49-F238E27FC236}">
                            <a16:creationId xmlns:a16="http://schemas.microsoft.com/office/drawing/2014/main" id="{95175C45-E336-4579-96A9-D10576C28ECB}"/>
                          </a:ext>
                        </a:extLst>
                      </p:cNvPr>
                      <p:cNvCxnSpPr>
                        <a:cxnSpLocks/>
                        <a:stCxn id="140331" idx="3"/>
                        <a:endCxn id="140331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333" name="直線コネクタ 140332">
                        <a:extLst>
                          <a:ext uri="{FF2B5EF4-FFF2-40B4-BE49-F238E27FC236}">
                            <a16:creationId xmlns:a16="http://schemas.microsoft.com/office/drawing/2014/main" id="{D33A3D98-26FC-4B10-8158-383346D4E085}"/>
                          </a:ext>
                        </a:extLst>
                      </p:cNvPr>
                      <p:cNvCxnSpPr>
                        <a:cxnSpLocks/>
                        <a:stCxn id="140331" idx="1"/>
                        <a:endCxn id="140331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295" name="グループ化 140294">
                      <a:extLst>
                        <a:ext uri="{FF2B5EF4-FFF2-40B4-BE49-F238E27FC236}">
                          <a16:creationId xmlns:a16="http://schemas.microsoft.com/office/drawing/2014/main" id="{DD1F56C4-6368-41C9-AFFC-9676F2788A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323" name="グループ化 140322">
                        <a:extLst>
                          <a:ext uri="{FF2B5EF4-FFF2-40B4-BE49-F238E27FC236}">
                            <a16:creationId xmlns:a16="http://schemas.microsoft.com/office/drawing/2014/main" id="{22F634DC-E63A-48D3-B1FF-6AED9BE51E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328" name="楕円 140327">
                          <a:extLst>
                            <a:ext uri="{FF2B5EF4-FFF2-40B4-BE49-F238E27FC236}">
                              <a16:creationId xmlns:a16="http://schemas.microsoft.com/office/drawing/2014/main" id="{A28F95A7-37F1-4BFA-9257-67BE05BF6C2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329" name="直線コネクタ 140328">
                          <a:extLst>
                            <a:ext uri="{FF2B5EF4-FFF2-40B4-BE49-F238E27FC236}">
                              <a16:creationId xmlns:a16="http://schemas.microsoft.com/office/drawing/2014/main" id="{72DD171A-D5F0-40D9-B2CA-8B461881F42C}"/>
                            </a:ext>
                          </a:extLst>
                        </p:cNvPr>
                        <p:cNvCxnSpPr>
                          <a:cxnSpLocks/>
                          <a:stCxn id="140328" idx="0"/>
                          <a:endCxn id="14032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330" name="直線コネクタ 140329">
                          <a:extLst>
                            <a:ext uri="{FF2B5EF4-FFF2-40B4-BE49-F238E27FC236}">
                              <a16:creationId xmlns:a16="http://schemas.microsoft.com/office/drawing/2014/main" id="{8361F17F-1221-46CE-8138-5E804743896C}"/>
                            </a:ext>
                          </a:extLst>
                        </p:cNvPr>
                        <p:cNvCxnSpPr>
                          <a:cxnSpLocks/>
                          <a:stCxn id="140328" idx="2"/>
                          <a:endCxn id="14032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324" name="楕円 140323">
                        <a:extLst>
                          <a:ext uri="{FF2B5EF4-FFF2-40B4-BE49-F238E27FC236}">
                            <a16:creationId xmlns:a16="http://schemas.microsoft.com/office/drawing/2014/main" id="{61A6A84F-706A-49AA-87F4-36A95019135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25" name="楕円 140324">
                        <a:extLst>
                          <a:ext uri="{FF2B5EF4-FFF2-40B4-BE49-F238E27FC236}">
                            <a16:creationId xmlns:a16="http://schemas.microsoft.com/office/drawing/2014/main" id="{59D7EC39-D42F-49DA-ADCC-68A6EEEFAB4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26" name="楕円 140325">
                        <a:extLst>
                          <a:ext uri="{FF2B5EF4-FFF2-40B4-BE49-F238E27FC236}">
                            <a16:creationId xmlns:a16="http://schemas.microsoft.com/office/drawing/2014/main" id="{5550F70D-9E30-4B28-A353-B73DFA75240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27" name="楕円 140326">
                        <a:extLst>
                          <a:ext uri="{FF2B5EF4-FFF2-40B4-BE49-F238E27FC236}">
                            <a16:creationId xmlns:a16="http://schemas.microsoft.com/office/drawing/2014/main" id="{113BB677-8856-4AA0-9ECF-0507D1F886D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96" name="グループ化 140295">
                      <a:extLst>
                        <a:ext uri="{FF2B5EF4-FFF2-40B4-BE49-F238E27FC236}">
                          <a16:creationId xmlns:a16="http://schemas.microsoft.com/office/drawing/2014/main" id="{E5A4D00F-E41E-4DCC-A9FB-E5FF773029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315" name="グループ化 140314">
                        <a:extLst>
                          <a:ext uri="{FF2B5EF4-FFF2-40B4-BE49-F238E27FC236}">
                            <a16:creationId xmlns:a16="http://schemas.microsoft.com/office/drawing/2014/main" id="{48A540B0-A7B7-4F60-B196-040A27E936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320" name="楕円 140319">
                          <a:extLst>
                            <a:ext uri="{FF2B5EF4-FFF2-40B4-BE49-F238E27FC236}">
                              <a16:creationId xmlns:a16="http://schemas.microsoft.com/office/drawing/2014/main" id="{00913172-AD26-423B-B197-F7889DFAAB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321" name="直線コネクタ 140320">
                          <a:extLst>
                            <a:ext uri="{FF2B5EF4-FFF2-40B4-BE49-F238E27FC236}">
                              <a16:creationId xmlns:a16="http://schemas.microsoft.com/office/drawing/2014/main" id="{01B55BBE-34BB-4AE0-88FC-EA32FC38D7A8}"/>
                            </a:ext>
                          </a:extLst>
                        </p:cNvPr>
                        <p:cNvCxnSpPr>
                          <a:cxnSpLocks/>
                          <a:stCxn id="140320" idx="0"/>
                          <a:endCxn id="14032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322" name="直線コネクタ 140321">
                          <a:extLst>
                            <a:ext uri="{FF2B5EF4-FFF2-40B4-BE49-F238E27FC236}">
                              <a16:creationId xmlns:a16="http://schemas.microsoft.com/office/drawing/2014/main" id="{CC3C791E-6ACF-45F7-BED4-624BC894137D}"/>
                            </a:ext>
                          </a:extLst>
                        </p:cNvPr>
                        <p:cNvCxnSpPr>
                          <a:cxnSpLocks/>
                          <a:stCxn id="140320" idx="2"/>
                          <a:endCxn id="14032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316" name="楕円 140315">
                        <a:extLst>
                          <a:ext uri="{FF2B5EF4-FFF2-40B4-BE49-F238E27FC236}">
                            <a16:creationId xmlns:a16="http://schemas.microsoft.com/office/drawing/2014/main" id="{C65162EF-C7FE-47C6-ADAC-F33818E9B8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17" name="楕円 140316">
                        <a:extLst>
                          <a:ext uri="{FF2B5EF4-FFF2-40B4-BE49-F238E27FC236}">
                            <a16:creationId xmlns:a16="http://schemas.microsoft.com/office/drawing/2014/main" id="{3250F6FF-CE95-4487-9A82-486EAED1F9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18" name="楕円 140317">
                        <a:extLst>
                          <a:ext uri="{FF2B5EF4-FFF2-40B4-BE49-F238E27FC236}">
                            <a16:creationId xmlns:a16="http://schemas.microsoft.com/office/drawing/2014/main" id="{C4B6DBAD-0009-432E-A99E-B09429EB355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19" name="楕円 140318">
                        <a:extLst>
                          <a:ext uri="{FF2B5EF4-FFF2-40B4-BE49-F238E27FC236}">
                            <a16:creationId xmlns:a16="http://schemas.microsoft.com/office/drawing/2014/main" id="{1897B7ED-BFE1-44A2-9020-FCD6FAF5E51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97" name="グループ化 140296">
                      <a:extLst>
                        <a:ext uri="{FF2B5EF4-FFF2-40B4-BE49-F238E27FC236}">
                          <a16:creationId xmlns:a16="http://schemas.microsoft.com/office/drawing/2014/main" id="{1021A422-A82E-4A05-812E-579B2638D19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307" name="グループ化 140306">
                        <a:extLst>
                          <a:ext uri="{FF2B5EF4-FFF2-40B4-BE49-F238E27FC236}">
                            <a16:creationId xmlns:a16="http://schemas.microsoft.com/office/drawing/2014/main" id="{08F99C30-72DA-40B1-BDA2-1443313CE4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312" name="楕円 140311">
                          <a:extLst>
                            <a:ext uri="{FF2B5EF4-FFF2-40B4-BE49-F238E27FC236}">
                              <a16:creationId xmlns:a16="http://schemas.microsoft.com/office/drawing/2014/main" id="{BA962BEF-084C-443B-86E3-C00CFB1B6F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313" name="直線コネクタ 140312">
                          <a:extLst>
                            <a:ext uri="{FF2B5EF4-FFF2-40B4-BE49-F238E27FC236}">
                              <a16:creationId xmlns:a16="http://schemas.microsoft.com/office/drawing/2014/main" id="{9639AB06-785A-4C96-BAA6-5B1DAEDE5C61}"/>
                            </a:ext>
                          </a:extLst>
                        </p:cNvPr>
                        <p:cNvCxnSpPr>
                          <a:cxnSpLocks/>
                          <a:stCxn id="140312" idx="0"/>
                          <a:endCxn id="14031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314" name="直線コネクタ 140313">
                          <a:extLst>
                            <a:ext uri="{FF2B5EF4-FFF2-40B4-BE49-F238E27FC236}">
                              <a16:creationId xmlns:a16="http://schemas.microsoft.com/office/drawing/2014/main" id="{6D618285-7A41-43A0-91FF-D5C298B12A46}"/>
                            </a:ext>
                          </a:extLst>
                        </p:cNvPr>
                        <p:cNvCxnSpPr>
                          <a:cxnSpLocks/>
                          <a:stCxn id="140312" idx="2"/>
                          <a:endCxn id="14031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308" name="楕円 140307">
                        <a:extLst>
                          <a:ext uri="{FF2B5EF4-FFF2-40B4-BE49-F238E27FC236}">
                            <a16:creationId xmlns:a16="http://schemas.microsoft.com/office/drawing/2014/main" id="{8CF07ADD-BCBF-48FD-8EE9-8C4D26BCDB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09" name="楕円 140308">
                        <a:extLst>
                          <a:ext uri="{FF2B5EF4-FFF2-40B4-BE49-F238E27FC236}">
                            <a16:creationId xmlns:a16="http://schemas.microsoft.com/office/drawing/2014/main" id="{B07CD3B0-6402-4134-A1CF-CB09B6D5988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10" name="楕円 140309">
                        <a:extLst>
                          <a:ext uri="{FF2B5EF4-FFF2-40B4-BE49-F238E27FC236}">
                            <a16:creationId xmlns:a16="http://schemas.microsoft.com/office/drawing/2014/main" id="{8A978467-1B7E-4403-92F8-0AB6527A47C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11" name="楕円 140310">
                        <a:extLst>
                          <a:ext uri="{FF2B5EF4-FFF2-40B4-BE49-F238E27FC236}">
                            <a16:creationId xmlns:a16="http://schemas.microsoft.com/office/drawing/2014/main" id="{7D4393E0-E077-4D83-9799-A4854DE6A9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98" name="グループ化 140297">
                      <a:extLst>
                        <a:ext uri="{FF2B5EF4-FFF2-40B4-BE49-F238E27FC236}">
                          <a16:creationId xmlns:a16="http://schemas.microsoft.com/office/drawing/2014/main" id="{7D1593A1-D2C9-497D-B338-95092CF1AA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99" name="グループ化 140298">
                        <a:extLst>
                          <a:ext uri="{FF2B5EF4-FFF2-40B4-BE49-F238E27FC236}">
                            <a16:creationId xmlns:a16="http://schemas.microsoft.com/office/drawing/2014/main" id="{C322F116-D01A-4CC3-9FA8-BF2185F3C01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304" name="楕円 140303">
                          <a:extLst>
                            <a:ext uri="{FF2B5EF4-FFF2-40B4-BE49-F238E27FC236}">
                              <a16:creationId xmlns:a16="http://schemas.microsoft.com/office/drawing/2014/main" id="{ADE3D9C5-0C9C-41DA-8927-4493B795002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305" name="直線コネクタ 140304">
                          <a:extLst>
                            <a:ext uri="{FF2B5EF4-FFF2-40B4-BE49-F238E27FC236}">
                              <a16:creationId xmlns:a16="http://schemas.microsoft.com/office/drawing/2014/main" id="{751835A2-B256-49CD-BE41-3CF128ED3F71}"/>
                            </a:ext>
                          </a:extLst>
                        </p:cNvPr>
                        <p:cNvCxnSpPr>
                          <a:cxnSpLocks/>
                          <a:stCxn id="140304" idx="0"/>
                          <a:endCxn id="14030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306" name="直線コネクタ 140305">
                          <a:extLst>
                            <a:ext uri="{FF2B5EF4-FFF2-40B4-BE49-F238E27FC236}">
                              <a16:creationId xmlns:a16="http://schemas.microsoft.com/office/drawing/2014/main" id="{859B84B8-AED2-4721-B0F0-68217DF06D3A}"/>
                            </a:ext>
                          </a:extLst>
                        </p:cNvPr>
                        <p:cNvCxnSpPr>
                          <a:cxnSpLocks/>
                          <a:stCxn id="140304" idx="2"/>
                          <a:endCxn id="14030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300" name="楕円 140299">
                        <a:extLst>
                          <a:ext uri="{FF2B5EF4-FFF2-40B4-BE49-F238E27FC236}">
                            <a16:creationId xmlns:a16="http://schemas.microsoft.com/office/drawing/2014/main" id="{57A362B3-E5D0-4165-ABF3-13628B1291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01" name="楕円 140300">
                        <a:extLst>
                          <a:ext uri="{FF2B5EF4-FFF2-40B4-BE49-F238E27FC236}">
                            <a16:creationId xmlns:a16="http://schemas.microsoft.com/office/drawing/2014/main" id="{5C8E993E-6AC3-4C16-89F7-C335F3D5F58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02" name="楕円 140301">
                        <a:extLst>
                          <a:ext uri="{FF2B5EF4-FFF2-40B4-BE49-F238E27FC236}">
                            <a16:creationId xmlns:a16="http://schemas.microsoft.com/office/drawing/2014/main" id="{80433D2C-4C94-4844-811F-A91139EE88B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303" name="楕円 140302">
                        <a:extLst>
                          <a:ext uri="{FF2B5EF4-FFF2-40B4-BE49-F238E27FC236}">
                            <a16:creationId xmlns:a16="http://schemas.microsoft.com/office/drawing/2014/main" id="{00B1A0D9-0F72-44BD-AD95-C4DDC8FD7C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9428" name="直線コネクタ 139427">
                    <a:extLst>
                      <a:ext uri="{FF2B5EF4-FFF2-40B4-BE49-F238E27FC236}">
                        <a16:creationId xmlns:a16="http://schemas.microsoft.com/office/drawing/2014/main" id="{61DAD143-0335-4B61-8EF8-49FEDB7FE12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80000" flipH="1" flipV="1">
                    <a:off x="5966757" y="564659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29" name="直線コネクタ 139428">
                    <a:extLst>
                      <a:ext uri="{FF2B5EF4-FFF2-40B4-BE49-F238E27FC236}">
                        <a16:creationId xmlns:a16="http://schemas.microsoft.com/office/drawing/2014/main" id="{7A70B2FE-E306-4E20-952D-5E32611CDFA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4080000" flipH="1" flipV="1">
                    <a:off x="5619412" y="599172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30" name="直線コネクタ 139429">
                    <a:extLst>
                      <a:ext uri="{FF2B5EF4-FFF2-40B4-BE49-F238E27FC236}">
                        <a16:creationId xmlns:a16="http://schemas.microsoft.com/office/drawing/2014/main" id="{1EC47AAC-70EA-485B-A132-F48550125B1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8100000" flipH="1" flipV="1">
                    <a:off x="4924552" y="585179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31" name="直線コネクタ 139430">
                    <a:extLst>
                      <a:ext uri="{FF2B5EF4-FFF2-40B4-BE49-F238E27FC236}">
                        <a16:creationId xmlns:a16="http://schemas.microsoft.com/office/drawing/2014/main" id="{D0333DC6-D3B3-4D69-B3FD-D060D8933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657272" y="61031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9432" name="グループ化 139431">
                    <a:extLst>
                      <a:ext uri="{FF2B5EF4-FFF2-40B4-BE49-F238E27FC236}">
                        <a16:creationId xmlns:a16="http://schemas.microsoft.com/office/drawing/2014/main" id="{5D9776A5-87DC-454D-B6E0-164BD8CD5E9C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680006" y="5863004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40254" name="グループ化 140253">
                      <a:extLst>
                        <a:ext uri="{FF2B5EF4-FFF2-40B4-BE49-F238E27FC236}">
                          <a16:creationId xmlns:a16="http://schemas.microsoft.com/office/drawing/2014/main" id="{DACB11BF-E0DC-49D4-B060-9B94937A0A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40291" name="楕円 140290">
                        <a:extLst>
                          <a:ext uri="{FF2B5EF4-FFF2-40B4-BE49-F238E27FC236}">
                            <a16:creationId xmlns:a16="http://schemas.microsoft.com/office/drawing/2014/main" id="{8B698CFC-E539-439D-87A9-1C6C1F0F6C6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292" name="直線コネクタ 140291">
                        <a:extLst>
                          <a:ext uri="{FF2B5EF4-FFF2-40B4-BE49-F238E27FC236}">
                            <a16:creationId xmlns:a16="http://schemas.microsoft.com/office/drawing/2014/main" id="{9EEC53DB-76F3-426E-9262-4BF0A68D025A}"/>
                          </a:ext>
                        </a:extLst>
                      </p:cNvPr>
                      <p:cNvCxnSpPr>
                        <a:cxnSpLocks/>
                        <a:stCxn id="140291" idx="3"/>
                        <a:endCxn id="140291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93" name="直線コネクタ 140292">
                        <a:extLst>
                          <a:ext uri="{FF2B5EF4-FFF2-40B4-BE49-F238E27FC236}">
                            <a16:creationId xmlns:a16="http://schemas.microsoft.com/office/drawing/2014/main" id="{F89DFB05-5408-4293-A4A9-422B40C45285}"/>
                          </a:ext>
                        </a:extLst>
                      </p:cNvPr>
                      <p:cNvCxnSpPr>
                        <a:cxnSpLocks/>
                        <a:stCxn id="140291" idx="1"/>
                        <a:endCxn id="140291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255" name="グループ化 140254">
                      <a:extLst>
                        <a:ext uri="{FF2B5EF4-FFF2-40B4-BE49-F238E27FC236}">
                          <a16:creationId xmlns:a16="http://schemas.microsoft.com/office/drawing/2014/main" id="{28B49C71-950A-47A8-A6CF-9451A55EFD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83" name="グループ化 140282">
                        <a:extLst>
                          <a:ext uri="{FF2B5EF4-FFF2-40B4-BE49-F238E27FC236}">
                            <a16:creationId xmlns:a16="http://schemas.microsoft.com/office/drawing/2014/main" id="{28756525-6072-44AB-ADA1-C0EE6D1C545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288" name="楕円 140287">
                          <a:extLst>
                            <a:ext uri="{FF2B5EF4-FFF2-40B4-BE49-F238E27FC236}">
                              <a16:creationId xmlns:a16="http://schemas.microsoft.com/office/drawing/2014/main" id="{B4762078-2AC1-46B0-9FA8-B4D0885B2E3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289" name="直線コネクタ 140288">
                          <a:extLst>
                            <a:ext uri="{FF2B5EF4-FFF2-40B4-BE49-F238E27FC236}">
                              <a16:creationId xmlns:a16="http://schemas.microsoft.com/office/drawing/2014/main" id="{4DB162C7-D1A6-4442-BE16-391BB5BDF155}"/>
                            </a:ext>
                          </a:extLst>
                        </p:cNvPr>
                        <p:cNvCxnSpPr>
                          <a:cxnSpLocks/>
                          <a:stCxn id="140288" idx="0"/>
                          <a:endCxn id="14028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290" name="直線コネクタ 140289">
                          <a:extLst>
                            <a:ext uri="{FF2B5EF4-FFF2-40B4-BE49-F238E27FC236}">
                              <a16:creationId xmlns:a16="http://schemas.microsoft.com/office/drawing/2014/main" id="{56F5A7FD-03C2-4D7D-9DAB-4071E6685FD1}"/>
                            </a:ext>
                          </a:extLst>
                        </p:cNvPr>
                        <p:cNvCxnSpPr>
                          <a:cxnSpLocks/>
                          <a:stCxn id="140288" idx="2"/>
                          <a:endCxn id="14028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284" name="楕円 140283">
                        <a:extLst>
                          <a:ext uri="{FF2B5EF4-FFF2-40B4-BE49-F238E27FC236}">
                            <a16:creationId xmlns:a16="http://schemas.microsoft.com/office/drawing/2014/main" id="{1A7C96DD-059F-45EA-B966-1EDE255A7F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85" name="楕円 140284">
                        <a:extLst>
                          <a:ext uri="{FF2B5EF4-FFF2-40B4-BE49-F238E27FC236}">
                            <a16:creationId xmlns:a16="http://schemas.microsoft.com/office/drawing/2014/main" id="{3E7996E4-06F3-447D-BEDB-0DC35EEF774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86" name="楕円 140285">
                        <a:extLst>
                          <a:ext uri="{FF2B5EF4-FFF2-40B4-BE49-F238E27FC236}">
                            <a16:creationId xmlns:a16="http://schemas.microsoft.com/office/drawing/2014/main" id="{D8BB2FCC-AECC-4C36-9172-2F4680CB7E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87" name="楕円 140286">
                        <a:extLst>
                          <a:ext uri="{FF2B5EF4-FFF2-40B4-BE49-F238E27FC236}">
                            <a16:creationId xmlns:a16="http://schemas.microsoft.com/office/drawing/2014/main" id="{F3B85632-833B-43D3-9F2B-5D50A56C530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56" name="グループ化 140255">
                      <a:extLst>
                        <a:ext uri="{FF2B5EF4-FFF2-40B4-BE49-F238E27FC236}">
                          <a16:creationId xmlns:a16="http://schemas.microsoft.com/office/drawing/2014/main" id="{07FD316B-B56B-4340-BF1B-2EE40E5C3A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75" name="グループ化 140274">
                        <a:extLst>
                          <a:ext uri="{FF2B5EF4-FFF2-40B4-BE49-F238E27FC236}">
                            <a16:creationId xmlns:a16="http://schemas.microsoft.com/office/drawing/2014/main" id="{5E2DB514-3362-4A73-BC34-B1F954E3CB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280" name="楕円 140279">
                          <a:extLst>
                            <a:ext uri="{FF2B5EF4-FFF2-40B4-BE49-F238E27FC236}">
                              <a16:creationId xmlns:a16="http://schemas.microsoft.com/office/drawing/2014/main" id="{A63BB76F-68DE-4585-B488-8AF0D5DED0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281" name="直線コネクタ 140280">
                          <a:extLst>
                            <a:ext uri="{FF2B5EF4-FFF2-40B4-BE49-F238E27FC236}">
                              <a16:creationId xmlns:a16="http://schemas.microsoft.com/office/drawing/2014/main" id="{12EEC60A-BEAC-439A-BE52-A50C63FB7645}"/>
                            </a:ext>
                          </a:extLst>
                        </p:cNvPr>
                        <p:cNvCxnSpPr>
                          <a:cxnSpLocks/>
                          <a:stCxn id="140280" idx="0"/>
                          <a:endCxn id="14028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282" name="直線コネクタ 140281">
                          <a:extLst>
                            <a:ext uri="{FF2B5EF4-FFF2-40B4-BE49-F238E27FC236}">
                              <a16:creationId xmlns:a16="http://schemas.microsoft.com/office/drawing/2014/main" id="{A3CC8822-EAAA-4E34-BAA1-C10771D3C60E}"/>
                            </a:ext>
                          </a:extLst>
                        </p:cNvPr>
                        <p:cNvCxnSpPr>
                          <a:cxnSpLocks/>
                          <a:stCxn id="140280" idx="2"/>
                          <a:endCxn id="14028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276" name="楕円 140275">
                        <a:extLst>
                          <a:ext uri="{FF2B5EF4-FFF2-40B4-BE49-F238E27FC236}">
                            <a16:creationId xmlns:a16="http://schemas.microsoft.com/office/drawing/2014/main" id="{3C41164F-133B-4F44-B3A0-8AC9EABDE2F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77" name="楕円 140276">
                        <a:extLst>
                          <a:ext uri="{FF2B5EF4-FFF2-40B4-BE49-F238E27FC236}">
                            <a16:creationId xmlns:a16="http://schemas.microsoft.com/office/drawing/2014/main" id="{22F89FE2-7B46-44BF-9697-B526BC30B2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78" name="楕円 140277">
                        <a:extLst>
                          <a:ext uri="{FF2B5EF4-FFF2-40B4-BE49-F238E27FC236}">
                            <a16:creationId xmlns:a16="http://schemas.microsoft.com/office/drawing/2014/main" id="{7EBCD826-F030-4BE1-8BFC-278986BD723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79" name="楕円 140278">
                        <a:extLst>
                          <a:ext uri="{FF2B5EF4-FFF2-40B4-BE49-F238E27FC236}">
                            <a16:creationId xmlns:a16="http://schemas.microsoft.com/office/drawing/2014/main" id="{A859D9E4-E4EB-4BC2-BFCE-5195FFDAE9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57" name="グループ化 140256">
                      <a:extLst>
                        <a:ext uri="{FF2B5EF4-FFF2-40B4-BE49-F238E27FC236}">
                          <a16:creationId xmlns:a16="http://schemas.microsoft.com/office/drawing/2014/main" id="{1B76C6F7-C1EB-4082-8430-057D6F44E7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67" name="グループ化 140266">
                        <a:extLst>
                          <a:ext uri="{FF2B5EF4-FFF2-40B4-BE49-F238E27FC236}">
                            <a16:creationId xmlns:a16="http://schemas.microsoft.com/office/drawing/2014/main" id="{D094DDFC-0517-4CAA-A8E1-3FEC419506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272" name="楕円 140271">
                          <a:extLst>
                            <a:ext uri="{FF2B5EF4-FFF2-40B4-BE49-F238E27FC236}">
                              <a16:creationId xmlns:a16="http://schemas.microsoft.com/office/drawing/2014/main" id="{B30C47BE-9261-4692-91E1-B16FD75959E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273" name="直線コネクタ 140272">
                          <a:extLst>
                            <a:ext uri="{FF2B5EF4-FFF2-40B4-BE49-F238E27FC236}">
                              <a16:creationId xmlns:a16="http://schemas.microsoft.com/office/drawing/2014/main" id="{8BFE4F57-BCC3-42FE-B7E7-04CD06A6B679}"/>
                            </a:ext>
                          </a:extLst>
                        </p:cNvPr>
                        <p:cNvCxnSpPr>
                          <a:cxnSpLocks/>
                          <a:stCxn id="140272" idx="0"/>
                          <a:endCxn id="14027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274" name="直線コネクタ 140273">
                          <a:extLst>
                            <a:ext uri="{FF2B5EF4-FFF2-40B4-BE49-F238E27FC236}">
                              <a16:creationId xmlns:a16="http://schemas.microsoft.com/office/drawing/2014/main" id="{C08E6153-DB9A-43A6-BD48-6DA3E90C89AA}"/>
                            </a:ext>
                          </a:extLst>
                        </p:cNvPr>
                        <p:cNvCxnSpPr>
                          <a:cxnSpLocks/>
                          <a:stCxn id="140272" idx="2"/>
                          <a:endCxn id="14027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268" name="楕円 140267">
                        <a:extLst>
                          <a:ext uri="{FF2B5EF4-FFF2-40B4-BE49-F238E27FC236}">
                            <a16:creationId xmlns:a16="http://schemas.microsoft.com/office/drawing/2014/main" id="{A8412065-0CD6-4F70-BC41-A6586C7EE00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69" name="楕円 140268">
                        <a:extLst>
                          <a:ext uri="{FF2B5EF4-FFF2-40B4-BE49-F238E27FC236}">
                            <a16:creationId xmlns:a16="http://schemas.microsoft.com/office/drawing/2014/main" id="{3BB3E042-E41E-44BA-B554-9B49DFF696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70" name="楕円 140269">
                        <a:extLst>
                          <a:ext uri="{FF2B5EF4-FFF2-40B4-BE49-F238E27FC236}">
                            <a16:creationId xmlns:a16="http://schemas.microsoft.com/office/drawing/2014/main" id="{10C20579-8DCD-41ED-A631-A59B10C48C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71" name="楕円 140270">
                        <a:extLst>
                          <a:ext uri="{FF2B5EF4-FFF2-40B4-BE49-F238E27FC236}">
                            <a16:creationId xmlns:a16="http://schemas.microsoft.com/office/drawing/2014/main" id="{C4669DCF-6482-4AAA-9BD5-483381F332F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58" name="グループ化 140257">
                      <a:extLst>
                        <a:ext uri="{FF2B5EF4-FFF2-40B4-BE49-F238E27FC236}">
                          <a16:creationId xmlns:a16="http://schemas.microsoft.com/office/drawing/2014/main" id="{82AB107E-8AFF-4254-8EA2-B1EAF2A2AB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59" name="グループ化 140258">
                        <a:extLst>
                          <a:ext uri="{FF2B5EF4-FFF2-40B4-BE49-F238E27FC236}">
                            <a16:creationId xmlns:a16="http://schemas.microsoft.com/office/drawing/2014/main" id="{7E187A59-615A-40BC-B438-21AD1337FE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264" name="楕円 140263">
                          <a:extLst>
                            <a:ext uri="{FF2B5EF4-FFF2-40B4-BE49-F238E27FC236}">
                              <a16:creationId xmlns:a16="http://schemas.microsoft.com/office/drawing/2014/main" id="{71D23507-B1EA-4597-8790-97D73D0E4C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265" name="直線コネクタ 140264">
                          <a:extLst>
                            <a:ext uri="{FF2B5EF4-FFF2-40B4-BE49-F238E27FC236}">
                              <a16:creationId xmlns:a16="http://schemas.microsoft.com/office/drawing/2014/main" id="{5523C093-CD22-44BE-A4F9-EFCAFC5E93C2}"/>
                            </a:ext>
                          </a:extLst>
                        </p:cNvPr>
                        <p:cNvCxnSpPr>
                          <a:cxnSpLocks/>
                          <a:stCxn id="140264" idx="0"/>
                          <a:endCxn id="14026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266" name="直線コネクタ 140265">
                          <a:extLst>
                            <a:ext uri="{FF2B5EF4-FFF2-40B4-BE49-F238E27FC236}">
                              <a16:creationId xmlns:a16="http://schemas.microsoft.com/office/drawing/2014/main" id="{3C618651-7DA2-4CFB-96B8-C374DD99782C}"/>
                            </a:ext>
                          </a:extLst>
                        </p:cNvPr>
                        <p:cNvCxnSpPr>
                          <a:cxnSpLocks/>
                          <a:stCxn id="140264" idx="2"/>
                          <a:endCxn id="14026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260" name="楕円 140259">
                        <a:extLst>
                          <a:ext uri="{FF2B5EF4-FFF2-40B4-BE49-F238E27FC236}">
                            <a16:creationId xmlns:a16="http://schemas.microsoft.com/office/drawing/2014/main" id="{C2AE9281-84AC-4255-A443-B87CB98C158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61" name="楕円 140260">
                        <a:extLst>
                          <a:ext uri="{FF2B5EF4-FFF2-40B4-BE49-F238E27FC236}">
                            <a16:creationId xmlns:a16="http://schemas.microsoft.com/office/drawing/2014/main" id="{D2C463AC-C090-4EA4-924A-AE714A84630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62" name="楕円 140261">
                        <a:extLst>
                          <a:ext uri="{FF2B5EF4-FFF2-40B4-BE49-F238E27FC236}">
                            <a16:creationId xmlns:a16="http://schemas.microsoft.com/office/drawing/2014/main" id="{6A116A6E-3529-494F-82EB-9DD3ACD44EF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63" name="楕円 140262">
                        <a:extLst>
                          <a:ext uri="{FF2B5EF4-FFF2-40B4-BE49-F238E27FC236}">
                            <a16:creationId xmlns:a16="http://schemas.microsoft.com/office/drawing/2014/main" id="{0D22482B-E620-4DC1-953A-0D20DF542A8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9433" name="直線コネクタ 139432">
                    <a:extLst>
                      <a:ext uri="{FF2B5EF4-FFF2-40B4-BE49-F238E27FC236}">
                        <a16:creationId xmlns:a16="http://schemas.microsoft.com/office/drawing/2014/main" id="{30C6F870-CCE3-46FD-A6E5-C1466FA6183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6780000" flipH="1" flipV="1">
                    <a:off x="5129762" y="5990152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34" name="直線コネクタ 139433">
                    <a:extLst>
                      <a:ext uri="{FF2B5EF4-FFF2-40B4-BE49-F238E27FC236}">
                        <a16:creationId xmlns:a16="http://schemas.microsoft.com/office/drawing/2014/main" id="{B677B0B7-9734-4DB7-9FF1-FFE7F205B20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9480000" flipH="1" flipV="1">
                    <a:off x="4784636" y="564280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35" name="直線コネクタ 139434">
                    <a:extLst>
                      <a:ext uri="{FF2B5EF4-FFF2-40B4-BE49-F238E27FC236}">
                        <a16:creationId xmlns:a16="http://schemas.microsoft.com/office/drawing/2014/main" id="{5255B4BB-6DF1-4105-920B-9141199CD6A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500000" flipH="1" flipV="1">
                    <a:off x="4924560" y="494794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36" name="直線コネクタ 139435">
                    <a:extLst>
                      <a:ext uri="{FF2B5EF4-FFF2-40B4-BE49-F238E27FC236}">
                        <a16:creationId xmlns:a16="http://schemas.microsoft.com/office/drawing/2014/main" id="{0976EC3C-F82E-459A-B1D1-668118CD88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657526" y="46572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9437" name="グループ化 139436">
                    <a:extLst>
                      <a:ext uri="{FF2B5EF4-FFF2-40B4-BE49-F238E27FC236}">
                        <a16:creationId xmlns:a16="http://schemas.microsoft.com/office/drawing/2014/main" id="{F7C2CDB2-4D09-4EBC-B8EC-C07B890E1646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679955" y="4680051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40214" name="グループ化 140213">
                      <a:extLst>
                        <a:ext uri="{FF2B5EF4-FFF2-40B4-BE49-F238E27FC236}">
                          <a16:creationId xmlns:a16="http://schemas.microsoft.com/office/drawing/2014/main" id="{E0530FF2-F1E4-4790-AEDF-C1E67517DA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40251" name="楕円 140250">
                        <a:extLst>
                          <a:ext uri="{FF2B5EF4-FFF2-40B4-BE49-F238E27FC236}">
                            <a16:creationId xmlns:a16="http://schemas.microsoft.com/office/drawing/2014/main" id="{9366D06F-3F01-41D7-A7D3-7EB4504454C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252" name="直線コネクタ 140251">
                        <a:extLst>
                          <a:ext uri="{FF2B5EF4-FFF2-40B4-BE49-F238E27FC236}">
                            <a16:creationId xmlns:a16="http://schemas.microsoft.com/office/drawing/2014/main" id="{6C56B765-7512-4EFD-8CC3-CA9347F66349}"/>
                          </a:ext>
                        </a:extLst>
                      </p:cNvPr>
                      <p:cNvCxnSpPr>
                        <a:cxnSpLocks/>
                        <a:stCxn id="140251" idx="3"/>
                        <a:endCxn id="140251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53" name="直線コネクタ 140252">
                        <a:extLst>
                          <a:ext uri="{FF2B5EF4-FFF2-40B4-BE49-F238E27FC236}">
                            <a16:creationId xmlns:a16="http://schemas.microsoft.com/office/drawing/2014/main" id="{37631E70-5540-4FA7-920C-DF9692874BC7}"/>
                          </a:ext>
                        </a:extLst>
                      </p:cNvPr>
                      <p:cNvCxnSpPr>
                        <a:cxnSpLocks/>
                        <a:stCxn id="140251" idx="1"/>
                        <a:endCxn id="140251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215" name="グループ化 140214">
                      <a:extLst>
                        <a:ext uri="{FF2B5EF4-FFF2-40B4-BE49-F238E27FC236}">
                          <a16:creationId xmlns:a16="http://schemas.microsoft.com/office/drawing/2014/main" id="{BDA54985-1617-47C3-9E45-B94ECABE82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43" name="グループ化 140242">
                        <a:extLst>
                          <a:ext uri="{FF2B5EF4-FFF2-40B4-BE49-F238E27FC236}">
                            <a16:creationId xmlns:a16="http://schemas.microsoft.com/office/drawing/2014/main" id="{24C973A4-F59B-41E1-A54B-8A9B2D1ACEC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248" name="楕円 140247">
                          <a:extLst>
                            <a:ext uri="{FF2B5EF4-FFF2-40B4-BE49-F238E27FC236}">
                              <a16:creationId xmlns:a16="http://schemas.microsoft.com/office/drawing/2014/main" id="{63319F63-02FD-4E6B-9F56-4F3F87B2A6B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249" name="直線コネクタ 140248">
                          <a:extLst>
                            <a:ext uri="{FF2B5EF4-FFF2-40B4-BE49-F238E27FC236}">
                              <a16:creationId xmlns:a16="http://schemas.microsoft.com/office/drawing/2014/main" id="{4B1F6782-C705-434F-B404-5A1687829688}"/>
                            </a:ext>
                          </a:extLst>
                        </p:cNvPr>
                        <p:cNvCxnSpPr>
                          <a:cxnSpLocks/>
                          <a:stCxn id="140248" idx="0"/>
                          <a:endCxn id="14024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250" name="直線コネクタ 140249">
                          <a:extLst>
                            <a:ext uri="{FF2B5EF4-FFF2-40B4-BE49-F238E27FC236}">
                              <a16:creationId xmlns:a16="http://schemas.microsoft.com/office/drawing/2014/main" id="{0BC121FE-E35A-4ACB-BC1A-490532DD25CD}"/>
                            </a:ext>
                          </a:extLst>
                        </p:cNvPr>
                        <p:cNvCxnSpPr>
                          <a:cxnSpLocks/>
                          <a:stCxn id="140248" idx="2"/>
                          <a:endCxn id="14024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244" name="楕円 140243">
                        <a:extLst>
                          <a:ext uri="{FF2B5EF4-FFF2-40B4-BE49-F238E27FC236}">
                            <a16:creationId xmlns:a16="http://schemas.microsoft.com/office/drawing/2014/main" id="{90957A40-1C7D-4313-AB36-F607D47B796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45" name="楕円 140244">
                        <a:extLst>
                          <a:ext uri="{FF2B5EF4-FFF2-40B4-BE49-F238E27FC236}">
                            <a16:creationId xmlns:a16="http://schemas.microsoft.com/office/drawing/2014/main" id="{1EC6031A-042F-49D1-94D6-167926DF8E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46" name="楕円 140245">
                        <a:extLst>
                          <a:ext uri="{FF2B5EF4-FFF2-40B4-BE49-F238E27FC236}">
                            <a16:creationId xmlns:a16="http://schemas.microsoft.com/office/drawing/2014/main" id="{8C9BD424-0938-431B-8B9E-8908E0B220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47" name="楕円 140246">
                        <a:extLst>
                          <a:ext uri="{FF2B5EF4-FFF2-40B4-BE49-F238E27FC236}">
                            <a16:creationId xmlns:a16="http://schemas.microsoft.com/office/drawing/2014/main" id="{5D14DC8D-C32B-4034-932A-5A52851BF33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16" name="グループ化 140215">
                      <a:extLst>
                        <a:ext uri="{FF2B5EF4-FFF2-40B4-BE49-F238E27FC236}">
                          <a16:creationId xmlns:a16="http://schemas.microsoft.com/office/drawing/2014/main" id="{B6DBA685-50C0-4537-9E9D-A582D5FD01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35" name="グループ化 140234">
                        <a:extLst>
                          <a:ext uri="{FF2B5EF4-FFF2-40B4-BE49-F238E27FC236}">
                            <a16:creationId xmlns:a16="http://schemas.microsoft.com/office/drawing/2014/main" id="{8CFD0080-AFF1-4641-AA64-0D1E959793E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240" name="楕円 140239">
                          <a:extLst>
                            <a:ext uri="{FF2B5EF4-FFF2-40B4-BE49-F238E27FC236}">
                              <a16:creationId xmlns:a16="http://schemas.microsoft.com/office/drawing/2014/main" id="{A16A0FED-C334-408D-861E-2ABB7D4426E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241" name="直線コネクタ 140240">
                          <a:extLst>
                            <a:ext uri="{FF2B5EF4-FFF2-40B4-BE49-F238E27FC236}">
                              <a16:creationId xmlns:a16="http://schemas.microsoft.com/office/drawing/2014/main" id="{CA0E065E-B973-4AE9-A710-23B3200D0683}"/>
                            </a:ext>
                          </a:extLst>
                        </p:cNvPr>
                        <p:cNvCxnSpPr>
                          <a:cxnSpLocks/>
                          <a:stCxn id="140240" idx="0"/>
                          <a:endCxn id="14024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242" name="直線コネクタ 140241">
                          <a:extLst>
                            <a:ext uri="{FF2B5EF4-FFF2-40B4-BE49-F238E27FC236}">
                              <a16:creationId xmlns:a16="http://schemas.microsoft.com/office/drawing/2014/main" id="{A50704E7-B5B7-4608-88AE-2C381B15F75B}"/>
                            </a:ext>
                          </a:extLst>
                        </p:cNvPr>
                        <p:cNvCxnSpPr>
                          <a:cxnSpLocks/>
                          <a:stCxn id="140240" idx="2"/>
                          <a:endCxn id="14024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236" name="楕円 140235">
                        <a:extLst>
                          <a:ext uri="{FF2B5EF4-FFF2-40B4-BE49-F238E27FC236}">
                            <a16:creationId xmlns:a16="http://schemas.microsoft.com/office/drawing/2014/main" id="{71D85B1C-C4F4-4511-97DA-AD5B6E83FE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37" name="楕円 140236">
                        <a:extLst>
                          <a:ext uri="{FF2B5EF4-FFF2-40B4-BE49-F238E27FC236}">
                            <a16:creationId xmlns:a16="http://schemas.microsoft.com/office/drawing/2014/main" id="{9A977D62-4F2E-4E49-BE54-E3E303705E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38" name="楕円 140237">
                        <a:extLst>
                          <a:ext uri="{FF2B5EF4-FFF2-40B4-BE49-F238E27FC236}">
                            <a16:creationId xmlns:a16="http://schemas.microsoft.com/office/drawing/2014/main" id="{814C8F9E-DCC9-4E3B-9794-1596360810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39" name="楕円 140238">
                        <a:extLst>
                          <a:ext uri="{FF2B5EF4-FFF2-40B4-BE49-F238E27FC236}">
                            <a16:creationId xmlns:a16="http://schemas.microsoft.com/office/drawing/2014/main" id="{536B1319-22D1-404D-81DE-76B7D52A2B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17" name="グループ化 140216">
                      <a:extLst>
                        <a:ext uri="{FF2B5EF4-FFF2-40B4-BE49-F238E27FC236}">
                          <a16:creationId xmlns:a16="http://schemas.microsoft.com/office/drawing/2014/main" id="{8D850CC9-2E1B-4ED5-BA7D-23F5228130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27" name="グループ化 140226">
                        <a:extLst>
                          <a:ext uri="{FF2B5EF4-FFF2-40B4-BE49-F238E27FC236}">
                            <a16:creationId xmlns:a16="http://schemas.microsoft.com/office/drawing/2014/main" id="{76284C35-90FE-474D-97AE-D9474874E7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232" name="楕円 140231">
                          <a:extLst>
                            <a:ext uri="{FF2B5EF4-FFF2-40B4-BE49-F238E27FC236}">
                              <a16:creationId xmlns:a16="http://schemas.microsoft.com/office/drawing/2014/main" id="{E96E9AD3-F77D-44EB-906C-B0FDC4E85E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233" name="直線コネクタ 140232">
                          <a:extLst>
                            <a:ext uri="{FF2B5EF4-FFF2-40B4-BE49-F238E27FC236}">
                              <a16:creationId xmlns:a16="http://schemas.microsoft.com/office/drawing/2014/main" id="{3F7321D4-8749-4BE8-BFA7-FDD01A1827E6}"/>
                            </a:ext>
                          </a:extLst>
                        </p:cNvPr>
                        <p:cNvCxnSpPr>
                          <a:cxnSpLocks/>
                          <a:stCxn id="140232" idx="0"/>
                          <a:endCxn id="14023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234" name="直線コネクタ 140233">
                          <a:extLst>
                            <a:ext uri="{FF2B5EF4-FFF2-40B4-BE49-F238E27FC236}">
                              <a16:creationId xmlns:a16="http://schemas.microsoft.com/office/drawing/2014/main" id="{F416FF05-7060-4A08-9701-88EF57EFC2B9}"/>
                            </a:ext>
                          </a:extLst>
                        </p:cNvPr>
                        <p:cNvCxnSpPr>
                          <a:cxnSpLocks/>
                          <a:stCxn id="140232" idx="2"/>
                          <a:endCxn id="14023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228" name="楕円 140227">
                        <a:extLst>
                          <a:ext uri="{FF2B5EF4-FFF2-40B4-BE49-F238E27FC236}">
                            <a16:creationId xmlns:a16="http://schemas.microsoft.com/office/drawing/2014/main" id="{48B365AA-4086-4975-8A74-2CF583075C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29" name="楕円 140228">
                        <a:extLst>
                          <a:ext uri="{FF2B5EF4-FFF2-40B4-BE49-F238E27FC236}">
                            <a16:creationId xmlns:a16="http://schemas.microsoft.com/office/drawing/2014/main" id="{11F22238-F137-4F7A-83AA-A68E4D2B62A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30" name="楕円 140229">
                        <a:extLst>
                          <a:ext uri="{FF2B5EF4-FFF2-40B4-BE49-F238E27FC236}">
                            <a16:creationId xmlns:a16="http://schemas.microsoft.com/office/drawing/2014/main" id="{C79330FD-6B2B-4484-86AB-4103B30D1E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31" name="楕円 140230">
                        <a:extLst>
                          <a:ext uri="{FF2B5EF4-FFF2-40B4-BE49-F238E27FC236}">
                            <a16:creationId xmlns:a16="http://schemas.microsoft.com/office/drawing/2014/main" id="{C093D4BF-A7CA-4EFA-BC3A-73B9B5E239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40218" name="グループ化 140217">
                      <a:extLst>
                        <a:ext uri="{FF2B5EF4-FFF2-40B4-BE49-F238E27FC236}">
                          <a16:creationId xmlns:a16="http://schemas.microsoft.com/office/drawing/2014/main" id="{1AFB2509-4079-4834-87BA-2AABD6069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40219" name="グループ化 140218">
                        <a:extLst>
                          <a:ext uri="{FF2B5EF4-FFF2-40B4-BE49-F238E27FC236}">
                            <a16:creationId xmlns:a16="http://schemas.microsoft.com/office/drawing/2014/main" id="{9667E95E-2721-4655-819E-525AC235F8A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40224" name="楕円 140223">
                          <a:extLst>
                            <a:ext uri="{FF2B5EF4-FFF2-40B4-BE49-F238E27FC236}">
                              <a16:creationId xmlns:a16="http://schemas.microsoft.com/office/drawing/2014/main" id="{48EC0F2A-337A-4CD8-B7B1-9E083DE32F9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225" name="直線コネクタ 140224">
                          <a:extLst>
                            <a:ext uri="{FF2B5EF4-FFF2-40B4-BE49-F238E27FC236}">
                              <a16:creationId xmlns:a16="http://schemas.microsoft.com/office/drawing/2014/main" id="{BF3DEA94-C692-447E-BBF3-F36D7E91DE8F}"/>
                            </a:ext>
                          </a:extLst>
                        </p:cNvPr>
                        <p:cNvCxnSpPr>
                          <a:cxnSpLocks/>
                          <a:stCxn id="140224" idx="0"/>
                          <a:endCxn id="14022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226" name="直線コネクタ 140225">
                          <a:extLst>
                            <a:ext uri="{FF2B5EF4-FFF2-40B4-BE49-F238E27FC236}">
                              <a16:creationId xmlns:a16="http://schemas.microsoft.com/office/drawing/2014/main" id="{BE076118-D121-4096-A741-F178183DEC64}"/>
                            </a:ext>
                          </a:extLst>
                        </p:cNvPr>
                        <p:cNvCxnSpPr>
                          <a:cxnSpLocks/>
                          <a:stCxn id="140224" idx="2"/>
                          <a:endCxn id="14022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40220" name="楕円 140219">
                        <a:extLst>
                          <a:ext uri="{FF2B5EF4-FFF2-40B4-BE49-F238E27FC236}">
                            <a16:creationId xmlns:a16="http://schemas.microsoft.com/office/drawing/2014/main" id="{CC953693-DCBA-4B09-ACA5-F090B7829B1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21" name="楕円 140220">
                        <a:extLst>
                          <a:ext uri="{FF2B5EF4-FFF2-40B4-BE49-F238E27FC236}">
                            <a16:creationId xmlns:a16="http://schemas.microsoft.com/office/drawing/2014/main" id="{E6843F8D-B3D2-4B2C-AD19-A01FFC8884D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22" name="楕円 140221">
                        <a:extLst>
                          <a:ext uri="{FF2B5EF4-FFF2-40B4-BE49-F238E27FC236}">
                            <a16:creationId xmlns:a16="http://schemas.microsoft.com/office/drawing/2014/main" id="{503C0301-89DC-42C1-992D-C2DB8879F5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40223" name="楕円 140222">
                        <a:extLst>
                          <a:ext uri="{FF2B5EF4-FFF2-40B4-BE49-F238E27FC236}">
                            <a16:creationId xmlns:a16="http://schemas.microsoft.com/office/drawing/2014/main" id="{6587F8BA-E95D-4346-8711-0283B776F9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9438" name="直線コネクタ 139437">
                    <a:extLst>
                      <a:ext uri="{FF2B5EF4-FFF2-40B4-BE49-F238E27FC236}">
                        <a16:creationId xmlns:a16="http://schemas.microsoft.com/office/drawing/2014/main" id="{FC291F98-0E10-4806-93A7-4789298D780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2180000" flipH="1" flipV="1">
                    <a:off x="4786205" y="515315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39" name="直線コネクタ 139438">
                    <a:extLst>
                      <a:ext uri="{FF2B5EF4-FFF2-40B4-BE49-F238E27FC236}">
                        <a16:creationId xmlns:a16="http://schemas.microsoft.com/office/drawing/2014/main" id="{40995699-D1C7-41A4-A414-B7E02DC805E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4880000" flipH="1" flipV="1">
                    <a:off x="5133550" y="480803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9440" name="楕円 139439">
                    <a:extLst>
                      <a:ext uri="{FF2B5EF4-FFF2-40B4-BE49-F238E27FC236}">
                        <a16:creationId xmlns:a16="http://schemas.microsoft.com/office/drawing/2014/main" id="{EEB39473-2924-4634-BE9A-C3FD76AA288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2180000" flipH="1">
                    <a:off x="6024048" y="511452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1" name="楕円 139440">
                    <a:extLst>
                      <a:ext uri="{FF2B5EF4-FFF2-40B4-BE49-F238E27FC236}">
                        <a16:creationId xmlns:a16="http://schemas.microsoft.com/office/drawing/2014/main" id="{68D8A93F-0EA7-4472-A017-9432B398010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6076355" y="5378299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2" name="楕円 139441">
                    <a:extLst>
                      <a:ext uri="{FF2B5EF4-FFF2-40B4-BE49-F238E27FC236}">
                        <a16:creationId xmlns:a16="http://schemas.microsoft.com/office/drawing/2014/main" id="{C41B81BE-263D-4B26-A318-3CC2237FFC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378263" y="6076355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3" name="楕円 139442">
                    <a:extLst>
                      <a:ext uri="{FF2B5EF4-FFF2-40B4-BE49-F238E27FC236}">
                        <a16:creationId xmlns:a16="http://schemas.microsoft.com/office/drawing/2014/main" id="{A37F0F47-81CE-4D07-9AE7-E34C1AC11E9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7580000" flipH="1">
                    <a:off x="5642042" y="60240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4" name="楕円 139443">
                    <a:extLst>
                      <a:ext uri="{FF2B5EF4-FFF2-40B4-BE49-F238E27FC236}">
                        <a16:creationId xmlns:a16="http://schemas.microsoft.com/office/drawing/2014/main" id="{A3347533-CF90-42A3-AE0C-D43B22D28AB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4880000" flipH="1">
                    <a:off x="6021414" y="564840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5" name="楕円 139444">
                    <a:extLst>
                      <a:ext uri="{FF2B5EF4-FFF2-40B4-BE49-F238E27FC236}">
                        <a16:creationId xmlns:a16="http://schemas.microsoft.com/office/drawing/2014/main" id="{F7136FEE-3A1A-42DC-A0AF-BFDD1738A4D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>
                    <a:off x="4680207" y="5378263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6" name="楕円 139445">
                    <a:extLst>
                      <a:ext uri="{FF2B5EF4-FFF2-40B4-BE49-F238E27FC236}">
                        <a16:creationId xmlns:a16="http://schemas.microsoft.com/office/drawing/2014/main" id="{A14C7D26-4A9B-41E6-92FC-6FD69B8E29D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80000" flipH="1">
                    <a:off x="4732514" y="564204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7" name="楕円 139446">
                    <a:extLst>
                      <a:ext uri="{FF2B5EF4-FFF2-40B4-BE49-F238E27FC236}">
                        <a16:creationId xmlns:a16="http://schemas.microsoft.com/office/drawing/2014/main" id="{A498E5C1-27AC-4AB7-95AE-251E30E6D23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0280000" flipH="1">
                    <a:off x="5108162" y="60214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8" name="楕円 139447">
                    <a:extLst>
                      <a:ext uri="{FF2B5EF4-FFF2-40B4-BE49-F238E27FC236}">
                        <a16:creationId xmlns:a16="http://schemas.microsoft.com/office/drawing/2014/main" id="{20979651-2387-4C29-8923-F1524E574E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6780000" flipH="1">
                    <a:off x="5114520" y="47325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49" name="楕円 139448">
                    <a:extLst>
                      <a:ext uri="{FF2B5EF4-FFF2-40B4-BE49-F238E27FC236}">
                        <a16:creationId xmlns:a16="http://schemas.microsoft.com/office/drawing/2014/main" id="{42BC1DB1-7714-44B3-B1A6-B3B63807916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4080000" flipH="1">
                    <a:off x="4735148" y="510816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9450" name="楕円 139449">
                    <a:extLst>
                      <a:ext uri="{FF2B5EF4-FFF2-40B4-BE49-F238E27FC236}">
                        <a16:creationId xmlns:a16="http://schemas.microsoft.com/office/drawing/2014/main" id="{BB88914B-3A52-44F8-B48E-4F4435115DE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>
                    <a:off x="5378299" y="4680207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grpSp>
                <p:nvGrpSpPr>
                  <p:cNvPr id="139451" name="グループ化 139450">
                    <a:extLst>
                      <a:ext uri="{FF2B5EF4-FFF2-40B4-BE49-F238E27FC236}">
                        <a16:creationId xmlns:a16="http://schemas.microsoft.com/office/drawing/2014/main" id="{BF818D99-2E87-426E-A69A-87E9F82FF35C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0180" name="グループ化 140179">
                      <a:extLst>
                        <a:ext uri="{FF2B5EF4-FFF2-40B4-BE49-F238E27FC236}">
                          <a16:creationId xmlns:a16="http://schemas.microsoft.com/office/drawing/2014/main" id="{4A74FE93-F833-487F-B658-B9033153CB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0205" name="直線コネクタ 140204">
                        <a:extLst>
                          <a:ext uri="{FF2B5EF4-FFF2-40B4-BE49-F238E27FC236}">
                            <a16:creationId xmlns:a16="http://schemas.microsoft.com/office/drawing/2014/main" id="{5B29558F-EC7A-4C9B-824E-0840FCBB0F3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06" name="直線コネクタ 140205">
                        <a:extLst>
                          <a:ext uri="{FF2B5EF4-FFF2-40B4-BE49-F238E27FC236}">
                            <a16:creationId xmlns:a16="http://schemas.microsoft.com/office/drawing/2014/main" id="{90E7D2DA-42C2-46C1-B5F5-82676A085CB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07" name="直線コネクタ 140206">
                        <a:extLst>
                          <a:ext uri="{FF2B5EF4-FFF2-40B4-BE49-F238E27FC236}">
                            <a16:creationId xmlns:a16="http://schemas.microsoft.com/office/drawing/2014/main" id="{33EBDA10-AD07-4CC1-B5A3-1B78EFB2EB2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08" name="直線コネクタ 140207">
                        <a:extLst>
                          <a:ext uri="{FF2B5EF4-FFF2-40B4-BE49-F238E27FC236}">
                            <a16:creationId xmlns:a16="http://schemas.microsoft.com/office/drawing/2014/main" id="{5B0591A6-A7D1-42E8-B0F5-67A72C34B17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09" name="直線コネクタ 140208">
                        <a:extLst>
                          <a:ext uri="{FF2B5EF4-FFF2-40B4-BE49-F238E27FC236}">
                            <a16:creationId xmlns:a16="http://schemas.microsoft.com/office/drawing/2014/main" id="{F2940013-4B85-4157-9286-D6D4E56AFE8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10" name="直線コネクタ 140209">
                        <a:extLst>
                          <a:ext uri="{FF2B5EF4-FFF2-40B4-BE49-F238E27FC236}">
                            <a16:creationId xmlns:a16="http://schemas.microsoft.com/office/drawing/2014/main" id="{BA706232-CB58-4B8A-85D8-76DE90331E5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11" name="直線コネクタ 140210">
                        <a:extLst>
                          <a:ext uri="{FF2B5EF4-FFF2-40B4-BE49-F238E27FC236}">
                            <a16:creationId xmlns:a16="http://schemas.microsoft.com/office/drawing/2014/main" id="{B46B2CBD-6D06-472F-A606-37F60ECDA8C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12" name="直線コネクタ 140211">
                        <a:extLst>
                          <a:ext uri="{FF2B5EF4-FFF2-40B4-BE49-F238E27FC236}">
                            <a16:creationId xmlns:a16="http://schemas.microsoft.com/office/drawing/2014/main" id="{23728423-B5BE-439C-93F1-0DD6B35E6E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13" name="直線コネクタ 140212">
                        <a:extLst>
                          <a:ext uri="{FF2B5EF4-FFF2-40B4-BE49-F238E27FC236}">
                            <a16:creationId xmlns:a16="http://schemas.microsoft.com/office/drawing/2014/main" id="{E0AFEC76-0841-41D2-9B74-628F34A818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181" name="グループ化 140180">
                      <a:extLst>
                        <a:ext uri="{FF2B5EF4-FFF2-40B4-BE49-F238E27FC236}">
                          <a16:creationId xmlns:a16="http://schemas.microsoft.com/office/drawing/2014/main" id="{6F6CE47E-305A-4371-A0A4-E20FA1850D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202" name="楕円 140201">
                        <a:extLst>
                          <a:ext uri="{FF2B5EF4-FFF2-40B4-BE49-F238E27FC236}">
                            <a16:creationId xmlns:a16="http://schemas.microsoft.com/office/drawing/2014/main" id="{5E048CE8-C252-41F3-A1D7-DC9E195E2E0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203" name="直線コネクタ 140202">
                        <a:extLst>
                          <a:ext uri="{FF2B5EF4-FFF2-40B4-BE49-F238E27FC236}">
                            <a16:creationId xmlns:a16="http://schemas.microsoft.com/office/drawing/2014/main" id="{8C0266E3-86EA-4B36-AA10-D9E30B4056DF}"/>
                          </a:ext>
                        </a:extLst>
                      </p:cNvPr>
                      <p:cNvCxnSpPr>
                        <a:cxnSpLocks/>
                        <a:stCxn id="140202" idx="6"/>
                        <a:endCxn id="14020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04" name="直線コネクタ 140203">
                        <a:extLst>
                          <a:ext uri="{FF2B5EF4-FFF2-40B4-BE49-F238E27FC236}">
                            <a16:creationId xmlns:a16="http://schemas.microsoft.com/office/drawing/2014/main" id="{DA16847C-9DC6-4BCE-AEFC-9F6242791B5B}"/>
                          </a:ext>
                        </a:extLst>
                      </p:cNvPr>
                      <p:cNvCxnSpPr>
                        <a:cxnSpLocks/>
                        <a:stCxn id="140202" idx="4"/>
                        <a:endCxn id="14020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182" name="グループ化 140181">
                      <a:extLst>
                        <a:ext uri="{FF2B5EF4-FFF2-40B4-BE49-F238E27FC236}">
                          <a16:creationId xmlns:a16="http://schemas.microsoft.com/office/drawing/2014/main" id="{B1B96108-D82D-49AB-A0AF-2E41477BB6CE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99" name="楕円 140198">
                        <a:extLst>
                          <a:ext uri="{FF2B5EF4-FFF2-40B4-BE49-F238E27FC236}">
                            <a16:creationId xmlns:a16="http://schemas.microsoft.com/office/drawing/2014/main" id="{87DEE081-22A5-46D7-B79E-89A36EF3766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200" name="直線コネクタ 140199">
                        <a:extLst>
                          <a:ext uri="{FF2B5EF4-FFF2-40B4-BE49-F238E27FC236}">
                            <a16:creationId xmlns:a16="http://schemas.microsoft.com/office/drawing/2014/main" id="{1DEDC712-0765-486C-84A6-A663900BCEDB}"/>
                          </a:ext>
                        </a:extLst>
                      </p:cNvPr>
                      <p:cNvCxnSpPr>
                        <a:cxnSpLocks/>
                        <a:stCxn id="140199" idx="6"/>
                        <a:endCxn id="14019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201" name="直線コネクタ 140200">
                        <a:extLst>
                          <a:ext uri="{FF2B5EF4-FFF2-40B4-BE49-F238E27FC236}">
                            <a16:creationId xmlns:a16="http://schemas.microsoft.com/office/drawing/2014/main" id="{7D5999DB-C867-41B1-9974-CEF670F8F542}"/>
                          </a:ext>
                        </a:extLst>
                      </p:cNvPr>
                      <p:cNvCxnSpPr>
                        <a:cxnSpLocks/>
                        <a:stCxn id="140199" idx="4"/>
                        <a:endCxn id="14019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183" name="グループ化 140182">
                      <a:extLst>
                        <a:ext uri="{FF2B5EF4-FFF2-40B4-BE49-F238E27FC236}">
                          <a16:creationId xmlns:a16="http://schemas.microsoft.com/office/drawing/2014/main" id="{802F55B5-011C-40E0-9131-EC0325DBC4C3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96" name="楕円 140195">
                        <a:extLst>
                          <a:ext uri="{FF2B5EF4-FFF2-40B4-BE49-F238E27FC236}">
                            <a16:creationId xmlns:a16="http://schemas.microsoft.com/office/drawing/2014/main" id="{41C6FFBC-C3BC-4A81-89F8-1FAE0D459A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97" name="直線コネクタ 140196">
                        <a:extLst>
                          <a:ext uri="{FF2B5EF4-FFF2-40B4-BE49-F238E27FC236}">
                            <a16:creationId xmlns:a16="http://schemas.microsoft.com/office/drawing/2014/main" id="{5E1A984D-5F1C-419F-B7C3-B29B73A20C86}"/>
                          </a:ext>
                        </a:extLst>
                      </p:cNvPr>
                      <p:cNvCxnSpPr>
                        <a:cxnSpLocks/>
                        <a:stCxn id="140196" idx="6"/>
                        <a:endCxn id="14019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98" name="直線コネクタ 140197">
                        <a:extLst>
                          <a:ext uri="{FF2B5EF4-FFF2-40B4-BE49-F238E27FC236}">
                            <a16:creationId xmlns:a16="http://schemas.microsoft.com/office/drawing/2014/main" id="{D974EDC4-A3F6-4DB7-AF71-EDC5E5815CBC}"/>
                          </a:ext>
                        </a:extLst>
                      </p:cNvPr>
                      <p:cNvCxnSpPr>
                        <a:cxnSpLocks/>
                        <a:stCxn id="140196" idx="4"/>
                        <a:endCxn id="14019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184" name="グループ化 140183">
                      <a:extLst>
                        <a:ext uri="{FF2B5EF4-FFF2-40B4-BE49-F238E27FC236}">
                          <a16:creationId xmlns:a16="http://schemas.microsoft.com/office/drawing/2014/main" id="{168284AC-EA86-4F47-A4D9-202FB6F40596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93" name="楕円 140192">
                        <a:extLst>
                          <a:ext uri="{FF2B5EF4-FFF2-40B4-BE49-F238E27FC236}">
                            <a16:creationId xmlns:a16="http://schemas.microsoft.com/office/drawing/2014/main" id="{9BBA781E-7C9C-4598-B4D7-89737DBE612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94" name="直線コネクタ 140193">
                        <a:extLst>
                          <a:ext uri="{FF2B5EF4-FFF2-40B4-BE49-F238E27FC236}">
                            <a16:creationId xmlns:a16="http://schemas.microsoft.com/office/drawing/2014/main" id="{F7A9E6D1-068F-4287-8246-C616BB6D257C}"/>
                          </a:ext>
                        </a:extLst>
                      </p:cNvPr>
                      <p:cNvCxnSpPr>
                        <a:cxnSpLocks/>
                        <a:stCxn id="140193" idx="6"/>
                        <a:endCxn id="14019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95" name="直線コネクタ 140194">
                        <a:extLst>
                          <a:ext uri="{FF2B5EF4-FFF2-40B4-BE49-F238E27FC236}">
                            <a16:creationId xmlns:a16="http://schemas.microsoft.com/office/drawing/2014/main" id="{78D31154-22AE-4F08-99F6-AE8159921084}"/>
                          </a:ext>
                        </a:extLst>
                      </p:cNvPr>
                      <p:cNvCxnSpPr>
                        <a:cxnSpLocks/>
                        <a:stCxn id="140193" idx="4"/>
                        <a:endCxn id="14019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185" name="グループ化 140184">
                      <a:extLst>
                        <a:ext uri="{FF2B5EF4-FFF2-40B4-BE49-F238E27FC236}">
                          <a16:creationId xmlns:a16="http://schemas.microsoft.com/office/drawing/2014/main" id="{11B479FB-EEA6-41D1-B100-AE03DFF92E6B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90" name="楕円 140189">
                        <a:extLst>
                          <a:ext uri="{FF2B5EF4-FFF2-40B4-BE49-F238E27FC236}">
                            <a16:creationId xmlns:a16="http://schemas.microsoft.com/office/drawing/2014/main" id="{2434BA3F-76EB-40FA-8FF1-EC70EECA57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91" name="直線コネクタ 140190">
                        <a:extLst>
                          <a:ext uri="{FF2B5EF4-FFF2-40B4-BE49-F238E27FC236}">
                            <a16:creationId xmlns:a16="http://schemas.microsoft.com/office/drawing/2014/main" id="{01F6A6C0-726C-49CF-A649-13238D263109}"/>
                          </a:ext>
                        </a:extLst>
                      </p:cNvPr>
                      <p:cNvCxnSpPr>
                        <a:cxnSpLocks/>
                        <a:stCxn id="140190" idx="6"/>
                        <a:endCxn id="14019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92" name="直線コネクタ 140191">
                        <a:extLst>
                          <a:ext uri="{FF2B5EF4-FFF2-40B4-BE49-F238E27FC236}">
                            <a16:creationId xmlns:a16="http://schemas.microsoft.com/office/drawing/2014/main" id="{1FAFCD38-8E42-4F31-8D29-AA532ED45AA6}"/>
                          </a:ext>
                        </a:extLst>
                      </p:cNvPr>
                      <p:cNvCxnSpPr>
                        <a:cxnSpLocks/>
                        <a:stCxn id="140190" idx="4"/>
                        <a:endCxn id="14019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186" name="グループ化 140185">
                      <a:extLst>
                        <a:ext uri="{FF2B5EF4-FFF2-40B4-BE49-F238E27FC236}">
                          <a16:creationId xmlns:a16="http://schemas.microsoft.com/office/drawing/2014/main" id="{4D088350-E4B2-42DE-A19A-E03F2C520972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87" name="楕円 140186">
                        <a:extLst>
                          <a:ext uri="{FF2B5EF4-FFF2-40B4-BE49-F238E27FC236}">
                            <a16:creationId xmlns:a16="http://schemas.microsoft.com/office/drawing/2014/main" id="{0AC97D39-7EAF-4F19-BDB1-7BF5902F244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88" name="直線コネクタ 140187">
                        <a:extLst>
                          <a:ext uri="{FF2B5EF4-FFF2-40B4-BE49-F238E27FC236}">
                            <a16:creationId xmlns:a16="http://schemas.microsoft.com/office/drawing/2014/main" id="{577E0634-9839-4CAF-ABB8-356902011A3C}"/>
                          </a:ext>
                        </a:extLst>
                      </p:cNvPr>
                      <p:cNvCxnSpPr>
                        <a:cxnSpLocks/>
                        <a:stCxn id="140187" idx="6"/>
                        <a:endCxn id="14018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89" name="直線コネクタ 140188">
                        <a:extLst>
                          <a:ext uri="{FF2B5EF4-FFF2-40B4-BE49-F238E27FC236}">
                            <a16:creationId xmlns:a16="http://schemas.microsoft.com/office/drawing/2014/main" id="{0110F824-4463-4F94-B80F-AAABCE137B1F}"/>
                          </a:ext>
                        </a:extLst>
                      </p:cNvPr>
                      <p:cNvCxnSpPr>
                        <a:cxnSpLocks/>
                        <a:stCxn id="140187" idx="4"/>
                        <a:endCxn id="14018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9452" name="グループ化 139451">
                    <a:extLst>
                      <a:ext uri="{FF2B5EF4-FFF2-40B4-BE49-F238E27FC236}">
                        <a16:creationId xmlns:a16="http://schemas.microsoft.com/office/drawing/2014/main" id="{410FCE4E-CC2A-4CE5-825B-4877DE3F9C72}"/>
                      </a:ext>
                    </a:extLst>
                  </p:cNvPr>
                  <p:cNvGrpSpPr/>
                  <p:nvPr/>
                </p:nvGrpSpPr>
                <p:grpSpPr>
                  <a:xfrm>
                    <a:off x="5634209" y="452689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0125" name="グループ化 140124">
                      <a:extLst>
                        <a:ext uri="{FF2B5EF4-FFF2-40B4-BE49-F238E27FC236}">
                          <a16:creationId xmlns:a16="http://schemas.microsoft.com/office/drawing/2014/main" id="{DCA73EDD-943A-4E06-A21D-CE431900C10D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0154" name="グループ化 140153">
                        <a:extLst>
                          <a:ext uri="{FF2B5EF4-FFF2-40B4-BE49-F238E27FC236}">
                            <a16:creationId xmlns:a16="http://schemas.microsoft.com/office/drawing/2014/main" id="{0008F6FA-7421-4999-B521-6BB4E88DDA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0175" name="直線コネクタ 140174">
                          <a:extLst>
                            <a:ext uri="{FF2B5EF4-FFF2-40B4-BE49-F238E27FC236}">
                              <a16:creationId xmlns:a16="http://schemas.microsoft.com/office/drawing/2014/main" id="{2251BE4A-C5FA-45C4-9643-479E651E7FC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76" name="直線コネクタ 140175">
                          <a:extLst>
                            <a:ext uri="{FF2B5EF4-FFF2-40B4-BE49-F238E27FC236}">
                              <a16:creationId xmlns:a16="http://schemas.microsoft.com/office/drawing/2014/main" id="{5AA13CDE-CEFF-4309-8013-BEE25822E06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77" name="直線コネクタ 140176">
                          <a:extLst>
                            <a:ext uri="{FF2B5EF4-FFF2-40B4-BE49-F238E27FC236}">
                              <a16:creationId xmlns:a16="http://schemas.microsoft.com/office/drawing/2014/main" id="{92F3D5F6-8B01-4E46-94E5-2120EBAFA92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78" name="直線コネクタ 140177">
                          <a:extLst>
                            <a:ext uri="{FF2B5EF4-FFF2-40B4-BE49-F238E27FC236}">
                              <a16:creationId xmlns:a16="http://schemas.microsoft.com/office/drawing/2014/main" id="{A36D0DA6-E0DB-4660-9FB9-0DC94FDAC6A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79" name="直線コネクタ 140178">
                          <a:extLst>
                            <a:ext uri="{FF2B5EF4-FFF2-40B4-BE49-F238E27FC236}">
                              <a16:creationId xmlns:a16="http://schemas.microsoft.com/office/drawing/2014/main" id="{7067D2A8-C4AE-437C-AF99-941991DB03D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55" name="グループ化 140154">
                        <a:extLst>
                          <a:ext uri="{FF2B5EF4-FFF2-40B4-BE49-F238E27FC236}">
                            <a16:creationId xmlns:a16="http://schemas.microsoft.com/office/drawing/2014/main" id="{ADCF1D98-AA96-4430-9969-DA23145B94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72" name="楕円 140171">
                          <a:extLst>
                            <a:ext uri="{FF2B5EF4-FFF2-40B4-BE49-F238E27FC236}">
                              <a16:creationId xmlns:a16="http://schemas.microsoft.com/office/drawing/2014/main" id="{286BECF1-900F-49D3-9E78-25BF3DDDEB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73" name="直線コネクタ 140172">
                          <a:extLst>
                            <a:ext uri="{FF2B5EF4-FFF2-40B4-BE49-F238E27FC236}">
                              <a16:creationId xmlns:a16="http://schemas.microsoft.com/office/drawing/2014/main" id="{683BC5EF-DA97-41CB-9E55-00E650938F51}"/>
                            </a:ext>
                          </a:extLst>
                        </p:cNvPr>
                        <p:cNvCxnSpPr>
                          <a:cxnSpLocks/>
                          <a:stCxn id="140172" idx="6"/>
                          <a:endCxn id="14017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74" name="直線コネクタ 140173">
                          <a:extLst>
                            <a:ext uri="{FF2B5EF4-FFF2-40B4-BE49-F238E27FC236}">
                              <a16:creationId xmlns:a16="http://schemas.microsoft.com/office/drawing/2014/main" id="{514FE7D7-C0EB-4781-96A0-870776DCDD12}"/>
                            </a:ext>
                          </a:extLst>
                        </p:cNvPr>
                        <p:cNvCxnSpPr>
                          <a:cxnSpLocks/>
                          <a:stCxn id="140172" idx="4"/>
                          <a:endCxn id="14017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56" name="グループ化 140155">
                        <a:extLst>
                          <a:ext uri="{FF2B5EF4-FFF2-40B4-BE49-F238E27FC236}">
                            <a16:creationId xmlns:a16="http://schemas.microsoft.com/office/drawing/2014/main" id="{83BB7338-2301-48C6-83F7-D77E231509E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69" name="楕円 140168">
                          <a:extLst>
                            <a:ext uri="{FF2B5EF4-FFF2-40B4-BE49-F238E27FC236}">
                              <a16:creationId xmlns:a16="http://schemas.microsoft.com/office/drawing/2014/main" id="{5102ED4E-49E2-4E32-9B67-446BFA3E6EB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70" name="直線コネクタ 140169">
                          <a:extLst>
                            <a:ext uri="{FF2B5EF4-FFF2-40B4-BE49-F238E27FC236}">
                              <a16:creationId xmlns:a16="http://schemas.microsoft.com/office/drawing/2014/main" id="{141FD37C-D3B3-4AC6-89F2-17BD0D242D6E}"/>
                            </a:ext>
                          </a:extLst>
                        </p:cNvPr>
                        <p:cNvCxnSpPr>
                          <a:cxnSpLocks/>
                          <a:stCxn id="140169" idx="6"/>
                          <a:endCxn id="14016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71" name="直線コネクタ 140170">
                          <a:extLst>
                            <a:ext uri="{FF2B5EF4-FFF2-40B4-BE49-F238E27FC236}">
                              <a16:creationId xmlns:a16="http://schemas.microsoft.com/office/drawing/2014/main" id="{EE28BF07-3AB7-41ED-A7D6-6FE2CCA77F01}"/>
                            </a:ext>
                          </a:extLst>
                        </p:cNvPr>
                        <p:cNvCxnSpPr>
                          <a:cxnSpLocks/>
                          <a:stCxn id="140169" idx="4"/>
                          <a:endCxn id="14016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57" name="グループ化 140156">
                        <a:extLst>
                          <a:ext uri="{FF2B5EF4-FFF2-40B4-BE49-F238E27FC236}">
                            <a16:creationId xmlns:a16="http://schemas.microsoft.com/office/drawing/2014/main" id="{41482624-91A7-4E1C-9AB6-51EBBDAAE66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66" name="楕円 140165">
                          <a:extLst>
                            <a:ext uri="{FF2B5EF4-FFF2-40B4-BE49-F238E27FC236}">
                              <a16:creationId xmlns:a16="http://schemas.microsoft.com/office/drawing/2014/main" id="{8FE15E67-6814-4AF7-BE2D-B2C1426D50A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67" name="直線コネクタ 140166">
                          <a:extLst>
                            <a:ext uri="{FF2B5EF4-FFF2-40B4-BE49-F238E27FC236}">
                              <a16:creationId xmlns:a16="http://schemas.microsoft.com/office/drawing/2014/main" id="{F7219EA0-5A1D-4797-95DF-11231F725C44}"/>
                            </a:ext>
                          </a:extLst>
                        </p:cNvPr>
                        <p:cNvCxnSpPr>
                          <a:cxnSpLocks/>
                          <a:stCxn id="140166" idx="6"/>
                          <a:endCxn id="14016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68" name="直線コネクタ 140167">
                          <a:extLst>
                            <a:ext uri="{FF2B5EF4-FFF2-40B4-BE49-F238E27FC236}">
                              <a16:creationId xmlns:a16="http://schemas.microsoft.com/office/drawing/2014/main" id="{BB15BB1D-5490-4ECB-8E0C-5AFDC10C1E85}"/>
                            </a:ext>
                          </a:extLst>
                        </p:cNvPr>
                        <p:cNvCxnSpPr>
                          <a:cxnSpLocks/>
                          <a:stCxn id="140166" idx="4"/>
                          <a:endCxn id="14016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58" name="グループ化 140157">
                        <a:extLst>
                          <a:ext uri="{FF2B5EF4-FFF2-40B4-BE49-F238E27FC236}">
                            <a16:creationId xmlns:a16="http://schemas.microsoft.com/office/drawing/2014/main" id="{52FA7A5D-44E5-4602-96DA-2CD653DCB57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63" name="楕円 140162">
                          <a:extLst>
                            <a:ext uri="{FF2B5EF4-FFF2-40B4-BE49-F238E27FC236}">
                              <a16:creationId xmlns:a16="http://schemas.microsoft.com/office/drawing/2014/main" id="{A7AC9680-E309-4D7B-BC01-1335213386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64" name="直線コネクタ 140163">
                          <a:extLst>
                            <a:ext uri="{FF2B5EF4-FFF2-40B4-BE49-F238E27FC236}">
                              <a16:creationId xmlns:a16="http://schemas.microsoft.com/office/drawing/2014/main" id="{328E1DD0-7E39-4D25-9EB5-372EB3C8C52A}"/>
                            </a:ext>
                          </a:extLst>
                        </p:cNvPr>
                        <p:cNvCxnSpPr>
                          <a:cxnSpLocks/>
                          <a:stCxn id="140163" idx="6"/>
                          <a:endCxn id="14016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65" name="直線コネクタ 140164">
                          <a:extLst>
                            <a:ext uri="{FF2B5EF4-FFF2-40B4-BE49-F238E27FC236}">
                              <a16:creationId xmlns:a16="http://schemas.microsoft.com/office/drawing/2014/main" id="{E5E60EE6-7F9B-40E0-9839-DA667E5F1A68}"/>
                            </a:ext>
                          </a:extLst>
                        </p:cNvPr>
                        <p:cNvCxnSpPr>
                          <a:cxnSpLocks/>
                          <a:stCxn id="140163" idx="4"/>
                          <a:endCxn id="14016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59" name="グループ化 140158">
                        <a:extLst>
                          <a:ext uri="{FF2B5EF4-FFF2-40B4-BE49-F238E27FC236}">
                            <a16:creationId xmlns:a16="http://schemas.microsoft.com/office/drawing/2014/main" id="{39968C3F-BB1D-47E0-8FA4-90D8219D73E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60" name="楕円 140159">
                          <a:extLst>
                            <a:ext uri="{FF2B5EF4-FFF2-40B4-BE49-F238E27FC236}">
                              <a16:creationId xmlns:a16="http://schemas.microsoft.com/office/drawing/2014/main" id="{29B9F1A4-7D42-4458-BC25-D5F2007C13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61" name="直線コネクタ 140160">
                          <a:extLst>
                            <a:ext uri="{FF2B5EF4-FFF2-40B4-BE49-F238E27FC236}">
                              <a16:creationId xmlns:a16="http://schemas.microsoft.com/office/drawing/2014/main" id="{B6340FF2-8BE1-47DC-AB35-DB8017D4BE0D}"/>
                            </a:ext>
                          </a:extLst>
                        </p:cNvPr>
                        <p:cNvCxnSpPr>
                          <a:cxnSpLocks/>
                          <a:stCxn id="140160" idx="6"/>
                          <a:endCxn id="14016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62" name="直線コネクタ 140161">
                          <a:extLst>
                            <a:ext uri="{FF2B5EF4-FFF2-40B4-BE49-F238E27FC236}">
                              <a16:creationId xmlns:a16="http://schemas.microsoft.com/office/drawing/2014/main" id="{DBA13425-C42B-4851-9A7A-28DB253B61E7}"/>
                            </a:ext>
                          </a:extLst>
                        </p:cNvPr>
                        <p:cNvCxnSpPr>
                          <a:cxnSpLocks/>
                          <a:stCxn id="140160" idx="4"/>
                          <a:endCxn id="14016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0126" name="楕円 140125">
                      <a:extLst>
                        <a:ext uri="{FF2B5EF4-FFF2-40B4-BE49-F238E27FC236}">
                          <a16:creationId xmlns:a16="http://schemas.microsoft.com/office/drawing/2014/main" id="{8A71A582-9445-4922-A2B1-6CA1DA0A1B3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0127" name="グループ化 140126">
                      <a:extLst>
                        <a:ext uri="{FF2B5EF4-FFF2-40B4-BE49-F238E27FC236}">
                          <a16:creationId xmlns:a16="http://schemas.microsoft.com/office/drawing/2014/main" id="{C25DF733-77AC-493B-9ED9-4A8E584CE777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0128" name="グループ化 140127">
                        <a:extLst>
                          <a:ext uri="{FF2B5EF4-FFF2-40B4-BE49-F238E27FC236}">
                            <a16:creationId xmlns:a16="http://schemas.microsoft.com/office/drawing/2014/main" id="{AA4FC689-D961-4827-9C67-1595E1022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0149" name="直線コネクタ 140148">
                          <a:extLst>
                            <a:ext uri="{FF2B5EF4-FFF2-40B4-BE49-F238E27FC236}">
                              <a16:creationId xmlns:a16="http://schemas.microsoft.com/office/drawing/2014/main" id="{D99A4AE0-CEC7-4C1C-9382-1DFF4DFF740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50" name="直線コネクタ 140149">
                          <a:extLst>
                            <a:ext uri="{FF2B5EF4-FFF2-40B4-BE49-F238E27FC236}">
                              <a16:creationId xmlns:a16="http://schemas.microsoft.com/office/drawing/2014/main" id="{048329E0-BEC6-486B-8BDA-16509283065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51" name="直線コネクタ 140150">
                          <a:extLst>
                            <a:ext uri="{FF2B5EF4-FFF2-40B4-BE49-F238E27FC236}">
                              <a16:creationId xmlns:a16="http://schemas.microsoft.com/office/drawing/2014/main" id="{21BC118E-04C4-4606-9F51-4DE4216D078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52" name="直線コネクタ 140151">
                          <a:extLst>
                            <a:ext uri="{FF2B5EF4-FFF2-40B4-BE49-F238E27FC236}">
                              <a16:creationId xmlns:a16="http://schemas.microsoft.com/office/drawing/2014/main" id="{7987D868-E983-4A85-8AD9-442D58774E2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53" name="直線コネクタ 140152">
                          <a:extLst>
                            <a:ext uri="{FF2B5EF4-FFF2-40B4-BE49-F238E27FC236}">
                              <a16:creationId xmlns:a16="http://schemas.microsoft.com/office/drawing/2014/main" id="{27D5E24C-6BB7-42BE-8E70-043F751BA2C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29" name="グループ化 140128">
                        <a:extLst>
                          <a:ext uri="{FF2B5EF4-FFF2-40B4-BE49-F238E27FC236}">
                            <a16:creationId xmlns:a16="http://schemas.microsoft.com/office/drawing/2014/main" id="{FE241493-47F0-46B4-B036-3E916CF0C6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46" name="楕円 140145">
                          <a:extLst>
                            <a:ext uri="{FF2B5EF4-FFF2-40B4-BE49-F238E27FC236}">
                              <a16:creationId xmlns:a16="http://schemas.microsoft.com/office/drawing/2014/main" id="{93AA1794-5681-4DF3-9E43-B7ABECDC4C7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47" name="直線コネクタ 140146">
                          <a:extLst>
                            <a:ext uri="{FF2B5EF4-FFF2-40B4-BE49-F238E27FC236}">
                              <a16:creationId xmlns:a16="http://schemas.microsoft.com/office/drawing/2014/main" id="{7B25C412-B560-444D-960C-91D379A2B4BA}"/>
                            </a:ext>
                          </a:extLst>
                        </p:cNvPr>
                        <p:cNvCxnSpPr>
                          <a:cxnSpLocks/>
                          <a:stCxn id="140146" idx="6"/>
                          <a:endCxn id="14014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48" name="直線コネクタ 140147">
                          <a:extLst>
                            <a:ext uri="{FF2B5EF4-FFF2-40B4-BE49-F238E27FC236}">
                              <a16:creationId xmlns:a16="http://schemas.microsoft.com/office/drawing/2014/main" id="{B4173444-3601-4140-9D9A-B403C44D01DA}"/>
                            </a:ext>
                          </a:extLst>
                        </p:cNvPr>
                        <p:cNvCxnSpPr>
                          <a:cxnSpLocks/>
                          <a:stCxn id="140146" idx="4"/>
                          <a:endCxn id="14014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30" name="グループ化 140129">
                        <a:extLst>
                          <a:ext uri="{FF2B5EF4-FFF2-40B4-BE49-F238E27FC236}">
                            <a16:creationId xmlns:a16="http://schemas.microsoft.com/office/drawing/2014/main" id="{2C939188-FA97-438F-98EA-05164A6C226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43" name="楕円 140142">
                          <a:extLst>
                            <a:ext uri="{FF2B5EF4-FFF2-40B4-BE49-F238E27FC236}">
                              <a16:creationId xmlns:a16="http://schemas.microsoft.com/office/drawing/2014/main" id="{2C83CDCC-E5B2-4971-8CB1-9C6157E8EFB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44" name="直線コネクタ 140143">
                          <a:extLst>
                            <a:ext uri="{FF2B5EF4-FFF2-40B4-BE49-F238E27FC236}">
                              <a16:creationId xmlns:a16="http://schemas.microsoft.com/office/drawing/2014/main" id="{E355E96A-A5FC-4DBF-B094-3144A3620549}"/>
                            </a:ext>
                          </a:extLst>
                        </p:cNvPr>
                        <p:cNvCxnSpPr>
                          <a:cxnSpLocks/>
                          <a:stCxn id="140143" idx="6"/>
                          <a:endCxn id="14014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45" name="直線コネクタ 140144">
                          <a:extLst>
                            <a:ext uri="{FF2B5EF4-FFF2-40B4-BE49-F238E27FC236}">
                              <a16:creationId xmlns:a16="http://schemas.microsoft.com/office/drawing/2014/main" id="{311FADA8-E744-48D2-9621-A39243821DE9}"/>
                            </a:ext>
                          </a:extLst>
                        </p:cNvPr>
                        <p:cNvCxnSpPr>
                          <a:cxnSpLocks/>
                          <a:stCxn id="140143" idx="4"/>
                          <a:endCxn id="14014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31" name="グループ化 140130">
                        <a:extLst>
                          <a:ext uri="{FF2B5EF4-FFF2-40B4-BE49-F238E27FC236}">
                            <a16:creationId xmlns:a16="http://schemas.microsoft.com/office/drawing/2014/main" id="{0C844E52-8F47-48CE-9F40-490075EDDE7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40" name="楕円 140139">
                          <a:extLst>
                            <a:ext uri="{FF2B5EF4-FFF2-40B4-BE49-F238E27FC236}">
                              <a16:creationId xmlns:a16="http://schemas.microsoft.com/office/drawing/2014/main" id="{678B1BA8-9977-4C92-9526-E4640A94F99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41" name="直線コネクタ 140140">
                          <a:extLst>
                            <a:ext uri="{FF2B5EF4-FFF2-40B4-BE49-F238E27FC236}">
                              <a16:creationId xmlns:a16="http://schemas.microsoft.com/office/drawing/2014/main" id="{AF5DFA3A-A1C4-4D26-82BD-185D649015F2}"/>
                            </a:ext>
                          </a:extLst>
                        </p:cNvPr>
                        <p:cNvCxnSpPr>
                          <a:cxnSpLocks/>
                          <a:stCxn id="140140" idx="6"/>
                          <a:endCxn id="14014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42" name="直線コネクタ 140141">
                          <a:extLst>
                            <a:ext uri="{FF2B5EF4-FFF2-40B4-BE49-F238E27FC236}">
                              <a16:creationId xmlns:a16="http://schemas.microsoft.com/office/drawing/2014/main" id="{249B144E-429A-4284-89A1-EE413BEEE799}"/>
                            </a:ext>
                          </a:extLst>
                        </p:cNvPr>
                        <p:cNvCxnSpPr>
                          <a:cxnSpLocks/>
                          <a:stCxn id="140140" idx="4"/>
                          <a:endCxn id="14014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32" name="グループ化 140131">
                        <a:extLst>
                          <a:ext uri="{FF2B5EF4-FFF2-40B4-BE49-F238E27FC236}">
                            <a16:creationId xmlns:a16="http://schemas.microsoft.com/office/drawing/2014/main" id="{5A8B056D-6475-497C-858C-E808E0B58F3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37" name="楕円 140136">
                          <a:extLst>
                            <a:ext uri="{FF2B5EF4-FFF2-40B4-BE49-F238E27FC236}">
                              <a16:creationId xmlns:a16="http://schemas.microsoft.com/office/drawing/2014/main" id="{A4F04D6C-E4A0-4128-A341-61897CC903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38" name="直線コネクタ 140137">
                          <a:extLst>
                            <a:ext uri="{FF2B5EF4-FFF2-40B4-BE49-F238E27FC236}">
                              <a16:creationId xmlns:a16="http://schemas.microsoft.com/office/drawing/2014/main" id="{084B5167-ACAC-47A2-A922-FC2E222E58FE}"/>
                            </a:ext>
                          </a:extLst>
                        </p:cNvPr>
                        <p:cNvCxnSpPr>
                          <a:cxnSpLocks/>
                          <a:stCxn id="140137" idx="6"/>
                          <a:endCxn id="14013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39" name="直線コネクタ 140138">
                          <a:extLst>
                            <a:ext uri="{FF2B5EF4-FFF2-40B4-BE49-F238E27FC236}">
                              <a16:creationId xmlns:a16="http://schemas.microsoft.com/office/drawing/2014/main" id="{14D444B9-C225-453A-A682-40805E6DFD3E}"/>
                            </a:ext>
                          </a:extLst>
                        </p:cNvPr>
                        <p:cNvCxnSpPr>
                          <a:cxnSpLocks/>
                          <a:stCxn id="140137" idx="4"/>
                          <a:endCxn id="14013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133" name="グループ化 140132">
                        <a:extLst>
                          <a:ext uri="{FF2B5EF4-FFF2-40B4-BE49-F238E27FC236}">
                            <a16:creationId xmlns:a16="http://schemas.microsoft.com/office/drawing/2014/main" id="{12BAD520-D56D-497F-ABB0-00FD6285D79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134" name="楕円 140133">
                          <a:extLst>
                            <a:ext uri="{FF2B5EF4-FFF2-40B4-BE49-F238E27FC236}">
                              <a16:creationId xmlns:a16="http://schemas.microsoft.com/office/drawing/2014/main" id="{7962B84E-85D7-472D-9F47-B066D9D68F4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135" name="直線コネクタ 140134">
                          <a:extLst>
                            <a:ext uri="{FF2B5EF4-FFF2-40B4-BE49-F238E27FC236}">
                              <a16:creationId xmlns:a16="http://schemas.microsoft.com/office/drawing/2014/main" id="{D403C887-F49D-4A61-A5CC-80347F78AA2D}"/>
                            </a:ext>
                          </a:extLst>
                        </p:cNvPr>
                        <p:cNvCxnSpPr>
                          <a:cxnSpLocks/>
                          <a:stCxn id="140134" idx="6"/>
                          <a:endCxn id="14013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136" name="直線コネクタ 140135">
                          <a:extLst>
                            <a:ext uri="{FF2B5EF4-FFF2-40B4-BE49-F238E27FC236}">
                              <a16:creationId xmlns:a16="http://schemas.microsoft.com/office/drawing/2014/main" id="{E90E2FC0-3330-418B-81D1-AFE77D04B607}"/>
                            </a:ext>
                          </a:extLst>
                        </p:cNvPr>
                        <p:cNvCxnSpPr>
                          <a:cxnSpLocks/>
                          <a:stCxn id="140134" idx="4"/>
                          <a:endCxn id="14013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9453" name="グループ化 139452">
                    <a:extLst>
                      <a:ext uri="{FF2B5EF4-FFF2-40B4-BE49-F238E27FC236}">
                        <a16:creationId xmlns:a16="http://schemas.microsoft.com/office/drawing/2014/main" id="{D8F69A93-5939-4771-9996-00D820E9A4C4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0091" name="グループ化 140090">
                      <a:extLst>
                        <a:ext uri="{FF2B5EF4-FFF2-40B4-BE49-F238E27FC236}">
                          <a16:creationId xmlns:a16="http://schemas.microsoft.com/office/drawing/2014/main" id="{B299E2DC-D8E9-4D1C-8A46-87BD7B6768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0116" name="直線コネクタ 140115">
                        <a:extLst>
                          <a:ext uri="{FF2B5EF4-FFF2-40B4-BE49-F238E27FC236}">
                            <a16:creationId xmlns:a16="http://schemas.microsoft.com/office/drawing/2014/main" id="{28C32408-4AC8-4676-82E9-31F14748B15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17" name="直線コネクタ 140116">
                        <a:extLst>
                          <a:ext uri="{FF2B5EF4-FFF2-40B4-BE49-F238E27FC236}">
                            <a16:creationId xmlns:a16="http://schemas.microsoft.com/office/drawing/2014/main" id="{B1D1F87F-8F86-4187-BA97-B5E09186799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18" name="直線コネクタ 140117">
                        <a:extLst>
                          <a:ext uri="{FF2B5EF4-FFF2-40B4-BE49-F238E27FC236}">
                            <a16:creationId xmlns:a16="http://schemas.microsoft.com/office/drawing/2014/main" id="{012B0856-4CAC-4498-82E4-A789F0D55A1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19" name="直線コネクタ 140118">
                        <a:extLst>
                          <a:ext uri="{FF2B5EF4-FFF2-40B4-BE49-F238E27FC236}">
                            <a16:creationId xmlns:a16="http://schemas.microsoft.com/office/drawing/2014/main" id="{0EE007B2-E59E-4C2B-8849-F5A2C5C3852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20" name="直線コネクタ 140119">
                        <a:extLst>
                          <a:ext uri="{FF2B5EF4-FFF2-40B4-BE49-F238E27FC236}">
                            <a16:creationId xmlns:a16="http://schemas.microsoft.com/office/drawing/2014/main" id="{2250AFDE-B5BE-4583-80C7-209B0D3403E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21" name="直線コネクタ 140120">
                        <a:extLst>
                          <a:ext uri="{FF2B5EF4-FFF2-40B4-BE49-F238E27FC236}">
                            <a16:creationId xmlns:a16="http://schemas.microsoft.com/office/drawing/2014/main" id="{D383C885-F6C1-4597-AA89-A4F532E932F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22" name="直線コネクタ 140121">
                        <a:extLst>
                          <a:ext uri="{FF2B5EF4-FFF2-40B4-BE49-F238E27FC236}">
                            <a16:creationId xmlns:a16="http://schemas.microsoft.com/office/drawing/2014/main" id="{146B34DD-1C6B-45E2-8301-1D7942B327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23" name="直線コネクタ 140122">
                        <a:extLst>
                          <a:ext uri="{FF2B5EF4-FFF2-40B4-BE49-F238E27FC236}">
                            <a16:creationId xmlns:a16="http://schemas.microsoft.com/office/drawing/2014/main" id="{6BD2D2DC-6768-459B-B61D-1CF697A165F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24" name="直線コネクタ 140123">
                        <a:extLst>
                          <a:ext uri="{FF2B5EF4-FFF2-40B4-BE49-F238E27FC236}">
                            <a16:creationId xmlns:a16="http://schemas.microsoft.com/office/drawing/2014/main" id="{6BBB55AB-F29A-4865-A3EC-6A1150CBE9B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92" name="グループ化 140091">
                      <a:extLst>
                        <a:ext uri="{FF2B5EF4-FFF2-40B4-BE49-F238E27FC236}">
                          <a16:creationId xmlns:a16="http://schemas.microsoft.com/office/drawing/2014/main" id="{C44E8D65-B6F2-496E-A3D1-DE70663C79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13" name="楕円 140112">
                        <a:extLst>
                          <a:ext uri="{FF2B5EF4-FFF2-40B4-BE49-F238E27FC236}">
                            <a16:creationId xmlns:a16="http://schemas.microsoft.com/office/drawing/2014/main" id="{91721A35-B730-4153-990C-C38C861F8B8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14" name="直線コネクタ 140113">
                        <a:extLst>
                          <a:ext uri="{FF2B5EF4-FFF2-40B4-BE49-F238E27FC236}">
                            <a16:creationId xmlns:a16="http://schemas.microsoft.com/office/drawing/2014/main" id="{781CA1C4-4D27-4408-B09B-66002C251916}"/>
                          </a:ext>
                        </a:extLst>
                      </p:cNvPr>
                      <p:cNvCxnSpPr>
                        <a:cxnSpLocks/>
                        <a:stCxn id="140113" idx="6"/>
                        <a:endCxn id="14011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15" name="直線コネクタ 140114">
                        <a:extLst>
                          <a:ext uri="{FF2B5EF4-FFF2-40B4-BE49-F238E27FC236}">
                            <a16:creationId xmlns:a16="http://schemas.microsoft.com/office/drawing/2014/main" id="{A5619C2B-BFAE-4108-B244-4411F1B6EEA9}"/>
                          </a:ext>
                        </a:extLst>
                      </p:cNvPr>
                      <p:cNvCxnSpPr>
                        <a:cxnSpLocks/>
                        <a:stCxn id="140113" idx="4"/>
                        <a:endCxn id="14011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93" name="グループ化 140092">
                      <a:extLst>
                        <a:ext uri="{FF2B5EF4-FFF2-40B4-BE49-F238E27FC236}">
                          <a16:creationId xmlns:a16="http://schemas.microsoft.com/office/drawing/2014/main" id="{7124DC8D-EDA8-41AE-A5CE-08109B562349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10" name="楕円 140109">
                        <a:extLst>
                          <a:ext uri="{FF2B5EF4-FFF2-40B4-BE49-F238E27FC236}">
                            <a16:creationId xmlns:a16="http://schemas.microsoft.com/office/drawing/2014/main" id="{25309D0C-7B86-4373-8D5B-75F986BC2CD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11" name="直線コネクタ 140110">
                        <a:extLst>
                          <a:ext uri="{FF2B5EF4-FFF2-40B4-BE49-F238E27FC236}">
                            <a16:creationId xmlns:a16="http://schemas.microsoft.com/office/drawing/2014/main" id="{F68A4D8D-526D-49C9-BE22-BEEDCE0A2552}"/>
                          </a:ext>
                        </a:extLst>
                      </p:cNvPr>
                      <p:cNvCxnSpPr>
                        <a:cxnSpLocks/>
                        <a:stCxn id="140110" idx="6"/>
                        <a:endCxn id="14011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12" name="直線コネクタ 140111">
                        <a:extLst>
                          <a:ext uri="{FF2B5EF4-FFF2-40B4-BE49-F238E27FC236}">
                            <a16:creationId xmlns:a16="http://schemas.microsoft.com/office/drawing/2014/main" id="{D9E9BE53-4983-4688-A596-946EDD85C4DE}"/>
                          </a:ext>
                        </a:extLst>
                      </p:cNvPr>
                      <p:cNvCxnSpPr>
                        <a:cxnSpLocks/>
                        <a:stCxn id="140110" idx="4"/>
                        <a:endCxn id="14011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94" name="グループ化 140093">
                      <a:extLst>
                        <a:ext uri="{FF2B5EF4-FFF2-40B4-BE49-F238E27FC236}">
                          <a16:creationId xmlns:a16="http://schemas.microsoft.com/office/drawing/2014/main" id="{2F1943E1-3837-4D1E-B37E-76788760E3E7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07" name="楕円 140106">
                        <a:extLst>
                          <a:ext uri="{FF2B5EF4-FFF2-40B4-BE49-F238E27FC236}">
                            <a16:creationId xmlns:a16="http://schemas.microsoft.com/office/drawing/2014/main" id="{919F1297-47D2-4255-B526-C4EA50D5430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08" name="直線コネクタ 140107">
                        <a:extLst>
                          <a:ext uri="{FF2B5EF4-FFF2-40B4-BE49-F238E27FC236}">
                            <a16:creationId xmlns:a16="http://schemas.microsoft.com/office/drawing/2014/main" id="{F58381F8-5EB8-468C-BEDB-F288E7D18504}"/>
                          </a:ext>
                        </a:extLst>
                      </p:cNvPr>
                      <p:cNvCxnSpPr>
                        <a:cxnSpLocks/>
                        <a:stCxn id="140107" idx="6"/>
                        <a:endCxn id="14010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09" name="直線コネクタ 140108">
                        <a:extLst>
                          <a:ext uri="{FF2B5EF4-FFF2-40B4-BE49-F238E27FC236}">
                            <a16:creationId xmlns:a16="http://schemas.microsoft.com/office/drawing/2014/main" id="{3062076C-DBCB-4904-B72D-AE633604713C}"/>
                          </a:ext>
                        </a:extLst>
                      </p:cNvPr>
                      <p:cNvCxnSpPr>
                        <a:cxnSpLocks/>
                        <a:stCxn id="140107" idx="4"/>
                        <a:endCxn id="14010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95" name="グループ化 140094">
                      <a:extLst>
                        <a:ext uri="{FF2B5EF4-FFF2-40B4-BE49-F238E27FC236}">
                          <a16:creationId xmlns:a16="http://schemas.microsoft.com/office/drawing/2014/main" id="{2549F307-3C35-4294-B352-A0BB01562BD8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04" name="楕円 140103">
                        <a:extLst>
                          <a:ext uri="{FF2B5EF4-FFF2-40B4-BE49-F238E27FC236}">
                            <a16:creationId xmlns:a16="http://schemas.microsoft.com/office/drawing/2014/main" id="{781211C3-571E-4840-8A7B-39D6DAD913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05" name="直線コネクタ 140104">
                        <a:extLst>
                          <a:ext uri="{FF2B5EF4-FFF2-40B4-BE49-F238E27FC236}">
                            <a16:creationId xmlns:a16="http://schemas.microsoft.com/office/drawing/2014/main" id="{D57ED09B-AD39-4FFF-BA1D-CF68F4076F3D}"/>
                          </a:ext>
                        </a:extLst>
                      </p:cNvPr>
                      <p:cNvCxnSpPr>
                        <a:cxnSpLocks/>
                        <a:stCxn id="140104" idx="6"/>
                        <a:endCxn id="14010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06" name="直線コネクタ 140105">
                        <a:extLst>
                          <a:ext uri="{FF2B5EF4-FFF2-40B4-BE49-F238E27FC236}">
                            <a16:creationId xmlns:a16="http://schemas.microsoft.com/office/drawing/2014/main" id="{88C25EF0-94A8-422D-9958-EC2D2228EDD7}"/>
                          </a:ext>
                        </a:extLst>
                      </p:cNvPr>
                      <p:cNvCxnSpPr>
                        <a:cxnSpLocks/>
                        <a:stCxn id="140104" idx="4"/>
                        <a:endCxn id="14010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96" name="グループ化 140095">
                      <a:extLst>
                        <a:ext uri="{FF2B5EF4-FFF2-40B4-BE49-F238E27FC236}">
                          <a16:creationId xmlns:a16="http://schemas.microsoft.com/office/drawing/2014/main" id="{73FB0496-0A7A-4F78-BA1A-57A7E1F9F68C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101" name="楕円 140100">
                        <a:extLst>
                          <a:ext uri="{FF2B5EF4-FFF2-40B4-BE49-F238E27FC236}">
                            <a16:creationId xmlns:a16="http://schemas.microsoft.com/office/drawing/2014/main" id="{01D65BAA-308D-4C73-B8F9-4CBB8D37B5A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102" name="直線コネクタ 140101">
                        <a:extLst>
                          <a:ext uri="{FF2B5EF4-FFF2-40B4-BE49-F238E27FC236}">
                            <a16:creationId xmlns:a16="http://schemas.microsoft.com/office/drawing/2014/main" id="{577F7C86-7EA1-416A-A546-A53F2D693F29}"/>
                          </a:ext>
                        </a:extLst>
                      </p:cNvPr>
                      <p:cNvCxnSpPr>
                        <a:cxnSpLocks/>
                        <a:stCxn id="140101" idx="6"/>
                        <a:endCxn id="14010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03" name="直線コネクタ 140102">
                        <a:extLst>
                          <a:ext uri="{FF2B5EF4-FFF2-40B4-BE49-F238E27FC236}">
                            <a16:creationId xmlns:a16="http://schemas.microsoft.com/office/drawing/2014/main" id="{17A4FB1F-C73C-43CD-A9EB-DE09675BD3E5}"/>
                          </a:ext>
                        </a:extLst>
                      </p:cNvPr>
                      <p:cNvCxnSpPr>
                        <a:cxnSpLocks/>
                        <a:stCxn id="140101" idx="4"/>
                        <a:endCxn id="14010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97" name="グループ化 140096">
                      <a:extLst>
                        <a:ext uri="{FF2B5EF4-FFF2-40B4-BE49-F238E27FC236}">
                          <a16:creationId xmlns:a16="http://schemas.microsoft.com/office/drawing/2014/main" id="{00E1C043-D3AB-4BB2-8532-A3B2DF42A602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098" name="楕円 140097">
                        <a:extLst>
                          <a:ext uri="{FF2B5EF4-FFF2-40B4-BE49-F238E27FC236}">
                            <a16:creationId xmlns:a16="http://schemas.microsoft.com/office/drawing/2014/main" id="{7F36327C-EA9E-421D-93ED-102017468A8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099" name="直線コネクタ 140098">
                        <a:extLst>
                          <a:ext uri="{FF2B5EF4-FFF2-40B4-BE49-F238E27FC236}">
                            <a16:creationId xmlns:a16="http://schemas.microsoft.com/office/drawing/2014/main" id="{F472096A-F70B-402A-8A31-528C9785FDBB}"/>
                          </a:ext>
                        </a:extLst>
                      </p:cNvPr>
                      <p:cNvCxnSpPr>
                        <a:cxnSpLocks/>
                        <a:stCxn id="140098" idx="6"/>
                        <a:endCxn id="14009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100" name="直線コネクタ 140099">
                        <a:extLst>
                          <a:ext uri="{FF2B5EF4-FFF2-40B4-BE49-F238E27FC236}">
                            <a16:creationId xmlns:a16="http://schemas.microsoft.com/office/drawing/2014/main" id="{96B70C68-44F8-4417-9085-372B9D7996E0}"/>
                          </a:ext>
                        </a:extLst>
                      </p:cNvPr>
                      <p:cNvCxnSpPr>
                        <a:cxnSpLocks/>
                        <a:stCxn id="140098" idx="4"/>
                        <a:endCxn id="14009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9454" name="グループ化 139453">
                    <a:extLst>
                      <a:ext uri="{FF2B5EF4-FFF2-40B4-BE49-F238E27FC236}">
                        <a16:creationId xmlns:a16="http://schemas.microsoft.com/office/drawing/2014/main" id="{7811634B-5416-4335-A8AD-A0949F333D6D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090766" y="4988129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40036" name="グループ化 140035">
                      <a:extLst>
                        <a:ext uri="{FF2B5EF4-FFF2-40B4-BE49-F238E27FC236}">
                          <a16:creationId xmlns:a16="http://schemas.microsoft.com/office/drawing/2014/main" id="{223FFDCB-0B7A-4C6C-8B89-BD119104DA84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40065" name="グループ化 140064">
                        <a:extLst>
                          <a:ext uri="{FF2B5EF4-FFF2-40B4-BE49-F238E27FC236}">
                            <a16:creationId xmlns:a16="http://schemas.microsoft.com/office/drawing/2014/main" id="{585E56F2-E538-4052-ABEC-8104294012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0086" name="直線コネクタ 140085">
                          <a:extLst>
                            <a:ext uri="{FF2B5EF4-FFF2-40B4-BE49-F238E27FC236}">
                              <a16:creationId xmlns:a16="http://schemas.microsoft.com/office/drawing/2014/main" id="{D391C9C8-C49F-4E4A-A9B3-18B2D312570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87" name="直線コネクタ 140086">
                          <a:extLst>
                            <a:ext uri="{FF2B5EF4-FFF2-40B4-BE49-F238E27FC236}">
                              <a16:creationId xmlns:a16="http://schemas.microsoft.com/office/drawing/2014/main" id="{B6927271-F5C7-451E-865F-927679D37AC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88" name="直線コネクタ 140087">
                          <a:extLst>
                            <a:ext uri="{FF2B5EF4-FFF2-40B4-BE49-F238E27FC236}">
                              <a16:creationId xmlns:a16="http://schemas.microsoft.com/office/drawing/2014/main" id="{963F3A83-2BD4-4EE8-9B26-CF691B7A5B0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89" name="直線コネクタ 140088">
                          <a:extLst>
                            <a:ext uri="{FF2B5EF4-FFF2-40B4-BE49-F238E27FC236}">
                              <a16:creationId xmlns:a16="http://schemas.microsoft.com/office/drawing/2014/main" id="{070B6CA0-0614-4958-9086-2C3517667CB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90" name="直線コネクタ 140089">
                          <a:extLst>
                            <a:ext uri="{FF2B5EF4-FFF2-40B4-BE49-F238E27FC236}">
                              <a16:creationId xmlns:a16="http://schemas.microsoft.com/office/drawing/2014/main" id="{FF8E8613-A1C1-48F6-B93E-DF2BB40035A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66" name="グループ化 140065">
                        <a:extLst>
                          <a:ext uri="{FF2B5EF4-FFF2-40B4-BE49-F238E27FC236}">
                            <a16:creationId xmlns:a16="http://schemas.microsoft.com/office/drawing/2014/main" id="{0369E030-616C-40F4-AAC3-6A64C4105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83" name="楕円 140082">
                          <a:extLst>
                            <a:ext uri="{FF2B5EF4-FFF2-40B4-BE49-F238E27FC236}">
                              <a16:creationId xmlns:a16="http://schemas.microsoft.com/office/drawing/2014/main" id="{7A6744D1-0D01-493F-99B7-0E584BB0A33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84" name="直線コネクタ 140083">
                          <a:extLst>
                            <a:ext uri="{FF2B5EF4-FFF2-40B4-BE49-F238E27FC236}">
                              <a16:creationId xmlns:a16="http://schemas.microsoft.com/office/drawing/2014/main" id="{00D9FE8C-8520-4EAB-A8FF-766E9EE109A8}"/>
                            </a:ext>
                          </a:extLst>
                        </p:cNvPr>
                        <p:cNvCxnSpPr>
                          <a:cxnSpLocks/>
                          <a:stCxn id="140083" idx="6"/>
                          <a:endCxn id="14008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85" name="直線コネクタ 140084">
                          <a:extLst>
                            <a:ext uri="{FF2B5EF4-FFF2-40B4-BE49-F238E27FC236}">
                              <a16:creationId xmlns:a16="http://schemas.microsoft.com/office/drawing/2014/main" id="{1A304B33-D0E4-416E-8C7C-62FB2D718735}"/>
                            </a:ext>
                          </a:extLst>
                        </p:cNvPr>
                        <p:cNvCxnSpPr>
                          <a:cxnSpLocks/>
                          <a:stCxn id="140083" idx="4"/>
                          <a:endCxn id="14008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67" name="グループ化 140066">
                        <a:extLst>
                          <a:ext uri="{FF2B5EF4-FFF2-40B4-BE49-F238E27FC236}">
                            <a16:creationId xmlns:a16="http://schemas.microsoft.com/office/drawing/2014/main" id="{EFD84FBC-47B2-4348-9AF9-25A407666F5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80" name="楕円 140079">
                          <a:extLst>
                            <a:ext uri="{FF2B5EF4-FFF2-40B4-BE49-F238E27FC236}">
                              <a16:creationId xmlns:a16="http://schemas.microsoft.com/office/drawing/2014/main" id="{D26FED9E-40CA-46E1-9400-2A3A106C52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81" name="直線コネクタ 140080">
                          <a:extLst>
                            <a:ext uri="{FF2B5EF4-FFF2-40B4-BE49-F238E27FC236}">
                              <a16:creationId xmlns:a16="http://schemas.microsoft.com/office/drawing/2014/main" id="{67AD5DC0-6F29-4816-8D15-CB1387323EC7}"/>
                            </a:ext>
                          </a:extLst>
                        </p:cNvPr>
                        <p:cNvCxnSpPr>
                          <a:cxnSpLocks/>
                          <a:stCxn id="140080" idx="6"/>
                          <a:endCxn id="14008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82" name="直線コネクタ 140081">
                          <a:extLst>
                            <a:ext uri="{FF2B5EF4-FFF2-40B4-BE49-F238E27FC236}">
                              <a16:creationId xmlns:a16="http://schemas.microsoft.com/office/drawing/2014/main" id="{99786B77-8433-401A-8CD5-FAB8F5E29D3D}"/>
                            </a:ext>
                          </a:extLst>
                        </p:cNvPr>
                        <p:cNvCxnSpPr>
                          <a:cxnSpLocks/>
                          <a:stCxn id="140080" idx="4"/>
                          <a:endCxn id="14008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68" name="グループ化 140067">
                        <a:extLst>
                          <a:ext uri="{FF2B5EF4-FFF2-40B4-BE49-F238E27FC236}">
                            <a16:creationId xmlns:a16="http://schemas.microsoft.com/office/drawing/2014/main" id="{5D01BE87-DA01-45F4-8961-BDC7066D35E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77" name="楕円 140076">
                          <a:extLst>
                            <a:ext uri="{FF2B5EF4-FFF2-40B4-BE49-F238E27FC236}">
                              <a16:creationId xmlns:a16="http://schemas.microsoft.com/office/drawing/2014/main" id="{830A38D1-E870-46B4-A827-4EB641A4B2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78" name="直線コネクタ 140077">
                          <a:extLst>
                            <a:ext uri="{FF2B5EF4-FFF2-40B4-BE49-F238E27FC236}">
                              <a16:creationId xmlns:a16="http://schemas.microsoft.com/office/drawing/2014/main" id="{666171E8-B342-4D43-A718-A2A8F2361EB1}"/>
                            </a:ext>
                          </a:extLst>
                        </p:cNvPr>
                        <p:cNvCxnSpPr>
                          <a:cxnSpLocks/>
                          <a:stCxn id="140077" idx="6"/>
                          <a:endCxn id="14007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79" name="直線コネクタ 140078">
                          <a:extLst>
                            <a:ext uri="{FF2B5EF4-FFF2-40B4-BE49-F238E27FC236}">
                              <a16:creationId xmlns:a16="http://schemas.microsoft.com/office/drawing/2014/main" id="{C4C3DAE3-7D9C-475F-839F-2431F0EE4F47}"/>
                            </a:ext>
                          </a:extLst>
                        </p:cNvPr>
                        <p:cNvCxnSpPr>
                          <a:cxnSpLocks/>
                          <a:stCxn id="140077" idx="4"/>
                          <a:endCxn id="14007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69" name="グループ化 140068">
                        <a:extLst>
                          <a:ext uri="{FF2B5EF4-FFF2-40B4-BE49-F238E27FC236}">
                            <a16:creationId xmlns:a16="http://schemas.microsoft.com/office/drawing/2014/main" id="{2450E291-DF21-4787-BC1D-AD986049A63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74" name="楕円 140073">
                          <a:extLst>
                            <a:ext uri="{FF2B5EF4-FFF2-40B4-BE49-F238E27FC236}">
                              <a16:creationId xmlns:a16="http://schemas.microsoft.com/office/drawing/2014/main" id="{9832BF5C-6F0F-4EEF-A25E-FBD074864F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75" name="直線コネクタ 140074">
                          <a:extLst>
                            <a:ext uri="{FF2B5EF4-FFF2-40B4-BE49-F238E27FC236}">
                              <a16:creationId xmlns:a16="http://schemas.microsoft.com/office/drawing/2014/main" id="{CA3058C9-815C-4572-B71A-9BD6E501A332}"/>
                            </a:ext>
                          </a:extLst>
                        </p:cNvPr>
                        <p:cNvCxnSpPr>
                          <a:cxnSpLocks/>
                          <a:stCxn id="140074" idx="6"/>
                          <a:endCxn id="14007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76" name="直線コネクタ 140075">
                          <a:extLst>
                            <a:ext uri="{FF2B5EF4-FFF2-40B4-BE49-F238E27FC236}">
                              <a16:creationId xmlns:a16="http://schemas.microsoft.com/office/drawing/2014/main" id="{0F4F2B28-D377-496D-85B1-2D4B46AC5FD6}"/>
                            </a:ext>
                          </a:extLst>
                        </p:cNvPr>
                        <p:cNvCxnSpPr>
                          <a:cxnSpLocks/>
                          <a:stCxn id="140074" idx="4"/>
                          <a:endCxn id="14007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70" name="グループ化 140069">
                        <a:extLst>
                          <a:ext uri="{FF2B5EF4-FFF2-40B4-BE49-F238E27FC236}">
                            <a16:creationId xmlns:a16="http://schemas.microsoft.com/office/drawing/2014/main" id="{E137319E-5846-49C1-A2DE-0A4AFE43751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71" name="楕円 140070">
                          <a:extLst>
                            <a:ext uri="{FF2B5EF4-FFF2-40B4-BE49-F238E27FC236}">
                              <a16:creationId xmlns:a16="http://schemas.microsoft.com/office/drawing/2014/main" id="{37E2F151-5FA0-428B-85B4-112BD54C4F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72" name="直線コネクタ 140071">
                          <a:extLst>
                            <a:ext uri="{FF2B5EF4-FFF2-40B4-BE49-F238E27FC236}">
                              <a16:creationId xmlns:a16="http://schemas.microsoft.com/office/drawing/2014/main" id="{DFF0F0E2-23EE-4FDD-A6F5-1C17D62C3869}"/>
                            </a:ext>
                          </a:extLst>
                        </p:cNvPr>
                        <p:cNvCxnSpPr>
                          <a:cxnSpLocks/>
                          <a:stCxn id="140071" idx="6"/>
                          <a:endCxn id="14007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73" name="直線コネクタ 140072">
                          <a:extLst>
                            <a:ext uri="{FF2B5EF4-FFF2-40B4-BE49-F238E27FC236}">
                              <a16:creationId xmlns:a16="http://schemas.microsoft.com/office/drawing/2014/main" id="{C2076FD7-F755-4734-A619-5B77D0DCF309}"/>
                            </a:ext>
                          </a:extLst>
                        </p:cNvPr>
                        <p:cNvCxnSpPr>
                          <a:cxnSpLocks/>
                          <a:stCxn id="140071" idx="4"/>
                          <a:endCxn id="14007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40037" name="楕円 140036">
                      <a:extLst>
                        <a:ext uri="{FF2B5EF4-FFF2-40B4-BE49-F238E27FC236}">
                          <a16:creationId xmlns:a16="http://schemas.microsoft.com/office/drawing/2014/main" id="{917B1707-8405-47C3-A5EF-208B977F04F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40038" name="グループ化 140037">
                      <a:extLst>
                        <a:ext uri="{FF2B5EF4-FFF2-40B4-BE49-F238E27FC236}">
                          <a16:creationId xmlns:a16="http://schemas.microsoft.com/office/drawing/2014/main" id="{035C6287-0CC3-41BC-A1C1-634A0338ED0A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40039" name="グループ化 140038">
                        <a:extLst>
                          <a:ext uri="{FF2B5EF4-FFF2-40B4-BE49-F238E27FC236}">
                            <a16:creationId xmlns:a16="http://schemas.microsoft.com/office/drawing/2014/main" id="{FCC0E012-F365-46B8-852D-0983D34AA5C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40060" name="直線コネクタ 140059">
                          <a:extLst>
                            <a:ext uri="{FF2B5EF4-FFF2-40B4-BE49-F238E27FC236}">
                              <a16:creationId xmlns:a16="http://schemas.microsoft.com/office/drawing/2014/main" id="{27513CFF-1544-4625-9493-DC68A23C673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61" name="直線コネクタ 140060">
                          <a:extLst>
                            <a:ext uri="{FF2B5EF4-FFF2-40B4-BE49-F238E27FC236}">
                              <a16:creationId xmlns:a16="http://schemas.microsoft.com/office/drawing/2014/main" id="{143F6086-D8F8-43D6-8505-1EC5A6A57C7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62" name="直線コネクタ 140061">
                          <a:extLst>
                            <a:ext uri="{FF2B5EF4-FFF2-40B4-BE49-F238E27FC236}">
                              <a16:creationId xmlns:a16="http://schemas.microsoft.com/office/drawing/2014/main" id="{2975D674-488B-4415-B2E3-8EC86E8B355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63" name="直線コネクタ 140062">
                          <a:extLst>
                            <a:ext uri="{FF2B5EF4-FFF2-40B4-BE49-F238E27FC236}">
                              <a16:creationId xmlns:a16="http://schemas.microsoft.com/office/drawing/2014/main" id="{9D9EFBCF-F150-4F39-BA96-38CA5D67E79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64" name="直線コネクタ 140063">
                          <a:extLst>
                            <a:ext uri="{FF2B5EF4-FFF2-40B4-BE49-F238E27FC236}">
                              <a16:creationId xmlns:a16="http://schemas.microsoft.com/office/drawing/2014/main" id="{C11F57C4-F6CA-4038-A8D5-CC4B84A5022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40" name="グループ化 140039">
                        <a:extLst>
                          <a:ext uri="{FF2B5EF4-FFF2-40B4-BE49-F238E27FC236}">
                            <a16:creationId xmlns:a16="http://schemas.microsoft.com/office/drawing/2014/main" id="{7D44EDDD-18F6-4077-A6F2-16C9EF632A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57" name="楕円 140056">
                          <a:extLst>
                            <a:ext uri="{FF2B5EF4-FFF2-40B4-BE49-F238E27FC236}">
                              <a16:creationId xmlns:a16="http://schemas.microsoft.com/office/drawing/2014/main" id="{220A5B6C-9EF2-4DF0-BE7F-3B92D32FC12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58" name="直線コネクタ 140057">
                          <a:extLst>
                            <a:ext uri="{FF2B5EF4-FFF2-40B4-BE49-F238E27FC236}">
                              <a16:creationId xmlns:a16="http://schemas.microsoft.com/office/drawing/2014/main" id="{10823913-B591-46CF-9839-176F9EF6DD57}"/>
                            </a:ext>
                          </a:extLst>
                        </p:cNvPr>
                        <p:cNvCxnSpPr>
                          <a:cxnSpLocks/>
                          <a:stCxn id="140057" idx="6"/>
                          <a:endCxn id="14005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59" name="直線コネクタ 140058">
                          <a:extLst>
                            <a:ext uri="{FF2B5EF4-FFF2-40B4-BE49-F238E27FC236}">
                              <a16:creationId xmlns:a16="http://schemas.microsoft.com/office/drawing/2014/main" id="{1E9411EA-9513-480B-8857-B7A2FAE0EF2B}"/>
                            </a:ext>
                          </a:extLst>
                        </p:cNvPr>
                        <p:cNvCxnSpPr>
                          <a:cxnSpLocks/>
                          <a:stCxn id="140057" idx="4"/>
                          <a:endCxn id="14005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41" name="グループ化 140040">
                        <a:extLst>
                          <a:ext uri="{FF2B5EF4-FFF2-40B4-BE49-F238E27FC236}">
                            <a16:creationId xmlns:a16="http://schemas.microsoft.com/office/drawing/2014/main" id="{B9276CDA-5C43-4101-AEB3-2F733CF0FD8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54" name="楕円 140053">
                          <a:extLst>
                            <a:ext uri="{FF2B5EF4-FFF2-40B4-BE49-F238E27FC236}">
                              <a16:creationId xmlns:a16="http://schemas.microsoft.com/office/drawing/2014/main" id="{A7EFF0F7-C75B-42E7-B960-FEAEACF5B6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55" name="直線コネクタ 140054">
                          <a:extLst>
                            <a:ext uri="{FF2B5EF4-FFF2-40B4-BE49-F238E27FC236}">
                              <a16:creationId xmlns:a16="http://schemas.microsoft.com/office/drawing/2014/main" id="{0264269C-7253-44EF-A91A-434151DF59B3}"/>
                            </a:ext>
                          </a:extLst>
                        </p:cNvPr>
                        <p:cNvCxnSpPr>
                          <a:cxnSpLocks/>
                          <a:stCxn id="140054" idx="6"/>
                          <a:endCxn id="14005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56" name="直線コネクタ 140055">
                          <a:extLst>
                            <a:ext uri="{FF2B5EF4-FFF2-40B4-BE49-F238E27FC236}">
                              <a16:creationId xmlns:a16="http://schemas.microsoft.com/office/drawing/2014/main" id="{75B1E43E-0A9D-4574-BEB1-12B23246F7A6}"/>
                            </a:ext>
                          </a:extLst>
                        </p:cNvPr>
                        <p:cNvCxnSpPr>
                          <a:cxnSpLocks/>
                          <a:stCxn id="140054" idx="4"/>
                          <a:endCxn id="14005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42" name="グループ化 140041">
                        <a:extLst>
                          <a:ext uri="{FF2B5EF4-FFF2-40B4-BE49-F238E27FC236}">
                            <a16:creationId xmlns:a16="http://schemas.microsoft.com/office/drawing/2014/main" id="{EE4E9669-B79B-4CEB-8118-4D4D240495F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51" name="楕円 140050">
                          <a:extLst>
                            <a:ext uri="{FF2B5EF4-FFF2-40B4-BE49-F238E27FC236}">
                              <a16:creationId xmlns:a16="http://schemas.microsoft.com/office/drawing/2014/main" id="{96BD9D1D-7581-45D0-A200-8391247F9E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52" name="直線コネクタ 140051">
                          <a:extLst>
                            <a:ext uri="{FF2B5EF4-FFF2-40B4-BE49-F238E27FC236}">
                              <a16:creationId xmlns:a16="http://schemas.microsoft.com/office/drawing/2014/main" id="{2AF44327-3F0E-4512-BBBD-BF614CBA637E}"/>
                            </a:ext>
                          </a:extLst>
                        </p:cNvPr>
                        <p:cNvCxnSpPr>
                          <a:cxnSpLocks/>
                          <a:stCxn id="140051" idx="6"/>
                          <a:endCxn id="14005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53" name="直線コネクタ 140052">
                          <a:extLst>
                            <a:ext uri="{FF2B5EF4-FFF2-40B4-BE49-F238E27FC236}">
                              <a16:creationId xmlns:a16="http://schemas.microsoft.com/office/drawing/2014/main" id="{2AFE0D3B-882E-44AD-887D-A56FB6830A79}"/>
                            </a:ext>
                          </a:extLst>
                        </p:cNvPr>
                        <p:cNvCxnSpPr>
                          <a:cxnSpLocks/>
                          <a:stCxn id="140051" idx="4"/>
                          <a:endCxn id="14005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43" name="グループ化 140042">
                        <a:extLst>
                          <a:ext uri="{FF2B5EF4-FFF2-40B4-BE49-F238E27FC236}">
                            <a16:creationId xmlns:a16="http://schemas.microsoft.com/office/drawing/2014/main" id="{79B843D2-6168-41DE-B012-91C105E1AC5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48" name="楕円 140047">
                          <a:extLst>
                            <a:ext uri="{FF2B5EF4-FFF2-40B4-BE49-F238E27FC236}">
                              <a16:creationId xmlns:a16="http://schemas.microsoft.com/office/drawing/2014/main" id="{A5EF5094-48D1-431C-A172-6FE1BF7E491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49" name="直線コネクタ 140048">
                          <a:extLst>
                            <a:ext uri="{FF2B5EF4-FFF2-40B4-BE49-F238E27FC236}">
                              <a16:creationId xmlns:a16="http://schemas.microsoft.com/office/drawing/2014/main" id="{CB0D32BA-BDCC-4142-90CF-700581D5DB16}"/>
                            </a:ext>
                          </a:extLst>
                        </p:cNvPr>
                        <p:cNvCxnSpPr>
                          <a:cxnSpLocks/>
                          <a:stCxn id="140048" idx="6"/>
                          <a:endCxn id="14004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50" name="直線コネクタ 140049">
                          <a:extLst>
                            <a:ext uri="{FF2B5EF4-FFF2-40B4-BE49-F238E27FC236}">
                              <a16:creationId xmlns:a16="http://schemas.microsoft.com/office/drawing/2014/main" id="{CB228D27-D424-479B-8AAE-4E110E1C6108}"/>
                            </a:ext>
                          </a:extLst>
                        </p:cNvPr>
                        <p:cNvCxnSpPr>
                          <a:cxnSpLocks/>
                          <a:stCxn id="140048" idx="4"/>
                          <a:endCxn id="14004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40044" name="グループ化 140043">
                        <a:extLst>
                          <a:ext uri="{FF2B5EF4-FFF2-40B4-BE49-F238E27FC236}">
                            <a16:creationId xmlns:a16="http://schemas.microsoft.com/office/drawing/2014/main" id="{D1772B32-B3F3-41C1-B4D3-62860C8F9CA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40045" name="楕円 140044">
                          <a:extLst>
                            <a:ext uri="{FF2B5EF4-FFF2-40B4-BE49-F238E27FC236}">
                              <a16:creationId xmlns:a16="http://schemas.microsoft.com/office/drawing/2014/main" id="{004D4B9E-69E6-45B8-B11B-6B1E7F44FB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40046" name="直線コネクタ 140045">
                          <a:extLst>
                            <a:ext uri="{FF2B5EF4-FFF2-40B4-BE49-F238E27FC236}">
                              <a16:creationId xmlns:a16="http://schemas.microsoft.com/office/drawing/2014/main" id="{AEDF6C45-1E6C-47A6-8127-722EDEA259F4}"/>
                            </a:ext>
                          </a:extLst>
                        </p:cNvPr>
                        <p:cNvCxnSpPr>
                          <a:cxnSpLocks/>
                          <a:stCxn id="140045" idx="6"/>
                          <a:endCxn id="14004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47" name="直線コネクタ 140046">
                          <a:extLst>
                            <a:ext uri="{FF2B5EF4-FFF2-40B4-BE49-F238E27FC236}">
                              <a16:creationId xmlns:a16="http://schemas.microsoft.com/office/drawing/2014/main" id="{F1ECDBF2-CBAB-4A65-A35D-54ADB3E6C42D}"/>
                            </a:ext>
                          </a:extLst>
                        </p:cNvPr>
                        <p:cNvCxnSpPr>
                          <a:cxnSpLocks/>
                          <a:stCxn id="140045" idx="4"/>
                          <a:endCxn id="14004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9455" name="グループ化 139454">
                    <a:extLst>
                      <a:ext uri="{FF2B5EF4-FFF2-40B4-BE49-F238E27FC236}">
                        <a16:creationId xmlns:a16="http://schemas.microsoft.com/office/drawing/2014/main" id="{16693B4B-FFD9-4336-8E57-3B162A1C2F80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85337" y="470003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40002" name="グループ化 140001">
                      <a:extLst>
                        <a:ext uri="{FF2B5EF4-FFF2-40B4-BE49-F238E27FC236}">
                          <a16:creationId xmlns:a16="http://schemas.microsoft.com/office/drawing/2014/main" id="{DF09C424-7852-4BFD-B9C2-E888A4BE81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40027" name="直線コネクタ 140026">
                        <a:extLst>
                          <a:ext uri="{FF2B5EF4-FFF2-40B4-BE49-F238E27FC236}">
                            <a16:creationId xmlns:a16="http://schemas.microsoft.com/office/drawing/2014/main" id="{1C54B062-41E0-4991-B7E3-95B28CDFDC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28" name="直線コネクタ 140027">
                        <a:extLst>
                          <a:ext uri="{FF2B5EF4-FFF2-40B4-BE49-F238E27FC236}">
                            <a16:creationId xmlns:a16="http://schemas.microsoft.com/office/drawing/2014/main" id="{ED192947-75DE-4E7B-AD02-5926A73E0CB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29" name="直線コネクタ 140028">
                        <a:extLst>
                          <a:ext uri="{FF2B5EF4-FFF2-40B4-BE49-F238E27FC236}">
                            <a16:creationId xmlns:a16="http://schemas.microsoft.com/office/drawing/2014/main" id="{E4960927-8ADA-410D-9D6A-24756BB14D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30" name="直線コネクタ 140029">
                        <a:extLst>
                          <a:ext uri="{FF2B5EF4-FFF2-40B4-BE49-F238E27FC236}">
                            <a16:creationId xmlns:a16="http://schemas.microsoft.com/office/drawing/2014/main" id="{2F0B084E-B4EF-462C-955A-843E3888306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31" name="直線コネクタ 140030">
                        <a:extLst>
                          <a:ext uri="{FF2B5EF4-FFF2-40B4-BE49-F238E27FC236}">
                            <a16:creationId xmlns:a16="http://schemas.microsoft.com/office/drawing/2014/main" id="{F73C4B12-D660-43DA-9C7A-B9926470BDC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32" name="直線コネクタ 140031">
                        <a:extLst>
                          <a:ext uri="{FF2B5EF4-FFF2-40B4-BE49-F238E27FC236}">
                            <a16:creationId xmlns:a16="http://schemas.microsoft.com/office/drawing/2014/main" id="{2E5C5FB9-A148-491D-BC96-E1FF0E98B0F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33" name="直線コネクタ 140032">
                        <a:extLst>
                          <a:ext uri="{FF2B5EF4-FFF2-40B4-BE49-F238E27FC236}">
                            <a16:creationId xmlns:a16="http://schemas.microsoft.com/office/drawing/2014/main" id="{FCBABB9B-E30A-4749-8A62-15D51DAFF8E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34" name="直線コネクタ 140033">
                        <a:extLst>
                          <a:ext uri="{FF2B5EF4-FFF2-40B4-BE49-F238E27FC236}">
                            <a16:creationId xmlns:a16="http://schemas.microsoft.com/office/drawing/2014/main" id="{461A67A6-A09D-46DC-B369-656D9BA9D26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35" name="直線コネクタ 140034">
                        <a:extLst>
                          <a:ext uri="{FF2B5EF4-FFF2-40B4-BE49-F238E27FC236}">
                            <a16:creationId xmlns:a16="http://schemas.microsoft.com/office/drawing/2014/main" id="{BD050610-6547-4D09-925D-64A4A423D3D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03" name="グループ化 140002">
                      <a:extLst>
                        <a:ext uri="{FF2B5EF4-FFF2-40B4-BE49-F238E27FC236}">
                          <a16:creationId xmlns:a16="http://schemas.microsoft.com/office/drawing/2014/main" id="{36F42A4E-041D-4BCC-BC5E-EC0ECDE4F4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024" name="楕円 140023">
                        <a:extLst>
                          <a:ext uri="{FF2B5EF4-FFF2-40B4-BE49-F238E27FC236}">
                            <a16:creationId xmlns:a16="http://schemas.microsoft.com/office/drawing/2014/main" id="{21ACF03D-E919-445C-9C3E-B80C5A0B83A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025" name="直線コネクタ 140024">
                        <a:extLst>
                          <a:ext uri="{FF2B5EF4-FFF2-40B4-BE49-F238E27FC236}">
                            <a16:creationId xmlns:a16="http://schemas.microsoft.com/office/drawing/2014/main" id="{8F3F5D44-6C1C-47EA-985F-EB212401FC56}"/>
                          </a:ext>
                        </a:extLst>
                      </p:cNvPr>
                      <p:cNvCxnSpPr>
                        <a:cxnSpLocks/>
                        <a:stCxn id="140024" idx="6"/>
                        <a:endCxn id="14002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26" name="直線コネクタ 140025">
                        <a:extLst>
                          <a:ext uri="{FF2B5EF4-FFF2-40B4-BE49-F238E27FC236}">
                            <a16:creationId xmlns:a16="http://schemas.microsoft.com/office/drawing/2014/main" id="{26DBD9F7-D59F-4ED8-9798-AEF8A4816130}"/>
                          </a:ext>
                        </a:extLst>
                      </p:cNvPr>
                      <p:cNvCxnSpPr>
                        <a:cxnSpLocks/>
                        <a:stCxn id="140024" idx="4"/>
                        <a:endCxn id="14002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04" name="グループ化 140003">
                      <a:extLst>
                        <a:ext uri="{FF2B5EF4-FFF2-40B4-BE49-F238E27FC236}">
                          <a16:creationId xmlns:a16="http://schemas.microsoft.com/office/drawing/2014/main" id="{2D031998-4806-4535-8BA9-0475562176E2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021" name="楕円 140020">
                        <a:extLst>
                          <a:ext uri="{FF2B5EF4-FFF2-40B4-BE49-F238E27FC236}">
                            <a16:creationId xmlns:a16="http://schemas.microsoft.com/office/drawing/2014/main" id="{15D2ED81-FAFD-4EE6-9A0B-1572CD26E73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022" name="直線コネクタ 140021">
                        <a:extLst>
                          <a:ext uri="{FF2B5EF4-FFF2-40B4-BE49-F238E27FC236}">
                            <a16:creationId xmlns:a16="http://schemas.microsoft.com/office/drawing/2014/main" id="{82D48C63-E428-4B94-82DF-5E55FF031518}"/>
                          </a:ext>
                        </a:extLst>
                      </p:cNvPr>
                      <p:cNvCxnSpPr>
                        <a:cxnSpLocks/>
                        <a:stCxn id="140021" idx="6"/>
                        <a:endCxn id="14002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23" name="直線コネクタ 140022">
                        <a:extLst>
                          <a:ext uri="{FF2B5EF4-FFF2-40B4-BE49-F238E27FC236}">
                            <a16:creationId xmlns:a16="http://schemas.microsoft.com/office/drawing/2014/main" id="{84A2F1AC-E18C-41AD-A817-98980842ECD6}"/>
                          </a:ext>
                        </a:extLst>
                      </p:cNvPr>
                      <p:cNvCxnSpPr>
                        <a:cxnSpLocks/>
                        <a:stCxn id="140021" idx="4"/>
                        <a:endCxn id="14002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05" name="グループ化 140004">
                      <a:extLst>
                        <a:ext uri="{FF2B5EF4-FFF2-40B4-BE49-F238E27FC236}">
                          <a16:creationId xmlns:a16="http://schemas.microsoft.com/office/drawing/2014/main" id="{73DA8908-C062-4BB7-BA27-11045A981FBA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018" name="楕円 140017">
                        <a:extLst>
                          <a:ext uri="{FF2B5EF4-FFF2-40B4-BE49-F238E27FC236}">
                            <a16:creationId xmlns:a16="http://schemas.microsoft.com/office/drawing/2014/main" id="{0E61EF1C-96D9-4B7A-BE6B-9AAF7AE6BF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019" name="直線コネクタ 140018">
                        <a:extLst>
                          <a:ext uri="{FF2B5EF4-FFF2-40B4-BE49-F238E27FC236}">
                            <a16:creationId xmlns:a16="http://schemas.microsoft.com/office/drawing/2014/main" id="{CD23E130-ED12-405E-A2E3-B567158E4EA5}"/>
                          </a:ext>
                        </a:extLst>
                      </p:cNvPr>
                      <p:cNvCxnSpPr>
                        <a:cxnSpLocks/>
                        <a:stCxn id="140018" idx="6"/>
                        <a:endCxn id="14001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20" name="直線コネクタ 140019">
                        <a:extLst>
                          <a:ext uri="{FF2B5EF4-FFF2-40B4-BE49-F238E27FC236}">
                            <a16:creationId xmlns:a16="http://schemas.microsoft.com/office/drawing/2014/main" id="{876A1A99-5820-4668-9FED-B85DD22F834F}"/>
                          </a:ext>
                        </a:extLst>
                      </p:cNvPr>
                      <p:cNvCxnSpPr>
                        <a:cxnSpLocks/>
                        <a:stCxn id="140018" idx="4"/>
                        <a:endCxn id="14001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06" name="グループ化 140005">
                      <a:extLst>
                        <a:ext uri="{FF2B5EF4-FFF2-40B4-BE49-F238E27FC236}">
                          <a16:creationId xmlns:a16="http://schemas.microsoft.com/office/drawing/2014/main" id="{4497253A-E1D7-4145-8E8B-D072BA0B1C4D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015" name="楕円 140014">
                        <a:extLst>
                          <a:ext uri="{FF2B5EF4-FFF2-40B4-BE49-F238E27FC236}">
                            <a16:creationId xmlns:a16="http://schemas.microsoft.com/office/drawing/2014/main" id="{100D6723-962C-4086-952B-9898C88514F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016" name="直線コネクタ 140015">
                        <a:extLst>
                          <a:ext uri="{FF2B5EF4-FFF2-40B4-BE49-F238E27FC236}">
                            <a16:creationId xmlns:a16="http://schemas.microsoft.com/office/drawing/2014/main" id="{AFB4DEF9-2D56-4E8D-BCD8-0A8842327324}"/>
                          </a:ext>
                        </a:extLst>
                      </p:cNvPr>
                      <p:cNvCxnSpPr>
                        <a:cxnSpLocks/>
                        <a:stCxn id="140015" idx="6"/>
                        <a:endCxn id="14001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17" name="直線コネクタ 140016">
                        <a:extLst>
                          <a:ext uri="{FF2B5EF4-FFF2-40B4-BE49-F238E27FC236}">
                            <a16:creationId xmlns:a16="http://schemas.microsoft.com/office/drawing/2014/main" id="{73E48DB5-D7E7-45CF-BF49-4BBCE8CEDED9}"/>
                          </a:ext>
                        </a:extLst>
                      </p:cNvPr>
                      <p:cNvCxnSpPr>
                        <a:cxnSpLocks/>
                        <a:stCxn id="140015" idx="4"/>
                        <a:endCxn id="14001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07" name="グループ化 140006">
                      <a:extLst>
                        <a:ext uri="{FF2B5EF4-FFF2-40B4-BE49-F238E27FC236}">
                          <a16:creationId xmlns:a16="http://schemas.microsoft.com/office/drawing/2014/main" id="{D56E3546-A3B4-4DF5-A642-5368CF87E1D1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012" name="楕円 140011">
                        <a:extLst>
                          <a:ext uri="{FF2B5EF4-FFF2-40B4-BE49-F238E27FC236}">
                            <a16:creationId xmlns:a16="http://schemas.microsoft.com/office/drawing/2014/main" id="{BDBB91BB-3710-4DFA-8D4A-57388BC906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013" name="直線コネクタ 140012">
                        <a:extLst>
                          <a:ext uri="{FF2B5EF4-FFF2-40B4-BE49-F238E27FC236}">
                            <a16:creationId xmlns:a16="http://schemas.microsoft.com/office/drawing/2014/main" id="{F5D5B305-9EDF-4291-A88B-8C2E429E5777}"/>
                          </a:ext>
                        </a:extLst>
                      </p:cNvPr>
                      <p:cNvCxnSpPr>
                        <a:cxnSpLocks/>
                        <a:stCxn id="140012" idx="6"/>
                        <a:endCxn id="14001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14" name="直線コネクタ 140013">
                        <a:extLst>
                          <a:ext uri="{FF2B5EF4-FFF2-40B4-BE49-F238E27FC236}">
                            <a16:creationId xmlns:a16="http://schemas.microsoft.com/office/drawing/2014/main" id="{4291572A-838F-4C81-BB3A-BD81310F1A08}"/>
                          </a:ext>
                        </a:extLst>
                      </p:cNvPr>
                      <p:cNvCxnSpPr>
                        <a:cxnSpLocks/>
                        <a:stCxn id="140012" idx="4"/>
                        <a:endCxn id="14001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0008" name="グループ化 140007">
                      <a:extLst>
                        <a:ext uri="{FF2B5EF4-FFF2-40B4-BE49-F238E27FC236}">
                          <a16:creationId xmlns:a16="http://schemas.microsoft.com/office/drawing/2014/main" id="{4BE2702A-DEF0-4023-A3E1-BE74C708C49C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40009" name="楕円 140008">
                        <a:extLst>
                          <a:ext uri="{FF2B5EF4-FFF2-40B4-BE49-F238E27FC236}">
                            <a16:creationId xmlns:a16="http://schemas.microsoft.com/office/drawing/2014/main" id="{CA7523D6-56C3-4E46-A6DB-E59D929A39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40010" name="直線コネクタ 140009">
                        <a:extLst>
                          <a:ext uri="{FF2B5EF4-FFF2-40B4-BE49-F238E27FC236}">
                            <a16:creationId xmlns:a16="http://schemas.microsoft.com/office/drawing/2014/main" id="{80B509F2-9A52-475F-8E81-EA5CB16E1759}"/>
                          </a:ext>
                        </a:extLst>
                      </p:cNvPr>
                      <p:cNvCxnSpPr>
                        <a:cxnSpLocks/>
                        <a:stCxn id="140009" idx="6"/>
                        <a:endCxn id="14000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0011" name="直線コネクタ 140010">
                        <a:extLst>
                          <a:ext uri="{FF2B5EF4-FFF2-40B4-BE49-F238E27FC236}">
                            <a16:creationId xmlns:a16="http://schemas.microsoft.com/office/drawing/2014/main" id="{6C9EA4C4-7F58-45DD-9466-B36D251E16CC}"/>
                          </a:ext>
                        </a:extLst>
                      </p:cNvPr>
                      <p:cNvCxnSpPr>
                        <a:cxnSpLocks/>
                        <a:stCxn id="140009" idx="4"/>
                        <a:endCxn id="14000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9456" name="グループ化 139455">
                    <a:extLst>
                      <a:ext uri="{FF2B5EF4-FFF2-40B4-BE49-F238E27FC236}">
                        <a16:creationId xmlns:a16="http://schemas.microsoft.com/office/drawing/2014/main" id="{DB802AEA-42B1-4198-ABC8-A3C74C6FF1B7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087459" y="563710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9947" name="グループ化 139946">
                      <a:extLst>
                        <a:ext uri="{FF2B5EF4-FFF2-40B4-BE49-F238E27FC236}">
                          <a16:creationId xmlns:a16="http://schemas.microsoft.com/office/drawing/2014/main" id="{04EF844B-E94C-42B7-94A5-A537DB7F55AE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9976" name="グループ化 139975">
                        <a:extLst>
                          <a:ext uri="{FF2B5EF4-FFF2-40B4-BE49-F238E27FC236}">
                            <a16:creationId xmlns:a16="http://schemas.microsoft.com/office/drawing/2014/main" id="{BE8FA942-8134-4BDE-B905-3A2A841F14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997" name="直線コネクタ 139996">
                          <a:extLst>
                            <a:ext uri="{FF2B5EF4-FFF2-40B4-BE49-F238E27FC236}">
                              <a16:creationId xmlns:a16="http://schemas.microsoft.com/office/drawing/2014/main" id="{37F068A4-D479-46A9-8B12-813FECE2017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98" name="直線コネクタ 139997">
                          <a:extLst>
                            <a:ext uri="{FF2B5EF4-FFF2-40B4-BE49-F238E27FC236}">
                              <a16:creationId xmlns:a16="http://schemas.microsoft.com/office/drawing/2014/main" id="{D8CE17BB-70FA-4B13-87CF-34536411FF0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99" name="直線コネクタ 139998">
                          <a:extLst>
                            <a:ext uri="{FF2B5EF4-FFF2-40B4-BE49-F238E27FC236}">
                              <a16:creationId xmlns:a16="http://schemas.microsoft.com/office/drawing/2014/main" id="{4DD14009-E24A-4C08-94A1-5F6B7168585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00" name="直線コネクタ 139999">
                          <a:extLst>
                            <a:ext uri="{FF2B5EF4-FFF2-40B4-BE49-F238E27FC236}">
                              <a16:creationId xmlns:a16="http://schemas.microsoft.com/office/drawing/2014/main" id="{E1312A50-9F27-4160-AF1F-756F2D8D8EC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40001" name="直線コネクタ 140000">
                          <a:extLst>
                            <a:ext uri="{FF2B5EF4-FFF2-40B4-BE49-F238E27FC236}">
                              <a16:creationId xmlns:a16="http://schemas.microsoft.com/office/drawing/2014/main" id="{91C3695B-54D7-43E9-A2F1-951571D85FD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77" name="グループ化 139976">
                        <a:extLst>
                          <a:ext uri="{FF2B5EF4-FFF2-40B4-BE49-F238E27FC236}">
                            <a16:creationId xmlns:a16="http://schemas.microsoft.com/office/drawing/2014/main" id="{3EDD20B3-B759-41E0-84E8-76B72BA82B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94" name="楕円 139993">
                          <a:extLst>
                            <a:ext uri="{FF2B5EF4-FFF2-40B4-BE49-F238E27FC236}">
                              <a16:creationId xmlns:a16="http://schemas.microsoft.com/office/drawing/2014/main" id="{C3E4F2E4-FE6B-492A-821E-3034A1026DE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95" name="直線コネクタ 139994">
                          <a:extLst>
                            <a:ext uri="{FF2B5EF4-FFF2-40B4-BE49-F238E27FC236}">
                              <a16:creationId xmlns:a16="http://schemas.microsoft.com/office/drawing/2014/main" id="{9052D7CB-044B-48AE-9416-5DA6554C73A1}"/>
                            </a:ext>
                          </a:extLst>
                        </p:cNvPr>
                        <p:cNvCxnSpPr>
                          <a:cxnSpLocks/>
                          <a:stCxn id="139994" idx="6"/>
                          <a:endCxn id="13999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96" name="直線コネクタ 139995">
                          <a:extLst>
                            <a:ext uri="{FF2B5EF4-FFF2-40B4-BE49-F238E27FC236}">
                              <a16:creationId xmlns:a16="http://schemas.microsoft.com/office/drawing/2014/main" id="{08ABEBCC-3294-4236-8A97-AC8B2E6C112C}"/>
                            </a:ext>
                          </a:extLst>
                        </p:cNvPr>
                        <p:cNvCxnSpPr>
                          <a:cxnSpLocks/>
                          <a:stCxn id="139994" idx="4"/>
                          <a:endCxn id="13999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78" name="グループ化 139977">
                        <a:extLst>
                          <a:ext uri="{FF2B5EF4-FFF2-40B4-BE49-F238E27FC236}">
                            <a16:creationId xmlns:a16="http://schemas.microsoft.com/office/drawing/2014/main" id="{9BDD1D2C-9876-4EB9-B85F-31EB72ACC0A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91" name="楕円 139990">
                          <a:extLst>
                            <a:ext uri="{FF2B5EF4-FFF2-40B4-BE49-F238E27FC236}">
                              <a16:creationId xmlns:a16="http://schemas.microsoft.com/office/drawing/2014/main" id="{3B0FA902-8251-40D6-89CE-2818D39A24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92" name="直線コネクタ 139991">
                          <a:extLst>
                            <a:ext uri="{FF2B5EF4-FFF2-40B4-BE49-F238E27FC236}">
                              <a16:creationId xmlns:a16="http://schemas.microsoft.com/office/drawing/2014/main" id="{57CA7881-8537-4A7E-AC09-6FBE8F7EC355}"/>
                            </a:ext>
                          </a:extLst>
                        </p:cNvPr>
                        <p:cNvCxnSpPr>
                          <a:cxnSpLocks/>
                          <a:stCxn id="139991" idx="6"/>
                          <a:endCxn id="13999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93" name="直線コネクタ 139992">
                          <a:extLst>
                            <a:ext uri="{FF2B5EF4-FFF2-40B4-BE49-F238E27FC236}">
                              <a16:creationId xmlns:a16="http://schemas.microsoft.com/office/drawing/2014/main" id="{C293A817-5C35-478E-AF5D-F09B383B53A7}"/>
                            </a:ext>
                          </a:extLst>
                        </p:cNvPr>
                        <p:cNvCxnSpPr>
                          <a:cxnSpLocks/>
                          <a:stCxn id="139991" idx="4"/>
                          <a:endCxn id="13999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79" name="グループ化 139978">
                        <a:extLst>
                          <a:ext uri="{FF2B5EF4-FFF2-40B4-BE49-F238E27FC236}">
                            <a16:creationId xmlns:a16="http://schemas.microsoft.com/office/drawing/2014/main" id="{981BE5C2-584C-4FA2-AD62-C5C6918DCB8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88" name="楕円 139987">
                          <a:extLst>
                            <a:ext uri="{FF2B5EF4-FFF2-40B4-BE49-F238E27FC236}">
                              <a16:creationId xmlns:a16="http://schemas.microsoft.com/office/drawing/2014/main" id="{BD676C04-BBFB-4BC7-BD52-0EA2F10394D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89" name="直線コネクタ 139988">
                          <a:extLst>
                            <a:ext uri="{FF2B5EF4-FFF2-40B4-BE49-F238E27FC236}">
                              <a16:creationId xmlns:a16="http://schemas.microsoft.com/office/drawing/2014/main" id="{13E4AAE7-6474-4A1C-B426-DDF02544A741}"/>
                            </a:ext>
                          </a:extLst>
                        </p:cNvPr>
                        <p:cNvCxnSpPr>
                          <a:cxnSpLocks/>
                          <a:stCxn id="139988" idx="6"/>
                          <a:endCxn id="13998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90" name="直線コネクタ 139989">
                          <a:extLst>
                            <a:ext uri="{FF2B5EF4-FFF2-40B4-BE49-F238E27FC236}">
                              <a16:creationId xmlns:a16="http://schemas.microsoft.com/office/drawing/2014/main" id="{DA035351-5DBD-4601-A775-89838F74C64E}"/>
                            </a:ext>
                          </a:extLst>
                        </p:cNvPr>
                        <p:cNvCxnSpPr>
                          <a:cxnSpLocks/>
                          <a:stCxn id="139988" idx="4"/>
                          <a:endCxn id="13998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80" name="グループ化 139979">
                        <a:extLst>
                          <a:ext uri="{FF2B5EF4-FFF2-40B4-BE49-F238E27FC236}">
                            <a16:creationId xmlns:a16="http://schemas.microsoft.com/office/drawing/2014/main" id="{12FA68DE-6841-4071-A020-C3BA57012FC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85" name="楕円 139984">
                          <a:extLst>
                            <a:ext uri="{FF2B5EF4-FFF2-40B4-BE49-F238E27FC236}">
                              <a16:creationId xmlns:a16="http://schemas.microsoft.com/office/drawing/2014/main" id="{F2EF1783-527A-42CD-993F-1E2430EE6F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86" name="直線コネクタ 139985">
                          <a:extLst>
                            <a:ext uri="{FF2B5EF4-FFF2-40B4-BE49-F238E27FC236}">
                              <a16:creationId xmlns:a16="http://schemas.microsoft.com/office/drawing/2014/main" id="{19DA0BEE-B8D0-486D-9122-D2C792CF2F8E}"/>
                            </a:ext>
                          </a:extLst>
                        </p:cNvPr>
                        <p:cNvCxnSpPr>
                          <a:cxnSpLocks/>
                          <a:stCxn id="139985" idx="6"/>
                          <a:endCxn id="13998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87" name="直線コネクタ 139986">
                          <a:extLst>
                            <a:ext uri="{FF2B5EF4-FFF2-40B4-BE49-F238E27FC236}">
                              <a16:creationId xmlns:a16="http://schemas.microsoft.com/office/drawing/2014/main" id="{D7FF24AC-7890-4C98-ACAD-5AC37779CC50}"/>
                            </a:ext>
                          </a:extLst>
                        </p:cNvPr>
                        <p:cNvCxnSpPr>
                          <a:cxnSpLocks/>
                          <a:stCxn id="139985" idx="4"/>
                          <a:endCxn id="13998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81" name="グループ化 139980">
                        <a:extLst>
                          <a:ext uri="{FF2B5EF4-FFF2-40B4-BE49-F238E27FC236}">
                            <a16:creationId xmlns:a16="http://schemas.microsoft.com/office/drawing/2014/main" id="{91385053-A4BB-476D-AD96-558DFA2B7AD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82" name="楕円 139981">
                          <a:extLst>
                            <a:ext uri="{FF2B5EF4-FFF2-40B4-BE49-F238E27FC236}">
                              <a16:creationId xmlns:a16="http://schemas.microsoft.com/office/drawing/2014/main" id="{BA8C5588-00BA-4C82-9C3B-ADF4747BB83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83" name="直線コネクタ 139982">
                          <a:extLst>
                            <a:ext uri="{FF2B5EF4-FFF2-40B4-BE49-F238E27FC236}">
                              <a16:creationId xmlns:a16="http://schemas.microsoft.com/office/drawing/2014/main" id="{65CAE7E6-0A59-4349-BE9D-2879E6A47F00}"/>
                            </a:ext>
                          </a:extLst>
                        </p:cNvPr>
                        <p:cNvCxnSpPr>
                          <a:cxnSpLocks/>
                          <a:stCxn id="139982" idx="6"/>
                          <a:endCxn id="13998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84" name="直線コネクタ 139983">
                          <a:extLst>
                            <a:ext uri="{FF2B5EF4-FFF2-40B4-BE49-F238E27FC236}">
                              <a16:creationId xmlns:a16="http://schemas.microsoft.com/office/drawing/2014/main" id="{FAEEB60F-B9E0-4BBC-AB83-2B052BFBE05B}"/>
                            </a:ext>
                          </a:extLst>
                        </p:cNvPr>
                        <p:cNvCxnSpPr>
                          <a:cxnSpLocks/>
                          <a:stCxn id="139982" idx="4"/>
                          <a:endCxn id="13998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9948" name="楕円 139947">
                      <a:extLst>
                        <a:ext uri="{FF2B5EF4-FFF2-40B4-BE49-F238E27FC236}">
                          <a16:creationId xmlns:a16="http://schemas.microsoft.com/office/drawing/2014/main" id="{12584CD7-D9E8-4BB9-9A76-7B370017FC7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9949" name="グループ化 139948">
                      <a:extLst>
                        <a:ext uri="{FF2B5EF4-FFF2-40B4-BE49-F238E27FC236}">
                          <a16:creationId xmlns:a16="http://schemas.microsoft.com/office/drawing/2014/main" id="{1BA34460-BE00-4678-85CD-6EE8D7454651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9950" name="グループ化 139949">
                        <a:extLst>
                          <a:ext uri="{FF2B5EF4-FFF2-40B4-BE49-F238E27FC236}">
                            <a16:creationId xmlns:a16="http://schemas.microsoft.com/office/drawing/2014/main" id="{23D079DE-1ED5-4D53-9269-9F175F13DD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971" name="直線コネクタ 139970">
                          <a:extLst>
                            <a:ext uri="{FF2B5EF4-FFF2-40B4-BE49-F238E27FC236}">
                              <a16:creationId xmlns:a16="http://schemas.microsoft.com/office/drawing/2014/main" id="{11260F48-8D70-4CC7-ACFD-1E8FB7EF7DA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72" name="直線コネクタ 139971">
                          <a:extLst>
                            <a:ext uri="{FF2B5EF4-FFF2-40B4-BE49-F238E27FC236}">
                              <a16:creationId xmlns:a16="http://schemas.microsoft.com/office/drawing/2014/main" id="{E4C81BAF-A085-455B-8814-9881E602CA6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73" name="直線コネクタ 139972">
                          <a:extLst>
                            <a:ext uri="{FF2B5EF4-FFF2-40B4-BE49-F238E27FC236}">
                              <a16:creationId xmlns:a16="http://schemas.microsoft.com/office/drawing/2014/main" id="{3E9FA242-AE82-4F84-A823-9391AC6B620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74" name="直線コネクタ 139973">
                          <a:extLst>
                            <a:ext uri="{FF2B5EF4-FFF2-40B4-BE49-F238E27FC236}">
                              <a16:creationId xmlns:a16="http://schemas.microsoft.com/office/drawing/2014/main" id="{BD499098-A855-45CC-9D78-0230B0A1141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75" name="直線コネクタ 139974">
                          <a:extLst>
                            <a:ext uri="{FF2B5EF4-FFF2-40B4-BE49-F238E27FC236}">
                              <a16:creationId xmlns:a16="http://schemas.microsoft.com/office/drawing/2014/main" id="{346CD806-C9E5-409D-9B24-61CB6DD4E4B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51" name="グループ化 139950">
                        <a:extLst>
                          <a:ext uri="{FF2B5EF4-FFF2-40B4-BE49-F238E27FC236}">
                            <a16:creationId xmlns:a16="http://schemas.microsoft.com/office/drawing/2014/main" id="{4FBD08DB-F022-4AA2-80CC-1638531CAF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68" name="楕円 139967">
                          <a:extLst>
                            <a:ext uri="{FF2B5EF4-FFF2-40B4-BE49-F238E27FC236}">
                              <a16:creationId xmlns:a16="http://schemas.microsoft.com/office/drawing/2014/main" id="{BC687BF9-F3B3-4BF3-B5B8-FE54ABBAF0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69" name="直線コネクタ 139968">
                          <a:extLst>
                            <a:ext uri="{FF2B5EF4-FFF2-40B4-BE49-F238E27FC236}">
                              <a16:creationId xmlns:a16="http://schemas.microsoft.com/office/drawing/2014/main" id="{20382B2F-7A72-4CD9-938F-4A9D46F9E7B9}"/>
                            </a:ext>
                          </a:extLst>
                        </p:cNvPr>
                        <p:cNvCxnSpPr>
                          <a:cxnSpLocks/>
                          <a:stCxn id="139968" idx="6"/>
                          <a:endCxn id="13996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70" name="直線コネクタ 139969">
                          <a:extLst>
                            <a:ext uri="{FF2B5EF4-FFF2-40B4-BE49-F238E27FC236}">
                              <a16:creationId xmlns:a16="http://schemas.microsoft.com/office/drawing/2014/main" id="{DFF586CB-A9FE-4063-80BF-16B813015EFD}"/>
                            </a:ext>
                          </a:extLst>
                        </p:cNvPr>
                        <p:cNvCxnSpPr>
                          <a:cxnSpLocks/>
                          <a:stCxn id="139968" idx="4"/>
                          <a:endCxn id="13996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52" name="グループ化 139951">
                        <a:extLst>
                          <a:ext uri="{FF2B5EF4-FFF2-40B4-BE49-F238E27FC236}">
                            <a16:creationId xmlns:a16="http://schemas.microsoft.com/office/drawing/2014/main" id="{AE858E09-4EBF-4569-A8AA-5DFB188501C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65" name="楕円 139964">
                          <a:extLst>
                            <a:ext uri="{FF2B5EF4-FFF2-40B4-BE49-F238E27FC236}">
                              <a16:creationId xmlns:a16="http://schemas.microsoft.com/office/drawing/2014/main" id="{3192A6C3-E77A-4554-AAE8-C333845386E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66" name="直線コネクタ 139965">
                          <a:extLst>
                            <a:ext uri="{FF2B5EF4-FFF2-40B4-BE49-F238E27FC236}">
                              <a16:creationId xmlns:a16="http://schemas.microsoft.com/office/drawing/2014/main" id="{14A57C40-51D6-4D7A-AF2E-B3D9D038A783}"/>
                            </a:ext>
                          </a:extLst>
                        </p:cNvPr>
                        <p:cNvCxnSpPr>
                          <a:cxnSpLocks/>
                          <a:stCxn id="139965" idx="6"/>
                          <a:endCxn id="13996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67" name="直線コネクタ 139966">
                          <a:extLst>
                            <a:ext uri="{FF2B5EF4-FFF2-40B4-BE49-F238E27FC236}">
                              <a16:creationId xmlns:a16="http://schemas.microsoft.com/office/drawing/2014/main" id="{C99DFBC2-8E8D-4340-A0F0-F3879DDBB68F}"/>
                            </a:ext>
                          </a:extLst>
                        </p:cNvPr>
                        <p:cNvCxnSpPr>
                          <a:cxnSpLocks/>
                          <a:stCxn id="139965" idx="4"/>
                          <a:endCxn id="13996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53" name="グループ化 139952">
                        <a:extLst>
                          <a:ext uri="{FF2B5EF4-FFF2-40B4-BE49-F238E27FC236}">
                            <a16:creationId xmlns:a16="http://schemas.microsoft.com/office/drawing/2014/main" id="{D61D42C0-A644-4835-B2D1-01A21BC2B01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62" name="楕円 139961">
                          <a:extLst>
                            <a:ext uri="{FF2B5EF4-FFF2-40B4-BE49-F238E27FC236}">
                              <a16:creationId xmlns:a16="http://schemas.microsoft.com/office/drawing/2014/main" id="{21BB4607-51FA-4DAF-A16C-F0ABC937A5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63" name="直線コネクタ 139962">
                          <a:extLst>
                            <a:ext uri="{FF2B5EF4-FFF2-40B4-BE49-F238E27FC236}">
                              <a16:creationId xmlns:a16="http://schemas.microsoft.com/office/drawing/2014/main" id="{E2A76BDF-6DE1-4117-A0FC-933504ECCE1C}"/>
                            </a:ext>
                          </a:extLst>
                        </p:cNvPr>
                        <p:cNvCxnSpPr>
                          <a:cxnSpLocks/>
                          <a:stCxn id="139962" idx="6"/>
                          <a:endCxn id="13996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64" name="直線コネクタ 139963">
                          <a:extLst>
                            <a:ext uri="{FF2B5EF4-FFF2-40B4-BE49-F238E27FC236}">
                              <a16:creationId xmlns:a16="http://schemas.microsoft.com/office/drawing/2014/main" id="{FCF450C6-BC10-4AC0-9DF9-B65CD96A846A}"/>
                            </a:ext>
                          </a:extLst>
                        </p:cNvPr>
                        <p:cNvCxnSpPr>
                          <a:cxnSpLocks/>
                          <a:stCxn id="139962" idx="4"/>
                          <a:endCxn id="13996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54" name="グループ化 139953">
                        <a:extLst>
                          <a:ext uri="{FF2B5EF4-FFF2-40B4-BE49-F238E27FC236}">
                            <a16:creationId xmlns:a16="http://schemas.microsoft.com/office/drawing/2014/main" id="{CD342166-1D59-44E7-B184-0A749E4ACB7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59" name="楕円 139958">
                          <a:extLst>
                            <a:ext uri="{FF2B5EF4-FFF2-40B4-BE49-F238E27FC236}">
                              <a16:creationId xmlns:a16="http://schemas.microsoft.com/office/drawing/2014/main" id="{E199966F-F2C9-4F5F-B29B-C4F4CBD532D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60" name="直線コネクタ 139959">
                          <a:extLst>
                            <a:ext uri="{FF2B5EF4-FFF2-40B4-BE49-F238E27FC236}">
                              <a16:creationId xmlns:a16="http://schemas.microsoft.com/office/drawing/2014/main" id="{55CC57BB-872B-4F05-8BD3-92266C6F67F7}"/>
                            </a:ext>
                          </a:extLst>
                        </p:cNvPr>
                        <p:cNvCxnSpPr>
                          <a:cxnSpLocks/>
                          <a:stCxn id="139959" idx="6"/>
                          <a:endCxn id="13995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61" name="直線コネクタ 139960">
                          <a:extLst>
                            <a:ext uri="{FF2B5EF4-FFF2-40B4-BE49-F238E27FC236}">
                              <a16:creationId xmlns:a16="http://schemas.microsoft.com/office/drawing/2014/main" id="{40E61118-7E87-4A83-8746-9A0F49A306EA}"/>
                            </a:ext>
                          </a:extLst>
                        </p:cNvPr>
                        <p:cNvCxnSpPr>
                          <a:cxnSpLocks/>
                          <a:stCxn id="139959" idx="4"/>
                          <a:endCxn id="13995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955" name="グループ化 139954">
                        <a:extLst>
                          <a:ext uri="{FF2B5EF4-FFF2-40B4-BE49-F238E27FC236}">
                            <a16:creationId xmlns:a16="http://schemas.microsoft.com/office/drawing/2014/main" id="{2312E692-EF86-4D00-95D2-D545A53CF86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56" name="楕円 139955">
                          <a:extLst>
                            <a:ext uri="{FF2B5EF4-FFF2-40B4-BE49-F238E27FC236}">
                              <a16:creationId xmlns:a16="http://schemas.microsoft.com/office/drawing/2014/main" id="{6DEF26B5-4D25-47E2-B386-A8F39A891E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57" name="直線コネクタ 139956">
                          <a:extLst>
                            <a:ext uri="{FF2B5EF4-FFF2-40B4-BE49-F238E27FC236}">
                              <a16:creationId xmlns:a16="http://schemas.microsoft.com/office/drawing/2014/main" id="{C47CF179-B108-4B68-8CDD-0605B01F6172}"/>
                            </a:ext>
                          </a:extLst>
                        </p:cNvPr>
                        <p:cNvCxnSpPr>
                          <a:cxnSpLocks/>
                          <a:stCxn id="139956" idx="6"/>
                          <a:endCxn id="13995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58" name="直線コネクタ 139957">
                          <a:extLst>
                            <a:ext uri="{FF2B5EF4-FFF2-40B4-BE49-F238E27FC236}">
                              <a16:creationId xmlns:a16="http://schemas.microsoft.com/office/drawing/2014/main" id="{7A892F86-A7A9-4D7E-B299-5BDC3866A9FF}"/>
                            </a:ext>
                          </a:extLst>
                        </p:cNvPr>
                        <p:cNvCxnSpPr>
                          <a:cxnSpLocks/>
                          <a:stCxn id="139956" idx="4"/>
                          <a:endCxn id="13995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9457" name="グループ化 139456">
                    <a:extLst>
                      <a:ext uri="{FF2B5EF4-FFF2-40B4-BE49-F238E27FC236}">
                        <a16:creationId xmlns:a16="http://schemas.microsoft.com/office/drawing/2014/main" id="{4B15664D-BA6F-4676-8BE6-8DAD6EEA1295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131813" y="529159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9913" name="グループ化 139912">
                      <a:extLst>
                        <a:ext uri="{FF2B5EF4-FFF2-40B4-BE49-F238E27FC236}">
                          <a16:creationId xmlns:a16="http://schemas.microsoft.com/office/drawing/2014/main" id="{9C260D37-AE04-493F-81FC-399AF93294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9938" name="直線コネクタ 139937">
                        <a:extLst>
                          <a:ext uri="{FF2B5EF4-FFF2-40B4-BE49-F238E27FC236}">
                            <a16:creationId xmlns:a16="http://schemas.microsoft.com/office/drawing/2014/main" id="{CB7E736C-4CEF-4537-8918-CCB8E842884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39" name="直線コネクタ 139938">
                        <a:extLst>
                          <a:ext uri="{FF2B5EF4-FFF2-40B4-BE49-F238E27FC236}">
                            <a16:creationId xmlns:a16="http://schemas.microsoft.com/office/drawing/2014/main" id="{8DC6126A-53E3-46E4-8133-CFECE091CCB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40" name="直線コネクタ 139939">
                        <a:extLst>
                          <a:ext uri="{FF2B5EF4-FFF2-40B4-BE49-F238E27FC236}">
                            <a16:creationId xmlns:a16="http://schemas.microsoft.com/office/drawing/2014/main" id="{072B9886-49D8-49EE-9A92-17F973320E2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41" name="直線コネクタ 139940">
                        <a:extLst>
                          <a:ext uri="{FF2B5EF4-FFF2-40B4-BE49-F238E27FC236}">
                            <a16:creationId xmlns:a16="http://schemas.microsoft.com/office/drawing/2014/main" id="{FC0961A8-BA8D-45F7-B08E-D075AF0AA2C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42" name="直線コネクタ 139941">
                        <a:extLst>
                          <a:ext uri="{FF2B5EF4-FFF2-40B4-BE49-F238E27FC236}">
                            <a16:creationId xmlns:a16="http://schemas.microsoft.com/office/drawing/2014/main" id="{A43FF908-37F2-4B38-ABF2-354E2F8181E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43" name="直線コネクタ 139942">
                        <a:extLst>
                          <a:ext uri="{FF2B5EF4-FFF2-40B4-BE49-F238E27FC236}">
                            <a16:creationId xmlns:a16="http://schemas.microsoft.com/office/drawing/2014/main" id="{D1F02E2A-45FF-47A2-A2EB-AA62992B21C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44" name="直線コネクタ 139943">
                        <a:extLst>
                          <a:ext uri="{FF2B5EF4-FFF2-40B4-BE49-F238E27FC236}">
                            <a16:creationId xmlns:a16="http://schemas.microsoft.com/office/drawing/2014/main" id="{E864004E-6981-4459-8BEA-815B43C2D6F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45" name="直線コネクタ 139944">
                        <a:extLst>
                          <a:ext uri="{FF2B5EF4-FFF2-40B4-BE49-F238E27FC236}">
                            <a16:creationId xmlns:a16="http://schemas.microsoft.com/office/drawing/2014/main" id="{B7BFAD9C-7357-463C-AB3D-240E91462A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46" name="直線コネクタ 139945">
                        <a:extLst>
                          <a:ext uri="{FF2B5EF4-FFF2-40B4-BE49-F238E27FC236}">
                            <a16:creationId xmlns:a16="http://schemas.microsoft.com/office/drawing/2014/main" id="{9D92A7AF-BC79-40EB-A699-D8D725AD4C2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914" name="グループ化 139913">
                      <a:extLst>
                        <a:ext uri="{FF2B5EF4-FFF2-40B4-BE49-F238E27FC236}">
                          <a16:creationId xmlns:a16="http://schemas.microsoft.com/office/drawing/2014/main" id="{2F7F6872-DDDE-4382-8215-9B81BCC970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935" name="楕円 139934">
                        <a:extLst>
                          <a:ext uri="{FF2B5EF4-FFF2-40B4-BE49-F238E27FC236}">
                            <a16:creationId xmlns:a16="http://schemas.microsoft.com/office/drawing/2014/main" id="{0657980C-3004-4CBB-9254-E174C778DD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936" name="直線コネクタ 139935">
                        <a:extLst>
                          <a:ext uri="{FF2B5EF4-FFF2-40B4-BE49-F238E27FC236}">
                            <a16:creationId xmlns:a16="http://schemas.microsoft.com/office/drawing/2014/main" id="{84042D31-E490-41F4-8950-326C48BF953D}"/>
                          </a:ext>
                        </a:extLst>
                      </p:cNvPr>
                      <p:cNvCxnSpPr>
                        <a:cxnSpLocks/>
                        <a:stCxn id="139935" idx="6"/>
                        <a:endCxn id="13993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37" name="直線コネクタ 139936">
                        <a:extLst>
                          <a:ext uri="{FF2B5EF4-FFF2-40B4-BE49-F238E27FC236}">
                            <a16:creationId xmlns:a16="http://schemas.microsoft.com/office/drawing/2014/main" id="{E655DE37-4126-4243-9A74-519813B865BB}"/>
                          </a:ext>
                        </a:extLst>
                      </p:cNvPr>
                      <p:cNvCxnSpPr>
                        <a:cxnSpLocks/>
                        <a:stCxn id="139935" idx="4"/>
                        <a:endCxn id="13993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915" name="グループ化 139914">
                      <a:extLst>
                        <a:ext uri="{FF2B5EF4-FFF2-40B4-BE49-F238E27FC236}">
                          <a16:creationId xmlns:a16="http://schemas.microsoft.com/office/drawing/2014/main" id="{906AB893-0C2C-4305-AD0E-37DECD69EDE7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932" name="楕円 139931">
                        <a:extLst>
                          <a:ext uri="{FF2B5EF4-FFF2-40B4-BE49-F238E27FC236}">
                            <a16:creationId xmlns:a16="http://schemas.microsoft.com/office/drawing/2014/main" id="{7C70992F-AF3B-491B-8DDD-9B8334B0E8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933" name="直線コネクタ 139932">
                        <a:extLst>
                          <a:ext uri="{FF2B5EF4-FFF2-40B4-BE49-F238E27FC236}">
                            <a16:creationId xmlns:a16="http://schemas.microsoft.com/office/drawing/2014/main" id="{BF60EDDF-9E06-44A8-8C5F-E657445BCC93}"/>
                          </a:ext>
                        </a:extLst>
                      </p:cNvPr>
                      <p:cNvCxnSpPr>
                        <a:cxnSpLocks/>
                        <a:stCxn id="139932" idx="6"/>
                        <a:endCxn id="13993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34" name="直線コネクタ 139933">
                        <a:extLst>
                          <a:ext uri="{FF2B5EF4-FFF2-40B4-BE49-F238E27FC236}">
                            <a16:creationId xmlns:a16="http://schemas.microsoft.com/office/drawing/2014/main" id="{467C8DDF-D788-4F79-9F5B-5EE9FDBC2E59}"/>
                          </a:ext>
                        </a:extLst>
                      </p:cNvPr>
                      <p:cNvCxnSpPr>
                        <a:cxnSpLocks/>
                        <a:stCxn id="139932" idx="4"/>
                        <a:endCxn id="13993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916" name="グループ化 139915">
                      <a:extLst>
                        <a:ext uri="{FF2B5EF4-FFF2-40B4-BE49-F238E27FC236}">
                          <a16:creationId xmlns:a16="http://schemas.microsoft.com/office/drawing/2014/main" id="{F8A24FEE-5865-4FAF-A6F4-D27A00243E7E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929" name="楕円 139928">
                        <a:extLst>
                          <a:ext uri="{FF2B5EF4-FFF2-40B4-BE49-F238E27FC236}">
                            <a16:creationId xmlns:a16="http://schemas.microsoft.com/office/drawing/2014/main" id="{52E11586-C3E2-4D83-A4A5-0836524CE97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930" name="直線コネクタ 139929">
                        <a:extLst>
                          <a:ext uri="{FF2B5EF4-FFF2-40B4-BE49-F238E27FC236}">
                            <a16:creationId xmlns:a16="http://schemas.microsoft.com/office/drawing/2014/main" id="{8E3C35EF-2F39-4A15-A8BA-CA4EDBB93640}"/>
                          </a:ext>
                        </a:extLst>
                      </p:cNvPr>
                      <p:cNvCxnSpPr>
                        <a:cxnSpLocks/>
                        <a:stCxn id="139929" idx="6"/>
                        <a:endCxn id="13992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31" name="直線コネクタ 139930">
                        <a:extLst>
                          <a:ext uri="{FF2B5EF4-FFF2-40B4-BE49-F238E27FC236}">
                            <a16:creationId xmlns:a16="http://schemas.microsoft.com/office/drawing/2014/main" id="{BE194F1C-24D4-4CEB-9192-2E9D3073ED7A}"/>
                          </a:ext>
                        </a:extLst>
                      </p:cNvPr>
                      <p:cNvCxnSpPr>
                        <a:cxnSpLocks/>
                        <a:stCxn id="139929" idx="4"/>
                        <a:endCxn id="13992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917" name="グループ化 139916">
                      <a:extLst>
                        <a:ext uri="{FF2B5EF4-FFF2-40B4-BE49-F238E27FC236}">
                          <a16:creationId xmlns:a16="http://schemas.microsoft.com/office/drawing/2014/main" id="{21FE7E6D-D6F0-45F9-978B-41D07C0692D0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926" name="楕円 139925">
                        <a:extLst>
                          <a:ext uri="{FF2B5EF4-FFF2-40B4-BE49-F238E27FC236}">
                            <a16:creationId xmlns:a16="http://schemas.microsoft.com/office/drawing/2014/main" id="{3D27F656-600C-406F-8A27-49DFC3C7CD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927" name="直線コネクタ 139926">
                        <a:extLst>
                          <a:ext uri="{FF2B5EF4-FFF2-40B4-BE49-F238E27FC236}">
                            <a16:creationId xmlns:a16="http://schemas.microsoft.com/office/drawing/2014/main" id="{A1239C9A-B7FF-460F-92AD-D1F8A5EB0377}"/>
                          </a:ext>
                        </a:extLst>
                      </p:cNvPr>
                      <p:cNvCxnSpPr>
                        <a:cxnSpLocks/>
                        <a:stCxn id="139926" idx="6"/>
                        <a:endCxn id="13992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28" name="直線コネクタ 139927">
                        <a:extLst>
                          <a:ext uri="{FF2B5EF4-FFF2-40B4-BE49-F238E27FC236}">
                            <a16:creationId xmlns:a16="http://schemas.microsoft.com/office/drawing/2014/main" id="{13D1C975-544E-467B-9850-2E106EBC0476}"/>
                          </a:ext>
                        </a:extLst>
                      </p:cNvPr>
                      <p:cNvCxnSpPr>
                        <a:cxnSpLocks/>
                        <a:stCxn id="139926" idx="4"/>
                        <a:endCxn id="13992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918" name="グループ化 139917">
                      <a:extLst>
                        <a:ext uri="{FF2B5EF4-FFF2-40B4-BE49-F238E27FC236}">
                          <a16:creationId xmlns:a16="http://schemas.microsoft.com/office/drawing/2014/main" id="{DD16BD4F-17BA-474D-BBC3-12EC8CC019DB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923" name="楕円 139922">
                        <a:extLst>
                          <a:ext uri="{FF2B5EF4-FFF2-40B4-BE49-F238E27FC236}">
                            <a16:creationId xmlns:a16="http://schemas.microsoft.com/office/drawing/2014/main" id="{CD31A1BB-B06D-4DFC-8A34-106C4472C76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924" name="直線コネクタ 139923">
                        <a:extLst>
                          <a:ext uri="{FF2B5EF4-FFF2-40B4-BE49-F238E27FC236}">
                            <a16:creationId xmlns:a16="http://schemas.microsoft.com/office/drawing/2014/main" id="{67D02494-42A4-4A69-BF24-8E3367F547F4}"/>
                          </a:ext>
                        </a:extLst>
                      </p:cNvPr>
                      <p:cNvCxnSpPr>
                        <a:cxnSpLocks/>
                        <a:stCxn id="139923" idx="6"/>
                        <a:endCxn id="13992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25" name="直線コネクタ 139924">
                        <a:extLst>
                          <a:ext uri="{FF2B5EF4-FFF2-40B4-BE49-F238E27FC236}">
                            <a16:creationId xmlns:a16="http://schemas.microsoft.com/office/drawing/2014/main" id="{9C4AF5FD-7D8E-4564-A52E-E10BC417B3CC}"/>
                          </a:ext>
                        </a:extLst>
                      </p:cNvPr>
                      <p:cNvCxnSpPr>
                        <a:cxnSpLocks/>
                        <a:stCxn id="139923" idx="4"/>
                        <a:endCxn id="13992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919" name="グループ化 139918">
                      <a:extLst>
                        <a:ext uri="{FF2B5EF4-FFF2-40B4-BE49-F238E27FC236}">
                          <a16:creationId xmlns:a16="http://schemas.microsoft.com/office/drawing/2014/main" id="{7B5970F0-504D-4234-B219-D1AF89D4782D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920" name="楕円 139919">
                        <a:extLst>
                          <a:ext uri="{FF2B5EF4-FFF2-40B4-BE49-F238E27FC236}">
                            <a16:creationId xmlns:a16="http://schemas.microsoft.com/office/drawing/2014/main" id="{1F2C7F71-CA75-40F8-A477-E71FE66EF4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921" name="直線コネクタ 139920">
                        <a:extLst>
                          <a:ext uri="{FF2B5EF4-FFF2-40B4-BE49-F238E27FC236}">
                            <a16:creationId xmlns:a16="http://schemas.microsoft.com/office/drawing/2014/main" id="{8601B68E-FF88-4D93-8E2B-D4C5275676C6}"/>
                          </a:ext>
                        </a:extLst>
                      </p:cNvPr>
                      <p:cNvCxnSpPr>
                        <a:cxnSpLocks/>
                        <a:stCxn id="139920" idx="6"/>
                        <a:endCxn id="13992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922" name="直線コネクタ 139921">
                        <a:extLst>
                          <a:ext uri="{FF2B5EF4-FFF2-40B4-BE49-F238E27FC236}">
                            <a16:creationId xmlns:a16="http://schemas.microsoft.com/office/drawing/2014/main" id="{9767C5CF-BE6E-4BFC-9940-F6F31E882B32}"/>
                          </a:ext>
                        </a:extLst>
                      </p:cNvPr>
                      <p:cNvCxnSpPr>
                        <a:cxnSpLocks/>
                        <a:stCxn id="139920" idx="4"/>
                        <a:endCxn id="13992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9458" name="グループ化 139457">
                    <a:extLst>
                      <a:ext uri="{FF2B5EF4-FFF2-40B4-BE49-F238E27FC236}">
                        <a16:creationId xmlns:a16="http://schemas.microsoft.com/office/drawing/2014/main" id="{795203D7-93F0-4FBA-92C0-9901ED37A9F0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626225" y="6093662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9858" name="グループ化 139857">
                      <a:extLst>
                        <a:ext uri="{FF2B5EF4-FFF2-40B4-BE49-F238E27FC236}">
                          <a16:creationId xmlns:a16="http://schemas.microsoft.com/office/drawing/2014/main" id="{BB2D0B29-6248-4371-A46D-74662D3CB800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9887" name="グループ化 139886">
                        <a:extLst>
                          <a:ext uri="{FF2B5EF4-FFF2-40B4-BE49-F238E27FC236}">
                            <a16:creationId xmlns:a16="http://schemas.microsoft.com/office/drawing/2014/main" id="{A229C69C-9657-4E33-BFFF-F562C227FF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908" name="直線コネクタ 139907">
                          <a:extLst>
                            <a:ext uri="{FF2B5EF4-FFF2-40B4-BE49-F238E27FC236}">
                              <a16:creationId xmlns:a16="http://schemas.microsoft.com/office/drawing/2014/main" id="{CBB812BA-DCDF-411D-A91F-442567A1D7F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09" name="直線コネクタ 139908">
                          <a:extLst>
                            <a:ext uri="{FF2B5EF4-FFF2-40B4-BE49-F238E27FC236}">
                              <a16:creationId xmlns:a16="http://schemas.microsoft.com/office/drawing/2014/main" id="{4F3C63AD-EB41-4E6A-9B61-FE066C32138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10" name="直線コネクタ 139909">
                          <a:extLst>
                            <a:ext uri="{FF2B5EF4-FFF2-40B4-BE49-F238E27FC236}">
                              <a16:creationId xmlns:a16="http://schemas.microsoft.com/office/drawing/2014/main" id="{F1DC8D07-149E-4DFC-9723-C017C9AD96F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11" name="直線コネクタ 139910">
                          <a:extLst>
                            <a:ext uri="{FF2B5EF4-FFF2-40B4-BE49-F238E27FC236}">
                              <a16:creationId xmlns:a16="http://schemas.microsoft.com/office/drawing/2014/main" id="{16A4CB76-E9BB-438F-A8C9-5F5F5864F33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12" name="直線コネクタ 139911">
                          <a:extLst>
                            <a:ext uri="{FF2B5EF4-FFF2-40B4-BE49-F238E27FC236}">
                              <a16:creationId xmlns:a16="http://schemas.microsoft.com/office/drawing/2014/main" id="{BCE2A62C-575A-4F84-AE27-65107E22EBD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88" name="グループ化 139887">
                        <a:extLst>
                          <a:ext uri="{FF2B5EF4-FFF2-40B4-BE49-F238E27FC236}">
                            <a16:creationId xmlns:a16="http://schemas.microsoft.com/office/drawing/2014/main" id="{389CFF52-71C1-4138-B024-236C8B0EDA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05" name="楕円 139904">
                          <a:extLst>
                            <a:ext uri="{FF2B5EF4-FFF2-40B4-BE49-F238E27FC236}">
                              <a16:creationId xmlns:a16="http://schemas.microsoft.com/office/drawing/2014/main" id="{71D1443F-3C4B-40E7-8445-E20EDCF5559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06" name="直線コネクタ 139905">
                          <a:extLst>
                            <a:ext uri="{FF2B5EF4-FFF2-40B4-BE49-F238E27FC236}">
                              <a16:creationId xmlns:a16="http://schemas.microsoft.com/office/drawing/2014/main" id="{DC8AF13E-AF4D-4322-AAA9-3E762BB61CC5}"/>
                            </a:ext>
                          </a:extLst>
                        </p:cNvPr>
                        <p:cNvCxnSpPr>
                          <a:cxnSpLocks/>
                          <a:stCxn id="139905" idx="6"/>
                          <a:endCxn id="13990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07" name="直線コネクタ 139906">
                          <a:extLst>
                            <a:ext uri="{FF2B5EF4-FFF2-40B4-BE49-F238E27FC236}">
                              <a16:creationId xmlns:a16="http://schemas.microsoft.com/office/drawing/2014/main" id="{1CCB6B59-9E2B-40A3-AC45-795E8AF250B0}"/>
                            </a:ext>
                          </a:extLst>
                        </p:cNvPr>
                        <p:cNvCxnSpPr>
                          <a:cxnSpLocks/>
                          <a:stCxn id="139905" idx="4"/>
                          <a:endCxn id="13990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89" name="グループ化 139888">
                        <a:extLst>
                          <a:ext uri="{FF2B5EF4-FFF2-40B4-BE49-F238E27FC236}">
                            <a16:creationId xmlns:a16="http://schemas.microsoft.com/office/drawing/2014/main" id="{AF080DC2-6969-4AFB-84CA-C456CAEF681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902" name="楕円 139901">
                          <a:extLst>
                            <a:ext uri="{FF2B5EF4-FFF2-40B4-BE49-F238E27FC236}">
                              <a16:creationId xmlns:a16="http://schemas.microsoft.com/office/drawing/2014/main" id="{1A0B5C93-A046-45E2-BE81-A7423FE8903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03" name="直線コネクタ 139902">
                          <a:extLst>
                            <a:ext uri="{FF2B5EF4-FFF2-40B4-BE49-F238E27FC236}">
                              <a16:creationId xmlns:a16="http://schemas.microsoft.com/office/drawing/2014/main" id="{E192AE6E-0357-4E25-B848-B41B12565F45}"/>
                            </a:ext>
                          </a:extLst>
                        </p:cNvPr>
                        <p:cNvCxnSpPr>
                          <a:cxnSpLocks/>
                          <a:stCxn id="139902" idx="6"/>
                          <a:endCxn id="13990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04" name="直線コネクタ 139903">
                          <a:extLst>
                            <a:ext uri="{FF2B5EF4-FFF2-40B4-BE49-F238E27FC236}">
                              <a16:creationId xmlns:a16="http://schemas.microsoft.com/office/drawing/2014/main" id="{1C92F079-4D53-49D9-BD17-2259F8328892}"/>
                            </a:ext>
                          </a:extLst>
                        </p:cNvPr>
                        <p:cNvCxnSpPr>
                          <a:cxnSpLocks/>
                          <a:stCxn id="139902" idx="4"/>
                          <a:endCxn id="13990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90" name="グループ化 139889">
                        <a:extLst>
                          <a:ext uri="{FF2B5EF4-FFF2-40B4-BE49-F238E27FC236}">
                            <a16:creationId xmlns:a16="http://schemas.microsoft.com/office/drawing/2014/main" id="{6C070081-385B-4DD5-BCAE-CA694A7654E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99" name="楕円 139898">
                          <a:extLst>
                            <a:ext uri="{FF2B5EF4-FFF2-40B4-BE49-F238E27FC236}">
                              <a16:creationId xmlns:a16="http://schemas.microsoft.com/office/drawing/2014/main" id="{B9ED7563-B675-4F25-8CF4-6D87BA4CE3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900" name="直線コネクタ 139899">
                          <a:extLst>
                            <a:ext uri="{FF2B5EF4-FFF2-40B4-BE49-F238E27FC236}">
                              <a16:creationId xmlns:a16="http://schemas.microsoft.com/office/drawing/2014/main" id="{25F445E7-A677-4D56-84A5-105833FA5E56}"/>
                            </a:ext>
                          </a:extLst>
                        </p:cNvPr>
                        <p:cNvCxnSpPr>
                          <a:cxnSpLocks/>
                          <a:stCxn id="139899" idx="6"/>
                          <a:endCxn id="13989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901" name="直線コネクタ 139900">
                          <a:extLst>
                            <a:ext uri="{FF2B5EF4-FFF2-40B4-BE49-F238E27FC236}">
                              <a16:creationId xmlns:a16="http://schemas.microsoft.com/office/drawing/2014/main" id="{B2E34F7F-B5B2-409B-AD21-42D4C79F2B2A}"/>
                            </a:ext>
                          </a:extLst>
                        </p:cNvPr>
                        <p:cNvCxnSpPr>
                          <a:cxnSpLocks/>
                          <a:stCxn id="139899" idx="4"/>
                          <a:endCxn id="13989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91" name="グループ化 139890">
                        <a:extLst>
                          <a:ext uri="{FF2B5EF4-FFF2-40B4-BE49-F238E27FC236}">
                            <a16:creationId xmlns:a16="http://schemas.microsoft.com/office/drawing/2014/main" id="{31367704-FC1D-4049-96A5-6F6329A38FE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96" name="楕円 139895">
                          <a:extLst>
                            <a:ext uri="{FF2B5EF4-FFF2-40B4-BE49-F238E27FC236}">
                              <a16:creationId xmlns:a16="http://schemas.microsoft.com/office/drawing/2014/main" id="{3800F304-74A9-45CB-9EC6-8C5A8636B95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97" name="直線コネクタ 139896">
                          <a:extLst>
                            <a:ext uri="{FF2B5EF4-FFF2-40B4-BE49-F238E27FC236}">
                              <a16:creationId xmlns:a16="http://schemas.microsoft.com/office/drawing/2014/main" id="{C7DD0CB6-2BBA-4F7C-94A1-641886E6D0AA}"/>
                            </a:ext>
                          </a:extLst>
                        </p:cNvPr>
                        <p:cNvCxnSpPr>
                          <a:cxnSpLocks/>
                          <a:stCxn id="139896" idx="6"/>
                          <a:endCxn id="13989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98" name="直線コネクタ 139897">
                          <a:extLst>
                            <a:ext uri="{FF2B5EF4-FFF2-40B4-BE49-F238E27FC236}">
                              <a16:creationId xmlns:a16="http://schemas.microsoft.com/office/drawing/2014/main" id="{12CBD687-BDCD-48F2-82EA-0FFCF761B291}"/>
                            </a:ext>
                          </a:extLst>
                        </p:cNvPr>
                        <p:cNvCxnSpPr>
                          <a:cxnSpLocks/>
                          <a:stCxn id="139896" idx="4"/>
                          <a:endCxn id="13989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92" name="グループ化 139891">
                        <a:extLst>
                          <a:ext uri="{FF2B5EF4-FFF2-40B4-BE49-F238E27FC236}">
                            <a16:creationId xmlns:a16="http://schemas.microsoft.com/office/drawing/2014/main" id="{D2C9D2DC-4968-4429-9522-5BDC8C5043D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93" name="楕円 139892">
                          <a:extLst>
                            <a:ext uri="{FF2B5EF4-FFF2-40B4-BE49-F238E27FC236}">
                              <a16:creationId xmlns:a16="http://schemas.microsoft.com/office/drawing/2014/main" id="{9142DEE8-6BA0-4E67-A727-03EB5BA3DA6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94" name="直線コネクタ 139893">
                          <a:extLst>
                            <a:ext uri="{FF2B5EF4-FFF2-40B4-BE49-F238E27FC236}">
                              <a16:creationId xmlns:a16="http://schemas.microsoft.com/office/drawing/2014/main" id="{B32BECDA-919C-442F-A8E7-060704C9C379}"/>
                            </a:ext>
                          </a:extLst>
                        </p:cNvPr>
                        <p:cNvCxnSpPr>
                          <a:cxnSpLocks/>
                          <a:stCxn id="139893" idx="6"/>
                          <a:endCxn id="13989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95" name="直線コネクタ 139894">
                          <a:extLst>
                            <a:ext uri="{FF2B5EF4-FFF2-40B4-BE49-F238E27FC236}">
                              <a16:creationId xmlns:a16="http://schemas.microsoft.com/office/drawing/2014/main" id="{517EB5BF-8059-4DD1-814D-8034BB07F63D}"/>
                            </a:ext>
                          </a:extLst>
                        </p:cNvPr>
                        <p:cNvCxnSpPr>
                          <a:cxnSpLocks/>
                          <a:stCxn id="139893" idx="4"/>
                          <a:endCxn id="13989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9859" name="楕円 139858">
                      <a:extLst>
                        <a:ext uri="{FF2B5EF4-FFF2-40B4-BE49-F238E27FC236}">
                          <a16:creationId xmlns:a16="http://schemas.microsoft.com/office/drawing/2014/main" id="{6A96D016-F8D8-4A4B-95DA-178A0F0631A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9860" name="グループ化 139859">
                      <a:extLst>
                        <a:ext uri="{FF2B5EF4-FFF2-40B4-BE49-F238E27FC236}">
                          <a16:creationId xmlns:a16="http://schemas.microsoft.com/office/drawing/2014/main" id="{8C9CF664-AB4F-4779-8539-5D253974E359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9861" name="グループ化 139860">
                        <a:extLst>
                          <a:ext uri="{FF2B5EF4-FFF2-40B4-BE49-F238E27FC236}">
                            <a16:creationId xmlns:a16="http://schemas.microsoft.com/office/drawing/2014/main" id="{61B6D33C-6679-4EE3-8B8F-260B19851D6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882" name="直線コネクタ 139881">
                          <a:extLst>
                            <a:ext uri="{FF2B5EF4-FFF2-40B4-BE49-F238E27FC236}">
                              <a16:creationId xmlns:a16="http://schemas.microsoft.com/office/drawing/2014/main" id="{D105192A-0BCE-47CA-A5D3-E76B23B1477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83" name="直線コネクタ 139882">
                          <a:extLst>
                            <a:ext uri="{FF2B5EF4-FFF2-40B4-BE49-F238E27FC236}">
                              <a16:creationId xmlns:a16="http://schemas.microsoft.com/office/drawing/2014/main" id="{72A922DE-E5C7-442E-A84B-CDEFBAE7899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84" name="直線コネクタ 139883">
                          <a:extLst>
                            <a:ext uri="{FF2B5EF4-FFF2-40B4-BE49-F238E27FC236}">
                              <a16:creationId xmlns:a16="http://schemas.microsoft.com/office/drawing/2014/main" id="{C493D389-36EA-493C-B4CC-67ADDE686FB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85" name="直線コネクタ 139884">
                          <a:extLst>
                            <a:ext uri="{FF2B5EF4-FFF2-40B4-BE49-F238E27FC236}">
                              <a16:creationId xmlns:a16="http://schemas.microsoft.com/office/drawing/2014/main" id="{9F14F090-E6C9-4778-9CD4-4B6A55B97A6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86" name="直線コネクタ 139885">
                          <a:extLst>
                            <a:ext uri="{FF2B5EF4-FFF2-40B4-BE49-F238E27FC236}">
                              <a16:creationId xmlns:a16="http://schemas.microsoft.com/office/drawing/2014/main" id="{0FA06A45-3D8D-452C-9E8E-2B060904363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62" name="グループ化 139861">
                        <a:extLst>
                          <a:ext uri="{FF2B5EF4-FFF2-40B4-BE49-F238E27FC236}">
                            <a16:creationId xmlns:a16="http://schemas.microsoft.com/office/drawing/2014/main" id="{2C1915E4-5B47-4914-80EB-25F73D983C1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79" name="楕円 139878">
                          <a:extLst>
                            <a:ext uri="{FF2B5EF4-FFF2-40B4-BE49-F238E27FC236}">
                              <a16:creationId xmlns:a16="http://schemas.microsoft.com/office/drawing/2014/main" id="{B0D49500-849E-41FC-A742-C5176C1BFB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80" name="直線コネクタ 139879">
                          <a:extLst>
                            <a:ext uri="{FF2B5EF4-FFF2-40B4-BE49-F238E27FC236}">
                              <a16:creationId xmlns:a16="http://schemas.microsoft.com/office/drawing/2014/main" id="{D4BC31CE-7428-420A-BEA8-B626977B2FDB}"/>
                            </a:ext>
                          </a:extLst>
                        </p:cNvPr>
                        <p:cNvCxnSpPr>
                          <a:cxnSpLocks/>
                          <a:stCxn id="139879" idx="6"/>
                          <a:endCxn id="13987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81" name="直線コネクタ 139880">
                          <a:extLst>
                            <a:ext uri="{FF2B5EF4-FFF2-40B4-BE49-F238E27FC236}">
                              <a16:creationId xmlns:a16="http://schemas.microsoft.com/office/drawing/2014/main" id="{C16058CD-7800-44AA-ABF2-114AF0B92887}"/>
                            </a:ext>
                          </a:extLst>
                        </p:cNvPr>
                        <p:cNvCxnSpPr>
                          <a:cxnSpLocks/>
                          <a:stCxn id="139879" idx="4"/>
                          <a:endCxn id="13987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63" name="グループ化 139862">
                        <a:extLst>
                          <a:ext uri="{FF2B5EF4-FFF2-40B4-BE49-F238E27FC236}">
                            <a16:creationId xmlns:a16="http://schemas.microsoft.com/office/drawing/2014/main" id="{7B722815-FF57-4AAC-8EF6-372D07CDC7C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76" name="楕円 139875">
                          <a:extLst>
                            <a:ext uri="{FF2B5EF4-FFF2-40B4-BE49-F238E27FC236}">
                              <a16:creationId xmlns:a16="http://schemas.microsoft.com/office/drawing/2014/main" id="{88D41681-CAB3-4E0B-BAA5-0D41FC64CA3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77" name="直線コネクタ 139876">
                          <a:extLst>
                            <a:ext uri="{FF2B5EF4-FFF2-40B4-BE49-F238E27FC236}">
                              <a16:creationId xmlns:a16="http://schemas.microsoft.com/office/drawing/2014/main" id="{364D83F1-DA4A-45B2-95C7-749D8F665CC3}"/>
                            </a:ext>
                          </a:extLst>
                        </p:cNvPr>
                        <p:cNvCxnSpPr>
                          <a:cxnSpLocks/>
                          <a:stCxn id="139876" idx="6"/>
                          <a:endCxn id="13987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78" name="直線コネクタ 139877">
                          <a:extLst>
                            <a:ext uri="{FF2B5EF4-FFF2-40B4-BE49-F238E27FC236}">
                              <a16:creationId xmlns:a16="http://schemas.microsoft.com/office/drawing/2014/main" id="{16A3FB55-A9BE-49B8-B1D5-7C7B03FBD00A}"/>
                            </a:ext>
                          </a:extLst>
                        </p:cNvPr>
                        <p:cNvCxnSpPr>
                          <a:cxnSpLocks/>
                          <a:stCxn id="139876" idx="4"/>
                          <a:endCxn id="13987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64" name="グループ化 139863">
                        <a:extLst>
                          <a:ext uri="{FF2B5EF4-FFF2-40B4-BE49-F238E27FC236}">
                            <a16:creationId xmlns:a16="http://schemas.microsoft.com/office/drawing/2014/main" id="{8731FB96-53D2-4C13-8F77-1A0DEC47C3A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73" name="楕円 139872">
                          <a:extLst>
                            <a:ext uri="{FF2B5EF4-FFF2-40B4-BE49-F238E27FC236}">
                              <a16:creationId xmlns:a16="http://schemas.microsoft.com/office/drawing/2014/main" id="{98E0A711-CE53-4DDE-AD45-158E81D891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74" name="直線コネクタ 139873">
                          <a:extLst>
                            <a:ext uri="{FF2B5EF4-FFF2-40B4-BE49-F238E27FC236}">
                              <a16:creationId xmlns:a16="http://schemas.microsoft.com/office/drawing/2014/main" id="{D0E8C52E-C17F-429B-9314-351FB5A59350}"/>
                            </a:ext>
                          </a:extLst>
                        </p:cNvPr>
                        <p:cNvCxnSpPr>
                          <a:cxnSpLocks/>
                          <a:stCxn id="139873" idx="6"/>
                          <a:endCxn id="13987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75" name="直線コネクタ 139874">
                          <a:extLst>
                            <a:ext uri="{FF2B5EF4-FFF2-40B4-BE49-F238E27FC236}">
                              <a16:creationId xmlns:a16="http://schemas.microsoft.com/office/drawing/2014/main" id="{9268AA64-1C5D-4F55-9013-F2174CBCEF25}"/>
                            </a:ext>
                          </a:extLst>
                        </p:cNvPr>
                        <p:cNvCxnSpPr>
                          <a:cxnSpLocks/>
                          <a:stCxn id="139873" idx="4"/>
                          <a:endCxn id="13987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65" name="グループ化 139864">
                        <a:extLst>
                          <a:ext uri="{FF2B5EF4-FFF2-40B4-BE49-F238E27FC236}">
                            <a16:creationId xmlns:a16="http://schemas.microsoft.com/office/drawing/2014/main" id="{4023EC31-8E89-401E-A8B5-96C15B81205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70" name="楕円 139869">
                          <a:extLst>
                            <a:ext uri="{FF2B5EF4-FFF2-40B4-BE49-F238E27FC236}">
                              <a16:creationId xmlns:a16="http://schemas.microsoft.com/office/drawing/2014/main" id="{6E238518-134E-4E10-A1A2-8E449E0112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71" name="直線コネクタ 139870">
                          <a:extLst>
                            <a:ext uri="{FF2B5EF4-FFF2-40B4-BE49-F238E27FC236}">
                              <a16:creationId xmlns:a16="http://schemas.microsoft.com/office/drawing/2014/main" id="{ECB29123-CDBC-4B27-ACD9-F76FFA6AC6F2}"/>
                            </a:ext>
                          </a:extLst>
                        </p:cNvPr>
                        <p:cNvCxnSpPr>
                          <a:cxnSpLocks/>
                          <a:stCxn id="139870" idx="6"/>
                          <a:endCxn id="13987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72" name="直線コネクタ 139871">
                          <a:extLst>
                            <a:ext uri="{FF2B5EF4-FFF2-40B4-BE49-F238E27FC236}">
                              <a16:creationId xmlns:a16="http://schemas.microsoft.com/office/drawing/2014/main" id="{54B6D9F8-1AC3-42DE-9897-55FC69C94FA9}"/>
                            </a:ext>
                          </a:extLst>
                        </p:cNvPr>
                        <p:cNvCxnSpPr>
                          <a:cxnSpLocks/>
                          <a:stCxn id="139870" idx="4"/>
                          <a:endCxn id="13987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66" name="グループ化 139865">
                        <a:extLst>
                          <a:ext uri="{FF2B5EF4-FFF2-40B4-BE49-F238E27FC236}">
                            <a16:creationId xmlns:a16="http://schemas.microsoft.com/office/drawing/2014/main" id="{2301816E-D4BA-47AA-9072-A0703770217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67" name="楕円 139866">
                          <a:extLst>
                            <a:ext uri="{FF2B5EF4-FFF2-40B4-BE49-F238E27FC236}">
                              <a16:creationId xmlns:a16="http://schemas.microsoft.com/office/drawing/2014/main" id="{4A943621-DE9B-4D3B-ADCE-E1A703CFFEA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68" name="直線コネクタ 139867">
                          <a:extLst>
                            <a:ext uri="{FF2B5EF4-FFF2-40B4-BE49-F238E27FC236}">
                              <a16:creationId xmlns:a16="http://schemas.microsoft.com/office/drawing/2014/main" id="{C11F029D-7008-4B46-8DC6-4AC7A9082258}"/>
                            </a:ext>
                          </a:extLst>
                        </p:cNvPr>
                        <p:cNvCxnSpPr>
                          <a:cxnSpLocks/>
                          <a:stCxn id="139867" idx="6"/>
                          <a:endCxn id="13986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69" name="直線コネクタ 139868">
                          <a:extLst>
                            <a:ext uri="{FF2B5EF4-FFF2-40B4-BE49-F238E27FC236}">
                              <a16:creationId xmlns:a16="http://schemas.microsoft.com/office/drawing/2014/main" id="{1585A5A7-D96D-4171-A017-72BA034A26CB}"/>
                            </a:ext>
                          </a:extLst>
                        </p:cNvPr>
                        <p:cNvCxnSpPr>
                          <a:cxnSpLocks/>
                          <a:stCxn id="139867" idx="4"/>
                          <a:endCxn id="13986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9459" name="グループ化 139458">
                    <a:extLst>
                      <a:ext uri="{FF2B5EF4-FFF2-40B4-BE49-F238E27FC236}">
                        <a16:creationId xmlns:a16="http://schemas.microsoft.com/office/drawing/2014/main" id="{22AAF3B1-2F84-4FD2-838A-A62CBF15B995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887799" y="5884181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9824" name="グループ化 139823">
                      <a:extLst>
                        <a:ext uri="{FF2B5EF4-FFF2-40B4-BE49-F238E27FC236}">
                          <a16:creationId xmlns:a16="http://schemas.microsoft.com/office/drawing/2014/main" id="{229D536D-2CE6-47F6-B11F-A64A219DDB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9849" name="直線コネクタ 139848">
                        <a:extLst>
                          <a:ext uri="{FF2B5EF4-FFF2-40B4-BE49-F238E27FC236}">
                            <a16:creationId xmlns:a16="http://schemas.microsoft.com/office/drawing/2014/main" id="{5CBE4F92-891B-4FD4-81E6-2669215C11E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50" name="直線コネクタ 139849">
                        <a:extLst>
                          <a:ext uri="{FF2B5EF4-FFF2-40B4-BE49-F238E27FC236}">
                            <a16:creationId xmlns:a16="http://schemas.microsoft.com/office/drawing/2014/main" id="{44F683DA-8284-4DF3-92CD-583D1886D1A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51" name="直線コネクタ 139850">
                        <a:extLst>
                          <a:ext uri="{FF2B5EF4-FFF2-40B4-BE49-F238E27FC236}">
                            <a16:creationId xmlns:a16="http://schemas.microsoft.com/office/drawing/2014/main" id="{D8D5A7A0-76CA-44AE-B608-308235CBC6F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52" name="直線コネクタ 139851">
                        <a:extLst>
                          <a:ext uri="{FF2B5EF4-FFF2-40B4-BE49-F238E27FC236}">
                            <a16:creationId xmlns:a16="http://schemas.microsoft.com/office/drawing/2014/main" id="{02BA8F8B-D11C-45A1-A67B-40CF55D4C7E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53" name="直線コネクタ 139852">
                        <a:extLst>
                          <a:ext uri="{FF2B5EF4-FFF2-40B4-BE49-F238E27FC236}">
                            <a16:creationId xmlns:a16="http://schemas.microsoft.com/office/drawing/2014/main" id="{E71909EF-36CE-436D-8697-7B7F03B984F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54" name="直線コネクタ 139853">
                        <a:extLst>
                          <a:ext uri="{FF2B5EF4-FFF2-40B4-BE49-F238E27FC236}">
                            <a16:creationId xmlns:a16="http://schemas.microsoft.com/office/drawing/2014/main" id="{FF14F853-53D0-41E2-A793-7B922F4D04E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55" name="直線コネクタ 139854">
                        <a:extLst>
                          <a:ext uri="{FF2B5EF4-FFF2-40B4-BE49-F238E27FC236}">
                            <a16:creationId xmlns:a16="http://schemas.microsoft.com/office/drawing/2014/main" id="{D70B5756-E720-4554-8F21-CCDFE4D1105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56" name="直線コネクタ 139855">
                        <a:extLst>
                          <a:ext uri="{FF2B5EF4-FFF2-40B4-BE49-F238E27FC236}">
                            <a16:creationId xmlns:a16="http://schemas.microsoft.com/office/drawing/2014/main" id="{3639A164-DA57-48E8-8262-EE04D2186A7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57" name="直線コネクタ 139856">
                        <a:extLst>
                          <a:ext uri="{FF2B5EF4-FFF2-40B4-BE49-F238E27FC236}">
                            <a16:creationId xmlns:a16="http://schemas.microsoft.com/office/drawing/2014/main" id="{3C1DD7BA-1389-4D3B-8109-D82BBB3690B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825" name="グループ化 139824">
                      <a:extLst>
                        <a:ext uri="{FF2B5EF4-FFF2-40B4-BE49-F238E27FC236}">
                          <a16:creationId xmlns:a16="http://schemas.microsoft.com/office/drawing/2014/main" id="{8996F7BF-57E9-473A-B3DA-5A741E7BF9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846" name="楕円 139845">
                        <a:extLst>
                          <a:ext uri="{FF2B5EF4-FFF2-40B4-BE49-F238E27FC236}">
                            <a16:creationId xmlns:a16="http://schemas.microsoft.com/office/drawing/2014/main" id="{ABB398D5-B3CD-43E0-A6A1-A8FF778DF31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847" name="直線コネクタ 139846">
                        <a:extLst>
                          <a:ext uri="{FF2B5EF4-FFF2-40B4-BE49-F238E27FC236}">
                            <a16:creationId xmlns:a16="http://schemas.microsoft.com/office/drawing/2014/main" id="{BB50B8F2-209F-4447-ACFE-AFEC9B86BD1A}"/>
                          </a:ext>
                        </a:extLst>
                      </p:cNvPr>
                      <p:cNvCxnSpPr>
                        <a:cxnSpLocks/>
                        <a:stCxn id="139846" idx="6"/>
                        <a:endCxn id="13984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48" name="直線コネクタ 139847">
                        <a:extLst>
                          <a:ext uri="{FF2B5EF4-FFF2-40B4-BE49-F238E27FC236}">
                            <a16:creationId xmlns:a16="http://schemas.microsoft.com/office/drawing/2014/main" id="{21E24F49-BD33-4961-9025-C1C5BB06504E}"/>
                          </a:ext>
                        </a:extLst>
                      </p:cNvPr>
                      <p:cNvCxnSpPr>
                        <a:cxnSpLocks/>
                        <a:stCxn id="139846" idx="4"/>
                        <a:endCxn id="13984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826" name="グループ化 139825">
                      <a:extLst>
                        <a:ext uri="{FF2B5EF4-FFF2-40B4-BE49-F238E27FC236}">
                          <a16:creationId xmlns:a16="http://schemas.microsoft.com/office/drawing/2014/main" id="{2E18B7C5-2927-4846-95D1-14CABDA23B72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843" name="楕円 139842">
                        <a:extLst>
                          <a:ext uri="{FF2B5EF4-FFF2-40B4-BE49-F238E27FC236}">
                            <a16:creationId xmlns:a16="http://schemas.microsoft.com/office/drawing/2014/main" id="{3AB775CC-F21B-41B9-9786-D748927F911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844" name="直線コネクタ 139843">
                        <a:extLst>
                          <a:ext uri="{FF2B5EF4-FFF2-40B4-BE49-F238E27FC236}">
                            <a16:creationId xmlns:a16="http://schemas.microsoft.com/office/drawing/2014/main" id="{732D25A2-04B8-42E9-B474-D1DE136CC8DA}"/>
                          </a:ext>
                        </a:extLst>
                      </p:cNvPr>
                      <p:cNvCxnSpPr>
                        <a:cxnSpLocks/>
                        <a:stCxn id="139843" idx="6"/>
                        <a:endCxn id="13984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45" name="直線コネクタ 139844">
                        <a:extLst>
                          <a:ext uri="{FF2B5EF4-FFF2-40B4-BE49-F238E27FC236}">
                            <a16:creationId xmlns:a16="http://schemas.microsoft.com/office/drawing/2014/main" id="{6DF1BE2E-E3CB-4C2C-8CF8-69C91430A0B8}"/>
                          </a:ext>
                        </a:extLst>
                      </p:cNvPr>
                      <p:cNvCxnSpPr>
                        <a:cxnSpLocks/>
                        <a:stCxn id="139843" idx="4"/>
                        <a:endCxn id="13984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827" name="グループ化 139826">
                      <a:extLst>
                        <a:ext uri="{FF2B5EF4-FFF2-40B4-BE49-F238E27FC236}">
                          <a16:creationId xmlns:a16="http://schemas.microsoft.com/office/drawing/2014/main" id="{58B3D76F-1A26-408F-A3E9-E9E779AE56CB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840" name="楕円 139839">
                        <a:extLst>
                          <a:ext uri="{FF2B5EF4-FFF2-40B4-BE49-F238E27FC236}">
                            <a16:creationId xmlns:a16="http://schemas.microsoft.com/office/drawing/2014/main" id="{61931A69-5ED5-439D-9432-9EAB4A63A6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841" name="直線コネクタ 139840">
                        <a:extLst>
                          <a:ext uri="{FF2B5EF4-FFF2-40B4-BE49-F238E27FC236}">
                            <a16:creationId xmlns:a16="http://schemas.microsoft.com/office/drawing/2014/main" id="{965B1819-FED4-4B98-9D5B-744476B181B3}"/>
                          </a:ext>
                        </a:extLst>
                      </p:cNvPr>
                      <p:cNvCxnSpPr>
                        <a:cxnSpLocks/>
                        <a:stCxn id="139840" idx="6"/>
                        <a:endCxn id="13984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42" name="直線コネクタ 139841">
                        <a:extLst>
                          <a:ext uri="{FF2B5EF4-FFF2-40B4-BE49-F238E27FC236}">
                            <a16:creationId xmlns:a16="http://schemas.microsoft.com/office/drawing/2014/main" id="{39197EFF-D884-4A15-A57A-E7B944868841}"/>
                          </a:ext>
                        </a:extLst>
                      </p:cNvPr>
                      <p:cNvCxnSpPr>
                        <a:cxnSpLocks/>
                        <a:stCxn id="139840" idx="4"/>
                        <a:endCxn id="13984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828" name="グループ化 139827">
                      <a:extLst>
                        <a:ext uri="{FF2B5EF4-FFF2-40B4-BE49-F238E27FC236}">
                          <a16:creationId xmlns:a16="http://schemas.microsoft.com/office/drawing/2014/main" id="{F496FEE2-A0B9-47BC-9CD7-17945B3CA66E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837" name="楕円 139836">
                        <a:extLst>
                          <a:ext uri="{FF2B5EF4-FFF2-40B4-BE49-F238E27FC236}">
                            <a16:creationId xmlns:a16="http://schemas.microsoft.com/office/drawing/2014/main" id="{92D11562-275E-4AE6-8BA7-8898F524EDD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838" name="直線コネクタ 139837">
                        <a:extLst>
                          <a:ext uri="{FF2B5EF4-FFF2-40B4-BE49-F238E27FC236}">
                            <a16:creationId xmlns:a16="http://schemas.microsoft.com/office/drawing/2014/main" id="{F8AB3A47-779A-41D7-A008-CD9FCE32EB7E}"/>
                          </a:ext>
                        </a:extLst>
                      </p:cNvPr>
                      <p:cNvCxnSpPr>
                        <a:cxnSpLocks/>
                        <a:stCxn id="139837" idx="6"/>
                        <a:endCxn id="13983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39" name="直線コネクタ 139838">
                        <a:extLst>
                          <a:ext uri="{FF2B5EF4-FFF2-40B4-BE49-F238E27FC236}">
                            <a16:creationId xmlns:a16="http://schemas.microsoft.com/office/drawing/2014/main" id="{49500C87-600F-4835-8D8F-8497DB18259C}"/>
                          </a:ext>
                        </a:extLst>
                      </p:cNvPr>
                      <p:cNvCxnSpPr>
                        <a:cxnSpLocks/>
                        <a:stCxn id="139837" idx="4"/>
                        <a:endCxn id="13983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829" name="グループ化 139828">
                      <a:extLst>
                        <a:ext uri="{FF2B5EF4-FFF2-40B4-BE49-F238E27FC236}">
                          <a16:creationId xmlns:a16="http://schemas.microsoft.com/office/drawing/2014/main" id="{8211002D-B26A-4691-8D0A-121A83823CFE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834" name="楕円 139833">
                        <a:extLst>
                          <a:ext uri="{FF2B5EF4-FFF2-40B4-BE49-F238E27FC236}">
                            <a16:creationId xmlns:a16="http://schemas.microsoft.com/office/drawing/2014/main" id="{652CE16E-7080-41DE-B113-EFB97DEFDCA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835" name="直線コネクタ 139834">
                        <a:extLst>
                          <a:ext uri="{FF2B5EF4-FFF2-40B4-BE49-F238E27FC236}">
                            <a16:creationId xmlns:a16="http://schemas.microsoft.com/office/drawing/2014/main" id="{466B45C9-9DBF-4E4D-B32E-E974ABBEBFBB}"/>
                          </a:ext>
                        </a:extLst>
                      </p:cNvPr>
                      <p:cNvCxnSpPr>
                        <a:cxnSpLocks/>
                        <a:stCxn id="139834" idx="6"/>
                        <a:endCxn id="13983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36" name="直線コネクタ 139835">
                        <a:extLst>
                          <a:ext uri="{FF2B5EF4-FFF2-40B4-BE49-F238E27FC236}">
                            <a16:creationId xmlns:a16="http://schemas.microsoft.com/office/drawing/2014/main" id="{3A565BBC-F525-43AF-9969-4906EEC0B034}"/>
                          </a:ext>
                        </a:extLst>
                      </p:cNvPr>
                      <p:cNvCxnSpPr>
                        <a:cxnSpLocks/>
                        <a:stCxn id="139834" idx="4"/>
                        <a:endCxn id="13983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830" name="グループ化 139829">
                      <a:extLst>
                        <a:ext uri="{FF2B5EF4-FFF2-40B4-BE49-F238E27FC236}">
                          <a16:creationId xmlns:a16="http://schemas.microsoft.com/office/drawing/2014/main" id="{F9527A64-F2FC-4758-9167-E4EE238246C8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831" name="楕円 139830">
                        <a:extLst>
                          <a:ext uri="{FF2B5EF4-FFF2-40B4-BE49-F238E27FC236}">
                            <a16:creationId xmlns:a16="http://schemas.microsoft.com/office/drawing/2014/main" id="{80938075-C090-45EC-AFE5-D6ACE1A8F3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832" name="直線コネクタ 139831">
                        <a:extLst>
                          <a:ext uri="{FF2B5EF4-FFF2-40B4-BE49-F238E27FC236}">
                            <a16:creationId xmlns:a16="http://schemas.microsoft.com/office/drawing/2014/main" id="{959AE753-CDCB-4C8E-B3B0-35F697FB59F6}"/>
                          </a:ext>
                        </a:extLst>
                      </p:cNvPr>
                      <p:cNvCxnSpPr>
                        <a:cxnSpLocks/>
                        <a:stCxn id="139831" idx="6"/>
                        <a:endCxn id="13983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833" name="直線コネクタ 139832">
                        <a:extLst>
                          <a:ext uri="{FF2B5EF4-FFF2-40B4-BE49-F238E27FC236}">
                            <a16:creationId xmlns:a16="http://schemas.microsoft.com/office/drawing/2014/main" id="{9C102D03-71BC-4329-8519-C351723E28E1}"/>
                          </a:ext>
                        </a:extLst>
                      </p:cNvPr>
                      <p:cNvCxnSpPr>
                        <a:cxnSpLocks/>
                        <a:stCxn id="139831" idx="4"/>
                        <a:endCxn id="13983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9460" name="グループ化 139459">
                    <a:extLst>
                      <a:ext uri="{FF2B5EF4-FFF2-40B4-BE49-F238E27FC236}">
                        <a16:creationId xmlns:a16="http://schemas.microsoft.com/office/drawing/2014/main" id="{F06D665C-1E01-4059-A8CA-9AEB81721FF4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977249" y="609035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9769" name="グループ化 139768">
                      <a:extLst>
                        <a:ext uri="{FF2B5EF4-FFF2-40B4-BE49-F238E27FC236}">
                          <a16:creationId xmlns:a16="http://schemas.microsoft.com/office/drawing/2014/main" id="{BE6A95D0-CC2C-46D1-AC50-4AFAD1419AC4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9798" name="グループ化 139797">
                        <a:extLst>
                          <a:ext uri="{FF2B5EF4-FFF2-40B4-BE49-F238E27FC236}">
                            <a16:creationId xmlns:a16="http://schemas.microsoft.com/office/drawing/2014/main" id="{618639E4-52CA-48AC-B112-4BFDABC68A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819" name="直線コネクタ 139818">
                          <a:extLst>
                            <a:ext uri="{FF2B5EF4-FFF2-40B4-BE49-F238E27FC236}">
                              <a16:creationId xmlns:a16="http://schemas.microsoft.com/office/drawing/2014/main" id="{613CC33C-2C3A-4CEE-91FF-758EDF4C340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20" name="直線コネクタ 139819">
                          <a:extLst>
                            <a:ext uri="{FF2B5EF4-FFF2-40B4-BE49-F238E27FC236}">
                              <a16:creationId xmlns:a16="http://schemas.microsoft.com/office/drawing/2014/main" id="{958151BD-3C39-4716-A4A4-60E2A693446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21" name="直線コネクタ 139820">
                          <a:extLst>
                            <a:ext uri="{FF2B5EF4-FFF2-40B4-BE49-F238E27FC236}">
                              <a16:creationId xmlns:a16="http://schemas.microsoft.com/office/drawing/2014/main" id="{5749022A-D2B8-4B77-ADA0-A74C0B395B9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22" name="直線コネクタ 139821">
                          <a:extLst>
                            <a:ext uri="{FF2B5EF4-FFF2-40B4-BE49-F238E27FC236}">
                              <a16:creationId xmlns:a16="http://schemas.microsoft.com/office/drawing/2014/main" id="{980B63ED-D65B-413D-9224-EE48C01AF75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23" name="直線コネクタ 139822">
                          <a:extLst>
                            <a:ext uri="{FF2B5EF4-FFF2-40B4-BE49-F238E27FC236}">
                              <a16:creationId xmlns:a16="http://schemas.microsoft.com/office/drawing/2014/main" id="{726642F8-F7E3-44F1-9CF0-1B73B29A183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99" name="グループ化 139798">
                        <a:extLst>
                          <a:ext uri="{FF2B5EF4-FFF2-40B4-BE49-F238E27FC236}">
                            <a16:creationId xmlns:a16="http://schemas.microsoft.com/office/drawing/2014/main" id="{42074CBB-C252-4463-9B1C-C2024D83B8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16" name="楕円 139815">
                          <a:extLst>
                            <a:ext uri="{FF2B5EF4-FFF2-40B4-BE49-F238E27FC236}">
                              <a16:creationId xmlns:a16="http://schemas.microsoft.com/office/drawing/2014/main" id="{8640288D-3A44-4137-80B6-69A83DC796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17" name="直線コネクタ 139816">
                          <a:extLst>
                            <a:ext uri="{FF2B5EF4-FFF2-40B4-BE49-F238E27FC236}">
                              <a16:creationId xmlns:a16="http://schemas.microsoft.com/office/drawing/2014/main" id="{563733BC-189A-42D8-81D5-715A3B403654}"/>
                            </a:ext>
                          </a:extLst>
                        </p:cNvPr>
                        <p:cNvCxnSpPr>
                          <a:cxnSpLocks/>
                          <a:stCxn id="139816" idx="6"/>
                          <a:endCxn id="13981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18" name="直線コネクタ 139817">
                          <a:extLst>
                            <a:ext uri="{FF2B5EF4-FFF2-40B4-BE49-F238E27FC236}">
                              <a16:creationId xmlns:a16="http://schemas.microsoft.com/office/drawing/2014/main" id="{47C30F8C-CA1A-4D3E-9BE9-73BE055A1AEA}"/>
                            </a:ext>
                          </a:extLst>
                        </p:cNvPr>
                        <p:cNvCxnSpPr>
                          <a:cxnSpLocks/>
                          <a:stCxn id="139816" idx="4"/>
                          <a:endCxn id="13981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00" name="グループ化 139799">
                        <a:extLst>
                          <a:ext uri="{FF2B5EF4-FFF2-40B4-BE49-F238E27FC236}">
                            <a16:creationId xmlns:a16="http://schemas.microsoft.com/office/drawing/2014/main" id="{48B0C2EA-CD6E-4048-91E7-B7905316B53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13" name="楕円 139812">
                          <a:extLst>
                            <a:ext uri="{FF2B5EF4-FFF2-40B4-BE49-F238E27FC236}">
                              <a16:creationId xmlns:a16="http://schemas.microsoft.com/office/drawing/2014/main" id="{06FE27A5-1E4B-45A1-8008-052F3D918E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14" name="直線コネクタ 139813">
                          <a:extLst>
                            <a:ext uri="{FF2B5EF4-FFF2-40B4-BE49-F238E27FC236}">
                              <a16:creationId xmlns:a16="http://schemas.microsoft.com/office/drawing/2014/main" id="{7E73AC4B-33D1-4622-B225-2740D6F243A0}"/>
                            </a:ext>
                          </a:extLst>
                        </p:cNvPr>
                        <p:cNvCxnSpPr>
                          <a:cxnSpLocks/>
                          <a:stCxn id="139813" idx="6"/>
                          <a:endCxn id="13981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15" name="直線コネクタ 139814">
                          <a:extLst>
                            <a:ext uri="{FF2B5EF4-FFF2-40B4-BE49-F238E27FC236}">
                              <a16:creationId xmlns:a16="http://schemas.microsoft.com/office/drawing/2014/main" id="{8CC85E54-5724-44D0-A875-8EF004BBB259}"/>
                            </a:ext>
                          </a:extLst>
                        </p:cNvPr>
                        <p:cNvCxnSpPr>
                          <a:cxnSpLocks/>
                          <a:stCxn id="139813" idx="4"/>
                          <a:endCxn id="13981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01" name="グループ化 139800">
                        <a:extLst>
                          <a:ext uri="{FF2B5EF4-FFF2-40B4-BE49-F238E27FC236}">
                            <a16:creationId xmlns:a16="http://schemas.microsoft.com/office/drawing/2014/main" id="{4A036C88-C832-419C-B11D-8453C742470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10" name="楕円 139809">
                          <a:extLst>
                            <a:ext uri="{FF2B5EF4-FFF2-40B4-BE49-F238E27FC236}">
                              <a16:creationId xmlns:a16="http://schemas.microsoft.com/office/drawing/2014/main" id="{CBBF3BF5-6A2F-4E8F-9D8D-69733B8FD0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11" name="直線コネクタ 139810">
                          <a:extLst>
                            <a:ext uri="{FF2B5EF4-FFF2-40B4-BE49-F238E27FC236}">
                              <a16:creationId xmlns:a16="http://schemas.microsoft.com/office/drawing/2014/main" id="{0E8F6DA4-08E4-4C13-BD61-120CEC040F7F}"/>
                            </a:ext>
                          </a:extLst>
                        </p:cNvPr>
                        <p:cNvCxnSpPr>
                          <a:cxnSpLocks/>
                          <a:stCxn id="139810" idx="6"/>
                          <a:endCxn id="13981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12" name="直線コネクタ 139811">
                          <a:extLst>
                            <a:ext uri="{FF2B5EF4-FFF2-40B4-BE49-F238E27FC236}">
                              <a16:creationId xmlns:a16="http://schemas.microsoft.com/office/drawing/2014/main" id="{5F6C8783-856A-4F58-BA8A-9E88C3FF62E8}"/>
                            </a:ext>
                          </a:extLst>
                        </p:cNvPr>
                        <p:cNvCxnSpPr>
                          <a:cxnSpLocks/>
                          <a:stCxn id="139810" idx="4"/>
                          <a:endCxn id="13981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02" name="グループ化 139801">
                        <a:extLst>
                          <a:ext uri="{FF2B5EF4-FFF2-40B4-BE49-F238E27FC236}">
                            <a16:creationId xmlns:a16="http://schemas.microsoft.com/office/drawing/2014/main" id="{AF9F68E5-666B-4FC5-BE43-A82AAB4E6C3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07" name="楕円 139806">
                          <a:extLst>
                            <a:ext uri="{FF2B5EF4-FFF2-40B4-BE49-F238E27FC236}">
                              <a16:creationId xmlns:a16="http://schemas.microsoft.com/office/drawing/2014/main" id="{E99BF345-73CE-4E5D-A363-2E1D325CD83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08" name="直線コネクタ 139807">
                          <a:extLst>
                            <a:ext uri="{FF2B5EF4-FFF2-40B4-BE49-F238E27FC236}">
                              <a16:creationId xmlns:a16="http://schemas.microsoft.com/office/drawing/2014/main" id="{70FF0F6C-74A7-4173-979A-ADA6AE5D3437}"/>
                            </a:ext>
                          </a:extLst>
                        </p:cNvPr>
                        <p:cNvCxnSpPr>
                          <a:cxnSpLocks/>
                          <a:stCxn id="139807" idx="6"/>
                          <a:endCxn id="13980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09" name="直線コネクタ 139808">
                          <a:extLst>
                            <a:ext uri="{FF2B5EF4-FFF2-40B4-BE49-F238E27FC236}">
                              <a16:creationId xmlns:a16="http://schemas.microsoft.com/office/drawing/2014/main" id="{2E475E14-DD7F-4423-B00D-B3FD9B2F5B81}"/>
                            </a:ext>
                          </a:extLst>
                        </p:cNvPr>
                        <p:cNvCxnSpPr>
                          <a:cxnSpLocks/>
                          <a:stCxn id="139807" idx="4"/>
                          <a:endCxn id="13980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803" name="グループ化 139802">
                        <a:extLst>
                          <a:ext uri="{FF2B5EF4-FFF2-40B4-BE49-F238E27FC236}">
                            <a16:creationId xmlns:a16="http://schemas.microsoft.com/office/drawing/2014/main" id="{AAD20E8E-9764-4444-A24F-3DBC3AF7A61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804" name="楕円 139803">
                          <a:extLst>
                            <a:ext uri="{FF2B5EF4-FFF2-40B4-BE49-F238E27FC236}">
                              <a16:creationId xmlns:a16="http://schemas.microsoft.com/office/drawing/2014/main" id="{A6424117-A14C-4203-B97E-E65466A85B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805" name="直線コネクタ 139804">
                          <a:extLst>
                            <a:ext uri="{FF2B5EF4-FFF2-40B4-BE49-F238E27FC236}">
                              <a16:creationId xmlns:a16="http://schemas.microsoft.com/office/drawing/2014/main" id="{05E92024-C16E-4BE1-98D2-81E3A6FA3640}"/>
                            </a:ext>
                          </a:extLst>
                        </p:cNvPr>
                        <p:cNvCxnSpPr>
                          <a:cxnSpLocks/>
                          <a:stCxn id="139804" idx="6"/>
                          <a:endCxn id="13980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806" name="直線コネクタ 139805">
                          <a:extLst>
                            <a:ext uri="{FF2B5EF4-FFF2-40B4-BE49-F238E27FC236}">
                              <a16:creationId xmlns:a16="http://schemas.microsoft.com/office/drawing/2014/main" id="{C7A8C82E-F08D-4A98-A311-8C0E7B6FCBDB}"/>
                            </a:ext>
                          </a:extLst>
                        </p:cNvPr>
                        <p:cNvCxnSpPr>
                          <a:cxnSpLocks/>
                          <a:stCxn id="139804" idx="4"/>
                          <a:endCxn id="13980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9770" name="楕円 139769">
                      <a:extLst>
                        <a:ext uri="{FF2B5EF4-FFF2-40B4-BE49-F238E27FC236}">
                          <a16:creationId xmlns:a16="http://schemas.microsoft.com/office/drawing/2014/main" id="{03BADF92-418F-4080-A35C-B0F9780EA69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9771" name="グループ化 139770">
                      <a:extLst>
                        <a:ext uri="{FF2B5EF4-FFF2-40B4-BE49-F238E27FC236}">
                          <a16:creationId xmlns:a16="http://schemas.microsoft.com/office/drawing/2014/main" id="{D9424324-9286-4293-9C01-211319E00195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9772" name="グループ化 139771">
                        <a:extLst>
                          <a:ext uri="{FF2B5EF4-FFF2-40B4-BE49-F238E27FC236}">
                            <a16:creationId xmlns:a16="http://schemas.microsoft.com/office/drawing/2014/main" id="{FF56BA8D-F6D3-4DF9-99BE-783C30F97EC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793" name="直線コネクタ 139792">
                          <a:extLst>
                            <a:ext uri="{FF2B5EF4-FFF2-40B4-BE49-F238E27FC236}">
                              <a16:creationId xmlns:a16="http://schemas.microsoft.com/office/drawing/2014/main" id="{C61CC3AD-303D-4291-8DA8-B394FB8725A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94" name="直線コネクタ 139793">
                          <a:extLst>
                            <a:ext uri="{FF2B5EF4-FFF2-40B4-BE49-F238E27FC236}">
                              <a16:creationId xmlns:a16="http://schemas.microsoft.com/office/drawing/2014/main" id="{70A2F712-BDE7-4F9B-85FE-2CC800E2212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95" name="直線コネクタ 139794">
                          <a:extLst>
                            <a:ext uri="{FF2B5EF4-FFF2-40B4-BE49-F238E27FC236}">
                              <a16:creationId xmlns:a16="http://schemas.microsoft.com/office/drawing/2014/main" id="{D54B96D7-EF21-4340-B9CC-BAA831027BF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96" name="直線コネクタ 139795">
                          <a:extLst>
                            <a:ext uri="{FF2B5EF4-FFF2-40B4-BE49-F238E27FC236}">
                              <a16:creationId xmlns:a16="http://schemas.microsoft.com/office/drawing/2014/main" id="{3BDC5862-231B-48CE-B43A-DFFA514E932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97" name="直線コネクタ 139796">
                          <a:extLst>
                            <a:ext uri="{FF2B5EF4-FFF2-40B4-BE49-F238E27FC236}">
                              <a16:creationId xmlns:a16="http://schemas.microsoft.com/office/drawing/2014/main" id="{F16CCE65-6CED-4AF8-8BFF-7CED721383E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73" name="グループ化 139772">
                        <a:extLst>
                          <a:ext uri="{FF2B5EF4-FFF2-40B4-BE49-F238E27FC236}">
                            <a16:creationId xmlns:a16="http://schemas.microsoft.com/office/drawing/2014/main" id="{A4B38D67-55B5-4D30-BAA4-3611FB4523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90" name="楕円 139789">
                          <a:extLst>
                            <a:ext uri="{FF2B5EF4-FFF2-40B4-BE49-F238E27FC236}">
                              <a16:creationId xmlns:a16="http://schemas.microsoft.com/office/drawing/2014/main" id="{9D8C29AB-F10B-42D5-8F95-BB20CD869C6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91" name="直線コネクタ 139790">
                          <a:extLst>
                            <a:ext uri="{FF2B5EF4-FFF2-40B4-BE49-F238E27FC236}">
                              <a16:creationId xmlns:a16="http://schemas.microsoft.com/office/drawing/2014/main" id="{12ABC426-C865-4FE8-896C-178D2BD022BF}"/>
                            </a:ext>
                          </a:extLst>
                        </p:cNvPr>
                        <p:cNvCxnSpPr>
                          <a:cxnSpLocks/>
                          <a:stCxn id="139790" idx="6"/>
                          <a:endCxn id="13979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92" name="直線コネクタ 139791">
                          <a:extLst>
                            <a:ext uri="{FF2B5EF4-FFF2-40B4-BE49-F238E27FC236}">
                              <a16:creationId xmlns:a16="http://schemas.microsoft.com/office/drawing/2014/main" id="{9CDB1DD8-6E45-4727-960A-DD741CC317D4}"/>
                            </a:ext>
                          </a:extLst>
                        </p:cNvPr>
                        <p:cNvCxnSpPr>
                          <a:cxnSpLocks/>
                          <a:stCxn id="139790" idx="4"/>
                          <a:endCxn id="13979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74" name="グループ化 139773">
                        <a:extLst>
                          <a:ext uri="{FF2B5EF4-FFF2-40B4-BE49-F238E27FC236}">
                            <a16:creationId xmlns:a16="http://schemas.microsoft.com/office/drawing/2014/main" id="{8B1C176E-D984-4725-8456-BA480B8D931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87" name="楕円 139786">
                          <a:extLst>
                            <a:ext uri="{FF2B5EF4-FFF2-40B4-BE49-F238E27FC236}">
                              <a16:creationId xmlns:a16="http://schemas.microsoft.com/office/drawing/2014/main" id="{AA80CD65-A97E-48F4-BA32-3929709AE9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88" name="直線コネクタ 139787">
                          <a:extLst>
                            <a:ext uri="{FF2B5EF4-FFF2-40B4-BE49-F238E27FC236}">
                              <a16:creationId xmlns:a16="http://schemas.microsoft.com/office/drawing/2014/main" id="{8A77F092-D3E1-49C2-8526-55181C2C5705}"/>
                            </a:ext>
                          </a:extLst>
                        </p:cNvPr>
                        <p:cNvCxnSpPr>
                          <a:cxnSpLocks/>
                          <a:stCxn id="139787" idx="6"/>
                          <a:endCxn id="13978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89" name="直線コネクタ 139788">
                          <a:extLst>
                            <a:ext uri="{FF2B5EF4-FFF2-40B4-BE49-F238E27FC236}">
                              <a16:creationId xmlns:a16="http://schemas.microsoft.com/office/drawing/2014/main" id="{8CD732A2-81B8-4BAA-BDAE-8EEC713080CE}"/>
                            </a:ext>
                          </a:extLst>
                        </p:cNvPr>
                        <p:cNvCxnSpPr>
                          <a:cxnSpLocks/>
                          <a:stCxn id="139787" idx="4"/>
                          <a:endCxn id="13978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75" name="グループ化 139774">
                        <a:extLst>
                          <a:ext uri="{FF2B5EF4-FFF2-40B4-BE49-F238E27FC236}">
                            <a16:creationId xmlns:a16="http://schemas.microsoft.com/office/drawing/2014/main" id="{2915D6E6-05F3-4A86-B196-90227C80BCA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84" name="楕円 139783">
                          <a:extLst>
                            <a:ext uri="{FF2B5EF4-FFF2-40B4-BE49-F238E27FC236}">
                              <a16:creationId xmlns:a16="http://schemas.microsoft.com/office/drawing/2014/main" id="{415D29E0-CA5C-446C-BBC0-F998BCF125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85" name="直線コネクタ 139784">
                          <a:extLst>
                            <a:ext uri="{FF2B5EF4-FFF2-40B4-BE49-F238E27FC236}">
                              <a16:creationId xmlns:a16="http://schemas.microsoft.com/office/drawing/2014/main" id="{0AF119DE-70FD-434E-9153-AAEC322DE046}"/>
                            </a:ext>
                          </a:extLst>
                        </p:cNvPr>
                        <p:cNvCxnSpPr>
                          <a:cxnSpLocks/>
                          <a:stCxn id="139784" idx="6"/>
                          <a:endCxn id="13978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86" name="直線コネクタ 139785">
                          <a:extLst>
                            <a:ext uri="{FF2B5EF4-FFF2-40B4-BE49-F238E27FC236}">
                              <a16:creationId xmlns:a16="http://schemas.microsoft.com/office/drawing/2014/main" id="{42CA12C2-9E32-44DA-B813-638E6EF901B6}"/>
                            </a:ext>
                          </a:extLst>
                        </p:cNvPr>
                        <p:cNvCxnSpPr>
                          <a:cxnSpLocks/>
                          <a:stCxn id="139784" idx="4"/>
                          <a:endCxn id="13978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76" name="グループ化 139775">
                        <a:extLst>
                          <a:ext uri="{FF2B5EF4-FFF2-40B4-BE49-F238E27FC236}">
                            <a16:creationId xmlns:a16="http://schemas.microsoft.com/office/drawing/2014/main" id="{0C287D2D-0ABF-46A1-BCFD-341E56DC98F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81" name="楕円 139780">
                          <a:extLst>
                            <a:ext uri="{FF2B5EF4-FFF2-40B4-BE49-F238E27FC236}">
                              <a16:creationId xmlns:a16="http://schemas.microsoft.com/office/drawing/2014/main" id="{86B15D0F-C41C-4219-A049-C745F148C8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82" name="直線コネクタ 139781">
                          <a:extLst>
                            <a:ext uri="{FF2B5EF4-FFF2-40B4-BE49-F238E27FC236}">
                              <a16:creationId xmlns:a16="http://schemas.microsoft.com/office/drawing/2014/main" id="{9DA26618-3906-4FDA-9491-B9CA7A79FAED}"/>
                            </a:ext>
                          </a:extLst>
                        </p:cNvPr>
                        <p:cNvCxnSpPr>
                          <a:cxnSpLocks/>
                          <a:stCxn id="139781" idx="6"/>
                          <a:endCxn id="13978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83" name="直線コネクタ 139782">
                          <a:extLst>
                            <a:ext uri="{FF2B5EF4-FFF2-40B4-BE49-F238E27FC236}">
                              <a16:creationId xmlns:a16="http://schemas.microsoft.com/office/drawing/2014/main" id="{6E9B529C-C79F-4565-98D6-81D4497BD547}"/>
                            </a:ext>
                          </a:extLst>
                        </p:cNvPr>
                        <p:cNvCxnSpPr>
                          <a:cxnSpLocks/>
                          <a:stCxn id="139781" idx="4"/>
                          <a:endCxn id="13978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77" name="グループ化 139776">
                        <a:extLst>
                          <a:ext uri="{FF2B5EF4-FFF2-40B4-BE49-F238E27FC236}">
                            <a16:creationId xmlns:a16="http://schemas.microsoft.com/office/drawing/2014/main" id="{23A035BC-63F6-46B5-B267-381E8A82E7F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78" name="楕円 139777">
                          <a:extLst>
                            <a:ext uri="{FF2B5EF4-FFF2-40B4-BE49-F238E27FC236}">
                              <a16:creationId xmlns:a16="http://schemas.microsoft.com/office/drawing/2014/main" id="{1C38CC64-CAC4-4157-B039-34E2EF08FEE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79" name="直線コネクタ 139778">
                          <a:extLst>
                            <a:ext uri="{FF2B5EF4-FFF2-40B4-BE49-F238E27FC236}">
                              <a16:creationId xmlns:a16="http://schemas.microsoft.com/office/drawing/2014/main" id="{3A5E96D2-32AE-4790-83E2-B46E53ABD339}"/>
                            </a:ext>
                          </a:extLst>
                        </p:cNvPr>
                        <p:cNvCxnSpPr>
                          <a:cxnSpLocks/>
                          <a:stCxn id="139778" idx="6"/>
                          <a:endCxn id="13977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80" name="直線コネクタ 139779">
                          <a:extLst>
                            <a:ext uri="{FF2B5EF4-FFF2-40B4-BE49-F238E27FC236}">
                              <a16:creationId xmlns:a16="http://schemas.microsoft.com/office/drawing/2014/main" id="{4CF81D5F-4C7E-486B-9705-7EA454E6D1A1}"/>
                            </a:ext>
                          </a:extLst>
                        </p:cNvPr>
                        <p:cNvCxnSpPr>
                          <a:cxnSpLocks/>
                          <a:stCxn id="139778" idx="4"/>
                          <a:endCxn id="13977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9461" name="グループ化 139460">
                    <a:extLst>
                      <a:ext uri="{FF2B5EF4-FFF2-40B4-BE49-F238E27FC236}">
                        <a16:creationId xmlns:a16="http://schemas.microsoft.com/office/drawing/2014/main" id="{7BA91739-EA54-4D28-A1E8-8558ADDDF703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5296236" y="613065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9735" name="グループ化 139734">
                      <a:extLst>
                        <a:ext uri="{FF2B5EF4-FFF2-40B4-BE49-F238E27FC236}">
                          <a16:creationId xmlns:a16="http://schemas.microsoft.com/office/drawing/2014/main" id="{6867A917-BC1B-4688-B310-87CF263820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9760" name="直線コネクタ 139759">
                        <a:extLst>
                          <a:ext uri="{FF2B5EF4-FFF2-40B4-BE49-F238E27FC236}">
                            <a16:creationId xmlns:a16="http://schemas.microsoft.com/office/drawing/2014/main" id="{084AEF54-1112-4628-A7FC-27E0EA13F71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61" name="直線コネクタ 139760">
                        <a:extLst>
                          <a:ext uri="{FF2B5EF4-FFF2-40B4-BE49-F238E27FC236}">
                            <a16:creationId xmlns:a16="http://schemas.microsoft.com/office/drawing/2014/main" id="{9F8A6FE3-9DD0-47E4-8C73-6B6A74E34EA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62" name="直線コネクタ 139761">
                        <a:extLst>
                          <a:ext uri="{FF2B5EF4-FFF2-40B4-BE49-F238E27FC236}">
                            <a16:creationId xmlns:a16="http://schemas.microsoft.com/office/drawing/2014/main" id="{F385D970-B975-4453-B392-5C983D3F2EA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63" name="直線コネクタ 139762">
                        <a:extLst>
                          <a:ext uri="{FF2B5EF4-FFF2-40B4-BE49-F238E27FC236}">
                            <a16:creationId xmlns:a16="http://schemas.microsoft.com/office/drawing/2014/main" id="{43457337-9B86-438F-B244-F5BDE7F381F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64" name="直線コネクタ 139763">
                        <a:extLst>
                          <a:ext uri="{FF2B5EF4-FFF2-40B4-BE49-F238E27FC236}">
                            <a16:creationId xmlns:a16="http://schemas.microsoft.com/office/drawing/2014/main" id="{5AB19632-3287-418F-9B71-1F0BFDB7392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65" name="直線コネクタ 139764">
                        <a:extLst>
                          <a:ext uri="{FF2B5EF4-FFF2-40B4-BE49-F238E27FC236}">
                            <a16:creationId xmlns:a16="http://schemas.microsoft.com/office/drawing/2014/main" id="{3B4BC281-5EBB-4F9F-8FC1-27EE5255D3C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66" name="直線コネクタ 139765">
                        <a:extLst>
                          <a:ext uri="{FF2B5EF4-FFF2-40B4-BE49-F238E27FC236}">
                            <a16:creationId xmlns:a16="http://schemas.microsoft.com/office/drawing/2014/main" id="{BA28AE4C-DAFE-41CA-993C-ABB9370485A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67" name="直線コネクタ 139766">
                        <a:extLst>
                          <a:ext uri="{FF2B5EF4-FFF2-40B4-BE49-F238E27FC236}">
                            <a16:creationId xmlns:a16="http://schemas.microsoft.com/office/drawing/2014/main" id="{41B95CD7-4478-4106-A394-141DA05E766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68" name="直線コネクタ 139767">
                        <a:extLst>
                          <a:ext uri="{FF2B5EF4-FFF2-40B4-BE49-F238E27FC236}">
                            <a16:creationId xmlns:a16="http://schemas.microsoft.com/office/drawing/2014/main" id="{802D812F-434E-401C-B373-E090E3CEA61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736" name="グループ化 139735">
                      <a:extLst>
                        <a:ext uri="{FF2B5EF4-FFF2-40B4-BE49-F238E27FC236}">
                          <a16:creationId xmlns:a16="http://schemas.microsoft.com/office/drawing/2014/main" id="{EB05A4BE-04C2-44A9-B3E8-2609D32BBF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757" name="楕円 139756">
                        <a:extLst>
                          <a:ext uri="{FF2B5EF4-FFF2-40B4-BE49-F238E27FC236}">
                            <a16:creationId xmlns:a16="http://schemas.microsoft.com/office/drawing/2014/main" id="{9E043669-BD6E-448B-9F40-19804AB9D1B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758" name="直線コネクタ 139757">
                        <a:extLst>
                          <a:ext uri="{FF2B5EF4-FFF2-40B4-BE49-F238E27FC236}">
                            <a16:creationId xmlns:a16="http://schemas.microsoft.com/office/drawing/2014/main" id="{C08DCCCF-E086-4BD5-A225-F676EB3F35F4}"/>
                          </a:ext>
                        </a:extLst>
                      </p:cNvPr>
                      <p:cNvCxnSpPr>
                        <a:cxnSpLocks/>
                        <a:stCxn id="139757" idx="6"/>
                        <a:endCxn id="13975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59" name="直線コネクタ 139758">
                        <a:extLst>
                          <a:ext uri="{FF2B5EF4-FFF2-40B4-BE49-F238E27FC236}">
                            <a16:creationId xmlns:a16="http://schemas.microsoft.com/office/drawing/2014/main" id="{8610C777-4F27-427C-B0A4-CAE4189A280E}"/>
                          </a:ext>
                        </a:extLst>
                      </p:cNvPr>
                      <p:cNvCxnSpPr>
                        <a:cxnSpLocks/>
                        <a:stCxn id="139757" idx="4"/>
                        <a:endCxn id="13975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737" name="グループ化 139736">
                      <a:extLst>
                        <a:ext uri="{FF2B5EF4-FFF2-40B4-BE49-F238E27FC236}">
                          <a16:creationId xmlns:a16="http://schemas.microsoft.com/office/drawing/2014/main" id="{DE149454-EC48-43BD-AEF0-B53EFA0029D3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754" name="楕円 139753">
                        <a:extLst>
                          <a:ext uri="{FF2B5EF4-FFF2-40B4-BE49-F238E27FC236}">
                            <a16:creationId xmlns:a16="http://schemas.microsoft.com/office/drawing/2014/main" id="{0B0D1B50-3026-441D-A3F2-3B4C8397F7C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755" name="直線コネクタ 139754">
                        <a:extLst>
                          <a:ext uri="{FF2B5EF4-FFF2-40B4-BE49-F238E27FC236}">
                            <a16:creationId xmlns:a16="http://schemas.microsoft.com/office/drawing/2014/main" id="{CBED530A-D4E7-47A7-8C07-6FF614A8F0FD}"/>
                          </a:ext>
                        </a:extLst>
                      </p:cNvPr>
                      <p:cNvCxnSpPr>
                        <a:cxnSpLocks/>
                        <a:stCxn id="139754" idx="6"/>
                        <a:endCxn id="13975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56" name="直線コネクタ 139755">
                        <a:extLst>
                          <a:ext uri="{FF2B5EF4-FFF2-40B4-BE49-F238E27FC236}">
                            <a16:creationId xmlns:a16="http://schemas.microsoft.com/office/drawing/2014/main" id="{D336C08E-F271-4F9E-A4A3-D9E1D8A84DC7}"/>
                          </a:ext>
                        </a:extLst>
                      </p:cNvPr>
                      <p:cNvCxnSpPr>
                        <a:cxnSpLocks/>
                        <a:stCxn id="139754" idx="4"/>
                        <a:endCxn id="13975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738" name="グループ化 139737">
                      <a:extLst>
                        <a:ext uri="{FF2B5EF4-FFF2-40B4-BE49-F238E27FC236}">
                          <a16:creationId xmlns:a16="http://schemas.microsoft.com/office/drawing/2014/main" id="{3D14DC53-8363-489C-9987-A7C6BBE8266E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751" name="楕円 139750">
                        <a:extLst>
                          <a:ext uri="{FF2B5EF4-FFF2-40B4-BE49-F238E27FC236}">
                            <a16:creationId xmlns:a16="http://schemas.microsoft.com/office/drawing/2014/main" id="{ACD32CE3-35F2-4BC2-9C9B-465DF34BA31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752" name="直線コネクタ 139751">
                        <a:extLst>
                          <a:ext uri="{FF2B5EF4-FFF2-40B4-BE49-F238E27FC236}">
                            <a16:creationId xmlns:a16="http://schemas.microsoft.com/office/drawing/2014/main" id="{DCA4A913-E40C-4633-A529-A03F1DD5D264}"/>
                          </a:ext>
                        </a:extLst>
                      </p:cNvPr>
                      <p:cNvCxnSpPr>
                        <a:cxnSpLocks/>
                        <a:stCxn id="139751" idx="6"/>
                        <a:endCxn id="13975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53" name="直線コネクタ 139752">
                        <a:extLst>
                          <a:ext uri="{FF2B5EF4-FFF2-40B4-BE49-F238E27FC236}">
                            <a16:creationId xmlns:a16="http://schemas.microsoft.com/office/drawing/2014/main" id="{EA7DDD98-48BF-455D-8486-D0577CA75D25}"/>
                          </a:ext>
                        </a:extLst>
                      </p:cNvPr>
                      <p:cNvCxnSpPr>
                        <a:cxnSpLocks/>
                        <a:stCxn id="139751" idx="4"/>
                        <a:endCxn id="13975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739" name="グループ化 139738">
                      <a:extLst>
                        <a:ext uri="{FF2B5EF4-FFF2-40B4-BE49-F238E27FC236}">
                          <a16:creationId xmlns:a16="http://schemas.microsoft.com/office/drawing/2014/main" id="{D640E0F9-9E36-44AF-80AC-34E9DFEA6B8C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748" name="楕円 139747">
                        <a:extLst>
                          <a:ext uri="{FF2B5EF4-FFF2-40B4-BE49-F238E27FC236}">
                            <a16:creationId xmlns:a16="http://schemas.microsoft.com/office/drawing/2014/main" id="{783A6EFE-C3CC-4A5D-9288-B7A4C5D1F1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749" name="直線コネクタ 139748">
                        <a:extLst>
                          <a:ext uri="{FF2B5EF4-FFF2-40B4-BE49-F238E27FC236}">
                            <a16:creationId xmlns:a16="http://schemas.microsoft.com/office/drawing/2014/main" id="{595DEAB8-F46B-4BC3-BDEC-5A73704AAB18}"/>
                          </a:ext>
                        </a:extLst>
                      </p:cNvPr>
                      <p:cNvCxnSpPr>
                        <a:cxnSpLocks/>
                        <a:stCxn id="139748" idx="6"/>
                        <a:endCxn id="13974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50" name="直線コネクタ 139749">
                        <a:extLst>
                          <a:ext uri="{FF2B5EF4-FFF2-40B4-BE49-F238E27FC236}">
                            <a16:creationId xmlns:a16="http://schemas.microsoft.com/office/drawing/2014/main" id="{94DBDFFE-B105-4B56-98E3-DF39C041E258}"/>
                          </a:ext>
                        </a:extLst>
                      </p:cNvPr>
                      <p:cNvCxnSpPr>
                        <a:cxnSpLocks/>
                        <a:stCxn id="139748" idx="4"/>
                        <a:endCxn id="13974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740" name="グループ化 139739">
                      <a:extLst>
                        <a:ext uri="{FF2B5EF4-FFF2-40B4-BE49-F238E27FC236}">
                          <a16:creationId xmlns:a16="http://schemas.microsoft.com/office/drawing/2014/main" id="{63C97306-2FF0-4231-89A7-A57ACD27E123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745" name="楕円 139744">
                        <a:extLst>
                          <a:ext uri="{FF2B5EF4-FFF2-40B4-BE49-F238E27FC236}">
                            <a16:creationId xmlns:a16="http://schemas.microsoft.com/office/drawing/2014/main" id="{D46D927E-C431-4FDA-A05C-280FBD497E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746" name="直線コネクタ 139745">
                        <a:extLst>
                          <a:ext uri="{FF2B5EF4-FFF2-40B4-BE49-F238E27FC236}">
                            <a16:creationId xmlns:a16="http://schemas.microsoft.com/office/drawing/2014/main" id="{1A37A3B1-13DB-46A6-A920-AC26EA8CE6BB}"/>
                          </a:ext>
                        </a:extLst>
                      </p:cNvPr>
                      <p:cNvCxnSpPr>
                        <a:cxnSpLocks/>
                        <a:stCxn id="139745" idx="6"/>
                        <a:endCxn id="13974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47" name="直線コネクタ 139746">
                        <a:extLst>
                          <a:ext uri="{FF2B5EF4-FFF2-40B4-BE49-F238E27FC236}">
                            <a16:creationId xmlns:a16="http://schemas.microsoft.com/office/drawing/2014/main" id="{D61B9944-2A66-4C3C-9DFA-AA6AFDF782A8}"/>
                          </a:ext>
                        </a:extLst>
                      </p:cNvPr>
                      <p:cNvCxnSpPr>
                        <a:cxnSpLocks/>
                        <a:stCxn id="139745" idx="4"/>
                        <a:endCxn id="13974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741" name="グループ化 139740">
                      <a:extLst>
                        <a:ext uri="{FF2B5EF4-FFF2-40B4-BE49-F238E27FC236}">
                          <a16:creationId xmlns:a16="http://schemas.microsoft.com/office/drawing/2014/main" id="{49D40D87-C6AA-4816-ADB9-6CD40956477D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742" name="楕円 139741">
                        <a:extLst>
                          <a:ext uri="{FF2B5EF4-FFF2-40B4-BE49-F238E27FC236}">
                            <a16:creationId xmlns:a16="http://schemas.microsoft.com/office/drawing/2014/main" id="{884E8FAA-A35F-4CC0-A960-C3227010808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743" name="直線コネクタ 139742">
                        <a:extLst>
                          <a:ext uri="{FF2B5EF4-FFF2-40B4-BE49-F238E27FC236}">
                            <a16:creationId xmlns:a16="http://schemas.microsoft.com/office/drawing/2014/main" id="{91B57B41-2C6E-43BD-B122-943DC254EB3B}"/>
                          </a:ext>
                        </a:extLst>
                      </p:cNvPr>
                      <p:cNvCxnSpPr>
                        <a:cxnSpLocks/>
                        <a:stCxn id="139742" idx="6"/>
                        <a:endCxn id="13974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744" name="直線コネクタ 139743">
                        <a:extLst>
                          <a:ext uri="{FF2B5EF4-FFF2-40B4-BE49-F238E27FC236}">
                            <a16:creationId xmlns:a16="http://schemas.microsoft.com/office/drawing/2014/main" id="{66FECBD5-EB64-45EE-ACBB-CD92CB86E172}"/>
                          </a:ext>
                        </a:extLst>
                      </p:cNvPr>
                      <p:cNvCxnSpPr>
                        <a:cxnSpLocks/>
                        <a:stCxn id="139742" idx="4"/>
                        <a:endCxn id="13974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9462" name="グループ化 139461">
                    <a:extLst>
                      <a:ext uri="{FF2B5EF4-FFF2-40B4-BE49-F238E27FC236}">
                        <a16:creationId xmlns:a16="http://schemas.microsoft.com/office/drawing/2014/main" id="{92DC4257-9F5A-4180-A690-2F3EBA99728C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520692" y="5629120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9680" name="グループ化 139679">
                      <a:extLst>
                        <a:ext uri="{FF2B5EF4-FFF2-40B4-BE49-F238E27FC236}">
                          <a16:creationId xmlns:a16="http://schemas.microsoft.com/office/drawing/2014/main" id="{C9F954CE-6AE9-429E-9B9C-2F8E84C3354E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9709" name="グループ化 139708">
                        <a:extLst>
                          <a:ext uri="{FF2B5EF4-FFF2-40B4-BE49-F238E27FC236}">
                            <a16:creationId xmlns:a16="http://schemas.microsoft.com/office/drawing/2014/main" id="{F4809C14-5E67-426C-9827-D463A11657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730" name="直線コネクタ 139729">
                          <a:extLst>
                            <a:ext uri="{FF2B5EF4-FFF2-40B4-BE49-F238E27FC236}">
                              <a16:creationId xmlns:a16="http://schemas.microsoft.com/office/drawing/2014/main" id="{8FAA437D-C74E-457A-A5BF-F7552155A3F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31" name="直線コネクタ 139730">
                          <a:extLst>
                            <a:ext uri="{FF2B5EF4-FFF2-40B4-BE49-F238E27FC236}">
                              <a16:creationId xmlns:a16="http://schemas.microsoft.com/office/drawing/2014/main" id="{271F3D9D-0EA4-48FE-997F-D49DD6533C0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32" name="直線コネクタ 139731">
                          <a:extLst>
                            <a:ext uri="{FF2B5EF4-FFF2-40B4-BE49-F238E27FC236}">
                              <a16:creationId xmlns:a16="http://schemas.microsoft.com/office/drawing/2014/main" id="{6196A2CB-0BDF-4E50-B59F-4AD18F94ACA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33" name="直線コネクタ 139732">
                          <a:extLst>
                            <a:ext uri="{FF2B5EF4-FFF2-40B4-BE49-F238E27FC236}">
                              <a16:creationId xmlns:a16="http://schemas.microsoft.com/office/drawing/2014/main" id="{C9C4AC9D-AD46-4AAF-8C17-7E30C957759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34" name="直線コネクタ 139733">
                          <a:extLst>
                            <a:ext uri="{FF2B5EF4-FFF2-40B4-BE49-F238E27FC236}">
                              <a16:creationId xmlns:a16="http://schemas.microsoft.com/office/drawing/2014/main" id="{2164E684-9812-422E-99B5-8D00A9F1A1F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10" name="グループ化 139709">
                        <a:extLst>
                          <a:ext uri="{FF2B5EF4-FFF2-40B4-BE49-F238E27FC236}">
                            <a16:creationId xmlns:a16="http://schemas.microsoft.com/office/drawing/2014/main" id="{284A39D3-2A0D-4EE8-B5B6-7B4DB83BB0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27" name="楕円 139726">
                          <a:extLst>
                            <a:ext uri="{FF2B5EF4-FFF2-40B4-BE49-F238E27FC236}">
                              <a16:creationId xmlns:a16="http://schemas.microsoft.com/office/drawing/2014/main" id="{125202F7-BDAD-4C75-92C7-4C7371DBB09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28" name="直線コネクタ 139727">
                          <a:extLst>
                            <a:ext uri="{FF2B5EF4-FFF2-40B4-BE49-F238E27FC236}">
                              <a16:creationId xmlns:a16="http://schemas.microsoft.com/office/drawing/2014/main" id="{09E64516-2BAD-4FA5-BD23-7A9F4379301F}"/>
                            </a:ext>
                          </a:extLst>
                        </p:cNvPr>
                        <p:cNvCxnSpPr>
                          <a:cxnSpLocks/>
                          <a:stCxn id="139727" idx="6"/>
                          <a:endCxn id="13972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29" name="直線コネクタ 139728">
                          <a:extLst>
                            <a:ext uri="{FF2B5EF4-FFF2-40B4-BE49-F238E27FC236}">
                              <a16:creationId xmlns:a16="http://schemas.microsoft.com/office/drawing/2014/main" id="{2B5086F1-819B-4700-8D0A-29712E999017}"/>
                            </a:ext>
                          </a:extLst>
                        </p:cNvPr>
                        <p:cNvCxnSpPr>
                          <a:cxnSpLocks/>
                          <a:stCxn id="139727" idx="4"/>
                          <a:endCxn id="13972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11" name="グループ化 139710">
                        <a:extLst>
                          <a:ext uri="{FF2B5EF4-FFF2-40B4-BE49-F238E27FC236}">
                            <a16:creationId xmlns:a16="http://schemas.microsoft.com/office/drawing/2014/main" id="{EFAE5723-2D1C-4414-B93A-D220AC1E2DB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24" name="楕円 139723">
                          <a:extLst>
                            <a:ext uri="{FF2B5EF4-FFF2-40B4-BE49-F238E27FC236}">
                              <a16:creationId xmlns:a16="http://schemas.microsoft.com/office/drawing/2014/main" id="{582F2496-4D55-4EC5-A799-974920C583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25" name="直線コネクタ 139724">
                          <a:extLst>
                            <a:ext uri="{FF2B5EF4-FFF2-40B4-BE49-F238E27FC236}">
                              <a16:creationId xmlns:a16="http://schemas.microsoft.com/office/drawing/2014/main" id="{A04583FF-75D1-4490-9417-B3BD03D0B55B}"/>
                            </a:ext>
                          </a:extLst>
                        </p:cNvPr>
                        <p:cNvCxnSpPr>
                          <a:cxnSpLocks/>
                          <a:stCxn id="139724" idx="6"/>
                          <a:endCxn id="13972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26" name="直線コネクタ 139725">
                          <a:extLst>
                            <a:ext uri="{FF2B5EF4-FFF2-40B4-BE49-F238E27FC236}">
                              <a16:creationId xmlns:a16="http://schemas.microsoft.com/office/drawing/2014/main" id="{F22A2BB2-0E93-4C91-ABA7-667ABA46E1E9}"/>
                            </a:ext>
                          </a:extLst>
                        </p:cNvPr>
                        <p:cNvCxnSpPr>
                          <a:cxnSpLocks/>
                          <a:stCxn id="139724" idx="4"/>
                          <a:endCxn id="13972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12" name="グループ化 139711">
                        <a:extLst>
                          <a:ext uri="{FF2B5EF4-FFF2-40B4-BE49-F238E27FC236}">
                            <a16:creationId xmlns:a16="http://schemas.microsoft.com/office/drawing/2014/main" id="{462F505B-CE8B-4C92-8311-0A210F1286A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21" name="楕円 139720">
                          <a:extLst>
                            <a:ext uri="{FF2B5EF4-FFF2-40B4-BE49-F238E27FC236}">
                              <a16:creationId xmlns:a16="http://schemas.microsoft.com/office/drawing/2014/main" id="{689F616F-CFFB-4807-8E92-6D02600D7BE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22" name="直線コネクタ 139721">
                          <a:extLst>
                            <a:ext uri="{FF2B5EF4-FFF2-40B4-BE49-F238E27FC236}">
                              <a16:creationId xmlns:a16="http://schemas.microsoft.com/office/drawing/2014/main" id="{CE09FD8B-4985-4758-9618-69CD007A9337}"/>
                            </a:ext>
                          </a:extLst>
                        </p:cNvPr>
                        <p:cNvCxnSpPr>
                          <a:cxnSpLocks/>
                          <a:stCxn id="139721" idx="6"/>
                          <a:endCxn id="13972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23" name="直線コネクタ 139722">
                          <a:extLst>
                            <a:ext uri="{FF2B5EF4-FFF2-40B4-BE49-F238E27FC236}">
                              <a16:creationId xmlns:a16="http://schemas.microsoft.com/office/drawing/2014/main" id="{2D9DC4A7-A1CD-4D81-AA48-B90AA9B171BB}"/>
                            </a:ext>
                          </a:extLst>
                        </p:cNvPr>
                        <p:cNvCxnSpPr>
                          <a:cxnSpLocks/>
                          <a:stCxn id="139721" idx="4"/>
                          <a:endCxn id="13972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13" name="グループ化 139712">
                        <a:extLst>
                          <a:ext uri="{FF2B5EF4-FFF2-40B4-BE49-F238E27FC236}">
                            <a16:creationId xmlns:a16="http://schemas.microsoft.com/office/drawing/2014/main" id="{E90EDDB8-9A1F-4EB5-BD72-65C694E5BD3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18" name="楕円 139717">
                          <a:extLst>
                            <a:ext uri="{FF2B5EF4-FFF2-40B4-BE49-F238E27FC236}">
                              <a16:creationId xmlns:a16="http://schemas.microsoft.com/office/drawing/2014/main" id="{DD4A5E70-4110-4DC9-B697-DC77C435F5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19" name="直線コネクタ 139718">
                          <a:extLst>
                            <a:ext uri="{FF2B5EF4-FFF2-40B4-BE49-F238E27FC236}">
                              <a16:creationId xmlns:a16="http://schemas.microsoft.com/office/drawing/2014/main" id="{AB73731F-0B7F-4040-8746-D80AA2463218}"/>
                            </a:ext>
                          </a:extLst>
                        </p:cNvPr>
                        <p:cNvCxnSpPr>
                          <a:cxnSpLocks/>
                          <a:stCxn id="139718" idx="6"/>
                          <a:endCxn id="13971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20" name="直線コネクタ 139719">
                          <a:extLst>
                            <a:ext uri="{FF2B5EF4-FFF2-40B4-BE49-F238E27FC236}">
                              <a16:creationId xmlns:a16="http://schemas.microsoft.com/office/drawing/2014/main" id="{55E98E82-6D33-417F-9FD1-2B869A1FDDA3}"/>
                            </a:ext>
                          </a:extLst>
                        </p:cNvPr>
                        <p:cNvCxnSpPr>
                          <a:cxnSpLocks/>
                          <a:stCxn id="139718" idx="4"/>
                          <a:endCxn id="13971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714" name="グループ化 139713">
                        <a:extLst>
                          <a:ext uri="{FF2B5EF4-FFF2-40B4-BE49-F238E27FC236}">
                            <a16:creationId xmlns:a16="http://schemas.microsoft.com/office/drawing/2014/main" id="{53F8D6A0-E009-49D8-BB08-19D6D540E56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15" name="楕円 139714">
                          <a:extLst>
                            <a:ext uri="{FF2B5EF4-FFF2-40B4-BE49-F238E27FC236}">
                              <a16:creationId xmlns:a16="http://schemas.microsoft.com/office/drawing/2014/main" id="{93AD577C-7B06-465D-9EA6-4731C75678F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16" name="直線コネクタ 139715">
                          <a:extLst>
                            <a:ext uri="{FF2B5EF4-FFF2-40B4-BE49-F238E27FC236}">
                              <a16:creationId xmlns:a16="http://schemas.microsoft.com/office/drawing/2014/main" id="{9B4078BF-0AED-407B-A18C-AA4F42A9D67A}"/>
                            </a:ext>
                          </a:extLst>
                        </p:cNvPr>
                        <p:cNvCxnSpPr>
                          <a:cxnSpLocks/>
                          <a:stCxn id="139715" idx="6"/>
                          <a:endCxn id="13971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17" name="直線コネクタ 139716">
                          <a:extLst>
                            <a:ext uri="{FF2B5EF4-FFF2-40B4-BE49-F238E27FC236}">
                              <a16:creationId xmlns:a16="http://schemas.microsoft.com/office/drawing/2014/main" id="{EBDC101F-8FA0-4D2F-8F99-88B5E40271EE}"/>
                            </a:ext>
                          </a:extLst>
                        </p:cNvPr>
                        <p:cNvCxnSpPr>
                          <a:cxnSpLocks/>
                          <a:stCxn id="139715" idx="4"/>
                          <a:endCxn id="13971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9681" name="楕円 139680">
                      <a:extLst>
                        <a:ext uri="{FF2B5EF4-FFF2-40B4-BE49-F238E27FC236}">
                          <a16:creationId xmlns:a16="http://schemas.microsoft.com/office/drawing/2014/main" id="{905D93A2-7AEC-4EE3-9AD4-2702B9926A9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9682" name="グループ化 139681">
                      <a:extLst>
                        <a:ext uri="{FF2B5EF4-FFF2-40B4-BE49-F238E27FC236}">
                          <a16:creationId xmlns:a16="http://schemas.microsoft.com/office/drawing/2014/main" id="{16195E7A-61EA-487F-B053-61A3732721D5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9683" name="グループ化 139682">
                        <a:extLst>
                          <a:ext uri="{FF2B5EF4-FFF2-40B4-BE49-F238E27FC236}">
                            <a16:creationId xmlns:a16="http://schemas.microsoft.com/office/drawing/2014/main" id="{FF59A2F3-D066-4292-9B3D-F69145B452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704" name="直線コネクタ 139703">
                          <a:extLst>
                            <a:ext uri="{FF2B5EF4-FFF2-40B4-BE49-F238E27FC236}">
                              <a16:creationId xmlns:a16="http://schemas.microsoft.com/office/drawing/2014/main" id="{BF3BF0BE-2DB6-4832-B00A-C2A0E9D5F8A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05" name="直線コネクタ 139704">
                          <a:extLst>
                            <a:ext uri="{FF2B5EF4-FFF2-40B4-BE49-F238E27FC236}">
                              <a16:creationId xmlns:a16="http://schemas.microsoft.com/office/drawing/2014/main" id="{9D26F977-C176-4095-806A-5C551966813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06" name="直線コネクタ 139705">
                          <a:extLst>
                            <a:ext uri="{FF2B5EF4-FFF2-40B4-BE49-F238E27FC236}">
                              <a16:creationId xmlns:a16="http://schemas.microsoft.com/office/drawing/2014/main" id="{62A641F0-582B-40AD-872C-73ECB491600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07" name="直線コネクタ 139706">
                          <a:extLst>
                            <a:ext uri="{FF2B5EF4-FFF2-40B4-BE49-F238E27FC236}">
                              <a16:creationId xmlns:a16="http://schemas.microsoft.com/office/drawing/2014/main" id="{185FACC2-C1C9-4102-ADD7-7D4B42AC734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08" name="直線コネクタ 139707">
                          <a:extLst>
                            <a:ext uri="{FF2B5EF4-FFF2-40B4-BE49-F238E27FC236}">
                              <a16:creationId xmlns:a16="http://schemas.microsoft.com/office/drawing/2014/main" id="{F1D6B60D-46A2-49EA-B737-497FA6F793C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84" name="グループ化 139683">
                        <a:extLst>
                          <a:ext uri="{FF2B5EF4-FFF2-40B4-BE49-F238E27FC236}">
                            <a16:creationId xmlns:a16="http://schemas.microsoft.com/office/drawing/2014/main" id="{C6442C08-ED5D-48FC-B631-6FB4C91DED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701" name="楕円 139700">
                          <a:extLst>
                            <a:ext uri="{FF2B5EF4-FFF2-40B4-BE49-F238E27FC236}">
                              <a16:creationId xmlns:a16="http://schemas.microsoft.com/office/drawing/2014/main" id="{17AC2D73-1278-400B-A139-87D93B0769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702" name="直線コネクタ 139701">
                          <a:extLst>
                            <a:ext uri="{FF2B5EF4-FFF2-40B4-BE49-F238E27FC236}">
                              <a16:creationId xmlns:a16="http://schemas.microsoft.com/office/drawing/2014/main" id="{3032169B-9F0B-4513-85A0-F2919292B451}"/>
                            </a:ext>
                          </a:extLst>
                        </p:cNvPr>
                        <p:cNvCxnSpPr>
                          <a:cxnSpLocks/>
                          <a:stCxn id="139701" idx="6"/>
                          <a:endCxn id="13970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03" name="直線コネクタ 139702">
                          <a:extLst>
                            <a:ext uri="{FF2B5EF4-FFF2-40B4-BE49-F238E27FC236}">
                              <a16:creationId xmlns:a16="http://schemas.microsoft.com/office/drawing/2014/main" id="{316561EF-A63A-41E5-997D-057A8D846DBB}"/>
                            </a:ext>
                          </a:extLst>
                        </p:cNvPr>
                        <p:cNvCxnSpPr>
                          <a:cxnSpLocks/>
                          <a:stCxn id="139701" idx="4"/>
                          <a:endCxn id="13970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85" name="グループ化 139684">
                        <a:extLst>
                          <a:ext uri="{FF2B5EF4-FFF2-40B4-BE49-F238E27FC236}">
                            <a16:creationId xmlns:a16="http://schemas.microsoft.com/office/drawing/2014/main" id="{1C7B83E3-7C69-424D-A97B-264A30A1854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98" name="楕円 139697">
                          <a:extLst>
                            <a:ext uri="{FF2B5EF4-FFF2-40B4-BE49-F238E27FC236}">
                              <a16:creationId xmlns:a16="http://schemas.microsoft.com/office/drawing/2014/main" id="{59587107-BED4-49FA-90D9-088EB9C8F64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99" name="直線コネクタ 139698">
                          <a:extLst>
                            <a:ext uri="{FF2B5EF4-FFF2-40B4-BE49-F238E27FC236}">
                              <a16:creationId xmlns:a16="http://schemas.microsoft.com/office/drawing/2014/main" id="{D103426D-BA1E-425B-865B-6882BBD21B5C}"/>
                            </a:ext>
                          </a:extLst>
                        </p:cNvPr>
                        <p:cNvCxnSpPr>
                          <a:cxnSpLocks/>
                          <a:stCxn id="139698" idx="6"/>
                          <a:endCxn id="13969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700" name="直線コネクタ 139699">
                          <a:extLst>
                            <a:ext uri="{FF2B5EF4-FFF2-40B4-BE49-F238E27FC236}">
                              <a16:creationId xmlns:a16="http://schemas.microsoft.com/office/drawing/2014/main" id="{1922151B-7EBA-42B2-B912-D3D0B578FD87}"/>
                            </a:ext>
                          </a:extLst>
                        </p:cNvPr>
                        <p:cNvCxnSpPr>
                          <a:cxnSpLocks/>
                          <a:stCxn id="139698" idx="4"/>
                          <a:endCxn id="13969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86" name="グループ化 139685">
                        <a:extLst>
                          <a:ext uri="{FF2B5EF4-FFF2-40B4-BE49-F238E27FC236}">
                            <a16:creationId xmlns:a16="http://schemas.microsoft.com/office/drawing/2014/main" id="{7A3EBE8A-6EA3-4789-A984-631D664F072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95" name="楕円 139694">
                          <a:extLst>
                            <a:ext uri="{FF2B5EF4-FFF2-40B4-BE49-F238E27FC236}">
                              <a16:creationId xmlns:a16="http://schemas.microsoft.com/office/drawing/2014/main" id="{37B23A69-F607-4968-8FCB-1C8415AE51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96" name="直線コネクタ 139695">
                          <a:extLst>
                            <a:ext uri="{FF2B5EF4-FFF2-40B4-BE49-F238E27FC236}">
                              <a16:creationId xmlns:a16="http://schemas.microsoft.com/office/drawing/2014/main" id="{27FE59EA-1B45-4A9F-93FD-BABF90B76229}"/>
                            </a:ext>
                          </a:extLst>
                        </p:cNvPr>
                        <p:cNvCxnSpPr>
                          <a:cxnSpLocks/>
                          <a:stCxn id="139695" idx="6"/>
                          <a:endCxn id="13969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97" name="直線コネクタ 139696">
                          <a:extLst>
                            <a:ext uri="{FF2B5EF4-FFF2-40B4-BE49-F238E27FC236}">
                              <a16:creationId xmlns:a16="http://schemas.microsoft.com/office/drawing/2014/main" id="{8095AF93-4846-4467-BE4D-CD8FF1BD25A9}"/>
                            </a:ext>
                          </a:extLst>
                        </p:cNvPr>
                        <p:cNvCxnSpPr>
                          <a:cxnSpLocks/>
                          <a:stCxn id="139695" idx="4"/>
                          <a:endCxn id="13969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87" name="グループ化 139686">
                        <a:extLst>
                          <a:ext uri="{FF2B5EF4-FFF2-40B4-BE49-F238E27FC236}">
                            <a16:creationId xmlns:a16="http://schemas.microsoft.com/office/drawing/2014/main" id="{AD185AD3-095F-4B84-B422-802B3922928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92" name="楕円 139691">
                          <a:extLst>
                            <a:ext uri="{FF2B5EF4-FFF2-40B4-BE49-F238E27FC236}">
                              <a16:creationId xmlns:a16="http://schemas.microsoft.com/office/drawing/2014/main" id="{E9E77CB0-8FF4-466F-9666-9B0E61C409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93" name="直線コネクタ 139692">
                          <a:extLst>
                            <a:ext uri="{FF2B5EF4-FFF2-40B4-BE49-F238E27FC236}">
                              <a16:creationId xmlns:a16="http://schemas.microsoft.com/office/drawing/2014/main" id="{EE62257B-8CCA-45BD-A0D7-F729E7DD4FCE}"/>
                            </a:ext>
                          </a:extLst>
                        </p:cNvPr>
                        <p:cNvCxnSpPr>
                          <a:cxnSpLocks/>
                          <a:stCxn id="139692" idx="6"/>
                          <a:endCxn id="13969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94" name="直線コネクタ 139693">
                          <a:extLst>
                            <a:ext uri="{FF2B5EF4-FFF2-40B4-BE49-F238E27FC236}">
                              <a16:creationId xmlns:a16="http://schemas.microsoft.com/office/drawing/2014/main" id="{7EA4280B-6B3F-4DE2-ACDF-A3664C280F9B}"/>
                            </a:ext>
                          </a:extLst>
                        </p:cNvPr>
                        <p:cNvCxnSpPr>
                          <a:cxnSpLocks/>
                          <a:stCxn id="139692" idx="4"/>
                          <a:endCxn id="13969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88" name="グループ化 139687">
                        <a:extLst>
                          <a:ext uri="{FF2B5EF4-FFF2-40B4-BE49-F238E27FC236}">
                            <a16:creationId xmlns:a16="http://schemas.microsoft.com/office/drawing/2014/main" id="{8E42C4E3-D1D4-4AC7-BBD8-B4348B91A95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89" name="楕円 139688">
                          <a:extLst>
                            <a:ext uri="{FF2B5EF4-FFF2-40B4-BE49-F238E27FC236}">
                              <a16:creationId xmlns:a16="http://schemas.microsoft.com/office/drawing/2014/main" id="{DF0FC433-8638-4347-84E8-5449CE1ACED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90" name="直線コネクタ 139689">
                          <a:extLst>
                            <a:ext uri="{FF2B5EF4-FFF2-40B4-BE49-F238E27FC236}">
                              <a16:creationId xmlns:a16="http://schemas.microsoft.com/office/drawing/2014/main" id="{D7CF7E02-6DC0-43AB-9DA6-E1A8BBDB904C}"/>
                            </a:ext>
                          </a:extLst>
                        </p:cNvPr>
                        <p:cNvCxnSpPr>
                          <a:cxnSpLocks/>
                          <a:stCxn id="139689" idx="6"/>
                          <a:endCxn id="13968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91" name="直線コネクタ 139690">
                          <a:extLst>
                            <a:ext uri="{FF2B5EF4-FFF2-40B4-BE49-F238E27FC236}">
                              <a16:creationId xmlns:a16="http://schemas.microsoft.com/office/drawing/2014/main" id="{645B9E50-8258-47FD-9226-9F8A5354ECE0}"/>
                            </a:ext>
                          </a:extLst>
                        </p:cNvPr>
                        <p:cNvCxnSpPr>
                          <a:cxnSpLocks/>
                          <a:stCxn id="139689" idx="4"/>
                          <a:endCxn id="13968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9463" name="グループ化 139462">
                    <a:extLst>
                      <a:ext uri="{FF2B5EF4-FFF2-40B4-BE49-F238E27FC236}">
                        <a16:creationId xmlns:a16="http://schemas.microsoft.com/office/drawing/2014/main" id="{EC4A1A2B-FA10-4F69-8E2E-8AD7CB8BEF54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703654" y="588664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9646" name="グループ化 139645">
                      <a:extLst>
                        <a:ext uri="{FF2B5EF4-FFF2-40B4-BE49-F238E27FC236}">
                          <a16:creationId xmlns:a16="http://schemas.microsoft.com/office/drawing/2014/main" id="{E3905991-716B-411A-A93F-CC049CD0AF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9671" name="直線コネクタ 139670">
                        <a:extLst>
                          <a:ext uri="{FF2B5EF4-FFF2-40B4-BE49-F238E27FC236}">
                            <a16:creationId xmlns:a16="http://schemas.microsoft.com/office/drawing/2014/main" id="{363C9469-3EFA-47F8-BBA7-87DB6BC89EC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2" name="直線コネクタ 139671">
                        <a:extLst>
                          <a:ext uri="{FF2B5EF4-FFF2-40B4-BE49-F238E27FC236}">
                            <a16:creationId xmlns:a16="http://schemas.microsoft.com/office/drawing/2014/main" id="{8482A899-2AB9-46F1-8BE3-BA47DFFF71F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3" name="直線コネクタ 139672">
                        <a:extLst>
                          <a:ext uri="{FF2B5EF4-FFF2-40B4-BE49-F238E27FC236}">
                            <a16:creationId xmlns:a16="http://schemas.microsoft.com/office/drawing/2014/main" id="{996DEAFB-3914-45B0-8888-5A52677A220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4" name="直線コネクタ 139673">
                        <a:extLst>
                          <a:ext uri="{FF2B5EF4-FFF2-40B4-BE49-F238E27FC236}">
                            <a16:creationId xmlns:a16="http://schemas.microsoft.com/office/drawing/2014/main" id="{C6285C30-4930-432C-8A3C-30773E47F8F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5" name="直線コネクタ 139674">
                        <a:extLst>
                          <a:ext uri="{FF2B5EF4-FFF2-40B4-BE49-F238E27FC236}">
                            <a16:creationId xmlns:a16="http://schemas.microsoft.com/office/drawing/2014/main" id="{C49C02FC-6461-4D39-B9F8-6817E3EA51E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6" name="直線コネクタ 139675">
                        <a:extLst>
                          <a:ext uri="{FF2B5EF4-FFF2-40B4-BE49-F238E27FC236}">
                            <a16:creationId xmlns:a16="http://schemas.microsoft.com/office/drawing/2014/main" id="{C1C0B170-6728-4D27-9F1C-D85144BCAE5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7" name="直線コネクタ 139676">
                        <a:extLst>
                          <a:ext uri="{FF2B5EF4-FFF2-40B4-BE49-F238E27FC236}">
                            <a16:creationId xmlns:a16="http://schemas.microsoft.com/office/drawing/2014/main" id="{DF9062B8-79BD-49B2-8B3A-8C474121605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8" name="直線コネクタ 139677">
                        <a:extLst>
                          <a:ext uri="{FF2B5EF4-FFF2-40B4-BE49-F238E27FC236}">
                            <a16:creationId xmlns:a16="http://schemas.microsoft.com/office/drawing/2014/main" id="{160F9A79-08F1-4121-B060-DF0DA26EA47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9" name="直線コネクタ 139678">
                        <a:extLst>
                          <a:ext uri="{FF2B5EF4-FFF2-40B4-BE49-F238E27FC236}">
                            <a16:creationId xmlns:a16="http://schemas.microsoft.com/office/drawing/2014/main" id="{78209B74-DDF4-4C9A-9C7E-68590E35A03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647" name="グループ化 139646">
                      <a:extLst>
                        <a:ext uri="{FF2B5EF4-FFF2-40B4-BE49-F238E27FC236}">
                          <a16:creationId xmlns:a16="http://schemas.microsoft.com/office/drawing/2014/main" id="{B7951114-D19C-4D89-9E74-7657BDB769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668" name="楕円 139667">
                        <a:extLst>
                          <a:ext uri="{FF2B5EF4-FFF2-40B4-BE49-F238E27FC236}">
                            <a16:creationId xmlns:a16="http://schemas.microsoft.com/office/drawing/2014/main" id="{DD934E60-636F-47C8-B204-790200EB3DC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669" name="直線コネクタ 139668">
                        <a:extLst>
                          <a:ext uri="{FF2B5EF4-FFF2-40B4-BE49-F238E27FC236}">
                            <a16:creationId xmlns:a16="http://schemas.microsoft.com/office/drawing/2014/main" id="{FFE59EFD-3C1F-4C0C-80F8-C5DADE7C608A}"/>
                          </a:ext>
                        </a:extLst>
                      </p:cNvPr>
                      <p:cNvCxnSpPr>
                        <a:cxnSpLocks/>
                        <a:stCxn id="139668" idx="6"/>
                        <a:endCxn id="13966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70" name="直線コネクタ 139669">
                        <a:extLst>
                          <a:ext uri="{FF2B5EF4-FFF2-40B4-BE49-F238E27FC236}">
                            <a16:creationId xmlns:a16="http://schemas.microsoft.com/office/drawing/2014/main" id="{6C7CAFE0-63E1-43D9-8116-BBA6A0ECD08C}"/>
                          </a:ext>
                        </a:extLst>
                      </p:cNvPr>
                      <p:cNvCxnSpPr>
                        <a:cxnSpLocks/>
                        <a:stCxn id="139668" idx="4"/>
                        <a:endCxn id="13966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648" name="グループ化 139647">
                      <a:extLst>
                        <a:ext uri="{FF2B5EF4-FFF2-40B4-BE49-F238E27FC236}">
                          <a16:creationId xmlns:a16="http://schemas.microsoft.com/office/drawing/2014/main" id="{48E5861D-2D83-46D0-94E9-40FD856363B6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665" name="楕円 139664">
                        <a:extLst>
                          <a:ext uri="{FF2B5EF4-FFF2-40B4-BE49-F238E27FC236}">
                            <a16:creationId xmlns:a16="http://schemas.microsoft.com/office/drawing/2014/main" id="{1B62571D-F1A1-4D19-84C5-0B9C4B7C10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666" name="直線コネクタ 139665">
                        <a:extLst>
                          <a:ext uri="{FF2B5EF4-FFF2-40B4-BE49-F238E27FC236}">
                            <a16:creationId xmlns:a16="http://schemas.microsoft.com/office/drawing/2014/main" id="{41C116DE-0DC6-47D2-9634-D76E9556842A}"/>
                          </a:ext>
                        </a:extLst>
                      </p:cNvPr>
                      <p:cNvCxnSpPr>
                        <a:cxnSpLocks/>
                        <a:stCxn id="139665" idx="6"/>
                        <a:endCxn id="13966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67" name="直線コネクタ 139666">
                        <a:extLst>
                          <a:ext uri="{FF2B5EF4-FFF2-40B4-BE49-F238E27FC236}">
                            <a16:creationId xmlns:a16="http://schemas.microsoft.com/office/drawing/2014/main" id="{7DB6CF5D-5886-40EC-9204-74AC7F933D56}"/>
                          </a:ext>
                        </a:extLst>
                      </p:cNvPr>
                      <p:cNvCxnSpPr>
                        <a:cxnSpLocks/>
                        <a:stCxn id="139665" idx="4"/>
                        <a:endCxn id="13966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649" name="グループ化 139648">
                      <a:extLst>
                        <a:ext uri="{FF2B5EF4-FFF2-40B4-BE49-F238E27FC236}">
                          <a16:creationId xmlns:a16="http://schemas.microsoft.com/office/drawing/2014/main" id="{9D68F2AB-6974-4C8E-8B24-CE8ADB3D4BA9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662" name="楕円 139661">
                        <a:extLst>
                          <a:ext uri="{FF2B5EF4-FFF2-40B4-BE49-F238E27FC236}">
                            <a16:creationId xmlns:a16="http://schemas.microsoft.com/office/drawing/2014/main" id="{F1049C6D-29F1-4D01-8C2A-426F482C805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663" name="直線コネクタ 139662">
                        <a:extLst>
                          <a:ext uri="{FF2B5EF4-FFF2-40B4-BE49-F238E27FC236}">
                            <a16:creationId xmlns:a16="http://schemas.microsoft.com/office/drawing/2014/main" id="{4AC3D076-CAA0-46CF-B1D1-2E02B6723219}"/>
                          </a:ext>
                        </a:extLst>
                      </p:cNvPr>
                      <p:cNvCxnSpPr>
                        <a:cxnSpLocks/>
                        <a:stCxn id="139662" idx="6"/>
                        <a:endCxn id="13966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64" name="直線コネクタ 139663">
                        <a:extLst>
                          <a:ext uri="{FF2B5EF4-FFF2-40B4-BE49-F238E27FC236}">
                            <a16:creationId xmlns:a16="http://schemas.microsoft.com/office/drawing/2014/main" id="{90A29199-363E-4DCE-A384-51AC7F2A173C}"/>
                          </a:ext>
                        </a:extLst>
                      </p:cNvPr>
                      <p:cNvCxnSpPr>
                        <a:cxnSpLocks/>
                        <a:stCxn id="139662" idx="4"/>
                        <a:endCxn id="13966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650" name="グループ化 139649">
                      <a:extLst>
                        <a:ext uri="{FF2B5EF4-FFF2-40B4-BE49-F238E27FC236}">
                          <a16:creationId xmlns:a16="http://schemas.microsoft.com/office/drawing/2014/main" id="{AEC6DFAE-1323-4077-A557-09FF07323C87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659" name="楕円 139658">
                        <a:extLst>
                          <a:ext uri="{FF2B5EF4-FFF2-40B4-BE49-F238E27FC236}">
                            <a16:creationId xmlns:a16="http://schemas.microsoft.com/office/drawing/2014/main" id="{98CF14E3-EE15-483E-9727-88385B9837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660" name="直線コネクタ 139659">
                        <a:extLst>
                          <a:ext uri="{FF2B5EF4-FFF2-40B4-BE49-F238E27FC236}">
                            <a16:creationId xmlns:a16="http://schemas.microsoft.com/office/drawing/2014/main" id="{15A92FBC-1E34-4749-BD07-F2E9ED940AC1}"/>
                          </a:ext>
                        </a:extLst>
                      </p:cNvPr>
                      <p:cNvCxnSpPr>
                        <a:cxnSpLocks/>
                        <a:stCxn id="139659" idx="6"/>
                        <a:endCxn id="13965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61" name="直線コネクタ 139660">
                        <a:extLst>
                          <a:ext uri="{FF2B5EF4-FFF2-40B4-BE49-F238E27FC236}">
                            <a16:creationId xmlns:a16="http://schemas.microsoft.com/office/drawing/2014/main" id="{1393A4FF-D0E3-4831-9443-6F8E517B8F44}"/>
                          </a:ext>
                        </a:extLst>
                      </p:cNvPr>
                      <p:cNvCxnSpPr>
                        <a:cxnSpLocks/>
                        <a:stCxn id="139659" idx="4"/>
                        <a:endCxn id="13965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651" name="グループ化 139650">
                      <a:extLst>
                        <a:ext uri="{FF2B5EF4-FFF2-40B4-BE49-F238E27FC236}">
                          <a16:creationId xmlns:a16="http://schemas.microsoft.com/office/drawing/2014/main" id="{6F85E40F-7DC9-426D-9C82-3F57FB90FCCB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656" name="楕円 139655">
                        <a:extLst>
                          <a:ext uri="{FF2B5EF4-FFF2-40B4-BE49-F238E27FC236}">
                            <a16:creationId xmlns:a16="http://schemas.microsoft.com/office/drawing/2014/main" id="{68A0AF6C-DE2F-4E28-8B95-1C80D700F2D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657" name="直線コネクタ 139656">
                        <a:extLst>
                          <a:ext uri="{FF2B5EF4-FFF2-40B4-BE49-F238E27FC236}">
                            <a16:creationId xmlns:a16="http://schemas.microsoft.com/office/drawing/2014/main" id="{ADBA6D5E-D4F4-41F8-B2B3-EA8A5B123DCC}"/>
                          </a:ext>
                        </a:extLst>
                      </p:cNvPr>
                      <p:cNvCxnSpPr>
                        <a:cxnSpLocks/>
                        <a:stCxn id="139656" idx="6"/>
                        <a:endCxn id="13965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58" name="直線コネクタ 139657">
                        <a:extLst>
                          <a:ext uri="{FF2B5EF4-FFF2-40B4-BE49-F238E27FC236}">
                            <a16:creationId xmlns:a16="http://schemas.microsoft.com/office/drawing/2014/main" id="{24DD3E3E-2E44-48D1-AC0A-AB23BDEE1086}"/>
                          </a:ext>
                        </a:extLst>
                      </p:cNvPr>
                      <p:cNvCxnSpPr>
                        <a:cxnSpLocks/>
                        <a:stCxn id="139656" idx="4"/>
                        <a:endCxn id="13965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652" name="グループ化 139651">
                      <a:extLst>
                        <a:ext uri="{FF2B5EF4-FFF2-40B4-BE49-F238E27FC236}">
                          <a16:creationId xmlns:a16="http://schemas.microsoft.com/office/drawing/2014/main" id="{35950C2C-0071-42F5-84AB-50AF7EB15E6C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653" name="楕円 139652">
                        <a:extLst>
                          <a:ext uri="{FF2B5EF4-FFF2-40B4-BE49-F238E27FC236}">
                            <a16:creationId xmlns:a16="http://schemas.microsoft.com/office/drawing/2014/main" id="{CA73DEBC-1B46-4FD1-A4A2-3A0F815D91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654" name="直線コネクタ 139653">
                        <a:extLst>
                          <a:ext uri="{FF2B5EF4-FFF2-40B4-BE49-F238E27FC236}">
                            <a16:creationId xmlns:a16="http://schemas.microsoft.com/office/drawing/2014/main" id="{7FE03648-39A9-4A90-A196-DB8AA1208376}"/>
                          </a:ext>
                        </a:extLst>
                      </p:cNvPr>
                      <p:cNvCxnSpPr>
                        <a:cxnSpLocks/>
                        <a:stCxn id="139653" idx="6"/>
                        <a:endCxn id="13965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655" name="直線コネクタ 139654">
                        <a:extLst>
                          <a:ext uri="{FF2B5EF4-FFF2-40B4-BE49-F238E27FC236}">
                            <a16:creationId xmlns:a16="http://schemas.microsoft.com/office/drawing/2014/main" id="{94BE070F-424B-4C46-812B-17DF11DA53ED}"/>
                          </a:ext>
                        </a:extLst>
                      </p:cNvPr>
                      <p:cNvCxnSpPr>
                        <a:cxnSpLocks/>
                        <a:stCxn id="139653" idx="4"/>
                        <a:endCxn id="13965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9464" name="グループ化 139463">
                    <a:extLst>
                      <a:ext uri="{FF2B5EF4-FFF2-40B4-BE49-F238E27FC236}">
                        <a16:creationId xmlns:a16="http://schemas.microsoft.com/office/drawing/2014/main" id="{BEA71836-C770-422B-ADD2-ED572B8C402D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524000" y="498014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9591" name="グループ化 139590">
                      <a:extLst>
                        <a:ext uri="{FF2B5EF4-FFF2-40B4-BE49-F238E27FC236}">
                          <a16:creationId xmlns:a16="http://schemas.microsoft.com/office/drawing/2014/main" id="{BF4BC7E0-ADEB-49DB-8DE0-088BB601E5BD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9620" name="グループ化 139619">
                        <a:extLst>
                          <a:ext uri="{FF2B5EF4-FFF2-40B4-BE49-F238E27FC236}">
                            <a16:creationId xmlns:a16="http://schemas.microsoft.com/office/drawing/2014/main" id="{EC249E5C-14DE-4BA3-9544-EE693902E8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641" name="直線コネクタ 139640">
                          <a:extLst>
                            <a:ext uri="{FF2B5EF4-FFF2-40B4-BE49-F238E27FC236}">
                              <a16:creationId xmlns:a16="http://schemas.microsoft.com/office/drawing/2014/main" id="{AA76D1B4-15DA-4667-A330-D317F2D0978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42" name="直線コネクタ 139641">
                          <a:extLst>
                            <a:ext uri="{FF2B5EF4-FFF2-40B4-BE49-F238E27FC236}">
                              <a16:creationId xmlns:a16="http://schemas.microsoft.com/office/drawing/2014/main" id="{13E3EE66-608E-47DD-B822-3AAA269B63E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43" name="直線コネクタ 139642">
                          <a:extLst>
                            <a:ext uri="{FF2B5EF4-FFF2-40B4-BE49-F238E27FC236}">
                              <a16:creationId xmlns:a16="http://schemas.microsoft.com/office/drawing/2014/main" id="{F6B3EBD1-7071-4425-B8CB-1148C786658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44" name="直線コネクタ 139643">
                          <a:extLst>
                            <a:ext uri="{FF2B5EF4-FFF2-40B4-BE49-F238E27FC236}">
                              <a16:creationId xmlns:a16="http://schemas.microsoft.com/office/drawing/2014/main" id="{F8765A7C-367A-47FB-8FE6-74DB960F806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45" name="直線コネクタ 139644">
                          <a:extLst>
                            <a:ext uri="{FF2B5EF4-FFF2-40B4-BE49-F238E27FC236}">
                              <a16:creationId xmlns:a16="http://schemas.microsoft.com/office/drawing/2014/main" id="{41B4C13A-C150-4288-B6C2-91CD804F766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21" name="グループ化 139620">
                        <a:extLst>
                          <a:ext uri="{FF2B5EF4-FFF2-40B4-BE49-F238E27FC236}">
                            <a16:creationId xmlns:a16="http://schemas.microsoft.com/office/drawing/2014/main" id="{CB86D997-4A00-40B4-AE7C-AB010ADA41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38" name="楕円 139637">
                          <a:extLst>
                            <a:ext uri="{FF2B5EF4-FFF2-40B4-BE49-F238E27FC236}">
                              <a16:creationId xmlns:a16="http://schemas.microsoft.com/office/drawing/2014/main" id="{45CCB9F8-711E-4C49-97B8-F7007EBA9C9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39" name="直線コネクタ 139638">
                          <a:extLst>
                            <a:ext uri="{FF2B5EF4-FFF2-40B4-BE49-F238E27FC236}">
                              <a16:creationId xmlns:a16="http://schemas.microsoft.com/office/drawing/2014/main" id="{E978477C-278C-4B3F-A047-702978A0BACF}"/>
                            </a:ext>
                          </a:extLst>
                        </p:cNvPr>
                        <p:cNvCxnSpPr>
                          <a:cxnSpLocks/>
                          <a:stCxn id="139638" idx="6"/>
                          <a:endCxn id="13963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40" name="直線コネクタ 139639">
                          <a:extLst>
                            <a:ext uri="{FF2B5EF4-FFF2-40B4-BE49-F238E27FC236}">
                              <a16:creationId xmlns:a16="http://schemas.microsoft.com/office/drawing/2014/main" id="{F6184B92-A82E-458C-8E98-3062DFE1D826}"/>
                            </a:ext>
                          </a:extLst>
                        </p:cNvPr>
                        <p:cNvCxnSpPr>
                          <a:cxnSpLocks/>
                          <a:stCxn id="139638" idx="4"/>
                          <a:endCxn id="13963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22" name="グループ化 139621">
                        <a:extLst>
                          <a:ext uri="{FF2B5EF4-FFF2-40B4-BE49-F238E27FC236}">
                            <a16:creationId xmlns:a16="http://schemas.microsoft.com/office/drawing/2014/main" id="{93196B06-8C88-4672-AC66-98F517AD204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35" name="楕円 139634">
                          <a:extLst>
                            <a:ext uri="{FF2B5EF4-FFF2-40B4-BE49-F238E27FC236}">
                              <a16:creationId xmlns:a16="http://schemas.microsoft.com/office/drawing/2014/main" id="{F1506B19-6F26-4E9E-9A82-A97B41D29E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36" name="直線コネクタ 139635">
                          <a:extLst>
                            <a:ext uri="{FF2B5EF4-FFF2-40B4-BE49-F238E27FC236}">
                              <a16:creationId xmlns:a16="http://schemas.microsoft.com/office/drawing/2014/main" id="{A49E214B-998E-452E-8539-B30D2483D406}"/>
                            </a:ext>
                          </a:extLst>
                        </p:cNvPr>
                        <p:cNvCxnSpPr>
                          <a:cxnSpLocks/>
                          <a:stCxn id="139635" idx="6"/>
                          <a:endCxn id="13963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37" name="直線コネクタ 139636">
                          <a:extLst>
                            <a:ext uri="{FF2B5EF4-FFF2-40B4-BE49-F238E27FC236}">
                              <a16:creationId xmlns:a16="http://schemas.microsoft.com/office/drawing/2014/main" id="{80277481-FC1F-45E8-A3E7-6F357FFEAB26}"/>
                            </a:ext>
                          </a:extLst>
                        </p:cNvPr>
                        <p:cNvCxnSpPr>
                          <a:cxnSpLocks/>
                          <a:stCxn id="139635" idx="4"/>
                          <a:endCxn id="13963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23" name="グループ化 139622">
                        <a:extLst>
                          <a:ext uri="{FF2B5EF4-FFF2-40B4-BE49-F238E27FC236}">
                            <a16:creationId xmlns:a16="http://schemas.microsoft.com/office/drawing/2014/main" id="{C7C657A0-35EC-446A-A5BD-451D877D126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32" name="楕円 139631">
                          <a:extLst>
                            <a:ext uri="{FF2B5EF4-FFF2-40B4-BE49-F238E27FC236}">
                              <a16:creationId xmlns:a16="http://schemas.microsoft.com/office/drawing/2014/main" id="{03DCE852-9EB7-4C50-854B-9823A0F271E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33" name="直線コネクタ 139632">
                          <a:extLst>
                            <a:ext uri="{FF2B5EF4-FFF2-40B4-BE49-F238E27FC236}">
                              <a16:creationId xmlns:a16="http://schemas.microsoft.com/office/drawing/2014/main" id="{6231A153-B4D0-456E-A04B-1A5C8F67EE60}"/>
                            </a:ext>
                          </a:extLst>
                        </p:cNvPr>
                        <p:cNvCxnSpPr>
                          <a:cxnSpLocks/>
                          <a:stCxn id="139632" idx="6"/>
                          <a:endCxn id="13963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34" name="直線コネクタ 139633">
                          <a:extLst>
                            <a:ext uri="{FF2B5EF4-FFF2-40B4-BE49-F238E27FC236}">
                              <a16:creationId xmlns:a16="http://schemas.microsoft.com/office/drawing/2014/main" id="{4ACC6CA9-4F0F-44F3-8FF7-9F05C023B190}"/>
                            </a:ext>
                          </a:extLst>
                        </p:cNvPr>
                        <p:cNvCxnSpPr>
                          <a:cxnSpLocks/>
                          <a:stCxn id="139632" idx="4"/>
                          <a:endCxn id="13963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24" name="グループ化 139623">
                        <a:extLst>
                          <a:ext uri="{FF2B5EF4-FFF2-40B4-BE49-F238E27FC236}">
                            <a16:creationId xmlns:a16="http://schemas.microsoft.com/office/drawing/2014/main" id="{B003C0B9-8BB0-43E1-9C64-E7869B46B2F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29" name="楕円 139628">
                          <a:extLst>
                            <a:ext uri="{FF2B5EF4-FFF2-40B4-BE49-F238E27FC236}">
                              <a16:creationId xmlns:a16="http://schemas.microsoft.com/office/drawing/2014/main" id="{44FCD044-094E-4262-91C4-6FB1EE1A31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30" name="直線コネクタ 139629">
                          <a:extLst>
                            <a:ext uri="{FF2B5EF4-FFF2-40B4-BE49-F238E27FC236}">
                              <a16:creationId xmlns:a16="http://schemas.microsoft.com/office/drawing/2014/main" id="{89B40465-A2B7-41D3-9C98-98E833B21CB3}"/>
                            </a:ext>
                          </a:extLst>
                        </p:cNvPr>
                        <p:cNvCxnSpPr>
                          <a:cxnSpLocks/>
                          <a:stCxn id="139629" idx="6"/>
                          <a:endCxn id="13962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31" name="直線コネクタ 139630">
                          <a:extLst>
                            <a:ext uri="{FF2B5EF4-FFF2-40B4-BE49-F238E27FC236}">
                              <a16:creationId xmlns:a16="http://schemas.microsoft.com/office/drawing/2014/main" id="{3A3F9A2E-A20C-4D90-9E2B-CA498DB5E932}"/>
                            </a:ext>
                          </a:extLst>
                        </p:cNvPr>
                        <p:cNvCxnSpPr>
                          <a:cxnSpLocks/>
                          <a:stCxn id="139629" idx="4"/>
                          <a:endCxn id="13962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625" name="グループ化 139624">
                        <a:extLst>
                          <a:ext uri="{FF2B5EF4-FFF2-40B4-BE49-F238E27FC236}">
                            <a16:creationId xmlns:a16="http://schemas.microsoft.com/office/drawing/2014/main" id="{A7537479-D369-4EF6-B0C1-F6EDEE077E8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26" name="楕円 139625">
                          <a:extLst>
                            <a:ext uri="{FF2B5EF4-FFF2-40B4-BE49-F238E27FC236}">
                              <a16:creationId xmlns:a16="http://schemas.microsoft.com/office/drawing/2014/main" id="{E4FCEC5A-951A-41D4-8BBD-37728236FDC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27" name="直線コネクタ 139626">
                          <a:extLst>
                            <a:ext uri="{FF2B5EF4-FFF2-40B4-BE49-F238E27FC236}">
                              <a16:creationId xmlns:a16="http://schemas.microsoft.com/office/drawing/2014/main" id="{1C84079F-FEDB-42EF-BEBF-708223514ECA}"/>
                            </a:ext>
                          </a:extLst>
                        </p:cNvPr>
                        <p:cNvCxnSpPr>
                          <a:cxnSpLocks/>
                          <a:stCxn id="139626" idx="6"/>
                          <a:endCxn id="13962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28" name="直線コネクタ 139627">
                          <a:extLst>
                            <a:ext uri="{FF2B5EF4-FFF2-40B4-BE49-F238E27FC236}">
                              <a16:creationId xmlns:a16="http://schemas.microsoft.com/office/drawing/2014/main" id="{4C720896-3A6B-40C9-8F56-9EDA02B5E779}"/>
                            </a:ext>
                          </a:extLst>
                        </p:cNvPr>
                        <p:cNvCxnSpPr>
                          <a:cxnSpLocks/>
                          <a:stCxn id="139626" idx="4"/>
                          <a:endCxn id="13962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9592" name="楕円 139591">
                      <a:extLst>
                        <a:ext uri="{FF2B5EF4-FFF2-40B4-BE49-F238E27FC236}">
                          <a16:creationId xmlns:a16="http://schemas.microsoft.com/office/drawing/2014/main" id="{A2A34E9D-836F-45C6-8442-04256A7BAA5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9593" name="グループ化 139592">
                      <a:extLst>
                        <a:ext uri="{FF2B5EF4-FFF2-40B4-BE49-F238E27FC236}">
                          <a16:creationId xmlns:a16="http://schemas.microsoft.com/office/drawing/2014/main" id="{641F6D57-F7F1-4EBE-9CA6-A5FBF6C94205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9594" name="グループ化 139593">
                        <a:extLst>
                          <a:ext uri="{FF2B5EF4-FFF2-40B4-BE49-F238E27FC236}">
                            <a16:creationId xmlns:a16="http://schemas.microsoft.com/office/drawing/2014/main" id="{C39BD7E5-B342-4069-B141-CD75036347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615" name="直線コネクタ 139614">
                          <a:extLst>
                            <a:ext uri="{FF2B5EF4-FFF2-40B4-BE49-F238E27FC236}">
                              <a16:creationId xmlns:a16="http://schemas.microsoft.com/office/drawing/2014/main" id="{34E77750-C9D6-4312-9CC0-3240640E38A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16" name="直線コネクタ 139615">
                          <a:extLst>
                            <a:ext uri="{FF2B5EF4-FFF2-40B4-BE49-F238E27FC236}">
                              <a16:creationId xmlns:a16="http://schemas.microsoft.com/office/drawing/2014/main" id="{B4055982-EB57-4F5F-AA85-6EE459BF328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17" name="直線コネクタ 139616">
                          <a:extLst>
                            <a:ext uri="{FF2B5EF4-FFF2-40B4-BE49-F238E27FC236}">
                              <a16:creationId xmlns:a16="http://schemas.microsoft.com/office/drawing/2014/main" id="{1C6B36DB-69B3-4E57-9F81-63E9743DB0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18" name="直線コネクタ 139617">
                          <a:extLst>
                            <a:ext uri="{FF2B5EF4-FFF2-40B4-BE49-F238E27FC236}">
                              <a16:creationId xmlns:a16="http://schemas.microsoft.com/office/drawing/2014/main" id="{F7F20361-81B0-444C-A872-AE8298CCE9D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19" name="直線コネクタ 139618">
                          <a:extLst>
                            <a:ext uri="{FF2B5EF4-FFF2-40B4-BE49-F238E27FC236}">
                              <a16:creationId xmlns:a16="http://schemas.microsoft.com/office/drawing/2014/main" id="{398F32E9-0C08-47D9-A86D-BE8AFBADCC8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95" name="グループ化 139594">
                        <a:extLst>
                          <a:ext uri="{FF2B5EF4-FFF2-40B4-BE49-F238E27FC236}">
                            <a16:creationId xmlns:a16="http://schemas.microsoft.com/office/drawing/2014/main" id="{6EF8DCBA-1DB3-42AB-91E1-D6355078A6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12" name="楕円 139611">
                          <a:extLst>
                            <a:ext uri="{FF2B5EF4-FFF2-40B4-BE49-F238E27FC236}">
                              <a16:creationId xmlns:a16="http://schemas.microsoft.com/office/drawing/2014/main" id="{435F1290-C81D-4F69-9E19-A7BEAAE2B9D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13" name="直線コネクタ 139612">
                          <a:extLst>
                            <a:ext uri="{FF2B5EF4-FFF2-40B4-BE49-F238E27FC236}">
                              <a16:creationId xmlns:a16="http://schemas.microsoft.com/office/drawing/2014/main" id="{5C90A42D-2C59-4267-AD78-B0C5BE540B1F}"/>
                            </a:ext>
                          </a:extLst>
                        </p:cNvPr>
                        <p:cNvCxnSpPr>
                          <a:cxnSpLocks/>
                          <a:stCxn id="139612" idx="6"/>
                          <a:endCxn id="13961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14" name="直線コネクタ 139613">
                          <a:extLst>
                            <a:ext uri="{FF2B5EF4-FFF2-40B4-BE49-F238E27FC236}">
                              <a16:creationId xmlns:a16="http://schemas.microsoft.com/office/drawing/2014/main" id="{5030B11B-F49D-4C66-B112-7C77F391B62C}"/>
                            </a:ext>
                          </a:extLst>
                        </p:cNvPr>
                        <p:cNvCxnSpPr>
                          <a:cxnSpLocks/>
                          <a:stCxn id="139612" idx="4"/>
                          <a:endCxn id="13961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96" name="グループ化 139595">
                        <a:extLst>
                          <a:ext uri="{FF2B5EF4-FFF2-40B4-BE49-F238E27FC236}">
                            <a16:creationId xmlns:a16="http://schemas.microsoft.com/office/drawing/2014/main" id="{23C374F1-332B-4B0B-BF25-539431BACDE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09" name="楕円 139608">
                          <a:extLst>
                            <a:ext uri="{FF2B5EF4-FFF2-40B4-BE49-F238E27FC236}">
                              <a16:creationId xmlns:a16="http://schemas.microsoft.com/office/drawing/2014/main" id="{6E76E9FA-7F1E-4D8F-836B-EA0179DB8AD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10" name="直線コネクタ 139609">
                          <a:extLst>
                            <a:ext uri="{FF2B5EF4-FFF2-40B4-BE49-F238E27FC236}">
                              <a16:creationId xmlns:a16="http://schemas.microsoft.com/office/drawing/2014/main" id="{9AA3765F-0C4C-4C8C-B5FF-F16F69CE341E}"/>
                            </a:ext>
                          </a:extLst>
                        </p:cNvPr>
                        <p:cNvCxnSpPr>
                          <a:cxnSpLocks/>
                          <a:stCxn id="139609" idx="6"/>
                          <a:endCxn id="13960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11" name="直線コネクタ 139610">
                          <a:extLst>
                            <a:ext uri="{FF2B5EF4-FFF2-40B4-BE49-F238E27FC236}">
                              <a16:creationId xmlns:a16="http://schemas.microsoft.com/office/drawing/2014/main" id="{D8D56812-EF70-47CD-B0FD-D25C5C04DAC1}"/>
                            </a:ext>
                          </a:extLst>
                        </p:cNvPr>
                        <p:cNvCxnSpPr>
                          <a:cxnSpLocks/>
                          <a:stCxn id="139609" idx="4"/>
                          <a:endCxn id="13960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97" name="グループ化 139596">
                        <a:extLst>
                          <a:ext uri="{FF2B5EF4-FFF2-40B4-BE49-F238E27FC236}">
                            <a16:creationId xmlns:a16="http://schemas.microsoft.com/office/drawing/2014/main" id="{BB9F7D52-5B72-405E-9ED5-466787F6611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06" name="楕円 139605">
                          <a:extLst>
                            <a:ext uri="{FF2B5EF4-FFF2-40B4-BE49-F238E27FC236}">
                              <a16:creationId xmlns:a16="http://schemas.microsoft.com/office/drawing/2014/main" id="{3E46F605-F3FD-49A7-A034-4A4D53FB54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07" name="直線コネクタ 139606">
                          <a:extLst>
                            <a:ext uri="{FF2B5EF4-FFF2-40B4-BE49-F238E27FC236}">
                              <a16:creationId xmlns:a16="http://schemas.microsoft.com/office/drawing/2014/main" id="{7A7D7537-DE8B-4FC6-BED5-CCE276A10AE2}"/>
                            </a:ext>
                          </a:extLst>
                        </p:cNvPr>
                        <p:cNvCxnSpPr>
                          <a:cxnSpLocks/>
                          <a:stCxn id="139606" idx="6"/>
                          <a:endCxn id="13960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08" name="直線コネクタ 139607">
                          <a:extLst>
                            <a:ext uri="{FF2B5EF4-FFF2-40B4-BE49-F238E27FC236}">
                              <a16:creationId xmlns:a16="http://schemas.microsoft.com/office/drawing/2014/main" id="{199634FE-39BA-4F6F-AD6A-DF5A07561361}"/>
                            </a:ext>
                          </a:extLst>
                        </p:cNvPr>
                        <p:cNvCxnSpPr>
                          <a:cxnSpLocks/>
                          <a:stCxn id="139606" idx="4"/>
                          <a:endCxn id="13960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98" name="グループ化 139597">
                        <a:extLst>
                          <a:ext uri="{FF2B5EF4-FFF2-40B4-BE49-F238E27FC236}">
                            <a16:creationId xmlns:a16="http://schemas.microsoft.com/office/drawing/2014/main" id="{1AAFEEE1-E4D8-4793-9849-785549C00A6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03" name="楕円 139602">
                          <a:extLst>
                            <a:ext uri="{FF2B5EF4-FFF2-40B4-BE49-F238E27FC236}">
                              <a16:creationId xmlns:a16="http://schemas.microsoft.com/office/drawing/2014/main" id="{052606AE-C6E9-4812-8243-2FC77E1129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04" name="直線コネクタ 139603">
                          <a:extLst>
                            <a:ext uri="{FF2B5EF4-FFF2-40B4-BE49-F238E27FC236}">
                              <a16:creationId xmlns:a16="http://schemas.microsoft.com/office/drawing/2014/main" id="{CB5304BE-1A36-418A-BA03-D9CC3828059F}"/>
                            </a:ext>
                          </a:extLst>
                        </p:cNvPr>
                        <p:cNvCxnSpPr>
                          <a:cxnSpLocks/>
                          <a:stCxn id="139603" idx="6"/>
                          <a:endCxn id="13960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05" name="直線コネクタ 139604">
                          <a:extLst>
                            <a:ext uri="{FF2B5EF4-FFF2-40B4-BE49-F238E27FC236}">
                              <a16:creationId xmlns:a16="http://schemas.microsoft.com/office/drawing/2014/main" id="{1DBFA422-0AE4-4C52-8B83-387E12B1FA42}"/>
                            </a:ext>
                          </a:extLst>
                        </p:cNvPr>
                        <p:cNvCxnSpPr>
                          <a:cxnSpLocks/>
                          <a:stCxn id="139603" idx="4"/>
                          <a:endCxn id="13960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99" name="グループ化 139598">
                        <a:extLst>
                          <a:ext uri="{FF2B5EF4-FFF2-40B4-BE49-F238E27FC236}">
                            <a16:creationId xmlns:a16="http://schemas.microsoft.com/office/drawing/2014/main" id="{2001931F-EFD6-4C42-BE5A-65EAE843E81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600" name="楕円 139599">
                          <a:extLst>
                            <a:ext uri="{FF2B5EF4-FFF2-40B4-BE49-F238E27FC236}">
                              <a16:creationId xmlns:a16="http://schemas.microsoft.com/office/drawing/2014/main" id="{5111BB08-C39D-4C24-9275-EC605A45B8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601" name="直線コネクタ 139600">
                          <a:extLst>
                            <a:ext uri="{FF2B5EF4-FFF2-40B4-BE49-F238E27FC236}">
                              <a16:creationId xmlns:a16="http://schemas.microsoft.com/office/drawing/2014/main" id="{A8FD2412-240D-4CDC-9F57-5BA2151B9399}"/>
                            </a:ext>
                          </a:extLst>
                        </p:cNvPr>
                        <p:cNvCxnSpPr>
                          <a:cxnSpLocks/>
                          <a:stCxn id="139600" idx="6"/>
                          <a:endCxn id="13960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602" name="直線コネクタ 139601">
                          <a:extLst>
                            <a:ext uri="{FF2B5EF4-FFF2-40B4-BE49-F238E27FC236}">
                              <a16:creationId xmlns:a16="http://schemas.microsoft.com/office/drawing/2014/main" id="{6985DDC1-F235-4C39-A74B-894E2CE323AC}"/>
                            </a:ext>
                          </a:extLst>
                        </p:cNvPr>
                        <p:cNvCxnSpPr>
                          <a:cxnSpLocks/>
                          <a:stCxn id="139600" idx="4"/>
                          <a:endCxn id="13960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9465" name="グループ化 139464">
                    <a:extLst>
                      <a:ext uri="{FF2B5EF4-FFF2-40B4-BE49-F238E27FC236}">
                        <a16:creationId xmlns:a16="http://schemas.microsoft.com/office/drawing/2014/main" id="{3549436A-DC58-43CC-94F5-D12B4EBA8F75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457179" y="529507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9557" name="グループ化 139556">
                      <a:extLst>
                        <a:ext uri="{FF2B5EF4-FFF2-40B4-BE49-F238E27FC236}">
                          <a16:creationId xmlns:a16="http://schemas.microsoft.com/office/drawing/2014/main" id="{49CA3047-7227-44AB-B95B-55AC58F3F1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9582" name="直線コネクタ 139581">
                        <a:extLst>
                          <a:ext uri="{FF2B5EF4-FFF2-40B4-BE49-F238E27FC236}">
                            <a16:creationId xmlns:a16="http://schemas.microsoft.com/office/drawing/2014/main" id="{62A87D40-CF1A-46CF-9643-17FD3239126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83" name="直線コネクタ 139582">
                        <a:extLst>
                          <a:ext uri="{FF2B5EF4-FFF2-40B4-BE49-F238E27FC236}">
                            <a16:creationId xmlns:a16="http://schemas.microsoft.com/office/drawing/2014/main" id="{A88E9BF9-A405-495F-8575-A40818BCE49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84" name="直線コネクタ 139583">
                        <a:extLst>
                          <a:ext uri="{FF2B5EF4-FFF2-40B4-BE49-F238E27FC236}">
                            <a16:creationId xmlns:a16="http://schemas.microsoft.com/office/drawing/2014/main" id="{74D70BFB-1A05-480D-A0E8-57BC3FAF20B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85" name="直線コネクタ 139584">
                        <a:extLst>
                          <a:ext uri="{FF2B5EF4-FFF2-40B4-BE49-F238E27FC236}">
                            <a16:creationId xmlns:a16="http://schemas.microsoft.com/office/drawing/2014/main" id="{72013DB8-B2CD-43F1-B3B4-02ED9750253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86" name="直線コネクタ 139585">
                        <a:extLst>
                          <a:ext uri="{FF2B5EF4-FFF2-40B4-BE49-F238E27FC236}">
                            <a16:creationId xmlns:a16="http://schemas.microsoft.com/office/drawing/2014/main" id="{DEE01047-9027-4FCC-9B9D-BD7EE10F530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87" name="直線コネクタ 139586">
                        <a:extLst>
                          <a:ext uri="{FF2B5EF4-FFF2-40B4-BE49-F238E27FC236}">
                            <a16:creationId xmlns:a16="http://schemas.microsoft.com/office/drawing/2014/main" id="{4D4ACB00-6593-4176-B5E4-49070F2293C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88" name="直線コネクタ 139587">
                        <a:extLst>
                          <a:ext uri="{FF2B5EF4-FFF2-40B4-BE49-F238E27FC236}">
                            <a16:creationId xmlns:a16="http://schemas.microsoft.com/office/drawing/2014/main" id="{C4F052A2-C4AE-4CF6-B5F8-71A328ED539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89" name="直線コネクタ 139588">
                        <a:extLst>
                          <a:ext uri="{FF2B5EF4-FFF2-40B4-BE49-F238E27FC236}">
                            <a16:creationId xmlns:a16="http://schemas.microsoft.com/office/drawing/2014/main" id="{C8BB2C2B-4B0A-4FCD-9AAA-081326AFB69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90" name="直線コネクタ 139589">
                        <a:extLst>
                          <a:ext uri="{FF2B5EF4-FFF2-40B4-BE49-F238E27FC236}">
                            <a16:creationId xmlns:a16="http://schemas.microsoft.com/office/drawing/2014/main" id="{E7EE9C5D-DC4D-43AC-843E-BD3A8E81F5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558" name="グループ化 139557">
                      <a:extLst>
                        <a:ext uri="{FF2B5EF4-FFF2-40B4-BE49-F238E27FC236}">
                          <a16:creationId xmlns:a16="http://schemas.microsoft.com/office/drawing/2014/main" id="{4F35428F-F9CB-46C2-8546-7657C2DBA0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579" name="楕円 139578">
                        <a:extLst>
                          <a:ext uri="{FF2B5EF4-FFF2-40B4-BE49-F238E27FC236}">
                            <a16:creationId xmlns:a16="http://schemas.microsoft.com/office/drawing/2014/main" id="{174B0904-6C7C-4BF6-A134-0F0EDA1D2D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580" name="直線コネクタ 139579">
                        <a:extLst>
                          <a:ext uri="{FF2B5EF4-FFF2-40B4-BE49-F238E27FC236}">
                            <a16:creationId xmlns:a16="http://schemas.microsoft.com/office/drawing/2014/main" id="{D58379B5-D24C-43B7-B121-8BDB2DB0B007}"/>
                          </a:ext>
                        </a:extLst>
                      </p:cNvPr>
                      <p:cNvCxnSpPr>
                        <a:cxnSpLocks/>
                        <a:stCxn id="139579" idx="6"/>
                        <a:endCxn id="13957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81" name="直線コネクタ 139580">
                        <a:extLst>
                          <a:ext uri="{FF2B5EF4-FFF2-40B4-BE49-F238E27FC236}">
                            <a16:creationId xmlns:a16="http://schemas.microsoft.com/office/drawing/2014/main" id="{076FFFFC-526B-4641-9D0A-0C0C76432800}"/>
                          </a:ext>
                        </a:extLst>
                      </p:cNvPr>
                      <p:cNvCxnSpPr>
                        <a:cxnSpLocks/>
                        <a:stCxn id="139579" idx="4"/>
                        <a:endCxn id="13957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559" name="グループ化 139558">
                      <a:extLst>
                        <a:ext uri="{FF2B5EF4-FFF2-40B4-BE49-F238E27FC236}">
                          <a16:creationId xmlns:a16="http://schemas.microsoft.com/office/drawing/2014/main" id="{258A77AB-E0CA-4142-A918-A21AE2918207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576" name="楕円 139575">
                        <a:extLst>
                          <a:ext uri="{FF2B5EF4-FFF2-40B4-BE49-F238E27FC236}">
                            <a16:creationId xmlns:a16="http://schemas.microsoft.com/office/drawing/2014/main" id="{6174DA19-2B49-4CE5-81C7-0A1397B5336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577" name="直線コネクタ 139576">
                        <a:extLst>
                          <a:ext uri="{FF2B5EF4-FFF2-40B4-BE49-F238E27FC236}">
                            <a16:creationId xmlns:a16="http://schemas.microsoft.com/office/drawing/2014/main" id="{E0FE1EA4-7BE2-43C4-94B5-318A46DE0A1F}"/>
                          </a:ext>
                        </a:extLst>
                      </p:cNvPr>
                      <p:cNvCxnSpPr>
                        <a:cxnSpLocks/>
                        <a:stCxn id="139576" idx="6"/>
                        <a:endCxn id="13957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78" name="直線コネクタ 139577">
                        <a:extLst>
                          <a:ext uri="{FF2B5EF4-FFF2-40B4-BE49-F238E27FC236}">
                            <a16:creationId xmlns:a16="http://schemas.microsoft.com/office/drawing/2014/main" id="{AC13FBA6-CD00-42C0-9389-152B63F7A5C8}"/>
                          </a:ext>
                        </a:extLst>
                      </p:cNvPr>
                      <p:cNvCxnSpPr>
                        <a:cxnSpLocks/>
                        <a:stCxn id="139576" idx="4"/>
                        <a:endCxn id="13957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560" name="グループ化 139559">
                      <a:extLst>
                        <a:ext uri="{FF2B5EF4-FFF2-40B4-BE49-F238E27FC236}">
                          <a16:creationId xmlns:a16="http://schemas.microsoft.com/office/drawing/2014/main" id="{A91B284B-43E8-4212-9E9F-69633A97F183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573" name="楕円 139572">
                        <a:extLst>
                          <a:ext uri="{FF2B5EF4-FFF2-40B4-BE49-F238E27FC236}">
                            <a16:creationId xmlns:a16="http://schemas.microsoft.com/office/drawing/2014/main" id="{EAB11B04-9307-4469-B189-EE05E050CFC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574" name="直線コネクタ 139573">
                        <a:extLst>
                          <a:ext uri="{FF2B5EF4-FFF2-40B4-BE49-F238E27FC236}">
                            <a16:creationId xmlns:a16="http://schemas.microsoft.com/office/drawing/2014/main" id="{5C2BBFAB-39D9-4FB8-8E98-6327EA11FFD8}"/>
                          </a:ext>
                        </a:extLst>
                      </p:cNvPr>
                      <p:cNvCxnSpPr>
                        <a:cxnSpLocks/>
                        <a:stCxn id="139573" idx="6"/>
                        <a:endCxn id="13957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75" name="直線コネクタ 139574">
                        <a:extLst>
                          <a:ext uri="{FF2B5EF4-FFF2-40B4-BE49-F238E27FC236}">
                            <a16:creationId xmlns:a16="http://schemas.microsoft.com/office/drawing/2014/main" id="{825B3917-3510-447E-8AA6-A3B3B272532B}"/>
                          </a:ext>
                        </a:extLst>
                      </p:cNvPr>
                      <p:cNvCxnSpPr>
                        <a:cxnSpLocks/>
                        <a:stCxn id="139573" idx="4"/>
                        <a:endCxn id="13957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561" name="グループ化 139560">
                      <a:extLst>
                        <a:ext uri="{FF2B5EF4-FFF2-40B4-BE49-F238E27FC236}">
                          <a16:creationId xmlns:a16="http://schemas.microsoft.com/office/drawing/2014/main" id="{766654A1-08DA-4CBC-8362-A28B8657316B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570" name="楕円 139569">
                        <a:extLst>
                          <a:ext uri="{FF2B5EF4-FFF2-40B4-BE49-F238E27FC236}">
                            <a16:creationId xmlns:a16="http://schemas.microsoft.com/office/drawing/2014/main" id="{8843679F-00F8-4EA6-B4F2-657D893A63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571" name="直線コネクタ 139570">
                        <a:extLst>
                          <a:ext uri="{FF2B5EF4-FFF2-40B4-BE49-F238E27FC236}">
                            <a16:creationId xmlns:a16="http://schemas.microsoft.com/office/drawing/2014/main" id="{8EC8CA41-E7EF-4B1C-BCD1-02D2C8681FE4}"/>
                          </a:ext>
                        </a:extLst>
                      </p:cNvPr>
                      <p:cNvCxnSpPr>
                        <a:cxnSpLocks/>
                        <a:stCxn id="139570" idx="6"/>
                        <a:endCxn id="13957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72" name="直線コネクタ 139571">
                        <a:extLst>
                          <a:ext uri="{FF2B5EF4-FFF2-40B4-BE49-F238E27FC236}">
                            <a16:creationId xmlns:a16="http://schemas.microsoft.com/office/drawing/2014/main" id="{E2A7D31D-3E79-48C6-8BFB-47C9D3D14159}"/>
                          </a:ext>
                        </a:extLst>
                      </p:cNvPr>
                      <p:cNvCxnSpPr>
                        <a:cxnSpLocks/>
                        <a:stCxn id="139570" idx="4"/>
                        <a:endCxn id="13957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562" name="グループ化 139561">
                      <a:extLst>
                        <a:ext uri="{FF2B5EF4-FFF2-40B4-BE49-F238E27FC236}">
                          <a16:creationId xmlns:a16="http://schemas.microsoft.com/office/drawing/2014/main" id="{BCCDAC1A-D5C7-4ABF-8A58-10C473B88324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567" name="楕円 139566">
                        <a:extLst>
                          <a:ext uri="{FF2B5EF4-FFF2-40B4-BE49-F238E27FC236}">
                            <a16:creationId xmlns:a16="http://schemas.microsoft.com/office/drawing/2014/main" id="{AA776336-61EE-4C38-AC2F-5814A09A98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568" name="直線コネクタ 139567">
                        <a:extLst>
                          <a:ext uri="{FF2B5EF4-FFF2-40B4-BE49-F238E27FC236}">
                            <a16:creationId xmlns:a16="http://schemas.microsoft.com/office/drawing/2014/main" id="{3213C984-7B3C-4393-B954-8D63FBC9BC30}"/>
                          </a:ext>
                        </a:extLst>
                      </p:cNvPr>
                      <p:cNvCxnSpPr>
                        <a:cxnSpLocks/>
                        <a:stCxn id="139567" idx="6"/>
                        <a:endCxn id="13956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69" name="直線コネクタ 139568">
                        <a:extLst>
                          <a:ext uri="{FF2B5EF4-FFF2-40B4-BE49-F238E27FC236}">
                            <a16:creationId xmlns:a16="http://schemas.microsoft.com/office/drawing/2014/main" id="{D0FCA24E-F5C3-4205-AE88-2B369F8B125B}"/>
                          </a:ext>
                        </a:extLst>
                      </p:cNvPr>
                      <p:cNvCxnSpPr>
                        <a:cxnSpLocks/>
                        <a:stCxn id="139567" idx="4"/>
                        <a:endCxn id="13956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563" name="グループ化 139562">
                      <a:extLst>
                        <a:ext uri="{FF2B5EF4-FFF2-40B4-BE49-F238E27FC236}">
                          <a16:creationId xmlns:a16="http://schemas.microsoft.com/office/drawing/2014/main" id="{6E7F8365-C3CF-451E-9C4F-94FC0B0C2F74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564" name="楕円 139563">
                        <a:extLst>
                          <a:ext uri="{FF2B5EF4-FFF2-40B4-BE49-F238E27FC236}">
                            <a16:creationId xmlns:a16="http://schemas.microsoft.com/office/drawing/2014/main" id="{BBDF0A7B-5032-453E-A40F-9B227CDE68B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565" name="直線コネクタ 139564">
                        <a:extLst>
                          <a:ext uri="{FF2B5EF4-FFF2-40B4-BE49-F238E27FC236}">
                            <a16:creationId xmlns:a16="http://schemas.microsoft.com/office/drawing/2014/main" id="{A4C84D85-490D-450B-BF27-A8D8EEB67934}"/>
                          </a:ext>
                        </a:extLst>
                      </p:cNvPr>
                      <p:cNvCxnSpPr>
                        <a:cxnSpLocks/>
                        <a:stCxn id="139564" idx="6"/>
                        <a:endCxn id="13956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66" name="直線コネクタ 139565">
                        <a:extLst>
                          <a:ext uri="{FF2B5EF4-FFF2-40B4-BE49-F238E27FC236}">
                            <a16:creationId xmlns:a16="http://schemas.microsoft.com/office/drawing/2014/main" id="{3C9E98ED-5F7A-4D22-9EFA-48B92FDEF713}"/>
                          </a:ext>
                        </a:extLst>
                      </p:cNvPr>
                      <p:cNvCxnSpPr>
                        <a:cxnSpLocks/>
                        <a:stCxn id="139564" idx="4"/>
                        <a:endCxn id="13956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9466" name="グループ化 139465">
                    <a:extLst>
                      <a:ext uri="{FF2B5EF4-FFF2-40B4-BE49-F238E27FC236}">
                        <a16:creationId xmlns:a16="http://schemas.microsoft.com/office/drawing/2014/main" id="{1D7DCB4D-0413-4524-BB3E-BF48CA86BAB4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985234" y="4523587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9502" name="グループ化 139501">
                      <a:extLst>
                        <a:ext uri="{FF2B5EF4-FFF2-40B4-BE49-F238E27FC236}">
                          <a16:creationId xmlns:a16="http://schemas.microsoft.com/office/drawing/2014/main" id="{0087F72F-B4C5-45B6-95AE-7B87CBB69489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9531" name="グループ化 139530">
                        <a:extLst>
                          <a:ext uri="{FF2B5EF4-FFF2-40B4-BE49-F238E27FC236}">
                            <a16:creationId xmlns:a16="http://schemas.microsoft.com/office/drawing/2014/main" id="{B9EC1E25-C31C-4830-BC6C-E70567AF7E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552" name="直線コネクタ 139551">
                          <a:extLst>
                            <a:ext uri="{FF2B5EF4-FFF2-40B4-BE49-F238E27FC236}">
                              <a16:creationId xmlns:a16="http://schemas.microsoft.com/office/drawing/2014/main" id="{5087F90D-0FA8-494C-ACB9-029E7C2D780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53" name="直線コネクタ 139552">
                          <a:extLst>
                            <a:ext uri="{FF2B5EF4-FFF2-40B4-BE49-F238E27FC236}">
                              <a16:creationId xmlns:a16="http://schemas.microsoft.com/office/drawing/2014/main" id="{873BD52A-10F0-482F-9851-6BC1E0A0DA3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54" name="直線コネクタ 139553">
                          <a:extLst>
                            <a:ext uri="{FF2B5EF4-FFF2-40B4-BE49-F238E27FC236}">
                              <a16:creationId xmlns:a16="http://schemas.microsoft.com/office/drawing/2014/main" id="{FD30E1DD-EFE4-4DB3-981E-01FD5E8FA4F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55" name="直線コネクタ 139554">
                          <a:extLst>
                            <a:ext uri="{FF2B5EF4-FFF2-40B4-BE49-F238E27FC236}">
                              <a16:creationId xmlns:a16="http://schemas.microsoft.com/office/drawing/2014/main" id="{97379EBE-E61F-4DA4-AD9C-E8CF5918351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56" name="直線コネクタ 139555">
                          <a:extLst>
                            <a:ext uri="{FF2B5EF4-FFF2-40B4-BE49-F238E27FC236}">
                              <a16:creationId xmlns:a16="http://schemas.microsoft.com/office/drawing/2014/main" id="{383E1067-44E8-40F4-BB2C-75BC7A42111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32" name="グループ化 139531">
                        <a:extLst>
                          <a:ext uri="{FF2B5EF4-FFF2-40B4-BE49-F238E27FC236}">
                            <a16:creationId xmlns:a16="http://schemas.microsoft.com/office/drawing/2014/main" id="{E3044D94-1BAF-4616-89DA-7576372257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49" name="楕円 139548">
                          <a:extLst>
                            <a:ext uri="{FF2B5EF4-FFF2-40B4-BE49-F238E27FC236}">
                              <a16:creationId xmlns:a16="http://schemas.microsoft.com/office/drawing/2014/main" id="{8A58AE4A-1435-42C4-A14E-65A64162381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50" name="直線コネクタ 139549">
                          <a:extLst>
                            <a:ext uri="{FF2B5EF4-FFF2-40B4-BE49-F238E27FC236}">
                              <a16:creationId xmlns:a16="http://schemas.microsoft.com/office/drawing/2014/main" id="{87787A8D-6FA3-4B8F-B642-CD8E584BF561}"/>
                            </a:ext>
                          </a:extLst>
                        </p:cNvPr>
                        <p:cNvCxnSpPr>
                          <a:cxnSpLocks/>
                          <a:stCxn id="139549" idx="6"/>
                          <a:endCxn id="13954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51" name="直線コネクタ 139550">
                          <a:extLst>
                            <a:ext uri="{FF2B5EF4-FFF2-40B4-BE49-F238E27FC236}">
                              <a16:creationId xmlns:a16="http://schemas.microsoft.com/office/drawing/2014/main" id="{657DF917-D1E4-46BE-ACFE-C838221D52BB}"/>
                            </a:ext>
                          </a:extLst>
                        </p:cNvPr>
                        <p:cNvCxnSpPr>
                          <a:cxnSpLocks/>
                          <a:stCxn id="139549" idx="4"/>
                          <a:endCxn id="13954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33" name="グループ化 139532">
                        <a:extLst>
                          <a:ext uri="{FF2B5EF4-FFF2-40B4-BE49-F238E27FC236}">
                            <a16:creationId xmlns:a16="http://schemas.microsoft.com/office/drawing/2014/main" id="{6125B94D-C5ED-4C46-BCEB-20A331E3A2E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46" name="楕円 139545">
                          <a:extLst>
                            <a:ext uri="{FF2B5EF4-FFF2-40B4-BE49-F238E27FC236}">
                              <a16:creationId xmlns:a16="http://schemas.microsoft.com/office/drawing/2014/main" id="{203996F3-5BB2-4930-B66C-A8B52EABB0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47" name="直線コネクタ 139546">
                          <a:extLst>
                            <a:ext uri="{FF2B5EF4-FFF2-40B4-BE49-F238E27FC236}">
                              <a16:creationId xmlns:a16="http://schemas.microsoft.com/office/drawing/2014/main" id="{658AD9D4-F92C-405B-B2F6-EDBDDB51481B}"/>
                            </a:ext>
                          </a:extLst>
                        </p:cNvPr>
                        <p:cNvCxnSpPr>
                          <a:cxnSpLocks/>
                          <a:stCxn id="139546" idx="6"/>
                          <a:endCxn id="13954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48" name="直線コネクタ 139547">
                          <a:extLst>
                            <a:ext uri="{FF2B5EF4-FFF2-40B4-BE49-F238E27FC236}">
                              <a16:creationId xmlns:a16="http://schemas.microsoft.com/office/drawing/2014/main" id="{9EFDE7BE-3BF3-4BEB-B5DB-AA274DAC27CB}"/>
                            </a:ext>
                          </a:extLst>
                        </p:cNvPr>
                        <p:cNvCxnSpPr>
                          <a:cxnSpLocks/>
                          <a:stCxn id="139546" idx="4"/>
                          <a:endCxn id="13954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34" name="グループ化 139533">
                        <a:extLst>
                          <a:ext uri="{FF2B5EF4-FFF2-40B4-BE49-F238E27FC236}">
                            <a16:creationId xmlns:a16="http://schemas.microsoft.com/office/drawing/2014/main" id="{5424F12E-04CF-44FB-A46F-8D403CF684E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43" name="楕円 139542">
                          <a:extLst>
                            <a:ext uri="{FF2B5EF4-FFF2-40B4-BE49-F238E27FC236}">
                              <a16:creationId xmlns:a16="http://schemas.microsoft.com/office/drawing/2014/main" id="{AF84432D-875E-4951-AA19-52D2E12891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44" name="直線コネクタ 139543">
                          <a:extLst>
                            <a:ext uri="{FF2B5EF4-FFF2-40B4-BE49-F238E27FC236}">
                              <a16:creationId xmlns:a16="http://schemas.microsoft.com/office/drawing/2014/main" id="{191CE1EF-F799-4DFA-8B3A-6FDA1161F102}"/>
                            </a:ext>
                          </a:extLst>
                        </p:cNvPr>
                        <p:cNvCxnSpPr>
                          <a:cxnSpLocks/>
                          <a:stCxn id="139543" idx="6"/>
                          <a:endCxn id="13954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45" name="直線コネクタ 139544">
                          <a:extLst>
                            <a:ext uri="{FF2B5EF4-FFF2-40B4-BE49-F238E27FC236}">
                              <a16:creationId xmlns:a16="http://schemas.microsoft.com/office/drawing/2014/main" id="{E486DA1E-DE96-441F-A7CE-53A35D677D84}"/>
                            </a:ext>
                          </a:extLst>
                        </p:cNvPr>
                        <p:cNvCxnSpPr>
                          <a:cxnSpLocks/>
                          <a:stCxn id="139543" idx="4"/>
                          <a:endCxn id="13954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35" name="グループ化 139534">
                        <a:extLst>
                          <a:ext uri="{FF2B5EF4-FFF2-40B4-BE49-F238E27FC236}">
                            <a16:creationId xmlns:a16="http://schemas.microsoft.com/office/drawing/2014/main" id="{4230F82F-3FE0-422E-8CA8-0E75C3B0D3D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40" name="楕円 139539">
                          <a:extLst>
                            <a:ext uri="{FF2B5EF4-FFF2-40B4-BE49-F238E27FC236}">
                              <a16:creationId xmlns:a16="http://schemas.microsoft.com/office/drawing/2014/main" id="{57E814AE-CF88-4662-8628-0CD7538F29C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41" name="直線コネクタ 139540">
                          <a:extLst>
                            <a:ext uri="{FF2B5EF4-FFF2-40B4-BE49-F238E27FC236}">
                              <a16:creationId xmlns:a16="http://schemas.microsoft.com/office/drawing/2014/main" id="{0F7156FD-0275-423C-B29E-7125F29979AF}"/>
                            </a:ext>
                          </a:extLst>
                        </p:cNvPr>
                        <p:cNvCxnSpPr>
                          <a:cxnSpLocks/>
                          <a:stCxn id="139540" idx="6"/>
                          <a:endCxn id="13954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42" name="直線コネクタ 139541">
                          <a:extLst>
                            <a:ext uri="{FF2B5EF4-FFF2-40B4-BE49-F238E27FC236}">
                              <a16:creationId xmlns:a16="http://schemas.microsoft.com/office/drawing/2014/main" id="{D726BB59-CC2E-4C1A-8581-D4DA76641087}"/>
                            </a:ext>
                          </a:extLst>
                        </p:cNvPr>
                        <p:cNvCxnSpPr>
                          <a:cxnSpLocks/>
                          <a:stCxn id="139540" idx="4"/>
                          <a:endCxn id="13954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36" name="グループ化 139535">
                        <a:extLst>
                          <a:ext uri="{FF2B5EF4-FFF2-40B4-BE49-F238E27FC236}">
                            <a16:creationId xmlns:a16="http://schemas.microsoft.com/office/drawing/2014/main" id="{5723E462-5398-48B8-BBB7-1750A7D63C9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37" name="楕円 139536">
                          <a:extLst>
                            <a:ext uri="{FF2B5EF4-FFF2-40B4-BE49-F238E27FC236}">
                              <a16:creationId xmlns:a16="http://schemas.microsoft.com/office/drawing/2014/main" id="{3C01AD5E-4065-422E-B155-D22F4B7BC6C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38" name="直線コネクタ 139537">
                          <a:extLst>
                            <a:ext uri="{FF2B5EF4-FFF2-40B4-BE49-F238E27FC236}">
                              <a16:creationId xmlns:a16="http://schemas.microsoft.com/office/drawing/2014/main" id="{0C7595B8-F0CA-4298-8FB6-D31C30B23F85}"/>
                            </a:ext>
                          </a:extLst>
                        </p:cNvPr>
                        <p:cNvCxnSpPr>
                          <a:cxnSpLocks/>
                          <a:stCxn id="139537" idx="6"/>
                          <a:endCxn id="13953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39" name="直線コネクタ 139538">
                          <a:extLst>
                            <a:ext uri="{FF2B5EF4-FFF2-40B4-BE49-F238E27FC236}">
                              <a16:creationId xmlns:a16="http://schemas.microsoft.com/office/drawing/2014/main" id="{FFC1B742-ED66-4488-B41E-E63EED11C99E}"/>
                            </a:ext>
                          </a:extLst>
                        </p:cNvPr>
                        <p:cNvCxnSpPr>
                          <a:cxnSpLocks/>
                          <a:stCxn id="139537" idx="4"/>
                          <a:endCxn id="13953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9503" name="楕円 139502">
                      <a:extLst>
                        <a:ext uri="{FF2B5EF4-FFF2-40B4-BE49-F238E27FC236}">
                          <a16:creationId xmlns:a16="http://schemas.microsoft.com/office/drawing/2014/main" id="{2FAB7421-61BA-4110-BF37-E6DA8C39725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9504" name="グループ化 139503">
                      <a:extLst>
                        <a:ext uri="{FF2B5EF4-FFF2-40B4-BE49-F238E27FC236}">
                          <a16:creationId xmlns:a16="http://schemas.microsoft.com/office/drawing/2014/main" id="{E89F4269-461A-468D-B42B-0F6DE4DB44CA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9505" name="グループ化 139504">
                        <a:extLst>
                          <a:ext uri="{FF2B5EF4-FFF2-40B4-BE49-F238E27FC236}">
                            <a16:creationId xmlns:a16="http://schemas.microsoft.com/office/drawing/2014/main" id="{E4649346-14C4-4537-9F23-B3B7AF586A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9526" name="直線コネクタ 139525">
                          <a:extLst>
                            <a:ext uri="{FF2B5EF4-FFF2-40B4-BE49-F238E27FC236}">
                              <a16:creationId xmlns:a16="http://schemas.microsoft.com/office/drawing/2014/main" id="{CD1F690A-677E-435F-9185-541A8ECF523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27" name="直線コネクタ 139526">
                          <a:extLst>
                            <a:ext uri="{FF2B5EF4-FFF2-40B4-BE49-F238E27FC236}">
                              <a16:creationId xmlns:a16="http://schemas.microsoft.com/office/drawing/2014/main" id="{F7303A81-0C27-45FC-B8BC-14534D0CCAB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28" name="直線コネクタ 139527">
                          <a:extLst>
                            <a:ext uri="{FF2B5EF4-FFF2-40B4-BE49-F238E27FC236}">
                              <a16:creationId xmlns:a16="http://schemas.microsoft.com/office/drawing/2014/main" id="{7C882E6F-EB09-4379-986C-85DB5AAA190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29" name="直線コネクタ 139528">
                          <a:extLst>
                            <a:ext uri="{FF2B5EF4-FFF2-40B4-BE49-F238E27FC236}">
                              <a16:creationId xmlns:a16="http://schemas.microsoft.com/office/drawing/2014/main" id="{7D88B4E1-8CBB-44EB-BE43-330D578F1DE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30" name="直線コネクタ 139529">
                          <a:extLst>
                            <a:ext uri="{FF2B5EF4-FFF2-40B4-BE49-F238E27FC236}">
                              <a16:creationId xmlns:a16="http://schemas.microsoft.com/office/drawing/2014/main" id="{DCDB133D-9E90-4389-8C0F-A2F50BFBF5B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06" name="グループ化 139505">
                        <a:extLst>
                          <a:ext uri="{FF2B5EF4-FFF2-40B4-BE49-F238E27FC236}">
                            <a16:creationId xmlns:a16="http://schemas.microsoft.com/office/drawing/2014/main" id="{42746A8C-4521-4478-8895-20B2311552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23" name="楕円 139522">
                          <a:extLst>
                            <a:ext uri="{FF2B5EF4-FFF2-40B4-BE49-F238E27FC236}">
                              <a16:creationId xmlns:a16="http://schemas.microsoft.com/office/drawing/2014/main" id="{635FA66E-922A-4A67-B5A1-917BE34BA43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24" name="直線コネクタ 139523">
                          <a:extLst>
                            <a:ext uri="{FF2B5EF4-FFF2-40B4-BE49-F238E27FC236}">
                              <a16:creationId xmlns:a16="http://schemas.microsoft.com/office/drawing/2014/main" id="{02B456D1-2B14-43F1-B09B-5634A8C70989}"/>
                            </a:ext>
                          </a:extLst>
                        </p:cNvPr>
                        <p:cNvCxnSpPr>
                          <a:cxnSpLocks/>
                          <a:stCxn id="139523" idx="6"/>
                          <a:endCxn id="13952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25" name="直線コネクタ 139524">
                          <a:extLst>
                            <a:ext uri="{FF2B5EF4-FFF2-40B4-BE49-F238E27FC236}">
                              <a16:creationId xmlns:a16="http://schemas.microsoft.com/office/drawing/2014/main" id="{74C29E54-1133-41BC-9837-D652E844B8F2}"/>
                            </a:ext>
                          </a:extLst>
                        </p:cNvPr>
                        <p:cNvCxnSpPr>
                          <a:cxnSpLocks/>
                          <a:stCxn id="139523" idx="4"/>
                          <a:endCxn id="13952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07" name="グループ化 139506">
                        <a:extLst>
                          <a:ext uri="{FF2B5EF4-FFF2-40B4-BE49-F238E27FC236}">
                            <a16:creationId xmlns:a16="http://schemas.microsoft.com/office/drawing/2014/main" id="{4C97E497-56CB-45B8-B134-3C07BF8B175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20" name="楕円 139519">
                          <a:extLst>
                            <a:ext uri="{FF2B5EF4-FFF2-40B4-BE49-F238E27FC236}">
                              <a16:creationId xmlns:a16="http://schemas.microsoft.com/office/drawing/2014/main" id="{5D9C7165-B15A-4C9B-8D32-34A7E44AF43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21" name="直線コネクタ 139520">
                          <a:extLst>
                            <a:ext uri="{FF2B5EF4-FFF2-40B4-BE49-F238E27FC236}">
                              <a16:creationId xmlns:a16="http://schemas.microsoft.com/office/drawing/2014/main" id="{E6575AC3-0584-47F0-9C8F-FC8829C61D40}"/>
                            </a:ext>
                          </a:extLst>
                        </p:cNvPr>
                        <p:cNvCxnSpPr>
                          <a:cxnSpLocks/>
                          <a:stCxn id="139520" idx="6"/>
                          <a:endCxn id="13952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22" name="直線コネクタ 139521">
                          <a:extLst>
                            <a:ext uri="{FF2B5EF4-FFF2-40B4-BE49-F238E27FC236}">
                              <a16:creationId xmlns:a16="http://schemas.microsoft.com/office/drawing/2014/main" id="{D7902A65-1C11-441C-B373-5DBF862FE35D}"/>
                            </a:ext>
                          </a:extLst>
                        </p:cNvPr>
                        <p:cNvCxnSpPr>
                          <a:cxnSpLocks/>
                          <a:stCxn id="139520" idx="4"/>
                          <a:endCxn id="13952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08" name="グループ化 139507">
                        <a:extLst>
                          <a:ext uri="{FF2B5EF4-FFF2-40B4-BE49-F238E27FC236}">
                            <a16:creationId xmlns:a16="http://schemas.microsoft.com/office/drawing/2014/main" id="{E6CCD0A4-B226-4CA5-ACDE-A5953211B7A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17" name="楕円 139516">
                          <a:extLst>
                            <a:ext uri="{FF2B5EF4-FFF2-40B4-BE49-F238E27FC236}">
                              <a16:creationId xmlns:a16="http://schemas.microsoft.com/office/drawing/2014/main" id="{6BA0D368-778D-4FF7-AC86-CDE9136A4A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18" name="直線コネクタ 139517">
                          <a:extLst>
                            <a:ext uri="{FF2B5EF4-FFF2-40B4-BE49-F238E27FC236}">
                              <a16:creationId xmlns:a16="http://schemas.microsoft.com/office/drawing/2014/main" id="{F21F4596-B0BD-4A2A-AA22-C8267A3085D5}"/>
                            </a:ext>
                          </a:extLst>
                        </p:cNvPr>
                        <p:cNvCxnSpPr>
                          <a:cxnSpLocks/>
                          <a:stCxn id="139517" idx="6"/>
                          <a:endCxn id="13951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19" name="直線コネクタ 139518">
                          <a:extLst>
                            <a:ext uri="{FF2B5EF4-FFF2-40B4-BE49-F238E27FC236}">
                              <a16:creationId xmlns:a16="http://schemas.microsoft.com/office/drawing/2014/main" id="{CF45E06D-4FEF-4E23-AE37-9356C4B6D692}"/>
                            </a:ext>
                          </a:extLst>
                        </p:cNvPr>
                        <p:cNvCxnSpPr>
                          <a:cxnSpLocks/>
                          <a:stCxn id="139517" idx="4"/>
                          <a:endCxn id="13951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09" name="グループ化 139508">
                        <a:extLst>
                          <a:ext uri="{FF2B5EF4-FFF2-40B4-BE49-F238E27FC236}">
                            <a16:creationId xmlns:a16="http://schemas.microsoft.com/office/drawing/2014/main" id="{81E8033D-BAE8-4A16-9E90-27B1B34BE27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14" name="楕円 139513">
                          <a:extLst>
                            <a:ext uri="{FF2B5EF4-FFF2-40B4-BE49-F238E27FC236}">
                              <a16:creationId xmlns:a16="http://schemas.microsoft.com/office/drawing/2014/main" id="{FDB6F367-531B-4DA0-942C-3DA7EF599B9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15" name="直線コネクタ 139514">
                          <a:extLst>
                            <a:ext uri="{FF2B5EF4-FFF2-40B4-BE49-F238E27FC236}">
                              <a16:creationId xmlns:a16="http://schemas.microsoft.com/office/drawing/2014/main" id="{7AD07F7A-8AB6-438D-900E-D9E093DD7C69}"/>
                            </a:ext>
                          </a:extLst>
                        </p:cNvPr>
                        <p:cNvCxnSpPr>
                          <a:cxnSpLocks/>
                          <a:stCxn id="139514" idx="6"/>
                          <a:endCxn id="13951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16" name="直線コネクタ 139515">
                          <a:extLst>
                            <a:ext uri="{FF2B5EF4-FFF2-40B4-BE49-F238E27FC236}">
                              <a16:creationId xmlns:a16="http://schemas.microsoft.com/office/drawing/2014/main" id="{3E448D75-6441-4808-A686-AF2F028769A6}"/>
                            </a:ext>
                          </a:extLst>
                        </p:cNvPr>
                        <p:cNvCxnSpPr>
                          <a:cxnSpLocks/>
                          <a:stCxn id="139514" idx="4"/>
                          <a:endCxn id="13951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9510" name="グループ化 139509">
                        <a:extLst>
                          <a:ext uri="{FF2B5EF4-FFF2-40B4-BE49-F238E27FC236}">
                            <a16:creationId xmlns:a16="http://schemas.microsoft.com/office/drawing/2014/main" id="{1EB2CECA-4A28-4C45-99C4-E13A931BBD1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9511" name="楕円 139510">
                          <a:extLst>
                            <a:ext uri="{FF2B5EF4-FFF2-40B4-BE49-F238E27FC236}">
                              <a16:creationId xmlns:a16="http://schemas.microsoft.com/office/drawing/2014/main" id="{C990409D-AC85-4E3B-9B64-2B75DFAE23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9512" name="直線コネクタ 139511">
                          <a:extLst>
                            <a:ext uri="{FF2B5EF4-FFF2-40B4-BE49-F238E27FC236}">
                              <a16:creationId xmlns:a16="http://schemas.microsoft.com/office/drawing/2014/main" id="{05CD0458-1DFE-4A4B-ABF1-3BC0C7960E5C}"/>
                            </a:ext>
                          </a:extLst>
                        </p:cNvPr>
                        <p:cNvCxnSpPr>
                          <a:cxnSpLocks/>
                          <a:stCxn id="139511" idx="6"/>
                          <a:endCxn id="13951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9513" name="直線コネクタ 139512">
                          <a:extLst>
                            <a:ext uri="{FF2B5EF4-FFF2-40B4-BE49-F238E27FC236}">
                              <a16:creationId xmlns:a16="http://schemas.microsoft.com/office/drawing/2014/main" id="{040CD851-E11C-43C6-B475-735995B02046}"/>
                            </a:ext>
                          </a:extLst>
                        </p:cNvPr>
                        <p:cNvCxnSpPr>
                          <a:cxnSpLocks/>
                          <a:stCxn id="139511" idx="4"/>
                          <a:endCxn id="13951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9467" name="グループ化 139466">
                    <a:extLst>
                      <a:ext uri="{FF2B5EF4-FFF2-40B4-BE49-F238E27FC236}">
                        <a16:creationId xmlns:a16="http://schemas.microsoft.com/office/drawing/2014/main" id="{B0C78494-5220-45ED-919D-9F506E2C8A6D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701193" y="4702497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9468" name="グループ化 139467">
                      <a:extLst>
                        <a:ext uri="{FF2B5EF4-FFF2-40B4-BE49-F238E27FC236}">
                          <a16:creationId xmlns:a16="http://schemas.microsoft.com/office/drawing/2014/main" id="{5E4CFBED-10D9-4D75-8307-2C1B81D21D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9493" name="直線コネクタ 139492">
                        <a:extLst>
                          <a:ext uri="{FF2B5EF4-FFF2-40B4-BE49-F238E27FC236}">
                            <a16:creationId xmlns:a16="http://schemas.microsoft.com/office/drawing/2014/main" id="{6F4E3A0D-50A5-4E73-82F6-CC58A36581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94" name="直線コネクタ 139493">
                        <a:extLst>
                          <a:ext uri="{FF2B5EF4-FFF2-40B4-BE49-F238E27FC236}">
                            <a16:creationId xmlns:a16="http://schemas.microsoft.com/office/drawing/2014/main" id="{986B24CA-E48A-4CD8-8585-A0B4ADD6AE3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95" name="直線コネクタ 139494">
                        <a:extLst>
                          <a:ext uri="{FF2B5EF4-FFF2-40B4-BE49-F238E27FC236}">
                            <a16:creationId xmlns:a16="http://schemas.microsoft.com/office/drawing/2014/main" id="{06524AD5-9DB2-4E71-B33A-8ED23F94EDB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96" name="直線コネクタ 139495">
                        <a:extLst>
                          <a:ext uri="{FF2B5EF4-FFF2-40B4-BE49-F238E27FC236}">
                            <a16:creationId xmlns:a16="http://schemas.microsoft.com/office/drawing/2014/main" id="{BF964532-2CEE-4CB7-A32C-E5537DF78A6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97" name="直線コネクタ 139496">
                        <a:extLst>
                          <a:ext uri="{FF2B5EF4-FFF2-40B4-BE49-F238E27FC236}">
                            <a16:creationId xmlns:a16="http://schemas.microsoft.com/office/drawing/2014/main" id="{2B3659A3-D920-4B8D-820B-94A7051B401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98" name="直線コネクタ 139497">
                        <a:extLst>
                          <a:ext uri="{FF2B5EF4-FFF2-40B4-BE49-F238E27FC236}">
                            <a16:creationId xmlns:a16="http://schemas.microsoft.com/office/drawing/2014/main" id="{9D7953F3-9F48-4365-9565-ED5E96320C0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99" name="直線コネクタ 139498">
                        <a:extLst>
                          <a:ext uri="{FF2B5EF4-FFF2-40B4-BE49-F238E27FC236}">
                            <a16:creationId xmlns:a16="http://schemas.microsoft.com/office/drawing/2014/main" id="{2566D929-1125-4CE4-B51E-E192FAC5E8E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00" name="直線コネクタ 139499">
                        <a:extLst>
                          <a:ext uri="{FF2B5EF4-FFF2-40B4-BE49-F238E27FC236}">
                            <a16:creationId xmlns:a16="http://schemas.microsoft.com/office/drawing/2014/main" id="{04C2B88B-2F70-472F-B502-E0C38AD4B4A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501" name="直線コネクタ 139500">
                        <a:extLst>
                          <a:ext uri="{FF2B5EF4-FFF2-40B4-BE49-F238E27FC236}">
                            <a16:creationId xmlns:a16="http://schemas.microsoft.com/office/drawing/2014/main" id="{CBA7A166-7789-4E34-B773-15AEF1B7D18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469" name="グループ化 139468">
                      <a:extLst>
                        <a:ext uri="{FF2B5EF4-FFF2-40B4-BE49-F238E27FC236}">
                          <a16:creationId xmlns:a16="http://schemas.microsoft.com/office/drawing/2014/main" id="{D35FDAA3-637C-4EDE-ADBD-588E478661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490" name="楕円 139489">
                        <a:extLst>
                          <a:ext uri="{FF2B5EF4-FFF2-40B4-BE49-F238E27FC236}">
                            <a16:creationId xmlns:a16="http://schemas.microsoft.com/office/drawing/2014/main" id="{723E814A-D929-4B35-861C-191F0BC5CC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491" name="直線コネクタ 139490">
                        <a:extLst>
                          <a:ext uri="{FF2B5EF4-FFF2-40B4-BE49-F238E27FC236}">
                            <a16:creationId xmlns:a16="http://schemas.microsoft.com/office/drawing/2014/main" id="{655C2FF5-4036-4D09-8423-57A112AE4BAE}"/>
                          </a:ext>
                        </a:extLst>
                      </p:cNvPr>
                      <p:cNvCxnSpPr>
                        <a:cxnSpLocks/>
                        <a:stCxn id="139490" idx="6"/>
                        <a:endCxn id="13949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92" name="直線コネクタ 139491">
                        <a:extLst>
                          <a:ext uri="{FF2B5EF4-FFF2-40B4-BE49-F238E27FC236}">
                            <a16:creationId xmlns:a16="http://schemas.microsoft.com/office/drawing/2014/main" id="{E98D3419-C4B8-4DE0-9AEB-48F01C9AFED8}"/>
                          </a:ext>
                        </a:extLst>
                      </p:cNvPr>
                      <p:cNvCxnSpPr>
                        <a:cxnSpLocks/>
                        <a:stCxn id="139490" idx="4"/>
                        <a:endCxn id="13949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470" name="グループ化 139469">
                      <a:extLst>
                        <a:ext uri="{FF2B5EF4-FFF2-40B4-BE49-F238E27FC236}">
                          <a16:creationId xmlns:a16="http://schemas.microsoft.com/office/drawing/2014/main" id="{CF522846-D99A-4FA8-9C5E-408C355BB150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487" name="楕円 139486">
                        <a:extLst>
                          <a:ext uri="{FF2B5EF4-FFF2-40B4-BE49-F238E27FC236}">
                            <a16:creationId xmlns:a16="http://schemas.microsoft.com/office/drawing/2014/main" id="{E260796B-320D-4C28-92D5-4641F2A1DA6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488" name="直線コネクタ 139487">
                        <a:extLst>
                          <a:ext uri="{FF2B5EF4-FFF2-40B4-BE49-F238E27FC236}">
                            <a16:creationId xmlns:a16="http://schemas.microsoft.com/office/drawing/2014/main" id="{F15D6481-015C-418D-BA2B-947E12747317}"/>
                          </a:ext>
                        </a:extLst>
                      </p:cNvPr>
                      <p:cNvCxnSpPr>
                        <a:cxnSpLocks/>
                        <a:stCxn id="139487" idx="6"/>
                        <a:endCxn id="13948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89" name="直線コネクタ 139488">
                        <a:extLst>
                          <a:ext uri="{FF2B5EF4-FFF2-40B4-BE49-F238E27FC236}">
                            <a16:creationId xmlns:a16="http://schemas.microsoft.com/office/drawing/2014/main" id="{A7618130-2CC6-4EA1-A07F-A746AA842902}"/>
                          </a:ext>
                        </a:extLst>
                      </p:cNvPr>
                      <p:cNvCxnSpPr>
                        <a:cxnSpLocks/>
                        <a:stCxn id="139487" idx="4"/>
                        <a:endCxn id="13948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471" name="グループ化 139470">
                      <a:extLst>
                        <a:ext uri="{FF2B5EF4-FFF2-40B4-BE49-F238E27FC236}">
                          <a16:creationId xmlns:a16="http://schemas.microsoft.com/office/drawing/2014/main" id="{DD07D215-B660-44F4-AC01-E5B6138371A4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484" name="楕円 139483">
                        <a:extLst>
                          <a:ext uri="{FF2B5EF4-FFF2-40B4-BE49-F238E27FC236}">
                            <a16:creationId xmlns:a16="http://schemas.microsoft.com/office/drawing/2014/main" id="{C161BC36-D772-4B26-A382-6ACF80622C3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485" name="直線コネクタ 139484">
                        <a:extLst>
                          <a:ext uri="{FF2B5EF4-FFF2-40B4-BE49-F238E27FC236}">
                            <a16:creationId xmlns:a16="http://schemas.microsoft.com/office/drawing/2014/main" id="{FB8782A3-25CC-4F90-A824-8B64393C3710}"/>
                          </a:ext>
                        </a:extLst>
                      </p:cNvPr>
                      <p:cNvCxnSpPr>
                        <a:cxnSpLocks/>
                        <a:stCxn id="139484" idx="6"/>
                        <a:endCxn id="13948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86" name="直線コネクタ 139485">
                        <a:extLst>
                          <a:ext uri="{FF2B5EF4-FFF2-40B4-BE49-F238E27FC236}">
                            <a16:creationId xmlns:a16="http://schemas.microsoft.com/office/drawing/2014/main" id="{05F54A01-A998-4807-A3B4-79DA38B7F3C0}"/>
                          </a:ext>
                        </a:extLst>
                      </p:cNvPr>
                      <p:cNvCxnSpPr>
                        <a:cxnSpLocks/>
                        <a:stCxn id="139484" idx="4"/>
                        <a:endCxn id="13948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472" name="グループ化 139471">
                      <a:extLst>
                        <a:ext uri="{FF2B5EF4-FFF2-40B4-BE49-F238E27FC236}">
                          <a16:creationId xmlns:a16="http://schemas.microsoft.com/office/drawing/2014/main" id="{274A95B4-F869-4FD2-9C0A-6D59FE4F3684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481" name="楕円 139480">
                        <a:extLst>
                          <a:ext uri="{FF2B5EF4-FFF2-40B4-BE49-F238E27FC236}">
                            <a16:creationId xmlns:a16="http://schemas.microsoft.com/office/drawing/2014/main" id="{E6D1DF0E-59CC-40DD-9691-4EDF97FB0E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482" name="直線コネクタ 139481">
                        <a:extLst>
                          <a:ext uri="{FF2B5EF4-FFF2-40B4-BE49-F238E27FC236}">
                            <a16:creationId xmlns:a16="http://schemas.microsoft.com/office/drawing/2014/main" id="{D7B1E6D9-48FC-46F4-BC73-2382C194FFFA}"/>
                          </a:ext>
                        </a:extLst>
                      </p:cNvPr>
                      <p:cNvCxnSpPr>
                        <a:cxnSpLocks/>
                        <a:stCxn id="139481" idx="6"/>
                        <a:endCxn id="13948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83" name="直線コネクタ 139482">
                        <a:extLst>
                          <a:ext uri="{FF2B5EF4-FFF2-40B4-BE49-F238E27FC236}">
                            <a16:creationId xmlns:a16="http://schemas.microsoft.com/office/drawing/2014/main" id="{862EDE5D-344C-4191-9A3A-8AB9E3C6FFB0}"/>
                          </a:ext>
                        </a:extLst>
                      </p:cNvPr>
                      <p:cNvCxnSpPr>
                        <a:cxnSpLocks/>
                        <a:stCxn id="139481" idx="4"/>
                        <a:endCxn id="13948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473" name="グループ化 139472">
                      <a:extLst>
                        <a:ext uri="{FF2B5EF4-FFF2-40B4-BE49-F238E27FC236}">
                          <a16:creationId xmlns:a16="http://schemas.microsoft.com/office/drawing/2014/main" id="{E0600256-70F7-432A-A980-9D3510F07178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478" name="楕円 139477">
                        <a:extLst>
                          <a:ext uri="{FF2B5EF4-FFF2-40B4-BE49-F238E27FC236}">
                            <a16:creationId xmlns:a16="http://schemas.microsoft.com/office/drawing/2014/main" id="{7C521A89-49BF-4FE0-8870-46022893EE8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479" name="直線コネクタ 139478">
                        <a:extLst>
                          <a:ext uri="{FF2B5EF4-FFF2-40B4-BE49-F238E27FC236}">
                            <a16:creationId xmlns:a16="http://schemas.microsoft.com/office/drawing/2014/main" id="{CE3B7F5A-8A86-446C-9F1D-B0E9969A297E}"/>
                          </a:ext>
                        </a:extLst>
                      </p:cNvPr>
                      <p:cNvCxnSpPr>
                        <a:cxnSpLocks/>
                        <a:stCxn id="139478" idx="6"/>
                        <a:endCxn id="13947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80" name="直線コネクタ 139479">
                        <a:extLst>
                          <a:ext uri="{FF2B5EF4-FFF2-40B4-BE49-F238E27FC236}">
                            <a16:creationId xmlns:a16="http://schemas.microsoft.com/office/drawing/2014/main" id="{D21B4630-4C04-446C-8EA0-A9DBFF900D3E}"/>
                          </a:ext>
                        </a:extLst>
                      </p:cNvPr>
                      <p:cNvCxnSpPr>
                        <a:cxnSpLocks/>
                        <a:stCxn id="139478" idx="4"/>
                        <a:endCxn id="13947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9474" name="グループ化 139473">
                      <a:extLst>
                        <a:ext uri="{FF2B5EF4-FFF2-40B4-BE49-F238E27FC236}">
                          <a16:creationId xmlns:a16="http://schemas.microsoft.com/office/drawing/2014/main" id="{726FEAAA-8646-46AF-B0AF-762A09EF2D6B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9475" name="楕円 139474">
                        <a:extLst>
                          <a:ext uri="{FF2B5EF4-FFF2-40B4-BE49-F238E27FC236}">
                            <a16:creationId xmlns:a16="http://schemas.microsoft.com/office/drawing/2014/main" id="{17181EC9-EED7-477F-9BEB-96681D35A6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9476" name="直線コネクタ 139475">
                        <a:extLst>
                          <a:ext uri="{FF2B5EF4-FFF2-40B4-BE49-F238E27FC236}">
                            <a16:creationId xmlns:a16="http://schemas.microsoft.com/office/drawing/2014/main" id="{D4BECB22-AC90-4F29-9ECE-4305240E7119}"/>
                          </a:ext>
                        </a:extLst>
                      </p:cNvPr>
                      <p:cNvCxnSpPr>
                        <a:cxnSpLocks/>
                        <a:stCxn id="139475" idx="6"/>
                        <a:endCxn id="13947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477" name="直線コネクタ 139476">
                        <a:extLst>
                          <a:ext uri="{FF2B5EF4-FFF2-40B4-BE49-F238E27FC236}">
                            <a16:creationId xmlns:a16="http://schemas.microsoft.com/office/drawing/2014/main" id="{BAD46098-7251-4B01-8795-4CA2A62C4003}"/>
                          </a:ext>
                        </a:extLst>
                      </p:cNvPr>
                      <p:cNvCxnSpPr>
                        <a:cxnSpLocks/>
                        <a:stCxn id="139475" idx="4"/>
                        <a:endCxn id="13947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</p:grpSp>
            <p:grpSp>
              <p:nvGrpSpPr>
                <p:cNvPr id="138418" name="グループ化 138417">
                  <a:extLst>
                    <a:ext uri="{FF2B5EF4-FFF2-40B4-BE49-F238E27FC236}">
                      <a16:creationId xmlns:a16="http://schemas.microsoft.com/office/drawing/2014/main" id="{5581A2F2-D206-4854-AB9D-4591885ACE01}"/>
                    </a:ext>
                  </a:extLst>
                </p:cNvPr>
                <p:cNvGrpSpPr/>
                <p:nvPr/>
              </p:nvGrpSpPr>
              <p:grpSpPr>
                <a:xfrm>
                  <a:off x="3560689" y="3560689"/>
                  <a:ext cx="3678384" cy="3678384"/>
                  <a:chOff x="3560689" y="3560689"/>
                  <a:chExt cx="3678384" cy="3678384"/>
                </a:xfrm>
              </p:grpSpPr>
              <p:grpSp>
                <p:nvGrpSpPr>
                  <p:cNvPr id="138419" name="グループ化 138418">
                    <a:extLst>
                      <a:ext uri="{FF2B5EF4-FFF2-40B4-BE49-F238E27FC236}">
                        <a16:creationId xmlns:a16="http://schemas.microsoft.com/office/drawing/2014/main" id="{7A37CFED-1337-4FED-9EFF-09DA206D8A18}"/>
                      </a:ext>
                    </a:extLst>
                  </p:cNvPr>
                  <p:cNvGrpSpPr/>
                  <p:nvPr/>
                </p:nvGrpSpPr>
                <p:grpSpPr>
                  <a:xfrm>
                    <a:off x="6238799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9356" name="直線コネクタ 139355">
                      <a:extLst>
                        <a:ext uri="{FF2B5EF4-FFF2-40B4-BE49-F238E27FC236}">
                          <a16:creationId xmlns:a16="http://schemas.microsoft.com/office/drawing/2014/main" id="{C99D5878-7541-467E-A50A-417DAC723D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7" name="直線コネクタ 139356">
                      <a:extLst>
                        <a:ext uri="{FF2B5EF4-FFF2-40B4-BE49-F238E27FC236}">
                          <a16:creationId xmlns:a16="http://schemas.microsoft.com/office/drawing/2014/main" id="{69DB16A9-CA8C-4586-B6E9-5F1BBE8F87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8" name="直線コネクタ 139357">
                      <a:extLst>
                        <a:ext uri="{FF2B5EF4-FFF2-40B4-BE49-F238E27FC236}">
                          <a16:creationId xmlns:a16="http://schemas.microsoft.com/office/drawing/2014/main" id="{52E0E4F8-42BA-4A07-8189-5AAFB75B06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9" name="直線コネクタ 139358">
                      <a:extLst>
                        <a:ext uri="{FF2B5EF4-FFF2-40B4-BE49-F238E27FC236}">
                          <a16:creationId xmlns:a16="http://schemas.microsoft.com/office/drawing/2014/main" id="{9DC01B3F-57E1-4B10-99AD-865305D168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0" name="直線コネクタ 139359">
                      <a:extLst>
                        <a:ext uri="{FF2B5EF4-FFF2-40B4-BE49-F238E27FC236}">
                          <a16:creationId xmlns:a16="http://schemas.microsoft.com/office/drawing/2014/main" id="{73332B07-2909-42D1-AE9E-C6C1BB2958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1" name="直線コネクタ 139360">
                      <a:extLst>
                        <a:ext uri="{FF2B5EF4-FFF2-40B4-BE49-F238E27FC236}">
                          <a16:creationId xmlns:a16="http://schemas.microsoft.com/office/drawing/2014/main" id="{0C0FFB86-ED4F-46E1-B7F9-32130E762F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2" name="直線コネクタ 139361">
                      <a:extLst>
                        <a:ext uri="{FF2B5EF4-FFF2-40B4-BE49-F238E27FC236}">
                          <a16:creationId xmlns:a16="http://schemas.microsoft.com/office/drawing/2014/main" id="{DC7EECCF-7313-4104-A42D-255ADF3117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3" name="直線コネクタ 139362">
                      <a:extLst>
                        <a:ext uri="{FF2B5EF4-FFF2-40B4-BE49-F238E27FC236}">
                          <a16:creationId xmlns:a16="http://schemas.microsoft.com/office/drawing/2014/main" id="{F3812F3F-EF7D-4B36-851D-674F5F102A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4" name="直線コネクタ 139363">
                      <a:extLst>
                        <a:ext uri="{FF2B5EF4-FFF2-40B4-BE49-F238E27FC236}">
                          <a16:creationId xmlns:a16="http://schemas.microsoft.com/office/drawing/2014/main" id="{16B746C9-0839-4C30-9CB7-57D4582010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5" name="直線コネクタ 139364">
                      <a:extLst>
                        <a:ext uri="{FF2B5EF4-FFF2-40B4-BE49-F238E27FC236}">
                          <a16:creationId xmlns:a16="http://schemas.microsoft.com/office/drawing/2014/main" id="{D9F528ED-136C-4FB0-A282-F407AC2ECA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6" name="直線コネクタ 139365">
                      <a:extLst>
                        <a:ext uri="{FF2B5EF4-FFF2-40B4-BE49-F238E27FC236}">
                          <a16:creationId xmlns:a16="http://schemas.microsoft.com/office/drawing/2014/main" id="{9959DBAC-E228-4C55-9A5D-111E5271DD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7" name="直線コネクタ 139366">
                      <a:extLst>
                        <a:ext uri="{FF2B5EF4-FFF2-40B4-BE49-F238E27FC236}">
                          <a16:creationId xmlns:a16="http://schemas.microsoft.com/office/drawing/2014/main" id="{19F3046A-75A7-472C-8A9A-F921AC26F0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8" name="直線コネクタ 139367">
                      <a:extLst>
                        <a:ext uri="{FF2B5EF4-FFF2-40B4-BE49-F238E27FC236}">
                          <a16:creationId xmlns:a16="http://schemas.microsoft.com/office/drawing/2014/main" id="{D9E4C0E2-D762-4ACE-A30E-338BB13D76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69" name="直線コネクタ 139368">
                      <a:extLst>
                        <a:ext uri="{FF2B5EF4-FFF2-40B4-BE49-F238E27FC236}">
                          <a16:creationId xmlns:a16="http://schemas.microsoft.com/office/drawing/2014/main" id="{A078164B-5109-4D5A-821B-A095E5120E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0" name="直線コネクタ 139369">
                      <a:extLst>
                        <a:ext uri="{FF2B5EF4-FFF2-40B4-BE49-F238E27FC236}">
                          <a16:creationId xmlns:a16="http://schemas.microsoft.com/office/drawing/2014/main" id="{6CEAC833-A295-4A81-8726-81A68C194F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1" name="直線コネクタ 139370">
                      <a:extLst>
                        <a:ext uri="{FF2B5EF4-FFF2-40B4-BE49-F238E27FC236}">
                          <a16:creationId xmlns:a16="http://schemas.microsoft.com/office/drawing/2014/main" id="{AD24B935-B233-4CE0-8F2D-E4DE628753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2" name="直線コネクタ 139371">
                      <a:extLst>
                        <a:ext uri="{FF2B5EF4-FFF2-40B4-BE49-F238E27FC236}">
                          <a16:creationId xmlns:a16="http://schemas.microsoft.com/office/drawing/2014/main" id="{7ADD7004-CC5C-47B3-9162-F4C881A1D3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3" name="直線コネクタ 139372">
                      <a:extLst>
                        <a:ext uri="{FF2B5EF4-FFF2-40B4-BE49-F238E27FC236}">
                          <a16:creationId xmlns:a16="http://schemas.microsoft.com/office/drawing/2014/main" id="{49145014-EB2D-448E-82FB-1E2F19CC10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4" name="直線コネクタ 139373">
                      <a:extLst>
                        <a:ext uri="{FF2B5EF4-FFF2-40B4-BE49-F238E27FC236}">
                          <a16:creationId xmlns:a16="http://schemas.microsoft.com/office/drawing/2014/main" id="{57C4C15A-31F2-4EC0-8F02-AB1B42C380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5" name="直線コネクタ 139374">
                      <a:extLst>
                        <a:ext uri="{FF2B5EF4-FFF2-40B4-BE49-F238E27FC236}">
                          <a16:creationId xmlns:a16="http://schemas.microsoft.com/office/drawing/2014/main" id="{6E0E1EA2-A0E1-4E55-B668-C9628773A1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6" name="直線コネクタ 139375">
                      <a:extLst>
                        <a:ext uri="{FF2B5EF4-FFF2-40B4-BE49-F238E27FC236}">
                          <a16:creationId xmlns:a16="http://schemas.microsoft.com/office/drawing/2014/main" id="{7C3CE05B-FA75-48CA-BF4D-A75BA8F93A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7" name="直線コネクタ 139376">
                      <a:extLst>
                        <a:ext uri="{FF2B5EF4-FFF2-40B4-BE49-F238E27FC236}">
                          <a16:creationId xmlns:a16="http://schemas.microsoft.com/office/drawing/2014/main" id="{3BF91ED3-CC8A-495F-9FF2-50508323C3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8" name="直線コネクタ 139377">
                      <a:extLst>
                        <a:ext uri="{FF2B5EF4-FFF2-40B4-BE49-F238E27FC236}">
                          <a16:creationId xmlns:a16="http://schemas.microsoft.com/office/drawing/2014/main" id="{81DA43C5-EE9A-4F7C-9EBA-2636FC2F76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79" name="直線コネクタ 139378">
                      <a:extLst>
                        <a:ext uri="{FF2B5EF4-FFF2-40B4-BE49-F238E27FC236}">
                          <a16:creationId xmlns:a16="http://schemas.microsoft.com/office/drawing/2014/main" id="{28106B7D-5A99-495F-AD0B-60C37AC925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0" name="直線コネクタ 139379">
                      <a:extLst>
                        <a:ext uri="{FF2B5EF4-FFF2-40B4-BE49-F238E27FC236}">
                          <a16:creationId xmlns:a16="http://schemas.microsoft.com/office/drawing/2014/main" id="{BB63DA5D-FE0F-4519-BEF3-BA4589A7E6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1" name="直線コネクタ 139380">
                      <a:extLst>
                        <a:ext uri="{FF2B5EF4-FFF2-40B4-BE49-F238E27FC236}">
                          <a16:creationId xmlns:a16="http://schemas.microsoft.com/office/drawing/2014/main" id="{3F5C3EDD-E97A-444F-93A4-8BC87599A7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2" name="直線コネクタ 139381">
                      <a:extLst>
                        <a:ext uri="{FF2B5EF4-FFF2-40B4-BE49-F238E27FC236}">
                          <a16:creationId xmlns:a16="http://schemas.microsoft.com/office/drawing/2014/main" id="{99F36329-F5DA-4F72-88D8-65EB5A04C9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3" name="直線コネクタ 139382">
                      <a:extLst>
                        <a:ext uri="{FF2B5EF4-FFF2-40B4-BE49-F238E27FC236}">
                          <a16:creationId xmlns:a16="http://schemas.microsoft.com/office/drawing/2014/main" id="{00CDB17E-D745-4457-B021-8F6C2A08E0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4" name="直線コネクタ 139383">
                      <a:extLst>
                        <a:ext uri="{FF2B5EF4-FFF2-40B4-BE49-F238E27FC236}">
                          <a16:creationId xmlns:a16="http://schemas.microsoft.com/office/drawing/2014/main" id="{69092229-5C01-4087-AF3C-D6E0B8AD7E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5" name="直線コネクタ 139384">
                      <a:extLst>
                        <a:ext uri="{FF2B5EF4-FFF2-40B4-BE49-F238E27FC236}">
                          <a16:creationId xmlns:a16="http://schemas.microsoft.com/office/drawing/2014/main" id="{DFAA9ED4-168B-4D6A-91D1-4C90D386F4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6" name="直線コネクタ 139385">
                      <a:extLst>
                        <a:ext uri="{FF2B5EF4-FFF2-40B4-BE49-F238E27FC236}">
                          <a16:creationId xmlns:a16="http://schemas.microsoft.com/office/drawing/2014/main" id="{7B95F16E-F723-4F4A-944F-77EB9EFC30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7" name="直線コネクタ 139386">
                      <a:extLst>
                        <a:ext uri="{FF2B5EF4-FFF2-40B4-BE49-F238E27FC236}">
                          <a16:creationId xmlns:a16="http://schemas.microsoft.com/office/drawing/2014/main" id="{CC69871C-DF79-4939-A66A-C87908F423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8" name="直線コネクタ 139387">
                      <a:extLst>
                        <a:ext uri="{FF2B5EF4-FFF2-40B4-BE49-F238E27FC236}">
                          <a16:creationId xmlns:a16="http://schemas.microsoft.com/office/drawing/2014/main" id="{35B54BFD-4EEB-489D-B8C3-CB2F58EBEF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89" name="直線コネクタ 139388">
                      <a:extLst>
                        <a:ext uri="{FF2B5EF4-FFF2-40B4-BE49-F238E27FC236}">
                          <a16:creationId xmlns:a16="http://schemas.microsoft.com/office/drawing/2014/main" id="{1D74931A-1A26-47B4-A91B-E86A3503B7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0" name="直線コネクタ 139389">
                      <a:extLst>
                        <a:ext uri="{FF2B5EF4-FFF2-40B4-BE49-F238E27FC236}">
                          <a16:creationId xmlns:a16="http://schemas.microsoft.com/office/drawing/2014/main" id="{2C6FDCB0-A51E-4A5B-AD67-F38B706B7E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1" name="直線コネクタ 139390">
                      <a:extLst>
                        <a:ext uri="{FF2B5EF4-FFF2-40B4-BE49-F238E27FC236}">
                          <a16:creationId xmlns:a16="http://schemas.microsoft.com/office/drawing/2014/main" id="{57268A3F-4D90-4203-9D6B-E00EEF79A1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2" name="直線コネクタ 139391">
                      <a:extLst>
                        <a:ext uri="{FF2B5EF4-FFF2-40B4-BE49-F238E27FC236}">
                          <a16:creationId xmlns:a16="http://schemas.microsoft.com/office/drawing/2014/main" id="{681BC699-FC1A-4DB4-9388-4425A8AF8A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3" name="直線コネクタ 139392">
                      <a:extLst>
                        <a:ext uri="{FF2B5EF4-FFF2-40B4-BE49-F238E27FC236}">
                          <a16:creationId xmlns:a16="http://schemas.microsoft.com/office/drawing/2014/main" id="{E8A1C4BB-212C-4ACB-B4F4-36D24F5D0E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4" name="直線コネクタ 139393">
                      <a:extLst>
                        <a:ext uri="{FF2B5EF4-FFF2-40B4-BE49-F238E27FC236}">
                          <a16:creationId xmlns:a16="http://schemas.microsoft.com/office/drawing/2014/main" id="{14D5FD18-3BCD-4992-A213-F52F76C25D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5" name="直線コネクタ 139394">
                      <a:extLst>
                        <a:ext uri="{FF2B5EF4-FFF2-40B4-BE49-F238E27FC236}">
                          <a16:creationId xmlns:a16="http://schemas.microsoft.com/office/drawing/2014/main" id="{564EFCF7-1C97-4956-888B-66D2BB16F9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6" name="直線コネクタ 139395">
                      <a:extLst>
                        <a:ext uri="{FF2B5EF4-FFF2-40B4-BE49-F238E27FC236}">
                          <a16:creationId xmlns:a16="http://schemas.microsoft.com/office/drawing/2014/main" id="{A756A1CE-C57F-4E49-B01F-0575622E35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7" name="直線コネクタ 139396">
                      <a:extLst>
                        <a:ext uri="{FF2B5EF4-FFF2-40B4-BE49-F238E27FC236}">
                          <a16:creationId xmlns:a16="http://schemas.microsoft.com/office/drawing/2014/main" id="{37843293-6D38-4A21-BB77-AD1DB7750E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8" name="直線コネクタ 139397">
                      <a:extLst>
                        <a:ext uri="{FF2B5EF4-FFF2-40B4-BE49-F238E27FC236}">
                          <a16:creationId xmlns:a16="http://schemas.microsoft.com/office/drawing/2014/main" id="{D9978D41-219D-42D6-BB1F-4371B27BEF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99" name="直線コネクタ 139398">
                      <a:extLst>
                        <a:ext uri="{FF2B5EF4-FFF2-40B4-BE49-F238E27FC236}">
                          <a16:creationId xmlns:a16="http://schemas.microsoft.com/office/drawing/2014/main" id="{7779E398-1FAC-4B5A-8D09-A30F148F61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0" name="直線コネクタ 139399">
                      <a:extLst>
                        <a:ext uri="{FF2B5EF4-FFF2-40B4-BE49-F238E27FC236}">
                          <a16:creationId xmlns:a16="http://schemas.microsoft.com/office/drawing/2014/main" id="{4CCD83CD-536B-49EC-BCB5-809495EBCA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1" name="直線コネクタ 139400">
                      <a:extLst>
                        <a:ext uri="{FF2B5EF4-FFF2-40B4-BE49-F238E27FC236}">
                          <a16:creationId xmlns:a16="http://schemas.microsoft.com/office/drawing/2014/main" id="{80720C50-BE7D-4C99-A152-3801D902D1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2" name="直線コネクタ 139401">
                      <a:extLst>
                        <a:ext uri="{FF2B5EF4-FFF2-40B4-BE49-F238E27FC236}">
                          <a16:creationId xmlns:a16="http://schemas.microsoft.com/office/drawing/2014/main" id="{5DDF04A7-E337-4916-A367-3AC302FF16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3" name="直線コネクタ 139402">
                      <a:extLst>
                        <a:ext uri="{FF2B5EF4-FFF2-40B4-BE49-F238E27FC236}">
                          <a16:creationId xmlns:a16="http://schemas.microsoft.com/office/drawing/2014/main" id="{31AEDA20-5B0C-4340-B90A-99C0F8098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4" name="直線コネクタ 139403">
                      <a:extLst>
                        <a:ext uri="{FF2B5EF4-FFF2-40B4-BE49-F238E27FC236}">
                          <a16:creationId xmlns:a16="http://schemas.microsoft.com/office/drawing/2014/main" id="{135337EF-E4CB-4776-836B-DB8251365D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5" name="直線コネクタ 139404">
                      <a:extLst>
                        <a:ext uri="{FF2B5EF4-FFF2-40B4-BE49-F238E27FC236}">
                          <a16:creationId xmlns:a16="http://schemas.microsoft.com/office/drawing/2014/main" id="{3D6F8AFB-06F5-4D2C-AD60-E9F2AA8C2A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6" name="直線コネクタ 139405">
                      <a:extLst>
                        <a:ext uri="{FF2B5EF4-FFF2-40B4-BE49-F238E27FC236}">
                          <a16:creationId xmlns:a16="http://schemas.microsoft.com/office/drawing/2014/main" id="{BA836DD1-1F86-4702-B8E8-1CB1B0A327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7" name="直線コネクタ 139406">
                      <a:extLst>
                        <a:ext uri="{FF2B5EF4-FFF2-40B4-BE49-F238E27FC236}">
                          <a16:creationId xmlns:a16="http://schemas.microsoft.com/office/drawing/2014/main" id="{07003CA2-CBD2-4744-A47D-B562E6B8F0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8" name="直線コネクタ 139407">
                      <a:extLst>
                        <a:ext uri="{FF2B5EF4-FFF2-40B4-BE49-F238E27FC236}">
                          <a16:creationId xmlns:a16="http://schemas.microsoft.com/office/drawing/2014/main" id="{E3EB92F4-EEB9-4F65-8B70-AA0C64F061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09" name="直線コネクタ 139408">
                      <a:extLst>
                        <a:ext uri="{FF2B5EF4-FFF2-40B4-BE49-F238E27FC236}">
                          <a16:creationId xmlns:a16="http://schemas.microsoft.com/office/drawing/2014/main" id="{0AD4040C-81F9-4C96-A6AB-A99A250475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0" name="直線コネクタ 139409">
                      <a:extLst>
                        <a:ext uri="{FF2B5EF4-FFF2-40B4-BE49-F238E27FC236}">
                          <a16:creationId xmlns:a16="http://schemas.microsoft.com/office/drawing/2014/main" id="{8242EA97-B17A-4F8B-91F8-F587A3C3A8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1" name="直線コネクタ 139410">
                      <a:extLst>
                        <a:ext uri="{FF2B5EF4-FFF2-40B4-BE49-F238E27FC236}">
                          <a16:creationId xmlns:a16="http://schemas.microsoft.com/office/drawing/2014/main" id="{64A7C214-4174-4092-AAAB-E5923BDC0B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2" name="直線コネクタ 139411">
                      <a:extLst>
                        <a:ext uri="{FF2B5EF4-FFF2-40B4-BE49-F238E27FC236}">
                          <a16:creationId xmlns:a16="http://schemas.microsoft.com/office/drawing/2014/main" id="{EA9439A1-02E6-4760-831D-2E702672CC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3" name="直線コネクタ 139412">
                      <a:extLst>
                        <a:ext uri="{FF2B5EF4-FFF2-40B4-BE49-F238E27FC236}">
                          <a16:creationId xmlns:a16="http://schemas.microsoft.com/office/drawing/2014/main" id="{C055DF6B-2589-4AD4-BC98-2865F8C985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4" name="直線コネクタ 139413">
                      <a:extLst>
                        <a:ext uri="{FF2B5EF4-FFF2-40B4-BE49-F238E27FC236}">
                          <a16:creationId xmlns:a16="http://schemas.microsoft.com/office/drawing/2014/main" id="{7DCF57F7-C0CB-40FE-AFC5-F5FF14512D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5" name="直線コネクタ 139414">
                      <a:extLst>
                        <a:ext uri="{FF2B5EF4-FFF2-40B4-BE49-F238E27FC236}">
                          <a16:creationId xmlns:a16="http://schemas.microsoft.com/office/drawing/2014/main" id="{09692AA3-CBB9-421C-82C9-6948C4E8A4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6" name="直線コネクタ 139415">
                      <a:extLst>
                        <a:ext uri="{FF2B5EF4-FFF2-40B4-BE49-F238E27FC236}">
                          <a16:creationId xmlns:a16="http://schemas.microsoft.com/office/drawing/2014/main" id="{6F5819D0-1642-48B3-9D5C-4D38FD5EBE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7" name="直線コネクタ 139416">
                      <a:extLst>
                        <a:ext uri="{FF2B5EF4-FFF2-40B4-BE49-F238E27FC236}">
                          <a16:creationId xmlns:a16="http://schemas.microsoft.com/office/drawing/2014/main" id="{AB21C75F-8D35-4838-B2A0-6042A07C14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418" name="直線コネクタ 139417">
                      <a:extLst>
                        <a:ext uri="{FF2B5EF4-FFF2-40B4-BE49-F238E27FC236}">
                          <a16:creationId xmlns:a16="http://schemas.microsoft.com/office/drawing/2014/main" id="{FE52C829-1A24-49A4-9420-4CB8D6F235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0" name="グループ化 138419">
                    <a:extLst>
                      <a:ext uri="{FF2B5EF4-FFF2-40B4-BE49-F238E27FC236}">
                        <a16:creationId xmlns:a16="http://schemas.microsoft.com/office/drawing/2014/main" id="{DF12BB27-78EF-4F4C-847C-ADF589A94787}"/>
                      </a:ext>
                    </a:extLst>
                  </p:cNvPr>
                  <p:cNvGrpSpPr/>
                  <p:nvPr/>
                </p:nvGrpSpPr>
                <p:grpSpPr>
                  <a:xfrm>
                    <a:off x="6174000" y="427572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9296" name="直線コネクタ 139295">
                      <a:extLst>
                        <a:ext uri="{FF2B5EF4-FFF2-40B4-BE49-F238E27FC236}">
                          <a16:creationId xmlns:a16="http://schemas.microsoft.com/office/drawing/2014/main" id="{10994886-80D9-4738-911F-2A0150E4DE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7" name="直線コネクタ 139296">
                      <a:extLst>
                        <a:ext uri="{FF2B5EF4-FFF2-40B4-BE49-F238E27FC236}">
                          <a16:creationId xmlns:a16="http://schemas.microsoft.com/office/drawing/2014/main" id="{6BB70534-7640-49A4-80C9-8A22B0FCBF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8" name="直線コネクタ 139297">
                      <a:extLst>
                        <a:ext uri="{FF2B5EF4-FFF2-40B4-BE49-F238E27FC236}">
                          <a16:creationId xmlns:a16="http://schemas.microsoft.com/office/drawing/2014/main" id="{89BD8866-443E-46FB-99C9-8A52901E94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9" name="直線コネクタ 139298">
                      <a:extLst>
                        <a:ext uri="{FF2B5EF4-FFF2-40B4-BE49-F238E27FC236}">
                          <a16:creationId xmlns:a16="http://schemas.microsoft.com/office/drawing/2014/main" id="{CC2F127F-1515-4F2F-9E5D-D33802932F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0" name="直線コネクタ 139299">
                      <a:extLst>
                        <a:ext uri="{FF2B5EF4-FFF2-40B4-BE49-F238E27FC236}">
                          <a16:creationId xmlns:a16="http://schemas.microsoft.com/office/drawing/2014/main" id="{45E83AD3-892E-4F9C-AC8A-91A404A4A4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1" name="直線コネクタ 139300">
                      <a:extLst>
                        <a:ext uri="{FF2B5EF4-FFF2-40B4-BE49-F238E27FC236}">
                          <a16:creationId xmlns:a16="http://schemas.microsoft.com/office/drawing/2014/main" id="{0BE3C0F2-F8C6-4A9B-B7D5-78E071F149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2" name="直線コネクタ 139301">
                      <a:extLst>
                        <a:ext uri="{FF2B5EF4-FFF2-40B4-BE49-F238E27FC236}">
                          <a16:creationId xmlns:a16="http://schemas.microsoft.com/office/drawing/2014/main" id="{A4C7BAD1-7B97-4EC4-AD60-56419040D1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3" name="直線コネクタ 139302">
                      <a:extLst>
                        <a:ext uri="{FF2B5EF4-FFF2-40B4-BE49-F238E27FC236}">
                          <a16:creationId xmlns:a16="http://schemas.microsoft.com/office/drawing/2014/main" id="{F7ACD1B3-8047-4529-A949-E9CEA1F903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4" name="直線コネクタ 139303">
                      <a:extLst>
                        <a:ext uri="{FF2B5EF4-FFF2-40B4-BE49-F238E27FC236}">
                          <a16:creationId xmlns:a16="http://schemas.microsoft.com/office/drawing/2014/main" id="{FD037324-3894-44C4-A4D1-F330F0D490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5" name="直線コネクタ 139304">
                      <a:extLst>
                        <a:ext uri="{FF2B5EF4-FFF2-40B4-BE49-F238E27FC236}">
                          <a16:creationId xmlns:a16="http://schemas.microsoft.com/office/drawing/2014/main" id="{150DFD13-EA8B-44C0-841E-E27F6BA0AF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6" name="直線コネクタ 139305">
                      <a:extLst>
                        <a:ext uri="{FF2B5EF4-FFF2-40B4-BE49-F238E27FC236}">
                          <a16:creationId xmlns:a16="http://schemas.microsoft.com/office/drawing/2014/main" id="{C3702B2B-1FA7-4878-8B44-707A51F8E1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7" name="直線コネクタ 139306">
                      <a:extLst>
                        <a:ext uri="{FF2B5EF4-FFF2-40B4-BE49-F238E27FC236}">
                          <a16:creationId xmlns:a16="http://schemas.microsoft.com/office/drawing/2014/main" id="{3C50FBC5-AB2B-4C59-815A-542A775545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8" name="直線コネクタ 139307">
                      <a:extLst>
                        <a:ext uri="{FF2B5EF4-FFF2-40B4-BE49-F238E27FC236}">
                          <a16:creationId xmlns:a16="http://schemas.microsoft.com/office/drawing/2014/main" id="{3E426966-6F3A-40E3-9A59-A07B9BFC6D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09" name="直線コネクタ 139308">
                      <a:extLst>
                        <a:ext uri="{FF2B5EF4-FFF2-40B4-BE49-F238E27FC236}">
                          <a16:creationId xmlns:a16="http://schemas.microsoft.com/office/drawing/2014/main" id="{5BD9127D-BDF0-4161-AE49-28DDC13291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0" name="直線コネクタ 139309">
                      <a:extLst>
                        <a:ext uri="{FF2B5EF4-FFF2-40B4-BE49-F238E27FC236}">
                          <a16:creationId xmlns:a16="http://schemas.microsoft.com/office/drawing/2014/main" id="{A781DFCA-5032-48F9-B84C-38EC048719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1" name="直線コネクタ 139310">
                      <a:extLst>
                        <a:ext uri="{FF2B5EF4-FFF2-40B4-BE49-F238E27FC236}">
                          <a16:creationId xmlns:a16="http://schemas.microsoft.com/office/drawing/2014/main" id="{268ACBE3-5AC0-4973-9D4D-FDFE9D5251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2" name="直線コネクタ 139311">
                      <a:extLst>
                        <a:ext uri="{FF2B5EF4-FFF2-40B4-BE49-F238E27FC236}">
                          <a16:creationId xmlns:a16="http://schemas.microsoft.com/office/drawing/2014/main" id="{FF60C460-5A33-4720-87AA-A431DC845E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3" name="直線コネクタ 139312">
                      <a:extLst>
                        <a:ext uri="{FF2B5EF4-FFF2-40B4-BE49-F238E27FC236}">
                          <a16:creationId xmlns:a16="http://schemas.microsoft.com/office/drawing/2014/main" id="{80D01609-041D-4CD2-8BB2-156D31A16C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4" name="直線コネクタ 139313">
                      <a:extLst>
                        <a:ext uri="{FF2B5EF4-FFF2-40B4-BE49-F238E27FC236}">
                          <a16:creationId xmlns:a16="http://schemas.microsoft.com/office/drawing/2014/main" id="{EC07063A-C678-4085-AD72-5F19342C36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5" name="直線コネクタ 139314">
                      <a:extLst>
                        <a:ext uri="{FF2B5EF4-FFF2-40B4-BE49-F238E27FC236}">
                          <a16:creationId xmlns:a16="http://schemas.microsoft.com/office/drawing/2014/main" id="{D628DE68-ECF0-4354-98B3-5612B7C67C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6" name="直線コネクタ 139315">
                      <a:extLst>
                        <a:ext uri="{FF2B5EF4-FFF2-40B4-BE49-F238E27FC236}">
                          <a16:creationId xmlns:a16="http://schemas.microsoft.com/office/drawing/2014/main" id="{DB714314-BF8C-4600-A6DB-BE2539A96A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7" name="直線コネクタ 139316">
                      <a:extLst>
                        <a:ext uri="{FF2B5EF4-FFF2-40B4-BE49-F238E27FC236}">
                          <a16:creationId xmlns:a16="http://schemas.microsoft.com/office/drawing/2014/main" id="{410EECF7-1C21-40BC-A0CF-44DD9EC51E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8" name="直線コネクタ 139317">
                      <a:extLst>
                        <a:ext uri="{FF2B5EF4-FFF2-40B4-BE49-F238E27FC236}">
                          <a16:creationId xmlns:a16="http://schemas.microsoft.com/office/drawing/2014/main" id="{19898F80-1DE3-4670-9B25-5DC98099A2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19" name="直線コネクタ 139318">
                      <a:extLst>
                        <a:ext uri="{FF2B5EF4-FFF2-40B4-BE49-F238E27FC236}">
                          <a16:creationId xmlns:a16="http://schemas.microsoft.com/office/drawing/2014/main" id="{A1A722E4-0E0D-46EA-B614-DCE985009C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0" name="直線コネクタ 139319">
                      <a:extLst>
                        <a:ext uri="{FF2B5EF4-FFF2-40B4-BE49-F238E27FC236}">
                          <a16:creationId xmlns:a16="http://schemas.microsoft.com/office/drawing/2014/main" id="{55CFC118-45ED-4E7E-B1ED-283F53F40B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1" name="直線コネクタ 139320">
                      <a:extLst>
                        <a:ext uri="{FF2B5EF4-FFF2-40B4-BE49-F238E27FC236}">
                          <a16:creationId xmlns:a16="http://schemas.microsoft.com/office/drawing/2014/main" id="{F066C781-3EA9-476C-8CE4-5635378B2A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2" name="直線コネクタ 139321">
                      <a:extLst>
                        <a:ext uri="{FF2B5EF4-FFF2-40B4-BE49-F238E27FC236}">
                          <a16:creationId xmlns:a16="http://schemas.microsoft.com/office/drawing/2014/main" id="{E561A6D8-CEF8-4954-8A12-D2CFB28F39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3" name="直線コネクタ 139322">
                      <a:extLst>
                        <a:ext uri="{FF2B5EF4-FFF2-40B4-BE49-F238E27FC236}">
                          <a16:creationId xmlns:a16="http://schemas.microsoft.com/office/drawing/2014/main" id="{B72F6929-D619-4053-BFD2-26C0256564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4" name="直線コネクタ 139323">
                      <a:extLst>
                        <a:ext uri="{FF2B5EF4-FFF2-40B4-BE49-F238E27FC236}">
                          <a16:creationId xmlns:a16="http://schemas.microsoft.com/office/drawing/2014/main" id="{7DFF6C54-B8A2-47E0-BFB9-7E2295051E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5" name="直線コネクタ 139324">
                      <a:extLst>
                        <a:ext uri="{FF2B5EF4-FFF2-40B4-BE49-F238E27FC236}">
                          <a16:creationId xmlns:a16="http://schemas.microsoft.com/office/drawing/2014/main" id="{23C7D73E-829C-4D03-9B50-7822A4C19F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6" name="直線コネクタ 139325">
                      <a:extLst>
                        <a:ext uri="{FF2B5EF4-FFF2-40B4-BE49-F238E27FC236}">
                          <a16:creationId xmlns:a16="http://schemas.microsoft.com/office/drawing/2014/main" id="{1315E7C8-34BC-4B7D-8C24-8CDF022E5C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7" name="直線コネクタ 139326">
                      <a:extLst>
                        <a:ext uri="{FF2B5EF4-FFF2-40B4-BE49-F238E27FC236}">
                          <a16:creationId xmlns:a16="http://schemas.microsoft.com/office/drawing/2014/main" id="{B0A6CEA5-89BF-406A-A255-04B2638EAF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8" name="直線コネクタ 139327">
                      <a:extLst>
                        <a:ext uri="{FF2B5EF4-FFF2-40B4-BE49-F238E27FC236}">
                          <a16:creationId xmlns:a16="http://schemas.microsoft.com/office/drawing/2014/main" id="{F7409D2D-073E-413A-8800-EE36ACBE2D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29" name="直線コネクタ 139328">
                      <a:extLst>
                        <a:ext uri="{FF2B5EF4-FFF2-40B4-BE49-F238E27FC236}">
                          <a16:creationId xmlns:a16="http://schemas.microsoft.com/office/drawing/2014/main" id="{F972C59E-F5C9-42B0-9484-BC057A968A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0" name="直線コネクタ 139329">
                      <a:extLst>
                        <a:ext uri="{FF2B5EF4-FFF2-40B4-BE49-F238E27FC236}">
                          <a16:creationId xmlns:a16="http://schemas.microsoft.com/office/drawing/2014/main" id="{57361781-8F0C-4888-9E3C-95322D1ACA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1" name="直線コネクタ 139330">
                      <a:extLst>
                        <a:ext uri="{FF2B5EF4-FFF2-40B4-BE49-F238E27FC236}">
                          <a16:creationId xmlns:a16="http://schemas.microsoft.com/office/drawing/2014/main" id="{48A70A36-5213-4893-B06B-1728AB9099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2" name="直線コネクタ 139331">
                      <a:extLst>
                        <a:ext uri="{FF2B5EF4-FFF2-40B4-BE49-F238E27FC236}">
                          <a16:creationId xmlns:a16="http://schemas.microsoft.com/office/drawing/2014/main" id="{B2DCA923-B2F0-4B9F-A2F0-3EC76AC017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3" name="直線コネクタ 139332">
                      <a:extLst>
                        <a:ext uri="{FF2B5EF4-FFF2-40B4-BE49-F238E27FC236}">
                          <a16:creationId xmlns:a16="http://schemas.microsoft.com/office/drawing/2014/main" id="{E4619DA7-7160-442C-AE09-64CAFD83AE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4" name="直線コネクタ 139333">
                      <a:extLst>
                        <a:ext uri="{FF2B5EF4-FFF2-40B4-BE49-F238E27FC236}">
                          <a16:creationId xmlns:a16="http://schemas.microsoft.com/office/drawing/2014/main" id="{0F0735CC-2767-4149-B32C-3C03E3698E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5" name="直線コネクタ 139334">
                      <a:extLst>
                        <a:ext uri="{FF2B5EF4-FFF2-40B4-BE49-F238E27FC236}">
                          <a16:creationId xmlns:a16="http://schemas.microsoft.com/office/drawing/2014/main" id="{4EC287DB-8C5C-4F3F-AB23-0930BFCBFF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6" name="直線コネクタ 139335">
                      <a:extLst>
                        <a:ext uri="{FF2B5EF4-FFF2-40B4-BE49-F238E27FC236}">
                          <a16:creationId xmlns:a16="http://schemas.microsoft.com/office/drawing/2014/main" id="{A2FD21B7-67B4-40BA-8B14-6BB71174F0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7" name="直線コネクタ 139336">
                      <a:extLst>
                        <a:ext uri="{FF2B5EF4-FFF2-40B4-BE49-F238E27FC236}">
                          <a16:creationId xmlns:a16="http://schemas.microsoft.com/office/drawing/2014/main" id="{26876A7D-CE84-4CF3-A17F-E5A440FF13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8" name="直線コネクタ 139337">
                      <a:extLst>
                        <a:ext uri="{FF2B5EF4-FFF2-40B4-BE49-F238E27FC236}">
                          <a16:creationId xmlns:a16="http://schemas.microsoft.com/office/drawing/2014/main" id="{C39C8B4E-7B8A-45A3-85A6-89532EB4F7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39" name="直線コネクタ 139338">
                      <a:extLst>
                        <a:ext uri="{FF2B5EF4-FFF2-40B4-BE49-F238E27FC236}">
                          <a16:creationId xmlns:a16="http://schemas.microsoft.com/office/drawing/2014/main" id="{A3F2CE4F-C4D9-406D-85B0-018B98AB3A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0" name="直線コネクタ 139339">
                      <a:extLst>
                        <a:ext uri="{FF2B5EF4-FFF2-40B4-BE49-F238E27FC236}">
                          <a16:creationId xmlns:a16="http://schemas.microsoft.com/office/drawing/2014/main" id="{B20D1DD7-EDA0-4257-BBFD-233C032B1B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1" name="直線コネクタ 139340">
                      <a:extLst>
                        <a:ext uri="{FF2B5EF4-FFF2-40B4-BE49-F238E27FC236}">
                          <a16:creationId xmlns:a16="http://schemas.microsoft.com/office/drawing/2014/main" id="{81885C5E-908E-45C7-AD6C-835D3E6E3D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2" name="直線コネクタ 139341">
                      <a:extLst>
                        <a:ext uri="{FF2B5EF4-FFF2-40B4-BE49-F238E27FC236}">
                          <a16:creationId xmlns:a16="http://schemas.microsoft.com/office/drawing/2014/main" id="{169A1B9B-D83F-4850-9E62-BD8014D63D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3" name="直線コネクタ 139342">
                      <a:extLst>
                        <a:ext uri="{FF2B5EF4-FFF2-40B4-BE49-F238E27FC236}">
                          <a16:creationId xmlns:a16="http://schemas.microsoft.com/office/drawing/2014/main" id="{1753BFD4-EDCD-4FDA-9381-8A2D1D4D0E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4" name="直線コネクタ 139343">
                      <a:extLst>
                        <a:ext uri="{FF2B5EF4-FFF2-40B4-BE49-F238E27FC236}">
                          <a16:creationId xmlns:a16="http://schemas.microsoft.com/office/drawing/2014/main" id="{C2C3AC0D-86B9-481E-AD94-A5D700A623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5" name="直線コネクタ 139344">
                      <a:extLst>
                        <a:ext uri="{FF2B5EF4-FFF2-40B4-BE49-F238E27FC236}">
                          <a16:creationId xmlns:a16="http://schemas.microsoft.com/office/drawing/2014/main" id="{DEA76A68-E4FF-432B-868C-C4091DD691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6" name="直線コネクタ 139345">
                      <a:extLst>
                        <a:ext uri="{FF2B5EF4-FFF2-40B4-BE49-F238E27FC236}">
                          <a16:creationId xmlns:a16="http://schemas.microsoft.com/office/drawing/2014/main" id="{0F4887D5-0851-4819-8080-96EB2E46FA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7" name="直線コネクタ 139346">
                      <a:extLst>
                        <a:ext uri="{FF2B5EF4-FFF2-40B4-BE49-F238E27FC236}">
                          <a16:creationId xmlns:a16="http://schemas.microsoft.com/office/drawing/2014/main" id="{50F015E3-7D9A-44FD-B309-6A744C4D0F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8" name="直線コネクタ 139347">
                      <a:extLst>
                        <a:ext uri="{FF2B5EF4-FFF2-40B4-BE49-F238E27FC236}">
                          <a16:creationId xmlns:a16="http://schemas.microsoft.com/office/drawing/2014/main" id="{C9719010-02A1-4C75-89B0-09D0133E58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49" name="直線コネクタ 139348">
                      <a:extLst>
                        <a:ext uri="{FF2B5EF4-FFF2-40B4-BE49-F238E27FC236}">
                          <a16:creationId xmlns:a16="http://schemas.microsoft.com/office/drawing/2014/main" id="{91A9D2BB-F2F5-4030-9BA1-E395252884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0" name="直線コネクタ 139349">
                      <a:extLst>
                        <a:ext uri="{FF2B5EF4-FFF2-40B4-BE49-F238E27FC236}">
                          <a16:creationId xmlns:a16="http://schemas.microsoft.com/office/drawing/2014/main" id="{7B5AF8F5-E1F5-499D-B55E-EDE2610BD1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1" name="直線コネクタ 139350">
                      <a:extLst>
                        <a:ext uri="{FF2B5EF4-FFF2-40B4-BE49-F238E27FC236}">
                          <a16:creationId xmlns:a16="http://schemas.microsoft.com/office/drawing/2014/main" id="{FA3C92DE-E30E-4DBA-8C1D-C80AABD4D2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2" name="直線コネクタ 139351">
                      <a:extLst>
                        <a:ext uri="{FF2B5EF4-FFF2-40B4-BE49-F238E27FC236}">
                          <a16:creationId xmlns:a16="http://schemas.microsoft.com/office/drawing/2014/main" id="{0D869108-368E-4339-BD72-9CFB171C2A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3" name="直線コネクタ 139352">
                      <a:extLst>
                        <a:ext uri="{FF2B5EF4-FFF2-40B4-BE49-F238E27FC236}">
                          <a16:creationId xmlns:a16="http://schemas.microsoft.com/office/drawing/2014/main" id="{2030FA1A-6C67-4261-BD5A-5011476697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4" name="直線コネクタ 139353">
                      <a:extLst>
                        <a:ext uri="{FF2B5EF4-FFF2-40B4-BE49-F238E27FC236}">
                          <a16:creationId xmlns:a16="http://schemas.microsoft.com/office/drawing/2014/main" id="{37B20494-A926-4935-837A-D485E24750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355" name="直線コネクタ 139354">
                      <a:extLst>
                        <a:ext uri="{FF2B5EF4-FFF2-40B4-BE49-F238E27FC236}">
                          <a16:creationId xmlns:a16="http://schemas.microsoft.com/office/drawing/2014/main" id="{3550DCD3-658B-483B-BEEB-380953B0A4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1" name="グループ化 138420">
                    <a:extLst>
                      <a:ext uri="{FF2B5EF4-FFF2-40B4-BE49-F238E27FC236}">
                        <a16:creationId xmlns:a16="http://schemas.microsoft.com/office/drawing/2014/main" id="{6D4064A1-B1BE-4C10-97B6-A306293E4F11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52321" y="581800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9233" name="直線コネクタ 139232">
                      <a:extLst>
                        <a:ext uri="{FF2B5EF4-FFF2-40B4-BE49-F238E27FC236}">
                          <a16:creationId xmlns:a16="http://schemas.microsoft.com/office/drawing/2014/main" id="{113683EE-AEE8-4235-9CFC-BD77431097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4" name="直線コネクタ 139233">
                      <a:extLst>
                        <a:ext uri="{FF2B5EF4-FFF2-40B4-BE49-F238E27FC236}">
                          <a16:creationId xmlns:a16="http://schemas.microsoft.com/office/drawing/2014/main" id="{74D5E36F-D8F4-4866-9388-F8AAB3A58F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5" name="直線コネクタ 139234">
                      <a:extLst>
                        <a:ext uri="{FF2B5EF4-FFF2-40B4-BE49-F238E27FC236}">
                          <a16:creationId xmlns:a16="http://schemas.microsoft.com/office/drawing/2014/main" id="{90E79892-16C7-4D4D-8ED2-54A97F23A7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6" name="直線コネクタ 139235">
                      <a:extLst>
                        <a:ext uri="{FF2B5EF4-FFF2-40B4-BE49-F238E27FC236}">
                          <a16:creationId xmlns:a16="http://schemas.microsoft.com/office/drawing/2014/main" id="{F4F023F0-0C12-4781-B8D2-7EDF2DFFE8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7" name="直線コネクタ 139236">
                      <a:extLst>
                        <a:ext uri="{FF2B5EF4-FFF2-40B4-BE49-F238E27FC236}">
                          <a16:creationId xmlns:a16="http://schemas.microsoft.com/office/drawing/2014/main" id="{B4EF61E0-63D9-4589-98C7-7389AEDA58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8" name="直線コネクタ 139237">
                      <a:extLst>
                        <a:ext uri="{FF2B5EF4-FFF2-40B4-BE49-F238E27FC236}">
                          <a16:creationId xmlns:a16="http://schemas.microsoft.com/office/drawing/2014/main" id="{B92716FD-1746-4D31-8101-C3C5474CC7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9" name="直線コネクタ 139238">
                      <a:extLst>
                        <a:ext uri="{FF2B5EF4-FFF2-40B4-BE49-F238E27FC236}">
                          <a16:creationId xmlns:a16="http://schemas.microsoft.com/office/drawing/2014/main" id="{7D8BB7F0-B462-4797-88E2-1AF5028992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0" name="直線コネクタ 139239">
                      <a:extLst>
                        <a:ext uri="{FF2B5EF4-FFF2-40B4-BE49-F238E27FC236}">
                          <a16:creationId xmlns:a16="http://schemas.microsoft.com/office/drawing/2014/main" id="{C142D409-03D6-42B6-AA35-E6FA86B617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1" name="直線コネクタ 139240">
                      <a:extLst>
                        <a:ext uri="{FF2B5EF4-FFF2-40B4-BE49-F238E27FC236}">
                          <a16:creationId xmlns:a16="http://schemas.microsoft.com/office/drawing/2014/main" id="{57E74A07-50A7-43C6-A685-1AEAD4E404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2" name="直線コネクタ 139241">
                      <a:extLst>
                        <a:ext uri="{FF2B5EF4-FFF2-40B4-BE49-F238E27FC236}">
                          <a16:creationId xmlns:a16="http://schemas.microsoft.com/office/drawing/2014/main" id="{96D7244A-B569-42AC-897A-7325261BA0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3" name="直線コネクタ 139242">
                      <a:extLst>
                        <a:ext uri="{FF2B5EF4-FFF2-40B4-BE49-F238E27FC236}">
                          <a16:creationId xmlns:a16="http://schemas.microsoft.com/office/drawing/2014/main" id="{6364F6C9-4566-422F-ADA9-7D0610E66E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4" name="直線コネクタ 139243">
                      <a:extLst>
                        <a:ext uri="{FF2B5EF4-FFF2-40B4-BE49-F238E27FC236}">
                          <a16:creationId xmlns:a16="http://schemas.microsoft.com/office/drawing/2014/main" id="{274786CD-1063-4AA6-A4AA-409254BF3C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5" name="直線コネクタ 139244">
                      <a:extLst>
                        <a:ext uri="{FF2B5EF4-FFF2-40B4-BE49-F238E27FC236}">
                          <a16:creationId xmlns:a16="http://schemas.microsoft.com/office/drawing/2014/main" id="{D4A4946E-F6AA-4EF0-B757-445227EE34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6" name="直線コネクタ 139245">
                      <a:extLst>
                        <a:ext uri="{FF2B5EF4-FFF2-40B4-BE49-F238E27FC236}">
                          <a16:creationId xmlns:a16="http://schemas.microsoft.com/office/drawing/2014/main" id="{AC2D586B-AA88-4274-923E-D7BA9CEA1F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7" name="直線コネクタ 139246">
                      <a:extLst>
                        <a:ext uri="{FF2B5EF4-FFF2-40B4-BE49-F238E27FC236}">
                          <a16:creationId xmlns:a16="http://schemas.microsoft.com/office/drawing/2014/main" id="{04958944-8E47-40AE-AA08-58B76ECBB5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8" name="直線コネクタ 139247">
                      <a:extLst>
                        <a:ext uri="{FF2B5EF4-FFF2-40B4-BE49-F238E27FC236}">
                          <a16:creationId xmlns:a16="http://schemas.microsoft.com/office/drawing/2014/main" id="{6CF72DAF-B3EF-4253-A19D-E5DA84E854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49" name="直線コネクタ 139248">
                      <a:extLst>
                        <a:ext uri="{FF2B5EF4-FFF2-40B4-BE49-F238E27FC236}">
                          <a16:creationId xmlns:a16="http://schemas.microsoft.com/office/drawing/2014/main" id="{7525C37C-9B48-4206-918B-738552CDE9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0" name="直線コネクタ 139249">
                      <a:extLst>
                        <a:ext uri="{FF2B5EF4-FFF2-40B4-BE49-F238E27FC236}">
                          <a16:creationId xmlns:a16="http://schemas.microsoft.com/office/drawing/2014/main" id="{4B210541-8236-40E0-9459-108ECDCD1A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1" name="直線コネクタ 139250">
                      <a:extLst>
                        <a:ext uri="{FF2B5EF4-FFF2-40B4-BE49-F238E27FC236}">
                          <a16:creationId xmlns:a16="http://schemas.microsoft.com/office/drawing/2014/main" id="{A373B168-C375-4CCF-A802-E40EDF9D6E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2" name="直線コネクタ 139251">
                      <a:extLst>
                        <a:ext uri="{FF2B5EF4-FFF2-40B4-BE49-F238E27FC236}">
                          <a16:creationId xmlns:a16="http://schemas.microsoft.com/office/drawing/2014/main" id="{E7D5D5E0-C20F-4CE1-8BB1-C093B3FB1B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3" name="直線コネクタ 139252">
                      <a:extLst>
                        <a:ext uri="{FF2B5EF4-FFF2-40B4-BE49-F238E27FC236}">
                          <a16:creationId xmlns:a16="http://schemas.microsoft.com/office/drawing/2014/main" id="{126C96F8-36EB-4ED2-B916-E2470B16A1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4" name="直線コネクタ 139253">
                      <a:extLst>
                        <a:ext uri="{FF2B5EF4-FFF2-40B4-BE49-F238E27FC236}">
                          <a16:creationId xmlns:a16="http://schemas.microsoft.com/office/drawing/2014/main" id="{D1D9F3E4-C571-4BF7-BCE4-BF5B03E47C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5" name="直線コネクタ 139254">
                      <a:extLst>
                        <a:ext uri="{FF2B5EF4-FFF2-40B4-BE49-F238E27FC236}">
                          <a16:creationId xmlns:a16="http://schemas.microsoft.com/office/drawing/2014/main" id="{973FE837-1CFA-4F49-AC64-92CBEF8938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6" name="直線コネクタ 139255">
                      <a:extLst>
                        <a:ext uri="{FF2B5EF4-FFF2-40B4-BE49-F238E27FC236}">
                          <a16:creationId xmlns:a16="http://schemas.microsoft.com/office/drawing/2014/main" id="{89F886E1-90A9-4B27-BC6C-BF801B2045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7" name="直線コネクタ 139256">
                      <a:extLst>
                        <a:ext uri="{FF2B5EF4-FFF2-40B4-BE49-F238E27FC236}">
                          <a16:creationId xmlns:a16="http://schemas.microsoft.com/office/drawing/2014/main" id="{D50F52CA-8A74-4B60-B83F-F944E40BB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8" name="直線コネクタ 139257">
                      <a:extLst>
                        <a:ext uri="{FF2B5EF4-FFF2-40B4-BE49-F238E27FC236}">
                          <a16:creationId xmlns:a16="http://schemas.microsoft.com/office/drawing/2014/main" id="{ECCA38F0-F843-4671-8A2B-6B541B1326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59" name="直線コネクタ 139258">
                      <a:extLst>
                        <a:ext uri="{FF2B5EF4-FFF2-40B4-BE49-F238E27FC236}">
                          <a16:creationId xmlns:a16="http://schemas.microsoft.com/office/drawing/2014/main" id="{FC3E6C95-A330-4D69-9252-4A21B94C3C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0" name="直線コネクタ 139259">
                      <a:extLst>
                        <a:ext uri="{FF2B5EF4-FFF2-40B4-BE49-F238E27FC236}">
                          <a16:creationId xmlns:a16="http://schemas.microsoft.com/office/drawing/2014/main" id="{2E1A7D75-1A89-4655-A33A-1E875C49E6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1" name="直線コネクタ 139260">
                      <a:extLst>
                        <a:ext uri="{FF2B5EF4-FFF2-40B4-BE49-F238E27FC236}">
                          <a16:creationId xmlns:a16="http://schemas.microsoft.com/office/drawing/2014/main" id="{137EE909-1449-46DD-BF38-286FFFF7C0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2" name="直線コネクタ 139261">
                      <a:extLst>
                        <a:ext uri="{FF2B5EF4-FFF2-40B4-BE49-F238E27FC236}">
                          <a16:creationId xmlns:a16="http://schemas.microsoft.com/office/drawing/2014/main" id="{30EFD97E-986D-4131-A040-3E7FFAB505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3" name="直線コネクタ 139262">
                      <a:extLst>
                        <a:ext uri="{FF2B5EF4-FFF2-40B4-BE49-F238E27FC236}">
                          <a16:creationId xmlns:a16="http://schemas.microsoft.com/office/drawing/2014/main" id="{E94D8EA0-7A6B-4FBB-B38E-84E31130F4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4" name="直線コネクタ 139263">
                      <a:extLst>
                        <a:ext uri="{FF2B5EF4-FFF2-40B4-BE49-F238E27FC236}">
                          <a16:creationId xmlns:a16="http://schemas.microsoft.com/office/drawing/2014/main" id="{CF72D276-A57B-4D36-8357-A1E397A9F8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5" name="直線コネクタ 139264">
                      <a:extLst>
                        <a:ext uri="{FF2B5EF4-FFF2-40B4-BE49-F238E27FC236}">
                          <a16:creationId xmlns:a16="http://schemas.microsoft.com/office/drawing/2014/main" id="{7246AF25-6C14-459C-BB7E-B8544DF710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6" name="直線コネクタ 139265">
                      <a:extLst>
                        <a:ext uri="{FF2B5EF4-FFF2-40B4-BE49-F238E27FC236}">
                          <a16:creationId xmlns:a16="http://schemas.microsoft.com/office/drawing/2014/main" id="{B72CF4D0-BF86-41D2-A9F3-7009FA7289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7" name="直線コネクタ 139266">
                      <a:extLst>
                        <a:ext uri="{FF2B5EF4-FFF2-40B4-BE49-F238E27FC236}">
                          <a16:creationId xmlns:a16="http://schemas.microsoft.com/office/drawing/2014/main" id="{E10D2F66-A624-494B-B592-46AFA00F66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8" name="直線コネクタ 139267">
                      <a:extLst>
                        <a:ext uri="{FF2B5EF4-FFF2-40B4-BE49-F238E27FC236}">
                          <a16:creationId xmlns:a16="http://schemas.microsoft.com/office/drawing/2014/main" id="{1165F240-6C4D-4946-B973-DF0411B5BE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69" name="直線コネクタ 139268">
                      <a:extLst>
                        <a:ext uri="{FF2B5EF4-FFF2-40B4-BE49-F238E27FC236}">
                          <a16:creationId xmlns:a16="http://schemas.microsoft.com/office/drawing/2014/main" id="{68B52A02-3508-4D89-BA1E-596688ABC0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0" name="直線コネクタ 139269">
                      <a:extLst>
                        <a:ext uri="{FF2B5EF4-FFF2-40B4-BE49-F238E27FC236}">
                          <a16:creationId xmlns:a16="http://schemas.microsoft.com/office/drawing/2014/main" id="{BD0274A6-720F-4750-A5FB-63F859C0CA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1" name="直線コネクタ 139270">
                      <a:extLst>
                        <a:ext uri="{FF2B5EF4-FFF2-40B4-BE49-F238E27FC236}">
                          <a16:creationId xmlns:a16="http://schemas.microsoft.com/office/drawing/2014/main" id="{03EB3DE1-9EDB-4307-AE4F-22FB078A74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2" name="直線コネクタ 139271">
                      <a:extLst>
                        <a:ext uri="{FF2B5EF4-FFF2-40B4-BE49-F238E27FC236}">
                          <a16:creationId xmlns:a16="http://schemas.microsoft.com/office/drawing/2014/main" id="{66BCCA0D-F966-43C3-ADB4-87A6949234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3" name="直線コネクタ 139272">
                      <a:extLst>
                        <a:ext uri="{FF2B5EF4-FFF2-40B4-BE49-F238E27FC236}">
                          <a16:creationId xmlns:a16="http://schemas.microsoft.com/office/drawing/2014/main" id="{92471EBE-B2A0-422C-B807-EFCC84E6AB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4" name="直線コネクタ 139273">
                      <a:extLst>
                        <a:ext uri="{FF2B5EF4-FFF2-40B4-BE49-F238E27FC236}">
                          <a16:creationId xmlns:a16="http://schemas.microsoft.com/office/drawing/2014/main" id="{F58A8265-D67C-4046-8E2A-7544B4D20A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5" name="直線コネクタ 139274">
                      <a:extLst>
                        <a:ext uri="{FF2B5EF4-FFF2-40B4-BE49-F238E27FC236}">
                          <a16:creationId xmlns:a16="http://schemas.microsoft.com/office/drawing/2014/main" id="{C32F6520-3625-4900-A3F5-E9E7D73AC5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6" name="直線コネクタ 139275">
                      <a:extLst>
                        <a:ext uri="{FF2B5EF4-FFF2-40B4-BE49-F238E27FC236}">
                          <a16:creationId xmlns:a16="http://schemas.microsoft.com/office/drawing/2014/main" id="{16E7A821-EEF2-4854-9427-44795C0A18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7" name="直線コネクタ 139276">
                      <a:extLst>
                        <a:ext uri="{FF2B5EF4-FFF2-40B4-BE49-F238E27FC236}">
                          <a16:creationId xmlns:a16="http://schemas.microsoft.com/office/drawing/2014/main" id="{98684B98-7478-4E24-8DED-1716A3D257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8" name="直線コネクタ 139277">
                      <a:extLst>
                        <a:ext uri="{FF2B5EF4-FFF2-40B4-BE49-F238E27FC236}">
                          <a16:creationId xmlns:a16="http://schemas.microsoft.com/office/drawing/2014/main" id="{4C92B686-E0A0-44C8-A3AC-E5B7D22247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79" name="直線コネクタ 139278">
                      <a:extLst>
                        <a:ext uri="{FF2B5EF4-FFF2-40B4-BE49-F238E27FC236}">
                          <a16:creationId xmlns:a16="http://schemas.microsoft.com/office/drawing/2014/main" id="{B68C9DBE-1FB7-49E9-A8AF-779C7D6B04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0" name="直線コネクタ 139279">
                      <a:extLst>
                        <a:ext uri="{FF2B5EF4-FFF2-40B4-BE49-F238E27FC236}">
                          <a16:creationId xmlns:a16="http://schemas.microsoft.com/office/drawing/2014/main" id="{27C14E65-642F-4659-9192-BCDE4BBFD6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1" name="直線コネクタ 139280">
                      <a:extLst>
                        <a:ext uri="{FF2B5EF4-FFF2-40B4-BE49-F238E27FC236}">
                          <a16:creationId xmlns:a16="http://schemas.microsoft.com/office/drawing/2014/main" id="{E75EAFF5-A9A5-4212-864F-77F147B58A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2" name="直線コネクタ 139281">
                      <a:extLst>
                        <a:ext uri="{FF2B5EF4-FFF2-40B4-BE49-F238E27FC236}">
                          <a16:creationId xmlns:a16="http://schemas.microsoft.com/office/drawing/2014/main" id="{8CB4B851-78E1-43E9-A675-EBABC049E5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3" name="直線コネクタ 139282">
                      <a:extLst>
                        <a:ext uri="{FF2B5EF4-FFF2-40B4-BE49-F238E27FC236}">
                          <a16:creationId xmlns:a16="http://schemas.microsoft.com/office/drawing/2014/main" id="{885818F9-226B-4851-913C-1DEB4F23F6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4" name="直線コネクタ 139283">
                      <a:extLst>
                        <a:ext uri="{FF2B5EF4-FFF2-40B4-BE49-F238E27FC236}">
                          <a16:creationId xmlns:a16="http://schemas.microsoft.com/office/drawing/2014/main" id="{612A7B29-464D-4C94-B473-8A384996F2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5" name="直線コネクタ 139284">
                      <a:extLst>
                        <a:ext uri="{FF2B5EF4-FFF2-40B4-BE49-F238E27FC236}">
                          <a16:creationId xmlns:a16="http://schemas.microsoft.com/office/drawing/2014/main" id="{17736FDC-FA3E-45E9-A48A-8FFDFE72DB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6" name="直線コネクタ 139285">
                      <a:extLst>
                        <a:ext uri="{FF2B5EF4-FFF2-40B4-BE49-F238E27FC236}">
                          <a16:creationId xmlns:a16="http://schemas.microsoft.com/office/drawing/2014/main" id="{5FFA3DF7-9C55-4A17-A1F8-BBF1D40870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7" name="直線コネクタ 139286">
                      <a:extLst>
                        <a:ext uri="{FF2B5EF4-FFF2-40B4-BE49-F238E27FC236}">
                          <a16:creationId xmlns:a16="http://schemas.microsoft.com/office/drawing/2014/main" id="{3F600DA5-9C07-4922-9D7A-D9BEBFDAA8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8" name="直線コネクタ 139287">
                      <a:extLst>
                        <a:ext uri="{FF2B5EF4-FFF2-40B4-BE49-F238E27FC236}">
                          <a16:creationId xmlns:a16="http://schemas.microsoft.com/office/drawing/2014/main" id="{893C1EE9-73AA-4412-A074-AB1D8BDDFA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89" name="直線コネクタ 139288">
                      <a:extLst>
                        <a:ext uri="{FF2B5EF4-FFF2-40B4-BE49-F238E27FC236}">
                          <a16:creationId xmlns:a16="http://schemas.microsoft.com/office/drawing/2014/main" id="{0752637F-8F5F-4D96-A002-35180F3175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0" name="直線コネクタ 139289">
                      <a:extLst>
                        <a:ext uri="{FF2B5EF4-FFF2-40B4-BE49-F238E27FC236}">
                          <a16:creationId xmlns:a16="http://schemas.microsoft.com/office/drawing/2014/main" id="{B5B633E3-C446-4D53-9E08-3D4FE6E3CA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1" name="直線コネクタ 139290">
                      <a:extLst>
                        <a:ext uri="{FF2B5EF4-FFF2-40B4-BE49-F238E27FC236}">
                          <a16:creationId xmlns:a16="http://schemas.microsoft.com/office/drawing/2014/main" id="{AD994F24-7FB3-49D6-9196-F0B5AF7B1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2" name="直線コネクタ 139291">
                      <a:extLst>
                        <a:ext uri="{FF2B5EF4-FFF2-40B4-BE49-F238E27FC236}">
                          <a16:creationId xmlns:a16="http://schemas.microsoft.com/office/drawing/2014/main" id="{B33C38B9-4A6A-4B51-B6E5-9989744BA3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3" name="直線コネクタ 139292">
                      <a:extLst>
                        <a:ext uri="{FF2B5EF4-FFF2-40B4-BE49-F238E27FC236}">
                          <a16:creationId xmlns:a16="http://schemas.microsoft.com/office/drawing/2014/main" id="{059E8E81-7EBE-4949-8C1A-E05BE0C5CB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4" name="直線コネクタ 139293">
                      <a:extLst>
                        <a:ext uri="{FF2B5EF4-FFF2-40B4-BE49-F238E27FC236}">
                          <a16:creationId xmlns:a16="http://schemas.microsoft.com/office/drawing/2014/main" id="{1E407EEC-D1F8-4E8B-8358-601E687C5C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95" name="直線コネクタ 139294">
                      <a:extLst>
                        <a:ext uri="{FF2B5EF4-FFF2-40B4-BE49-F238E27FC236}">
                          <a16:creationId xmlns:a16="http://schemas.microsoft.com/office/drawing/2014/main" id="{4B198C80-F87A-4B90-939A-8DA7BB777A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2" name="グループ化 138421">
                    <a:extLst>
                      <a:ext uri="{FF2B5EF4-FFF2-40B4-BE49-F238E27FC236}">
                        <a16:creationId xmlns:a16="http://schemas.microsoft.com/office/drawing/2014/main" id="{83CA71F0-350B-452E-AFDC-331AEF1B9F5C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262933" y="537585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9173" name="直線コネクタ 139172">
                      <a:extLst>
                        <a:ext uri="{FF2B5EF4-FFF2-40B4-BE49-F238E27FC236}">
                          <a16:creationId xmlns:a16="http://schemas.microsoft.com/office/drawing/2014/main" id="{B2E1C2C6-D5BD-44AD-AC9A-9242D20FD3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4" name="直線コネクタ 139173">
                      <a:extLst>
                        <a:ext uri="{FF2B5EF4-FFF2-40B4-BE49-F238E27FC236}">
                          <a16:creationId xmlns:a16="http://schemas.microsoft.com/office/drawing/2014/main" id="{142C32C9-0C5D-4F47-B3CC-4383C1DD48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5" name="直線コネクタ 139174">
                      <a:extLst>
                        <a:ext uri="{FF2B5EF4-FFF2-40B4-BE49-F238E27FC236}">
                          <a16:creationId xmlns:a16="http://schemas.microsoft.com/office/drawing/2014/main" id="{8AB1BCC7-FF52-49B2-BA6B-C63B088A0D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6" name="直線コネクタ 139175">
                      <a:extLst>
                        <a:ext uri="{FF2B5EF4-FFF2-40B4-BE49-F238E27FC236}">
                          <a16:creationId xmlns:a16="http://schemas.microsoft.com/office/drawing/2014/main" id="{4C8AE9E1-1315-44C8-A7F0-53C8FB480E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7" name="直線コネクタ 139176">
                      <a:extLst>
                        <a:ext uri="{FF2B5EF4-FFF2-40B4-BE49-F238E27FC236}">
                          <a16:creationId xmlns:a16="http://schemas.microsoft.com/office/drawing/2014/main" id="{51BF29A7-CBE8-4AF9-AA2E-9A5385DB2F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8" name="直線コネクタ 139177">
                      <a:extLst>
                        <a:ext uri="{FF2B5EF4-FFF2-40B4-BE49-F238E27FC236}">
                          <a16:creationId xmlns:a16="http://schemas.microsoft.com/office/drawing/2014/main" id="{6D483B95-F6D2-4985-912D-B76869FBF2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9" name="直線コネクタ 139178">
                      <a:extLst>
                        <a:ext uri="{FF2B5EF4-FFF2-40B4-BE49-F238E27FC236}">
                          <a16:creationId xmlns:a16="http://schemas.microsoft.com/office/drawing/2014/main" id="{37BA4092-69C8-4BC8-89E1-18DE274151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0" name="直線コネクタ 139179">
                      <a:extLst>
                        <a:ext uri="{FF2B5EF4-FFF2-40B4-BE49-F238E27FC236}">
                          <a16:creationId xmlns:a16="http://schemas.microsoft.com/office/drawing/2014/main" id="{F762D03A-CB8A-4C82-BF67-BF50153B40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1" name="直線コネクタ 139180">
                      <a:extLst>
                        <a:ext uri="{FF2B5EF4-FFF2-40B4-BE49-F238E27FC236}">
                          <a16:creationId xmlns:a16="http://schemas.microsoft.com/office/drawing/2014/main" id="{34A0549F-E14D-4D0B-A5E4-9A9CBC4DB82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2" name="直線コネクタ 139181">
                      <a:extLst>
                        <a:ext uri="{FF2B5EF4-FFF2-40B4-BE49-F238E27FC236}">
                          <a16:creationId xmlns:a16="http://schemas.microsoft.com/office/drawing/2014/main" id="{3487385A-B37B-4F7B-AA2C-C496939746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3" name="直線コネクタ 139182">
                      <a:extLst>
                        <a:ext uri="{FF2B5EF4-FFF2-40B4-BE49-F238E27FC236}">
                          <a16:creationId xmlns:a16="http://schemas.microsoft.com/office/drawing/2014/main" id="{2210B28F-8946-487C-8FDF-FFBB25FFF1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4" name="直線コネクタ 139183">
                      <a:extLst>
                        <a:ext uri="{FF2B5EF4-FFF2-40B4-BE49-F238E27FC236}">
                          <a16:creationId xmlns:a16="http://schemas.microsoft.com/office/drawing/2014/main" id="{4CF98BC6-48DC-42DF-ADEF-EB7A73709B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5" name="直線コネクタ 139184">
                      <a:extLst>
                        <a:ext uri="{FF2B5EF4-FFF2-40B4-BE49-F238E27FC236}">
                          <a16:creationId xmlns:a16="http://schemas.microsoft.com/office/drawing/2014/main" id="{C40EE4F4-A627-43A9-81BC-672AC05BB0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6" name="直線コネクタ 139185">
                      <a:extLst>
                        <a:ext uri="{FF2B5EF4-FFF2-40B4-BE49-F238E27FC236}">
                          <a16:creationId xmlns:a16="http://schemas.microsoft.com/office/drawing/2014/main" id="{EE647F12-19C9-4D9F-B7A6-B211496AF7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7" name="直線コネクタ 139186">
                      <a:extLst>
                        <a:ext uri="{FF2B5EF4-FFF2-40B4-BE49-F238E27FC236}">
                          <a16:creationId xmlns:a16="http://schemas.microsoft.com/office/drawing/2014/main" id="{CB4C8CC1-B8C7-47DD-AE4E-709B921A5A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8" name="直線コネクタ 139187">
                      <a:extLst>
                        <a:ext uri="{FF2B5EF4-FFF2-40B4-BE49-F238E27FC236}">
                          <a16:creationId xmlns:a16="http://schemas.microsoft.com/office/drawing/2014/main" id="{A560F670-57A7-4DCE-95AD-A9340EF554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89" name="直線コネクタ 139188">
                      <a:extLst>
                        <a:ext uri="{FF2B5EF4-FFF2-40B4-BE49-F238E27FC236}">
                          <a16:creationId xmlns:a16="http://schemas.microsoft.com/office/drawing/2014/main" id="{4BC63701-DB05-4C26-9FE3-508EC47E4C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0" name="直線コネクタ 139189">
                      <a:extLst>
                        <a:ext uri="{FF2B5EF4-FFF2-40B4-BE49-F238E27FC236}">
                          <a16:creationId xmlns:a16="http://schemas.microsoft.com/office/drawing/2014/main" id="{4C38E2A6-8131-425A-A96B-94C95EA531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1" name="直線コネクタ 139190">
                      <a:extLst>
                        <a:ext uri="{FF2B5EF4-FFF2-40B4-BE49-F238E27FC236}">
                          <a16:creationId xmlns:a16="http://schemas.microsoft.com/office/drawing/2014/main" id="{77638101-26E9-4893-A6C2-9E8D94DA3A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2" name="直線コネクタ 139191">
                      <a:extLst>
                        <a:ext uri="{FF2B5EF4-FFF2-40B4-BE49-F238E27FC236}">
                          <a16:creationId xmlns:a16="http://schemas.microsoft.com/office/drawing/2014/main" id="{4A21761E-3B83-4B62-AC07-CDC7834754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3" name="直線コネクタ 139192">
                      <a:extLst>
                        <a:ext uri="{FF2B5EF4-FFF2-40B4-BE49-F238E27FC236}">
                          <a16:creationId xmlns:a16="http://schemas.microsoft.com/office/drawing/2014/main" id="{D7F8F602-1A1D-4949-8285-BDE21BDDBB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4" name="直線コネクタ 139193">
                      <a:extLst>
                        <a:ext uri="{FF2B5EF4-FFF2-40B4-BE49-F238E27FC236}">
                          <a16:creationId xmlns:a16="http://schemas.microsoft.com/office/drawing/2014/main" id="{699661CE-EA9B-425B-B52D-1DC4D6F197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5" name="直線コネクタ 139194">
                      <a:extLst>
                        <a:ext uri="{FF2B5EF4-FFF2-40B4-BE49-F238E27FC236}">
                          <a16:creationId xmlns:a16="http://schemas.microsoft.com/office/drawing/2014/main" id="{D8D719E0-288C-48DA-97C1-05DCF75534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6" name="直線コネクタ 139195">
                      <a:extLst>
                        <a:ext uri="{FF2B5EF4-FFF2-40B4-BE49-F238E27FC236}">
                          <a16:creationId xmlns:a16="http://schemas.microsoft.com/office/drawing/2014/main" id="{B47906A5-FF00-4E90-B6F6-063B0ECFAD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7" name="直線コネクタ 139196">
                      <a:extLst>
                        <a:ext uri="{FF2B5EF4-FFF2-40B4-BE49-F238E27FC236}">
                          <a16:creationId xmlns:a16="http://schemas.microsoft.com/office/drawing/2014/main" id="{77996730-84C3-4378-84CF-8D5F1C89C9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8" name="直線コネクタ 139197">
                      <a:extLst>
                        <a:ext uri="{FF2B5EF4-FFF2-40B4-BE49-F238E27FC236}">
                          <a16:creationId xmlns:a16="http://schemas.microsoft.com/office/drawing/2014/main" id="{518ED482-6D19-47B1-9FB7-F39BFD19C6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99" name="直線コネクタ 139198">
                      <a:extLst>
                        <a:ext uri="{FF2B5EF4-FFF2-40B4-BE49-F238E27FC236}">
                          <a16:creationId xmlns:a16="http://schemas.microsoft.com/office/drawing/2014/main" id="{8E4218BE-9501-48C8-B264-F67785E1B7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0" name="直線コネクタ 139199">
                      <a:extLst>
                        <a:ext uri="{FF2B5EF4-FFF2-40B4-BE49-F238E27FC236}">
                          <a16:creationId xmlns:a16="http://schemas.microsoft.com/office/drawing/2014/main" id="{0248C715-93CE-4C5C-B6F0-1436CDC775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1" name="直線コネクタ 139200">
                      <a:extLst>
                        <a:ext uri="{FF2B5EF4-FFF2-40B4-BE49-F238E27FC236}">
                          <a16:creationId xmlns:a16="http://schemas.microsoft.com/office/drawing/2014/main" id="{22F40066-61B8-42A2-A989-A7208BA542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2" name="直線コネクタ 139201">
                      <a:extLst>
                        <a:ext uri="{FF2B5EF4-FFF2-40B4-BE49-F238E27FC236}">
                          <a16:creationId xmlns:a16="http://schemas.microsoft.com/office/drawing/2014/main" id="{08D5E39B-AA20-4F75-8AEC-099CC97DD9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3" name="直線コネクタ 139202">
                      <a:extLst>
                        <a:ext uri="{FF2B5EF4-FFF2-40B4-BE49-F238E27FC236}">
                          <a16:creationId xmlns:a16="http://schemas.microsoft.com/office/drawing/2014/main" id="{883191DC-9EDC-46CC-9F4A-87CAA5D771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4" name="直線コネクタ 139203">
                      <a:extLst>
                        <a:ext uri="{FF2B5EF4-FFF2-40B4-BE49-F238E27FC236}">
                          <a16:creationId xmlns:a16="http://schemas.microsoft.com/office/drawing/2014/main" id="{E86ACB51-D37D-44AF-ACE6-3CD1837780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5" name="直線コネクタ 139204">
                      <a:extLst>
                        <a:ext uri="{FF2B5EF4-FFF2-40B4-BE49-F238E27FC236}">
                          <a16:creationId xmlns:a16="http://schemas.microsoft.com/office/drawing/2014/main" id="{F03604E6-FE3F-48BC-8B85-B9539E8EDD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6" name="直線コネクタ 139205">
                      <a:extLst>
                        <a:ext uri="{FF2B5EF4-FFF2-40B4-BE49-F238E27FC236}">
                          <a16:creationId xmlns:a16="http://schemas.microsoft.com/office/drawing/2014/main" id="{2ED44CEC-07AC-4239-A49A-482E3D71FA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7" name="直線コネクタ 139206">
                      <a:extLst>
                        <a:ext uri="{FF2B5EF4-FFF2-40B4-BE49-F238E27FC236}">
                          <a16:creationId xmlns:a16="http://schemas.microsoft.com/office/drawing/2014/main" id="{3FE34335-22D7-4D0F-AED0-33F5E6D040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8" name="直線コネクタ 139207">
                      <a:extLst>
                        <a:ext uri="{FF2B5EF4-FFF2-40B4-BE49-F238E27FC236}">
                          <a16:creationId xmlns:a16="http://schemas.microsoft.com/office/drawing/2014/main" id="{C25745A3-1D16-4157-BF03-23DA642686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09" name="直線コネクタ 139208">
                      <a:extLst>
                        <a:ext uri="{FF2B5EF4-FFF2-40B4-BE49-F238E27FC236}">
                          <a16:creationId xmlns:a16="http://schemas.microsoft.com/office/drawing/2014/main" id="{4E32C797-D064-4D1E-B98D-7CFF685606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0" name="直線コネクタ 139209">
                      <a:extLst>
                        <a:ext uri="{FF2B5EF4-FFF2-40B4-BE49-F238E27FC236}">
                          <a16:creationId xmlns:a16="http://schemas.microsoft.com/office/drawing/2014/main" id="{7C2DCD26-F3BE-454D-991B-3F7EBCDD04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1" name="直線コネクタ 139210">
                      <a:extLst>
                        <a:ext uri="{FF2B5EF4-FFF2-40B4-BE49-F238E27FC236}">
                          <a16:creationId xmlns:a16="http://schemas.microsoft.com/office/drawing/2014/main" id="{7B10D915-E18E-4B94-AB1D-4471656644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2" name="直線コネクタ 139211">
                      <a:extLst>
                        <a:ext uri="{FF2B5EF4-FFF2-40B4-BE49-F238E27FC236}">
                          <a16:creationId xmlns:a16="http://schemas.microsoft.com/office/drawing/2014/main" id="{70AFB2E0-2B73-4500-9C67-6C45E79FAB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3" name="直線コネクタ 139212">
                      <a:extLst>
                        <a:ext uri="{FF2B5EF4-FFF2-40B4-BE49-F238E27FC236}">
                          <a16:creationId xmlns:a16="http://schemas.microsoft.com/office/drawing/2014/main" id="{13D13C66-B61A-4E2F-9E37-0EE3DCC676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4" name="直線コネクタ 139213">
                      <a:extLst>
                        <a:ext uri="{FF2B5EF4-FFF2-40B4-BE49-F238E27FC236}">
                          <a16:creationId xmlns:a16="http://schemas.microsoft.com/office/drawing/2014/main" id="{CF9CF3E3-5414-45F9-AC02-309BE16A46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5" name="直線コネクタ 139214">
                      <a:extLst>
                        <a:ext uri="{FF2B5EF4-FFF2-40B4-BE49-F238E27FC236}">
                          <a16:creationId xmlns:a16="http://schemas.microsoft.com/office/drawing/2014/main" id="{E3AC9D2F-F78F-4967-A2D8-A4F9CEA9EC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6" name="直線コネクタ 139215">
                      <a:extLst>
                        <a:ext uri="{FF2B5EF4-FFF2-40B4-BE49-F238E27FC236}">
                          <a16:creationId xmlns:a16="http://schemas.microsoft.com/office/drawing/2014/main" id="{8972846B-0109-4D4A-A021-BCF5FB3ED8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7" name="直線コネクタ 139216">
                      <a:extLst>
                        <a:ext uri="{FF2B5EF4-FFF2-40B4-BE49-F238E27FC236}">
                          <a16:creationId xmlns:a16="http://schemas.microsoft.com/office/drawing/2014/main" id="{282E5063-B5B5-45F0-AC89-77E95D27F5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8" name="直線コネクタ 139217">
                      <a:extLst>
                        <a:ext uri="{FF2B5EF4-FFF2-40B4-BE49-F238E27FC236}">
                          <a16:creationId xmlns:a16="http://schemas.microsoft.com/office/drawing/2014/main" id="{4A7B2ECE-5BE8-4231-9E1F-7E5B72F164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19" name="直線コネクタ 139218">
                      <a:extLst>
                        <a:ext uri="{FF2B5EF4-FFF2-40B4-BE49-F238E27FC236}">
                          <a16:creationId xmlns:a16="http://schemas.microsoft.com/office/drawing/2014/main" id="{A3793050-8DD6-4418-952B-46FBA92935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0" name="直線コネクタ 139219">
                      <a:extLst>
                        <a:ext uri="{FF2B5EF4-FFF2-40B4-BE49-F238E27FC236}">
                          <a16:creationId xmlns:a16="http://schemas.microsoft.com/office/drawing/2014/main" id="{0A862B68-F775-4FF1-9E47-A2BCE9C735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1" name="直線コネクタ 139220">
                      <a:extLst>
                        <a:ext uri="{FF2B5EF4-FFF2-40B4-BE49-F238E27FC236}">
                          <a16:creationId xmlns:a16="http://schemas.microsoft.com/office/drawing/2014/main" id="{224AB6C6-6470-4289-A257-5C3242D306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2" name="直線コネクタ 139221">
                      <a:extLst>
                        <a:ext uri="{FF2B5EF4-FFF2-40B4-BE49-F238E27FC236}">
                          <a16:creationId xmlns:a16="http://schemas.microsoft.com/office/drawing/2014/main" id="{8299D2B3-3208-48C5-8CF4-B59958B9CD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3" name="直線コネクタ 139222">
                      <a:extLst>
                        <a:ext uri="{FF2B5EF4-FFF2-40B4-BE49-F238E27FC236}">
                          <a16:creationId xmlns:a16="http://schemas.microsoft.com/office/drawing/2014/main" id="{73756D28-24F7-49B9-92F3-BA061CA7EB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4" name="直線コネクタ 139223">
                      <a:extLst>
                        <a:ext uri="{FF2B5EF4-FFF2-40B4-BE49-F238E27FC236}">
                          <a16:creationId xmlns:a16="http://schemas.microsoft.com/office/drawing/2014/main" id="{0BBD3702-8754-448E-A98E-7DF1141330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5" name="直線コネクタ 139224">
                      <a:extLst>
                        <a:ext uri="{FF2B5EF4-FFF2-40B4-BE49-F238E27FC236}">
                          <a16:creationId xmlns:a16="http://schemas.microsoft.com/office/drawing/2014/main" id="{D6191942-7AC9-4E56-B788-2B1D05C016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6" name="直線コネクタ 139225">
                      <a:extLst>
                        <a:ext uri="{FF2B5EF4-FFF2-40B4-BE49-F238E27FC236}">
                          <a16:creationId xmlns:a16="http://schemas.microsoft.com/office/drawing/2014/main" id="{F6CCBAA5-407F-43C8-9FFE-14C86DAC7E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7" name="直線コネクタ 139226">
                      <a:extLst>
                        <a:ext uri="{FF2B5EF4-FFF2-40B4-BE49-F238E27FC236}">
                          <a16:creationId xmlns:a16="http://schemas.microsoft.com/office/drawing/2014/main" id="{018AE043-34B1-41DE-9815-2EF12F261A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8" name="直線コネクタ 139227">
                      <a:extLst>
                        <a:ext uri="{FF2B5EF4-FFF2-40B4-BE49-F238E27FC236}">
                          <a16:creationId xmlns:a16="http://schemas.microsoft.com/office/drawing/2014/main" id="{A5BDFDF7-5EDD-4C32-9769-7C6CE98EE2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29" name="直線コネクタ 139228">
                      <a:extLst>
                        <a:ext uri="{FF2B5EF4-FFF2-40B4-BE49-F238E27FC236}">
                          <a16:creationId xmlns:a16="http://schemas.microsoft.com/office/drawing/2014/main" id="{6B929CC0-6FE3-4A6B-B8A9-32A71668DD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0" name="直線コネクタ 139229">
                      <a:extLst>
                        <a:ext uri="{FF2B5EF4-FFF2-40B4-BE49-F238E27FC236}">
                          <a16:creationId xmlns:a16="http://schemas.microsoft.com/office/drawing/2014/main" id="{DC60366F-47DB-4535-9934-8A2C7753EDA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1" name="直線コネクタ 139230">
                      <a:extLst>
                        <a:ext uri="{FF2B5EF4-FFF2-40B4-BE49-F238E27FC236}">
                          <a16:creationId xmlns:a16="http://schemas.microsoft.com/office/drawing/2014/main" id="{E3A3739A-236C-4E75-9A22-E69FF47E0B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232" name="直線コネクタ 139231">
                      <a:extLst>
                        <a:ext uri="{FF2B5EF4-FFF2-40B4-BE49-F238E27FC236}">
                          <a16:creationId xmlns:a16="http://schemas.microsoft.com/office/drawing/2014/main" id="{5C5CB147-4526-4B3E-9B64-8394594B48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3" name="グループ化 138422">
                    <a:extLst>
                      <a:ext uri="{FF2B5EF4-FFF2-40B4-BE49-F238E27FC236}">
                        <a16:creationId xmlns:a16="http://schemas.microsoft.com/office/drawing/2014/main" id="{2A7C4B32-057B-4501-8589-31B802D8AEAE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4919281" y="620448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9110" name="直線コネクタ 139109">
                      <a:extLst>
                        <a:ext uri="{FF2B5EF4-FFF2-40B4-BE49-F238E27FC236}">
                          <a16:creationId xmlns:a16="http://schemas.microsoft.com/office/drawing/2014/main" id="{87080393-9E20-4420-9E67-76C2B1D8A7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1" name="直線コネクタ 139110">
                      <a:extLst>
                        <a:ext uri="{FF2B5EF4-FFF2-40B4-BE49-F238E27FC236}">
                          <a16:creationId xmlns:a16="http://schemas.microsoft.com/office/drawing/2014/main" id="{2EDD3BE2-F564-47EC-B03E-885716AA64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2" name="直線コネクタ 139111">
                      <a:extLst>
                        <a:ext uri="{FF2B5EF4-FFF2-40B4-BE49-F238E27FC236}">
                          <a16:creationId xmlns:a16="http://schemas.microsoft.com/office/drawing/2014/main" id="{F044116C-829E-4133-881E-F03B301675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3" name="直線コネクタ 139112">
                      <a:extLst>
                        <a:ext uri="{FF2B5EF4-FFF2-40B4-BE49-F238E27FC236}">
                          <a16:creationId xmlns:a16="http://schemas.microsoft.com/office/drawing/2014/main" id="{DD25BA94-4C91-455D-8EEA-625F98F906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4" name="直線コネクタ 139113">
                      <a:extLst>
                        <a:ext uri="{FF2B5EF4-FFF2-40B4-BE49-F238E27FC236}">
                          <a16:creationId xmlns:a16="http://schemas.microsoft.com/office/drawing/2014/main" id="{7D56CB2C-6697-4647-94FA-F14C18810B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5" name="直線コネクタ 139114">
                      <a:extLst>
                        <a:ext uri="{FF2B5EF4-FFF2-40B4-BE49-F238E27FC236}">
                          <a16:creationId xmlns:a16="http://schemas.microsoft.com/office/drawing/2014/main" id="{10943F25-F9D2-4BA7-9167-CAF0ED59D0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6" name="直線コネクタ 139115">
                      <a:extLst>
                        <a:ext uri="{FF2B5EF4-FFF2-40B4-BE49-F238E27FC236}">
                          <a16:creationId xmlns:a16="http://schemas.microsoft.com/office/drawing/2014/main" id="{34F3AA09-34BC-422B-93BD-244D714DDC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7" name="直線コネクタ 139116">
                      <a:extLst>
                        <a:ext uri="{FF2B5EF4-FFF2-40B4-BE49-F238E27FC236}">
                          <a16:creationId xmlns:a16="http://schemas.microsoft.com/office/drawing/2014/main" id="{C205E7BD-36F1-40C1-AFF8-5BAA78AE1F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8" name="直線コネクタ 139117">
                      <a:extLst>
                        <a:ext uri="{FF2B5EF4-FFF2-40B4-BE49-F238E27FC236}">
                          <a16:creationId xmlns:a16="http://schemas.microsoft.com/office/drawing/2014/main" id="{EE433FC1-4720-407F-A39F-B602DC14E6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19" name="直線コネクタ 139118">
                      <a:extLst>
                        <a:ext uri="{FF2B5EF4-FFF2-40B4-BE49-F238E27FC236}">
                          <a16:creationId xmlns:a16="http://schemas.microsoft.com/office/drawing/2014/main" id="{D105926F-E438-4BBF-B578-E71A29D5C5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0" name="直線コネクタ 139119">
                      <a:extLst>
                        <a:ext uri="{FF2B5EF4-FFF2-40B4-BE49-F238E27FC236}">
                          <a16:creationId xmlns:a16="http://schemas.microsoft.com/office/drawing/2014/main" id="{84F8134A-F25A-4053-ADEF-301B3A594F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1" name="直線コネクタ 139120">
                      <a:extLst>
                        <a:ext uri="{FF2B5EF4-FFF2-40B4-BE49-F238E27FC236}">
                          <a16:creationId xmlns:a16="http://schemas.microsoft.com/office/drawing/2014/main" id="{B745293F-7639-4C8E-B7A4-D6D109B4F8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2" name="直線コネクタ 139121">
                      <a:extLst>
                        <a:ext uri="{FF2B5EF4-FFF2-40B4-BE49-F238E27FC236}">
                          <a16:creationId xmlns:a16="http://schemas.microsoft.com/office/drawing/2014/main" id="{E768469B-C149-403F-A5BC-B8941B2A00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3" name="直線コネクタ 139122">
                      <a:extLst>
                        <a:ext uri="{FF2B5EF4-FFF2-40B4-BE49-F238E27FC236}">
                          <a16:creationId xmlns:a16="http://schemas.microsoft.com/office/drawing/2014/main" id="{52917E85-C45B-4B3D-8308-1A1510DECF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4" name="直線コネクタ 139123">
                      <a:extLst>
                        <a:ext uri="{FF2B5EF4-FFF2-40B4-BE49-F238E27FC236}">
                          <a16:creationId xmlns:a16="http://schemas.microsoft.com/office/drawing/2014/main" id="{C774F95B-16E5-4436-8C13-8E2EA36EC1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5" name="直線コネクタ 139124">
                      <a:extLst>
                        <a:ext uri="{FF2B5EF4-FFF2-40B4-BE49-F238E27FC236}">
                          <a16:creationId xmlns:a16="http://schemas.microsoft.com/office/drawing/2014/main" id="{0D02116A-8755-45B6-9B52-9C3D7AE624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6" name="直線コネクタ 139125">
                      <a:extLst>
                        <a:ext uri="{FF2B5EF4-FFF2-40B4-BE49-F238E27FC236}">
                          <a16:creationId xmlns:a16="http://schemas.microsoft.com/office/drawing/2014/main" id="{16959A7F-9D93-40BA-8ED7-6D481CCE19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7" name="直線コネクタ 139126">
                      <a:extLst>
                        <a:ext uri="{FF2B5EF4-FFF2-40B4-BE49-F238E27FC236}">
                          <a16:creationId xmlns:a16="http://schemas.microsoft.com/office/drawing/2014/main" id="{BC393EE7-2234-428E-B14F-D94A49F71F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8" name="直線コネクタ 139127">
                      <a:extLst>
                        <a:ext uri="{FF2B5EF4-FFF2-40B4-BE49-F238E27FC236}">
                          <a16:creationId xmlns:a16="http://schemas.microsoft.com/office/drawing/2014/main" id="{0A81020C-292C-4F8E-B79A-F376E47AFD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29" name="直線コネクタ 139128">
                      <a:extLst>
                        <a:ext uri="{FF2B5EF4-FFF2-40B4-BE49-F238E27FC236}">
                          <a16:creationId xmlns:a16="http://schemas.microsoft.com/office/drawing/2014/main" id="{23CE5AE2-D765-43FC-8A3C-71B83E5EF9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0" name="直線コネクタ 139129">
                      <a:extLst>
                        <a:ext uri="{FF2B5EF4-FFF2-40B4-BE49-F238E27FC236}">
                          <a16:creationId xmlns:a16="http://schemas.microsoft.com/office/drawing/2014/main" id="{4598E2B7-08BE-411A-8E4C-B1F2915573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1" name="直線コネクタ 139130">
                      <a:extLst>
                        <a:ext uri="{FF2B5EF4-FFF2-40B4-BE49-F238E27FC236}">
                          <a16:creationId xmlns:a16="http://schemas.microsoft.com/office/drawing/2014/main" id="{849BEB1F-571D-4608-AC8F-BE01985CB8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2" name="直線コネクタ 139131">
                      <a:extLst>
                        <a:ext uri="{FF2B5EF4-FFF2-40B4-BE49-F238E27FC236}">
                          <a16:creationId xmlns:a16="http://schemas.microsoft.com/office/drawing/2014/main" id="{C9EF7760-69C6-4EFF-92B4-EE8F2AE7BF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3" name="直線コネクタ 139132">
                      <a:extLst>
                        <a:ext uri="{FF2B5EF4-FFF2-40B4-BE49-F238E27FC236}">
                          <a16:creationId xmlns:a16="http://schemas.microsoft.com/office/drawing/2014/main" id="{AFA64244-0319-4451-8DCB-D3B62B3C8A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4" name="直線コネクタ 139133">
                      <a:extLst>
                        <a:ext uri="{FF2B5EF4-FFF2-40B4-BE49-F238E27FC236}">
                          <a16:creationId xmlns:a16="http://schemas.microsoft.com/office/drawing/2014/main" id="{7A1AA66D-C849-400A-8525-9391B20175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5" name="直線コネクタ 139134">
                      <a:extLst>
                        <a:ext uri="{FF2B5EF4-FFF2-40B4-BE49-F238E27FC236}">
                          <a16:creationId xmlns:a16="http://schemas.microsoft.com/office/drawing/2014/main" id="{F1663911-FDDA-4A8F-8AD6-816BECCBAF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6" name="直線コネクタ 139135">
                      <a:extLst>
                        <a:ext uri="{FF2B5EF4-FFF2-40B4-BE49-F238E27FC236}">
                          <a16:creationId xmlns:a16="http://schemas.microsoft.com/office/drawing/2014/main" id="{3336DB3C-D020-437E-88D4-1410E596AD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7" name="直線コネクタ 139136">
                      <a:extLst>
                        <a:ext uri="{FF2B5EF4-FFF2-40B4-BE49-F238E27FC236}">
                          <a16:creationId xmlns:a16="http://schemas.microsoft.com/office/drawing/2014/main" id="{8796F01C-CCEF-48FB-B738-968C91E9F5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8" name="直線コネクタ 139137">
                      <a:extLst>
                        <a:ext uri="{FF2B5EF4-FFF2-40B4-BE49-F238E27FC236}">
                          <a16:creationId xmlns:a16="http://schemas.microsoft.com/office/drawing/2014/main" id="{AC06494C-6863-4992-B0DE-AF959D42E4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39" name="直線コネクタ 139138">
                      <a:extLst>
                        <a:ext uri="{FF2B5EF4-FFF2-40B4-BE49-F238E27FC236}">
                          <a16:creationId xmlns:a16="http://schemas.microsoft.com/office/drawing/2014/main" id="{481C5758-1683-4942-AC7B-77596E44C7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0" name="直線コネクタ 139139">
                      <a:extLst>
                        <a:ext uri="{FF2B5EF4-FFF2-40B4-BE49-F238E27FC236}">
                          <a16:creationId xmlns:a16="http://schemas.microsoft.com/office/drawing/2014/main" id="{03DA27C3-CE62-479D-9B14-4E6051CD2B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1" name="直線コネクタ 139140">
                      <a:extLst>
                        <a:ext uri="{FF2B5EF4-FFF2-40B4-BE49-F238E27FC236}">
                          <a16:creationId xmlns:a16="http://schemas.microsoft.com/office/drawing/2014/main" id="{3113EE31-13CF-48CD-AFCE-8E61A2FFED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2" name="直線コネクタ 139141">
                      <a:extLst>
                        <a:ext uri="{FF2B5EF4-FFF2-40B4-BE49-F238E27FC236}">
                          <a16:creationId xmlns:a16="http://schemas.microsoft.com/office/drawing/2014/main" id="{3753A612-573D-488A-B842-DB58339F0D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3" name="直線コネクタ 139142">
                      <a:extLst>
                        <a:ext uri="{FF2B5EF4-FFF2-40B4-BE49-F238E27FC236}">
                          <a16:creationId xmlns:a16="http://schemas.microsoft.com/office/drawing/2014/main" id="{962B0554-8BC6-4ED8-9677-6846F70BC4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4" name="直線コネクタ 139143">
                      <a:extLst>
                        <a:ext uri="{FF2B5EF4-FFF2-40B4-BE49-F238E27FC236}">
                          <a16:creationId xmlns:a16="http://schemas.microsoft.com/office/drawing/2014/main" id="{C0025D3A-E6AE-46BB-9254-9E84428296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5" name="直線コネクタ 139144">
                      <a:extLst>
                        <a:ext uri="{FF2B5EF4-FFF2-40B4-BE49-F238E27FC236}">
                          <a16:creationId xmlns:a16="http://schemas.microsoft.com/office/drawing/2014/main" id="{80487C82-0C11-4F79-BE46-DB6995B7FF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6" name="直線コネクタ 139145">
                      <a:extLst>
                        <a:ext uri="{FF2B5EF4-FFF2-40B4-BE49-F238E27FC236}">
                          <a16:creationId xmlns:a16="http://schemas.microsoft.com/office/drawing/2014/main" id="{15DA5EB8-E371-4C90-B8D7-AFF9A6FED4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7" name="直線コネクタ 139146">
                      <a:extLst>
                        <a:ext uri="{FF2B5EF4-FFF2-40B4-BE49-F238E27FC236}">
                          <a16:creationId xmlns:a16="http://schemas.microsoft.com/office/drawing/2014/main" id="{192A99F6-1A51-4882-90F4-73026C19F5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8" name="直線コネクタ 139147">
                      <a:extLst>
                        <a:ext uri="{FF2B5EF4-FFF2-40B4-BE49-F238E27FC236}">
                          <a16:creationId xmlns:a16="http://schemas.microsoft.com/office/drawing/2014/main" id="{DA6BDA70-0D87-4EBA-A8BE-F189894B85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49" name="直線コネクタ 139148">
                      <a:extLst>
                        <a:ext uri="{FF2B5EF4-FFF2-40B4-BE49-F238E27FC236}">
                          <a16:creationId xmlns:a16="http://schemas.microsoft.com/office/drawing/2014/main" id="{B1C28FE1-149F-4E68-A7AC-32C8021D76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0" name="直線コネクタ 139149">
                      <a:extLst>
                        <a:ext uri="{FF2B5EF4-FFF2-40B4-BE49-F238E27FC236}">
                          <a16:creationId xmlns:a16="http://schemas.microsoft.com/office/drawing/2014/main" id="{8A0267E6-5937-4C97-BCE9-AA04EA8A3D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1" name="直線コネクタ 139150">
                      <a:extLst>
                        <a:ext uri="{FF2B5EF4-FFF2-40B4-BE49-F238E27FC236}">
                          <a16:creationId xmlns:a16="http://schemas.microsoft.com/office/drawing/2014/main" id="{505BA421-7AB4-4D80-ADA7-EAD0381D05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2" name="直線コネクタ 139151">
                      <a:extLst>
                        <a:ext uri="{FF2B5EF4-FFF2-40B4-BE49-F238E27FC236}">
                          <a16:creationId xmlns:a16="http://schemas.microsoft.com/office/drawing/2014/main" id="{1EF77ECF-93EF-4DD9-803A-45D8DA13D6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3" name="直線コネクタ 139152">
                      <a:extLst>
                        <a:ext uri="{FF2B5EF4-FFF2-40B4-BE49-F238E27FC236}">
                          <a16:creationId xmlns:a16="http://schemas.microsoft.com/office/drawing/2014/main" id="{4AE40376-C148-4005-BB5A-92E25354EB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4" name="直線コネクタ 139153">
                      <a:extLst>
                        <a:ext uri="{FF2B5EF4-FFF2-40B4-BE49-F238E27FC236}">
                          <a16:creationId xmlns:a16="http://schemas.microsoft.com/office/drawing/2014/main" id="{30FBD1C1-F9AF-469B-BFA7-DA5B8DBDD5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5" name="直線コネクタ 139154">
                      <a:extLst>
                        <a:ext uri="{FF2B5EF4-FFF2-40B4-BE49-F238E27FC236}">
                          <a16:creationId xmlns:a16="http://schemas.microsoft.com/office/drawing/2014/main" id="{CBDD017B-05FA-4822-BBDE-029BBA40BE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6" name="直線コネクタ 139155">
                      <a:extLst>
                        <a:ext uri="{FF2B5EF4-FFF2-40B4-BE49-F238E27FC236}">
                          <a16:creationId xmlns:a16="http://schemas.microsoft.com/office/drawing/2014/main" id="{E6ABE5DC-F90A-4AC8-BECB-7EAEF87F28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7" name="直線コネクタ 139156">
                      <a:extLst>
                        <a:ext uri="{FF2B5EF4-FFF2-40B4-BE49-F238E27FC236}">
                          <a16:creationId xmlns:a16="http://schemas.microsoft.com/office/drawing/2014/main" id="{E7188BB9-8BDD-4E91-BA4F-9E0C947872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8" name="直線コネクタ 139157">
                      <a:extLst>
                        <a:ext uri="{FF2B5EF4-FFF2-40B4-BE49-F238E27FC236}">
                          <a16:creationId xmlns:a16="http://schemas.microsoft.com/office/drawing/2014/main" id="{D6CF325C-7423-4337-96ED-BBCB24A899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59" name="直線コネクタ 139158">
                      <a:extLst>
                        <a:ext uri="{FF2B5EF4-FFF2-40B4-BE49-F238E27FC236}">
                          <a16:creationId xmlns:a16="http://schemas.microsoft.com/office/drawing/2014/main" id="{54F009F8-C832-4888-89FE-6027D02BEC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0" name="直線コネクタ 139159">
                      <a:extLst>
                        <a:ext uri="{FF2B5EF4-FFF2-40B4-BE49-F238E27FC236}">
                          <a16:creationId xmlns:a16="http://schemas.microsoft.com/office/drawing/2014/main" id="{AAB6B262-B11C-43F0-8344-C49D7012BC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1" name="直線コネクタ 139160">
                      <a:extLst>
                        <a:ext uri="{FF2B5EF4-FFF2-40B4-BE49-F238E27FC236}">
                          <a16:creationId xmlns:a16="http://schemas.microsoft.com/office/drawing/2014/main" id="{158CAD74-5E26-432C-974C-AE2476AE4C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2" name="直線コネクタ 139161">
                      <a:extLst>
                        <a:ext uri="{FF2B5EF4-FFF2-40B4-BE49-F238E27FC236}">
                          <a16:creationId xmlns:a16="http://schemas.microsoft.com/office/drawing/2014/main" id="{6E00AFCE-70B0-43FC-A1F0-B5B050F71C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3" name="直線コネクタ 139162">
                      <a:extLst>
                        <a:ext uri="{FF2B5EF4-FFF2-40B4-BE49-F238E27FC236}">
                          <a16:creationId xmlns:a16="http://schemas.microsoft.com/office/drawing/2014/main" id="{92C5CC29-77D8-45F7-AD58-851B16C383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4" name="直線コネクタ 139163">
                      <a:extLst>
                        <a:ext uri="{FF2B5EF4-FFF2-40B4-BE49-F238E27FC236}">
                          <a16:creationId xmlns:a16="http://schemas.microsoft.com/office/drawing/2014/main" id="{4E1DA6BE-FE1A-443A-BF6C-15350BE4A2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5" name="直線コネクタ 139164">
                      <a:extLst>
                        <a:ext uri="{FF2B5EF4-FFF2-40B4-BE49-F238E27FC236}">
                          <a16:creationId xmlns:a16="http://schemas.microsoft.com/office/drawing/2014/main" id="{967E2C9A-EE63-4495-8359-CE54EF5894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6" name="直線コネクタ 139165">
                      <a:extLst>
                        <a:ext uri="{FF2B5EF4-FFF2-40B4-BE49-F238E27FC236}">
                          <a16:creationId xmlns:a16="http://schemas.microsoft.com/office/drawing/2014/main" id="{02F2D08C-75D3-469F-8B73-657E2D2772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7" name="直線コネクタ 139166">
                      <a:extLst>
                        <a:ext uri="{FF2B5EF4-FFF2-40B4-BE49-F238E27FC236}">
                          <a16:creationId xmlns:a16="http://schemas.microsoft.com/office/drawing/2014/main" id="{D8AA7201-EFA0-4A5D-A6AE-12531E7E1C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8" name="直線コネクタ 139167">
                      <a:extLst>
                        <a:ext uri="{FF2B5EF4-FFF2-40B4-BE49-F238E27FC236}">
                          <a16:creationId xmlns:a16="http://schemas.microsoft.com/office/drawing/2014/main" id="{D9F846E7-5F49-41AC-B3BC-D6E19B14F2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69" name="直線コネクタ 139168">
                      <a:extLst>
                        <a:ext uri="{FF2B5EF4-FFF2-40B4-BE49-F238E27FC236}">
                          <a16:creationId xmlns:a16="http://schemas.microsoft.com/office/drawing/2014/main" id="{E565259A-DAC6-47BA-81E4-347C7289F5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0" name="直線コネクタ 139169">
                      <a:extLst>
                        <a:ext uri="{FF2B5EF4-FFF2-40B4-BE49-F238E27FC236}">
                          <a16:creationId xmlns:a16="http://schemas.microsoft.com/office/drawing/2014/main" id="{C44433FC-179C-42D2-9067-9E226D6561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1" name="直線コネクタ 139170">
                      <a:extLst>
                        <a:ext uri="{FF2B5EF4-FFF2-40B4-BE49-F238E27FC236}">
                          <a16:creationId xmlns:a16="http://schemas.microsoft.com/office/drawing/2014/main" id="{49D06C9B-7FB6-4F72-954F-4C1394D7FD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72" name="直線コネクタ 139171">
                      <a:extLst>
                        <a:ext uri="{FF2B5EF4-FFF2-40B4-BE49-F238E27FC236}">
                          <a16:creationId xmlns:a16="http://schemas.microsoft.com/office/drawing/2014/main" id="{22E196BC-B44A-4B72-B650-ECA46941BC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4" name="グループ化 138423">
                    <a:extLst>
                      <a:ext uri="{FF2B5EF4-FFF2-40B4-BE49-F238E27FC236}">
                        <a16:creationId xmlns:a16="http://schemas.microsoft.com/office/drawing/2014/main" id="{7C6047A2-3C9E-4F86-8E9D-9915A76CB47B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547902" y="621666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9050" name="直線コネクタ 139049">
                      <a:extLst>
                        <a:ext uri="{FF2B5EF4-FFF2-40B4-BE49-F238E27FC236}">
                          <a16:creationId xmlns:a16="http://schemas.microsoft.com/office/drawing/2014/main" id="{4FD69543-CF54-40A8-BF7A-609AA7ADD1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1" name="直線コネクタ 139050">
                      <a:extLst>
                        <a:ext uri="{FF2B5EF4-FFF2-40B4-BE49-F238E27FC236}">
                          <a16:creationId xmlns:a16="http://schemas.microsoft.com/office/drawing/2014/main" id="{C36E42C5-3A2D-4FA1-AD4B-7903B4F63D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2" name="直線コネクタ 139051">
                      <a:extLst>
                        <a:ext uri="{FF2B5EF4-FFF2-40B4-BE49-F238E27FC236}">
                          <a16:creationId xmlns:a16="http://schemas.microsoft.com/office/drawing/2014/main" id="{C4257AA6-9F17-4A9C-B31E-AD830A06F9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3" name="直線コネクタ 139052">
                      <a:extLst>
                        <a:ext uri="{FF2B5EF4-FFF2-40B4-BE49-F238E27FC236}">
                          <a16:creationId xmlns:a16="http://schemas.microsoft.com/office/drawing/2014/main" id="{42541542-618A-4F51-9046-71014427E2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4" name="直線コネクタ 139053">
                      <a:extLst>
                        <a:ext uri="{FF2B5EF4-FFF2-40B4-BE49-F238E27FC236}">
                          <a16:creationId xmlns:a16="http://schemas.microsoft.com/office/drawing/2014/main" id="{6FD2F1CE-0F87-41D5-9B95-EA7376346C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5" name="直線コネクタ 139054">
                      <a:extLst>
                        <a:ext uri="{FF2B5EF4-FFF2-40B4-BE49-F238E27FC236}">
                          <a16:creationId xmlns:a16="http://schemas.microsoft.com/office/drawing/2014/main" id="{8F83CBE3-6963-4340-9AC4-60784EFE5F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6" name="直線コネクタ 139055">
                      <a:extLst>
                        <a:ext uri="{FF2B5EF4-FFF2-40B4-BE49-F238E27FC236}">
                          <a16:creationId xmlns:a16="http://schemas.microsoft.com/office/drawing/2014/main" id="{509DBA89-2580-4BFC-90B8-CEA0D1EC90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7" name="直線コネクタ 139056">
                      <a:extLst>
                        <a:ext uri="{FF2B5EF4-FFF2-40B4-BE49-F238E27FC236}">
                          <a16:creationId xmlns:a16="http://schemas.microsoft.com/office/drawing/2014/main" id="{2BB17C32-E456-416E-B36F-EAA71EA99E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8" name="直線コネクタ 139057">
                      <a:extLst>
                        <a:ext uri="{FF2B5EF4-FFF2-40B4-BE49-F238E27FC236}">
                          <a16:creationId xmlns:a16="http://schemas.microsoft.com/office/drawing/2014/main" id="{4E38D9A1-BBFB-4118-9F3C-8B5D76487B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59" name="直線コネクタ 139058">
                      <a:extLst>
                        <a:ext uri="{FF2B5EF4-FFF2-40B4-BE49-F238E27FC236}">
                          <a16:creationId xmlns:a16="http://schemas.microsoft.com/office/drawing/2014/main" id="{A4BDFDCE-3386-4AE6-888B-855218DC32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0" name="直線コネクタ 139059">
                      <a:extLst>
                        <a:ext uri="{FF2B5EF4-FFF2-40B4-BE49-F238E27FC236}">
                          <a16:creationId xmlns:a16="http://schemas.microsoft.com/office/drawing/2014/main" id="{0BCD3623-A604-4C6B-8E82-48F6A1551D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1" name="直線コネクタ 139060">
                      <a:extLst>
                        <a:ext uri="{FF2B5EF4-FFF2-40B4-BE49-F238E27FC236}">
                          <a16:creationId xmlns:a16="http://schemas.microsoft.com/office/drawing/2014/main" id="{6BC40387-728E-4002-880D-BB4049449F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2" name="直線コネクタ 139061">
                      <a:extLst>
                        <a:ext uri="{FF2B5EF4-FFF2-40B4-BE49-F238E27FC236}">
                          <a16:creationId xmlns:a16="http://schemas.microsoft.com/office/drawing/2014/main" id="{AAE42F35-5440-4C02-AD09-D4DBBE6965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3" name="直線コネクタ 139062">
                      <a:extLst>
                        <a:ext uri="{FF2B5EF4-FFF2-40B4-BE49-F238E27FC236}">
                          <a16:creationId xmlns:a16="http://schemas.microsoft.com/office/drawing/2014/main" id="{6E71A5C2-5FE2-4326-8018-BBA6A0ABC3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4" name="直線コネクタ 139063">
                      <a:extLst>
                        <a:ext uri="{FF2B5EF4-FFF2-40B4-BE49-F238E27FC236}">
                          <a16:creationId xmlns:a16="http://schemas.microsoft.com/office/drawing/2014/main" id="{CAF650FB-6857-4C60-8EA7-674FD1634E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5" name="直線コネクタ 139064">
                      <a:extLst>
                        <a:ext uri="{FF2B5EF4-FFF2-40B4-BE49-F238E27FC236}">
                          <a16:creationId xmlns:a16="http://schemas.microsoft.com/office/drawing/2014/main" id="{9B42F9CB-730F-46DF-91F4-AFF5FCE53E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6" name="直線コネクタ 139065">
                      <a:extLst>
                        <a:ext uri="{FF2B5EF4-FFF2-40B4-BE49-F238E27FC236}">
                          <a16:creationId xmlns:a16="http://schemas.microsoft.com/office/drawing/2014/main" id="{3CEDB47A-AB78-4F11-A2A0-80CE6B7F3C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7" name="直線コネクタ 139066">
                      <a:extLst>
                        <a:ext uri="{FF2B5EF4-FFF2-40B4-BE49-F238E27FC236}">
                          <a16:creationId xmlns:a16="http://schemas.microsoft.com/office/drawing/2014/main" id="{A640B529-2441-4B5B-9E2E-9C61AB21FA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8" name="直線コネクタ 139067">
                      <a:extLst>
                        <a:ext uri="{FF2B5EF4-FFF2-40B4-BE49-F238E27FC236}">
                          <a16:creationId xmlns:a16="http://schemas.microsoft.com/office/drawing/2014/main" id="{7B1892C7-A0CD-410F-AB01-F17A7B9BD5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69" name="直線コネクタ 139068">
                      <a:extLst>
                        <a:ext uri="{FF2B5EF4-FFF2-40B4-BE49-F238E27FC236}">
                          <a16:creationId xmlns:a16="http://schemas.microsoft.com/office/drawing/2014/main" id="{DEA1D7AD-8200-4284-B6B4-494D16D2D2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0" name="直線コネクタ 139069">
                      <a:extLst>
                        <a:ext uri="{FF2B5EF4-FFF2-40B4-BE49-F238E27FC236}">
                          <a16:creationId xmlns:a16="http://schemas.microsoft.com/office/drawing/2014/main" id="{179F1A45-CFAE-4EC1-AA58-DB33FBAF95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1" name="直線コネクタ 139070">
                      <a:extLst>
                        <a:ext uri="{FF2B5EF4-FFF2-40B4-BE49-F238E27FC236}">
                          <a16:creationId xmlns:a16="http://schemas.microsoft.com/office/drawing/2014/main" id="{A73783DA-0630-4E6A-9A43-442B4A398F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2" name="直線コネクタ 139071">
                      <a:extLst>
                        <a:ext uri="{FF2B5EF4-FFF2-40B4-BE49-F238E27FC236}">
                          <a16:creationId xmlns:a16="http://schemas.microsoft.com/office/drawing/2014/main" id="{8F97E06A-7A32-4BA9-9EAF-3E7A0BCAEB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3" name="直線コネクタ 139072">
                      <a:extLst>
                        <a:ext uri="{FF2B5EF4-FFF2-40B4-BE49-F238E27FC236}">
                          <a16:creationId xmlns:a16="http://schemas.microsoft.com/office/drawing/2014/main" id="{A1159970-F7DB-428D-A8A7-73CC727ECB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4" name="直線コネクタ 139073">
                      <a:extLst>
                        <a:ext uri="{FF2B5EF4-FFF2-40B4-BE49-F238E27FC236}">
                          <a16:creationId xmlns:a16="http://schemas.microsoft.com/office/drawing/2014/main" id="{850ADFFD-254C-4768-8831-D4E798AA2EA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5" name="直線コネクタ 139074">
                      <a:extLst>
                        <a:ext uri="{FF2B5EF4-FFF2-40B4-BE49-F238E27FC236}">
                          <a16:creationId xmlns:a16="http://schemas.microsoft.com/office/drawing/2014/main" id="{9F5F71DA-EB19-44BE-ABFF-5CA7FE5F8B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6" name="直線コネクタ 139075">
                      <a:extLst>
                        <a:ext uri="{FF2B5EF4-FFF2-40B4-BE49-F238E27FC236}">
                          <a16:creationId xmlns:a16="http://schemas.microsoft.com/office/drawing/2014/main" id="{89620F8C-2716-4827-85E6-FB413155EA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7" name="直線コネクタ 139076">
                      <a:extLst>
                        <a:ext uri="{FF2B5EF4-FFF2-40B4-BE49-F238E27FC236}">
                          <a16:creationId xmlns:a16="http://schemas.microsoft.com/office/drawing/2014/main" id="{19191DCC-729F-40CD-87EE-1D21ECBBE4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8" name="直線コネクタ 139077">
                      <a:extLst>
                        <a:ext uri="{FF2B5EF4-FFF2-40B4-BE49-F238E27FC236}">
                          <a16:creationId xmlns:a16="http://schemas.microsoft.com/office/drawing/2014/main" id="{11CB0C2F-E158-4627-96B8-2BD1E29C40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79" name="直線コネクタ 139078">
                      <a:extLst>
                        <a:ext uri="{FF2B5EF4-FFF2-40B4-BE49-F238E27FC236}">
                          <a16:creationId xmlns:a16="http://schemas.microsoft.com/office/drawing/2014/main" id="{5B0D00AC-0FF5-4D06-9BFF-3CCEB9CE37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0" name="直線コネクタ 139079">
                      <a:extLst>
                        <a:ext uri="{FF2B5EF4-FFF2-40B4-BE49-F238E27FC236}">
                          <a16:creationId xmlns:a16="http://schemas.microsoft.com/office/drawing/2014/main" id="{05DE842B-5417-45C3-9724-9615D2DEA9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1" name="直線コネクタ 139080">
                      <a:extLst>
                        <a:ext uri="{FF2B5EF4-FFF2-40B4-BE49-F238E27FC236}">
                          <a16:creationId xmlns:a16="http://schemas.microsoft.com/office/drawing/2014/main" id="{687FABE3-7254-42AD-91BF-D9FFBAA67F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2" name="直線コネクタ 139081">
                      <a:extLst>
                        <a:ext uri="{FF2B5EF4-FFF2-40B4-BE49-F238E27FC236}">
                          <a16:creationId xmlns:a16="http://schemas.microsoft.com/office/drawing/2014/main" id="{2902D799-DB18-48D6-80FC-BF9A6166D2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3" name="直線コネクタ 139082">
                      <a:extLst>
                        <a:ext uri="{FF2B5EF4-FFF2-40B4-BE49-F238E27FC236}">
                          <a16:creationId xmlns:a16="http://schemas.microsoft.com/office/drawing/2014/main" id="{6692F529-D3AD-4A06-AFBC-A7E2433F3D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4" name="直線コネクタ 139083">
                      <a:extLst>
                        <a:ext uri="{FF2B5EF4-FFF2-40B4-BE49-F238E27FC236}">
                          <a16:creationId xmlns:a16="http://schemas.microsoft.com/office/drawing/2014/main" id="{25EBD889-542F-434E-81F1-8E3A784355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5" name="直線コネクタ 139084">
                      <a:extLst>
                        <a:ext uri="{FF2B5EF4-FFF2-40B4-BE49-F238E27FC236}">
                          <a16:creationId xmlns:a16="http://schemas.microsoft.com/office/drawing/2014/main" id="{52A60BAC-1E8D-4AAC-949C-7B9DB823AA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6" name="直線コネクタ 139085">
                      <a:extLst>
                        <a:ext uri="{FF2B5EF4-FFF2-40B4-BE49-F238E27FC236}">
                          <a16:creationId xmlns:a16="http://schemas.microsoft.com/office/drawing/2014/main" id="{BBBE1160-C1FD-489A-84B5-F1DDF00CD8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7" name="直線コネクタ 139086">
                      <a:extLst>
                        <a:ext uri="{FF2B5EF4-FFF2-40B4-BE49-F238E27FC236}">
                          <a16:creationId xmlns:a16="http://schemas.microsoft.com/office/drawing/2014/main" id="{8DAE140C-8C23-4630-85B6-5DC2435C19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8" name="直線コネクタ 139087">
                      <a:extLst>
                        <a:ext uri="{FF2B5EF4-FFF2-40B4-BE49-F238E27FC236}">
                          <a16:creationId xmlns:a16="http://schemas.microsoft.com/office/drawing/2014/main" id="{DB0C5B46-2988-42F2-8C38-DD71CEEED7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89" name="直線コネクタ 139088">
                      <a:extLst>
                        <a:ext uri="{FF2B5EF4-FFF2-40B4-BE49-F238E27FC236}">
                          <a16:creationId xmlns:a16="http://schemas.microsoft.com/office/drawing/2014/main" id="{A901DB71-1739-444D-9C61-EFC01CB6F7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0" name="直線コネクタ 139089">
                      <a:extLst>
                        <a:ext uri="{FF2B5EF4-FFF2-40B4-BE49-F238E27FC236}">
                          <a16:creationId xmlns:a16="http://schemas.microsoft.com/office/drawing/2014/main" id="{F65F3B06-E067-42BA-A44A-CEF723B71C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1" name="直線コネクタ 139090">
                      <a:extLst>
                        <a:ext uri="{FF2B5EF4-FFF2-40B4-BE49-F238E27FC236}">
                          <a16:creationId xmlns:a16="http://schemas.microsoft.com/office/drawing/2014/main" id="{9A097B3F-8037-499F-BDB3-53683977D2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2" name="直線コネクタ 139091">
                      <a:extLst>
                        <a:ext uri="{FF2B5EF4-FFF2-40B4-BE49-F238E27FC236}">
                          <a16:creationId xmlns:a16="http://schemas.microsoft.com/office/drawing/2014/main" id="{851E141E-8C1D-48D2-95F8-9DDCE4336E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3" name="直線コネクタ 139092">
                      <a:extLst>
                        <a:ext uri="{FF2B5EF4-FFF2-40B4-BE49-F238E27FC236}">
                          <a16:creationId xmlns:a16="http://schemas.microsoft.com/office/drawing/2014/main" id="{DE079BF3-E5E5-4B56-82F0-B98E4C5369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4" name="直線コネクタ 139093">
                      <a:extLst>
                        <a:ext uri="{FF2B5EF4-FFF2-40B4-BE49-F238E27FC236}">
                          <a16:creationId xmlns:a16="http://schemas.microsoft.com/office/drawing/2014/main" id="{B9F032AE-1FFE-4B6B-A4A5-0C8F97598C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5" name="直線コネクタ 139094">
                      <a:extLst>
                        <a:ext uri="{FF2B5EF4-FFF2-40B4-BE49-F238E27FC236}">
                          <a16:creationId xmlns:a16="http://schemas.microsoft.com/office/drawing/2014/main" id="{E9DA2366-9FB3-4A23-8030-71C9CDD325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6" name="直線コネクタ 139095">
                      <a:extLst>
                        <a:ext uri="{FF2B5EF4-FFF2-40B4-BE49-F238E27FC236}">
                          <a16:creationId xmlns:a16="http://schemas.microsoft.com/office/drawing/2014/main" id="{6424597E-10A0-463C-B306-75420F5016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7" name="直線コネクタ 139096">
                      <a:extLst>
                        <a:ext uri="{FF2B5EF4-FFF2-40B4-BE49-F238E27FC236}">
                          <a16:creationId xmlns:a16="http://schemas.microsoft.com/office/drawing/2014/main" id="{35F127FF-FF71-403C-89E4-C9F4975215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8" name="直線コネクタ 139097">
                      <a:extLst>
                        <a:ext uri="{FF2B5EF4-FFF2-40B4-BE49-F238E27FC236}">
                          <a16:creationId xmlns:a16="http://schemas.microsoft.com/office/drawing/2014/main" id="{3F49EF92-7337-4DF1-98AA-555959BC54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99" name="直線コネクタ 139098">
                      <a:extLst>
                        <a:ext uri="{FF2B5EF4-FFF2-40B4-BE49-F238E27FC236}">
                          <a16:creationId xmlns:a16="http://schemas.microsoft.com/office/drawing/2014/main" id="{4CA49C40-23F4-428B-87BB-998804336F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0" name="直線コネクタ 139099">
                      <a:extLst>
                        <a:ext uri="{FF2B5EF4-FFF2-40B4-BE49-F238E27FC236}">
                          <a16:creationId xmlns:a16="http://schemas.microsoft.com/office/drawing/2014/main" id="{F3EC7BDA-B91B-42AC-A42F-58CD2FCA01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1" name="直線コネクタ 139100">
                      <a:extLst>
                        <a:ext uri="{FF2B5EF4-FFF2-40B4-BE49-F238E27FC236}">
                          <a16:creationId xmlns:a16="http://schemas.microsoft.com/office/drawing/2014/main" id="{0D4FB702-3987-4059-B048-3ACB7A35A4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2" name="直線コネクタ 139101">
                      <a:extLst>
                        <a:ext uri="{FF2B5EF4-FFF2-40B4-BE49-F238E27FC236}">
                          <a16:creationId xmlns:a16="http://schemas.microsoft.com/office/drawing/2014/main" id="{1BFBD05D-5E4F-4921-9D69-D9666C7BE1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3" name="直線コネクタ 139102">
                      <a:extLst>
                        <a:ext uri="{FF2B5EF4-FFF2-40B4-BE49-F238E27FC236}">
                          <a16:creationId xmlns:a16="http://schemas.microsoft.com/office/drawing/2014/main" id="{7B151F30-0C20-4F8C-840F-007C799EC8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4" name="直線コネクタ 139103">
                      <a:extLst>
                        <a:ext uri="{FF2B5EF4-FFF2-40B4-BE49-F238E27FC236}">
                          <a16:creationId xmlns:a16="http://schemas.microsoft.com/office/drawing/2014/main" id="{8FC1E85A-C7DE-4BEE-AE7C-1C7491403D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5" name="直線コネクタ 139104">
                      <a:extLst>
                        <a:ext uri="{FF2B5EF4-FFF2-40B4-BE49-F238E27FC236}">
                          <a16:creationId xmlns:a16="http://schemas.microsoft.com/office/drawing/2014/main" id="{EF02E7FD-A7DA-4AEA-9DD4-BC86144823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6" name="直線コネクタ 139105">
                      <a:extLst>
                        <a:ext uri="{FF2B5EF4-FFF2-40B4-BE49-F238E27FC236}">
                          <a16:creationId xmlns:a16="http://schemas.microsoft.com/office/drawing/2014/main" id="{7375B72E-180C-464D-B049-CEF52396EE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7" name="直線コネクタ 139106">
                      <a:extLst>
                        <a:ext uri="{FF2B5EF4-FFF2-40B4-BE49-F238E27FC236}">
                          <a16:creationId xmlns:a16="http://schemas.microsoft.com/office/drawing/2014/main" id="{17500E23-287E-4C22-9F8F-ED654D1A73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8" name="直線コネクタ 139107">
                      <a:extLst>
                        <a:ext uri="{FF2B5EF4-FFF2-40B4-BE49-F238E27FC236}">
                          <a16:creationId xmlns:a16="http://schemas.microsoft.com/office/drawing/2014/main" id="{B57E5B8A-EAE7-4DC0-8727-E406B839DE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109" name="直線コネクタ 139108">
                      <a:extLst>
                        <a:ext uri="{FF2B5EF4-FFF2-40B4-BE49-F238E27FC236}">
                          <a16:creationId xmlns:a16="http://schemas.microsoft.com/office/drawing/2014/main" id="{5E84D7E8-665D-48AB-85D4-B69A498981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5" name="グループ化 138424">
                    <a:extLst>
                      <a:ext uri="{FF2B5EF4-FFF2-40B4-BE49-F238E27FC236}">
                        <a16:creationId xmlns:a16="http://schemas.microsoft.com/office/drawing/2014/main" id="{AD5B2D90-D133-469A-99F5-4C6DE8AA63C1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3986241" y="581800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8987" name="直線コネクタ 138986">
                      <a:extLst>
                        <a:ext uri="{FF2B5EF4-FFF2-40B4-BE49-F238E27FC236}">
                          <a16:creationId xmlns:a16="http://schemas.microsoft.com/office/drawing/2014/main" id="{C632FF35-C226-458A-B589-62DFE29563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8" name="直線コネクタ 138987">
                      <a:extLst>
                        <a:ext uri="{FF2B5EF4-FFF2-40B4-BE49-F238E27FC236}">
                          <a16:creationId xmlns:a16="http://schemas.microsoft.com/office/drawing/2014/main" id="{CA5D8827-6524-45E8-9BA5-2517CEA60A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9" name="直線コネクタ 138988">
                      <a:extLst>
                        <a:ext uri="{FF2B5EF4-FFF2-40B4-BE49-F238E27FC236}">
                          <a16:creationId xmlns:a16="http://schemas.microsoft.com/office/drawing/2014/main" id="{CFD7BEBE-E700-40A5-9DF5-40E882D3F8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0" name="直線コネクタ 138989">
                      <a:extLst>
                        <a:ext uri="{FF2B5EF4-FFF2-40B4-BE49-F238E27FC236}">
                          <a16:creationId xmlns:a16="http://schemas.microsoft.com/office/drawing/2014/main" id="{FCBCF01C-0386-48B9-B842-6D2A64EEE7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1" name="直線コネクタ 138990">
                      <a:extLst>
                        <a:ext uri="{FF2B5EF4-FFF2-40B4-BE49-F238E27FC236}">
                          <a16:creationId xmlns:a16="http://schemas.microsoft.com/office/drawing/2014/main" id="{7A373103-9834-48CE-BD07-0CAB5A49B5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2" name="直線コネクタ 138991">
                      <a:extLst>
                        <a:ext uri="{FF2B5EF4-FFF2-40B4-BE49-F238E27FC236}">
                          <a16:creationId xmlns:a16="http://schemas.microsoft.com/office/drawing/2014/main" id="{7720ACA5-E84D-4917-99DC-21D0B545DE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3" name="直線コネクタ 138992">
                      <a:extLst>
                        <a:ext uri="{FF2B5EF4-FFF2-40B4-BE49-F238E27FC236}">
                          <a16:creationId xmlns:a16="http://schemas.microsoft.com/office/drawing/2014/main" id="{2CEEBEE6-3A53-42F6-B168-3895D5F9AA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4" name="直線コネクタ 138993">
                      <a:extLst>
                        <a:ext uri="{FF2B5EF4-FFF2-40B4-BE49-F238E27FC236}">
                          <a16:creationId xmlns:a16="http://schemas.microsoft.com/office/drawing/2014/main" id="{49F492A9-992B-4D2D-884B-F35730ECF6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5" name="直線コネクタ 138994">
                      <a:extLst>
                        <a:ext uri="{FF2B5EF4-FFF2-40B4-BE49-F238E27FC236}">
                          <a16:creationId xmlns:a16="http://schemas.microsoft.com/office/drawing/2014/main" id="{563E23FD-C4BC-4899-BAAD-B11076BC5A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6" name="直線コネクタ 138995">
                      <a:extLst>
                        <a:ext uri="{FF2B5EF4-FFF2-40B4-BE49-F238E27FC236}">
                          <a16:creationId xmlns:a16="http://schemas.microsoft.com/office/drawing/2014/main" id="{C3AB63EC-BC16-4A5C-AEF5-ABEF2C35BB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7" name="直線コネクタ 138996">
                      <a:extLst>
                        <a:ext uri="{FF2B5EF4-FFF2-40B4-BE49-F238E27FC236}">
                          <a16:creationId xmlns:a16="http://schemas.microsoft.com/office/drawing/2014/main" id="{A345AFC6-2D2F-4E5D-B856-F942EA786A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8" name="直線コネクタ 138997">
                      <a:extLst>
                        <a:ext uri="{FF2B5EF4-FFF2-40B4-BE49-F238E27FC236}">
                          <a16:creationId xmlns:a16="http://schemas.microsoft.com/office/drawing/2014/main" id="{82A35661-1121-4102-98EE-CD31394CA8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99" name="直線コネクタ 138998">
                      <a:extLst>
                        <a:ext uri="{FF2B5EF4-FFF2-40B4-BE49-F238E27FC236}">
                          <a16:creationId xmlns:a16="http://schemas.microsoft.com/office/drawing/2014/main" id="{D9C21C51-8476-4EC6-8B42-EF541B6C67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0" name="直線コネクタ 138999">
                      <a:extLst>
                        <a:ext uri="{FF2B5EF4-FFF2-40B4-BE49-F238E27FC236}">
                          <a16:creationId xmlns:a16="http://schemas.microsoft.com/office/drawing/2014/main" id="{771D71BB-24F1-487F-B343-5CA6F68CC2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1" name="直線コネクタ 139000">
                      <a:extLst>
                        <a:ext uri="{FF2B5EF4-FFF2-40B4-BE49-F238E27FC236}">
                          <a16:creationId xmlns:a16="http://schemas.microsoft.com/office/drawing/2014/main" id="{E6E9A869-3A0A-4C7C-8EF0-AEF7E4776F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2" name="直線コネクタ 139001">
                      <a:extLst>
                        <a:ext uri="{FF2B5EF4-FFF2-40B4-BE49-F238E27FC236}">
                          <a16:creationId xmlns:a16="http://schemas.microsoft.com/office/drawing/2014/main" id="{575CAB40-0FDB-4EA3-8DD2-F87104B6F3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3" name="直線コネクタ 139002">
                      <a:extLst>
                        <a:ext uri="{FF2B5EF4-FFF2-40B4-BE49-F238E27FC236}">
                          <a16:creationId xmlns:a16="http://schemas.microsoft.com/office/drawing/2014/main" id="{1A99A826-EC5F-459F-A721-10AE2FFAE4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4" name="直線コネクタ 139003">
                      <a:extLst>
                        <a:ext uri="{FF2B5EF4-FFF2-40B4-BE49-F238E27FC236}">
                          <a16:creationId xmlns:a16="http://schemas.microsoft.com/office/drawing/2014/main" id="{B8DE8536-1AF7-4FFA-95B6-699230BDF3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5" name="直線コネクタ 139004">
                      <a:extLst>
                        <a:ext uri="{FF2B5EF4-FFF2-40B4-BE49-F238E27FC236}">
                          <a16:creationId xmlns:a16="http://schemas.microsoft.com/office/drawing/2014/main" id="{BF9B4F9B-ADED-4895-8C3B-74902F45DE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6" name="直線コネクタ 139005">
                      <a:extLst>
                        <a:ext uri="{FF2B5EF4-FFF2-40B4-BE49-F238E27FC236}">
                          <a16:creationId xmlns:a16="http://schemas.microsoft.com/office/drawing/2014/main" id="{12CB68AF-18F6-4CC7-8148-C903E22CC4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7" name="直線コネクタ 139006">
                      <a:extLst>
                        <a:ext uri="{FF2B5EF4-FFF2-40B4-BE49-F238E27FC236}">
                          <a16:creationId xmlns:a16="http://schemas.microsoft.com/office/drawing/2014/main" id="{B0F14485-C52E-473C-BC92-2175A47C70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8" name="直線コネクタ 139007">
                      <a:extLst>
                        <a:ext uri="{FF2B5EF4-FFF2-40B4-BE49-F238E27FC236}">
                          <a16:creationId xmlns:a16="http://schemas.microsoft.com/office/drawing/2014/main" id="{96633A71-098A-49A5-A40A-406C78686B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09" name="直線コネクタ 139008">
                      <a:extLst>
                        <a:ext uri="{FF2B5EF4-FFF2-40B4-BE49-F238E27FC236}">
                          <a16:creationId xmlns:a16="http://schemas.microsoft.com/office/drawing/2014/main" id="{0BD2BC49-B102-4471-9EAE-8240D4D5A8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0" name="直線コネクタ 139009">
                      <a:extLst>
                        <a:ext uri="{FF2B5EF4-FFF2-40B4-BE49-F238E27FC236}">
                          <a16:creationId xmlns:a16="http://schemas.microsoft.com/office/drawing/2014/main" id="{D5AFB8D2-3FED-4FF6-BA85-52C4A35398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1" name="直線コネクタ 139010">
                      <a:extLst>
                        <a:ext uri="{FF2B5EF4-FFF2-40B4-BE49-F238E27FC236}">
                          <a16:creationId xmlns:a16="http://schemas.microsoft.com/office/drawing/2014/main" id="{A23ADA70-5613-48C4-A97D-655A12311F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2" name="直線コネクタ 139011">
                      <a:extLst>
                        <a:ext uri="{FF2B5EF4-FFF2-40B4-BE49-F238E27FC236}">
                          <a16:creationId xmlns:a16="http://schemas.microsoft.com/office/drawing/2014/main" id="{B292777D-C13C-4534-B0F1-AD209A6A58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3" name="直線コネクタ 139012">
                      <a:extLst>
                        <a:ext uri="{FF2B5EF4-FFF2-40B4-BE49-F238E27FC236}">
                          <a16:creationId xmlns:a16="http://schemas.microsoft.com/office/drawing/2014/main" id="{238815FF-A060-44D6-ADC2-C4B09FB7AC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4" name="直線コネクタ 139013">
                      <a:extLst>
                        <a:ext uri="{FF2B5EF4-FFF2-40B4-BE49-F238E27FC236}">
                          <a16:creationId xmlns:a16="http://schemas.microsoft.com/office/drawing/2014/main" id="{CE4870E1-A7E2-4C19-9E4C-03CC9BD755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5" name="直線コネクタ 139014">
                      <a:extLst>
                        <a:ext uri="{FF2B5EF4-FFF2-40B4-BE49-F238E27FC236}">
                          <a16:creationId xmlns:a16="http://schemas.microsoft.com/office/drawing/2014/main" id="{246056FE-69C1-4460-AF8E-72FD676DE2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6" name="直線コネクタ 139015">
                      <a:extLst>
                        <a:ext uri="{FF2B5EF4-FFF2-40B4-BE49-F238E27FC236}">
                          <a16:creationId xmlns:a16="http://schemas.microsoft.com/office/drawing/2014/main" id="{981BFC0F-468E-44A2-AAA4-B30FE292DA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7" name="直線コネクタ 139016">
                      <a:extLst>
                        <a:ext uri="{FF2B5EF4-FFF2-40B4-BE49-F238E27FC236}">
                          <a16:creationId xmlns:a16="http://schemas.microsoft.com/office/drawing/2014/main" id="{3789FD37-C3D7-433F-A129-CEA845055B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8" name="直線コネクタ 139017">
                      <a:extLst>
                        <a:ext uri="{FF2B5EF4-FFF2-40B4-BE49-F238E27FC236}">
                          <a16:creationId xmlns:a16="http://schemas.microsoft.com/office/drawing/2014/main" id="{26D70651-C227-40AC-9B64-B4C403B524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19" name="直線コネクタ 139018">
                      <a:extLst>
                        <a:ext uri="{FF2B5EF4-FFF2-40B4-BE49-F238E27FC236}">
                          <a16:creationId xmlns:a16="http://schemas.microsoft.com/office/drawing/2014/main" id="{113C783B-AF32-46A0-B435-C988C45F26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0" name="直線コネクタ 139019">
                      <a:extLst>
                        <a:ext uri="{FF2B5EF4-FFF2-40B4-BE49-F238E27FC236}">
                          <a16:creationId xmlns:a16="http://schemas.microsoft.com/office/drawing/2014/main" id="{F93FD18C-2A77-4C8E-8D5A-4C659A1A90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1" name="直線コネクタ 139020">
                      <a:extLst>
                        <a:ext uri="{FF2B5EF4-FFF2-40B4-BE49-F238E27FC236}">
                          <a16:creationId xmlns:a16="http://schemas.microsoft.com/office/drawing/2014/main" id="{DFB5DCCE-AF6B-4897-A47E-9403EDDE49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2" name="直線コネクタ 139021">
                      <a:extLst>
                        <a:ext uri="{FF2B5EF4-FFF2-40B4-BE49-F238E27FC236}">
                          <a16:creationId xmlns:a16="http://schemas.microsoft.com/office/drawing/2014/main" id="{9E9389A1-50B5-4366-9DF9-61FB05576A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3" name="直線コネクタ 139022">
                      <a:extLst>
                        <a:ext uri="{FF2B5EF4-FFF2-40B4-BE49-F238E27FC236}">
                          <a16:creationId xmlns:a16="http://schemas.microsoft.com/office/drawing/2014/main" id="{F1CF7674-DB63-47C7-ADE8-21163B0DD7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4" name="直線コネクタ 139023">
                      <a:extLst>
                        <a:ext uri="{FF2B5EF4-FFF2-40B4-BE49-F238E27FC236}">
                          <a16:creationId xmlns:a16="http://schemas.microsoft.com/office/drawing/2014/main" id="{88CFB11A-D761-487B-A2A2-7604E237D2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5" name="直線コネクタ 139024">
                      <a:extLst>
                        <a:ext uri="{FF2B5EF4-FFF2-40B4-BE49-F238E27FC236}">
                          <a16:creationId xmlns:a16="http://schemas.microsoft.com/office/drawing/2014/main" id="{6C4B240B-461F-4B7F-A16A-637A5761CE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6" name="直線コネクタ 139025">
                      <a:extLst>
                        <a:ext uri="{FF2B5EF4-FFF2-40B4-BE49-F238E27FC236}">
                          <a16:creationId xmlns:a16="http://schemas.microsoft.com/office/drawing/2014/main" id="{2AA8F20B-47D4-4863-88F7-D05E5BC9C6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7" name="直線コネクタ 139026">
                      <a:extLst>
                        <a:ext uri="{FF2B5EF4-FFF2-40B4-BE49-F238E27FC236}">
                          <a16:creationId xmlns:a16="http://schemas.microsoft.com/office/drawing/2014/main" id="{1F8D43DD-EEA5-4181-B5BB-865EBD8CA2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8" name="直線コネクタ 139027">
                      <a:extLst>
                        <a:ext uri="{FF2B5EF4-FFF2-40B4-BE49-F238E27FC236}">
                          <a16:creationId xmlns:a16="http://schemas.microsoft.com/office/drawing/2014/main" id="{12A1D464-9939-4AC5-87AA-C0FE30596F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29" name="直線コネクタ 139028">
                      <a:extLst>
                        <a:ext uri="{FF2B5EF4-FFF2-40B4-BE49-F238E27FC236}">
                          <a16:creationId xmlns:a16="http://schemas.microsoft.com/office/drawing/2014/main" id="{96C026CE-C4D7-48F7-AE5F-0A37FF9424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0" name="直線コネクタ 139029">
                      <a:extLst>
                        <a:ext uri="{FF2B5EF4-FFF2-40B4-BE49-F238E27FC236}">
                          <a16:creationId xmlns:a16="http://schemas.microsoft.com/office/drawing/2014/main" id="{2A05366A-96DE-4902-9F4A-CD072ED26C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1" name="直線コネクタ 139030">
                      <a:extLst>
                        <a:ext uri="{FF2B5EF4-FFF2-40B4-BE49-F238E27FC236}">
                          <a16:creationId xmlns:a16="http://schemas.microsoft.com/office/drawing/2014/main" id="{1C939EA9-72F8-4F95-80A1-C49684DC44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2" name="直線コネクタ 139031">
                      <a:extLst>
                        <a:ext uri="{FF2B5EF4-FFF2-40B4-BE49-F238E27FC236}">
                          <a16:creationId xmlns:a16="http://schemas.microsoft.com/office/drawing/2014/main" id="{F69ABD19-175A-4D2E-9A98-81D0C436B5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3" name="直線コネクタ 139032">
                      <a:extLst>
                        <a:ext uri="{FF2B5EF4-FFF2-40B4-BE49-F238E27FC236}">
                          <a16:creationId xmlns:a16="http://schemas.microsoft.com/office/drawing/2014/main" id="{5A29E6F5-BAD9-46C4-940E-AA850A228A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4" name="直線コネクタ 139033">
                      <a:extLst>
                        <a:ext uri="{FF2B5EF4-FFF2-40B4-BE49-F238E27FC236}">
                          <a16:creationId xmlns:a16="http://schemas.microsoft.com/office/drawing/2014/main" id="{B419F81D-1F67-4C12-A991-C094B196DF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5" name="直線コネクタ 139034">
                      <a:extLst>
                        <a:ext uri="{FF2B5EF4-FFF2-40B4-BE49-F238E27FC236}">
                          <a16:creationId xmlns:a16="http://schemas.microsoft.com/office/drawing/2014/main" id="{40CFDE22-22A6-4876-822D-C89342EF2C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6" name="直線コネクタ 139035">
                      <a:extLst>
                        <a:ext uri="{FF2B5EF4-FFF2-40B4-BE49-F238E27FC236}">
                          <a16:creationId xmlns:a16="http://schemas.microsoft.com/office/drawing/2014/main" id="{C8BF5422-F76E-4436-8905-7BE525286E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7" name="直線コネクタ 139036">
                      <a:extLst>
                        <a:ext uri="{FF2B5EF4-FFF2-40B4-BE49-F238E27FC236}">
                          <a16:creationId xmlns:a16="http://schemas.microsoft.com/office/drawing/2014/main" id="{0DB99086-F586-4BF1-927E-CC0C705E33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8" name="直線コネクタ 139037">
                      <a:extLst>
                        <a:ext uri="{FF2B5EF4-FFF2-40B4-BE49-F238E27FC236}">
                          <a16:creationId xmlns:a16="http://schemas.microsoft.com/office/drawing/2014/main" id="{50D1D824-CB1E-4493-8489-8353B234A6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39" name="直線コネクタ 139038">
                      <a:extLst>
                        <a:ext uri="{FF2B5EF4-FFF2-40B4-BE49-F238E27FC236}">
                          <a16:creationId xmlns:a16="http://schemas.microsoft.com/office/drawing/2014/main" id="{B82D1617-07AB-4CE5-B8E3-4546E83BC7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0" name="直線コネクタ 139039">
                      <a:extLst>
                        <a:ext uri="{FF2B5EF4-FFF2-40B4-BE49-F238E27FC236}">
                          <a16:creationId xmlns:a16="http://schemas.microsoft.com/office/drawing/2014/main" id="{48E55BF7-4F80-453A-9510-B9A6757EDE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1" name="直線コネクタ 139040">
                      <a:extLst>
                        <a:ext uri="{FF2B5EF4-FFF2-40B4-BE49-F238E27FC236}">
                          <a16:creationId xmlns:a16="http://schemas.microsoft.com/office/drawing/2014/main" id="{53F68869-CA09-47C9-99BC-68FCAE804F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2" name="直線コネクタ 139041">
                      <a:extLst>
                        <a:ext uri="{FF2B5EF4-FFF2-40B4-BE49-F238E27FC236}">
                          <a16:creationId xmlns:a16="http://schemas.microsoft.com/office/drawing/2014/main" id="{55AE30DF-86A1-421D-A78D-3757C5CDE6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3" name="直線コネクタ 139042">
                      <a:extLst>
                        <a:ext uri="{FF2B5EF4-FFF2-40B4-BE49-F238E27FC236}">
                          <a16:creationId xmlns:a16="http://schemas.microsoft.com/office/drawing/2014/main" id="{9FDBEAEF-AF71-431E-8772-D01F3A8228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4" name="直線コネクタ 139043">
                      <a:extLst>
                        <a:ext uri="{FF2B5EF4-FFF2-40B4-BE49-F238E27FC236}">
                          <a16:creationId xmlns:a16="http://schemas.microsoft.com/office/drawing/2014/main" id="{82D919D3-36E1-4F59-BEEF-BBBBAF9ECC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5" name="直線コネクタ 139044">
                      <a:extLst>
                        <a:ext uri="{FF2B5EF4-FFF2-40B4-BE49-F238E27FC236}">
                          <a16:creationId xmlns:a16="http://schemas.microsoft.com/office/drawing/2014/main" id="{F8DB4EC0-F7B9-49AA-A186-2C2856D4F8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6" name="直線コネクタ 139045">
                      <a:extLst>
                        <a:ext uri="{FF2B5EF4-FFF2-40B4-BE49-F238E27FC236}">
                          <a16:creationId xmlns:a16="http://schemas.microsoft.com/office/drawing/2014/main" id="{977F8984-CE1E-44E5-9BBB-C429F03D65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7" name="直線コネクタ 139046">
                      <a:extLst>
                        <a:ext uri="{FF2B5EF4-FFF2-40B4-BE49-F238E27FC236}">
                          <a16:creationId xmlns:a16="http://schemas.microsoft.com/office/drawing/2014/main" id="{0FA42774-18B7-403E-AD40-32FD8ADBE8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8" name="直線コネクタ 139047">
                      <a:extLst>
                        <a:ext uri="{FF2B5EF4-FFF2-40B4-BE49-F238E27FC236}">
                          <a16:creationId xmlns:a16="http://schemas.microsoft.com/office/drawing/2014/main" id="{68AB1ECB-D1E0-4971-9442-DF4BDCA94E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049" name="直線コネクタ 139048">
                      <a:extLst>
                        <a:ext uri="{FF2B5EF4-FFF2-40B4-BE49-F238E27FC236}">
                          <a16:creationId xmlns:a16="http://schemas.microsoft.com/office/drawing/2014/main" id="{10E939A8-B705-497A-9B52-A48968BD22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6" name="グループ化 138425">
                    <a:extLst>
                      <a:ext uri="{FF2B5EF4-FFF2-40B4-BE49-F238E27FC236}">
                        <a16:creationId xmlns:a16="http://schemas.microsoft.com/office/drawing/2014/main" id="{DA80F1CB-4BF6-453B-B81C-B89946F78FD6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4447763" y="630559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8927" name="直線コネクタ 138926">
                      <a:extLst>
                        <a:ext uri="{FF2B5EF4-FFF2-40B4-BE49-F238E27FC236}">
                          <a16:creationId xmlns:a16="http://schemas.microsoft.com/office/drawing/2014/main" id="{9E25B419-866B-4A31-AFFA-A661267010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8" name="直線コネクタ 138927">
                      <a:extLst>
                        <a:ext uri="{FF2B5EF4-FFF2-40B4-BE49-F238E27FC236}">
                          <a16:creationId xmlns:a16="http://schemas.microsoft.com/office/drawing/2014/main" id="{F445C30A-1B54-4815-946B-B38B46C318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9" name="直線コネクタ 138928">
                      <a:extLst>
                        <a:ext uri="{FF2B5EF4-FFF2-40B4-BE49-F238E27FC236}">
                          <a16:creationId xmlns:a16="http://schemas.microsoft.com/office/drawing/2014/main" id="{DB9C9FD5-34CC-409F-ADEB-6458F46C7F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0" name="直線コネクタ 138929">
                      <a:extLst>
                        <a:ext uri="{FF2B5EF4-FFF2-40B4-BE49-F238E27FC236}">
                          <a16:creationId xmlns:a16="http://schemas.microsoft.com/office/drawing/2014/main" id="{15DE813E-9129-4F60-B8DE-CAF0E91153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1" name="直線コネクタ 138930">
                      <a:extLst>
                        <a:ext uri="{FF2B5EF4-FFF2-40B4-BE49-F238E27FC236}">
                          <a16:creationId xmlns:a16="http://schemas.microsoft.com/office/drawing/2014/main" id="{EF5D751D-52FB-4069-A2E8-C712D8B2FA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2" name="直線コネクタ 138931">
                      <a:extLst>
                        <a:ext uri="{FF2B5EF4-FFF2-40B4-BE49-F238E27FC236}">
                          <a16:creationId xmlns:a16="http://schemas.microsoft.com/office/drawing/2014/main" id="{81DB30C8-D0B4-4B44-AED7-4DCC4A4842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3" name="直線コネクタ 138932">
                      <a:extLst>
                        <a:ext uri="{FF2B5EF4-FFF2-40B4-BE49-F238E27FC236}">
                          <a16:creationId xmlns:a16="http://schemas.microsoft.com/office/drawing/2014/main" id="{925AD2E0-8008-44DB-9A51-5EB7DA0AF5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4" name="直線コネクタ 138933">
                      <a:extLst>
                        <a:ext uri="{FF2B5EF4-FFF2-40B4-BE49-F238E27FC236}">
                          <a16:creationId xmlns:a16="http://schemas.microsoft.com/office/drawing/2014/main" id="{8EFD8F54-41C5-42A2-A198-65887204FF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5" name="直線コネクタ 138934">
                      <a:extLst>
                        <a:ext uri="{FF2B5EF4-FFF2-40B4-BE49-F238E27FC236}">
                          <a16:creationId xmlns:a16="http://schemas.microsoft.com/office/drawing/2014/main" id="{8855A1E4-A2DC-44CF-B9CA-CEB68B9A2C3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6" name="直線コネクタ 138935">
                      <a:extLst>
                        <a:ext uri="{FF2B5EF4-FFF2-40B4-BE49-F238E27FC236}">
                          <a16:creationId xmlns:a16="http://schemas.microsoft.com/office/drawing/2014/main" id="{A08BB721-7D58-446B-A3B1-17FE900FB4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7" name="直線コネクタ 138936">
                      <a:extLst>
                        <a:ext uri="{FF2B5EF4-FFF2-40B4-BE49-F238E27FC236}">
                          <a16:creationId xmlns:a16="http://schemas.microsoft.com/office/drawing/2014/main" id="{9F931CAB-A247-4D1B-A727-A32C3453D8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8" name="直線コネクタ 138937">
                      <a:extLst>
                        <a:ext uri="{FF2B5EF4-FFF2-40B4-BE49-F238E27FC236}">
                          <a16:creationId xmlns:a16="http://schemas.microsoft.com/office/drawing/2014/main" id="{5E10DA50-8D7F-4241-9052-5072ADFD78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39" name="直線コネクタ 138938">
                      <a:extLst>
                        <a:ext uri="{FF2B5EF4-FFF2-40B4-BE49-F238E27FC236}">
                          <a16:creationId xmlns:a16="http://schemas.microsoft.com/office/drawing/2014/main" id="{1999F318-82C0-419D-881F-6CDCED91C0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0" name="直線コネクタ 138939">
                      <a:extLst>
                        <a:ext uri="{FF2B5EF4-FFF2-40B4-BE49-F238E27FC236}">
                          <a16:creationId xmlns:a16="http://schemas.microsoft.com/office/drawing/2014/main" id="{95ACFD1F-1724-47DB-9CA5-D182330FA2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1" name="直線コネクタ 138940">
                      <a:extLst>
                        <a:ext uri="{FF2B5EF4-FFF2-40B4-BE49-F238E27FC236}">
                          <a16:creationId xmlns:a16="http://schemas.microsoft.com/office/drawing/2014/main" id="{9F78824A-2FC3-422A-B818-3476AD3A2E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2" name="直線コネクタ 138941">
                      <a:extLst>
                        <a:ext uri="{FF2B5EF4-FFF2-40B4-BE49-F238E27FC236}">
                          <a16:creationId xmlns:a16="http://schemas.microsoft.com/office/drawing/2014/main" id="{E08F80AF-79C8-40AF-A072-4DA05D7A7F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3" name="直線コネクタ 138942">
                      <a:extLst>
                        <a:ext uri="{FF2B5EF4-FFF2-40B4-BE49-F238E27FC236}">
                          <a16:creationId xmlns:a16="http://schemas.microsoft.com/office/drawing/2014/main" id="{5FE60401-5CC7-48FC-BA38-D56651CC32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4" name="直線コネクタ 138943">
                      <a:extLst>
                        <a:ext uri="{FF2B5EF4-FFF2-40B4-BE49-F238E27FC236}">
                          <a16:creationId xmlns:a16="http://schemas.microsoft.com/office/drawing/2014/main" id="{B65EFC2E-4F98-4866-B147-93142C985B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5" name="直線コネクタ 138944">
                      <a:extLst>
                        <a:ext uri="{FF2B5EF4-FFF2-40B4-BE49-F238E27FC236}">
                          <a16:creationId xmlns:a16="http://schemas.microsoft.com/office/drawing/2014/main" id="{922F472A-8D2D-4A28-B4B1-32C5908748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6" name="直線コネクタ 138945">
                      <a:extLst>
                        <a:ext uri="{FF2B5EF4-FFF2-40B4-BE49-F238E27FC236}">
                          <a16:creationId xmlns:a16="http://schemas.microsoft.com/office/drawing/2014/main" id="{97D36F4A-116E-4934-B981-8F23BF28C1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7" name="直線コネクタ 138946">
                      <a:extLst>
                        <a:ext uri="{FF2B5EF4-FFF2-40B4-BE49-F238E27FC236}">
                          <a16:creationId xmlns:a16="http://schemas.microsoft.com/office/drawing/2014/main" id="{992186BA-2B9A-461B-80B4-69A181DFB4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8" name="直線コネクタ 138947">
                      <a:extLst>
                        <a:ext uri="{FF2B5EF4-FFF2-40B4-BE49-F238E27FC236}">
                          <a16:creationId xmlns:a16="http://schemas.microsoft.com/office/drawing/2014/main" id="{5308E9AF-C668-493F-9D4E-2F3704C5DD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49" name="直線コネクタ 138948">
                      <a:extLst>
                        <a:ext uri="{FF2B5EF4-FFF2-40B4-BE49-F238E27FC236}">
                          <a16:creationId xmlns:a16="http://schemas.microsoft.com/office/drawing/2014/main" id="{10ADB833-74A6-492A-A347-EFEB766869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0" name="直線コネクタ 138949">
                      <a:extLst>
                        <a:ext uri="{FF2B5EF4-FFF2-40B4-BE49-F238E27FC236}">
                          <a16:creationId xmlns:a16="http://schemas.microsoft.com/office/drawing/2014/main" id="{A762F1E9-BB8D-419E-940D-DABD9FA6D2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1" name="直線コネクタ 138950">
                      <a:extLst>
                        <a:ext uri="{FF2B5EF4-FFF2-40B4-BE49-F238E27FC236}">
                          <a16:creationId xmlns:a16="http://schemas.microsoft.com/office/drawing/2014/main" id="{94F6E58A-45E2-485B-A3F5-5825E5D244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2" name="直線コネクタ 138951">
                      <a:extLst>
                        <a:ext uri="{FF2B5EF4-FFF2-40B4-BE49-F238E27FC236}">
                          <a16:creationId xmlns:a16="http://schemas.microsoft.com/office/drawing/2014/main" id="{FC0B71BE-78F2-45E6-BF97-59A617136E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3" name="直線コネクタ 138952">
                      <a:extLst>
                        <a:ext uri="{FF2B5EF4-FFF2-40B4-BE49-F238E27FC236}">
                          <a16:creationId xmlns:a16="http://schemas.microsoft.com/office/drawing/2014/main" id="{8E6D402A-1BFF-42B6-8444-EB3A83B002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4" name="直線コネクタ 138953">
                      <a:extLst>
                        <a:ext uri="{FF2B5EF4-FFF2-40B4-BE49-F238E27FC236}">
                          <a16:creationId xmlns:a16="http://schemas.microsoft.com/office/drawing/2014/main" id="{CEC399E7-81C1-437E-A72E-78466451C3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5" name="直線コネクタ 138954">
                      <a:extLst>
                        <a:ext uri="{FF2B5EF4-FFF2-40B4-BE49-F238E27FC236}">
                          <a16:creationId xmlns:a16="http://schemas.microsoft.com/office/drawing/2014/main" id="{F09AC241-F06E-42E3-A0C3-3F583B1E4A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6" name="直線コネクタ 138955">
                      <a:extLst>
                        <a:ext uri="{FF2B5EF4-FFF2-40B4-BE49-F238E27FC236}">
                          <a16:creationId xmlns:a16="http://schemas.microsoft.com/office/drawing/2014/main" id="{7079EDE7-3CD9-4A32-9D8A-D486DC32F2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7" name="直線コネクタ 138956">
                      <a:extLst>
                        <a:ext uri="{FF2B5EF4-FFF2-40B4-BE49-F238E27FC236}">
                          <a16:creationId xmlns:a16="http://schemas.microsoft.com/office/drawing/2014/main" id="{51C45373-87DE-4701-9D1F-B3F9239F5B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8" name="直線コネクタ 138957">
                      <a:extLst>
                        <a:ext uri="{FF2B5EF4-FFF2-40B4-BE49-F238E27FC236}">
                          <a16:creationId xmlns:a16="http://schemas.microsoft.com/office/drawing/2014/main" id="{8EC03D50-0864-4741-BA75-D6B85F0A4D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59" name="直線コネクタ 138958">
                      <a:extLst>
                        <a:ext uri="{FF2B5EF4-FFF2-40B4-BE49-F238E27FC236}">
                          <a16:creationId xmlns:a16="http://schemas.microsoft.com/office/drawing/2014/main" id="{20FD7071-0BAB-40EF-9F05-586605F887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0" name="直線コネクタ 138959">
                      <a:extLst>
                        <a:ext uri="{FF2B5EF4-FFF2-40B4-BE49-F238E27FC236}">
                          <a16:creationId xmlns:a16="http://schemas.microsoft.com/office/drawing/2014/main" id="{158D982C-D960-4A81-AE8F-8617329E36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1" name="直線コネクタ 138960">
                      <a:extLst>
                        <a:ext uri="{FF2B5EF4-FFF2-40B4-BE49-F238E27FC236}">
                          <a16:creationId xmlns:a16="http://schemas.microsoft.com/office/drawing/2014/main" id="{78E1DB52-1379-4B50-BB13-BFB42A7866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2" name="直線コネクタ 138961">
                      <a:extLst>
                        <a:ext uri="{FF2B5EF4-FFF2-40B4-BE49-F238E27FC236}">
                          <a16:creationId xmlns:a16="http://schemas.microsoft.com/office/drawing/2014/main" id="{17EF5348-24C9-424E-A53F-EC035AEDB2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3" name="直線コネクタ 138962">
                      <a:extLst>
                        <a:ext uri="{FF2B5EF4-FFF2-40B4-BE49-F238E27FC236}">
                          <a16:creationId xmlns:a16="http://schemas.microsoft.com/office/drawing/2014/main" id="{30C87430-8059-457F-B69A-E265EF964D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4" name="直線コネクタ 138963">
                      <a:extLst>
                        <a:ext uri="{FF2B5EF4-FFF2-40B4-BE49-F238E27FC236}">
                          <a16:creationId xmlns:a16="http://schemas.microsoft.com/office/drawing/2014/main" id="{733F5590-7794-43BB-9AFF-77AF0DF4AD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5" name="直線コネクタ 138964">
                      <a:extLst>
                        <a:ext uri="{FF2B5EF4-FFF2-40B4-BE49-F238E27FC236}">
                          <a16:creationId xmlns:a16="http://schemas.microsoft.com/office/drawing/2014/main" id="{6EF6B4A9-DE27-4C9C-BE83-43D93D5E24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6" name="直線コネクタ 138965">
                      <a:extLst>
                        <a:ext uri="{FF2B5EF4-FFF2-40B4-BE49-F238E27FC236}">
                          <a16:creationId xmlns:a16="http://schemas.microsoft.com/office/drawing/2014/main" id="{86EFD355-010F-4A35-8951-689DF6861A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7" name="直線コネクタ 138966">
                      <a:extLst>
                        <a:ext uri="{FF2B5EF4-FFF2-40B4-BE49-F238E27FC236}">
                          <a16:creationId xmlns:a16="http://schemas.microsoft.com/office/drawing/2014/main" id="{306AD305-7B59-4F58-8D5F-A1A86E0040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8" name="直線コネクタ 138967">
                      <a:extLst>
                        <a:ext uri="{FF2B5EF4-FFF2-40B4-BE49-F238E27FC236}">
                          <a16:creationId xmlns:a16="http://schemas.microsoft.com/office/drawing/2014/main" id="{B3F6675C-D951-4789-BC1E-A276EF700F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69" name="直線コネクタ 138968">
                      <a:extLst>
                        <a:ext uri="{FF2B5EF4-FFF2-40B4-BE49-F238E27FC236}">
                          <a16:creationId xmlns:a16="http://schemas.microsoft.com/office/drawing/2014/main" id="{01A6E5C7-3AB3-459F-A0AE-F89626327C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0" name="直線コネクタ 138969">
                      <a:extLst>
                        <a:ext uri="{FF2B5EF4-FFF2-40B4-BE49-F238E27FC236}">
                          <a16:creationId xmlns:a16="http://schemas.microsoft.com/office/drawing/2014/main" id="{7444AA0F-8F0B-4964-9E9A-C2FF108ADD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1" name="直線コネクタ 138970">
                      <a:extLst>
                        <a:ext uri="{FF2B5EF4-FFF2-40B4-BE49-F238E27FC236}">
                          <a16:creationId xmlns:a16="http://schemas.microsoft.com/office/drawing/2014/main" id="{4C349C8B-DAE8-45A7-B134-E0B0C305AD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2" name="直線コネクタ 138971">
                      <a:extLst>
                        <a:ext uri="{FF2B5EF4-FFF2-40B4-BE49-F238E27FC236}">
                          <a16:creationId xmlns:a16="http://schemas.microsoft.com/office/drawing/2014/main" id="{ADE10C07-D5E0-45BA-9A81-9ED270DB7A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3" name="直線コネクタ 138972">
                      <a:extLst>
                        <a:ext uri="{FF2B5EF4-FFF2-40B4-BE49-F238E27FC236}">
                          <a16:creationId xmlns:a16="http://schemas.microsoft.com/office/drawing/2014/main" id="{06800DF5-EB4C-45F8-BDEE-DA5C28DE74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4" name="直線コネクタ 138973">
                      <a:extLst>
                        <a:ext uri="{FF2B5EF4-FFF2-40B4-BE49-F238E27FC236}">
                          <a16:creationId xmlns:a16="http://schemas.microsoft.com/office/drawing/2014/main" id="{1B2FDCD1-2B62-498D-92D6-913B3F69BD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5" name="直線コネクタ 138974">
                      <a:extLst>
                        <a:ext uri="{FF2B5EF4-FFF2-40B4-BE49-F238E27FC236}">
                          <a16:creationId xmlns:a16="http://schemas.microsoft.com/office/drawing/2014/main" id="{3AA457AB-1575-4225-AFDA-79D0DEF6C9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6" name="直線コネクタ 138975">
                      <a:extLst>
                        <a:ext uri="{FF2B5EF4-FFF2-40B4-BE49-F238E27FC236}">
                          <a16:creationId xmlns:a16="http://schemas.microsoft.com/office/drawing/2014/main" id="{8124F01C-EA6C-4E2C-8C98-9026C82F4F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7" name="直線コネクタ 138976">
                      <a:extLst>
                        <a:ext uri="{FF2B5EF4-FFF2-40B4-BE49-F238E27FC236}">
                          <a16:creationId xmlns:a16="http://schemas.microsoft.com/office/drawing/2014/main" id="{DD58AB6E-0938-4D40-9CB8-EFBB6B7126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8" name="直線コネクタ 138977">
                      <a:extLst>
                        <a:ext uri="{FF2B5EF4-FFF2-40B4-BE49-F238E27FC236}">
                          <a16:creationId xmlns:a16="http://schemas.microsoft.com/office/drawing/2014/main" id="{120EF7CF-89EF-4615-9B5B-FF66A8087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79" name="直線コネクタ 138978">
                      <a:extLst>
                        <a:ext uri="{FF2B5EF4-FFF2-40B4-BE49-F238E27FC236}">
                          <a16:creationId xmlns:a16="http://schemas.microsoft.com/office/drawing/2014/main" id="{98882128-5A9D-447C-9959-AFAA98FE6A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0" name="直線コネクタ 138979">
                      <a:extLst>
                        <a:ext uri="{FF2B5EF4-FFF2-40B4-BE49-F238E27FC236}">
                          <a16:creationId xmlns:a16="http://schemas.microsoft.com/office/drawing/2014/main" id="{A9D4FEC0-28CF-4608-B9CD-CA8E90C2F1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1" name="直線コネクタ 138980">
                      <a:extLst>
                        <a:ext uri="{FF2B5EF4-FFF2-40B4-BE49-F238E27FC236}">
                          <a16:creationId xmlns:a16="http://schemas.microsoft.com/office/drawing/2014/main" id="{4699CF80-A5D9-4A84-BC6F-4F108DD33F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2" name="直線コネクタ 138981">
                      <a:extLst>
                        <a:ext uri="{FF2B5EF4-FFF2-40B4-BE49-F238E27FC236}">
                          <a16:creationId xmlns:a16="http://schemas.microsoft.com/office/drawing/2014/main" id="{583B6E39-919F-4F64-8044-CFFA576573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3" name="直線コネクタ 138982">
                      <a:extLst>
                        <a:ext uri="{FF2B5EF4-FFF2-40B4-BE49-F238E27FC236}">
                          <a16:creationId xmlns:a16="http://schemas.microsoft.com/office/drawing/2014/main" id="{BC35DA1D-72D2-4855-BCFA-3E80240D6E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4" name="直線コネクタ 138983">
                      <a:extLst>
                        <a:ext uri="{FF2B5EF4-FFF2-40B4-BE49-F238E27FC236}">
                          <a16:creationId xmlns:a16="http://schemas.microsoft.com/office/drawing/2014/main" id="{54F50AF6-D402-4E4E-B3B5-93BA270336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5" name="直線コネクタ 138984">
                      <a:extLst>
                        <a:ext uri="{FF2B5EF4-FFF2-40B4-BE49-F238E27FC236}">
                          <a16:creationId xmlns:a16="http://schemas.microsoft.com/office/drawing/2014/main" id="{7BFC4A1A-03C6-4416-8C8F-6E40D55689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86" name="直線コネクタ 138985">
                      <a:extLst>
                        <a:ext uri="{FF2B5EF4-FFF2-40B4-BE49-F238E27FC236}">
                          <a16:creationId xmlns:a16="http://schemas.microsoft.com/office/drawing/2014/main" id="{5BA04C18-53E9-4E1A-9C56-DA2B99C766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7" name="グループ化 138426">
                    <a:extLst>
                      <a:ext uri="{FF2B5EF4-FFF2-40B4-BE49-F238E27FC236}">
                        <a16:creationId xmlns:a16="http://schemas.microsoft.com/office/drawing/2014/main" id="{89676830-BA14-4CA6-8C3E-0E9883A4945B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919281" y="356544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8864" name="直線コネクタ 138863">
                      <a:extLst>
                        <a:ext uri="{FF2B5EF4-FFF2-40B4-BE49-F238E27FC236}">
                          <a16:creationId xmlns:a16="http://schemas.microsoft.com/office/drawing/2014/main" id="{CD0496AD-22E1-4A3F-A0A2-76A3860A3A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5" name="直線コネクタ 138864">
                      <a:extLst>
                        <a:ext uri="{FF2B5EF4-FFF2-40B4-BE49-F238E27FC236}">
                          <a16:creationId xmlns:a16="http://schemas.microsoft.com/office/drawing/2014/main" id="{D0B226B9-B066-4C79-9D22-04481E31A0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6" name="直線コネクタ 138865">
                      <a:extLst>
                        <a:ext uri="{FF2B5EF4-FFF2-40B4-BE49-F238E27FC236}">
                          <a16:creationId xmlns:a16="http://schemas.microsoft.com/office/drawing/2014/main" id="{119AFBDD-35CA-4840-904B-44E8E2690D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7" name="直線コネクタ 138866">
                      <a:extLst>
                        <a:ext uri="{FF2B5EF4-FFF2-40B4-BE49-F238E27FC236}">
                          <a16:creationId xmlns:a16="http://schemas.microsoft.com/office/drawing/2014/main" id="{BE1FF9DA-4932-4DE1-ADF0-A945DA7FC9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8" name="直線コネクタ 138867">
                      <a:extLst>
                        <a:ext uri="{FF2B5EF4-FFF2-40B4-BE49-F238E27FC236}">
                          <a16:creationId xmlns:a16="http://schemas.microsoft.com/office/drawing/2014/main" id="{C444AF16-9368-4B7B-B29F-9B43639488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9" name="直線コネクタ 138868">
                      <a:extLst>
                        <a:ext uri="{FF2B5EF4-FFF2-40B4-BE49-F238E27FC236}">
                          <a16:creationId xmlns:a16="http://schemas.microsoft.com/office/drawing/2014/main" id="{9E8C4A04-8F6A-4F5F-9ADA-E7DEAA7C2A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0" name="直線コネクタ 138869">
                      <a:extLst>
                        <a:ext uri="{FF2B5EF4-FFF2-40B4-BE49-F238E27FC236}">
                          <a16:creationId xmlns:a16="http://schemas.microsoft.com/office/drawing/2014/main" id="{F5A8A43A-7CA9-49C0-8125-22CA601995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1" name="直線コネクタ 138870">
                      <a:extLst>
                        <a:ext uri="{FF2B5EF4-FFF2-40B4-BE49-F238E27FC236}">
                          <a16:creationId xmlns:a16="http://schemas.microsoft.com/office/drawing/2014/main" id="{DD33B65B-512E-42F3-9E22-A230F53003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2" name="直線コネクタ 138871">
                      <a:extLst>
                        <a:ext uri="{FF2B5EF4-FFF2-40B4-BE49-F238E27FC236}">
                          <a16:creationId xmlns:a16="http://schemas.microsoft.com/office/drawing/2014/main" id="{D21AD4E0-0F35-4F2A-BDE9-4B408ABEBC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3" name="直線コネクタ 138872">
                      <a:extLst>
                        <a:ext uri="{FF2B5EF4-FFF2-40B4-BE49-F238E27FC236}">
                          <a16:creationId xmlns:a16="http://schemas.microsoft.com/office/drawing/2014/main" id="{B11C712C-5408-4E0F-A158-68C4D14970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4" name="直線コネクタ 138873">
                      <a:extLst>
                        <a:ext uri="{FF2B5EF4-FFF2-40B4-BE49-F238E27FC236}">
                          <a16:creationId xmlns:a16="http://schemas.microsoft.com/office/drawing/2014/main" id="{B8E7D93E-9522-45E3-9718-8BCD363044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5" name="直線コネクタ 138874">
                      <a:extLst>
                        <a:ext uri="{FF2B5EF4-FFF2-40B4-BE49-F238E27FC236}">
                          <a16:creationId xmlns:a16="http://schemas.microsoft.com/office/drawing/2014/main" id="{A13E086C-F623-4B38-A578-97F454A0F2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6" name="直線コネクタ 138875">
                      <a:extLst>
                        <a:ext uri="{FF2B5EF4-FFF2-40B4-BE49-F238E27FC236}">
                          <a16:creationId xmlns:a16="http://schemas.microsoft.com/office/drawing/2014/main" id="{8F2AFF6D-C53C-4456-A685-93D0FFE0D1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7" name="直線コネクタ 138876">
                      <a:extLst>
                        <a:ext uri="{FF2B5EF4-FFF2-40B4-BE49-F238E27FC236}">
                          <a16:creationId xmlns:a16="http://schemas.microsoft.com/office/drawing/2014/main" id="{7367AAE3-CA2E-4DA8-8A6B-F07DD6FB3A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8" name="直線コネクタ 138877">
                      <a:extLst>
                        <a:ext uri="{FF2B5EF4-FFF2-40B4-BE49-F238E27FC236}">
                          <a16:creationId xmlns:a16="http://schemas.microsoft.com/office/drawing/2014/main" id="{A3521CF3-889D-4338-AA96-7F3D846D97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79" name="直線コネクタ 138878">
                      <a:extLst>
                        <a:ext uri="{FF2B5EF4-FFF2-40B4-BE49-F238E27FC236}">
                          <a16:creationId xmlns:a16="http://schemas.microsoft.com/office/drawing/2014/main" id="{9E196EF8-80F1-4BF3-B206-D7385CBB9F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0" name="直線コネクタ 138879">
                      <a:extLst>
                        <a:ext uri="{FF2B5EF4-FFF2-40B4-BE49-F238E27FC236}">
                          <a16:creationId xmlns:a16="http://schemas.microsoft.com/office/drawing/2014/main" id="{68C23779-CBC7-43AE-83ED-AFD155999F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1" name="直線コネクタ 138880">
                      <a:extLst>
                        <a:ext uri="{FF2B5EF4-FFF2-40B4-BE49-F238E27FC236}">
                          <a16:creationId xmlns:a16="http://schemas.microsoft.com/office/drawing/2014/main" id="{52C45371-373F-4292-B17B-225098ADF7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2" name="直線コネクタ 138881">
                      <a:extLst>
                        <a:ext uri="{FF2B5EF4-FFF2-40B4-BE49-F238E27FC236}">
                          <a16:creationId xmlns:a16="http://schemas.microsoft.com/office/drawing/2014/main" id="{E10FC604-F6DB-4864-AD1F-E30F861B2E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3" name="直線コネクタ 138882">
                      <a:extLst>
                        <a:ext uri="{FF2B5EF4-FFF2-40B4-BE49-F238E27FC236}">
                          <a16:creationId xmlns:a16="http://schemas.microsoft.com/office/drawing/2014/main" id="{4373F5C8-52F0-44AB-9732-71ED1E88C9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4" name="直線コネクタ 138883">
                      <a:extLst>
                        <a:ext uri="{FF2B5EF4-FFF2-40B4-BE49-F238E27FC236}">
                          <a16:creationId xmlns:a16="http://schemas.microsoft.com/office/drawing/2014/main" id="{ECE2A22D-564B-4F8C-A041-4A2968B00F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5" name="直線コネクタ 138884">
                      <a:extLst>
                        <a:ext uri="{FF2B5EF4-FFF2-40B4-BE49-F238E27FC236}">
                          <a16:creationId xmlns:a16="http://schemas.microsoft.com/office/drawing/2014/main" id="{BD747139-413D-45CF-AC80-642DFD5741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6" name="直線コネクタ 138885">
                      <a:extLst>
                        <a:ext uri="{FF2B5EF4-FFF2-40B4-BE49-F238E27FC236}">
                          <a16:creationId xmlns:a16="http://schemas.microsoft.com/office/drawing/2014/main" id="{BB8943A0-7545-4A6F-9716-0E04970DC2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7" name="直線コネクタ 138886">
                      <a:extLst>
                        <a:ext uri="{FF2B5EF4-FFF2-40B4-BE49-F238E27FC236}">
                          <a16:creationId xmlns:a16="http://schemas.microsoft.com/office/drawing/2014/main" id="{EEDED843-ACE6-4B07-8556-D13388A691F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8" name="直線コネクタ 138887">
                      <a:extLst>
                        <a:ext uri="{FF2B5EF4-FFF2-40B4-BE49-F238E27FC236}">
                          <a16:creationId xmlns:a16="http://schemas.microsoft.com/office/drawing/2014/main" id="{398DFE56-7FCD-4C92-BF73-01C0E52999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89" name="直線コネクタ 138888">
                      <a:extLst>
                        <a:ext uri="{FF2B5EF4-FFF2-40B4-BE49-F238E27FC236}">
                          <a16:creationId xmlns:a16="http://schemas.microsoft.com/office/drawing/2014/main" id="{D8448245-D03F-47C6-B800-076F68F557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0" name="直線コネクタ 138889">
                      <a:extLst>
                        <a:ext uri="{FF2B5EF4-FFF2-40B4-BE49-F238E27FC236}">
                          <a16:creationId xmlns:a16="http://schemas.microsoft.com/office/drawing/2014/main" id="{DFAEEFFE-F8C9-442F-9101-13C79E1C93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1" name="直線コネクタ 138890">
                      <a:extLst>
                        <a:ext uri="{FF2B5EF4-FFF2-40B4-BE49-F238E27FC236}">
                          <a16:creationId xmlns:a16="http://schemas.microsoft.com/office/drawing/2014/main" id="{D0E56331-04BE-4EA6-B6D7-B0C1164BB0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2" name="直線コネクタ 138891">
                      <a:extLst>
                        <a:ext uri="{FF2B5EF4-FFF2-40B4-BE49-F238E27FC236}">
                          <a16:creationId xmlns:a16="http://schemas.microsoft.com/office/drawing/2014/main" id="{47AFF89B-A98F-411E-B8A6-B16D27F5D7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3" name="直線コネクタ 138892">
                      <a:extLst>
                        <a:ext uri="{FF2B5EF4-FFF2-40B4-BE49-F238E27FC236}">
                          <a16:creationId xmlns:a16="http://schemas.microsoft.com/office/drawing/2014/main" id="{D8F59C87-1CBD-4577-82E3-1FCEA357B9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4" name="直線コネクタ 138893">
                      <a:extLst>
                        <a:ext uri="{FF2B5EF4-FFF2-40B4-BE49-F238E27FC236}">
                          <a16:creationId xmlns:a16="http://schemas.microsoft.com/office/drawing/2014/main" id="{FED13FF5-ED25-4C96-9A5A-7CC36CFAFD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5" name="直線コネクタ 138894">
                      <a:extLst>
                        <a:ext uri="{FF2B5EF4-FFF2-40B4-BE49-F238E27FC236}">
                          <a16:creationId xmlns:a16="http://schemas.microsoft.com/office/drawing/2014/main" id="{6C44CEF4-5768-4C4F-B4C1-1DC2B1A3E4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6" name="直線コネクタ 138895">
                      <a:extLst>
                        <a:ext uri="{FF2B5EF4-FFF2-40B4-BE49-F238E27FC236}">
                          <a16:creationId xmlns:a16="http://schemas.microsoft.com/office/drawing/2014/main" id="{6E51E210-856B-4C2B-B65E-ED33AA785F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7" name="直線コネクタ 138896">
                      <a:extLst>
                        <a:ext uri="{FF2B5EF4-FFF2-40B4-BE49-F238E27FC236}">
                          <a16:creationId xmlns:a16="http://schemas.microsoft.com/office/drawing/2014/main" id="{36AA546A-2986-4F03-A1F3-492A4B0F0D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8" name="直線コネクタ 138897">
                      <a:extLst>
                        <a:ext uri="{FF2B5EF4-FFF2-40B4-BE49-F238E27FC236}">
                          <a16:creationId xmlns:a16="http://schemas.microsoft.com/office/drawing/2014/main" id="{7C9E73B5-5E05-4FEC-BFEC-52DFF120D8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99" name="直線コネクタ 138898">
                      <a:extLst>
                        <a:ext uri="{FF2B5EF4-FFF2-40B4-BE49-F238E27FC236}">
                          <a16:creationId xmlns:a16="http://schemas.microsoft.com/office/drawing/2014/main" id="{0B33A471-49A4-425E-A994-417A94AC3A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0" name="直線コネクタ 138899">
                      <a:extLst>
                        <a:ext uri="{FF2B5EF4-FFF2-40B4-BE49-F238E27FC236}">
                          <a16:creationId xmlns:a16="http://schemas.microsoft.com/office/drawing/2014/main" id="{52CEC40A-6167-421E-99D6-1EEA6808FA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1" name="直線コネクタ 138900">
                      <a:extLst>
                        <a:ext uri="{FF2B5EF4-FFF2-40B4-BE49-F238E27FC236}">
                          <a16:creationId xmlns:a16="http://schemas.microsoft.com/office/drawing/2014/main" id="{FEFD536F-7449-4B60-879C-C892D4AA79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2" name="直線コネクタ 138901">
                      <a:extLst>
                        <a:ext uri="{FF2B5EF4-FFF2-40B4-BE49-F238E27FC236}">
                          <a16:creationId xmlns:a16="http://schemas.microsoft.com/office/drawing/2014/main" id="{AE0A1F74-65FD-4CEC-8D82-6A54F9C471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3" name="直線コネクタ 138902">
                      <a:extLst>
                        <a:ext uri="{FF2B5EF4-FFF2-40B4-BE49-F238E27FC236}">
                          <a16:creationId xmlns:a16="http://schemas.microsoft.com/office/drawing/2014/main" id="{E7BC6637-49C4-45DB-A786-9E52D38069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4" name="直線コネクタ 138903">
                      <a:extLst>
                        <a:ext uri="{FF2B5EF4-FFF2-40B4-BE49-F238E27FC236}">
                          <a16:creationId xmlns:a16="http://schemas.microsoft.com/office/drawing/2014/main" id="{350C006E-7F5F-4E9C-AC7B-DF9056A10E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5" name="直線コネクタ 138904">
                      <a:extLst>
                        <a:ext uri="{FF2B5EF4-FFF2-40B4-BE49-F238E27FC236}">
                          <a16:creationId xmlns:a16="http://schemas.microsoft.com/office/drawing/2014/main" id="{913B61FD-D35C-41A4-939C-DB6FC5BF72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6" name="直線コネクタ 138905">
                      <a:extLst>
                        <a:ext uri="{FF2B5EF4-FFF2-40B4-BE49-F238E27FC236}">
                          <a16:creationId xmlns:a16="http://schemas.microsoft.com/office/drawing/2014/main" id="{66F9086E-963C-40A4-99B9-5EA799580D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7" name="直線コネクタ 138906">
                      <a:extLst>
                        <a:ext uri="{FF2B5EF4-FFF2-40B4-BE49-F238E27FC236}">
                          <a16:creationId xmlns:a16="http://schemas.microsoft.com/office/drawing/2014/main" id="{13DE4654-B7BA-4CA6-B325-DA0F4C3DBE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8" name="直線コネクタ 138907">
                      <a:extLst>
                        <a:ext uri="{FF2B5EF4-FFF2-40B4-BE49-F238E27FC236}">
                          <a16:creationId xmlns:a16="http://schemas.microsoft.com/office/drawing/2014/main" id="{5FAEBFA8-2BF0-4CF5-9124-B26111F146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09" name="直線コネクタ 138908">
                      <a:extLst>
                        <a:ext uri="{FF2B5EF4-FFF2-40B4-BE49-F238E27FC236}">
                          <a16:creationId xmlns:a16="http://schemas.microsoft.com/office/drawing/2014/main" id="{3DF9EEB2-1CB3-465E-AFE4-F7FB1D973E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0" name="直線コネクタ 138909">
                      <a:extLst>
                        <a:ext uri="{FF2B5EF4-FFF2-40B4-BE49-F238E27FC236}">
                          <a16:creationId xmlns:a16="http://schemas.microsoft.com/office/drawing/2014/main" id="{663C379B-0D0B-450D-AB6F-8921AF739C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1" name="直線コネクタ 138910">
                      <a:extLst>
                        <a:ext uri="{FF2B5EF4-FFF2-40B4-BE49-F238E27FC236}">
                          <a16:creationId xmlns:a16="http://schemas.microsoft.com/office/drawing/2014/main" id="{4A6B94E7-5620-4FF5-821D-9F9B10C4B0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2" name="直線コネクタ 138911">
                      <a:extLst>
                        <a:ext uri="{FF2B5EF4-FFF2-40B4-BE49-F238E27FC236}">
                          <a16:creationId xmlns:a16="http://schemas.microsoft.com/office/drawing/2014/main" id="{E448B766-E832-42E6-A2B3-05EF933BBC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3" name="直線コネクタ 138912">
                      <a:extLst>
                        <a:ext uri="{FF2B5EF4-FFF2-40B4-BE49-F238E27FC236}">
                          <a16:creationId xmlns:a16="http://schemas.microsoft.com/office/drawing/2014/main" id="{06D94A25-057F-4FAB-A8C0-5AB1A35C94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4" name="直線コネクタ 138913">
                      <a:extLst>
                        <a:ext uri="{FF2B5EF4-FFF2-40B4-BE49-F238E27FC236}">
                          <a16:creationId xmlns:a16="http://schemas.microsoft.com/office/drawing/2014/main" id="{5527E07B-658F-4D53-ABAA-BB04B6F74C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5" name="直線コネクタ 138914">
                      <a:extLst>
                        <a:ext uri="{FF2B5EF4-FFF2-40B4-BE49-F238E27FC236}">
                          <a16:creationId xmlns:a16="http://schemas.microsoft.com/office/drawing/2014/main" id="{431DADB4-7C71-42A0-8695-84721B04D7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6" name="直線コネクタ 138915">
                      <a:extLst>
                        <a:ext uri="{FF2B5EF4-FFF2-40B4-BE49-F238E27FC236}">
                          <a16:creationId xmlns:a16="http://schemas.microsoft.com/office/drawing/2014/main" id="{D70CCCAB-E1B9-4B77-A941-B6BF9BF277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7" name="直線コネクタ 138916">
                      <a:extLst>
                        <a:ext uri="{FF2B5EF4-FFF2-40B4-BE49-F238E27FC236}">
                          <a16:creationId xmlns:a16="http://schemas.microsoft.com/office/drawing/2014/main" id="{FAC1E5B7-CC2C-4F8E-9554-4BB004A80E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8" name="直線コネクタ 138917">
                      <a:extLst>
                        <a:ext uri="{FF2B5EF4-FFF2-40B4-BE49-F238E27FC236}">
                          <a16:creationId xmlns:a16="http://schemas.microsoft.com/office/drawing/2014/main" id="{B3C16B17-C90E-4C80-BFF3-E21BB29EAF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19" name="直線コネクタ 138918">
                      <a:extLst>
                        <a:ext uri="{FF2B5EF4-FFF2-40B4-BE49-F238E27FC236}">
                          <a16:creationId xmlns:a16="http://schemas.microsoft.com/office/drawing/2014/main" id="{827A3481-DEC4-42AD-8B75-0DF754F6E3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0" name="直線コネクタ 138919">
                      <a:extLst>
                        <a:ext uri="{FF2B5EF4-FFF2-40B4-BE49-F238E27FC236}">
                          <a16:creationId xmlns:a16="http://schemas.microsoft.com/office/drawing/2014/main" id="{609F3A61-E817-45FE-A05F-D1BD832BB7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1" name="直線コネクタ 138920">
                      <a:extLst>
                        <a:ext uri="{FF2B5EF4-FFF2-40B4-BE49-F238E27FC236}">
                          <a16:creationId xmlns:a16="http://schemas.microsoft.com/office/drawing/2014/main" id="{7AD89126-DBFA-42CE-BC7A-E46B86F697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2" name="直線コネクタ 138921">
                      <a:extLst>
                        <a:ext uri="{FF2B5EF4-FFF2-40B4-BE49-F238E27FC236}">
                          <a16:creationId xmlns:a16="http://schemas.microsoft.com/office/drawing/2014/main" id="{06658E38-46BF-4723-BBCA-C28500ED6C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3" name="直線コネクタ 138922">
                      <a:extLst>
                        <a:ext uri="{FF2B5EF4-FFF2-40B4-BE49-F238E27FC236}">
                          <a16:creationId xmlns:a16="http://schemas.microsoft.com/office/drawing/2014/main" id="{1D489948-924C-40CF-90AE-FDC3258A90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4" name="直線コネクタ 138923">
                      <a:extLst>
                        <a:ext uri="{FF2B5EF4-FFF2-40B4-BE49-F238E27FC236}">
                          <a16:creationId xmlns:a16="http://schemas.microsoft.com/office/drawing/2014/main" id="{BCB5D664-A9ED-4D7A-A7E6-BAAACAC335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5" name="直線コネクタ 138924">
                      <a:extLst>
                        <a:ext uri="{FF2B5EF4-FFF2-40B4-BE49-F238E27FC236}">
                          <a16:creationId xmlns:a16="http://schemas.microsoft.com/office/drawing/2014/main" id="{3C972380-717B-4DC5-8E1B-C8BEB3CBDA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926" name="直線コネクタ 138925">
                      <a:extLst>
                        <a:ext uri="{FF2B5EF4-FFF2-40B4-BE49-F238E27FC236}">
                          <a16:creationId xmlns:a16="http://schemas.microsoft.com/office/drawing/2014/main" id="{65B79607-6149-41CF-A014-D9C25D1D6A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8" name="グループ化 138427">
                    <a:extLst>
                      <a:ext uri="{FF2B5EF4-FFF2-40B4-BE49-F238E27FC236}">
                        <a16:creationId xmlns:a16="http://schemas.microsoft.com/office/drawing/2014/main" id="{A3EC6E92-9574-4D56-8831-8021D034F444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233060" y="364962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8804" name="直線コネクタ 138803">
                      <a:extLst>
                        <a:ext uri="{FF2B5EF4-FFF2-40B4-BE49-F238E27FC236}">
                          <a16:creationId xmlns:a16="http://schemas.microsoft.com/office/drawing/2014/main" id="{D2DA7FB0-11D4-4917-A1A0-09358B5739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5" name="直線コネクタ 138804">
                      <a:extLst>
                        <a:ext uri="{FF2B5EF4-FFF2-40B4-BE49-F238E27FC236}">
                          <a16:creationId xmlns:a16="http://schemas.microsoft.com/office/drawing/2014/main" id="{F890AF1A-522A-458B-A62F-43E639409A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6" name="直線コネクタ 138805">
                      <a:extLst>
                        <a:ext uri="{FF2B5EF4-FFF2-40B4-BE49-F238E27FC236}">
                          <a16:creationId xmlns:a16="http://schemas.microsoft.com/office/drawing/2014/main" id="{3D7D91CD-2847-4CF0-9C5C-78823EEAF4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7" name="直線コネクタ 138806">
                      <a:extLst>
                        <a:ext uri="{FF2B5EF4-FFF2-40B4-BE49-F238E27FC236}">
                          <a16:creationId xmlns:a16="http://schemas.microsoft.com/office/drawing/2014/main" id="{EF0291C8-09E5-47B5-AD1B-0799B606F2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8" name="直線コネクタ 138807">
                      <a:extLst>
                        <a:ext uri="{FF2B5EF4-FFF2-40B4-BE49-F238E27FC236}">
                          <a16:creationId xmlns:a16="http://schemas.microsoft.com/office/drawing/2014/main" id="{1762DB22-533B-4CF6-9EEB-D8166B7553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9" name="直線コネクタ 138808">
                      <a:extLst>
                        <a:ext uri="{FF2B5EF4-FFF2-40B4-BE49-F238E27FC236}">
                          <a16:creationId xmlns:a16="http://schemas.microsoft.com/office/drawing/2014/main" id="{2B602F8E-EE60-45F9-80BD-22E922ECF6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0" name="直線コネクタ 138809">
                      <a:extLst>
                        <a:ext uri="{FF2B5EF4-FFF2-40B4-BE49-F238E27FC236}">
                          <a16:creationId xmlns:a16="http://schemas.microsoft.com/office/drawing/2014/main" id="{A4EC17F9-3A66-4316-8542-F3ADF966B4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1" name="直線コネクタ 138810">
                      <a:extLst>
                        <a:ext uri="{FF2B5EF4-FFF2-40B4-BE49-F238E27FC236}">
                          <a16:creationId xmlns:a16="http://schemas.microsoft.com/office/drawing/2014/main" id="{130CDF51-D0BA-45F2-9F5F-65AD42A698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2" name="直線コネクタ 138811">
                      <a:extLst>
                        <a:ext uri="{FF2B5EF4-FFF2-40B4-BE49-F238E27FC236}">
                          <a16:creationId xmlns:a16="http://schemas.microsoft.com/office/drawing/2014/main" id="{B2C075BB-AB71-43AA-9A27-26F3F2E1922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3" name="直線コネクタ 138812">
                      <a:extLst>
                        <a:ext uri="{FF2B5EF4-FFF2-40B4-BE49-F238E27FC236}">
                          <a16:creationId xmlns:a16="http://schemas.microsoft.com/office/drawing/2014/main" id="{529DE730-7E3F-44AA-9B5D-E5FDED0EA1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4" name="直線コネクタ 138813">
                      <a:extLst>
                        <a:ext uri="{FF2B5EF4-FFF2-40B4-BE49-F238E27FC236}">
                          <a16:creationId xmlns:a16="http://schemas.microsoft.com/office/drawing/2014/main" id="{37342FAF-8654-4E3E-A249-F138E0F215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5" name="直線コネクタ 138814">
                      <a:extLst>
                        <a:ext uri="{FF2B5EF4-FFF2-40B4-BE49-F238E27FC236}">
                          <a16:creationId xmlns:a16="http://schemas.microsoft.com/office/drawing/2014/main" id="{53DCF38C-88F3-4B51-955D-CB5344E99E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6" name="直線コネクタ 138815">
                      <a:extLst>
                        <a:ext uri="{FF2B5EF4-FFF2-40B4-BE49-F238E27FC236}">
                          <a16:creationId xmlns:a16="http://schemas.microsoft.com/office/drawing/2014/main" id="{C8369E6A-B99D-4301-89B9-4897C6D6A0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7" name="直線コネクタ 138816">
                      <a:extLst>
                        <a:ext uri="{FF2B5EF4-FFF2-40B4-BE49-F238E27FC236}">
                          <a16:creationId xmlns:a16="http://schemas.microsoft.com/office/drawing/2014/main" id="{D06642C2-D63E-469A-BB80-35F11699A2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8" name="直線コネクタ 138817">
                      <a:extLst>
                        <a:ext uri="{FF2B5EF4-FFF2-40B4-BE49-F238E27FC236}">
                          <a16:creationId xmlns:a16="http://schemas.microsoft.com/office/drawing/2014/main" id="{E9C47632-EAB3-4CC6-9A68-A3089BB437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19" name="直線コネクタ 138818">
                      <a:extLst>
                        <a:ext uri="{FF2B5EF4-FFF2-40B4-BE49-F238E27FC236}">
                          <a16:creationId xmlns:a16="http://schemas.microsoft.com/office/drawing/2014/main" id="{45E5B77F-AB7B-4523-A200-26D501758E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0" name="直線コネクタ 138819">
                      <a:extLst>
                        <a:ext uri="{FF2B5EF4-FFF2-40B4-BE49-F238E27FC236}">
                          <a16:creationId xmlns:a16="http://schemas.microsoft.com/office/drawing/2014/main" id="{B611AD14-111C-45FE-B826-661C0ADAD9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1" name="直線コネクタ 138820">
                      <a:extLst>
                        <a:ext uri="{FF2B5EF4-FFF2-40B4-BE49-F238E27FC236}">
                          <a16:creationId xmlns:a16="http://schemas.microsoft.com/office/drawing/2014/main" id="{73659D33-AFE0-4CDA-BB95-548EBC428D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2" name="直線コネクタ 138821">
                      <a:extLst>
                        <a:ext uri="{FF2B5EF4-FFF2-40B4-BE49-F238E27FC236}">
                          <a16:creationId xmlns:a16="http://schemas.microsoft.com/office/drawing/2014/main" id="{B5AD8498-BEBE-4DF1-B01B-15EFBAC445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3" name="直線コネクタ 138822">
                      <a:extLst>
                        <a:ext uri="{FF2B5EF4-FFF2-40B4-BE49-F238E27FC236}">
                          <a16:creationId xmlns:a16="http://schemas.microsoft.com/office/drawing/2014/main" id="{59ABD293-B51C-4088-9260-83B3F60F40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4" name="直線コネクタ 138823">
                      <a:extLst>
                        <a:ext uri="{FF2B5EF4-FFF2-40B4-BE49-F238E27FC236}">
                          <a16:creationId xmlns:a16="http://schemas.microsoft.com/office/drawing/2014/main" id="{F1F435F2-0424-4CA5-9CB2-460B16FAD3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5" name="直線コネクタ 138824">
                      <a:extLst>
                        <a:ext uri="{FF2B5EF4-FFF2-40B4-BE49-F238E27FC236}">
                          <a16:creationId xmlns:a16="http://schemas.microsoft.com/office/drawing/2014/main" id="{3A8A5896-2B96-4DB2-8C27-6418655EB0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6" name="直線コネクタ 138825">
                      <a:extLst>
                        <a:ext uri="{FF2B5EF4-FFF2-40B4-BE49-F238E27FC236}">
                          <a16:creationId xmlns:a16="http://schemas.microsoft.com/office/drawing/2014/main" id="{09CBD611-002F-499B-AFF2-846875144D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7" name="直線コネクタ 138826">
                      <a:extLst>
                        <a:ext uri="{FF2B5EF4-FFF2-40B4-BE49-F238E27FC236}">
                          <a16:creationId xmlns:a16="http://schemas.microsoft.com/office/drawing/2014/main" id="{979D3281-3BED-412D-A192-8359967838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8" name="直線コネクタ 138827">
                      <a:extLst>
                        <a:ext uri="{FF2B5EF4-FFF2-40B4-BE49-F238E27FC236}">
                          <a16:creationId xmlns:a16="http://schemas.microsoft.com/office/drawing/2014/main" id="{7232A1CC-12B3-40A8-A927-5BC475D7DD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29" name="直線コネクタ 138828">
                      <a:extLst>
                        <a:ext uri="{FF2B5EF4-FFF2-40B4-BE49-F238E27FC236}">
                          <a16:creationId xmlns:a16="http://schemas.microsoft.com/office/drawing/2014/main" id="{53966388-9885-4D68-8988-A77450BC03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0" name="直線コネクタ 138829">
                      <a:extLst>
                        <a:ext uri="{FF2B5EF4-FFF2-40B4-BE49-F238E27FC236}">
                          <a16:creationId xmlns:a16="http://schemas.microsoft.com/office/drawing/2014/main" id="{7D74FE6D-A603-4A7D-A202-55ECD9EB1E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1" name="直線コネクタ 138830">
                      <a:extLst>
                        <a:ext uri="{FF2B5EF4-FFF2-40B4-BE49-F238E27FC236}">
                          <a16:creationId xmlns:a16="http://schemas.microsoft.com/office/drawing/2014/main" id="{C53EE902-0DD3-4134-B40B-B2002D0856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2" name="直線コネクタ 138831">
                      <a:extLst>
                        <a:ext uri="{FF2B5EF4-FFF2-40B4-BE49-F238E27FC236}">
                          <a16:creationId xmlns:a16="http://schemas.microsoft.com/office/drawing/2014/main" id="{417F8DF0-EDD7-40FE-B5F1-3FCA967CCC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3" name="直線コネクタ 138832">
                      <a:extLst>
                        <a:ext uri="{FF2B5EF4-FFF2-40B4-BE49-F238E27FC236}">
                          <a16:creationId xmlns:a16="http://schemas.microsoft.com/office/drawing/2014/main" id="{E781BC32-0A75-4EA9-8789-6BDDFC0BF9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4" name="直線コネクタ 138833">
                      <a:extLst>
                        <a:ext uri="{FF2B5EF4-FFF2-40B4-BE49-F238E27FC236}">
                          <a16:creationId xmlns:a16="http://schemas.microsoft.com/office/drawing/2014/main" id="{8B454D1A-86B5-455B-8857-088D3A0928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5" name="直線コネクタ 138834">
                      <a:extLst>
                        <a:ext uri="{FF2B5EF4-FFF2-40B4-BE49-F238E27FC236}">
                          <a16:creationId xmlns:a16="http://schemas.microsoft.com/office/drawing/2014/main" id="{A94DD7DD-7155-4735-9352-05F0570F64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6" name="直線コネクタ 138835">
                      <a:extLst>
                        <a:ext uri="{FF2B5EF4-FFF2-40B4-BE49-F238E27FC236}">
                          <a16:creationId xmlns:a16="http://schemas.microsoft.com/office/drawing/2014/main" id="{ABE4F4B3-2709-4861-96C5-811C10D330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7" name="直線コネクタ 138836">
                      <a:extLst>
                        <a:ext uri="{FF2B5EF4-FFF2-40B4-BE49-F238E27FC236}">
                          <a16:creationId xmlns:a16="http://schemas.microsoft.com/office/drawing/2014/main" id="{CB066E1D-EBA4-4620-9F1F-EDC8138452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8" name="直線コネクタ 138837">
                      <a:extLst>
                        <a:ext uri="{FF2B5EF4-FFF2-40B4-BE49-F238E27FC236}">
                          <a16:creationId xmlns:a16="http://schemas.microsoft.com/office/drawing/2014/main" id="{67851213-4DD2-476E-8815-E0548AC4DB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39" name="直線コネクタ 138838">
                      <a:extLst>
                        <a:ext uri="{FF2B5EF4-FFF2-40B4-BE49-F238E27FC236}">
                          <a16:creationId xmlns:a16="http://schemas.microsoft.com/office/drawing/2014/main" id="{A705119F-F274-4B1D-A6B5-DE243F1D55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0" name="直線コネクタ 138839">
                      <a:extLst>
                        <a:ext uri="{FF2B5EF4-FFF2-40B4-BE49-F238E27FC236}">
                          <a16:creationId xmlns:a16="http://schemas.microsoft.com/office/drawing/2014/main" id="{46E225EA-46C8-451F-A522-1CEB49A8CC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1" name="直線コネクタ 138840">
                      <a:extLst>
                        <a:ext uri="{FF2B5EF4-FFF2-40B4-BE49-F238E27FC236}">
                          <a16:creationId xmlns:a16="http://schemas.microsoft.com/office/drawing/2014/main" id="{42B723B3-3082-44FF-AF67-8F7D43936C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2" name="直線コネクタ 138841">
                      <a:extLst>
                        <a:ext uri="{FF2B5EF4-FFF2-40B4-BE49-F238E27FC236}">
                          <a16:creationId xmlns:a16="http://schemas.microsoft.com/office/drawing/2014/main" id="{D12DA512-A6F0-46CD-9C5F-893A3F864B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3" name="直線コネクタ 138842">
                      <a:extLst>
                        <a:ext uri="{FF2B5EF4-FFF2-40B4-BE49-F238E27FC236}">
                          <a16:creationId xmlns:a16="http://schemas.microsoft.com/office/drawing/2014/main" id="{02BED74B-347B-4906-BB3D-80CF4EAF69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4" name="直線コネクタ 138843">
                      <a:extLst>
                        <a:ext uri="{FF2B5EF4-FFF2-40B4-BE49-F238E27FC236}">
                          <a16:creationId xmlns:a16="http://schemas.microsoft.com/office/drawing/2014/main" id="{A2B003DA-7D83-4D23-8092-AE2B69EDB0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5" name="直線コネクタ 138844">
                      <a:extLst>
                        <a:ext uri="{FF2B5EF4-FFF2-40B4-BE49-F238E27FC236}">
                          <a16:creationId xmlns:a16="http://schemas.microsoft.com/office/drawing/2014/main" id="{56D90329-9598-4FE1-AC1C-9741490944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6" name="直線コネクタ 138845">
                      <a:extLst>
                        <a:ext uri="{FF2B5EF4-FFF2-40B4-BE49-F238E27FC236}">
                          <a16:creationId xmlns:a16="http://schemas.microsoft.com/office/drawing/2014/main" id="{31E07EB7-AECB-4DAE-9E35-9F13F37490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7" name="直線コネクタ 138846">
                      <a:extLst>
                        <a:ext uri="{FF2B5EF4-FFF2-40B4-BE49-F238E27FC236}">
                          <a16:creationId xmlns:a16="http://schemas.microsoft.com/office/drawing/2014/main" id="{9C829A4E-F03E-4EB3-B9F7-27279596F3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8" name="直線コネクタ 138847">
                      <a:extLst>
                        <a:ext uri="{FF2B5EF4-FFF2-40B4-BE49-F238E27FC236}">
                          <a16:creationId xmlns:a16="http://schemas.microsoft.com/office/drawing/2014/main" id="{0EFB741A-5D53-444D-B440-220ED04258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49" name="直線コネクタ 138848">
                      <a:extLst>
                        <a:ext uri="{FF2B5EF4-FFF2-40B4-BE49-F238E27FC236}">
                          <a16:creationId xmlns:a16="http://schemas.microsoft.com/office/drawing/2014/main" id="{D18225A6-6F0A-4F95-A6E1-9F2E11A2D0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0" name="直線コネクタ 138849">
                      <a:extLst>
                        <a:ext uri="{FF2B5EF4-FFF2-40B4-BE49-F238E27FC236}">
                          <a16:creationId xmlns:a16="http://schemas.microsoft.com/office/drawing/2014/main" id="{F2E5F823-E8CE-4FE5-8C68-D9F7DA3F85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1" name="直線コネクタ 138850">
                      <a:extLst>
                        <a:ext uri="{FF2B5EF4-FFF2-40B4-BE49-F238E27FC236}">
                          <a16:creationId xmlns:a16="http://schemas.microsoft.com/office/drawing/2014/main" id="{D8B7C42A-6616-478E-90CB-991B24948A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2" name="直線コネクタ 138851">
                      <a:extLst>
                        <a:ext uri="{FF2B5EF4-FFF2-40B4-BE49-F238E27FC236}">
                          <a16:creationId xmlns:a16="http://schemas.microsoft.com/office/drawing/2014/main" id="{A4E24A7A-604C-4C61-A528-ED8D3D2E59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3" name="直線コネクタ 138852">
                      <a:extLst>
                        <a:ext uri="{FF2B5EF4-FFF2-40B4-BE49-F238E27FC236}">
                          <a16:creationId xmlns:a16="http://schemas.microsoft.com/office/drawing/2014/main" id="{584384FF-D52B-48AC-AC96-6B8CE3B1AD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4" name="直線コネクタ 138853">
                      <a:extLst>
                        <a:ext uri="{FF2B5EF4-FFF2-40B4-BE49-F238E27FC236}">
                          <a16:creationId xmlns:a16="http://schemas.microsoft.com/office/drawing/2014/main" id="{6981E19F-9544-4C1D-BAD4-F6147297BF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5" name="直線コネクタ 138854">
                      <a:extLst>
                        <a:ext uri="{FF2B5EF4-FFF2-40B4-BE49-F238E27FC236}">
                          <a16:creationId xmlns:a16="http://schemas.microsoft.com/office/drawing/2014/main" id="{0FA19EE1-442D-445E-A45F-8ACFE6F1FC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6" name="直線コネクタ 138855">
                      <a:extLst>
                        <a:ext uri="{FF2B5EF4-FFF2-40B4-BE49-F238E27FC236}">
                          <a16:creationId xmlns:a16="http://schemas.microsoft.com/office/drawing/2014/main" id="{391AC076-6893-4745-8A6E-B66A105958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7" name="直線コネクタ 138856">
                      <a:extLst>
                        <a:ext uri="{FF2B5EF4-FFF2-40B4-BE49-F238E27FC236}">
                          <a16:creationId xmlns:a16="http://schemas.microsoft.com/office/drawing/2014/main" id="{41EF1115-8617-4C78-8B01-5DB16DD7D8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8" name="直線コネクタ 138857">
                      <a:extLst>
                        <a:ext uri="{FF2B5EF4-FFF2-40B4-BE49-F238E27FC236}">
                          <a16:creationId xmlns:a16="http://schemas.microsoft.com/office/drawing/2014/main" id="{BC744C3B-7128-422A-82D0-380FD87B8D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59" name="直線コネクタ 138858">
                      <a:extLst>
                        <a:ext uri="{FF2B5EF4-FFF2-40B4-BE49-F238E27FC236}">
                          <a16:creationId xmlns:a16="http://schemas.microsoft.com/office/drawing/2014/main" id="{91A34C92-68B8-4DCD-AF33-FFE85ECDA1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0" name="直線コネクタ 138859">
                      <a:extLst>
                        <a:ext uri="{FF2B5EF4-FFF2-40B4-BE49-F238E27FC236}">
                          <a16:creationId xmlns:a16="http://schemas.microsoft.com/office/drawing/2014/main" id="{FB25533B-F9E4-412E-ACD5-1C2A32A24A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1" name="直線コネクタ 138860">
                      <a:extLst>
                        <a:ext uri="{FF2B5EF4-FFF2-40B4-BE49-F238E27FC236}">
                          <a16:creationId xmlns:a16="http://schemas.microsoft.com/office/drawing/2014/main" id="{84997A14-8E7D-4062-962E-ACBA2336FE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2" name="直線コネクタ 138861">
                      <a:extLst>
                        <a:ext uri="{FF2B5EF4-FFF2-40B4-BE49-F238E27FC236}">
                          <a16:creationId xmlns:a16="http://schemas.microsoft.com/office/drawing/2014/main" id="{2BAD6994-2D22-41C1-8C80-57B945E0F7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63" name="直線コネクタ 138862">
                      <a:extLst>
                        <a:ext uri="{FF2B5EF4-FFF2-40B4-BE49-F238E27FC236}">
                          <a16:creationId xmlns:a16="http://schemas.microsoft.com/office/drawing/2014/main" id="{423CE65A-DB21-49AC-9F67-29E48B31A2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29" name="グループ化 138428">
                    <a:extLst>
                      <a:ext uri="{FF2B5EF4-FFF2-40B4-BE49-F238E27FC236}">
                        <a16:creationId xmlns:a16="http://schemas.microsoft.com/office/drawing/2014/main" id="{D91E4BA5-3F3A-4652-8D93-9C2C2A084F34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852321" y="395192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8741" name="直線コネクタ 138740">
                      <a:extLst>
                        <a:ext uri="{FF2B5EF4-FFF2-40B4-BE49-F238E27FC236}">
                          <a16:creationId xmlns:a16="http://schemas.microsoft.com/office/drawing/2014/main" id="{FB101800-E83A-49D0-9BC1-79422D339D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2" name="直線コネクタ 138741">
                      <a:extLst>
                        <a:ext uri="{FF2B5EF4-FFF2-40B4-BE49-F238E27FC236}">
                          <a16:creationId xmlns:a16="http://schemas.microsoft.com/office/drawing/2014/main" id="{200F68CB-02ED-4C34-A764-997BC341F8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3" name="直線コネクタ 138742">
                      <a:extLst>
                        <a:ext uri="{FF2B5EF4-FFF2-40B4-BE49-F238E27FC236}">
                          <a16:creationId xmlns:a16="http://schemas.microsoft.com/office/drawing/2014/main" id="{2CAA3266-2F86-41E1-B210-C728D2AEA3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4" name="直線コネクタ 138743">
                      <a:extLst>
                        <a:ext uri="{FF2B5EF4-FFF2-40B4-BE49-F238E27FC236}">
                          <a16:creationId xmlns:a16="http://schemas.microsoft.com/office/drawing/2014/main" id="{4978D852-B281-4AD9-AE81-56731BE306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5" name="直線コネクタ 138744">
                      <a:extLst>
                        <a:ext uri="{FF2B5EF4-FFF2-40B4-BE49-F238E27FC236}">
                          <a16:creationId xmlns:a16="http://schemas.microsoft.com/office/drawing/2014/main" id="{CCA4F17A-C2AE-4356-BF18-2269315281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6" name="直線コネクタ 138745">
                      <a:extLst>
                        <a:ext uri="{FF2B5EF4-FFF2-40B4-BE49-F238E27FC236}">
                          <a16:creationId xmlns:a16="http://schemas.microsoft.com/office/drawing/2014/main" id="{A57AA6FB-2722-4C31-8C0D-AC36F0EAF0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7" name="直線コネクタ 138746">
                      <a:extLst>
                        <a:ext uri="{FF2B5EF4-FFF2-40B4-BE49-F238E27FC236}">
                          <a16:creationId xmlns:a16="http://schemas.microsoft.com/office/drawing/2014/main" id="{260E7FB0-4C66-4C07-9B6B-0F94E41231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8" name="直線コネクタ 138747">
                      <a:extLst>
                        <a:ext uri="{FF2B5EF4-FFF2-40B4-BE49-F238E27FC236}">
                          <a16:creationId xmlns:a16="http://schemas.microsoft.com/office/drawing/2014/main" id="{6893CD98-A0AB-49D7-A1A8-6A45454A19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9" name="直線コネクタ 138748">
                      <a:extLst>
                        <a:ext uri="{FF2B5EF4-FFF2-40B4-BE49-F238E27FC236}">
                          <a16:creationId xmlns:a16="http://schemas.microsoft.com/office/drawing/2014/main" id="{14B2C9F7-F59C-4C07-9F29-C0493D1A59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0" name="直線コネクタ 138749">
                      <a:extLst>
                        <a:ext uri="{FF2B5EF4-FFF2-40B4-BE49-F238E27FC236}">
                          <a16:creationId xmlns:a16="http://schemas.microsoft.com/office/drawing/2014/main" id="{77443896-B7C3-4478-A3C0-807B83B8E5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1" name="直線コネクタ 138750">
                      <a:extLst>
                        <a:ext uri="{FF2B5EF4-FFF2-40B4-BE49-F238E27FC236}">
                          <a16:creationId xmlns:a16="http://schemas.microsoft.com/office/drawing/2014/main" id="{9A322B78-E22A-4D33-A0B3-29C04468C5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2" name="直線コネクタ 138751">
                      <a:extLst>
                        <a:ext uri="{FF2B5EF4-FFF2-40B4-BE49-F238E27FC236}">
                          <a16:creationId xmlns:a16="http://schemas.microsoft.com/office/drawing/2014/main" id="{C4B30A98-D33A-4B60-86D3-4F682498D7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3" name="直線コネクタ 138752">
                      <a:extLst>
                        <a:ext uri="{FF2B5EF4-FFF2-40B4-BE49-F238E27FC236}">
                          <a16:creationId xmlns:a16="http://schemas.microsoft.com/office/drawing/2014/main" id="{816BFCA3-525E-4374-9A02-BB06BF41F5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4" name="直線コネクタ 138753">
                      <a:extLst>
                        <a:ext uri="{FF2B5EF4-FFF2-40B4-BE49-F238E27FC236}">
                          <a16:creationId xmlns:a16="http://schemas.microsoft.com/office/drawing/2014/main" id="{EEF50B4C-39DE-4E0F-8135-824BB94F90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5" name="直線コネクタ 138754">
                      <a:extLst>
                        <a:ext uri="{FF2B5EF4-FFF2-40B4-BE49-F238E27FC236}">
                          <a16:creationId xmlns:a16="http://schemas.microsoft.com/office/drawing/2014/main" id="{69AB6A6E-8431-4D51-A966-29E33FC65D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6" name="直線コネクタ 138755">
                      <a:extLst>
                        <a:ext uri="{FF2B5EF4-FFF2-40B4-BE49-F238E27FC236}">
                          <a16:creationId xmlns:a16="http://schemas.microsoft.com/office/drawing/2014/main" id="{9B37E1B9-72A6-4B8F-B9AD-B958A383D7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7" name="直線コネクタ 138756">
                      <a:extLst>
                        <a:ext uri="{FF2B5EF4-FFF2-40B4-BE49-F238E27FC236}">
                          <a16:creationId xmlns:a16="http://schemas.microsoft.com/office/drawing/2014/main" id="{9C62A9CD-E883-407F-8FC6-50EA3638D6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8" name="直線コネクタ 138757">
                      <a:extLst>
                        <a:ext uri="{FF2B5EF4-FFF2-40B4-BE49-F238E27FC236}">
                          <a16:creationId xmlns:a16="http://schemas.microsoft.com/office/drawing/2014/main" id="{3FCCD571-BFAD-4B53-913D-7AC783C42A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59" name="直線コネクタ 138758">
                      <a:extLst>
                        <a:ext uri="{FF2B5EF4-FFF2-40B4-BE49-F238E27FC236}">
                          <a16:creationId xmlns:a16="http://schemas.microsoft.com/office/drawing/2014/main" id="{EC1664B9-C11B-43A7-9A5E-FA900453C8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0" name="直線コネクタ 138759">
                      <a:extLst>
                        <a:ext uri="{FF2B5EF4-FFF2-40B4-BE49-F238E27FC236}">
                          <a16:creationId xmlns:a16="http://schemas.microsoft.com/office/drawing/2014/main" id="{F371B91D-11DC-48FC-B8EF-8888C00E0F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1" name="直線コネクタ 138760">
                      <a:extLst>
                        <a:ext uri="{FF2B5EF4-FFF2-40B4-BE49-F238E27FC236}">
                          <a16:creationId xmlns:a16="http://schemas.microsoft.com/office/drawing/2014/main" id="{BD4D8FA6-0BB7-441A-A9F6-8951201446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2" name="直線コネクタ 138761">
                      <a:extLst>
                        <a:ext uri="{FF2B5EF4-FFF2-40B4-BE49-F238E27FC236}">
                          <a16:creationId xmlns:a16="http://schemas.microsoft.com/office/drawing/2014/main" id="{20BF45BC-D715-4ADB-9DFB-1CB1BF45D2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3" name="直線コネクタ 138762">
                      <a:extLst>
                        <a:ext uri="{FF2B5EF4-FFF2-40B4-BE49-F238E27FC236}">
                          <a16:creationId xmlns:a16="http://schemas.microsoft.com/office/drawing/2014/main" id="{54E53E6E-FBF2-4D4D-852C-C5A27F402E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4" name="直線コネクタ 138763">
                      <a:extLst>
                        <a:ext uri="{FF2B5EF4-FFF2-40B4-BE49-F238E27FC236}">
                          <a16:creationId xmlns:a16="http://schemas.microsoft.com/office/drawing/2014/main" id="{D5B09532-2A64-4666-907F-3EFFF7DD55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5" name="直線コネクタ 138764">
                      <a:extLst>
                        <a:ext uri="{FF2B5EF4-FFF2-40B4-BE49-F238E27FC236}">
                          <a16:creationId xmlns:a16="http://schemas.microsoft.com/office/drawing/2014/main" id="{9BA830C1-4405-4D41-BC13-A7DD5EF162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6" name="直線コネクタ 138765">
                      <a:extLst>
                        <a:ext uri="{FF2B5EF4-FFF2-40B4-BE49-F238E27FC236}">
                          <a16:creationId xmlns:a16="http://schemas.microsoft.com/office/drawing/2014/main" id="{BCAD3E1C-6631-4A4A-BB0C-FAC52FA2ED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7" name="直線コネクタ 138766">
                      <a:extLst>
                        <a:ext uri="{FF2B5EF4-FFF2-40B4-BE49-F238E27FC236}">
                          <a16:creationId xmlns:a16="http://schemas.microsoft.com/office/drawing/2014/main" id="{EF406636-6629-4030-8414-E58D45D5FF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8" name="直線コネクタ 138767">
                      <a:extLst>
                        <a:ext uri="{FF2B5EF4-FFF2-40B4-BE49-F238E27FC236}">
                          <a16:creationId xmlns:a16="http://schemas.microsoft.com/office/drawing/2014/main" id="{AEC4CB86-A1F5-41FA-9D76-D7CA8076AB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69" name="直線コネクタ 138768">
                      <a:extLst>
                        <a:ext uri="{FF2B5EF4-FFF2-40B4-BE49-F238E27FC236}">
                          <a16:creationId xmlns:a16="http://schemas.microsoft.com/office/drawing/2014/main" id="{6A75E5BE-6A7F-44FD-82E9-0FB11A81DA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0" name="直線コネクタ 138769">
                      <a:extLst>
                        <a:ext uri="{FF2B5EF4-FFF2-40B4-BE49-F238E27FC236}">
                          <a16:creationId xmlns:a16="http://schemas.microsoft.com/office/drawing/2014/main" id="{3D382E7E-5060-4C2A-80C7-D7B28D564E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1" name="直線コネクタ 138770">
                      <a:extLst>
                        <a:ext uri="{FF2B5EF4-FFF2-40B4-BE49-F238E27FC236}">
                          <a16:creationId xmlns:a16="http://schemas.microsoft.com/office/drawing/2014/main" id="{C4868BF6-7900-4F1D-9246-22A6B84E46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2" name="直線コネクタ 138771">
                      <a:extLst>
                        <a:ext uri="{FF2B5EF4-FFF2-40B4-BE49-F238E27FC236}">
                          <a16:creationId xmlns:a16="http://schemas.microsoft.com/office/drawing/2014/main" id="{7B740B57-2CFA-467D-B6F2-17F1462B7F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3" name="直線コネクタ 138772">
                      <a:extLst>
                        <a:ext uri="{FF2B5EF4-FFF2-40B4-BE49-F238E27FC236}">
                          <a16:creationId xmlns:a16="http://schemas.microsoft.com/office/drawing/2014/main" id="{692A6EE2-A48F-40D9-887C-C2F9C13110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4" name="直線コネクタ 138773">
                      <a:extLst>
                        <a:ext uri="{FF2B5EF4-FFF2-40B4-BE49-F238E27FC236}">
                          <a16:creationId xmlns:a16="http://schemas.microsoft.com/office/drawing/2014/main" id="{F50D3514-ABC1-4BF0-A819-F85051BE3C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5" name="直線コネクタ 138774">
                      <a:extLst>
                        <a:ext uri="{FF2B5EF4-FFF2-40B4-BE49-F238E27FC236}">
                          <a16:creationId xmlns:a16="http://schemas.microsoft.com/office/drawing/2014/main" id="{D03CF7DF-2EBE-4096-9062-076456FB5D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6" name="直線コネクタ 138775">
                      <a:extLst>
                        <a:ext uri="{FF2B5EF4-FFF2-40B4-BE49-F238E27FC236}">
                          <a16:creationId xmlns:a16="http://schemas.microsoft.com/office/drawing/2014/main" id="{C90E631F-3F90-486C-B205-FBCB6F8043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7" name="直線コネクタ 138776">
                      <a:extLst>
                        <a:ext uri="{FF2B5EF4-FFF2-40B4-BE49-F238E27FC236}">
                          <a16:creationId xmlns:a16="http://schemas.microsoft.com/office/drawing/2014/main" id="{B203160A-0C4A-43A3-BED7-C70DE862B1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8" name="直線コネクタ 138777">
                      <a:extLst>
                        <a:ext uri="{FF2B5EF4-FFF2-40B4-BE49-F238E27FC236}">
                          <a16:creationId xmlns:a16="http://schemas.microsoft.com/office/drawing/2014/main" id="{FD27DC0E-8E3C-4FDE-B861-FBB939BE27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79" name="直線コネクタ 138778">
                      <a:extLst>
                        <a:ext uri="{FF2B5EF4-FFF2-40B4-BE49-F238E27FC236}">
                          <a16:creationId xmlns:a16="http://schemas.microsoft.com/office/drawing/2014/main" id="{A95E46B3-E1DC-4522-93F2-361F03FD60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0" name="直線コネクタ 138779">
                      <a:extLst>
                        <a:ext uri="{FF2B5EF4-FFF2-40B4-BE49-F238E27FC236}">
                          <a16:creationId xmlns:a16="http://schemas.microsoft.com/office/drawing/2014/main" id="{5564D527-76FB-48C8-93B7-2E08FCC9B0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1" name="直線コネクタ 138780">
                      <a:extLst>
                        <a:ext uri="{FF2B5EF4-FFF2-40B4-BE49-F238E27FC236}">
                          <a16:creationId xmlns:a16="http://schemas.microsoft.com/office/drawing/2014/main" id="{3D20857B-A966-4105-8081-E9079404D8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2" name="直線コネクタ 138781">
                      <a:extLst>
                        <a:ext uri="{FF2B5EF4-FFF2-40B4-BE49-F238E27FC236}">
                          <a16:creationId xmlns:a16="http://schemas.microsoft.com/office/drawing/2014/main" id="{98932A3F-B6F3-41D9-AEF3-56ACD8A01B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3" name="直線コネクタ 138782">
                      <a:extLst>
                        <a:ext uri="{FF2B5EF4-FFF2-40B4-BE49-F238E27FC236}">
                          <a16:creationId xmlns:a16="http://schemas.microsoft.com/office/drawing/2014/main" id="{A67CCF08-97F1-453F-9EFC-9EDD684792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4" name="直線コネクタ 138783">
                      <a:extLst>
                        <a:ext uri="{FF2B5EF4-FFF2-40B4-BE49-F238E27FC236}">
                          <a16:creationId xmlns:a16="http://schemas.microsoft.com/office/drawing/2014/main" id="{9E4A69D9-3FB5-4774-84FD-1A1F8D2EE0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5" name="直線コネクタ 138784">
                      <a:extLst>
                        <a:ext uri="{FF2B5EF4-FFF2-40B4-BE49-F238E27FC236}">
                          <a16:creationId xmlns:a16="http://schemas.microsoft.com/office/drawing/2014/main" id="{5275C8AA-86F8-4401-B4B8-7DFB43D8FB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6" name="直線コネクタ 138785">
                      <a:extLst>
                        <a:ext uri="{FF2B5EF4-FFF2-40B4-BE49-F238E27FC236}">
                          <a16:creationId xmlns:a16="http://schemas.microsoft.com/office/drawing/2014/main" id="{C7D07643-BFBB-4306-80D7-D230411F9E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7" name="直線コネクタ 138786">
                      <a:extLst>
                        <a:ext uri="{FF2B5EF4-FFF2-40B4-BE49-F238E27FC236}">
                          <a16:creationId xmlns:a16="http://schemas.microsoft.com/office/drawing/2014/main" id="{DBE12D98-24A4-4750-AC71-5A067BF66E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8" name="直線コネクタ 138787">
                      <a:extLst>
                        <a:ext uri="{FF2B5EF4-FFF2-40B4-BE49-F238E27FC236}">
                          <a16:creationId xmlns:a16="http://schemas.microsoft.com/office/drawing/2014/main" id="{30279EB2-168B-45EA-AD0C-1C92A3DD4F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89" name="直線コネクタ 138788">
                      <a:extLst>
                        <a:ext uri="{FF2B5EF4-FFF2-40B4-BE49-F238E27FC236}">
                          <a16:creationId xmlns:a16="http://schemas.microsoft.com/office/drawing/2014/main" id="{D0F34A9A-C51A-4D17-9EFC-90C64030B3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0" name="直線コネクタ 138789">
                      <a:extLst>
                        <a:ext uri="{FF2B5EF4-FFF2-40B4-BE49-F238E27FC236}">
                          <a16:creationId xmlns:a16="http://schemas.microsoft.com/office/drawing/2014/main" id="{D22C1AA6-961E-4F25-AC67-1C85B78140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1" name="直線コネクタ 138790">
                      <a:extLst>
                        <a:ext uri="{FF2B5EF4-FFF2-40B4-BE49-F238E27FC236}">
                          <a16:creationId xmlns:a16="http://schemas.microsoft.com/office/drawing/2014/main" id="{3E7FA223-7115-4A69-8271-6D68D6FE34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2" name="直線コネクタ 138791">
                      <a:extLst>
                        <a:ext uri="{FF2B5EF4-FFF2-40B4-BE49-F238E27FC236}">
                          <a16:creationId xmlns:a16="http://schemas.microsoft.com/office/drawing/2014/main" id="{1A01788D-5111-4D3F-91C6-1D867CBC81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3" name="直線コネクタ 138792">
                      <a:extLst>
                        <a:ext uri="{FF2B5EF4-FFF2-40B4-BE49-F238E27FC236}">
                          <a16:creationId xmlns:a16="http://schemas.microsoft.com/office/drawing/2014/main" id="{6ADC3C1C-0069-49DF-ABC6-00B9AA9F3C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4" name="直線コネクタ 138793">
                      <a:extLst>
                        <a:ext uri="{FF2B5EF4-FFF2-40B4-BE49-F238E27FC236}">
                          <a16:creationId xmlns:a16="http://schemas.microsoft.com/office/drawing/2014/main" id="{F9732B4D-8F0B-4AAD-8480-A402F4659B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5" name="直線コネクタ 138794">
                      <a:extLst>
                        <a:ext uri="{FF2B5EF4-FFF2-40B4-BE49-F238E27FC236}">
                          <a16:creationId xmlns:a16="http://schemas.microsoft.com/office/drawing/2014/main" id="{C3A6B015-33F7-4E1B-82CC-ED26488A16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6" name="直線コネクタ 138795">
                      <a:extLst>
                        <a:ext uri="{FF2B5EF4-FFF2-40B4-BE49-F238E27FC236}">
                          <a16:creationId xmlns:a16="http://schemas.microsoft.com/office/drawing/2014/main" id="{49F3DA2F-7F0E-41BB-91FF-197DB80C3C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7" name="直線コネクタ 138796">
                      <a:extLst>
                        <a:ext uri="{FF2B5EF4-FFF2-40B4-BE49-F238E27FC236}">
                          <a16:creationId xmlns:a16="http://schemas.microsoft.com/office/drawing/2014/main" id="{88A7D757-3ECE-40EA-B5CA-F957EAC8E3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8" name="直線コネクタ 138797">
                      <a:extLst>
                        <a:ext uri="{FF2B5EF4-FFF2-40B4-BE49-F238E27FC236}">
                          <a16:creationId xmlns:a16="http://schemas.microsoft.com/office/drawing/2014/main" id="{04F5461D-879F-4EF4-830A-F8B9FF0AFC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99" name="直線コネクタ 138798">
                      <a:extLst>
                        <a:ext uri="{FF2B5EF4-FFF2-40B4-BE49-F238E27FC236}">
                          <a16:creationId xmlns:a16="http://schemas.microsoft.com/office/drawing/2014/main" id="{E3A1F613-19C2-483F-9140-9AC62995B9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0" name="直線コネクタ 138799">
                      <a:extLst>
                        <a:ext uri="{FF2B5EF4-FFF2-40B4-BE49-F238E27FC236}">
                          <a16:creationId xmlns:a16="http://schemas.microsoft.com/office/drawing/2014/main" id="{0478CD09-D860-430C-8C7A-6430C23640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1" name="直線コネクタ 138800">
                      <a:extLst>
                        <a:ext uri="{FF2B5EF4-FFF2-40B4-BE49-F238E27FC236}">
                          <a16:creationId xmlns:a16="http://schemas.microsoft.com/office/drawing/2014/main" id="{B683B166-75DF-452A-9CC8-CE1DE20E5F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2" name="直線コネクタ 138801">
                      <a:extLst>
                        <a:ext uri="{FF2B5EF4-FFF2-40B4-BE49-F238E27FC236}">
                          <a16:creationId xmlns:a16="http://schemas.microsoft.com/office/drawing/2014/main" id="{AE039243-CE17-4C52-9EBC-1F716C6134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803" name="直線コネクタ 138802">
                      <a:extLst>
                        <a:ext uri="{FF2B5EF4-FFF2-40B4-BE49-F238E27FC236}">
                          <a16:creationId xmlns:a16="http://schemas.microsoft.com/office/drawing/2014/main" id="{3D7FF144-CEBA-4CEE-8E3C-4193580414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30" name="グループ化 138429">
                    <a:extLst>
                      <a:ext uri="{FF2B5EF4-FFF2-40B4-BE49-F238E27FC236}">
                        <a16:creationId xmlns:a16="http://schemas.microsoft.com/office/drawing/2014/main" id="{2E839830-440A-451A-8085-DA589E964164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333199" y="356068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8681" name="直線コネクタ 138680">
                      <a:extLst>
                        <a:ext uri="{FF2B5EF4-FFF2-40B4-BE49-F238E27FC236}">
                          <a16:creationId xmlns:a16="http://schemas.microsoft.com/office/drawing/2014/main" id="{255D5393-3145-4354-B3E9-6066E512DA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2" name="直線コネクタ 138681">
                      <a:extLst>
                        <a:ext uri="{FF2B5EF4-FFF2-40B4-BE49-F238E27FC236}">
                          <a16:creationId xmlns:a16="http://schemas.microsoft.com/office/drawing/2014/main" id="{8CC37BF4-F163-4586-AA78-F78A4AB92E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3" name="直線コネクタ 138682">
                      <a:extLst>
                        <a:ext uri="{FF2B5EF4-FFF2-40B4-BE49-F238E27FC236}">
                          <a16:creationId xmlns:a16="http://schemas.microsoft.com/office/drawing/2014/main" id="{A4E2B8B0-20C5-4E71-AEA9-1AD0C8FBA6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4" name="直線コネクタ 138683">
                      <a:extLst>
                        <a:ext uri="{FF2B5EF4-FFF2-40B4-BE49-F238E27FC236}">
                          <a16:creationId xmlns:a16="http://schemas.microsoft.com/office/drawing/2014/main" id="{E5C11946-FAD8-4ADC-AACF-CF7584CBEE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5" name="直線コネクタ 138684">
                      <a:extLst>
                        <a:ext uri="{FF2B5EF4-FFF2-40B4-BE49-F238E27FC236}">
                          <a16:creationId xmlns:a16="http://schemas.microsoft.com/office/drawing/2014/main" id="{ED2648A0-5B32-43DF-97A1-568CCB463D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6" name="直線コネクタ 138685">
                      <a:extLst>
                        <a:ext uri="{FF2B5EF4-FFF2-40B4-BE49-F238E27FC236}">
                          <a16:creationId xmlns:a16="http://schemas.microsoft.com/office/drawing/2014/main" id="{4D56F636-5B9E-4233-8105-7008D50185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7" name="直線コネクタ 138686">
                      <a:extLst>
                        <a:ext uri="{FF2B5EF4-FFF2-40B4-BE49-F238E27FC236}">
                          <a16:creationId xmlns:a16="http://schemas.microsoft.com/office/drawing/2014/main" id="{11476858-A357-44AA-8C2A-8525252283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8" name="直線コネクタ 138687">
                      <a:extLst>
                        <a:ext uri="{FF2B5EF4-FFF2-40B4-BE49-F238E27FC236}">
                          <a16:creationId xmlns:a16="http://schemas.microsoft.com/office/drawing/2014/main" id="{4F888F0F-857F-44A3-A6C4-C1FD4C294B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9" name="直線コネクタ 138688">
                      <a:extLst>
                        <a:ext uri="{FF2B5EF4-FFF2-40B4-BE49-F238E27FC236}">
                          <a16:creationId xmlns:a16="http://schemas.microsoft.com/office/drawing/2014/main" id="{3087BBF1-1A4C-4F87-97E9-7CC9BC5C108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0" name="直線コネクタ 138689">
                      <a:extLst>
                        <a:ext uri="{FF2B5EF4-FFF2-40B4-BE49-F238E27FC236}">
                          <a16:creationId xmlns:a16="http://schemas.microsoft.com/office/drawing/2014/main" id="{6D55E17B-8652-4011-8163-1FBCAD53F8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1" name="直線コネクタ 138690">
                      <a:extLst>
                        <a:ext uri="{FF2B5EF4-FFF2-40B4-BE49-F238E27FC236}">
                          <a16:creationId xmlns:a16="http://schemas.microsoft.com/office/drawing/2014/main" id="{8C053DD3-B13E-4706-8887-C32C806DD3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2" name="直線コネクタ 138691">
                      <a:extLst>
                        <a:ext uri="{FF2B5EF4-FFF2-40B4-BE49-F238E27FC236}">
                          <a16:creationId xmlns:a16="http://schemas.microsoft.com/office/drawing/2014/main" id="{7B2E2FC8-CE4C-4B27-9198-DB7C21326E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3" name="直線コネクタ 138692">
                      <a:extLst>
                        <a:ext uri="{FF2B5EF4-FFF2-40B4-BE49-F238E27FC236}">
                          <a16:creationId xmlns:a16="http://schemas.microsoft.com/office/drawing/2014/main" id="{BD81D92C-BC19-45CA-AF7A-82C223B6C0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4" name="直線コネクタ 138693">
                      <a:extLst>
                        <a:ext uri="{FF2B5EF4-FFF2-40B4-BE49-F238E27FC236}">
                          <a16:creationId xmlns:a16="http://schemas.microsoft.com/office/drawing/2014/main" id="{FAEF8810-E85E-4713-9AA5-B3934B424E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5" name="直線コネクタ 138694">
                      <a:extLst>
                        <a:ext uri="{FF2B5EF4-FFF2-40B4-BE49-F238E27FC236}">
                          <a16:creationId xmlns:a16="http://schemas.microsoft.com/office/drawing/2014/main" id="{A50425F7-F54E-4A59-86ED-AEEC2FB0F2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6" name="直線コネクタ 138695">
                      <a:extLst>
                        <a:ext uri="{FF2B5EF4-FFF2-40B4-BE49-F238E27FC236}">
                          <a16:creationId xmlns:a16="http://schemas.microsoft.com/office/drawing/2014/main" id="{BF4E9567-24F8-433A-A2AE-3CEB95370E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7" name="直線コネクタ 138696">
                      <a:extLst>
                        <a:ext uri="{FF2B5EF4-FFF2-40B4-BE49-F238E27FC236}">
                          <a16:creationId xmlns:a16="http://schemas.microsoft.com/office/drawing/2014/main" id="{8D74F42B-D6EC-4A1E-A6C6-2EE49255C0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8" name="直線コネクタ 138697">
                      <a:extLst>
                        <a:ext uri="{FF2B5EF4-FFF2-40B4-BE49-F238E27FC236}">
                          <a16:creationId xmlns:a16="http://schemas.microsoft.com/office/drawing/2014/main" id="{DB587709-85AB-4D01-BDC9-18F7561AA1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99" name="直線コネクタ 138698">
                      <a:extLst>
                        <a:ext uri="{FF2B5EF4-FFF2-40B4-BE49-F238E27FC236}">
                          <a16:creationId xmlns:a16="http://schemas.microsoft.com/office/drawing/2014/main" id="{F5CC54E0-3E8F-4EBC-9C0D-53F822CEFA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0" name="直線コネクタ 138699">
                      <a:extLst>
                        <a:ext uri="{FF2B5EF4-FFF2-40B4-BE49-F238E27FC236}">
                          <a16:creationId xmlns:a16="http://schemas.microsoft.com/office/drawing/2014/main" id="{C23EF2D3-BE07-49E6-BE84-32C5CA3404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1" name="直線コネクタ 138700">
                      <a:extLst>
                        <a:ext uri="{FF2B5EF4-FFF2-40B4-BE49-F238E27FC236}">
                          <a16:creationId xmlns:a16="http://schemas.microsoft.com/office/drawing/2014/main" id="{7A285F1F-E2D3-4945-80F7-2451D5A96C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2" name="直線コネクタ 138701">
                      <a:extLst>
                        <a:ext uri="{FF2B5EF4-FFF2-40B4-BE49-F238E27FC236}">
                          <a16:creationId xmlns:a16="http://schemas.microsoft.com/office/drawing/2014/main" id="{7A39F04B-E5D2-455C-8954-D81AFF6A40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3" name="直線コネクタ 138702">
                      <a:extLst>
                        <a:ext uri="{FF2B5EF4-FFF2-40B4-BE49-F238E27FC236}">
                          <a16:creationId xmlns:a16="http://schemas.microsoft.com/office/drawing/2014/main" id="{ED4FC641-0749-46D3-8253-4AD02DDCC7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4" name="直線コネクタ 138703">
                      <a:extLst>
                        <a:ext uri="{FF2B5EF4-FFF2-40B4-BE49-F238E27FC236}">
                          <a16:creationId xmlns:a16="http://schemas.microsoft.com/office/drawing/2014/main" id="{C482D06A-5AC6-4874-9283-2F24B3E357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5" name="直線コネクタ 138704">
                      <a:extLst>
                        <a:ext uri="{FF2B5EF4-FFF2-40B4-BE49-F238E27FC236}">
                          <a16:creationId xmlns:a16="http://schemas.microsoft.com/office/drawing/2014/main" id="{67C0B250-98BF-4774-893B-A996563433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6" name="直線コネクタ 138705">
                      <a:extLst>
                        <a:ext uri="{FF2B5EF4-FFF2-40B4-BE49-F238E27FC236}">
                          <a16:creationId xmlns:a16="http://schemas.microsoft.com/office/drawing/2014/main" id="{4CEA775D-DEDF-4F2D-9EC2-60345BA789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7" name="直線コネクタ 138706">
                      <a:extLst>
                        <a:ext uri="{FF2B5EF4-FFF2-40B4-BE49-F238E27FC236}">
                          <a16:creationId xmlns:a16="http://schemas.microsoft.com/office/drawing/2014/main" id="{94DFA160-46F1-4DEC-86DE-C4D284CF4B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8" name="直線コネクタ 138707">
                      <a:extLst>
                        <a:ext uri="{FF2B5EF4-FFF2-40B4-BE49-F238E27FC236}">
                          <a16:creationId xmlns:a16="http://schemas.microsoft.com/office/drawing/2014/main" id="{C6BFFAAD-A556-4F27-B934-E6C572A077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09" name="直線コネクタ 138708">
                      <a:extLst>
                        <a:ext uri="{FF2B5EF4-FFF2-40B4-BE49-F238E27FC236}">
                          <a16:creationId xmlns:a16="http://schemas.microsoft.com/office/drawing/2014/main" id="{97163F42-3483-4551-B58A-CB06F1A8FC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0" name="直線コネクタ 138709">
                      <a:extLst>
                        <a:ext uri="{FF2B5EF4-FFF2-40B4-BE49-F238E27FC236}">
                          <a16:creationId xmlns:a16="http://schemas.microsoft.com/office/drawing/2014/main" id="{1D41A1D8-FE49-4F9C-9C82-6AD8701879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1" name="直線コネクタ 138710">
                      <a:extLst>
                        <a:ext uri="{FF2B5EF4-FFF2-40B4-BE49-F238E27FC236}">
                          <a16:creationId xmlns:a16="http://schemas.microsoft.com/office/drawing/2014/main" id="{5614A66A-B734-4C65-A0B9-C4F16A4553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2" name="直線コネクタ 138711">
                      <a:extLst>
                        <a:ext uri="{FF2B5EF4-FFF2-40B4-BE49-F238E27FC236}">
                          <a16:creationId xmlns:a16="http://schemas.microsoft.com/office/drawing/2014/main" id="{932053E9-E320-4D61-9567-09B10F2B5D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3" name="直線コネクタ 138712">
                      <a:extLst>
                        <a:ext uri="{FF2B5EF4-FFF2-40B4-BE49-F238E27FC236}">
                          <a16:creationId xmlns:a16="http://schemas.microsoft.com/office/drawing/2014/main" id="{48BE258A-5E7F-4820-99BD-1015E4AD12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4" name="直線コネクタ 138713">
                      <a:extLst>
                        <a:ext uri="{FF2B5EF4-FFF2-40B4-BE49-F238E27FC236}">
                          <a16:creationId xmlns:a16="http://schemas.microsoft.com/office/drawing/2014/main" id="{64FA96CE-D7DA-4363-9A6D-ECBC1FF94E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5" name="直線コネクタ 138714">
                      <a:extLst>
                        <a:ext uri="{FF2B5EF4-FFF2-40B4-BE49-F238E27FC236}">
                          <a16:creationId xmlns:a16="http://schemas.microsoft.com/office/drawing/2014/main" id="{2E7092C0-54E0-44F7-A2B6-A9E1AD6C1C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6" name="直線コネクタ 138715">
                      <a:extLst>
                        <a:ext uri="{FF2B5EF4-FFF2-40B4-BE49-F238E27FC236}">
                          <a16:creationId xmlns:a16="http://schemas.microsoft.com/office/drawing/2014/main" id="{6DC07E2F-141A-4CB6-BD28-4B4F5BE65A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7" name="直線コネクタ 138716">
                      <a:extLst>
                        <a:ext uri="{FF2B5EF4-FFF2-40B4-BE49-F238E27FC236}">
                          <a16:creationId xmlns:a16="http://schemas.microsoft.com/office/drawing/2014/main" id="{8CA1F710-6D67-49B7-97F3-5D0D5B425E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8" name="直線コネクタ 138717">
                      <a:extLst>
                        <a:ext uri="{FF2B5EF4-FFF2-40B4-BE49-F238E27FC236}">
                          <a16:creationId xmlns:a16="http://schemas.microsoft.com/office/drawing/2014/main" id="{7BB48F62-5DDE-4135-A0E7-8E5BE86B9C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19" name="直線コネクタ 138718">
                      <a:extLst>
                        <a:ext uri="{FF2B5EF4-FFF2-40B4-BE49-F238E27FC236}">
                          <a16:creationId xmlns:a16="http://schemas.microsoft.com/office/drawing/2014/main" id="{A2E88373-F379-4D90-A346-710AC202FB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0" name="直線コネクタ 138719">
                      <a:extLst>
                        <a:ext uri="{FF2B5EF4-FFF2-40B4-BE49-F238E27FC236}">
                          <a16:creationId xmlns:a16="http://schemas.microsoft.com/office/drawing/2014/main" id="{F748EAA2-5502-40E9-B610-5C2ACD3C90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1" name="直線コネクタ 138720">
                      <a:extLst>
                        <a:ext uri="{FF2B5EF4-FFF2-40B4-BE49-F238E27FC236}">
                          <a16:creationId xmlns:a16="http://schemas.microsoft.com/office/drawing/2014/main" id="{4914DED6-4BA6-41C1-A27A-607C6718C2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2" name="直線コネクタ 138721">
                      <a:extLst>
                        <a:ext uri="{FF2B5EF4-FFF2-40B4-BE49-F238E27FC236}">
                          <a16:creationId xmlns:a16="http://schemas.microsoft.com/office/drawing/2014/main" id="{F6E5FB49-F015-4A94-A895-C725D2680A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3" name="直線コネクタ 138722">
                      <a:extLst>
                        <a:ext uri="{FF2B5EF4-FFF2-40B4-BE49-F238E27FC236}">
                          <a16:creationId xmlns:a16="http://schemas.microsoft.com/office/drawing/2014/main" id="{466E482B-3670-4692-B3A5-F74CE83B01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4" name="直線コネクタ 138723">
                      <a:extLst>
                        <a:ext uri="{FF2B5EF4-FFF2-40B4-BE49-F238E27FC236}">
                          <a16:creationId xmlns:a16="http://schemas.microsoft.com/office/drawing/2014/main" id="{F3F873B4-5550-43C0-AB28-A9F2762A34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5" name="直線コネクタ 138724">
                      <a:extLst>
                        <a:ext uri="{FF2B5EF4-FFF2-40B4-BE49-F238E27FC236}">
                          <a16:creationId xmlns:a16="http://schemas.microsoft.com/office/drawing/2014/main" id="{ED295F65-E58B-4DCD-AE45-825E3FD7E7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6" name="直線コネクタ 138725">
                      <a:extLst>
                        <a:ext uri="{FF2B5EF4-FFF2-40B4-BE49-F238E27FC236}">
                          <a16:creationId xmlns:a16="http://schemas.microsoft.com/office/drawing/2014/main" id="{D24EBBA7-17EE-4622-A606-A06C985F8A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7" name="直線コネクタ 138726">
                      <a:extLst>
                        <a:ext uri="{FF2B5EF4-FFF2-40B4-BE49-F238E27FC236}">
                          <a16:creationId xmlns:a16="http://schemas.microsoft.com/office/drawing/2014/main" id="{94466C1D-DBE3-42C3-A668-45740A8A85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8" name="直線コネクタ 138727">
                      <a:extLst>
                        <a:ext uri="{FF2B5EF4-FFF2-40B4-BE49-F238E27FC236}">
                          <a16:creationId xmlns:a16="http://schemas.microsoft.com/office/drawing/2014/main" id="{A1810D94-59AC-4B76-990F-A3F4A018BA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29" name="直線コネクタ 138728">
                      <a:extLst>
                        <a:ext uri="{FF2B5EF4-FFF2-40B4-BE49-F238E27FC236}">
                          <a16:creationId xmlns:a16="http://schemas.microsoft.com/office/drawing/2014/main" id="{08C7A465-168E-4070-8D50-EF11909088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0" name="直線コネクタ 138729">
                      <a:extLst>
                        <a:ext uri="{FF2B5EF4-FFF2-40B4-BE49-F238E27FC236}">
                          <a16:creationId xmlns:a16="http://schemas.microsoft.com/office/drawing/2014/main" id="{4C469A08-0922-4783-B552-5FC6B854FF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1" name="直線コネクタ 138730">
                      <a:extLst>
                        <a:ext uri="{FF2B5EF4-FFF2-40B4-BE49-F238E27FC236}">
                          <a16:creationId xmlns:a16="http://schemas.microsoft.com/office/drawing/2014/main" id="{E14A2932-04BA-4BF0-8C64-BB72B5063B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2" name="直線コネクタ 138731">
                      <a:extLst>
                        <a:ext uri="{FF2B5EF4-FFF2-40B4-BE49-F238E27FC236}">
                          <a16:creationId xmlns:a16="http://schemas.microsoft.com/office/drawing/2014/main" id="{FDDD3D7C-4434-4259-9F57-3FE956097D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3" name="直線コネクタ 138732">
                      <a:extLst>
                        <a:ext uri="{FF2B5EF4-FFF2-40B4-BE49-F238E27FC236}">
                          <a16:creationId xmlns:a16="http://schemas.microsoft.com/office/drawing/2014/main" id="{CD34D73C-5D61-4761-983C-A870203D7E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4" name="直線コネクタ 138733">
                      <a:extLst>
                        <a:ext uri="{FF2B5EF4-FFF2-40B4-BE49-F238E27FC236}">
                          <a16:creationId xmlns:a16="http://schemas.microsoft.com/office/drawing/2014/main" id="{E189EAAF-B621-4DD4-8078-6E61E100BB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5" name="直線コネクタ 138734">
                      <a:extLst>
                        <a:ext uri="{FF2B5EF4-FFF2-40B4-BE49-F238E27FC236}">
                          <a16:creationId xmlns:a16="http://schemas.microsoft.com/office/drawing/2014/main" id="{24CB6B2B-B5AF-43EB-8FED-E48B8BBAED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6" name="直線コネクタ 138735">
                      <a:extLst>
                        <a:ext uri="{FF2B5EF4-FFF2-40B4-BE49-F238E27FC236}">
                          <a16:creationId xmlns:a16="http://schemas.microsoft.com/office/drawing/2014/main" id="{56A466E0-EA20-4F1C-98C7-19E9187C77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7" name="直線コネクタ 138736">
                      <a:extLst>
                        <a:ext uri="{FF2B5EF4-FFF2-40B4-BE49-F238E27FC236}">
                          <a16:creationId xmlns:a16="http://schemas.microsoft.com/office/drawing/2014/main" id="{F99B1567-B6AB-4DF1-ACA9-FE9D6CAEC2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8" name="直線コネクタ 138737">
                      <a:extLst>
                        <a:ext uri="{FF2B5EF4-FFF2-40B4-BE49-F238E27FC236}">
                          <a16:creationId xmlns:a16="http://schemas.microsoft.com/office/drawing/2014/main" id="{DB269230-A327-4781-9885-84C865CCB8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39" name="直線コネクタ 138738">
                      <a:extLst>
                        <a:ext uri="{FF2B5EF4-FFF2-40B4-BE49-F238E27FC236}">
                          <a16:creationId xmlns:a16="http://schemas.microsoft.com/office/drawing/2014/main" id="{D9FD8771-122C-4C95-B446-21ADE3E7C9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740" name="直線コネクタ 138739">
                      <a:extLst>
                        <a:ext uri="{FF2B5EF4-FFF2-40B4-BE49-F238E27FC236}">
                          <a16:creationId xmlns:a16="http://schemas.microsoft.com/office/drawing/2014/main" id="{CEC34706-8542-4849-8E97-632BD9A25B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31" name="グループ化 138430">
                    <a:extLst>
                      <a:ext uri="{FF2B5EF4-FFF2-40B4-BE49-F238E27FC236}">
                        <a16:creationId xmlns:a16="http://schemas.microsoft.com/office/drawing/2014/main" id="{8B515D4B-6B0A-48DC-9436-7BAB61C41757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599762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8618" name="直線コネクタ 138617">
                      <a:extLst>
                        <a:ext uri="{FF2B5EF4-FFF2-40B4-BE49-F238E27FC236}">
                          <a16:creationId xmlns:a16="http://schemas.microsoft.com/office/drawing/2014/main" id="{1717831D-5563-4A1C-897A-068A6120DC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9" name="直線コネクタ 138618">
                      <a:extLst>
                        <a:ext uri="{FF2B5EF4-FFF2-40B4-BE49-F238E27FC236}">
                          <a16:creationId xmlns:a16="http://schemas.microsoft.com/office/drawing/2014/main" id="{5B47C743-A06A-4E7D-8A52-4F135E64C3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0" name="直線コネクタ 138619">
                      <a:extLst>
                        <a:ext uri="{FF2B5EF4-FFF2-40B4-BE49-F238E27FC236}">
                          <a16:creationId xmlns:a16="http://schemas.microsoft.com/office/drawing/2014/main" id="{58E76740-8FFA-4D19-B5DD-E7B2857178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1" name="直線コネクタ 138620">
                      <a:extLst>
                        <a:ext uri="{FF2B5EF4-FFF2-40B4-BE49-F238E27FC236}">
                          <a16:creationId xmlns:a16="http://schemas.microsoft.com/office/drawing/2014/main" id="{B916170A-1D38-43E1-B24C-F058499324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2" name="直線コネクタ 138621">
                      <a:extLst>
                        <a:ext uri="{FF2B5EF4-FFF2-40B4-BE49-F238E27FC236}">
                          <a16:creationId xmlns:a16="http://schemas.microsoft.com/office/drawing/2014/main" id="{12AC393F-B041-4AB8-91F4-A3815633EB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3" name="直線コネクタ 138622">
                      <a:extLst>
                        <a:ext uri="{FF2B5EF4-FFF2-40B4-BE49-F238E27FC236}">
                          <a16:creationId xmlns:a16="http://schemas.microsoft.com/office/drawing/2014/main" id="{48CED9A7-4015-49D2-AD17-62D0C4B2FC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4" name="直線コネクタ 138623">
                      <a:extLst>
                        <a:ext uri="{FF2B5EF4-FFF2-40B4-BE49-F238E27FC236}">
                          <a16:creationId xmlns:a16="http://schemas.microsoft.com/office/drawing/2014/main" id="{8ADFF7C2-1923-45BB-9427-52E6977608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5" name="直線コネクタ 138624">
                      <a:extLst>
                        <a:ext uri="{FF2B5EF4-FFF2-40B4-BE49-F238E27FC236}">
                          <a16:creationId xmlns:a16="http://schemas.microsoft.com/office/drawing/2014/main" id="{CF87C149-659F-4283-A189-1D27649A3B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6" name="直線コネクタ 138625">
                      <a:extLst>
                        <a:ext uri="{FF2B5EF4-FFF2-40B4-BE49-F238E27FC236}">
                          <a16:creationId xmlns:a16="http://schemas.microsoft.com/office/drawing/2014/main" id="{4B7A4FC6-C954-4B3B-8E0F-8CE0ACDB22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7" name="直線コネクタ 138626">
                      <a:extLst>
                        <a:ext uri="{FF2B5EF4-FFF2-40B4-BE49-F238E27FC236}">
                          <a16:creationId xmlns:a16="http://schemas.microsoft.com/office/drawing/2014/main" id="{8A7089E3-CFC8-48B5-8768-C7ABC5B9EB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8" name="直線コネクタ 138627">
                      <a:extLst>
                        <a:ext uri="{FF2B5EF4-FFF2-40B4-BE49-F238E27FC236}">
                          <a16:creationId xmlns:a16="http://schemas.microsoft.com/office/drawing/2014/main" id="{0B7780A8-3E95-407E-A225-7BCAD24325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29" name="直線コネクタ 138628">
                      <a:extLst>
                        <a:ext uri="{FF2B5EF4-FFF2-40B4-BE49-F238E27FC236}">
                          <a16:creationId xmlns:a16="http://schemas.microsoft.com/office/drawing/2014/main" id="{84CE89DE-EE9E-4BC8-AC0F-1FDA69AD0F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0" name="直線コネクタ 138629">
                      <a:extLst>
                        <a:ext uri="{FF2B5EF4-FFF2-40B4-BE49-F238E27FC236}">
                          <a16:creationId xmlns:a16="http://schemas.microsoft.com/office/drawing/2014/main" id="{0D223F95-3886-4EF9-8513-E426B0D8A0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1" name="直線コネクタ 138630">
                      <a:extLst>
                        <a:ext uri="{FF2B5EF4-FFF2-40B4-BE49-F238E27FC236}">
                          <a16:creationId xmlns:a16="http://schemas.microsoft.com/office/drawing/2014/main" id="{66485ED0-C438-4375-AE6C-BAFD9622D5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2" name="直線コネクタ 138631">
                      <a:extLst>
                        <a:ext uri="{FF2B5EF4-FFF2-40B4-BE49-F238E27FC236}">
                          <a16:creationId xmlns:a16="http://schemas.microsoft.com/office/drawing/2014/main" id="{7A365DEC-A371-4519-ABDA-543DE8C4BD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3" name="直線コネクタ 138632">
                      <a:extLst>
                        <a:ext uri="{FF2B5EF4-FFF2-40B4-BE49-F238E27FC236}">
                          <a16:creationId xmlns:a16="http://schemas.microsoft.com/office/drawing/2014/main" id="{6AD3A186-63FC-4DC6-8A6F-28D27FF847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4" name="直線コネクタ 138633">
                      <a:extLst>
                        <a:ext uri="{FF2B5EF4-FFF2-40B4-BE49-F238E27FC236}">
                          <a16:creationId xmlns:a16="http://schemas.microsoft.com/office/drawing/2014/main" id="{367B98A1-2B67-4352-BDCB-AD23D9AE5F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5" name="直線コネクタ 138634">
                      <a:extLst>
                        <a:ext uri="{FF2B5EF4-FFF2-40B4-BE49-F238E27FC236}">
                          <a16:creationId xmlns:a16="http://schemas.microsoft.com/office/drawing/2014/main" id="{E9BEEE99-B8F9-4B81-803C-782CCDC69D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6" name="直線コネクタ 138635">
                      <a:extLst>
                        <a:ext uri="{FF2B5EF4-FFF2-40B4-BE49-F238E27FC236}">
                          <a16:creationId xmlns:a16="http://schemas.microsoft.com/office/drawing/2014/main" id="{4423DCC6-C7B5-4C0F-94EB-513FC2F142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7" name="直線コネクタ 138636">
                      <a:extLst>
                        <a:ext uri="{FF2B5EF4-FFF2-40B4-BE49-F238E27FC236}">
                          <a16:creationId xmlns:a16="http://schemas.microsoft.com/office/drawing/2014/main" id="{A781A374-0BBA-4D33-9DAC-4241285397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8" name="直線コネクタ 138637">
                      <a:extLst>
                        <a:ext uri="{FF2B5EF4-FFF2-40B4-BE49-F238E27FC236}">
                          <a16:creationId xmlns:a16="http://schemas.microsoft.com/office/drawing/2014/main" id="{04CF6EEB-ACC6-4521-8EAF-72065965A3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39" name="直線コネクタ 138638">
                      <a:extLst>
                        <a:ext uri="{FF2B5EF4-FFF2-40B4-BE49-F238E27FC236}">
                          <a16:creationId xmlns:a16="http://schemas.microsoft.com/office/drawing/2014/main" id="{EAC08970-E656-43A5-B7BB-AADE5496F5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0" name="直線コネクタ 138639">
                      <a:extLst>
                        <a:ext uri="{FF2B5EF4-FFF2-40B4-BE49-F238E27FC236}">
                          <a16:creationId xmlns:a16="http://schemas.microsoft.com/office/drawing/2014/main" id="{3E57BC73-AF46-4BAD-8F8B-484DB3C914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1" name="直線コネクタ 138640">
                      <a:extLst>
                        <a:ext uri="{FF2B5EF4-FFF2-40B4-BE49-F238E27FC236}">
                          <a16:creationId xmlns:a16="http://schemas.microsoft.com/office/drawing/2014/main" id="{74144A7A-8D2A-4551-BFC0-8A9C947610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2" name="直線コネクタ 138641">
                      <a:extLst>
                        <a:ext uri="{FF2B5EF4-FFF2-40B4-BE49-F238E27FC236}">
                          <a16:creationId xmlns:a16="http://schemas.microsoft.com/office/drawing/2014/main" id="{488323C1-7FBF-4514-BEE0-0CA066261C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3" name="直線コネクタ 138642">
                      <a:extLst>
                        <a:ext uri="{FF2B5EF4-FFF2-40B4-BE49-F238E27FC236}">
                          <a16:creationId xmlns:a16="http://schemas.microsoft.com/office/drawing/2014/main" id="{64B2807C-FBA0-4A7F-BE23-2F86BE58AD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4" name="直線コネクタ 138643">
                      <a:extLst>
                        <a:ext uri="{FF2B5EF4-FFF2-40B4-BE49-F238E27FC236}">
                          <a16:creationId xmlns:a16="http://schemas.microsoft.com/office/drawing/2014/main" id="{BE8ECD24-A30A-492F-83B0-28F61D583F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5" name="直線コネクタ 138644">
                      <a:extLst>
                        <a:ext uri="{FF2B5EF4-FFF2-40B4-BE49-F238E27FC236}">
                          <a16:creationId xmlns:a16="http://schemas.microsoft.com/office/drawing/2014/main" id="{524B12F1-327C-4E66-8C60-23E667AEBA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6" name="直線コネクタ 138645">
                      <a:extLst>
                        <a:ext uri="{FF2B5EF4-FFF2-40B4-BE49-F238E27FC236}">
                          <a16:creationId xmlns:a16="http://schemas.microsoft.com/office/drawing/2014/main" id="{7791792C-D212-4F10-B2E5-6096856699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7" name="直線コネクタ 138646">
                      <a:extLst>
                        <a:ext uri="{FF2B5EF4-FFF2-40B4-BE49-F238E27FC236}">
                          <a16:creationId xmlns:a16="http://schemas.microsoft.com/office/drawing/2014/main" id="{95DA6D4E-A135-4CD6-A4D7-935E20D122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8" name="直線コネクタ 138647">
                      <a:extLst>
                        <a:ext uri="{FF2B5EF4-FFF2-40B4-BE49-F238E27FC236}">
                          <a16:creationId xmlns:a16="http://schemas.microsoft.com/office/drawing/2014/main" id="{928A5AD3-125F-41A7-83E3-3BD72A4D35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49" name="直線コネクタ 138648">
                      <a:extLst>
                        <a:ext uri="{FF2B5EF4-FFF2-40B4-BE49-F238E27FC236}">
                          <a16:creationId xmlns:a16="http://schemas.microsoft.com/office/drawing/2014/main" id="{7A386E52-B9A7-4BD6-AEC2-4BED503E9E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0" name="直線コネクタ 138649">
                      <a:extLst>
                        <a:ext uri="{FF2B5EF4-FFF2-40B4-BE49-F238E27FC236}">
                          <a16:creationId xmlns:a16="http://schemas.microsoft.com/office/drawing/2014/main" id="{FF4DEEF8-24CF-4624-B7BE-F2482A5257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1" name="直線コネクタ 138650">
                      <a:extLst>
                        <a:ext uri="{FF2B5EF4-FFF2-40B4-BE49-F238E27FC236}">
                          <a16:creationId xmlns:a16="http://schemas.microsoft.com/office/drawing/2014/main" id="{32855D87-6E75-4AEC-AB9A-7492C23425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2" name="直線コネクタ 138651">
                      <a:extLst>
                        <a:ext uri="{FF2B5EF4-FFF2-40B4-BE49-F238E27FC236}">
                          <a16:creationId xmlns:a16="http://schemas.microsoft.com/office/drawing/2014/main" id="{B4F45F8B-60FD-4E20-B588-94636564BE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3" name="直線コネクタ 138652">
                      <a:extLst>
                        <a:ext uri="{FF2B5EF4-FFF2-40B4-BE49-F238E27FC236}">
                          <a16:creationId xmlns:a16="http://schemas.microsoft.com/office/drawing/2014/main" id="{D45B6016-4708-4D84-B3D0-7EADE12AC4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4" name="直線コネクタ 138653">
                      <a:extLst>
                        <a:ext uri="{FF2B5EF4-FFF2-40B4-BE49-F238E27FC236}">
                          <a16:creationId xmlns:a16="http://schemas.microsoft.com/office/drawing/2014/main" id="{FABBF69D-1CCC-4005-8003-1A8C41B681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5" name="直線コネクタ 138654">
                      <a:extLst>
                        <a:ext uri="{FF2B5EF4-FFF2-40B4-BE49-F238E27FC236}">
                          <a16:creationId xmlns:a16="http://schemas.microsoft.com/office/drawing/2014/main" id="{0060CFD6-2D0B-452B-AD50-A99D5B1395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6" name="直線コネクタ 138655">
                      <a:extLst>
                        <a:ext uri="{FF2B5EF4-FFF2-40B4-BE49-F238E27FC236}">
                          <a16:creationId xmlns:a16="http://schemas.microsoft.com/office/drawing/2014/main" id="{9127499B-A963-4068-B396-7E3CE13E06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7" name="直線コネクタ 138656">
                      <a:extLst>
                        <a:ext uri="{FF2B5EF4-FFF2-40B4-BE49-F238E27FC236}">
                          <a16:creationId xmlns:a16="http://schemas.microsoft.com/office/drawing/2014/main" id="{55D36A2C-01A7-4062-9B90-8FA541B09C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8" name="直線コネクタ 138657">
                      <a:extLst>
                        <a:ext uri="{FF2B5EF4-FFF2-40B4-BE49-F238E27FC236}">
                          <a16:creationId xmlns:a16="http://schemas.microsoft.com/office/drawing/2014/main" id="{DC790AFA-26F1-4998-88E5-C51844B1A9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59" name="直線コネクタ 138658">
                      <a:extLst>
                        <a:ext uri="{FF2B5EF4-FFF2-40B4-BE49-F238E27FC236}">
                          <a16:creationId xmlns:a16="http://schemas.microsoft.com/office/drawing/2014/main" id="{5A6E80F9-EA7D-4359-A250-BF865F4F26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0" name="直線コネクタ 138659">
                      <a:extLst>
                        <a:ext uri="{FF2B5EF4-FFF2-40B4-BE49-F238E27FC236}">
                          <a16:creationId xmlns:a16="http://schemas.microsoft.com/office/drawing/2014/main" id="{96F200B2-03B3-4CEA-8288-771B955684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1" name="直線コネクタ 138660">
                      <a:extLst>
                        <a:ext uri="{FF2B5EF4-FFF2-40B4-BE49-F238E27FC236}">
                          <a16:creationId xmlns:a16="http://schemas.microsoft.com/office/drawing/2014/main" id="{5F9F2777-014B-4693-A5CF-E335AEF683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2" name="直線コネクタ 138661">
                      <a:extLst>
                        <a:ext uri="{FF2B5EF4-FFF2-40B4-BE49-F238E27FC236}">
                          <a16:creationId xmlns:a16="http://schemas.microsoft.com/office/drawing/2014/main" id="{DEE1A965-2636-46F7-B680-D6632AD102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3" name="直線コネクタ 138662">
                      <a:extLst>
                        <a:ext uri="{FF2B5EF4-FFF2-40B4-BE49-F238E27FC236}">
                          <a16:creationId xmlns:a16="http://schemas.microsoft.com/office/drawing/2014/main" id="{886A3716-474D-4D11-A647-29EAE381B8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4" name="直線コネクタ 138663">
                      <a:extLst>
                        <a:ext uri="{FF2B5EF4-FFF2-40B4-BE49-F238E27FC236}">
                          <a16:creationId xmlns:a16="http://schemas.microsoft.com/office/drawing/2014/main" id="{E13E5F54-FAAF-4363-A779-0A926A6F51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5" name="直線コネクタ 138664">
                      <a:extLst>
                        <a:ext uri="{FF2B5EF4-FFF2-40B4-BE49-F238E27FC236}">
                          <a16:creationId xmlns:a16="http://schemas.microsoft.com/office/drawing/2014/main" id="{3A720E25-FDBD-46B2-980E-5DB682BD28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6" name="直線コネクタ 138665">
                      <a:extLst>
                        <a:ext uri="{FF2B5EF4-FFF2-40B4-BE49-F238E27FC236}">
                          <a16:creationId xmlns:a16="http://schemas.microsoft.com/office/drawing/2014/main" id="{092E809F-F49D-43FC-A4B1-02EC0D1B1E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7" name="直線コネクタ 138666">
                      <a:extLst>
                        <a:ext uri="{FF2B5EF4-FFF2-40B4-BE49-F238E27FC236}">
                          <a16:creationId xmlns:a16="http://schemas.microsoft.com/office/drawing/2014/main" id="{0AA9F5C2-332F-486E-B70F-BD2A225D6B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8" name="直線コネクタ 138667">
                      <a:extLst>
                        <a:ext uri="{FF2B5EF4-FFF2-40B4-BE49-F238E27FC236}">
                          <a16:creationId xmlns:a16="http://schemas.microsoft.com/office/drawing/2014/main" id="{59B6E2C6-3049-4EC7-900D-C88C8C54B8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69" name="直線コネクタ 138668">
                      <a:extLst>
                        <a:ext uri="{FF2B5EF4-FFF2-40B4-BE49-F238E27FC236}">
                          <a16:creationId xmlns:a16="http://schemas.microsoft.com/office/drawing/2014/main" id="{FE5D1B2E-3A39-4582-804C-B343C13AA4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0" name="直線コネクタ 138669">
                      <a:extLst>
                        <a:ext uri="{FF2B5EF4-FFF2-40B4-BE49-F238E27FC236}">
                          <a16:creationId xmlns:a16="http://schemas.microsoft.com/office/drawing/2014/main" id="{D6D12386-897C-4A07-8EB6-526FE287F7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1" name="直線コネクタ 138670">
                      <a:extLst>
                        <a:ext uri="{FF2B5EF4-FFF2-40B4-BE49-F238E27FC236}">
                          <a16:creationId xmlns:a16="http://schemas.microsoft.com/office/drawing/2014/main" id="{B173FE7C-949F-462A-B00A-2B79A58EE6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2" name="直線コネクタ 138671">
                      <a:extLst>
                        <a:ext uri="{FF2B5EF4-FFF2-40B4-BE49-F238E27FC236}">
                          <a16:creationId xmlns:a16="http://schemas.microsoft.com/office/drawing/2014/main" id="{32C30D38-9D78-4359-B309-4B1EB83650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3" name="直線コネクタ 138672">
                      <a:extLst>
                        <a:ext uri="{FF2B5EF4-FFF2-40B4-BE49-F238E27FC236}">
                          <a16:creationId xmlns:a16="http://schemas.microsoft.com/office/drawing/2014/main" id="{2BB8A0BD-2633-4C10-9224-D211F5C5FB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4" name="直線コネクタ 138673">
                      <a:extLst>
                        <a:ext uri="{FF2B5EF4-FFF2-40B4-BE49-F238E27FC236}">
                          <a16:creationId xmlns:a16="http://schemas.microsoft.com/office/drawing/2014/main" id="{F1917780-A043-46D9-A23E-284B1DABAE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5" name="直線コネクタ 138674">
                      <a:extLst>
                        <a:ext uri="{FF2B5EF4-FFF2-40B4-BE49-F238E27FC236}">
                          <a16:creationId xmlns:a16="http://schemas.microsoft.com/office/drawing/2014/main" id="{B41EC0D9-F024-4314-916F-CE89C31F63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6" name="直線コネクタ 138675">
                      <a:extLst>
                        <a:ext uri="{FF2B5EF4-FFF2-40B4-BE49-F238E27FC236}">
                          <a16:creationId xmlns:a16="http://schemas.microsoft.com/office/drawing/2014/main" id="{0FF21DB0-F66A-4E7B-8185-2B47285BF9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7" name="直線コネクタ 138676">
                      <a:extLst>
                        <a:ext uri="{FF2B5EF4-FFF2-40B4-BE49-F238E27FC236}">
                          <a16:creationId xmlns:a16="http://schemas.microsoft.com/office/drawing/2014/main" id="{52D43795-43D6-432C-B96E-8378AFBF29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8" name="直線コネクタ 138677">
                      <a:extLst>
                        <a:ext uri="{FF2B5EF4-FFF2-40B4-BE49-F238E27FC236}">
                          <a16:creationId xmlns:a16="http://schemas.microsoft.com/office/drawing/2014/main" id="{8533011E-BC9D-4B6F-BAD3-FE586041F2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79" name="直線コネクタ 138678">
                      <a:extLst>
                        <a:ext uri="{FF2B5EF4-FFF2-40B4-BE49-F238E27FC236}">
                          <a16:creationId xmlns:a16="http://schemas.microsoft.com/office/drawing/2014/main" id="{54DBA853-F78E-41C5-B292-72C8298F22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80" name="直線コネクタ 138679">
                      <a:extLst>
                        <a:ext uri="{FF2B5EF4-FFF2-40B4-BE49-F238E27FC236}">
                          <a16:creationId xmlns:a16="http://schemas.microsoft.com/office/drawing/2014/main" id="{76A19C42-63C0-48D6-8CC3-2C5640670B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32" name="グループ化 138431">
                    <a:extLst>
                      <a:ext uri="{FF2B5EF4-FFF2-40B4-BE49-F238E27FC236}">
                        <a16:creationId xmlns:a16="http://schemas.microsoft.com/office/drawing/2014/main" id="{3C83FC33-4F6E-47A0-98FE-4B8E35E99B07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606962" y="559056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8558" name="直線コネクタ 138557">
                      <a:extLst>
                        <a:ext uri="{FF2B5EF4-FFF2-40B4-BE49-F238E27FC236}">
                          <a16:creationId xmlns:a16="http://schemas.microsoft.com/office/drawing/2014/main" id="{7F25CF84-858A-4D63-92DD-F2E50557F4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9" name="直線コネクタ 138558">
                      <a:extLst>
                        <a:ext uri="{FF2B5EF4-FFF2-40B4-BE49-F238E27FC236}">
                          <a16:creationId xmlns:a16="http://schemas.microsoft.com/office/drawing/2014/main" id="{01D1B35D-278D-47A7-B7A6-55344E964F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0" name="直線コネクタ 138559">
                      <a:extLst>
                        <a:ext uri="{FF2B5EF4-FFF2-40B4-BE49-F238E27FC236}">
                          <a16:creationId xmlns:a16="http://schemas.microsoft.com/office/drawing/2014/main" id="{C91CD8E1-7B41-4440-9A0C-452BCE9926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1" name="直線コネクタ 138560">
                      <a:extLst>
                        <a:ext uri="{FF2B5EF4-FFF2-40B4-BE49-F238E27FC236}">
                          <a16:creationId xmlns:a16="http://schemas.microsoft.com/office/drawing/2014/main" id="{BFDCBA77-AE4A-479A-B15A-B2C6FF8174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2" name="直線コネクタ 138561">
                      <a:extLst>
                        <a:ext uri="{FF2B5EF4-FFF2-40B4-BE49-F238E27FC236}">
                          <a16:creationId xmlns:a16="http://schemas.microsoft.com/office/drawing/2014/main" id="{56C6797F-2CFD-4541-93C8-AAC7379522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3" name="直線コネクタ 138562">
                      <a:extLst>
                        <a:ext uri="{FF2B5EF4-FFF2-40B4-BE49-F238E27FC236}">
                          <a16:creationId xmlns:a16="http://schemas.microsoft.com/office/drawing/2014/main" id="{7A3D6F79-4FFD-449F-87E5-50D721C9AB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4" name="直線コネクタ 138563">
                      <a:extLst>
                        <a:ext uri="{FF2B5EF4-FFF2-40B4-BE49-F238E27FC236}">
                          <a16:creationId xmlns:a16="http://schemas.microsoft.com/office/drawing/2014/main" id="{0914F8E9-5F37-4013-B7A5-1EDB228E8D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5" name="直線コネクタ 138564">
                      <a:extLst>
                        <a:ext uri="{FF2B5EF4-FFF2-40B4-BE49-F238E27FC236}">
                          <a16:creationId xmlns:a16="http://schemas.microsoft.com/office/drawing/2014/main" id="{BB93CDAB-83B3-4A53-A7F6-97942A804F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6" name="直線コネクタ 138565">
                      <a:extLst>
                        <a:ext uri="{FF2B5EF4-FFF2-40B4-BE49-F238E27FC236}">
                          <a16:creationId xmlns:a16="http://schemas.microsoft.com/office/drawing/2014/main" id="{A6A006FB-9A95-4C5D-8FBB-2D9FD69A7AF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7" name="直線コネクタ 138566">
                      <a:extLst>
                        <a:ext uri="{FF2B5EF4-FFF2-40B4-BE49-F238E27FC236}">
                          <a16:creationId xmlns:a16="http://schemas.microsoft.com/office/drawing/2014/main" id="{A3D123FE-5A0C-4ED9-AAD0-00E83E5A00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8" name="直線コネクタ 138567">
                      <a:extLst>
                        <a:ext uri="{FF2B5EF4-FFF2-40B4-BE49-F238E27FC236}">
                          <a16:creationId xmlns:a16="http://schemas.microsoft.com/office/drawing/2014/main" id="{BEAD9DB8-3A30-4554-AFF1-8AB77C81D7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69" name="直線コネクタ 138568">
                      <a:extLst>
                        <a:ext uri="{FF2B5EF4-FFF2-40B4-BE49-F238E27FC236}">
                          <a16:creationId xmlns:a16="http://schemas.microsoft.com/office/drawing/2014/main" id="{B46F6DB1-44D9-42C3-8057-F0E0602DF4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0" name="直線コネクタ 138569">
                      <a:extLst>
                        <a:ext uri="{FF2B5EF4-FFF2-40B4-BE49-F238E27FC236}">
                          <a16:creationId xmlns:a16="http://schemas.microsoft.com/office/drawing/2014/main" id="{2D3544D0-7B68-46F7-B7DB-C08E4CE575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1" name="直線コネクタ 138570">
                      <a:extLst>
                        <a:ext uri="{FF2B5EF4-FFF2-40B4-BE49-F238E27FC236}">
                          <a16:creationId xmlns:a16="http://schemas.microsoft.com/office/drawing/2014/main" id="{C78966AF-7B72-4AA1-8103-88B2ECC7CF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2" name="直線コネクタ 138571">
                      <a:extLst>
                        <a:ext uri="{FF2B5EF4-FFF2-40B4-BE49-F238E27FC236}">
                          <a16:creationId xmlns:a16="http://schemas.microsoft.com/office/drawing/2014/main" id="{BB8FCA73-4EE6-4ADF-95CD-6F65D6EE41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3" name="直線コネクタ 138572">
                      <a:extLst>
                        <a:ext uri="{FF2B5EF4-FFF2-40B4-BE49-F238E27FC236}">
                          <a16:creationId xmlns:a16="http://schemas.microsoft.com/office/drawing/2014/main" id="{F43FCC07-2F4D-4843-AFB2-1C74BF5441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4" name="直線コネクタ 138573">
                      <a:extLst>
                        <a:ext uri="{FF2B5EF4-FFF2-40B4-BE49-F238E27FC236}">
                          <a16:creationId xmlns:a16="http://schemas.microsoft.com/office/drawing/2014/main" id="{3B16B013-0506-4D7D-859E-9CEDC89399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5" name="直線コネクタ 138574">
                      <a:extLst>
                        <a:ext uri="{FF2B5EF4-FFF2-40B4-BE49-F238E27FC236}">
                          <a16:creationId xmlns:a16="http://schemas.microsoft.com/office/drawing/2014/main" id="{2911C08F-FD62-4EF6-B80D-2B50106573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6" name="直線コネクタ 138575">
                      <a:extLst>
                        <a:ext uri="{FF2B5EF4-FFF2-40B4-BE49-F238E27FC236}">
                          <a16:creationId xmlns:a16="http://schemas.microsoft.com/office/drawing/2014/main" id="{A8DEBE7F-B704-4C4D-8D1D-3257BC8D6D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7" name="直線コネクタ 138576">
                      <a:extLst>
                        <a:ext uri="{FF2B5EF4-FFF2-40B4-BE49-F238E27FC236}">
                          <a16:creationId xmlns:a16="http://schemas.microsoft.com/office/drawing/2014/main" id="{A77317C9-33DB-4CD9-8EEB-76D8E8EAE6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8" name="直線コネクタ 138577">
                      <a:extLst>
                        <a:ext uri="{FF2B5EF4-FFF2-40B4-BE49-F238E27FC236}">
                          <a16:creationId xmlns:a16="http://schemas.microsoft.com/office/drawing/2014/main" id="{02478579-D025-4891-83E6-4BEF5AE278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79" name="直線コネクタ 138578">
                      <a:extLst>
                        <a:ext uri="{FF2B5EF4-FFF2-40B4-BE49-F238E27FC236}">
                          <a16:creationId xmlns:a16="http://schemas.microsoft.com/office/drawing/2014/main" id="{AC5CA7BA-436D-4494-B8A3-EDAE867828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0" name="直線コネクタ 138579">
                      <a:extLst>
                        <a:ext uri="{FF2B5EF4-FFF2-40B4-BE49-F238E27FC236}">
                          <a16:creationId xmlns:a16="http://schemas.microsoft.com/office/drawing/2014/main" id="{EF5314CC-02E7-4F19-923E-A8E318AD14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1" name="直線コネクタ 138580">
                      <a:extLst>
                        <a:ext uri="{FF2B5EF4-FFF2-40B4-BE49-F238E27FC236}">
                          <a16:creationId xmlns:a16="http://schemas.microsoft.com/office/drawing/2014/main" id="{31391C30-F290-41DD-9E7E-E343B2A8D1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2" name="直線コネクタ 138581">
                      <a:extLst>
                        <a:ext uri="{FF2B5EF4-FFF2-40B4-BE49-F238E27FC236}">
                          <a16:creationId xmlns:a16="http://schemas.microsoft.com/office/drawing/2014/main" id="{0FC2852A-470F-4772-8F78-618FFBF62C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3" name="直線コネクタ 138582">
                      <a:extLst>
                        <a:ext uri="{FF2B5EF4-FFF2-40B4-BE49-F238E27FC236}">
                          <a16:creationId xmlns:a16="http://schemas.microsoft.com/office/drawing/2014/main" id="{1A760456-CB7B-4ED3-89BC-40963FED10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4" name="直線コネクタ 138583">
                      <a:extLst>
                        <a:ext uri="{FF2B5EF4-FFF2-40B4-BE49-F238E27FC236}">
                          <a16:creationId xmlns:a16="http://schemas.microsoft.com/office/drawing/2014/main" id="{5B66C9CD-85AE-434B-ACB2-4B1DA79695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5" name="直線コネクタ 138584">
                      <a:extLst>
                        <a:ext uri="{FF2B5EF4-FFF2-40B4-BE49-F238E27FC236}">
                          <a16:creationId xmlns:a16="http://schemas.microsoft.com/office/drawing/2014/main" id="{64CAA6E3-6CA1-4BA0-B569-8F3CAFBC07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6" name="直線コネクタ 138585">
                      <a:extLst>
                        <a:ext uri="{FF2B5EF4-FFF2-40B4-BE49-F238E27FC236}">
                          <a16:creationId xmlns:a16="http://schemas.microsoft.com/office/drawing/2014/main" id="{A9520D89-A0A6-4E6B-A23D-CDE16A7E27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7" name="直線コネクタ 138586">
                      <a:extLst>
                        <a:ext uri="{FF2B5EF4-FFF2-40B4-BE49-F238E27FC236}">
                          <a16:creationId xmlns:a16="http://schemas.microsoft.com/office/drawing/2014/main" id="{31334E26-A762-4097-8C12-C8725A1547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8" name="直線コネクタ 138587">
                      <a:extLst>
                        <a:ext uri="{FF2B5EF4-FFF2-40B4-BE49-F238E27FC236}">
                          <a16:creationId xmlns:a16="http://schemas.microsoft.com/office/drawing/2014/main" id="{8D5F2108-4405-449A-94C1-C9D91B58C4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89" name="直線コネクタ 138588">
                      <a:extLst>
                        <a:ext uri="{FF2B5EF4-FFF2-40B4-BE49-F238E27FC236}">
                          <a16:creationId xmlns:a16="http://schemas.microsoft.com/office/drawing/2014/main" id="{FE072ABB-EFBD-4C4F-885D-CE46FCC0BD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0" name="直線コネクタ 138589">
                      <a:extLst>
                        <a:ext uri="{FF2B5EF4-FFF2-40B4-BE49-F238E27FC236}">
                          <a16:creationId xmlns:a16="http://schemas.microsoft.com/office/drawing/2014/main" id="{63B50704-F4E8-49CF-B09B-2727B4B59C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1" name="直線コネクタ 138590">
                      <a:extLst>
                        <a:ext uri="{FF2B5EF4-FFF2-40B4-BE49-F238E27FC236}">
                          <a16:creationId xmlns:a16="http://schemas.microsoft.com/office/drawing/2014/main" id="{E101D111-0F53-422C-A4FD-D8C84FB4E1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2" name="直線コネクタ 138591">
                      <a:extLst>
                        <a:ext uri="{FF2B5EF4-FFF2-40B4-BE49-F238E27FC236}">
                          <a16:creationId xmlns:a16="http://schemas.microsoft.com/office/drawing/2014/main" id="{1D2F5212-EA38-4312-918B-28D47E3424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3" name="直線コネクタ 138592">
                      <a:extLst>
                        <a:ext uri="{FF2B5EF4-FFF2-40B4-BE49-F238E27FC236}">
                          <a16:creationId xmlns:a16="http://schemas.microsoft.com/office/drawing/2014/main" id="{862E8EE2-744C-4418-8B7A-C5F9AD0151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4" name="直線コネクタ 138593">
                      <a:extLst>
                        <a:ext uri="{FF2B5EF4-FFF2-40B4-BE49-F238E27FC236}">
                          <a16:creationId xmlns:a16="http://schemas.microsoft.com/office/drawing/2014/main" id="{7529F1C7-EE4B-4A7D-A25C-8D8E73C1C0A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5" name="直線コネクタ 138594">
                      <a:extLst>
                        <a:ext uri="{FF2B5EF4-FFF2-40B4-BE49-F238E27FC236}">
                          <a16:creationId xmlns:a16="http://schemas.microsoft.com/office/drawing/2014/main" id="{A0D1D183-6CC4-4A95-9078-E7F1DB6E27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6" name="直線コネクタ 138595">
                      <a:extLst>
                        <a:ext uri="{FF2B5EF4-FFF2-40B4-BE49-F238E27FC236}">
                          <a16:creationId xmlns:a16="http://schemas.microsoft.com/office/drawing/2014/main" id="{519959D6-B0A5-42B7-94CF-A4EC4A48A5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7" name="直線コネクタ 138596">
                      <a:extLst>
                        <a:ext uri="{FF2B5EF4-FFF2-40B4-BE49-F238E27FC236}">
                          <a16:creationId xmlns:a16="http://schemas.microsoft.com/office/drawing/2014/main" id="{D3916503-8CAD-4C9F-B32A-9EF1746BF0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8" name="直線コネクタ 138597">
                      <a:extLst>
                        <a:ext uri="{FF2B5EF4-FFF2-40B4-BE49-F238E27FC236}">
                          <a16:creationId xmlns:a16="http://schemas.microsoft.com/office/drawing/2014/main" id="{F46E076C-B9D3-4584-AD6C-391AE35B4A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99" name="直線コネクタ 138598">
                      <a:extLst>
                        <a:ext uri="{FF2B5EF4-FFF2-40B4-BE49-F238E27FC236}">
                          <a16:creationId xmlns:a16="http://schemas.microsoft.com/office/drawing/2014/main" id="{CDCA6D82-4570-4350-8232-FA0008BF90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0" name="直線コネクタ 138599">
                      <a:extLst>
                        <a:ext uri="{FF2B5EF4-FFF2-40B4-BE49-F238E27FC236}">
                          <a16:creationId xmlns:a16="http://schemas.microsoft.com/office/drawing/2014/main" id="{736B52F1-086F-43FF-B58D-4331FF34E5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1" name="直線コネクタ 138600">
                      <a:extLst>
                        <a:ext uri="{FF2B5EF4-FFF2-40B4-BE49-F238E27FC236}">
                          <a16:creationId xmlns:a16="http://schemas.microsoft.com/office/drawing/2014/main" id="{A6E18CA8-96D4-4960-9E2A-F26E2DA39F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2" name="直線コネクタ 138601">
                      <a:extLst>
                        <a:ext uri="{FF2B5EF4-FFF2-40B4-BE49-F238E27FC236}">
                          <a16:creationId xmlns:a16="http://schemas.microsoft.com/office/drawing/2014/main" id="{2F065DBE-6F5E-4720-B32E-287666D985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3" name="直線コネクタ 138602">
                      <a:extLst>
                        <a:ext uri="{FF2B5EF4-FFF2-40B4-BE49-F238E27FC236}">
                          <a16:creationId xmlns:a16="http://schemas.microsoft.com/office/drawing/2014/main" id="{FE0D6FAE-4925-4331-99D8-4FCED2A668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4" name="直線コネクタ 138603">
                      <a:extLst>
                        <a:ext uri="{FF2B5EF4-FFF2-40B4-BE49-F238E27FC236}">
                          <a16:creationId xmlns:a16="http://schemas.microsoft.com/office/drawing/2014/main" id="{3610B90A-3B6B-4942-8B36-6DABA2A055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5" name="直線コネクタ 138604">
                      <a:extLst>
                        <a:ext uri="{FF2B5EF4-FFF2-40B4-BE49-F238E27FC236}">
                          <a16:creationId xmlns:a16="http://schemas.microsoft.com/office/drawing/2014/main" id="{41ADE5A7-AEC4-4CC2-B8AA-8545A6A198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6" name="直線コネクタ 138605">
                      <a:extLst>
                        <a:ext uri="{FF2B5EF4-FFF2-40B4-BE49-F238E27FC236}">
                          <a16:creationId xmlns:a16="http://schemas.microsoft.com/office/drawing/2014/main" id="{6EF68BBA-1148-4880-BCF4-ACFB8F67DB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7" name="直線コネクタ 138606">
                      <a:extLst>
                        <a:ext uri="{FF2B5EF4-FFF2-40B4-BE49-F238E27FC236}">
                          <a16:creationId xmlns:a16="http://schemas.microsoft.com/office/drawing/2014/main" id="{62347CC2-BCF6-4934-A92F-9FA8856EA1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8" name="直線コネクタ 138607">
                      <a:extLst>
                        <a:ext uri="{FF2B5EF4-FFF2-40B4-BE49-F238E27FC236}">
                          <a16:creationId xmlns:a16="http://schemas.microsoft.com/office/drawing/2014/main" id="{FDF19ABA-4D17-44F2-8FE7-A606B056EE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09" name="直線コネクタ 138608">
                      <a:extLst>
                        <a:ext uri="{FF2B5EF4-FFF2-40B4-BE49-F238E27FC236}">
                          <a16:creationId xmlns:a16="http://schemas.microsoft.com/office/drawing/2014/main" id="{1175D10C-660C-4657-B867-CD41EA6C38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0" name="直線コネクタ 138609">
                      <a:extLst>
                        <a:ext uri="{FF2B5EF4-FFF2-40B4-BE49-F238E27FC236}">
                          <a16:creationId xmlns:a16="http://schemas.microsoft.com/office/drawing/2014/main" id="{725B1E84-A01E-4F80-A6EB-4710FC564B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1" name="直線コネクタ 138610">
                      <a:extLst>
                        <a:ext uri="{FF2B5EF4-FFF2-40B4-BE49-F238E27FC236}">
                          <a16:creationId xmlns:a16="http://schemas.microsoft.com/office/drawing/2014/main" id="{428BA5F2-B50B-4875-9AA2-822D810FC4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2" name="直線コネクタ 138611">
                      <a:extLst>
                        <a:ext uri="{FF2B5EF4-FFF2-40B4-BE49-F238E27FC236}">
                          <a16:creationId xmlns:a16="http://schemas.microsoft.com/office/drawing/2014/main" id="{DF7E01D0-B98D-4961-9374-A5B64F3D6E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3" name="直線コネクタ 138612">
                      <a:extLst>
                        <a:ext uri="{FF2B5EF4-FFF2-40B4-BE49-F238E27FC236}">
                          <a16:creationId xmlns:a16="http://schemas.microsoft.com/office/drawing/2014/main" id="{06BBAB4A-177C-4FCB-9181-CCB6FE8BE1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4" name="直線コネクタ 138613">
                      <a:extLst>
                        <a:ext uri="{FF2B5EF4-FFF2-40B4-BE49-F238E27FC236}">
                          <a16:creationId xmlns:a16="http://schemas.microsoft.com/office/drawing/2014/main" id="{363A0C17-32B4-4265-BF4D-2B90960952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5" name="直線コネクタ 138614">
                      <a:extLst>
                        <a:ext uri="{FF2B5EF4-FFF2-40B4-BE49-F238E27FC236}">
                          <a16:creationId xmlns:a16="http://schemas.microsoft.com/office/drawing/2014/main" id="{B7CFC360-15C7-42B1-8C8E-28D172339F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6" name="直線コネクタ 138615">
                      <a:extLst>
                        <a:ext uri="{FF2B5EF4-FFF2-40B4-BE49-F238E27FC236}">
                          <a16:creationId xmlns:a16="http://schemas.microsoft.com/office/drawing/2014/main" id="{7BDDE70A-D510-415E-B52F-293FC50577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617" name="直線コネクタ 138616">
                      <a:extLst>
                        <a:ext uri="{FF2B5EF4-FFF2-40B4-BE49-F238E27FC236}">
                          <a16:creationId xmlns:a16="http://schemas.microsoft.com/office/drawing/2014/main" id="{9AD89042-4845-4DC4-8CD4-05C6C4763E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33" name="グループ化 138432">
                    <a:extLst>
                      <a:ext uri="{FF2B5EF4-FFF2-40B4-BE49-F238E27FC236}">
                        <a16:creationId xmlns:a16="http://schemas.microsoft.com/office/drawing/2014/main" id="{5E9A420F-F096-46CB-9B4E-1DE1A29C567B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986240" y="395192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8495" name="直線コネクタ 138494">
                      <a:extLst>
                        <a:ext uri="{FF2B5EF4-FFF2-40B4-BE49-F238E27FC236}">
                          <a16:creationId xmlns:a16="http://schemas.microsoft.com/office/drawing/2014/main" id="{EE3F8D41-0871-4316-AB98-56D4469907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6" name="直線コネクタ 138495">
                      <a:extLst>
                        <a:ext uri="{FF2B5EF4-FFF2-40B4-BE49-F238E27FC236}">
                          <a16:creationId xmlns:a16="http://schemas.microsoft.com/office/drawing/2014/main" id="{21281E65-0992-43EE-BC5B-8A2E3AD6CB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7" name="直線コネクタ 138496">
                      <a:extLst>
                        <a:ext uri="{FF2B5EF4-FFF2-40B4-BE49-F238E27FC236}">
                          <a16:creationId xmlns:a16="http://schemas.microsoft.com/office/drawing/2014/main" id="{AC1BBF06-FC58-4858-8EEF-4F40E563B1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8" name="直線コネクタ 138497">
                      <a:extLst>
                        <a:ext uri="{FF2B5EF4-FFF2-40B4-BE49-F238E27FC236}">
                          <a16:creationId xmlns:a16="http://schemas.microsoft.com/office/drawing/2014/main" id="{9CBA40F2-4619-42F5-AB38-3AC55C86F5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9" name="直線コネクタ 138498">
                      <a:extLst>
                        <a:ext uri="{FF2B5EF4-FFF2-40B4-BE49-F238E27FC236}">
                          <a16:creationId xmlns:a16="http://schemas.microsoft.com/office/drawing/2014/main" id="{5FE48889-71DC-4BB8-AB1B-238FFC69A4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0" name="直線コネクタ 138499">
                      <a:extLst>
                        <a:ext uri="{FF2B5EF4-FFF2-40B4-BE49-F238E27FC236}">
                          <a16:creationId xmlns:a16="http://schemas.microsoft.com/office/drawing/2014/main" id="{1D44BA8A-B770-48FD-93F0-DF2179A6B6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1" name="直線コネクタ 138500">
                      <a:extLst>
                        <a:ext uri="{FF2B5EF4-FFF2-40B4-BE49-F238E27FC236}">
                          <a16:creationId xmlns:a16="http://schemas.microsoft.com/office/drawing/2014/main" id="{BC5AAD28-8BA0-44D3-865A-1E0D5F8114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2" name="直線コネクタ 138501">
                      <a:extLst>
                        <a:ext uri="{FF2B5EF4-FFF2-40B4-BE49-F238E27FC236}">
                          <a16:creationId xmlns:a16="http://schemas.microsoft.com/office/drawing/2014/main" id="{40CD16A5-17C3-4E15-AC34-8D6EC1319F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3" name="直線コネクタ 138502">
                      <a:extLst>
                        <a:ext uri="{FF2B5EF4-FFF2-40B4-BE49-F238E27FC236}">
                          <a16:creationId xmlns:a16="http://schemas.microsoft.com/office/drawing/2014/main" id="{FAEF14C3-D12E-4D84-9710-22F6BC84BD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4" name="直線コネクタ 138503">
                      <a:extLst>
                        <a:ext uri="{FF2B5EF4-FFF2-40B4-BE49-F238E27FC236}">
                          <a16:creationId xmlns:a16="http://schemas.microsoft.com/office/drawing/2014/main" id="{5DC8FF71-8D49-4D4D-8AE7-42BB46CF1E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5" name="直線コネクタ 138504">
                      <a:extLst>
                        <a:ext uri="{FF2B5EF4-FFF2-40B4-BE49-F238E27FC236}">
                          <a16:creationId xmlns:a16="http://schemas.microsoft.com/office/drawing/2014/main" id="{93C07666-82EC-4FC0-BE3C-70B3BC5A79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6" name="直線コネクタ 138505">
                      <a:extLst>
                        <a:ext uri="{FF2B5EF4-FFF2-40B4-BE49-F238E27FC236}">
                          <a16:creationId xmlns:a16="http://schemas.microsoft.com/office/drawing/2014/main" id="{C98110A6-0B56-489D-8AEC-19EC1F78E0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7" name="直線コネクタ 138506">
                      <a:extLst>
                        <a:ext uri="{FF2B5EF4-FFF2-40B4-BE49-F238E27FC236}">
                          <a16:creationId xmlns:a16="http://schemas.microsoft.com/office/drawing/2014/main" id="{8987F295-9671-4C4E-88A9-28EFFEE1CF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8" name="直線コネクタ 138507">
                      <a:extLst>
                        <a:ext uri="{FF2B5EF4-FFF2-40B4-BE49-F238E27FC236}">
                          <a16:creationId xmlns:a16="http://schemas.microsoft.com/office/drawing/2014/main" id="{89FC42D9-DE06-420D-89E2-A83CE3ABBC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09" name="直線コネクタ 138508">
                      <a:extLst>
                        <a:ext uri="{FF2B5EF4-FFF2-40B4-BE49-F238E27FC236}">
                          <a16:creationId xmlns:a16="http://schemas.microsoft.com/office/drawing/2014/main" id="{2D22DBD6-14CE-4D5E-A07E-F2093DB378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0" name="直線コネクタ 138509">
                      <a:extLst>
                        <a:ext uri="{FF2B5EF4-FFF2-40B4-BE49-F238E27FC236}">
                          <a16:creationId xmlns:a16="http://schemas.microsoft.com/office/drawing/2014/main" id="{AC6277D9-7322-4C06-B434-C99FF0CBF4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1" name="直線コネクタ 138510">
                      <a:extLst>
                        <a:ext uri="{FF2B5EF4-FFF2-40B4-BE49-F238E27FC236}">
                          <a16:creationId xmlns:a16="http://schemas.microsoft.com/office/drawing/2014/main" id="{C48D7180-6426-4311-A483-B8D905C763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2" name="直線コネクタ 138511">
                      <a:extLst>
                        <a:ext uri="{FF2B5EF4-FFF2-40B4-BE49-F238E27FC236}">
                          <a16:creationId xmlns:a16="http://schemas.microsoft.com/office/drawing/2014/main" id="{7C59DFE5-EB59-471B-802E-9901D92304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3" name="直線コネクタ 138512">
                      <a:extLst>
                        <a:ext uri="{FF2B5EF4-FFF2-40B4-BE49-F238E27FC236}">
                          <a16:creationId xmlns:a16="http://schemas.microsoft.com/office/drawing/2014/main" id="{F49D3879-8B5B-4D16-ADC3-5D204EA6E5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4" name="直線コネクタ 138513">
                      <a:extLst>
                        <a:ext uri="{FF2B5EF4-FFF2-40B4-BE49-F238E27FC236}">
                          <a16:creationId xmlns:a16="http://schemas.microsoft.com/office/drawing/2014/main" id="{1A8AF4E3-A562-4083-B081-059EE24805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5" name="直線コネクタ 138514">
                      <a:extLst>
                        <a:ext uri="{FF2B5EF4-FFF2-40B4-BE49-F238E27FC236}">
                          <a16:creationId xmlns:a16="http://schemas.microsoft.com/office/drawing/2014/main" id="{80982246-5372-47AA-A773-F7089ECC7A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6" name="直線コネクタ 138515">
                      <a:extLst>
                        <a:ext uri="{FF2B5EF4-FFF2-40B4-BE49-F238E27FC236}">
                          <a16:creationId xmlns:a16="http://schemas.microsoft.com/office/drawing/2014/main" id="{8EF200F5-7920-48AB-8D1C-C9D1CC73F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7" name="直線コネクタ 138516">
                      <a:extLst>
                        <a:ext uri="{FF2B5EF4-FFF2-40B4-BE49-F238E27FC236}">
                          <a16:creationId xmlns:a16="http://schemas.microsoft.com/office/drawing/2014/main" id="{63EC77ED-3067-4A09-A146-0434CC4A07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8" name="直線コネクタ 138517">
                      <a:extLst>
                        <a:ext uri="{FF2B5EF4-FFF2-40B4-BE49-F238E27FC236}">
                          <a16:creationId xmlns:a16="http://schemas.microsoft.com/office/drawing/2014/main" id="{0593492F-4359-4679-80F6-53846ABE14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19" name="直線コネクタ 138518">
                      <a:extLst>
                        <a:ext uri="{FF2B5EF4-FFF2-40B4-BE49-F238E27FC236}">
                          <a16:creationId xmlns:a16="http://schemas.microsoft.com/office/drawing/2014/main" id="{13603029-6F77-4D54-B752-CBAE8B9C0F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0" name="直線コネクタ 138519">
                      <a:extLst>
                        <a:ext uri="{FF2B5EF4-FFF2-40B4-BE49-F238E27FC236}">
                          <a16:creationId xmlns:a16="http://schemas.microsoft.com/office/drawing/2014/main" id="{03746D9C-AAC5-44AF-B083-4D24FF33EE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1" name="直線コネクタ 138520">
                      <a:extLst>
                        <a:ext uri="{FF2B5EF4-FFF2-40B4-BE49-F238E27FC236}">
                          <a16:creationId xmlns:a16="http://schemas.microsoft.com/office/drawing/2014/main" id="{10B81BF2-6405-43FD-B91A-337F3A07E5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2" name="直線コネクタ 138521">
                      <a:extLst>
                        <a:ext uri="{FF2B5EF4-FFF2-40B4-BE49-F238E27FC236}">
                          <a16:creationId xmlns:a16="http://schemas.microsoft.com/office/drawing/2014/main" id="{942A0CC8-70A4-4F9C-90C2-09A77263BB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3" name="直線コネクタ 138522">
                      <a:extLst>
                        <a:ext uri="{FF2B5EF4-FFF2-40B4-BE49-F238E27FC236}">
                          <a16:creationId xmlns:a16="http://schemas.microsoft.com/office/drawing/2014/main" id="{04E4747F-A15A-4BCB-A16D-FB8CE203D8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4" name="直線コネクタ 138523">
                      <a:extLst>
                        <a:ext uri="{FF2B5EF4-FFF2-40B4-BE49-F238E27FC236}">
                          <a16:creationId xmlns:a16="http://schemas.microsoft.com/office/drawing/2014/main" id="{BF0D76EA-9808-4B26-8B55-CF54523729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5" name="直線コネクタ 138524">
                      <a:extLst>
                        <a:ext uri="{FF2B5EF4-FFF2-40B4-BE49-F238E27FC236}">
                          <a16:creationId xmlns:a16="http://schemas.microsoft.com/office/drawing/2014/main" id="{67559F6F-3F99-4437-B150-8D58D60279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6" name="直線コネクタ 138525">
                      <a:extLst>
                        <a:ext uri="{FF2B5EF4-FFF2-40B4-BE49-F238E27FC236}">
                          <a16:creationId xmlns:a16="http://schemas.microsoft.com/office/drawing/2014/main" id="{20921BA0-392D-44BF-9233-3DB1882463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7" name="直線コネクタ 138526">
                      <a:extLst>
                        <a:ext uri="{FF2B5EF4-FFF2-40B4-BE49-F238E27FC236}">
                          <a16:creationId xmlns:a16="http://schemas.microsoft.com/office/drawing/2014/main" id="{46ED9A9D-2677-44D5-B140-62669C253E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8" name="直線コネクタ 138527">
                      <a:extLst>
                        <a:ext uri="{FF2B5EF4-FFF2-40B4-BE49-F238E27FC236}">
                          <a16:creationId xmlns:a16="http://schemas.microsoft.com/office/drawing/2014/main" id="{B20AE950-551F-4F58-99A1-309D90B661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29" name="直線コネクタ 138528">
                      <a:extLst>
                        <a:ext uri="{FF2B5EF4-FFF2-40B4-BE49-F238E27FC236}">
                          <a16:creationId xmlns:a16="http://schemas.microsoft.com/office/drawing/2014/main" id="{3D287915-C41F-471A-940C-79104C39BB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0" name="直線コネクタ 138529">
                      <a:extLst>
                        <a:ext uri="{FF2B5EF4-FFF2-40B4-BE49-F238E27FC236}">
                          <a16:creationId xmlns:a16="http://schemas.microsoft.com/office/drawing/2014/main" id="{D5324627-1DE1-4BF9-B9CD-9F648B163F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1" name="直線コネクタ 138530">
                      <a:extLst>
                        <a:ext uri="{FF2B5EF4-FFF2-40B4-BE49-F238E27FC236}">
                          <a16:creationId xmlns:a16="http://schemas.microsoft.com/office/drawing/2014/main" id="{EB99C03F-CD89-44BB-86AE-0D9B548708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2" name="直線コネクタ 138531">
                      <a:extLst>
                        <a:ext uri="{FF2B5EF4-FFF2-40B4-BE49-F238E27FC236}">
                          <a16:creationId xmlns:a16="http://schemas.microsoft.com/office/drawing/2014/main" id="{2AA0164F-E586-4508-9C58-4CA881194F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3" name="直線コネクタ 138532">
                      <a:extLst>
                        <a:ext uri="{FF2B5EF4-FFF2-40B4-BE49-F238E27FC236}">
                          <a16:creationId xmlns:a16="http://schemas.microsoft.com/office/drawing/2014/main" id="{8E63C0C1-592F-4223-BEBE-38DC468622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4" name="直線コネクタ 138533">
                      <a:extLst>
                        <a:ext uri="{FF2B5EF4-FFF2-40B4-BE49-F238E27FC236}">
                          <a16:creationId xmlns:a16="http://schemas.microsoft.com/office/drawing/2014/main" id="{A6F66BE7-7E7F-47FA-8F0A-F5C52C8F2D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5" name="直線コネクタ 138534">
                      <a:extLst>
                        <a:ext uri="{FF2B5EF4-FFF2-40B4-BE49-F238E27FC236}">
                          <a16:creationId xmlns:a16="http://schemas.microsoft.com/office/drawing/2014/main" id="{B7744639-D04A-4A47-9C48-F36BA41BC2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6" name="直線コネクタ 138535">
                      <a:extLst>
                        <a:ext uri="{FF2B5EF4-FFF2-40B4-BE49-F238E27FC236}">
                          <a16:creationId xmlns:a16="http://schemas.microsoft.com/office/drawing/2014/main" id="{6B502B83-94F5-4988-A319-DBB7300522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7" name="直線コネクタ 138536">
                      <a:extLst>
                        <a:ext uri="{FF2B5EF4-FFF2-40B4-BE49-F238E27FC236}">
                          <a16:creationId xmlns:a16="http://schemas.microsoft.com/office/drawing/2014/main" id="{B3E56FAA-A075-4573-B8AD-CAED02ADD5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8" name="直線コネクタ 138537">
                      <a:extLst>
                        <a:ext uri="{FF2B5EF4-FFF2-40B4-BE49-F238E27FC236}">
                          <a16:creationId xmlns:a16="http://schemas.microsoft.com/office/drawing/2014/main" id="{62A8DD73-BD13-4853-A4FB-9C65F94124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39" name="直線コネクタ 138538">
                      <a:extLst>
                        <a:ext uri="{FF2B5EF4-FFF2-40B4-BE49-F238E27FC236}">
                          <a16:creationId xmlns:a16="http://schemas.microsoft.com/office/drawing/2014/main" id="{63C5F037-24DD-475A-9BC2-C7ABED3116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0" name="直線コネクタ 138539">
                      <a:extLst>
                        <a:ext uri="{FF2B5EF4-FFF2-40B4-BE49-F238E27FC236}">
                          <a16:creationId xmlns:a16="http://schemas.microsoft.com/office/drawing/2014/main" id="{87DF8745-943C-4DA2-A9CB-55B05FE896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1" name="直線コネクタ 138540">
                      <a:extLst>
                        <a:ext uri="{FF2B5EF4-FFF2-40B4-BE49-F238E27FC236}">
                          <a16:creationId xmlns:a16="http://schemas.microsoft.com/office/drawing/2014/main" id="{4CA592E9-ABC8-4CA0-B4DE-06486A7589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2" name="直線コネクタ 138541">
                      <a:extLst>
                        <a:ext uri="{FF2B5EF4-FFF2-40B4-BE49-F238E27FC236}">
                          <a16:creationId xmlns:a16="http://schemas.microsoft.com/office/drawing/2014/main" id="{FD4BEEF0-5DB0-434C-89A1-EB3F3F1DCB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3" name="直線コネクタ 138542">
                      <a:extLst>
                        <a:ext uri="{FF2B5EF4-FFF2-40B4-BE49-F238E27FC236}">
                          <a16:creationId xmlns:a16="http://schemas.microsoft.com/office/drawing/2014/main" id="{DDC89B21-F360-46D6-B376-3C005DAD21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4" name="直線コネクタ 138543">
                      <a:extLst>
                        <a:ext uri="{FF2B5EF4-FFF2-40B4-BE49-F238E27FC236}">
                          <a16:creationId xmlns:a16="http://schemas.microsoft.com/office/drawing/2014/main" id="{623071A3-B510-4A04-B253-25042A0743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5" name="直線コネクタ 138544">
                      <a:extLst>
                        <a:ext uri="{FF2B5EF4-FFF2-40B4-BE49-F238E27FC236}">
                          <a16:creationId xmlns:a16="http://schemas.microsoft.com/office/drawing/2014/main" id="{033241A3-54F3-45B0-BE16-9928C5C4EA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6" name="直線コネクタ 138545">
                      <a:extLst>
                        <a:ext uri="{FF2B5EF4-FFF2-40B4-BE49-F238E27FC236}">
                          <a16:creationId xmlns:a16="http://schemas.microsoft.com/office/drawing/2014/main" id="{906162E7-0D34-4209-A5AA-93E015DE38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7" name="直線コネクタ 138546">
                      <a:extLst>
                        <a:ext uri="{FF2B5EF4-FFF2-40B4-BE49-F238E27FC236}">
                          <a16:creationId xmlns:a16="http://schemas.microsoft.com/office/drawing/2014/main" id="{341472F3-17E6-4160-A75E-93F340C720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8" name="直線コネクタ 138547">
                      <a:extLst>
                        <a:ext uri="{FF2B5EF4-FFF2-40B4-BE49-F238E27FC236}">
                          <a16:creationId xmlns:a16="http://schemas.microsoft.com/office/drawing/2014/main" id="{94832281-1254-4E0D-947E-DE9C5411C9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49" name="直線コネクタ 138548">
                      <a:extLst>
                        <a:ext uri="{FF2B5EF4-FFF2-40B4-BE49-F238E27FC236}">
                          <a16:creationId xmlns:a16="http://schemas.microsoft.com/office/drawing/2014/main" id="{D15FA90C-A680-41BF-9AA9-BD4C6C79CD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0" name="直線コネクタ 138549">
                      <a:extLst>
                        <a:ext uri="{FF2B5EF4-FFF2-40B4-BE49-F238E27FC236}">
                          <a16:creationId xmlns:a16="http://schemas.microsoft.com/office/drawing/2014/main" id="{69EED1DD-0C79-4D3E-91B1-C4921C8CB7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1" name="直線コネクタ 138550">
                      <a:extLst>
                        <a:ext uri="{FF2B5EF4-FFF2-40B4-BE49-F238E27FC236}">
                          <a16:creationId xmlns:a16="http://schemas.microsoft.com/office/drawing/2014/main" id="{E43E856D-D23D-4F0D-913E-425A4BC1CC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2" name="直線コネクタ 138551">
                      <a:extLst>
                        <a:ext uri="{FF2B5EF4-FFF2-40B4-BE49-F238E27FC236}">
                          <a16:creationId xmlns:a16="http://schemas.microsoft.com/office/drawing/2014/main" id="{38C0BCA8-CA57-420C-A95F-A2D8B520AD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3" name="直線コネクタ 138552">
                      <a:extLst>
                        <a:ext uri="{FF2B5EF4-FFF2-40B4-BE49-F238E27FC236}">
                          <a16:creationId xmlns:a16="http://schemas.microsoft.com/office/drawing/2014/main" id="{F8180AE2-EF3D-427D-B4ED-9ED3879351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4" name="直線コネクタ 138553">
                      <a:extLst>
                        <a:ext uri="{FF2B5EF4-FFF2-40B4-BE49-F238E27FC236}">
                          <a16:creationId xmlns:a16="http://schemas.microsoft.com/office/drawing/2014/main" id="{01A30B98-7C22-4525-9E7C-DF7B6C8A73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5" name="直線コネクタ 138554">
                      <a:extLst>
                        <a:ext uri="{FF2B5EF4-FFF2-40B4-BE49-F238E27FC236}">
                          <a16:creationId xmlns:a16="http://schemas.microsoft.com/office/drawing/2014/main" id="{526EB72D-027D-4B20-8DCD-36FCE1229A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6" name="直線コネクタ 138555">
                      <a:extLst>
                        <a:ext uri="{FF2B5EF4-FFF2-40B4-BE49-F238E27FC236}">
                          <a16:creationId xmlns:a16="http://schemas.microsoft.com/office/drawing/2014/main" id="{5FCED97A-BC09-4FE0-A503-2D4C0BD203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557" name="直線コネクタ 138556">
                      <a:extLst>
                        <a:ext uri="{FF2B5EF4-FFF2-40B4-BE49-F238E27FC236}">
                          <a16:creationId xmlns:a16="http://schemas.microsoft.com/office/drawing/2014/main" id="{EAC925DE-35FA-4E0C-A973-8717DFF318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434" name="グループ化 138433">
                    <a:extLst>
                      <a:ext uri="{FF2B5EF4-FFF2-40B4-BE49-F238E27FC236}">
                        <a16:creationId xmlns:a16="http://schemas.microsoft.com/office/drawing/2014/main" id="{91699D54-DF4C-484E-9C09-D099584A5A84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518029" y="449042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8435" name="直線コネクタ 138434">
                      <a:extLst>
                        <a:ext uri="{FF2B5EF4-FFF2-40B4-BE49-F238E27FC236}">
                          <a16:creationId xmlns:a16="http://schemas.microsoft.com/office/drawing/2014/main" id="{357AB776-3188-47B2-AFCB-A593B086FE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36" name="直線コネクタ 138435">
                      <a:extLst>
                        <a:ext uri="{FF2B5EF4-FFF2-40B4-BE49-F238E27FC236}">
                          <a16:creationId xmlns:a16="http://schemas.microsoft.com/office/drawing/2014/main" id="{719597D0-A9C6-4E87-914F-45487783DC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37" name="直線コネクタ 138436">
                      <a:extLst>
                        <a:ext uri="{FF2B5EF4-FFF2-40B4-BE49-F238E27FC236}">
                          <a16:creationId xmlns:a16="http://schemas.microsoft.com/office/drawing/2014/main" id="{6250BA3D-A6A5-403B-B9C5-9864716CF9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38" name="直線コネクタ 138437">
                      <a:extLst>
                        <a:ext uri="{FF2B5EF4-FFF2-40B4-BE49-F238E27FC236}">
                          <a16:creationId xmlns:a16="http://schemas.microsoft.com/office/drawing/2014/main" id="{D285E8FE-06B8-4EC8-8EEC-3AADF4A43A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39" name="直線コネクタ 138438">
                      <a:extLst>
                        <a:ext uri="{FF2B5EF4-FFF2-40B4-BE49-F238E27FC236}">
                          <a16:creationId xmlns:a16="http://schemas.microsoft.com/office/drawing/2014/main" id="{390CE47E-F70D-4CEF-AF53-090120F83C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0" name="直線コネクタ 138439">
                      <a:extLst>
                        <a:ext uri="{FF2B5EF4-FFF2-40B4-BE49-F238E27FC236}">
                          <a16:creationId xmlns:a16="http://schemas.microsoft.com/office/drawing/2014/main" id="{6A18EF79-CCD3-4B0C-8003-1DC3CC6927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1" name="直線コネクタ 138440">
                      <a:extLst>
                        <a:ext uri="{FF2B5EF4-FFF2-40B4-BE49-F238E27FC236}">
                          <a16:creationId xmlns:a16="http://schemas.microsoft.com/office/drawing/2014/main" id="{375184F0-2310-4572-8FC4-DCEF28A6E8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2" name="直線コネクタ 138441">
                      <a:extLst>
                        <a:ext uri="{FF2B5EF4-FFF2-40B4-BE49-F238E27FC236}">
                          <a16:creationId xmlns:a16="http://schemas.microsoft.com/office/drawing/2014/main" id="{3B7671BF-D151-447D-A472-9075D91F9C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3" name="直線コネクタ 138442">
                      <a:extLst>
                        <a:ext uri="{FF2B5EF4-FFF2-40B4-BE49-F238E27FC236}">
                          <a16:creationId xmlns:a16="http://schemas.microsoft.com/office/drawing/2014/main" id="{2DB4727B-B959-438B-8AFB-BDAF9F96811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4" name="直線コネクタ 138443">
                      <a:extLst>
                        <a:ext uri="{FF2B5EF4-FFF2-40B4-BE49-F238E27FC236}">
                          <a16:creationId xmlns:a16="http://schemas.microsoft.com/office/drawing/2014/main" id="{E3848A55-4A1D-4DA5-898D-8A2F027C04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5" name="直線コネクタ 138444">
                      <a:extLst>
                        <a:ext uri="{FF2B5EF4-FFF2-40B4-BE49-F238E27FC236}">
                          <a16:creationId xmlns:a16="http://schemas.microsoft.com/office/drawing/2014/main" id="{C777E1BA-2E48-43F8-A01E-F9FF73B6FE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6" name="直線コネクタ 138445">
                      <a:extLst>
                        <a:ext uri="{FF2B5EF4-FFF2-40B4-BE49-F238E27FC236}">
                          <a16:creationId xmlns:a16="http://schemas.microsoft.com/office/drawing/2014/main" id="{17237F92-5D07-4958-BBF6-2A0259B70B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7" name="直線コネクタ 138446">
                      <a:extLst>
                        <a:ext uri="{FF2B5EF4-FFF2-40B4-BE49-F238E27FC236}">
                          <a16:creationId xmlns:a16="http://schemas.microsoft.com/office/drawing/2014/main" id="{AACD5CA0-6EB4-413C-9802-AAC3E0FB8F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8" name="直線コネクタ 138447">
                      <a:extLst>
                        <a:ext uri="{FF2B5EF4-FFF2-40B4-BE49-F238E27FC236}">
                          <a16:creationId xmlns:a16="http://schemas.microsoft.com/office/drawing/2014/main" id="{964B0F18-F282-4A41-8ABF-46EE583E10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49" name="直線コネクタ 138448">
                      <a:extLst>
                        <a:ext uri="{FF2B5EF4-FFF2-40B4-BE49-F238E27FC236}">
                          <a16:creationId xmlns:a16="http://schemas.microsoft.com/office/drawing/2014/main" id="{A2719816-7B97-4F27-AE49-217E86360E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0" name="直線コネクタ 138449">
                      <a:extLst>
                        <a:ext uri="{FF2B5EF4-FFF2-40B4-BE49-F238E27FC236}">
                          <a16:creationId xmlns:a16="http://schemas.microsoft.com/office/drawing/2014/main" id="{F60212C3-F7CC-4311-A74B-0D4F4932E6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1" name="直線コネクタ 138450">
                      <a:extLst>
                        <a:ext uri="{FF2B5EF4-FFF2-40B4-BE49-F238E27FC236}">
                          <a16:creationId xmlns:a16="http://schemas.microsoft.com/office/drawing/2014/main" id="{7CB52B40-BABA-4FD6-B9A8-95A56D0B03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2" name="直線コネクタ 138451">
                      <a:extLst>
                        <a:ext uri="{FF2B5EF4-FFF2-40B4-BE49-F238E27FC236}">
                          <a16:creationId xmlns:a16="http://schemas.microsoft.com/office/drawing/2014/main" id="{3CC58412-4222-4F75-873A-BD8621462E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3" name="直線コネクタ 138452">
                      <a:extLst>
                        <a:ext uri="{FF2B5EF4-FFF2-40B4-BE49-F238E27FC236}">
                          <a16:creationId xmlns:a16="http://schemas.microsoft.com/office/drawing/2014/main" id="{A52C8630-5B53-4DB5-9628-EEE4BFD774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4" name="直線コネクタ 138453">
                      <a:extLst>
                        <a:ext uri="{FF2B5EF4-FFF2-40B4-BE49-F238E27FC236}">
                          <a16:creationId xmlns:a16="http://schemas.microsoft.com/office/drawing/2014/main" id="{FFCF06C1-A729-42A2-8639-31A941033D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5" name="直線コネクタ 138454">
                      <a:extLst>
                        <a:ext uri="{FF2B5EF4-FFF2-40B4-BE49-F238E27FC236}">
                          <a16:creationId xmlns:a16="http://schemas.microsoft.com/office/drawing/2014/main" id="{F7992F70-5467-42D7-A73F-5FAAEEB5DD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6" name="直線コネクタ 138455">
                      <a:extLst>
                        <a:ext uri="{FF2B5EF4-FFF2-40B4-BE49-F238E27FC236}">
                          <a16:creationId xmlns:a16="http://schemas.microsoft.com/office/drawing/2014/main" id="{BC4FD938-D577-4648-97D8-587AC689E9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7" name="直線コネクタ 138456">
                      <a:extLst>
                        <a:ext uri="{FF2B5EF4-FFF2-40B4-BE49-F238E27FC236}">
                          <a16:creationId xmlns:a16="http://schemas.microsoft.com/office/drawing/2014/main" id="{24632EDE-4A3B-4E34-A583-45CD1E374E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8" name="直線コネクタ 138457">
                      <a:extLst>
                        <a:ext uri="{FF2B5EF4-FFF2-40B4-BE49-F238E27FC236}">
                          <a16:creationId xmlns:a16="http://schemas.microsoft.com/office/drawing/2014/main" id="{FD8CC4AC-24F9-49F8-B75D-6B05561ADA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59" name="直線コネクタ 138458">
                      <a:extLst>
                        <a:ext uri="{FF2B5EF4-FFF2-40B4-BE49-F238E27FC236}">
                          <a16:creationId xmlns:a16="http://schemas.microsoft.com/office/drawing/2014/main" id="{F66E445A-F0BF-459E-9833-8E29A50E45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0" name="直線コネクタ 138459">
                      <a:extLst>
                        <a:ext uri="{FF2B5EF4-FFF2-40B4-BE49-F238E27FC236}">
                          <a16:creationId xmlns:a16="http://schemas.microsoft.com/office/drawing/2014/main" id="{C4B82AD0-B91D-47F4-ABE3-8B3B7FB8F1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1" name="直線コネクタ 138460">
                      <a:extLst>
                        <a:ext uri="{FF2B5EF4-FFF2-40B4-BE49-F238E27FC236}">
                          <a16:creationId xmlns:a16="http://schemas.microsoft.com/office/drawing/2014/main" id="{39885CB0-726B-47CD-9A70-64AEE6A5CC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2" name="直線コネクタ 138461">
                      <a:extLst>
                        <a:ext uri="{FF2B5EF4-FFF2-40B4-BE49-F238E27FC236}">
                          <a16:creationId xmlns:a16="http://schemas.microsoft.com/office/drawing/2014/main" id="{B0D16F2E-02AD-4A12-862D-0877C2A6D1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3" name="直線コネクタ 138462">
                      <a:extLst>
                        <a:ext uri="{FF2B5EF4-FFF2-40B4-BE49-F238E27FC236}">
                          <a16:creationId xmlns:a16="http://schemas.microsoft.com/office/drawing/2014/main" id="{EE0F8C51-CA7B-4753-B39E-3C665C7272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4" name="直線コネクタ 138463">
                      <a:extLst>
                        <a:ext uri="{FF2B5EF4-FFF2-40B4-BE49-F238E27FC236}">
                          <a16:creationId xmlns:a16="http://schemas.microsoft.com/office/drawing/2014/main" id="{44D93268-8789-44CC-90C4-96243BA09E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5" name="直線コネクタ 138464">
                      <a:extLst>
                        <a:ext uri="{FF2B5EF4-FFF2-40B4-BE49-F238E27FC236}">
                          <a16:creationId xmlns:a16="http://schemas.microsoft.com/office/drawing/2014/main" id="{6E320FC8-F227-4A8F-B7C0-1F7DE4E04C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6" name="直線コネクタ 138465">
                      <a:extLst>
                        <a:ext uri="{FF2B5EF4-FFF2-40B4-BE49-F238E27FC236}">
                          <a16:creationId xmlns:a16="http://schemas.microsoft.com/office/drawing/2014/main" id="{A20D82EC-D1DD-4256-8F86-27681D0557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7" name="直線コネクタ 138466">
                      <a:extLst>
                        <a:ext uri="{FF2B5EF4-FFF2-40B4-BE49-F238E27FC236}">
                          <a16:creationId xmlns:a16="http://schemas.microsoft.com/office/drawing/2014/main" id="{554D16A9-242D-4B2B-9AC0-6D9A3EB4EE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8" name="直線コネクタ 138467">
                      <a:extLst>
                        <a:ext uri="{FF2B5EF4-FFF2-40B4-BE49-F238E27FC236}">
                          <a16:creationId xmlns:a16="http://schemas.microsoft.com/office/drawing/2014/main" id="{27F7A614-FA31-4240-BF31-A290DBE1AF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69" name="直線コネクタ 138468">
                      <a:extLst>
                        <a:ext uri="{FF2B5EF4-FFF2-40B4-BE49-F238E27FC236}">
                          <a16:creationId xmlns:a16="http://schemas.microsoft.com/office/drawing/2014/main" id="{9B9A9013-B959-4451-BBA9-D360912E9C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0" name="直線コネクタ 138469">
                      <a:extLst>
                        <a:ext uri="{FF2B5EF4-FFF2-40B4-BE49-F238E27FC236}">
                          <a16:creationId xmlns:a16="http://schemas.microsoft.com/office/drawing/2014/main" id="{CC425AB3-F627-4795-8E97-4529566496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1" name="直線コネクタ 138470">
                      <a:extLst>
                        <a:ext uri="{FF2B5EF4-FFF2-40B4-BE49-F238E27FC236}">
                          <a16:creationId xmlns:a16="http://schemas.microsoft.com/office/drawing/2014/main" id="{2316D769-F9B7-412E-9519-DA0BE2DD4A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2" name="直線コネクタ 138471">
                      <a:extLst>
                        <a:ext uri="{FF2B5EF4-FFF2-40B4-BE49-F238E27FC236}">
                          <a16:creationId xmlns:a16="http://schemas.microsoft.com/office/drawing/2014/main" id="{7E3F1C8A-8CDB-4247-9C3D-BEABA1E451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3" name="直線コネクタ 138472">
                      <a:extLst>
                        <a:ext uri="{FF2B5EF4-FFF2-40B4-BE49-F238E27FC236}">
                          <a16:creationId xmlns:a16="http://schemas.microsoft.com/office/drawing/2014/main" id="{229AD38D-6841-4B89-A495-6982DCEEDD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4" name="直線コネクタ 138473">
                      <a:extLst>
                        <a:ext uri="{FF2B5EF4-FFF2-40B4-BE49-F238E27FC236}">
                          <a16:creationId xmlns:a16="http://schemas.microsoft.com/office/drawing/2014/main" id="{A612D031-07B0-46E1-B139-312B3B58E5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5" name="直線コネクタ 138474">
                      <a:extLst>
                        <a:ext uri="{FF2B5EF4-FFF2-40B4-BE49-F238E27FC236}">
                          <a16:creationId xmlns:a16="http://schemas.microsoft.com/office/drawing/2014/main" id="{8B4072F8-4C35-4BB6-BF1F-BEBDF1B997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6" name="直線コネクタ 138475">
                      <a:extLst>
                        <a:ext uri="{FF2B5EF4-FFF2-40B4-BE49-F238E27FC236}">
                          <a16:creationId xmlns:a16="http://schemas.microsoft.com/office/drawing/2014/main" id="{F31C264E-C3AA-43F5-9707-E85F46192E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7" name="直線コネクタ 138476">
                      <a:extLst>
                        <a:ext uri="{FF2B5EF4-FFF2-40B4-BE49-F238E27FC236}">
                          <a16:creationId xmlns:a16="http://schemas.microsoft.com/office/drawing/2014/main" id="{4C26B78E-5FC1-4720-8432-CE6024891C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8" name="直線コネクタ 138477">
                      <a:extLst>
                        <a:ext uri="{FF2B5EF4-FFF2-40B4-BE49-F238E27FC236}">
                          <a16:creationId xmlns:a16="http://schemas.microsoft.com/office/drawing/2014/main" id="{4532B273-E452-4A6C-AE59-F749FF9A8E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79" name="直線コネクタ 138478">
                      <a:extLst>
                        <a:ext uri="{FF2B5EF4-FFF2-40B4-BE49-F238E27FC236}">
                          <a16:creationId xmlns:a16="http://schemas.microsoft.com/office/drawing/2014/main" id="{5494FA85-4F4B-4C9B-95D5-8B68269CA6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0" name="直線コネクタ 138479">
                      <a:extLst>
                        <a:ext uri="{FF2B5EF4-FFF2-40B4-BE49-F238E27FC236}">
                          <a16:creationId xmlns:a16="http://schemas.microsoft.com/office/drawing/2014/main" id="{B38E9B93-65B8-443E-A770-0FD8C9811C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1" name="直線コネクタ 138480">
                      <a:extLst>
                        <a:ext uri="{FF2B5EF4-FFF2-40B4-BE49-F238E27FC236}">
                          <a16:creationId xmlns:a16="http://schemas.microsoft.com/office/drawing/2014/main" id="{9E1BA3C4-D7B2-47AB-971B-C91053F8B2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2" name="直線コネクタ 138481">
                      <a:extLst>
                        <a:ext uri="{FF2B5EF4-FFF2-40B4-BE49-F238E27FC236}">
                          <a16:creationId xmlns:a16="http://schemas.microsoft.com/office/drawing/2014/main" id="{E709B42C-E2B0-4654-BD13-C57A9B464C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3" name="直線コネクタ 138482">
                      <a:extLst>
                        <a:ext uri="{FF2B5EF4-FFF2-40B4-BE49-F238E27FC236}">
                          <a16:creationId xmlns:a16="http://schemas.microsoft.com/office/drawing/2014/main" id="{797F6E58-229F-4D9B-B13F-A481DCF89C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4" name="直線コネクタ 138483">
                      <a:extLst>
                        <a:ext uri="{FF2B5EF4-FFF2-40B4-BE49-F238E27FC236}">
                          <a16:creationId xmlns:a16="http://schemas.microsoft.com/office/drawing/2014/main" id="{2390570E-4BCD-445C-88B4-A9C64D52DA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5" name="直線コネクタ 138484">
                      <a:extLst>
                        <a:ext uri="{FF2B5EF4-FFF2-40B4-BE49-F238E27FC236}">
                          <a16:creationId xmlns:a16="http://schemas.microsoft.com/office/drawing/2014/main" id="{D979F280-507A-428E-84F0-542D15F5BA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6" name="直線コネクタ 138485">
                      <a:extLst>
                        <a:ext uri="{FF2B5EF4-FFF2-40B4-BE49-F238E27FC236}">
                          <a16:creationId xmlns:a16="http://schemas.microsoft.com/office/drawing/2014/main" id="{8DCB25CB-A6BF-4FE1-8613-963D7D4A2E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7" name="直線コネクタ 138486">
                      <a:extLst>
                        <a:ext uri="{FF2B5EF4-FFF2-40B4-BE49-F238E27FC236}">
                          <a16:creationId xmlns:a16="http://schemas.microsoft.com/office/drawing/2014/main" id="{0670A101-667F-4D6E-968A-40CDEBE751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8" name="直線コネクタ 138487">
                      <a:extLst>
                        <a:ext uri="{FF2B5EF4-FFF2-40B4-BE49-F238E27FC236}">
                          <a16:creationId xmlns:a16="http://schemas.microsoft.com/office/drawing/2014/main" id="{9A73C240-5A93-4453-982C-2465F3B291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89" name="直線コネクタ 138488">
                      <a:extLst>
                        <a:ext uri="{FF2B5EF4-FFF2-40B4-BE49-F238E27FC236}">
                          <a16:creationId xmlns:a16="http://schemas.microsoft.com/office/drawing/2014/main" id="{25FD4FC6-04FB-4AD9-B067-EC9B58CCB6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0" name="直線コネクタ 138489">
                      <a:extLst>
                        <a:ext uri="{FF2B5EF4-FFF2-40B4-BE49-F238E27FC236}">
                          <a16:creationId xmlns:a16="http://schemas.microsoft.com/office/drawing/2014/main" id="{D1EF06C1-BC0C-407A-92F8-ADFA9C1CA2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1" name="直線コネクタ 138490">
                      <a:extLst>
                        <a:ext uri="{FF2B5EF4-FFF2-40B4-BE49-F238E27FC236}">
                          <a16:creationId xmlns:a16="http://schemas.microsoft.com/office/drawing/2014/main" id="{23213015-77F3-4434-AD84-4B020731CA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2" name="直線コネクタ 138491">
                      <a:extLst>
                        <a:ext uri="{FF2B5EF4-FFF2-40B4-BE49-F238E27FC236}">
                          <a16:creationId xmlns:a16="http://schemas.microsoft.com/office/drawing/2014/main" id="{0FA87C45-78AB-4EFB-AED6-243FE2D6E6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3" name="直線コネクタ 138492">
                      <a:extLst>
                        <a:ext uri="{FF2B5EF4-FFF2-40B4-BE49-F238E27FC236}">
                          <a16:creationId xmlns:a16="http://schemas.microsoft.com/office/drawing/2014/main" id="{C0277A3B-0B15-48B2-8C69-EFB79E15F1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494" name="直線コネクタ 138493">
                      <a:extLst>
                        <a:ext uri="{FF2B5EF4-FFF2-40B4-BE49-F238E27FC236}">
                          <a16:creationId xmlns:a16="http://schemas.microsoft.com/office/drawing/2014/main" id="{BB8B3C9A-0AFF-4F72-BC27-C4B06B21A3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8005" name="グループ化 138004">
                <a:extLst>
                  <a:ext uri="{FF2B5EF4-FFF2-40B4-BE49-F238E27FC236}">
                    <a16:creationId xmlns:a16="http://schemas.microsoft.com/office/drawing/2014/main" id="{26C0A7F5-847E-41F1-A6F1-E19B778DDB15}"/>
                  </a:ext>
                </a:extLst>
              </p:cNvPr>
              <p:cNvGrpSpPr/>
              <p:nvPr/>
            </p:nvGrpSpPr>
            <p:grpSpPr>
              <a:xfrm>
                <a:off x="4560962" y="4560962"/>
                <a:ext cx="1677838" cy="1677838"/>
                <a:chOff x="4560962" y="4560962"/>
                <a:chExt cx="1677838" cy="1677838"/>
              </a:xfrm>
            </p:grpSpPr>
            <p:cxnSp>
              <p:nvCxnSpPr>
                <p:cNvPr id="138399" name="直線コネクタ 138398">
                  <a:extLst>
                    <a:ext uri="{FF2B5EF4-FFF2-40B4-BE49-F238E27FC236}">
                      <a16:creationId xmlns:a16="http://schemas.microsoft.com/office/drawing/2014/main" id="{EB178C04-2DA0-422D-B214-96DCD3437624}"/>
                    </a:ext>
                  </a:extLst>
                </p:cNvPr>
                <p:cNvCxnSpPr/>
                <p:nvPr/>
              </p:nvCxnSpPr>
              <p:spPr>
                <a:xfrm>
                  <a:off x="5400000" y="54000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0" name="直線コネクタ 138399">
                  <a:extLst>
                    <a:ext uri="{FF2B5EF4-FFF2-40B4-BE49-F238E27FC236}">
                      <a16:creationId xmlns:a16="http://schemas.microsoft.com/office/drawing/2014/main" id="{D244FDA0-C2B3-4502-91E7-B3FEDC05B079}"/>
                    </a:ext>
                  </a:extLst>
                </p:cNvPr>
                <p:cNvCxnSpPr/>
                <p:nvPr/>
              </p:nvCxnSpPr>
              <p:spPr>
                <a:xfrm flipV="1">
                  <a:off x="5400000" y="5076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1" name="直線コネクタ 138400">
                  <a:extLst>
                    <a:ext uri="{FF2B5EF4-FFF2-40B4-BE49-F238E27FC236}">
                      <a16:creationId xmlns:a16="http://schemas.microsoft.com/office/drawing/2014/main" id="{5CE24FE1-AE0F-458B-945A-88836800F0A0}"/>
                    </a:ext>
                  </a:extLst>
                </p:cNvPr>
                <p:cNvCxnSpPr/>
                <p:nvPr/>
              </p:nvCxnSpPr>
              <p:spPr>
                <a:xfrm rot="2700000">
                  <a:off x="5277042" y="569661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2" name="直線コネクタ 138401">
                  <a:extLst>
                    <a:ext uri="{FF2B5EF4-FFF2-40B4-BE49-F238E27FC236}">
                      <a16:creationId xmlns:a16="http://schemas.microsoft.com/office/drawing/2014/main" id="{1FBA2FA0-312B-449D-95D9-E96F07484B87}"/>
                    </a:ext>
                  </a:extLst>
                </p:cNvPr>
                <p:cNvCxnSpPr/>
                <p:nvPr/>
              </p:nvCxnSpPr>
              <p:spPr>
                <a:xfrm rot="2700000" flipV="1">
                  <a:off x="5401083" y="5397148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3" name="直線コネクタ 138402">
                  <a:extLst>
                    <a:ext uri="{FF2B5EF4-FFF2-40B4-BE49-F238E27FC236}">
                      <a16:creationId xmlns:a16="http://schemas.microsoft.com/office/drawing/2014/main" id="{3CF89DDA-24C3-4062-8346-786A0B7E5350}"/>
                    </a:ext>
                  </a:extLst>
                </p:cNvPr>
                <p:cNvCxnSpPr/>
                <p:nvPr/>
              </p:nvCxnSpPr>
              <p:spPr>
                <a:xfrm rot="5400000">
                  <a:off x="4980362" y="58194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4" name="直線コネクタ 138403">
                  <a:extLst>
                    <a:ext uri="{FF2B5EF4-FFF2-40B4-BE49-F238E27FC236}">
                      <a16:creationId xmlns:a16="http://schemas.microsoft.com/office/drawing/2014/main" id="{C26A4A4E-665A-4606-9FA2-61B28E8F6125}"/>
                    </a:ext>
                  </a:extLst>
                </p:cNvPr>
                <p:cNvCxnSpPr/>
                <p:nvPr/>
              </p:nvCxnSpPr>
              <p:spPr>
                <a:xfrm rot="5400000" flipV="1">
                  <a:off x="5174762" y="5625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5" name="直線コネクタ 138404">
                  <a:extLst>
                    <a:ext uri="{FF2B5EF4-FFF2-40B4-BE49-F238E27FC236}">
                      <a16:creationId xmlns:a16="http://schemas.microsoft.com/office/drawing/2014/main" id="{876EA7F5-5B8F-4CBF-B713-FA164D8EEDF2}"/>
                    </a:ext>
                  </a:extLst>
                </p:cNvPr>
                <p:cNvCxnSpPr/>
                <p:nvPr/>
              </p:nvCxnSpPr>
              <p:spPr>
                <a:xfrm rot="8100000">
                  <a:off x="4683752" y="569644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6" name="直線コネクタ 138405">
                  <a:extLst>
                    <a:ext uri="{FF2B5EF4-FFF2-40B4-BE49-F238E27FC236}">
                      <a16:creationId xmlns:a16="http://schemas.microsoft.com/office/drawing/2014/main" id="{1D6D2787-3676-4A03-BCAB-34CC3F53609C}"/>
                    </a:ext>
                  </a:extLst>
                </p:cNvPr>
                <p:cNvCxnSpPr/>
                <p:nvPr/>
              </p:nvCxnSpPr>
              <p:spPr>
                <a:xfrm rot="8100000" flipV="1">
                  <a:off x="4853614" y="5626083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7" name="直線コネクタ 138406">
                  <a:extLst>
                    <a:ext uri="{FF2B5EF4-FFF2-40B4-BE49-F238E27FC236}">
                      <a16:creationId xmlns:a16="http://schemas.microsoft.com/office/drawing/2014/main" id="{9F744A30-6844-4889-9EF8-F894B85D5106}"/>
                    </a:ext>
                  </a:extLst>
                </p:cNvPr>
                <p:cNvCxnSpPr/>
                <p:nvPr/>
              </p:nvCxnSpPr>
              <p:spPr>
                <a:xfrm rot="10800000">
                  <a:off x="4560962" y="53997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8" name="直線コネクタ 138407">
                  <a:extLst>
                    <a:ext uri="{FF2B5EF4-FFF2-40B4-BE49-F238E27FC236}">
                      <a16:creationId xmlns:a16="http://schemas.microsoft.com/office/drawing/2014/main" id="{D5CC1D64-F5E1-468A-BD30-A5A87AA5F9B7}"/>
                    </a:ext>
                  </a:extLst>
                </p:cNvPr>
                <p:cNvCxnSpPr/>
                <p:nvPr/>
              </p:nvCxnSpPr>
              <p:spPr>
                <a:xfrm rot="10800000" flipV="1">
                  <a:off x="4625762" y="5399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09" name="直線コネクタ 138408">
                  <a:extLst>
                    <a:ext uri="{FF2B5EF4-FFF2-40B4-BE49-F238E27FC236}">
                      <a16:creationId xmlns:a16="http://schemas.microsoft.com/office/drawing/2014/main" id="{60EFF9F0-6EBD-46C8-9F4E-77B2C05512D2}"/>
                    </a:ext>
                  </a:extLst>
                </p:cNvPr>
                <p:cNvCxnSpPr/>
                <p:nvPr/>
              </p:nvCxnSpPr>
              <p:spPr>
                <a:xfrm rot="13500000">
                  <a:off x="4683920" y="510315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10" name="直線コネクタ 138409">
                  <a:extLst>
                    <a:ext uri="{FF2B5EF4-FFF2-40B4-BE49-F238E27FC236}">
                      <a16:creationId xmlns:a16="http://schemas.microsoft.com/office/drawing/2014/main" id="{6EFD946E-16F8-4B0A-889B-D3AE8AB612A0}"/>
                    </a:ext>
                  </a:extLst>
                </p:cNvPr>
                <p:cNvCxnSpPr/>
                <p:nvPr/>
              </p:nvCxnSpPr>
              <p:spPr>
                <a:xfrm rot="13500000" flipV="1">
                  <a:off x="4624679" y="5078614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11" name="直線コネクタ 138410">
                  <a:extLst>
                    <a:ext uri="{FF2B5EF4-FFF2-40B4-BE49-F238E27FC236}">
                      <a16:creationId xmlns:a16="http://schemas.microsoft.com/office/drawing/2014/main" id="{E5127C1C-2F1F-4E37-9DDB-B6D1568A82DD}"/>
                    </a:ext>
                  </a:extLst>
                </p:cNvPr>
                <p:cNvCxnSpPr/>
                <p:nvPr/>
              </p:nvCxnSpPr>
              <p:spPr>
                <a:xfrm rot="16200000">
                  <a:off x="4980600" y="49803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12" name="直線コネクタ 138411">
                  <a:extLst>
                    <a:ext uri="{FF2B5EF4-FFF2-40B4-BE49-F238E27FC236}">
                      <a16:creationId xmlns:a16="http://schemas.microsoft.com/office/drawing/2014/main" id="{C1C2E9F0-5FF4-4011-9FD0-627688AD60D1}"/>
                    </a:ext>
                  </a:extLst>
                </p:cNvPr>
                <p:cNvCxnSpPr/>
                <p:nvPr/>
              </p:nvCxnSpPr>
              <p:spPr>
                <a:xfrm rot="16200000" flipV="1">
                  <a:off x="4851000" y="4850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13" name="直線コネクタ 138412">
                  <a:extLst>
                    <a:ext uri="{FF2B5EF4-FFF2-40B4-BE49-F238E27FC236}">
                      <a16:creationId xmlns:a16="http://schemas.microsoft.com/office/drawing/2014/main" id="{5EAF6614-AC8C-4E3B-80C4-4A9D9FA0B505}"/>
                    </a:ext>
                  </a:extLst>
                </p:cNvPr>
                <p:cNvCxnSpPr/>
                <p:nvPr/>
              </p:nvCxnSpPr>
              <p:spPr>
                <a:xfrm rot="18900000">
                  <a:off x="5277210" y="510332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414" name="直線コネクタ 138413">
                  <a:extLst>
                    <a:ext uri="{FF2B5EF4-FFF2-40B4-BE49-F238E27FC236}">
                      <a16:creationId xmlns:a16="http://schemas.microsoft.com/office/drawing/2014/main" id="{1ADEE5BB-8452-49C3-9289-640B56487ABD}"/>
                    </a:ext>
                  </a:extLst>
                </p:cNvPr>
                <p:cNvCxnSpPr/>
                <p:nvPr/>
              </p:nvCxnSpPr>
              <p:spPr>
                <a:xfrm rot="18900000" flipV="1">
                  <a:off x="5172148" y="4849679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8006" name="グループ化 138005">
                <a:extLst>
                  <a:ext uri="{FF2B5EF4-FFF2-40B4-BE49-F238E27FC236}">
                    <a16:creationId xmlns:a16="http://schemas.microsoft.com/office/drawing/2014/main" id="{29A99D19-CABB-4F6A-BC49-FFC585E3BD89}"/>
                  </a:ext>
                </a:extLst>
              </p:cNvPr>
              <p:cNvGrpSpPr/>
              <p:nvPr/>
            </p:nvGrpSpPr>
            <p:grpSpPr>
              <a:xfrm>
                <a:off x="4800194" y="4800194"/>
                <a:ext cx="1199038" cy="1199038"/>
                <a:chOff x="4800194" y="4800194"/>
                <a:chExt cx="1199038" cy="1199038"/>
              </a:xfrm>
            </p:grpSpPr>
            <p:grpSp>
              <p:nvGrpSpPr>
                <p:cNvPr id="138007" name="グループ化 138006">
                  <a:extLst>
                    <a:ext uri="{FF2B5EF4-FFF2-40B4-BE49-F238E27FC236}">
                      <a16:creationId xmlns:a16="http://schemas.microsoft.com/office/drawing/2014/main" id="{64EE6B8C-043E-4F3F-A2D9-CA9A01AF71B7}"/>
                    </a:ext>
                  </a:extLst>
                </p:cNvPr>
                <p:cNvGrpSpPr/>
                <p:nvPr/>
              </p:nvGrpSpPr>
              <p:grpSpPr>
                <a:xfrm>
                  <a:off x="5399832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8351" name="グループ化 138350">
                    <a:extLst>
                      <a:ext uri="{FF2B5EF4-FFF2-40B4-BE49-F238E27FC236}">
                        <a16:creationId xmlns:a16="http://schemas.microsoft.com/office/drawing/2014/main" id="{DC9889B8-02D8-4CA9-AEE6-698B0831ED93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376" name="直線コネクタ 138375">
                      <a:extLst>
                        <a:ext uri="{FF2B5EF4-FFF2-40B4-BE49-F238E27FC236}">
                          <a16:creationId xmlns:a16="http://schemas.microsoft.com/office/drawing/2014/main" id="{320E4AF6-4AE4-4F91-9106-DB367F755CD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7" name="直線コネクタ 138376">
                      <a:extLst>
                        <a:ext uri="{FF2B5EF4-FFF2-40B4-BE49-F238E27FC236}">
                          <a16:creationId xmlns:a16="http://schemas.microsoft.com/office/drawing/2014/main" id="{EBFAE5B5-FF48-46BB-B761-8EBA570372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8" name="直線コネクタ 138377">
                      <a:extLst>
                        <a:ext uri="{FF2B5EF4-FFF2-40B4-BE49-F238E27FC236}">
                          <a16:creationId xmlns:a16="http://schemas.microsoft.com/office/drawing/2014/main" id="{7C08BFF3-85C1-472A-927B-2A553D3E85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9" name="直線コネクタ 138378">
                      <a:extLst>
                        <a:ext uri="{FF2B5EF4-FFF2-40B4-BE49-F238E27FC236}">
                          <a16:creationId xmlns:a16="http://schemas.microsoft.com/office/drawing/2014/main" id="{D00B3E28-BF3B-445A-8C80-8F95579268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0" name="直線コネクタ 138379">
                      <a:extLst>
                        <a:ext uri="{FF2B5EF4-FFF2-40B4-BE49-F238E27FC236}">
                          <a16:creationId xmlns:a16="http://schemas.microsoft.com/office/drawing/2014/main" id="{CB434256-E81F-4F0D-AE96-24DCD3AF8E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1" name="直線コネクタ 138380">
                      <a:extLst>
                        <a:ext uri="{FF2B5EF4-FFF2-40B4-BE49-F238E27FC236}">
                          <a16:creationId xmlns:a16="http://schemas.microsoft.com/office/drawing/2014/main" id="{7F78C4AB-CB80-4B51-98F1-6F63F9A83B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2" name="直線コネクタ 138381">
                      <a:extLst>
                        <a:ext uri="{FF2B5EF4-FFF2-40B4-BE49-F238E27FC236}">
                          <a16:creationId xmlns:a16="http://schemas.microsoft.com/office/drawing/2014/main" id="{7A5079DE-09D0-4B7E-BCE7-104A39336A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3" name="直線コネクタ 138382">
                      <a:extLst>
                        <a:ext uri="{FF2B5EF4-FFF2-40B4-BE49-F238E27FC236}">
                          <a16:creationId xmlns:a16="http://schemas.microsoft.com/office/drawing/2014/main" id="{C34CD2A8-1B81-4DC9-B560-61DA7F17F5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4" name="直線コネクタ 138383">
                      <a:extLst>
                        <a:ext uri="{FF2B5EF4-FFF2-40B4-BE49-F238E27FC236}">
                          <a16:creationId xmlns:a16="http://schemas.microsoft.com/office/drawing/2014/main" id="{3031444A-20CA-4888-BC6A-350E71B4CF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5" name="直線コネクタ 138384">
                      <a:extLst>
                        <a:ext uri="{FF2B5EF4-FFF2-40B4-BE49-F238E27FC236}">
                          <a16:creationId xmlns:a16="http://schemas.microsoft.com/office/drawing/2014/main" id="{78403F0A-3D95-4167-9311-84EF4BB08E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6" name="直線コネクタ 138385">
                      <a:extLst>
                        <a:ext uri="{FF2B5EF4-FFF2-40B4-BE49-F238E27FC236}">
                          <a16:creationId xmlns:a16="http://schemas.microsoft.com/office/drawing/2014/main" id="{7A24FB2C-0AA1-4E3B-9BDD-AD504E6584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7" name="直線コネクタ 138386">
                      <a:extLst>
                        <a:ext uri="{FF2B5EF4-FFF2-40B4-BE49-F238E27FC236}">
                          <a16:creationId xmlns:a16="http://schemas.microsoft.com/office/drawing/2014/main" id="{A9C13C24-276F-4DED-A584-AD65380BCB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8" name="直線コネクタ 138387">
                      <a:extLst>
                        <a:ext uri="{FF2B5EF4-FFF2-40B4-BE49-F238E27FC236}">
                          <a16:creationId xmlns:a16="http://schemas.microsoft.com/office/drawing/2014/main" id="{76CBF4BA-9A37-4B67-B4B6-7F9805F4B5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89" name="直線コネクタ 138388">
                      <a:extLst>
                        <a:ext uri="{FF2B5EF4-FFF2-40B4-BE49-F238E27FC236}">
                          <a16:creationId xmlns:a16="http://schemas.microsoft.com/office/drawing/2014/main" id="{CD10A327-A75A-4FF6-AA31-CA6B1D5D66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0" name="直線コネクタ 138389">
                      <a:extLst>
                        <a:ext uri="{FF2B5EF4-FFF2-40B4-BE49-F238E27FC236}">
                          <a16:creationId xmlns:a16="http://schemas.microsoft.com/office/drawing/2014/main" id="{BB42A0E6-BE81-4159-B640-62BAF16C9D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1" name="直線コネクタ 138390">
                      <a:extLst>
                        <a:ext uri="{FF2B5EF4-FFF2-40B4-BE49-F238E27FC236}">
                          <a16:creationId xmlns:a16="http://schemas.microsoft.com/office/drawing/2014/main" id="{7350F441-40AD-4C1C-809A-C34E97F38A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2" name="直線コネクタ 138391">
                      <a:extLst>
                        <a:ext uri="{FF2B5EF4-FFF2-40B4-BE49-F238E27FC236}">
                          <a16:creationId xmlns:a16="http://schemas.microsoft.com/office/drawing/2014/main" id="{DB96A68E-5D69-4923-996C-C3EF486269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3" name="直線コネクタ 138392">
                      <a:extLst>
                        <a:ext uri="{FF2B5EF4-FFF2-40B4-BE49-F238E27FC236}">
                          <a16:creationId xmlns:a16="http://schemas.microsoft.com/office/drawing/2014/main" id="{49D6EF38-E39D-438C-9C7F-C57BC20D19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4" name="直線コネクタ 138393">
                      <a:extLst>
                        <a:ext uri="{FF2B5EF4-FFF2-40B4-BE49-F238E27FC236}">
                          <a16:creationId xmlns:a16="http://schemas.microsoft.com/office/drawing/2014/main" id="{9F530A7B-8865-470C-9459-2870BF2452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5" name="直線コネクタ 138394">
                      <a:extLst>
                        <a:ext uri="{FF2B5EF4-FFF2-40B4-BE49-F238E27FC236}">
                          <a16:creationId xmlns:a16="http://schemas.microsoft.com/office/drawing/2014/main" id="{BD2B643B-021E-41A3-9F49-B6190A01BD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6" name="直線コネクタ 138395">
                      <a:extLst>
                        <a:ext uri="{FF2B5EF4-FFF2-40B4-BE49-F238E27FC236}">
                          <a16:creationId xmlns:a16="http://schemas.microsoft.com/office/drawing/2014/main" id="{095EC08A-AA5D-41F6-89D7-372D303A33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7" name="直線コネクタ 138396">
                      <a:extLst>
                        <a:ext uri="{FF2B5EF4-FFF2-40B4-BE49-F238E27FC236}">
                          <a16:creationId xmlns:a16="http://schemas.microsoft.com/office/drawing/2014/main" id="{61A7A300-2112-4016-AB5D-9401EDC195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98" name="直線コネクタ 138397">
                      <a:extLst>
                        <a:ext uri="{FF2B5EF4-FFF2-40B4-BE49-F238E27FC236}">
                          <a16:creationId xmlns:a16="http://schemas.microsoft.com/office/drawing/2014/main" id="{4569A302-3696-4C72-8765-CD2ACD2134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352" name="グループ化 138351">
                    <a:extLst>
                      <a:ext uri="{FF2B5EF4-FFF2-40B4-BE49-F238E27FC236}">
                        <a16:creationId xmlns:a16="http://schemas.microsoft.com/office/drawing/2014/main" id="{5200BEED-DFDC-46CD-918A-1A438AC7DD1D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353" name="直線コネクタ 138352">
                      <a:extLst>
                        <a:ext uri="{FF2B5EF4-FFF2-40B4-BE49-F238E27FC236}">
                          <a16:creationId xmlns:a16="http://schemas.microsoft.com/office/drawing/2014/main" id="{ECC80E26-7F1D-41B5-ABEE-2FAABB88691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54" name="直線コネクタ 138353">
                      <a:extLst>
                        <a:ext uri="{FF2B5EF4-FFF2-40B4-BE49-F238E27FC236}">
                          <a16:creationId xmlns:a16="http://schemas.microsoft.com/office/drawing/2014/main" id="{4FED952B-B514-4326-A0FC-9E1E844392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55" name="直線コネクタ 138354">
                      <a:extLst>
                        <a:ext uri="{FF2B5EF4-FFF2-40B4-BE49-F238E27FC236}">
                          <a16:creationId xmlns:a16="http://schemas.microsoft.com/office/drawing/2014/main" id="{E34FFA19-6E0A-41AF-977A-6BD2CF9D92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56" name="直線コネクタ 138355">
                      <a:extLst>
                        <a:ext uri="{FF2B5EF4-FFF2-40B4-BE49-F238E27FC236}">
                          <a16:creationId xmlns:a16="http://schemas.microsoft.com/office/drawing/2014/main" id="{3012D3B8-A7BB-4D95-9E6E-A4874B50B9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57" name="直線コネクタ 138356">
                      <a:extLst>
                        <a:ext uri="{FF2B5EF4-FFF2-40B4-BE49-F238E27FC236}">
                          <a16:creationId xmlns:a16="http://schemas.microsoft.com/office/drawing/2014/main" id="{B4E35EB1-60C1-49AD-9CB9-5B03ADBF90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58" name="直線コネクタ 138357">
                      <a:extLst>
                        <a:ext uri="{FF2B5EF4-FFF2-40B4-BE49-F238E27FC236}">
                          <a16:creationId xmlns:a16="http://schemas.microsoft.com/office/drawing/2014/main" id="{23BDFEFD-4341-440F-BA0D-086AF55F7F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59" name="直線コネクタ 138358">
                      <a:extLst>
                        <a:ext uri="{FF2B5EF4-FFF2-40B4-BE49-F238E27FC236}">
                          <a16:creationId xmlns:a16="http://schemas.microsoft.com/office/drawing/2014/main" id="{9E77E41E-6F45-492E-B6C4-40A9C41D4F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0" name="直線コネクタ 138359">
                      <a:extLst>
                        <a:ext uri="{FF2B5EF4-FFF2-40B4-BE49-F238E27FC236}">
                          <a16:creationId xmlns:a16="http://schemas.microsoft.com/office/drawing/2014/main" id="{CBB84EC6-229C-4A2A-8A56-AD857D4A76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1" name="直線コネクタ 138360">
                      <a:extLst>
                        <a:ext uri="{FF2B5EF4-FFF2-40B4-BE49-F238E27FC236}">
                          <a16:creationId xmlns:a16="http://schemas.microsoft.com/office/drawing/2014/main" id="{B79750A5-68DC-45DD-88D0-DF1CFF5B3A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2" name="直線コネクタ 138361">
                      <a:extLst>
                        <a:ext uri="{FF2B5EF4-FFF2-40B4-BE49-F238E27FC236}">
                          <a16:creationId xmlns:a16="http://schemas.microsoft.com/office/drawing/2014/main" id="{59F733DF-85A8-4A7D-A825-B27FC0AB48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3" name="直線コネクタ 138362">
                      <a:extLst>
                        <a:ext uri="{FF2B5EF4-FFF2-40B4-BE49-F238E27FC236}">
                          <a16:creationId xmlns:a16="http://schemas.microsoft.com/office/drawing/2014/main" id="{1D7B690B-9C3E-4B89-8ABC-25606D4C15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4" name="直線コネクタ 138363">
                      <a:extLst>
                        <a:ext uri="{FF2B5EF4-FFF2-40B4-BE49-F238E27FC236}">
                          <a16:creationId xmlns:a16="http://schemas.microsoft.com/office/drawing/2014/main" id="{F209ADD4-5EB4-4D10-B363-BD4FE0D496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5" name="直線コネクタ 138364">
                      <a:extLst>
                        <a:ext uri="{FF2B5EF4-FFF2-40B4-BE49-F238E27FC236}">
                          <a16:creationId xmlns:a16="http://schemas.microsoft.com/office/drawing/2014/main" id="{FD917B1F-21FC-42DF-B9D7-EF2E87182B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6" name="直線コネクタ 138365">
                      <a:extLst>
                        <a:ext uri="{FF2B5EF4-FFF2-40B4-BE49-F238E27FC236}">
                          <a16:creationId xmlns:a16="http://schemas.microsoft.com/office/drawing/2014/main" id="{9EABB752-903B-4B98-BBD9-523C648463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7" name="直線コネクタ 138366">
                      <a:extLst>
                        <a:ext uri="{FF2B5EF4-FFF2-40B4-BE49-F238E27FC236}">
                          <a16:creationId xmlns:a16="http://schemas.microsoft.com/office/drawing/2014/main" id="{8A1D2B17-E6FB-4195-85CB-90E1E6A687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8" name="直線コネクタ 138367">
                      <a:extLst>
                        <a:ext uri="{FF2B5EF4-FFF2-40B4-BE49-F238E27FC236}">
                          <a16:creationId xmlns:a16="http://schemas.microsoft.com/office/drawing/2014/main" id="{39F48C19-E3F1-4721-9ADF-569F63DEBE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69" name="直線コネクタ 138368">
                      <a:extLst>
                        <a:ext uri="{FF2B5EF4-FFF2-40B4-BE49-F238E27FC236}">
                          <a16:creationId xmlns:a16="http://schemas.microsoft.com/office/drawing/2014/main" id="{1220E207-5DEA-4114-BC97-C3E3B5AAFB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0" name="直線コネクタ 138369">
                      <a:extLst>
                        <a:ext uri="{FF2B5EF4-FFF2-40B4-BE49-F238E27FC236}">
                          <a16:creationId xmlns:a16="http://schemas.microsoft.com/office/drawing/2014/main" id="{DABDE3CA-D9C5-4FF9-85C0-B321ACD42D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1" name="直線コネクタ 138370">
                      <a:extLst>
                        <a:ext uri="{FF2B5EF4-FFF2-40B4-BE49-F238E27FC236}">
                          <a16:creationId xmlns:a16="http://schemas.microsoft.com/office/drawing/2014/main" id="{7E8D5BAC-A474-4892-9F49-EFE657221F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2" name="直線コネクタ 138371">
                      <a:extLst>
                        <a:ext uri="{FF2B5EF4-FFF2-40B4-BE49-F238E27FC236}">
                          <a16:creationId xmlns:a16="http://schemas.microsoft.com/office/drawing/2014/main" id="{E0B39C08-331E-4117-B9A9-52C4140E15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3" name="直線コネクタ 138372">
                      <a:extLst>
                        <a:ext uri="{FF2B5EF4-FFF2-40B4-BE49-F238E27FC236}">
                          <a16:creationId xmlns:a16="http://schemas.microsoft.com/office/drawing/2014/main" id="{42537A34-42E4-4FB6-86D1-8D9B1E9976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4" name="直線コネクタ 138373">
                      <a:extLst>
                        <a:ext uri="{FF2B5EF4-FFF2-40B4-BE49-F238E27FC236}">
                          <a16:creationId xmlns:a16="http://schemas.microsoft.com/office/drawing/2014/main" id="{F978D8A5-CB43-4269-8468-203FF2A940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75" name="直線コネクタ 138374">
                      <a:extLst>
                        <a:ext uri="{FF2B5EF4-FFF2-40B4-BE49-F238E27FC236}">
                          <a16:creationId xmlns:a16="http://schemas.microsoft.com/office/drawing/2014/main" id="{05D7DDEA-A4E3-4685-A645-C697363C24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8008" name="グループ化 138007">
                  <a:extLst>
                    <a:ext uri="{FF2B5EF4-FFF2-40B4-BE49-F238E27FC236}">
                      <a16:creationId xmlns:a16="http://schemas.microsoft.com/office/drawing/2014/main" id="{E63542E6-CC85-42BA-A90F-2F90D25FEFEF}"/>
                    </a:ext>
                  </a:extLst>
                </p:cNvPr>
                <p:cNvGrpSpPr/>
                <p:nvPr/>
              </p:nvGrpSpPr>
              <p:grpSpPr>
                <a:xfrm rot="18900000">
                  <a:off x="5311056" y="5075478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8303" name="グループ化 138302">
                    <a:extLst>
                      <a:ext uri="{FF2B5EF4-FFF2-40B4-BE49-F238E27FC236}">
                        <a16:creationId xmlns:a16="http://schemas.microsoft.com/office/drawing/2014/main" id="{C1E5EF2F-61B6-41BA-A0D7-B208843212D9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328" name="直線コネクタ 138327">
                      <a:extLst>
                        <a:ext uri="{FF2B5EF4-FFF2-40B4-BE49-F238E27FC236}">
                          <a16:creationId xmlns:a16="http://schemas.microsoft.com/office/drawing/2014/main" id="{63F64393-BB59-4DFA-90A2-CCD4E5C5D65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9" name="直線コネクタ 138328">
                      <a:extLst>
                        <a:ext uri="{FF2B5EF4-FFF2-40B4-BE49-F238E27FC236}">
                          <a16:creationId xmlns:a16="http://schemas.microsoft.com/office/drawing/2014/main" id="{AC5D43B0-3ED3-438B-BF66-9AE6994110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0" name="直線コネクタ 138329">
                      <a:extLst>
                        <a:ext uri="{FF2B5EF4-FFF2-40B4-BE49-F238E27FC236}">
                          <a16:creationId xmlns:a16="http://schemas.microsoft.com/office/drawing/2014/main" id="{C4EF3851-0E57-42B1-9C7D-104210C5B7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1" name="直線コネクタ 138330">
                      <a:extLst>
                        <a:ext uri="{FF2B5EF4-FFF2-40B4-BE49-F238E27FC236}">
                          <a16:creationId xmlns:a16="http://schemas.microsoft.com/office/drawing/2014/main" id="{3C091971-5B1D-4E4E-9A47-50970335B6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2" name="直線コネクタ 138331">
                      <a:extLst>
                        <a:ext uri="{FF2B5EF4-FFF2-40B4-BE49-F238E27FC236}">
                          <a16:creationId xmlns:a16="http://schemas.microsoft.com/office/drawing/2014/main" id="{450AB1B8-EE68-4F88-87B1-10AD8595C2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3" name="直線コネクタ 138332">
                      <a:extLst>
                        <a:ext uri="{FF2B5EF4-FFF2-40B4-BE49-F238E27FC236}">
                          <a16:creationId xmlns:a16="http://schemas.microsoft.com/office/drawing/2014/main" id="{CC415305-E6DC-4E27-AAC3-6C4B876141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4" name="直線コネクタ 138333">
                      <a:extLst>
                        <a:ext uri="{FF2B5EF4-FFF2-40B4-BE49-F238E27FC236}">
                          <a16:creationId xmlns:a16="http://schemas.microsoft.com/office/drawing/2014/main" id="{C5AC9DBF-67DE-42BD-8753-C76429B863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5" name="直線コネクタ 138334">
                      <a:extLst>
                        <a:ext uri="{FF2B5EF4-FFF2-40B4-BE49-F238E27FC236}">
                          <a16:creationId xmlns:a16="http://schemas.microsoft.com/office/drawing/2014/main" id="{3E77DDDF-9D16-47FA-8414-B835C59B9A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6" name="直線コネクタ 138335">
                      <a:extLst>
                        <a:ext uri="{FF2B5EF4-FFF2-40B4-BE49-F238E27FC236}">
                          <a16:creationId xmlns:a16="http://schemas.microsoft.com/office/drawing/2014/main" id="{CEB8111B-9EF0-43B3-B575-89818A44C5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7" name="直線コネクタ 138336">
                      <a:extLst>
                        <a:ext uri="{FF2B5EF4-FFF2-40B4-BE49-F238E27FC236}">
                          <a16:creationId xmlns:a16="http://schemas.microsoft.com/office/drawing/2014/main" id="{9F6FC607-4C1A-40B6-8E26-2F5332EBC7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8" name="直線コネクタ 138337">
                      <a:extLst>
                        <a:ext uri="{FF2B5EF4-FFF2-40B4-BE49-F238E27FC236}">
                          <a16:creationId xmlns:a16="http://schemas.microsoft.com/office/drawing/2014/main" id="{8577AC63-90E5-4D82-B09C-6E23D86366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39" name="直線コネクタ 138338">
                      <a:extLst>
                        <a:ext uri="{FF2B5EF4-FFF2-40B4-BE49-F238E27FC236}">
                          <a16:creationId xmlns:a16="http://schemas.microsoft.com/office/drawing/2014/main" id="{C67FB5F5-1284-4BCF-A1B9-5F3692E8F8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0" name="直線コネクタ 138339">
                      <a:extLst>
                        <a:ext uri="{FF2B5EF4-FFF2-40B4-BE49-F238E27FC236}">
                          <a16:creationId xmlns:a16="http://schemas.microsoft.com/office/drawing/2014/main" id="{822BC6E9-35CA-489E-9E5D-9DEEAA1150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1" name="直線コネクタ 138340">
                      <a:extLst>
                        <a:ext uri="{FF2B5EF4-FFF2-40B4-BE49-F238E27FC236}">
                          <a16:creationId xmlns:a16="http://schemas.microsoft.com/office/drawing/2014/main" id="{433C0CC6-86A6-472B-A620-82C40DB7F1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2" name="直線コネクタ 138341">
                      <a:extLst>
                        <a:ext uri="{FF2B5EF4-FFF2-40B4-BE49-F238E27FC236}">
                          <a16:creationId xmlns:a16="http://schemas.microsoft.com/office/drawing/2014/main" id="{59DB0B87-0B59-490A-9335-00158A2D00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3" name="直線コネクタ 138342">
                      <a:extLst>
                        <a:ext uri="{FF2B5EF4-FFF2-40B4-BE49-F238E27FC236}">
                          <a16:creationId xmlns:a16="http://schemas.microsoft.com/office/drawing/2014/main" id="{B468FEED-D6E3-4D20-9849-1A4B61E658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4" name="直線コネクタ 138343">
                      <a:extLst>
                        <a:ext uri="{FF2B5EF4-FFF2-40B4-BE49-F238E27FC236}">
                          <a16:creationId xmlns:a16="http://schemas.microsoft.com/office/drawing/2014/main" id="{E3EA7B53-FBDB-437C-B9AF-1594C5C6B9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5" name="直線コネクタ 138344">
                      <a:extLst>
                        <a:ext uri="{FF2B5EF4-FFF2-40B4-BE49-F238E27FC236}">
                          <a16:creationId xmlns:a16="http://schemas.microsoft.com/office/drawing/2014/main" id="{2152AFFA-9137-4F5F-8AF8-B318514EFE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6" name="直線コネクタ 138345">
                      <a:extLst>
                        <a:ext uri="{FF2B5EF4-FFF2-40B4-BE49-F238E27FC236}">
                          <a16:creationId xmlns:a16="http://schemas.microsoft.com/office/drawing/2014/main" id="{FDBC4394-49E4-4EFA-B01A-36AB6F6715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7" name="直線コネクタ 138346">
                      <a:extLst>
                        <a:ext uri="{FF2B5EF4-FFF2-40B4-BE49-F238E27FC236}">
                          <a16:creationId xmlns:a16="http://schemas.microsoft.com/office/drawing/2014/main" id="{5A2490D4-AE2B-4C4C-8590-6E794563D5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8" name="直線コネクタ 138347">
                      <a:extLst>
                        <a:ext uri="{FF2B5EF4-FFF2-40B4-BE49-F238E27FC236}">
                          <a16:creationId xmlns:a16="http://schemas.microsoft.com/office/drawing/2014/main" id="{59F7387D-B086-418B-BB1F-97364A9914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49" name="直線コネクタ 138348">
                      <a:extLst>
                        <a:ext uri="{FF2B5EF4-FFF2-40B4-BE49-F238E27FC236}">
                          <a16:creationId xmlns:a16="http://schemas.microsoft.com/office/drawing/2014/main" id="{077C4CCD-A0EF-4DBD-AC90-631F1AEB84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50" name="直線コネクタ 138349">
                      <a:extLst>
                        <a:ext uri="{FF2B5EF4-FFF2-40B4-BE49-F238E27FC236}">
                          <a16:creationId xmlns:a16="http://schemas.microsoft.com/office/drawing/2014/main" id="{3F740223-8743-454A-8F61-19AEA33892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304" name="グループ化 138303">
                    <a:extLst>
                      <a:ext uri="{FF2B5EF4-FFF2-40B4-BE49-F238E27FC236}">
                        <a16:creationId xmlns:a16="http://schemas.microsoft.com/office/drawing/2014/main" id="{41F85FBE-E577-4B8B-B716-5088F55315C3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305" name="直線コネクタ 138304">
                      <a:extLst>
                        <a:ext uri="{FF2B5EF4-FFF2-40B4-BE49-F238E27FC236}">
                          <a16:creationId xmlns:a16="http://schemas.microsoft.com/office/drawing/2014/main" id="{323C8D40-0C8C-476C-A319-2566B11A1C7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06" name="直線コネクタ 138305">
                      <a:extLst>
                        <a:ext uri="{FF2B5EF4-FFF2-40B4-BE49-F238E27FC236}">
                          <a16:creationId xmlns:a16="http://schemas.microsoft.com/office/drawing/2014/main" id="{CBB4F625-A0CD-450F-86E8-B055D62AE5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07" name="直線コネクタ 138306">
                      <a:extLst>
                        <a:ext uri="{FF2B5EF4-FFF2-40B4-BE49-F238E27FC236}">
                          <a16:creationId xmlns:a16="http://schemas.microsoft.com/office/drawing/2014/main" id="{E05069C7-EFAF-4B08-B28E-9B0AFFE0DC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08" name="直線コネクタ 138307">
                      <a:extLst>
                        <a:ext uri="{FF2B5EF4-FFF2-40B4-BE49-F238E27FC236}">
                          <a16:creationId xmlns:a16="http://schemas.microsoft.com/office/drawing/2014/main" id="{E25F5324-7F9B-4209-804D-61620401B1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09" name="直線コネクタ 138308">
                      <a:extLst>
                        <a:ext uri="{FF2B5EF4-FFF2-40B4-BE49-F238E27FC236}">
                          <a16:creationId xmlns:a16="http://schemas.microsoft.com/office/drawing/2014/main" id="{F31F9915-E163-45C1-8D63-85E7ED86F4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0" name="直線コネクタ 138309">
                      <a:extLst>
                        <a:ext uri="{FF2B5EF4-FFF2-40B4-BE49-F238E27FC236}">
                          <a16:creationId xmlns:a16="http://schemas.microsoft.com/office/drawing/2014/main" id="{9ED7AF89-78E3-44B1-87E6-A2F0E5A098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1" name="直線コネクタ 138310">
                      <a:extLst>
                        <a:ext uri="{FF2B5EF4-FFF2-40B4-BE49-F238E27FC236}">
                          <a16:creationId xmlns:a16="http://schemas.microsoft.com/office/drawing/2014/main" id="{3E7CC86A-9486-4F8E-9743-8C707DACF4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2" name="直線コネクタ 138311">
                      <a:extLst>
                        <a:ext uri="{FF2B5EF4-FFF2-40B4-BE49-F238E27FC236}">
                          <a16:creationId xmlns:a16="http://schemas.microsoft.com/office/drawing/2014/main" id="{FE546685-FD6E-44CB-B821-E00AFCAC47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3" name="直線コネクタ 138312">
                      <a:extLst>
                        <a:ext uri="{FF2B5EF4-FFF2-40B4-BE49-F238E27FC236}">
                          <a16:creationId xmlns:a16="http://schemas.microsoft.com/office/drawing/2014/main" id="{AE3ED1CF-7886-4521-BD44-9E83648CDE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4" name="直線コネクタ 138313">
                      <a:extLst>
                        <a:ext uri="{FF2B5EF4-FFF2-40B4-BE49-F238E27FC236}">
                          <a16:creationId xmlns:a16="http://schemas.microsoft.com/office/drawing/2014/main" id="{5CDB0855-D9E4-4685-B696-0D1DF30550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5" name="直線コネクタ 138314">
                      <a:extLst>
                        <a:ext uri="{FF2B5EF4-FFF2-40B4-BE49-F238E27FC236}">
                          <a16:creationId xmlns:a16="http://schemas.microsoft.com/office/drawing/2014/main" id="{E1877759-5647-4149-8ECC-C1E325A62C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6" name="直線コネクタ 138315">
                      <a:extLst>
                        <a:ext uri="{FF2B5EF4-FFF2-40B4-BE49-F238E27FC236}">
                          <a16:creationId xmlns:a16="http://schemas.microsoft.com/office/drawing/2014/main" id="{2697ADC5-AAEA-495A-93DB-B2B8E7F2D7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7" name="直線コネクタ 138316">
                      <a:extLst>
                        <a:ext uri="{FF2B5EF4-FFF2-40B4-BE49-F238E27FC236}">
                          <a16:creationId xmlns:a16="http://schemas.microsoft.com/office/drawing/2014/main" id="{415DAE60-BF70-43DF-8769-D8D36FDF35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8" name="直線コネクタ 138317">
                      <a:extLst>
                        <a:ext uri="{FF2B5EF4-FFF2-40B4-BE49-F238E27FC236}">
                          <a16:creationId xmlns:a16="http://schemas.microsoft.com/office/drawing/2014/main" id="{0AC37F9B-961F-415D-8574-8788429619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19" name="直線コネクタ 138318">
                      <a:extLst>
                        <a:ext uri="{FF2B5EF4-FFF2-40B4-BE49-F238E27FC236}">
                          <a16:creationId xmlns:a16="http://schemas.microsoft.com/office/drawing/2014/main" id="{9E950D0D-7353-4CB4-B086-EF6CC3343D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0" name="直線コネクタ 138319">
                      <a:extLst>
                        <a:ext uri="{FF2B5EF4-FFF2-40B4-BE49-F238E27FC236}">
                          <a16:creationId xmlns:a16="http://schemas.microsoft.com/office/drawing/2014/main" id="{3A3B7B0C-8E6F-4578-A8E7-5DB2D82F44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1" name="直線コネクタ 138320">
                      <a:extLst>
                        <a:ext uri="{FF2B5EF4-FFF2-40B4-BE49-F238E27FC236}">
                          <a16:creationId xmlns:a16="http://schemas.microsoft.com/office/drawing/2014/main" id="{9DBDF42C-0568-4497-8C91-038A17214F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2" name="直線コネクタ 138321">
                      <a:extLst>
                        <a:ext uri="{FF2B5EF4-FFF2-40B4-BE49-F238E27FC236}">
                          <a16:creationId xmlns:a16="http://schemas.microsoft.com/office/drawing/2014/main" id="{ADD33350-7DB7-4962-9340-0FE24EFCF4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3" name="直線コネクタ 138322">
                      <a:extLst>
                        <a:ext uri="{FF2B5EF4-FFF2-40B4-BE49-F238E27FC236}">
                          <a16:creationId xmlns:a16="http://schemas.microsoft.com/office/drawing/2014/main" id="{4FC32ADB-BB9B-49F7-9CB5-F987C8DCBA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4" name="直線コネクタ 138323">
                      <a:extLst>
                        <a:ext uri="{FF2B5EF4-FFF2-40B4-BE49-F238E27FC236}">
                          <a16:creationId xmlns:a16="http://schemas.microsoft.com/office/drawing/2014/main" id="{3FFE3A6D-58DA-4DF1-BAB0-19C4E7B785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5" name="直線コネクタ 138324">
                      <a:extLst>
                        <a:ext uri="{FF2B5EF4-FFF2-40B4-BE49-F238E27FC236}">
                          <a16:creationId xmlns:a16="http://schemas.microsoft.com/office/drawing/2014/main" id="{FAA9188B-2E82-4F8A-8D84-10A3E0DBC3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6" name="直線コネクタ 138325">
                      <a:extLst>
                        <a:ext uri="{FF2B5EF4-FFF2-40B4-BE49-F238E27FC236}">
                          <a16:creationId xmlns:a16="http://schemas.microsoft.com/office/drawing/2014/main" id="{0687BD09-4BA2-47FE-A80C-9A12700BF0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27" name="直線コネクタ 138326">
                      <a:extLst>
                        <a:ext uri="{FF2B5EF4-FFF2-40B4-BE49-F238E27FC236}">
                          <a16:creationId xmlns:a16="http://schemas.microsoft.com/office/drawing/2014/main" id="{CE2D2030-F120-46F6-BA57-FBEDF31573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8009" name="グループ化 138008">
                  <a:extLst>
                    <a:ext uri="{FF2B5EF4-FFF2-40B4-BE49-F238E27FC236}">
                      <a16:creationId xmlns:a16="http://schemas.microsoft.com/office/drawing/2014/main" id="{618B5E6A-0BCB-4D67-9217-7E5BA6C318F3}"/>
                    </a:ext>
                  </a:extLst>
                </p:cNvPr>
                <p:cNvGrpSpPr/>
                <p:nvPr/>
              </p:nvGrpSpPr>
              <p:grpSpPr>
                <a:xfrm rot="5400000">
                  <a:off x="5100013" y="5587331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8255" name="グループ化 138254">
                    <a:extLst>
                      <a:ext uri="{FF2B5EF4-FFF2-40B4-BE49-F238E27FC236}">
                        <a16:creationId xmlns:a16="http://schemas.microsoft.com/office/drawing/2014/main" id="{71900268-2728-44AC-A94B-9A948388F4B9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280" name="直線コネクタ 138279">
                      <a:extLst>
                        <a:ext uri="{FF2B5EF4-FFF2-40B4-BE49-F238E27FC236}">
                          <a16:creationId xmlns:a16="http://schemas.microsoft.com/office/drawing/2014/main" id="{8C488DE1-F9B0-4625-9D73-D1B22FA4E48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1" name="直線コネクタ 138280">
                      <a:extLst>
                        <a:ext uri="{FF2B5EF4-FFF2-40B4-BE49-F238E27FC236}">
                          <a16:creationId xmlns:a16="http://schemas.microsoft.com/office/drawing/2014/main" id="{579C6B0E-DA13-43BD-8528-13C5929953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2" name="直線コネクタ 138281">
                      <a:extLst>
                        <a:ext uri="{FF2B5EF4-FFF2-40B4-BE49-F238E27FC236}">
                          <a16:creationId xmlns:a16="http://schemas.microsoft.com/office/drawing/2014/main" id="{81163A59-C4FB-43EE-B967-1730DAAF9F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3" name="直線コネクタ 138282">
                      <a:extLst>
                        <a:ext uri="{FF2B5EF4-FFF2-40B4-BE49-F238E27FC236}">
                          <a16:creationId xmlns:a16="http://schemas.microsoft.com/office/drawing/2014/main" id="{E977F09E-8712-422E-B2F1-FED112D7E3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4" name="直線コネクタ 138283">
                      <a:extLst>
                        <a:ext uri="{FF2B5EF4-FFF2-40B4-BE49-F238E27FC236}">
                          <a16:creationId xmlns:a16="http://schemas.microsoft.com/office/drawing/2014/main" id="{293119BF-5170-4BF3-AF5A-C0255A6EDA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5" name="直線コネクタ 138284">
                      <a:extLst>
                        <a:ext uri="{FF2B5EF4-FFF2-40B4-BE49-F238E27FC236}">
                          <a16:creationId xmlns:a16="http://schemas.microsoft.com/office/drawing/2014/main" id="{BEAA80AE-1DD5-4D24-BC9D-9CE4F201CC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6" name="直線コネクタ 138285">
                      <a:extLst>
                        <a:ext uri="{FF2B5EF4-FFF2-40B4-BE49-F238E27FC236}">
                          <a16:creationId xmlns:a16="http://schemas.microsoft.com/office/drawing/2014/main" id="{B1C10338-93DF-4C47-814B-3606B4C3C1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7" name="直線コネクタ 138286">
                      <a:extLst>
                        <a:ext uri="{FF2B5EF4-FFF2-40B4-BE49-F238E27FC236}">
                          <a16:creationId xmlns:a16="http://schemas.microsoft.com/office/drawing/2014/main" id="{3B60B06F-103A-4ED0-AEB1-D0DE919E53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8" name="直線コネクタ 138287">
                      <a:extLst>
                        <a:ext uri="{FF2B5EF4-FFF2-40B4-BE49-F238E27FC236}">
                          <a16:creationId xmlns:a16="http://schemas.microsoft.com/office/drawing/2014/main" id="{F1317C11-951E-47BB-8EAF-4CEAA04F21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89" name="直線コネクタ 138288">
                      <a:extLst>
                        <a:ext uri="{FF2B5EF4-FFF2-40B4-BE49-F238E27FC236}">
                          <a16:creationId xmlns:a16="http://schemas.microsoft.com/office/drawing/2014/main" id="{C0619CDA-6D0D-462E-8932-DCA12286B0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0" name="直線コネクタ 138289">
                      <a:extLst>
                        <a:ext uri="{FF2B5EF4-FFF2-40B4-BE49-F238E27FC236}">
                          <a16:creationId xmlns:a16="http://schemas.microsoft.com/office/drawing/2014/main" id="{F79BD9E8-4BB2-47B0-8269-B02B79E8B3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1" name="直線コネクタ 138290">
                      <a:extLst>
                        <a:ext uri="{FF2B5EF4-FFF2-40B4-BE49-F238E27FC236}">
                          <a16:creationId xmlns:a16="http://schemas.microsoft.com/office/drawing/2014/main" id="{48BA5E63-CC6C-43B7-8CE8-B344FA3C96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2" name="直線コネクタ 138291">
                      <a:extLst>
                        <a:ext uri="{FF2B5EF4-FFF2-40B4-BE49-F238E27FC236}">
                          <a16:creationId xmlns:a16="http://schemas.microsoft.com/office/drawing/2014/main" id="{C9F34BB5-1049-4204-B47C-B583B85B35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3" name="直線コネクタ 138292">
                      <a:extLst>
                        <a:ext uri="{FF2B5EF4-FFF2-40B4-BE49-F238E27FC236}">
                          <a16:creationId xmlns:a16="http://schemas.microsoft.com/office/drawing/2014/main" id="{278E4041-1C03-49DF-AA10-3636775446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4" name="直線コネクタ 138293">
                      <a:extLst>
                        <a:ext uri="{FF2B5EF4-FFF2-40B4-BE49-F238E27FC236}">
                          <a16:creationId xmlns:a16="http://schemas.microsoft.com/office/drawing/2014/main" id="{B48370E1-80C3-4136-A548-E2F4207D37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5" name="直線コネクタ 138294">
                      <a:extLst>
                        <a:ext uri="{FF2B5EF4-FFF2-40B4-BE49-F238E27FC236}">
                          <a16:creationId xmlns:a16="http://schemas.microsoft.com/office/drawing/2014/main" id="{6E54FF01-F534-4581-9B0B-F56111847D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6" name="直線コネクタ 138295">
                      <a:extLst>
                        <a:ext uri="{FF2B5EF4-FFF2-40B4-BE49-F238E27FC236}">
                          <a16:creationId xmlns:a16="http://schemas.microsoft.com/office/drawing/2014/main" id="{6AEAB319-2450-4D7A-A257-724D729348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7" name="直線コネクタ 138296">
                      <a:extLst>
                        <a:ext uri="{FF2B5EF4-FFF2-40B4-BE49-F238E27FC236}">
                          <a16:creationId xmlns:a16="http://schemas.microsoft.com/office/drawing/2014/main" id="{0E57BA10-5DB1-415B-87E0-49C75D6DC9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8" name="直線コネクタ 138297">
                      <a:extLst>
                        <a:ext uri="{FF2B5EF4-FFF2-40B4-BE49-F238E27FC236}">
                          <a16:creationId xmlns:a16="http://schemas.microsoft.com/office/drawing/2014/main" id="{C4FB10CC-34EC-40FF-845E-9DBE79F893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99" name="直線コネクタ 138298">
                      <a:extLst>
                        <a:ext uri="{FF2B5EF4-FFF2-40B4-BE49-F238E27FC236}">
                          <a16:creationId xmlns:a16="http://schemas.microsoft.com/office/drawing/2014/main" id="{3C8ED427-94C1-47D2-BAAF-7ED703AA37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00" name="直線コネクタ 138299">
                      <a:extLst>
                        <a:ext uri="{FF2B5EF4-FFF2-40B4-BE49-F238E27FC236}">
                          <a16:creationId xmlns:a16="http://schemas.microsoft.com/office/drawing/2014/main" id="{35472C45-C623-470E-861C-2D05F51DC8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01" name="直線コネクタ 138300">
                      <a:extLst>
                        <a:ext uri="{FF2B5EF4-FFF2-40B4-BE49-F238E27FC236}">
                          <a16:creationId xmlns:a16="http://schemas.microsoft.com/office/drawing/2014/main" id="{BE0E46BD-38AD-44F4-B370-4F8D671903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302" name="直線コネクタ 138301">
                      <a:extLst>
                        <a:ext uri="{FF2B5EF4-FFF2-40B4-BE49-F238E27FC236}">
                          <a16:creationId xmlns:a16="http://schemas.microsoft.com/office/drawing/2014/main" id="{2C0B1C41-E91E-4515-869E-3163B806DE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256" name="グループ化 138255">
                    <a:extLst>
                      <a:ext uri="{FF2B5EF4-FFF2-40B4-BE49-F238E27FC236}">
                        <a16:creationId xmlns:a16="http://schemas.microsoft.com/office/drawing/2014/main" id="{0272E7EE-7C37-4804-BA63-1F47AF008F85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257" name="直線コネクタ 138256">
                      <a:extLst>
                        <a:ext uri="{FF2B5EF4-FFF2-40B4-BE49-F238E27FC236}">
                          <a16:creationId xmlns:a16="http://schemas.microsoft.com/office/drawing/2014/main" id="{F4C595F7-C15A-4B51-BC58-5EEFB0F0CC2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58" name="直線コネクタ 138257">
                      <a:extLst>
                        <a:ext uri="{FF2B5EF4-FFF2-40B4-BE49-F238E27FC236}">
                          <a16:creationId xmlns:a16="http://schemas.microsoft.com/office/drawing/2014/main" id="{34AA03F7-AF0F-480F-AA69-4209BC182A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59" name="直線コネクタ 138258">
                      <a:extLst>
                        <a:ext uri="{FF2B5EF4-FFF2-40B4-BE49-F238E27FC236}">
                          <a16:creationId xmlns:a16="http://schemas.microsoft.com/office/drawing/2014/main" id="{CB303CFA-6E37-402B-993C-C0AEDE4D5C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0" name="直線コネクタ 138259">
                      <a:extLst>
                        <a:ext uri="{FF2B5EF4-FFF2-40B4-BE49-F238E27FC236}">
                          <a16:creationId xmlns:a16="http://schemas.microsoft.com/office/drawing/2014/main" id="{59E66F1C-A839-4954-AC57-FB72739F54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1" name="直線コネクタ 138260">
                      <a:extLst>
                        <a:ext uri="{FF2B5EF4-FFF2-40B4-BE49-F238E27FC236}">
                          <a16:creationId xmlns:a16="http://schemas.microsoft.com/office/drawing/2014/main" id="{DDD7417C-64A6-4B76-BB91-98412F3863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2" name="直線コネクタ 138261">
                      <a:extLst>
                        <a:ext uri="{FF2B5EF4-FFF2-40B4-BE49-F238E27FC236}">
                          <a16:creationId xmlns:a16="http://schemas.microsoft.com/office/drawing/2014/main" id="{1632A13F-99F9-4A9E-B91C-617E6219A0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3" name="直線コネクタ 138262">
                      <a:extLst>
                        <a:ext uri="{FF2B5EF4-FFF2-40B4-BE49-F238E27FC236}">
                          <a16:creationId xmlns:a16="http://schemas.microsoft.com/office/drawing/2014/main" id="{A67C94F3-3D9D-4EAA-AFEB-D1BD295C51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4" name="直線コネクタ 138263">
                      <a:extLst>
                        <a:ext uri="{FF2B5EF4-FFF2-40B4-BE49-F238E27FC236}">
                          <a16:creationId xmlns:a16="http://schemas.microsoft.com/office/drawing/2014/main" id="{55A55D95-2AAE-455C-BC83-32EF9EEBF6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5" name="直線コネクタ 138264">
                      <a:extLst>
                        <a:ext uri="{FF2B5EF4-FFF2-40B4-BE49-F238E27FC236}">
                          <a16:creationId xmlns:a16="http://schemas.microsoft.com/office/drawing/2014/main" id="{28134CAD-AC96-4047-8083-9AAD1F5789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6" name="直線コネクタ 138265">
                      <a:extLst>
                        <a:ext uri="{FF2B5EF4-FFF2-40B4-BE49-F238E27FC236}">
                          <a16:creationId xmlns:a16="http://schemas.microsoft.com/office/drawing/2014/main" id="{49A86CFD-9CF7-4AB6-9287-8CBA581F66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7" name="直線コネクタ 138266">
                      <a:extLst>
                        <a:ext uri="{FF2B5EF4-FFF2-40B4-BE49-F238E27FC236}">
                          <a16:creationId xmlns:a16="http://schemas.microsoft.com/office/drawing/2014/main" id="{6101ECE0-7356-426A-8DCC-FACE399C01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8" name="直線コネクタ 138267">
                      <a:extLst>
                        <a:ext uri="{FF2B5EF4-FFF2-40B4-BE49-F238E27FC236}">
                          <a16:creationId xmlns:a16="http://schemas.microsoft.com/office/drawing/2014/main" id="{9D33000B-F22A-4AEE-BD44-AB63DDE905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69" name="直線コネクタ 138268">
                      <a:extLst>
                        <a:ext uri="{FF2B5EF4-FFF2-40B4-BE49-F238E27FC236}">
                          <a16:creationId xmlns:a16="http://schemas.microsoft.com/office/drawing/2014/main" id="{B04068A0-3B2D-4DFC-ABA8-DAA3952917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0" name="直線コネクタ 138269">
                      <a:extLst>
                        <a:ext uri="{FF2B5EF4-FFF2-40B4-BE49-F238E27FC236}">
                          <a16:creationId xmlns:a16="http://schemas.microsoft.com/office/drawing/2014/main" id="{34FD04AF-8AEC-4DD1-8AAE-892E8B1A76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1" name="直線コネクタ 138270">
                      <a:extLst>
                        <a:ext uri="{FF2B5EF4-FFF2-40B4-BE49-F238E27FC236}">
                          <a16:creationId xmlns:a16="http://schemas.microsoft.com/office/drawing/2014/main" id="{4E0C6212-1423-439A-AADD-69F0307A4E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2" name="直線コネクタ 138271">
                      <a:extLst>
                        <a:ext uri="{FF2B5EF4-FFF2-40B4-BE49-F238E27FC236}">
                          <a16:creationId xmlns:a16="http://schemas.microsoft.com/office/drawing/2014/main" id="{A74F26EB-523F-4B16-A1C7-89816D3B1E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3" name="直線コネクタ 138272">
                      <a:extLst>
                        <a:ext uri="{FF2B5EF4-FFF2-40B4-BE49-F238E27FC236}">
                          <a16:creationId xmlns:a16="http://schemas.microsoft.com/office/drawing/2014/main" id="{D7F0AF33-F8C7-458C-BE4C-097AEDFF89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4" name="直線コネクタ 138273">
                      <a:extLst>
                        <a:ext uri="{FF2B5EF4-FFF2-40B4-BE49-F238E27FC236}">
                          <a16:creationId xmlns:a16="http://schemas.microsoft.com/office/drawing/2014/main" id="{E85A5C03-C1E0-451B-AFB9-096754E617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5" name="直線コネクタ 138274">
                      <a:extLst>
                        <a:ext uri="{FF2B5EF4-FFF2-40B4-BE49-F238E27FC236}">
                          <a16:creationId xmlns:a16="http://schemas.microsoft.com/office/drawing/2014/main" id="{A6F138C2-AE27-4E40-91A4-BE4C983C76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6" name="直線コネクタ 138275">
                      <a:extLst>
                        <a:ext uri="{FF2B5EF4-FFF2-40B4-BE49-F238E27FC236}">
                          <a16:creationId xmlns:a16="http://schemas.microsoft.com/office/drawing/2014/main" id="{F1014E5F-FD06-4779-8DF3-F1228D9DC6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7" name="直線コネクタ 138276">
                      <a:extLst>
                        <a:ext uri="{FF2B5EF4-FFF2-40B4-BE49-F238E27FC236}">
                          <a16:creationId xmlns:a16="http://schemas.microsoft.com/office/drawing/2014/main" id="{572EE7B0-17C0-4B35-A655-0B9E42C62E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8" name="直線コネクタ 138277">
                      <a:extLst>
                        <a:ext uri="{FF2B5EF4-FFF2-40B4-BE49-F238E27FC236}">
                          <a16:creationId xmlns:a16="http://schemas.microsoft.com/office/drawing/2014/main" id="{A3100C45-240E-451B-AE9F-3F1BF0821D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79" name="直線コネクタ 138278">
                      <a:extLst>
                        <a:ext uri="{FF2B5EF4-FFF2-40B4-BE49-F238E27FC236}">
                          <a16:creationId xmlns:a16="http://schemas.microsoft.com/office/drawing/2014/main" id="{9DBDBFAB-50DC-4AA8-B5EA-E94F9CF42B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8010" name="グループ化 138009">
                  <a:extLst>
                    <a:ext uri="{FF2B5EF4-FFF2-40B4-BE49-F238E27FC236}">
                      <a16:creationId xmlns:a16="http://schemas.microsoft.com/office/drawing/2014/main" id="{3C34B041-41C8-4519-B962-D3E46F8643F8}"/>
                    </a:ext>
                  </a:extLst>
                </p:cNvPr>
                <p:cNvGrpSpPr/>
                <p:nvPr/>
              </p:nvGrpSpPr>
              <p:grpSpPr>
                <a:xfrm rot="2700000">
                  <a:off x="5312047" y="5498555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8207" name="グループ化 138206">
                    <a:extLst>
                      <a:ext uri="{FF2B5EF4-FFF2-40B4-BE49-F238E27FC236}">
                        <a16:creationId xmlns:a16="http://schemas.microsoft.com/office/drawing/2014/main" id="{C550B98F-781F-43CD-AD4C-985B7CA3153F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232" name="直線コネクタ 138231">
                      <a:extLst>
                        <a:ext uri="{FF2B5EF4-FFF2-40B4-BE49-F238E27FC236}">
                          <a16:creationId xmlns:a16="http://schemas.microsoft.com/office/drawing/2014/main" id="{FF6F19D5-49D3-4CCF-B53A-4D83E9B1B71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3" name="直線コネクタ 138232">
                      <a:extLst>
                        <a:ext uri="{FF2B5EF4-FFF2-40B4-BE49-F238E27FC236}">
                          <a16:creationId xmlns:a16="http://schemas.microsoft.com/office/drawing/2014/main" id="{B8DD3D01-1139-480F-BA78-D67F660D72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4" name="直線コネクタ 138233">
                      <a:extLst>
                        <a:ext uri="{FF2B5EF4-FFF2-40B4-BE49-F238E27FC236}">
                          <a16:creationId xmlns:a16="http://schemas.microsoft.com/office/drawing/2014/main" id="{88383B65-EF46-4D83-B354-D12B17B279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5" name="直線コネクタ 138234">
                      <a:extLst>
                        <a:ext uri="{FF2B5EF4-FFF2-40B4-BE49-F238E27FC236}">
                          <a16:creationId xmlns:a16="http://schemas.microsoft.com/office/drawing/2014/main" id="{ECFF435D-592C-4829-A5EE-36897E60D0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6" name="直線コネクタ 138235">
                      <a:extLst>
                        <a:ext uri="{FF2B5EF4-FFF2-40B4-BE49-F238E27FC236}">
                          <a16:creationId xmlns:a16="http://schemas.microsoft.com/office/drawing/2014/main" id="{FA6D505E-0AEE-447D-B5DA-3E6E659230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7" name="直線コネクタ 138236">
                      <a:extLst>
                        <a:ext uri="{FF2B5EF4-FFF2-40B4-BE49-F238E27FC236}">
                          <a16:creationId xmlns:a16="http://schemas.microsoft.com/office/drawing/2014/main" id="{FC27A4EA-DB94-4E14-81C1-CE5DAAEE4E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8" name="直線コネクタ 138237">
                      <a:extLst>
                        <a:ext uri="{FF2B5EF4-FFF2-40B4-BE49-F238E27FC236}">
                          <a16:creationId xmlns:a16="http://schemas.microsoft.com/office/drawing/2014/main" id="{7988B261-48F7-4692-AC26-0C407E94B4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9" name="直線コネクタ 138238">
                      <a:extLst>
                        <a:ext uri="{FF2B5EF4-FFF2-40B4-BE49-F238E27FC236}">
                          <a16:creationId xmlns:a16="http://schemas.microsoft.com/office/drawing/2014/main" id="{45072861-0C26-4278-88B2-8AD184167B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0" name="直線コネクタ 138239">
                      <a:extLst>
                        <a:ext uri="{FF2B5EF4-FFF2-40B4-BE49-F238E27FC236}">
                          <a16:creationId xmlns:a16="http://schemas.microsoft.com/office/drawing/2014/main" id="{548DECB7-19CC-47D3-A8DE-2AFD3F333E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1" name="直線コネクタ 138240">
                      <a:extLst>
                        <a:ext uri="{FF2B5EF4-FFF2-40B4-BE49-F238E27FC236}">
                          <a16:creationId xmlns:a16="http://schemas.microsoft.com/office/drawing/2014/main" id="{AE2EF980-4023-4A36-BA68-57431F56F5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2" name="直線コネクタ 138241">
                      <a:extLst>
                        <a:ext uri="{FF2B5EF4-FFF2-40B4-BE49-F238E27FC236}">
                          <a16:creationId xmlns:a16="http://schemas.microsoft.com/office/drawing/2014/main" id="{11E41D81-9254-4555-8716-A3137884BA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3" name="直線コネクタ 138242">
                      <a:extLst>
                        <a:ext uri="{FF2B5EF4-FFF2-40B4-BE49-F238E27FC236}">
                          <a16:creationId xmlns:a16="http://schemas.microsoft.com/office/drawing/2014/main" id="{AE46B406-4C0A-43DC-8659-CAFD1352B4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4" name="直線コネクタ 138243">
                      <a:extLst>
                        <a:ext uri="{FF2B5EF4-FFF2-40B4-BE49-F238E27FC236}">
                          <a16:creationId xmlns:a16="http://schemas.microsoft.com/office/drawing/2014/main" id="{CED1DC82-FBB4-4CE6-BF7B-D799F8A163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5" name="直線コネクタ 138244">
                      <a:extLst>
                        <a:ext uri="{FF2B5EF4-FFF2-40B4-BE49-F238E27FC236}">
                          <a16:creationId xmlns:a16="http://schemas.microsoft.com/office/drawing/2014/main" id="{45B22B12-4A45-4E45-8631-3102D92F8B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6" name="直線コネクタ 138245">
                      <a:extLst>
                        <a:ext uri="{FF2B5EF4-FFF2-40B4-BE49-F238E27FC236}">
                          <a16:creationId xmlns:a16="http://schemas.microsoft.com/office/drawing/2014/main" id="{35133C9D-5922-4527-ACCD-9FEB140A51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7" name="直線コネクタ 138246">
                      <a:extLst>
                        <a:ext uri="{FF2B5EF4-FFF2-40B4-BE49-F238E27FC236}">
                          <a16:creationId xmlns:a16="http://schemas.microsoft.com/office/drawing/2014/main" id="{E9B218AF-A935-4B99-AC27-8A67208AA4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8" name="直線コネクタ 138247">
                      <a:extLst>
                        <a:ext uri="{FF2B5EF4-FFF2-40B4-BE49-F238E27FC236}">
                          <a16:creationId xmlns:a16="http://schemas.microsoft.com/office/drawing/2014/main" id="{B8FC9731-31E8-4039-B3FC-CD028E7A21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49" name="直線コネクタ 138248">
                      <a:extLst>
                        <a:ext uri="{FF2B5EF4-FFF2-40B4-BE49-F238E27FC236}">
                          <a16:creationId xmlns:a16="http://schemas.microsoft.com/office/drawing/2014/main" id="{8767A749-A814-4A2D-9D4B-88525B5DBA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50" name="直線コネクタ 138249">
                      <a:extLst>
                        <a:ext uri="{FF2B5EF4-FFF2-40B4-BE49-F238E27FC236}">
                          <a16:creationId xmlns:a16="http://schemas.microsoft.com/office/drawing/2014/main" id="{509FA5E8-3A5A-40F7-8DEC-D9A8ED6470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51" name="直線コネクタ 138250">
                      <a:extLst>
                        <a:ext uri="{FF2B5EF4-FFF2-40B4-BE49-F238E27FC236}">
                          <a16:creationId xmlns:a16="http://schemas.microsoft.com/office/drawing/2014/main" id="{31FDDFFD-0BAA-4066-A89A-5614BD7056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52" name="直線コネクタ 138251">
                      <a:extLst>
                        <a:ext uri="{FF2B5EF4-FFF2-40B4-BE49-F238E27FC236}">
                          <a16:creationId xmlns:a16="http://schemas.microsoft.com/office/drawing/2014/main" id="{4650DFAD-AE4E-4CFC-A390-56F3267141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53" name="直線コネクタ 138252">
                      <a:extLst>
                        <a:ext uri="{FF2B5EF4-FFF2-40B4-BE49-F238E27FC236}">
                          <a16:creationId xmlns:a16="http://schemas.microsoft.com/office/drawing/2014/main" id="{853AEEAD-8E19-4C09-8BD7-B4D74C8EF8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54" name="直線コネクタ 138253">
                      <a:extLst>
                        <a:ext uri="{FF2B5EF4-FFF2-40B4-BE49-F238E27FC236}">
                          <a16:creationId xmlns:a16="http://schemas.microsoft.com/office/drawing/2014/main" id="{58CB9ED7-53EF-42FD-B647-FE77FE8AE5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208" name="グループ化 138207">
                    <a:extLst>
                      <a:ext uri="{FF2B5EF4-FFF2-40B4-BE49-F238E27FC236}">
                        <a16:creationId xmlns:a16="http://schemas.microsoft.com/office/drawing/2014/main" id="{0C9F47A2-83C4-4048-B167-1824F60CAE71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209" name="直線コネクタ 138208">
                      <a:extLst>
                        <a:ext uri="{FF2B5EF4-FFF2-40B4-BE49-F238E27FC236}">
                          <a16:creationId xmlns:a16="http://schemas.microsoft.com/office/drawing/2014/main" id="{2E09CD45-65A3-433F-BE68-AC70FF453CB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0" name="直線コネクタ 138209">
                      <a:extLst>
                        <a:ext uri="{FF2B5EF4-FFF2-40B4-BE49-F238E27FC236}">
                          <a16:creationId xmlns:a16="http://schemas.microsoft.com/office/drawing/2014/main" id="{2F8A7FEA-D7EE-40B5-B36C-A77B7C003F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1" name="直線コネクタ 138210">
                      <a:extLst>
                        <a:ext uri="{FF2B5EF4-FFF2-40B4-BE49-F238E27FC236}">
                          <a16:creationId xmlns:a16="http://schemas.microsoft.com/office/drawing/2014/main" id="{52C2FD8F-2CC6-4CA8-A296-FEC1C5F225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2" name="直線コネクタ 138211">
                      <a:extLst>
                        <a:ext uri="{FF2B5EF4-FFF2-40B4-BE49-F238E27FC236}">
                          <a16:creationId xmlns:a16="http://schemas.microsoft.com/office/drawing/2014/main" id="{D0A71CDE-9B04-4C79-8B84-319F4BD44E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3" name="直線コネクタ 138212">
                      <a:extLst>
                        <a:ext uri="{FF2B5EF4-FFF2-40B4-BE49-F238E27FC236}">
                          <a16:creationId xmlns:a16="http://schemas.microsoft.com/office/drawing/2014/main" id="{664C4AA1-B118-418B-B32C-E2A1576CCE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4" name="直線コネクタ 138213">
                      <a:extLst>
                        <a:ext uri="{FF2B5EF4-FFF2-40B4-BE49-F238E27FC236}">
                          <a16:creationId xmlns:a16="http://schemas.microsoft.com/office/drawing/2014/main" id="{C5D652A9-D04A-44C7-A72B-1DDC108195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5" name="直線コネクタ 138214">
                      <a:extLst>
                        <a:ext uri="{FF2B5EF4-FFF2-40B4-BE49-F238E27FC236}">
                          <a16:creationId xmlns:a16="http://schemas.microsoft.com/office/drawing/2014/main" id="{B3B25D2E-AA7B-4E1E-80C3-CCC2E35773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6" name="直線コネクタ 138215">
                      <a:extLst>
                        <a:ext uri="{FF2B5EF4-FFF2-40B4-BE49-F238E27FC236}">
                          <a16:creationId xmlns:a16="http://schemas.microsoft.com/office/drawing/2014/main" id="{87618B66-8422-4EFA-8B2E-2F9B9B4318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7" name="直線コネクタ 138216">
                      <a:extLst>
                        <a:ext uri="{FF2B5EF4-FFF2-40B4-BE49-F238E27FC236}">
                          <a16:creationId xmlns:a16="http://schemas.microsoft.com/office/drawing/2014/main" id="{5999F285-5A98-4581-B99C-F18D958A7F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8" name="直線コネクタ 138217">
                      <a:extLst>
                        <a:ext uri="{FF2B5EF4-FFF2-40B4-BE49-F238E27FC236}">
                          <a16:creationId xmlns:a16="http://schemas.microsoft.com/office/drawing/2014/main" id="{6A994B4D-871B-405F-8D94-16B3D887CD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19" name="直線コネクタ 138218">
                      <a:extLst>
                        <a:ext uri="{FF2B5EF4-FFF2-40B4-BE49-F238E27FC236}">
                          <a16:creationId xmlns:a16="http://schemas.microsoft.com/office/drawing/2014/main" id="{3BC5AC05-4083-4B07-8300-44EB7C6D4A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0" name="直線コネクタ 138219">
                      <a:extLst>
                        <a:ext uri="{FF2B5EF4-FFF2-40B4-BE49-F238E27FC236}">
                          <a16:creationId xmlns:a16="http://schemas.microsoft.com/office/drawing/2014/main" id="{CEC1EC34-3AC0-4867-8CAD-60451F236E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1" name="直線コネクタ 138220">
                      <a:extLst>
                        <a:ext uri="{FF2B5EF4-FFF2-40B4-BE49-F238E27FC236}">
                          <a16:creationId xmlns:a16="http://schemas.microsoft.com/office/drawing/2014/main" id="{23AD0778-69D1-4CA1-AAEB-8568DF15DF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2" name="直線コネクタ 138221">
                      <a:extLst>
                        <a:ext uri="{FF2B5EF4-FFF2-40B4-BE49-F238E27FC236}">
                          <a16:creationId xmlns:a16="http://schemas.microsoft.com/office/drawing/2014/main" id="{885BD4DE-C9A9-4E0A-86C1-5C23A811A0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3" name="直線コネクタ 138222">
                      <a:extLst>
                        <a:ext uri="{FF2B5EF4-FFF2-40B4-BE49-F238E27FC236}">
                          <a16:creationId xmlns:a16="http://schemas.microsoft.com/office/drawing/2014/main" id="{871A3172-51F7-49D6-B0FC-01EF45401A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4" name="直線コネクタ 138223">
                      <a:extLst>
                        <a:ext uri="{FF2B5EF4-FFF2-40B4-BE49-F238E27FC236}">
                          <a16:creationId xmlns:a16="http://schemas.microsoft.com/office/drawing/2014/main" id="{86D82281-E5E2-4BCB-ADBB-90880E1ACA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5" name="直線コネクタ 138224">
                      <a:extLst>
                        <a:ext uri="{FF2B5EF4-FFF2-40B4-BE49-F238E27FC236}">
                          <a16:creationId xmlns:a16="http://schemas.microsoft.com/office/drawing/2014/main" id="{B58B4814-D9BF-4901-A568-43D1260295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6" name="直線コネクタ 138225">
                      <a:extLst>
                        <a:ext uri="{FF2B5EF4-FFF2-40B4-BE49-F238E27FC236}">
                          <a16:creationId xmlns:a16="http://schemas.microsoft.com/office/drawing/2014/main" id="{D6090D03-9BC6-467D-B72E-C7B4F333CA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7" name="直線コネクタ 138226">
                      <a:extLst>
                        <a:ext uri="{FF2B5EF4-FFF2-40B4-BE49-F238E27FC236}">
                          <a16:creationId xmlns:a16="http://schemas.microsoft.com/office/drawing/2014/main" id="{9E847FC5-B411-4B70-A995-8D1A219C43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8" name="直線コネクタ 138227">
                      <a:extLst>
                        <a:ext uri="{FF2B5EF4-FFF2-40B4-BE49-F238E27FC236}">
                          <a16:creationId xmlns:a16="http://schemas.microsoft.com/office/drawing/2014/main" id="{998E7430-0EC3-441E-BDFA-AF799CFFA0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29" name="直線コネクタ 138228">
                      <a:extLst>
                        <a:ext uri="{FF2B5EF4-FFF2-40B4-BE49-F238E27FC236}">
                          <a16:creationId xmlns:a16="http://schemas.microsoft.com/office/drawing/2014/main" id="{3BB1F89D-8D35-488A-B2E4-5E2485CB65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0" name="直線コネクタ 138229">
                      <a:extLst>
                        <a:ext uri="{FF2B5EF4-FFF2-40B4-BE49-F238E27FC236}">
                          <a16:creationId xmlns:a16="http://schemas.microsoft.com/office/drawing/2014/main" id="{E4D03E24-43E3-484E-BE3C-AD1B018ED1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31" name="直線コネクタ 138230">
                      <a:extLst>
                        <a:ext uri="{FF2B5EF4-FFF2-40B4-BE49-F238E27FC236}">
                          <a16:creationId xmlns:a16="http://schemas.microsoft.com/office/drawing/2014/main" id="{5C532252-E561-4EDD-A998-787A13DC74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8011" name="グループ化 138010">
                  <a:extLst>
                    <a:ext uri="{FF2B5EF4-FFF2-40B4-BE49-F238E27FC236}">
                      <a16:creationId xmlns:a16="http://schemas.microsoft.com/office/drawing/2014/main" id="{91D44DB4-23A9-426E-B449-2AB5E5FF1D2C}"/>
                    </a:ext>
                  </a:extLst>
                </p:cNvPr>
                <p:cNvGrpSpPr/>
                <p:nvPr/>
              </p:nvGrpSpPr>
              <p:grpSpPr>
                <a:xfrm rot="10800000">
                  <a:off x="4800194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8159" name="グループ化 138158">
                    <a:extLst>
                      <a:ext uri="{FF2B5EF4-FFF2-40B4-BE49-F238E27FC236}">
                        <a16:creationId xmlns:a16="http://schemas.microsoft.com/office/drawing/2014/main" id="{1332D997-52E5-4375-BC6B-D8A8C4792ACB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184" name="直線コネクタ 138183">
                      <a:extLst>
                        <a:ext uri="{FF2B5EF4-FFF2-40B4-BE49-F238E27FC236}">
                          <a16:creationId xmlns:a16="http://schemas.microsoft.com/office/drawing/2014/main" id="{9F5DD69C-35A3-4A12-A688-59F0ABA7A3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5" name="直線コネクタ 138184">
                      <a:extLst>
                        <a:ext uri="{FF2B5EF4-FFF2-40B4-BE49-F238E27FC236}">
                          <a16:creationId xmlns:a16="http://schemas.microsoft.com/office/drawing/2014/main" id="{7D24EF6F-92CD-41FC-90AA-E531346DA9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6" name="直線コネクタ 138185">
                      <a:extLst>
                        <a:ext uri="{FF2B5EF4-FFF2-40B4-BE49-F238E27FC236}">
                          <a16:creationId xmlns:a16="http://schemas.microsoft.com/office/drawing/2014/main" id="{F80245EA-2190-48C6-BEA8-2995D92A3E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7" name="直線コネクタ 138186">
                      <a:extLst>
                        <a:ext uri="{FF2B5EF4-FFF2-40B4-BE49-F238E27FC236}">
                          <a16:creationId xmlns:a16="http://schemas.microsoft.com/office/drawing/2014/main" id="{AD357BF4-87D1-4B35-BC2A-670819E915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8" name="直線コネクタ 138187">
                      <a:extLst>
                        <a:ext uri="{FF2B5EF4-FFF2-40B4-BE49-F238E27FC236}">
                          <a16:creationId xmlns:a16="http://schemas.microsoft.com/office/drawing/2014/main" id="{CE7341E7-3F0F-48E2-8AC0-4DC4D13700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9" name="直線コネクタ 138188">
                      <a:extLst>
                        <a:ext uri="{FF2B5EF4-FFF2-40B4-BE49-F238E27FC236}">
                          <a16:creationId xmlns:a16="http://schemas.microsoft.com/office/drawing/2014/main" id="{1FA2BC4E-AD93-455A-A8E1-A551AA8515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0" name="直線コネクタ 138189">
                      <a:extLst>
                        <a:ext uri="{FF2B5EF4-FFF2-40B4-BE49-F238E27FC236}">
                          <a16:creationId xmlns:a16="http://schemas.microsoft.com/office/drawing/2014/main" id="{19E616D5-245B-428F-B197-887685CB6A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1" name="直線コネクタ 138190">
                      <a:extLst>
                        <a:ext uri="{FF2B5EF4-FFF2-40B4-BE49-F238E27FC236}">
                          <a16:creationId xmlns:a16="http://schemas.microsoft.com/office/drawing/2014/main" id="{FE9ACCFC-380D-4BF9-8417-89120D7571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2" name="直線コネクタ 138191">
                      <a:extLst>
                        <a:ext uri="{FF2B5EF4-FFF2-40B4-BE49-F238E27FC236}">
                          <a16:creationId xmlns:a16="http://schemas.microsoft.com/office/drawing/2014/main" id="{E3FC1E19-2F87-42D3-8F70-18DA9BD63B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3" name="直線コネクタ 138192">
                      <a:extLst>
                        <a:ext uri="{FF2B5EF4-FFF2-40B4-BE49-F238E27FC236}">
                          <a16:creationId xmlns:a16="http://schemas.microsoft.com/office/drawing/2014/main" id="{786ABDA8-0764-4A84-A2CD-0AEE51433B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4" name="直線コネクタ 138193">
                      <a:extLst>
                        <a:ext uri="{FF2B5EF4-FFF2-40B4-BE49-F238E27FC236}">
                          <a16:creationId xmlns:a16="http://schemas.microsoft.com/office/drawing/2014/main" id="{6BDD96E9-058B-4484-BE17-A8DF40A367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5" name="直線コネクタ 138194">
                      <a:extLst>
                        <a:ext uri="{FF2B5EF4-FFF2-40B4-BE49-F238E27FC236}">
                          <a16:creationId xmlns:a16="http://schemas.microsoft.com/office/drawing/2014/main" id="{89841127-61F5-4698-98AC-007D78B903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6" name="直線コネクタ 138195">
                      <a:extLst>
                        <a:ext uri="{FF2B5EF4-FFF2-40B4-BE49-F238E27FC236}">
                          <a16:creationId xmlns:a16="http://schemas.microsoft.com/office/drawing/2014/main" id="{76506B3F-6A93-4D0E-9591-C3D3F4D40A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7" name="直線コネクタ 138196">
                      <a:extLst>
                        <a:ext uri="{FF2B5EF4-FFF2-40B4-BE49-F238E27FC236}">
                          <a16:creationId xmlns:a16="http://schemas.microsoft.com/office/drawing/2014/main" id="{FA94D087-0232-4EB7-A2DD-795C18B735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8" name="直線コネクタ 138197">
                      <a:extLst>
                        <a:ext uri="{FF2B5EF4-FFF2-40B4-BE49-F238E27FC236}">
                          <a16:creationId xmlns:a16="http://schemas.microsoft.com/office/drawing/2014/main" id="{1D8D7B83-A4CC-417A-BF54-D5185A42B0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99" name="直線コネクタ 138198">
                      <a:extLst>
                        <a:ext uri="{FF2B5EF4-FFF2-40B4-BE49-F238E27FC236}">
                          <a16:creationId xmlns:a16="http://schemas.microsoft.com/office/drawing/2014/main" id="{E219D0C1-8493-4120-867B-1935A141DC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00" name="直線コネクタ 138199">
                      <a:extLst>
                        <a:ext uri="{FF2B5EF4-FFF2-40B4-BE49-F238E27FC236}">
                          <a16:creationId xmlns:a16="http://schemas.microsoft.com/office/drawing/2014/main" id="{783346FB-9EF6-418E-A172-F202B4FA5D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01" name="直線コネクタ 138200">
                      <a:extLst>
                        <a:ext uri="{FF2B5EF4-FFF2-40B4-BE49-F238E27FC236}">
                          <a16:creationId xmlns:a16="http://schemas.microsoft.com/office/drawing/2014/main" id="{0536BCE1-0B16-4584-8E42-D5111F3974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02" name="直線コネクタ 138201">
                      <a:extLst>
                        <a:ext uri="{FF2B5EF4-FFF2-40B4-BE49-F238E27FC236}">
                          <a16:creationId xmlns:a16="http://schemas.microsoft.com/office/drawing/2014/main" id="{63688463-29E7-4384-913F-6C71F4ABA1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03" name="直線コネクタ 138202">
                      <a:extLst>
                        <a:ext uri="{FF2B5EF4-FFF2-40B4-BE49-F238E27FC236}">
                          <a16:creationId xmlns:a16="http://schemas.microsoft.com/office/drawing/2014/main" id="{F24C3D06-029A-44F5-80EE-A9CAE488F7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04" name="直線コネクタ 138203">
                      <a:extLst>
                        <a:ext uri="{FF2B5EF4-FFF2-40B4-BE49-F238E27FC236}">
                          <a16:creationId xmlns:a16="http://schemas.microsoft.com/office/drawing/2014/main" id="{CF4F24A5-408F-4B55-A958-45FC3FACFB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05" name="直線コネクタ 138204">
                      <a:extLst>
                        <a:ext uri="{FF2B5EF4-FFF2-40B4-BE49-F238E27FC236}">
                          <a16:creationId xmlns:a16="http://schemas.microsoft.com/office/drawing/2014/main" id="{7E44FC2F-9150-4652-82EB-847E5674C6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206" name="直線コネクタ 138205">
                      <a:extLst>
                        <a:ext uri="{FF2B5EF4-FFF2-40B4-BE49-F238E27FC236}">
                          <a16:creationId xmlns:a16="http://schemas.microsoft.com/office/drawing/2014/main" id="{C29F7EF7-0FE3-4AC8-8C6F-9D15E9796F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160" name="グループ化 138159">
                    <a:extLst>
                      <a:ext uri="{FF2B5EF4-FFF2-40B4-BE49-F238E27FC236}">
                        <a16:creationId xmlns:a16="http://schemas.microsoft.com/office/drawing/2014/main" id="{68EBD355-70D2-4A0E-BFAE-DD9CF24FFFE3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161" name="直線コネクタ 138160">
                      <a:extLst>
                        <a:ext uri="{FF2B5EF4-FFF2-40B4-BE49-F238E27FC236}">
                          <a16:creationId xmlns:a16="http://schemas.microsoft.com/office/drawing/2014/main" id="{BD7A1D49-F7E7-4B9A-B14E-4C942AA6DBB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62" name="直線コネクタ 138161">
                      <a:extLst>
                        <a:ext uri="{FF2B5EF4-FFF2-40B4-BE49-F238E27FC236}">
                          <a16:creationId xmlns:a16="http://schemas.microsoft.com/office/drawing/2014/main" id="{F52D354D-87AE-4106-BD68-7681A19468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63" name="直線コネクタ 138162">
                      <a:extLst>
                        <a:ext uri="{FF2B5EF4-FFF2-40B4-BE49-F238E27FC236}">
                          <a16:creationId xmlns:a16="http://schemas.microsoft.com/office/drawing/2014/main" id="{1E7B714E-106C-4A0A-82F2-36E92C51FB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64" name="直線コネクタ 138163">
                      <a:extLst>
                        <a:ext uri="{FF2B5EF4-FFF2-40B4-BE49-F238E27FC236}">
                          <a16:creationId xmlns:a16="http://schemas.microsoft.com/office/drawing/2014/main" id="{069751EB-26C3-42AB-B073-29BB46E6F0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65" name="直線コネクタ 138164">
                      <a:extLst>
                        <a:ext uri="{FF2B5EF4-FFF2-40B4-BE49-F238E27FC236}">
                          <a16:creationId xmlns:a16="http://schemas.microsoft.com/office/drawing/2014/main" id="{47CE7861-FFE5-479F-AAF5-006F0F259F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66" name="直線コネクタ 138165">
                      <a:extLst>
                        <a:ext uri="{FF2B5EF4-FFF2-40B4-BE49-F238E27FC236}">
                          <a16:creationId xmlns:a16="http://schemas.microsoft.com/office/drawing/2014/main" id="{B174EAB6-DAD5-4BBF-B74C-E06AB56B60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67" name="直線コネクタ 138166">
                      <a:extLst>
                        <a:ext uri="{FF2B5EF4-FFF2-40B4-BE49-F238E27FC236}">
                          <a16:creationId xmlns:a16="http://schemas.microsoft.com/office/drawing/2014/main" id="{805B0F59-EB79-437A-BAD7-8F9CB50AAE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68" name="直線コネクタ 138167">
                      <a:extLst>
                        <a:ext uri="{FF2B5EF4-FFF2-40B4-BE49-F238E27FC236}">
                          <a16:creationId xmlns:a16="http://schemas.microsoft.com/office/drawing/2014/main" id="{11D3C7B0-F648-4053-B92F-227A0AEB4D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69" name="直線コネクタ 138168">
                      <a:extLst>
                        <a:ext uri="{FF2B5EF4-FFF2-40B4-BE49-F238E27FC236}">
                          <a16:creationId xmlns:a16="http://schemas.microsoft.com/office/drawing/2014/main" id="{BF4EBEB7-FFC3-4A82-BA44-001B6120C3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0" name="直線コネクタ 138169">
                      <a:extLst>
                        <a:ext uri="{FF2B5EF4-FFF2-40B4-BE49-F238E27FC236}">
                          <a16:creationId xmlns:a16="http://schemas.microsoft.com/office/drawing/2014/main" id="{7BAC49E8-AE65-4599-940B-005F9E6B56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1" name="直線コネクタ 138170">
                      <a:extLst>
                        <a:ext uri="{FF2B5EF4-FFF2-40B4-BE49-F238E27FC236}">
                          <a16:creationId xmlns:a16="http://schemas.microsoft.com/office/drawing/2014/main" id="{05389685-5D30-40F8-9159-5F78BCA526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2" name="直線コネクタ 138171">
                      <a:extLst>
                        <a:ext uri="{FF2B5EF4-FFF2-40B4-BE49-F238E27FC236}">
                          <a16:creationId xmlns:a16="http://schemas.microsoft.com/office/drawing/2014/main" id="{BE92B2A5-3351-410F-BA28-D4E0A3BB2D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3" name="直線コネクタ 138172">
                      <a:extLst>
                        <a:ext uri="{FF2B5EF4-FFF2-40B4-BE49-F238E27FC236}">
                          <a16:creationId xmlns:a16="http://schemas.microsoft.com/office/drawing/2014/main" id="{48796DBC-70CD-414A-BCEA-473F1DC5DF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4" name="直線コネクタ 138173">
                      <a:extLst>
                        <a:ext uri="{FF2B5EF4-FFF2-40B4-BE49-F238E27FC236}">
                          <a16:creationId xmlns:a16="http://schemas.microsoft.com/office/drawing/2014/main" id="{4767E6FA-1188-454F-8B89-80090FE490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5" name="直線コネクタ 138174">
                      <a:extLst>
                        <a:ext uri="{FF2B5EF4-FFF2-40B4-BE49-F238E27FC236}">
                          <a16:creationId xmlns:a16="http://schemas.microsoft.com/office/drawing/2014/main" id="{82FA1104-BFFC-4944-8754-603E1D3249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6" name="直線コネクタ 138175">
                      <a:extLst>
                        <a:ext uri="{FF2B5EF4-FFF2-40B4-BE49-F238E27FC236}">
                          <a16:creationId xmlns:a16="http://schemas.microsoft.com/office/drawing/2014/main" id="{3A31865F-18F3-44BB-8E67-9EA46E2E79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7" name="直線コネクタ 138176">
                      <a:extLst>
                        <a:ext uri="{FF2B5EF4-FFF2-40B4-BE49-F238E27FC236}">
                          <a16:creationId xmlns:a16="http://schemas.microsoft.com/office/drawing/2014/main" id="{5AC86F14-1790-4594-965E-7C17BD2BF8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8" name="直線コネクタ 138177">
                      <a:extLst>
                        <a:ext uri="{FF2B5EF4-FFF2-40B4-BE49-F238E27FC236}">
                          <a16:creationId xmlns:a16="http://schemas.microsoft.com/office/drawing/2014/main" id="{D0256990-F0B5-4FD1-911C-7A033A85B5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79" name="直線コネクタ 138178">
                      <a:extLst>
                        <a:ext uri="{FF2B5EF4-FFF2-40B4-BE49-F238E27FC236}">
                          <a16:creationId xmlns:a16="http://schemas.microsoft.com/office/drawing/2014/main" id="{6350785B-F9B8-4211-BB27-CAF1A6ACE7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0" name="直線コネクタ 138179">
                      <a:extLst>
                        <a:ext uri="{FF2B5EF4-FFF2-40B4-BE49-F238E27FC236}">
                          <a16:creationId xmlns:a16="http://schemas.microsoft.com/office/drawing/2014/main" id="{091BC3BC-DEC1-4E3B-A342-FE311294D2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1" name="直線コネクタ 138180">
                      <a:extLst>
                        <a:ext uri="{FF2B5EF4-FFF2-40B4-BE49-F238E27FC236}">
                          <a16:creationId xmlns:a16="http://schemas.microsoft.com/office/drawing/2014/main" id="{259D556A-0487-4D01-86E4-95D48E2441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2" name="直線コネクタ 138181">
                      <a:extLst>
                        <a:ext uri="{FF2B5EF4-FFF2-40B4-BE49-F238E27FC236}">
                          <a16:creationId xmlns:a16="http://schemas.microsoft.com/office/drawing/2014/main" id="{67D945EB-F19F-42DA-9697-46BB6045FB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83" name="直線コネクタ 138182">
                      <a:extLst>
                        <a:ext uri="{FF2B5EF4-FFF2-40B4-BE49-F238E27FC236}">
                          <a16:creationId xmlns:a16="http://schemas.microsoft.com/office/drawing/2014/main" id="{A9E5907A-D55C-4365-A8CB-2C74C7F51F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8012" name="グループ化 138011">
                  <a:extLst>
                    <a:ext uri="{FF2B5EF4-FFF2-40B4-BE49-F238E27FC236}">
                      <a16:creationId xmlns:a16="http://schemas.microsoft.com/office/drawing/2014/main" id="{69A30690-2F47-42F0-95F5-E62275085CAD}"/>
                    </a:ext>
                  </a:extLst>
                </p:cNvPr>
                <p:cNvGrpSpPr/>
                <p:nvPr/>
              </p:nvGrpSpPr>
              <p:grpSpPr>
                <a:xfrm rot="8100000">
                  <a:off x="4888970" y="5499546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8111" name="グループ化 138110">
                    <a:extLst>
                      <a:ext uri="{FF2B5EF4-FFF2-40B4-BE49-F238E27FC236}">
                        <a16:creationId xmlns:a16="http://schemas.microsoft.com/office/drawing/2014/main" id="{6E3FE4E4-FF67-4905-86A6-F794C801652A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136" name="直線コネクタ 138135">
                      <a:extLst>
                        <a:ext uri="{FF2B5EF4-FFF2-40B4-BE49-F238E27FC236}">
                          <a16:creationId xmlns:a16="http://schemas.microsoft.com/office/drawing/2014/main" id="{70BA929A-DF9C-4920-BFFD-CC25CFF683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7" name="直線コネクタ 138136">
                      <a:extLst>
                        <a:ext uri="{FF2B5EF4-FFF2-40B4-BE49-F238E27FC236}">
                          <a16:creationId xmlns:a16="http://schemas.microsoft.com/office/drawing/2014/main" id="{BDDF36D4-DA30-4DBE-9C2A-E24A35C8BD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8" name="直線コネクタ 138137">
                      <a:extLst>
                        <a:ext uri="{FF2B5EF4-FFF2-40B4-BE49-F238E27FC236}">
                          <a16:creationId xmlns:a16="http://schemas.microsoft.com/office/drawing/2014/main" id="{28DB5BA7-A374-489C-B79A-C962DBB69B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9" name="直線コネクタ 138138">
                      <a:extLst>
                        <a:ext uri="{FF2B5EF4-FFF2-40B4-BE49-F238E27FC236}">
                          <a16:creationId xmlns:a16="http://schemas.microsoft.com/office/drawing/2014/main" id="{30269C09-0786-4D91-8A15-99595CEBB0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0" name="直線コネクタ 138139">
                      <a:extLst>
                        <a:ext uri="{FF2B5EF4-FFF2-40B4-BE49-F238E27FC236}">
                          <a16:creationId xmlns:a16="http://schemas.microsoft.com/office/drawing/2014/main" id="{24BA3908-21EF-4959-8DB2-63F22C8BB6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1" name="直線コネクタ 138140">
                      <a:extLst>
                        <a:ext uri="{FF2B5EF4-FFF2-40B4-BE49-F238E27FC236}">
                          <a16:creationId xmlns:a16="http://schemas.microsoft.com/office/drawing/2014/main" id="{F45489AB-BEFD-4A5F-A55A-3368EA10C0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2" name="直線コネクタ 138141">
                      <a:extLst>
                        <a:ext uri="{FF2B5EF4-FFF2-40B4-BE49-F238E27FC236}">
                          <a16:creationId xmlns:a16="http://schemas.microsoft.com/office/drawing/2014/main" id="{C1DD842D-B66F-4BFB-9A4A-47AB6540EF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3" name="直線コネクタ 138142">
                      <a:extLst>
                        <a:ext uri="{FF2B5EF4-FFF2-40B4-BE49-F238E27FC236}">
                          <a16:creationId xmlns:a16="http://schemas.microsoft.com/office/drawing/2014/main" id="{330C9516-B492-45DC-A71C-87C596A781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4" name="直線コネクタ 138143">
                      <a:extLst>
                        <a:ext uri="{FF2B5EF4-FFF2-40B4-BE49-F238E27FC236}">
                          <a16:creationId xmlns:a16="http://schemas.microsoft.com/office/drawing/2014/main" id="{75022D77-4E4D-40F7-B5B9-5C43B2E8DD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5" name="直線コネクタ 138144">
                      <a:extLst>
                        <a:ext uri="{FF2B5EF4-FFF2-40B4-BE49-F238E27FC236}">
                          <a16:creationId xmlns:a16="http://schemas.microsoft.com/office/drawing/2014/main" id="{6BAB1540-6C5A-4F9F-B519-E024D1833E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6" name="直線コネクタ 138145">
                      <a:extLst>
                        <a:ext uri="{FF2B5EF4-FFF2-40B4-BE49-F238E27FC236}">
                          <a16:creationId xmlns:a16="http://schemas.microsoft.com/office/drawing/2014/main" id="{2336A240-2806-485B-A895-CA93D53AB6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7" name="直線コネクタ 138146">
                      <a:extLst>
                        <a:ext uri="{FF2B5EF4-FFF2-40B4-BE49-F238E27FC236}">
                          <a16:creationId xmlns:a16="http://schemas.microsoft.com/office/drawing/2014/main" id="{DDFEB55B-1C01-49BE-84EC-2D67801F01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8" name="直線コネクタ 138147">
                      <a:extLst>
                        <a:ext uri="{FF2B5EF4-FFF2-40B4-BE49-F238E27FC236}">
                          <a16:creationId xmlns:a16="http://schemas.microsoft.com/office/drawing/2014/main" id="{FB9EE7D2-8D82-4557-8FCE-1A79027902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49" name="直線コネクタ 138148">
                      <a:extLst>
                        <a:ext uri="{FF2B5EF4-FFF2-40B4-BE49-F238E27FC236}">
                          <a16:creationId xmlns:a16="http://schemas.microsoft.com/office/drawing/2014/main" id="{CC4FE48B-186B-4A51-9404-67730AEC4F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0" name="直線コネクタ 138149">
                      <a:extLst>
                        <a:ext uri="{FF2B5EF4-FFF2-40B4-BE49-F238E27FC236}">
                          <a16:creationId xmlns:a16="http://schemas.microsoft.com/office/drawing/2014/main" id="{8CA5D45B-A195-461B-816B-91C9C22F76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1" name="直線コネクタ 138150">
                      <a:extLst>
                        <a:ext uri="{FF2B5EF4-FFF2-40B4-BE49-F238E27FC236}">
                          <a16:creationId xmlns:a16="http://schemas.microsoft.com/office/drawing/2014/main" id="{16144824-98F8-4726-A8C5-C4446CEB2F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2" name="直線コネクタ 138151">
                      <a:extLst>
                        <a:ext uri="{FF2B5EF4-FFF2-40B4-BE49-F238E27FC236}">
                          <a16:creationId xmlns:a16="http://schemas.microsoft.com/office/drawing/2014/main" id="{FC41CB10-AC2C-4655-AC4B-2101F3F7B6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3" name="直線コネクタ 138152">
                      <a:extLst>
                        <a:ext uri="{FF2B5EF4-FFF2-40B4-BE49-F238E27FC236}">
                          <a16:creationId xmlns:a16="http://schemas.microsoft.com/office/drawing/2014/main" id="{F1788DB6-CE30-4A41-91C4-0992D82B5C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4" name="直線コネクタ 138153">
                      <a:extLst>
                        <a:ext uri="{FF2B5EF4-FFF2-40B4-BE49-F238E27FC236}">
                          <a16:creationId xmlns:a16="http://schemas.microsoft.com/office/drawing/2014/main" id="{B4F46CAC-1A7A-42F5-AB34-F1FEAF5E4A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5" name="直線コネクタ 138154">
                      <a:extLst>
                        <a:ext uri="{FF2B5EF4-FFF2-40B4-BE49-F238E27FC236}">
                          <a16:creationId xmlns:a16="http://schemas.microsoft.com/office/drawing/2014/main" id="{217CB09B-45A1-4E2B-88E5-9BDB7E7FD0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6" name="直線コネクタ 138155">
                      <a:extLst>
                        <a:ext uri="{FF2B5EF4-FFF2-40B4-BE49-F238E27FC236}">
                          <a16:creationId xmlns:a16="http://schemas.microsoft.com/office/drawing/2014/main" id="{B62C0A75-C2BE-4587-ADBB-3118AD0A09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7" name="直線コネクタ 138156">
                      <a:extLst>
                        <a:ext uri="{FF2B5EF4-FFF2-40B4-BE49-F238E27FC236}">
                          <a16:creationId xmlns:a16="http://schemas.microsoft.com/office/drawing/2014/main" id="{B6E28EAE-9D62-4991-B208-2154E9ECFD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58" name="直線コネクタ 138157">
                      <a:extLst>
                        <a:ext uri="{FF2B5EF4-FFF2-40B4-BE49-F238E27FC236}">
                          <a16:creationId xmlns:a16="http://schemas.microsoft.com/office/drawing/2014/main" id="{40CA91B7-68AF-4512-BF28-D85F03D442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112" name="グループ化 138111">
                    <a:extLst>
                      <a:ext uri="{FF2B5EF4-FFF2-40B4-BE49-F238E27FC236}">
                        <a16:creationId xmlns:a16="http://schemas.microsoft.com/office/drawing/2014/main" id="{9CD6B573-185C-4573-8EC0-B816F62FBE6E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113" name="直線コネクタ 138112">
                      <a:extLst>
                        <a:ext uri="{FF2B5EF4-FFF2-40B4-BE49-F238E27FC236}">
                          <a16:creationId xmlns:a16="http://schemas.microsoft.com/office/drawing/2014/main" id="{480550FB-C575-4D68-AE2F-64574FACBC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14" name="直線コネクタ 138113">
                      <a:extLst>
                        <a:ext uri="{FF2B5EF4-FFF2-40B4-BE49-F238E27FC236}">
                          <a16:creationId xmlns:a16="http://schemas.microsoft.com/office/drawing/2014/main" id="{64A1D307-4B5A-4CA6-B727-6AD566205A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15" name="直線コネクタ 138114">
                      <a:extLst>
                        <a:ext uri="{FF2B5EF4-FFF2-40B4-BE49-F238E27FC236}">
                          <a16:creationId xmlns:a16="http://schemas.microsoft.com/office/drawing/2014/main" id="{7C3D747E-426E-48FE-8392-AC5FA2CB67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16" name="直線コネクタ 138115">
                      <a:extLst>
                        <a:ext uri="{FF2B5EF4-FFF2-40B4-BE49-F238E27FC236}">
                          <a16:creationId xmlns:a16="http://schemas.microsoft.com/office/drawing/2014/main" id="{B888756C-F107-43C7-8984-9910DA8934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17" name="直線コネクタ 138116">
                      <a:extLst>
                        <a:ext uri="{FF2B5EF4-FFF2-40B4-BE49-F238E27FC236}">
                          <a16:creationId xmlns:a16="http://schemas.microsoft.com/office/drawing/2014/main" id="{5B06D7A1-C917-4BB6-AA52-1360E75ECE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18" name="直線コネクタ 138117">
                      <a:extLst>
                        <a:ext uri="{FF2B5EF4-FFF2-40B4-BE49-F238E27FC236}">
                          <a16:creationId xmlns:a16="http://schemas.microsoft.com/office/drawing/2014/main" id="{860D08A4-F1F6-4A08-A186-33511489DC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19" name="直線コネクタ 138118">
                      <a:extLst>
                        <a:ext uri="{FF2B5EF4-FFF2-40B4-BE49-F238E27FC236}">
                          <a16:creationId xmlns:a16="http://schemas.microsoft.com/office/drawing/2014/main" id="{666FFFE6-C82C-4766-82BF-74D2E8F72A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0" name="直線コネクタ 138119">
                      <a:extLst>
                        <a:ext uri="{FF2B5EF4-FFF2-40B4-BE49-F238E27FC236}">
                          <a16:creationId xmlns:a16="http://schemas.microsoft.com/office/drawing/2014/main" id="{5F95009F-6C64-4C7D-89A5-9BFBC0680F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1" name="直線コネクタ 138120">
                      <a:extLst>
                        <a:ext uri="{FF2B5EF4-FFF2-40B4-BE49-F238E27FC236}">
                          <a16:creationId xmlns:a16="http://schemas.microsoft.com/office/drawing/2014/main" id="{AA1D7410-94AC-4BC7-99A3-287D1D4E4A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2" name="直線コネクタ 138121">
                      <a:extLst>
                        <a:ext uri="{FF2B5EF4-FFF2-40B4-BE49-F238E27FC236}">
                          <a16:creationId xmlns:a16="http://schemas.microsoft.com/office/drawing/2014/main" id="{8089B17E-3D4B-464F-A0FF-1264BCA867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3" name="直線コネクタ 138122">
                      <a:extLst>
                        <a:ext uri="{FF2B5EF4-FFF2-40B4-BE49-F238E27FC236}">
                          <a16:creationId xmlns:a16="http://schemas.microsoft.com/office/drawing/2014/main" id="{D54FCAC7-CD1D-4F11-88E3-A87E5EAC6D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4" name="直線コネクタ 138123">
                      <a:extLst>
                        <a:ext uri="{FF2B5EF4-FFF2-40B4-BE49-F238E27FC236}">
                          <a16:creationId xmlns:a16="http://schemas.microsoft.com/office/drawing/2014/main" id="{76D3AFC9-D482-4D23-9468-C4D7D48A29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5" name="直線コネクタ 138124">
                      <a:extLst>
                        <a:ext uri="{FF2B5EF4-FFF2-40B4-BE49-F238E27FC236}">
                          <a16:creationId xmlns:a16="http://schemas.microsoft.com/office/drawing/2014/main" id="{CD99D557-3F3C-4430-A64E-233D2D3320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6" name="直線コネクタ 138125">
                      <a:extLst>
                        <a:ext uri="{FF2B5EF4-FFF2-40B4-BE49-F238E27FC236}">
                          <a16:creationId xmlns:a16="http://schemas.microsoft.com/office/drawing/2014/main" id="{A11C9319-1856-4843-94A6-060831FCD9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7" name="直線コネクタ 138126">
                      <a:extLst>
                        <a:ext uri="{FF2B5EF4-FFF2-40B4-BE49-F238E27FC236}">
                          <a16:creationId xmlns:a16="http://schemas.microsoft.com/office/drawing/2014/main" id="{099EE986-8038-4F05-B627-514A221E70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8" name="直線コネクタ 138127">
                      <a:extLst>
                        <a:ext uri="{FF2B5EF4-FFF2-40B4-BE49-F238E27FC236}">
                          <a16:creationId xmlns:a16="http://schemas.microsoft.com/office/drawing/2014/main" id="{B173111B-8C90-480A-9C27-754A62F4ED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29" name="直線コネクタ 138128">
                      <a:extLst>
                        <a:ext uri="{FF2B5EF4-FFF2-40B4-BE49-F238E27FC236}">
                          <a16:creationId xmlns:a16="http://schemas.microsoft.com/office/drawing/2014/main" id="{49DD7AE4-4E43-4366-A1C4-096258FD7B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0" name="直線コネクタ 138129">
                      <a:extLst>
                        <a:ext uri="{FF2B5EF4-FFF2-40B4-BE49-F238E27FC236}">
                          <a16:creationId xmlns:a16="http://schemas.microsoft.com/office/drawing/2014/main" id="{44721A63-7697-441A-BC45-27EC0AD2A7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1" name="直線コネクタ 138130">
                      <a:extLst>
                        <a:ext uri="{FF2B5EF4-FFF2-40B4-BE49-F238E27FC236}">
                          <a16:creationId xmlns:a16="http://schemas.microsoft.com/office/drawing/2014/main" id="{3881DE4F-541A-4CB2-9615-646B3A79E1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2" name="直線コネクタ 138131">
                      <a:extLst>
                        <a:ext uri="{FF2B5EF4-FFF2-40B4-BE49-F238E27FC236}">
                          <a16:creationId xmlns:a16="http://schemas.microsoft.com/office/drawing/2014/main" id="{F85B4F91-157A-4869-991B-E40DDFCFAE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3" name="直線コネクタ 138132">
                      <a:extLst>
                        <a:ext uri="{FF2B5EF4-FFF2-40B4-BE49-F238E27FC236}">
                          <a16:creationId xmlns:a16="http://schemas.microsoft.com/office/drawing/2014/main" id="{05B59FD5-DC34-4963-92B8-2B1CE0D989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4" name="直線コネクタ 138133">
                      <a:extLst>
                        <a:ext uri="{FF2B5EF4-FFF2-40B4-BE49-F238E27FC236}">
                          <a16:creationId xmlns:a16="http://schemas.microsoft.com/office/drawing/2014/main" id="{F28E3121-B10A-4390-ABD5-87606455AD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35" name="直線コネクタ 138134">
                      <a:extLst>
                        <a:ext uri="{FF2B5EF4-FFF2-40B4-BE49-F238E27FC236}">
                          <a16:creationId xmlns:a16="http://schemas.microsoft.com/office/drawing/2014/main" id="{952F46B3-858D-4F8E-944B-2B917E97E7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8013" name="グループ化 138012">
                  <a:extLst>
                    <a:ext uri="{FF2B5EF4-FFF2-40B4-BE49-F238E27FC236}">
                      <a16:creationId xmlns:a16="http://schemas.microsoft.com/office/drawing/2014/main" id="{DFF89437-BF80-43B4-A662-B65D8953757F}"/>
                    </a:ext>
                  </a:extLst>
                </p:cNvPr>
                <p:cNvGrpSpPr/>
                <p:nvPr/>
              </p:nvGrpSpPr>
              <p:grpSpPr>
                <a:xfrm rot="16200000">
                  <a:off x="5100013" y="4987693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8063" name="グループ化 138062">
                    <a:extLst>
                      <a:ext uri="{FF2B5EF4-FFF2-40B4-BE49-F238E27FC236}">
                        <a16:creationId xmlns:a16="http://schemas.microsoft.com/office/drawing/2014/main" id="{F977F8CE-F813-4081-B324-40B4DB209429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088" name="直線コネクタ 138087">
                      <a:extLst>
                        <a:ext uri="{FF2B5EF4-FFF2-40B4-BE49-F238E27FC236}">
                          <a16:creationId xmlns:a16="http://schemas.microsoft.com/office/drawing/2014/main" id="{49114830-1763-40A0-8CA6-4630A72002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9" name="直線コネクタ 138088">
                      <a:extLst>
                        <a:ext uri="{FF2B5EF4-FFF2-40B4-BE49-F238E27FC236}">
                          <a16:creationId xmlns:a16="http://schemas.microsoft.com/office/drawing/2014/main" id="{6C002ECC-7F64-4C5B-9A37-2174E2A65F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0" name="直線コネクタ 138089">
                      <a:extLst>
                        <a:ext uri="{FF2B5EF4-FFF2-40B4-BE49-F238E27FC236}">
                          <a16:creationId xmlns:a16="http://schemas.microsoft.com/office/drawing/2014/main" id="{D10DC58F-7A15-4461-9D54-E76905E98F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1" name="直線コネクタ 138090">
                      <a:extLst>
                        <a:ext uri="{FF2B5EF4-FFF2-40B4-BE49-F238E27FC236}">
                          <a16:creationId xmlns:a16="http://schemas.microsoft.com/office/drawing/2014/main" id="{E1601389-F01D-4506-8B74-A7D99BFD3E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2" name="直線コネクタ 138091">
                      <a:extLst>
                        <a:ext uri="{FF2B5EF4-FFF2-40B4-BE49-F238E27FC236}">
                          <a16:creationId xmlns:a16="http://schemas.microsoft.com/office/drawing/2014/main" id="{54D9875A-46B5-41B9-BF1A-000C83E1B9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3" name="直線コネクタ 138092">
                      <a:extLst>
                        <a:ext uri="{FF2B5EF4-FFF2-40B4-BE49-F238E27FC236}">
                          <a16:creationId xmlns:a16="http://schemas.microsoft.com/office/drawing/2014/main" id="{76937F73-D697-4844-B151-AB8A905FC0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4" name="直線コネクタ 138093">
                      <a:extLst>
                        <a:ext uri="{FF2B5EF4-FFF2-40B4-BE49-F238E27FC236}">
                          <a16:creationId xmlns:a16="http://schemas.microsoft.com/office/drawing/2014/main" id="{C564EADA-6A48-409C-9BE6-0F85F0268D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5" name="直線コネクタ 138094">
                      <a:extLst>
                        <a:ext uri="{FF2B5EF4-FFF2-40B4-BE49-F238E27FC236}">
                          <a16:creationId xmlns:a16="http://schemas.microsoft.com/office/drawing/2014/main" id="{CE359147-8383-4100-94BD-8D3D381197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6" name="直線コネクタ 138095">
                      <a:extLst>
                        <a:ext uri="{FF2B5EF4-FFF2-40B4-BE49-F238E27FC236}">
                          <a16:creationId xmlns:a16="http://schemas.microsoft.com/office/drawing/2014/main" id="{614DDAD9-D547-494B-B3EB-1DB881ED21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7" name="直線コネクタ 138096">
                      <a:extLst>
                        <a:ext uri="{FF2B5EF4-FFF2-40B4-BE49-F238E27FC236}">
                          <a16:creationId xmlns:a16="http://schemas.microsoft.com/office/drawing/2014/main" id="{054CFE3E-318C-45E8-A2AB-2AD88439A5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8" name="直線コネクタ 138097">
                      <a:extLst>
                        <a:ext uri="{FF2B5EF4-FFF2-40B4-BE49-F238E27FC236}">
                          <a16:creationId xmlns:a16="http://schemas.microsoft.com/office/drawing/2014/main" id="{0EBDA590-C443-4B35-ACCF-6C82E352B1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99" name="直線コネクタ 138098">
                      <a:extLst>
                        <a:ext uri="{FF2B5EF4-FFF2-40B4-BE49-F238E27FC236}">
                          <a16:creationId xmlns:a16="http://schemas.microsoft.com/office/drawing/2014/main" id="{33065874-E5AE-47FA-9370-57A8C49EB7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0" name="直線コネクタ 138099">
                      <a:extLst>
                        <a:ext uri="{FF2B5EF4-FFF2-40B4-BE49-F238E27FC236}">
                          <a16:creationId xmlns:a16="http://schemas.microsoft.com/office/drawing/2014/main" id="{983C4CAD-CD5D-4367-BCBB-0F0B1A167C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1" name="直線コネクタ 138100">
                      <a:extLst>
                        <a:ext uri="{FF2B5EF4-FFF2-40B4-BE49-F238E27FC236}">
                          <a16:creationId xmlns:a16="http://schemas.microsoft.com/office/drawing/2014/main" id="{EA1C7D73-BDEC-42E0-B414-BAA913C430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2" name="直線コネクタ 138101">
                      <a:extLst>
                        <a:ext uri="{FF2B5EF4-FFF2-40B4-BE49-F238E27FC236}">
                          <a16:creationId xmlns:a16="http://schemas.microsoft.com/office/drawing/2014/main" id="{9B3873F2-CD52-4438-BCB5-00F4C1BE5B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3" name="直線コネクタ 138102">
                      <a:extLst>
                        <a:ext uri="{FF2B5EF4-FFF2-40B4-BE49-F238E27FC236}">
                          <a16:creationId xmlns:a16="http://schemas.microsoft.com/office/drawing/2014/main" id="{B0E0CD7B-3E59-40C1-B3BC-8EA88E02CD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4" name="直線コネクタ 138103">
                      <a:extLst>
                        <a:ext uri="{FF2B5EF4-FFF2-40B4-BE49-F238E27FC236}">
                          <a16:creationId xmlns:a16="http://schemas.microsoft.com/office/drawing/2014/main" id="{2CC8F447-FD33-4270-9E8B-AEBC6136FA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5" name="直線コネクタ 138104">
                      <a:extLst>
                        <a:ext uri="{FF2B5EF4-FFF2-40B4-BE49-F238E27FC236}">
                          <a16:creationId xmlns:a16="http://schemas.microsoft.com/office/drawing/2014/main" id="{A2C34BF8-F77A-4DFE-994E-ACE3EBE559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6" name="直線コネクタ 138105">
                      <a:extLst>
                        <a:ext uri="{FF2B5EF4-FFF2-40B4-BE49-F238E27FC236}">
                          <a16:creationId xmlns:a16="http://schemas.microsoft.com/office/drawing/2014/main" id="{5AEC704E-C6C9-4E37-9E6D-F94056FAF2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7" name="直線コネクタ 138106">
                      <a:extLst>
                        <a:ext uri="{FF2B5EF4-FFF2-40B4-BE49-F238E27FC236}">
                          <a16:creationId xmlns:a16="http://schemas.microsoft.com/office/drawing/2014/main" id="{36B34FB9-D707-409D-88A5-AC9CD5BE73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8" name="直線コネクタ 138107">
                      <a:extLst>
                        <a:ext uri="{FF2B5EF4-FFF2-40B4-BE49-F238E27FC236}">
                          <a16:creationId xmlns:a16="http://schemas.microsoft.com/office/drawing/2014/main" id="{B59068C2-81B0-4382-B8D0-144E3E8418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09" name="直線コネクタ 138108">
                      <a:extLst>
                        <a:ext uri="{FF2B5EF4-FFF2-40B4-BE49-F238E27FC236}">
                          <a16:creationId xmlns:a16="http://schemas.microsoft.com/office/drawing/2014/main" id="{D047E1AC-DF17-4FC7-B068-012C1A625C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110" name="直線コネクタ 138109">
                      <a:extLst>
                        <a:ext uri="{FF2B5EF4-FFF2-40B4-BE49-F238E27FC236}">
                          <a16:creationId xmlns:a16="http://schemas.microsoft.com/office/drawing/2014/main" id="{AF2DDDFC-83F2-4EBD-9C63-3D8B4664C8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064" name="グループ化 138063">
                    <a:extLst>
                      <a:ext uri="{FF2B5EF4-FFF2-40B4-BE49-F238E27FC236}">
                        <a16:creationId xmlns:a16="http://schemas.microsoft.com/office/drawing/2014/main" id="{2AC2168A-3C28-4CBB-A7A8-E8D842FC69E6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065" name="直線コネクタ 138064">
                      <a:extLst>
                        <a:ext uri="{FF2B5EF4-FFF2-40B4-BE49-F238E27FC236}">
                          <a16:creationId xmlns:a16="http://schemas.microsoft.com/office/drawing/2014/main" id="{D0EA0399-7E22-4651-A41B-E4B6C3665F9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66" name="直線コネクタ 138065">
                      <a:extLst>
                        <a:ext uri="{FF2B5EF4-FFF2-40B4-BE49-F238E27FC236}">
                          <a16:creationId xmlns:a16="http://schemas.microsoft.com/office/drawing/2014/main" id="{F537F030-F073-491A-A7EF-A64E75ED55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67" name="直線コネクタ 138066">
                      <a:extLst>
                        <a:ext uri="{FF2B5EF4-FFF2-40B4-BE49-F238E27FC236}">
                          <a16:creationId xmlns:a16="http://schemas.microsoft.com/office/drawing/2014/main" id="{A6FF182F-4AC5-4146-8990-5F1A2D924A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68" name="直線コネクタ 138067">
                      <a:extLst>
                        <a:ext uri="{FF2B5EF4-FFF2-40B4-BE49-F238E27FC236}">
                          <a16:creationId xmlns:a16="http://schemas.microsoft.com/office/drawing/2014/main" id="{82D60975-22A6-4CCF-9780-75D70ED0E6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69" name="直線コネクタ 138068">
                      <a:extLst>
                        <a:ext uri="{FF2B5EF4-FFF2-40B4-BE49-F238E27FC236}">
                          <a16:creationId xmlns:a16="http://schemas.microsoft.com/office/drawing/2014/main" id="{76E27673-D6FA-41AB-9D9F-ADD68550CE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0" name="直線コネクタ 138069">
                      <a:extLst>
                        <a:ext uri="{FF2B5EF4-FFF2-40B4-BE49-F238E27FC236}">
                          <a16:creationId xmlns:a16="http://schemas.microsoft.com/office/drawing/2014/main" id="{F1E2A6C4-E129-449A-9808-62B1683735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1" name="直線コネクタ 138070">
                      <a:extLst>
                        <a:ext uri="{FF2B5EF4-FFF2-40B4-BE49-F238E27FC236}">
                          <a16:creationId xmlns:a16="http://schemas.microsoft.com/office/drawing/2014/main" id="{4BA98BE0-6ED2-401F-84EE-6856F72A58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2" name="直線コネクタ 138071">
                      <a:extLst>
                        <a:ext uri="{FF2B5EF4-FFF2-40B4-BE49-F238E27FC236}">
                          <a16:creationId xmlns:a16="http://schemas.microsoft.com/office/drawing/2014/main" id="{CE91971D-197A-4064-B9CD-9215BEB9B9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3" name="直線コネクタ 138072">
                      <a:extLst>
                        <a:ext uri="{FF2B5EF4-FFF2-40B4-BE49-F238E27FC236}">
                          <a16:creationId xmlns:a16="http://schemas.microsoft.com/office/drawing/2014/main" id="{BE6DA085-2FEA-49AB-99A8-F525696AA1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4" name="直線コネクタ 138073">
                      <a:extLst>
                        <a:ext uri="{FF2B5EF4-FFF2-40B4-BE49-F238E27FC236}">
                          <a16:creationId xmlns:a16="http://schemas.microsoft.com/office/drawing/2014/main" id="{58F3F7DA-8D2C-4CF0-9A9F-10947F4C48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5" name="直線コネクタ 138074">
                      <a:extLst>
                        <a:ext uri="{FF2B5EF4-FFF2-40B4-BE49-F238E27FC236}">
                          <a16:creationId xmlns:a16="http://schemas.microsoft.com/office/drawing/2014/main" id="{6A0D9476-0880-4318-B445-43FD1D947E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6" name="直線コネクタ 138075">
                      <a:extLst>
                        <a:ext uri="{FF2B5EF4-FFF2-40B4-BE49-F238E27FC236}">
                          <a16:creationId xmlns:a16="http://schemas.microsoft.com/office/drawing/2014/main" id="{0CA78932-19C9-42DF-A748-E457CDA5D3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7" name="直線コネクタ 138076">
                      <a:extLst>
                        <a:ext uri="{FF2B5EF4-FFF2-40B4-BE49-F238E27FC236}">
                          <a16:creationId xmlns:a16="http://schemas.microsoft.com/office/drawing/2014/main" id="{063BF216-95DA-49F9-95E7-E8DB4DF0B3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8" name="直線コネクタ 138077">
                      <a:extLst>
                        <a:ext uri="{FF2B5EF4-FFF2-40B4-BE49-F238E27FC236}">
                          <a16:creationId xmlns:a16="http://schemas.microsoft.com/office/drawing/2014/main" id="{F4EFFB7B-54DF-4BEE-8478-9B319D9CE4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79" name="直線コネクタ 138078">
                      <a:extLst>
                        <a:ext uri="{FF2B5EF4-FFF2-40B4-BE49-F238E27FC236}">
                          <a16:creationId xmlns:a16="http://schemas.microsoft.com/office/drawing/2014/main" id="{FB5F1879-E96C-4155-9993-936A4ABB9B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0" name="直線コネクタ 138079">
                      <a:extLst>
                        <a:ext uri="{FF2B5EF4-FFF2-40B4-BE49-F238E27FC236}">
                          <a16:creationId xmlns:a16="http://schemas.microsoft.com/office/drawing/2014/main" id="{097CB40F-801C-4BFA-899F-5BDE219CC8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1" name="直線コネクタ 138080">
                      <a:extLst>
                        <a:ext uri="{FF2B5EF4-FFF2-40B4-BE49-F238E27FC236}">
                          <a16:creationId xmlns:a16="http://schemas.microsoft.com/office/drawing/2014/main" id="{46B8B9D9-014F-45E2-8D5A-9F815E2CC9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2" name="直線コネクタ 138081">
                      <a:extLst>
                        <a:ext uri="{FF2B5EF4-FFF2-40B4-BE49-F238E27FC236}">
                          <a16:creationId xmlns:a16="http://schemas.microsoft.com/office/drawing/2014/main" id="{2673457B-9DA5-4999-87DA-76E8099065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3" name="直線コネクタ 138082">
                      <a:extLst>
                        <a:ext uri="{FF2B5EF4-FFF2-40B4-BE49-F238E27FC236}">
                          <a16:creationId xmlns:a16="http://schemas.microsoft.com/office/drawing/2014/main" id="{DACB6036-41BD-4919-9CE7-1FE3EFAACB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4" name="直線コネクタ 138083">
                      <a:extLst>
                        <a:ext uri="{FF2B5EF4-FFF2-40B4-BE49-F238E27FC236}">
                          <a16:creationId xmlns:a16="http://schemas.microsoft.com/office/drawing/2014/main" id="{634FD0EE-8041-4F0D-B76C-42276DCAC0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5" name="直線コネクタ 138084">
                      <a:extLst>
                        <a:ext uri="{FF2B5EF4-FFF2-40B4-BE49-F238E27FC236}">
                          <a16:creationId xmlns:a16="http://schemas.microsoft.com/office/drawing/2014/main" id="{7E5197A6-8203-4053-B58F-C7343C8AF3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6" name="直線コネクタ 138085">
                      <a:extLst>
                        <a:ext uri="{FF2B5EF4-FFF2-40B4-BE49-F238E27FC236}">
                          <a16:creationId xmlns:a16="http://schemas.microsoft.com/office/drawing/2014/main" id="{2ACFD3D6-DF1E-4834-9A8A-05DA65453E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87" name="直線コネクタ 138086">
                      <a:extLst>
                        <a:ext uri="{FF2B5EF4-FFF2-40B4-BE49-F238E27FC236}">
                          <a16:creationId xmlns:a16="http://schemas.microsoft.com/office/drawing/2014/main" id="{9D2346AD-90D2-4B75-9A3D-875D286519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8014" name="グループ化 138013">
                  <a:extLst>
                    <a:ext uri="{FF2B5EF4-FFF2-40B4-BE49-F238E27FC236}">
                      <a16:creationId xmlns:a16="http://schemas.microsoft.com/office/drawing/2014/main" id="{8E3F7032-37DC-4191-A8C1-B1E459E85295}"/>
                    </a:ext>
                  </a:extLst>
                </p:cNvPr>
                <p:cNvGrpSpPr/>
                <p:nvPr/>
              </p:nvGrpSpPr>
              <p:grpSpPr>
                <a:xfrm rot="13500000">
                  <a:off x="4887979" y="5076469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8015" name="グループ化 138014">
                    <a:extLst>
                      <a:ext uri="{FF2B5EF4-FFF2-40B4-BE49-F238E27FC236}">
                        <a16:creationId xmlns:a16="http://schemas.microsoft.com/office/drawing/2014/main" id="{52DF5EE0-0294-42C4-A7FF-9D8ED7ACC99F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040" name="直線コネクタ 138039">
                      <a:extLst>
                        <a:ext uri="{FF2B5EF4-FFF2-40B4-BE49-F238E27FC236}">
                          <a16:creationId xmlns:a16="http://schemas.microsoft.com/office/drawing/2014/main" id="{150AFEB7-C509-4173-9E03-170446A134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1" name="直線コネクタ 138040">
                      <a:extLst>
                        <a:ext uri="{FF2B5EF4-FFF2-40B4-BE49-F238E27FC236}">
                          <a16:creationId xmlns:a16="http://schemas.microsoft.com/office/drawing/2014/main" id="{529B1043-F6F1-4440-8158-9EFC968267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2" name="直線コネクタ 138041">
                      <a:extLst>
                        <a:ext uri="{FF2B5EF4-FFF2-40B4-BE49-F238E27FC236}">
                          <a16:creationId xmlns:a16="http://schemas.microsoft.com/office/drawing/2014/main" id="{84FB5571-BA78-4038-A1EB-A97FF58E5B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3" name="直線コネクタ 138042">
                      <a:extLst>
                        <a:ext uri="{FF2B5EF4-FFF2-40B4-BE49-F238E27FC236}">
                          <a16:creationId xmlns:a16="http://schemas.microsoft.com/office/drawing/2014/main" id="{504260AE-FE70-459A-9930-740E7B5FE1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4" name="直線コネクタ 138043">
                      <a:extLst>
                        <a:ext uri="{FF2B5EF4-FFF2-40B4-BE49-F238E27FC236}">
                          <a16:creationId xmlns:a16="http://schemas.microsoft.com/office/drawing/2014/main" id="{1E134565-58B1-4B7F-B20F-39052C267F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5" name="直線コネクタ 138044">
                      <a:extLst>
                        <a:ext uri="{FF2B5EF4-FFF2-40B4-BE49-F238E27FC236}">
                          <a16:creationId xmlns:a16="http://schemas.microsoft.com/office/drawing/2014/main" id="{E1E921C1-5014-43DF-9EBA-B5F5333A9A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6" name="直線コネクタ 138045">
                      <a:extLst>
                        <a:ext uri="{FF2B5EF4-FFF2-40B4-BE49-F238E27FC236}">
                          <a16:creationId xmlns:a16="http://schemas.microsoft.com/office/drawing/2014/main" id="{4F1BFFD8-5FD0-46A7-B93D-EA6EABB8ED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7" name="直線コネクタ 138046">
                      <a:extLst>
                        <a:ext uri="{FF2B5EF4-FFF2-40B4-BE49-F238E27FC236}">
                          <a16:creationId xmlns:a16="http://schemas.microsoft.com/office/drawing/2014/main" id="{1A86C002-E76B-4BEF-A18C-5C2C3A2FBD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8" name="直線コネクタ 138047">
                      <a:extLst>
                        <a:ext uri="{FF2B5EF4-FFF2-40B4-BE49-F238E27FC236}">
                          <a16:creationId xmlns:a16="http://schemas.microsoft.com/office/drawing/2014/main" id="{DB1DB9BA-3A4C-4842-AFD8-93FA6A0113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49" name="直線コネクタ 138048">
                      <a:extLst>
                        <a:ext uri="{FF2B5EF4-FFF2-40B4-BE49-F238E27FC236}">
                          <a16:creationId xmlns:a16="http://schemas.microsoft.com/office/drawing/2014/main" id="{A860544C-99F7-4DB7-8CFC-96368CE6B4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0" name="直線コネクタ 138049">
                      <a:extLst>
                        <a:ext uri="{FF2B5EF4-FFF2-40B4-BE49-F238E27FC236}">
                          <a16:creationId xmlns:a16="http://schemas.microsoft.com/office/drawing/2014/main" id="{45AB6110-CE37-4CF3-9BA1-CD6AA5DC67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1" name="直線コネクタ 138050">
                      <a:extLst>
                        <a:ext uri="{FF2B5EF4-FFF2-40B4-BE49-F238E27FC236}">
                          <a16:creationId xmlns:a16="http://schemas.microsoft.com/office/drawing/2014/main" id="{8A2E277A-B343-4133-B1E2-3E405D59E7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2" name="直線コネクタ 138051">
                      <a:extLst>
                        <a:ext uri="{FF2B5EF4-FFF2-40B4-BE49-F238E27FC236}">
                          <a16:creationId xmlns:a16="http://schemas.microsoft.com/office/drawing/2014/main" id="{AC2720E9-BC48-434B-B36E-BB0673F98C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3" name="直線コネクタ 138052">
                      <a:extLst>
                        <a:ext uri="{FF2B5EF4-FFF2-40B4-BE49-F238E27FC236}">
                          <a16:creationId xmlns:a16="http://schemas.microsoft.com/office/drawing/2014/main" id="{4435C46E-DD0C-4AD6-A88C-D4E368ADF0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4" name="直線コネクタ 138053">
                      <a:extLst>
                        <a:ext uri="{FF2B5EF4-FFF2-40B4-BE49-F238E27FC236}">
                          <a16:creationId xmlns:a16="http://schemas.microsoft.com/office/drawing/2014/main" id="{6EC2000F-21E1-44F4-B8F2-6A26787C2F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5" name="直線コネクタ 138054">
                      <a:extLst>
                        <a:ext uri="{FF2B5EF4-FFF2-40B4-BE49-F238E27FC236}">
                          <a16:creationId xmlns:a16="http://schemas.microsoft.com/office/drawing/2014/main" id="{9B7E389E-32A4-4176-8FB0-97C2EC9F90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6" name="直線コネクタ 138055">
                      <a:extLst>
                        <a:ext uri="{FF2B5EF4-FFF2-40B4-BE49-F238E27FC236}">
                          <a16:creationId xmlns:a16="http://schemas.microsoft.com/office/drawing/2014/main" id="{C8512C4A-2877-4B79-9DA1-6D1DF0132E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7" name="直線コネクタ 138056">
                      <a:extLst>
                        <a:ext uri="{FF2B5EF4-FFF2-40B4-BE49-F238E27FC236}">
                          <a16:creationId xmlns:a16="http://schemas.microsoft.com/office/drawing/2014/main" id="{0A6A721A-067E-441C-9459-B55DD5ECB4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8" name="直線コネクタ 138057">
                      <a:extLst>
                        <a:ext uri="{FF2B5EF4-FFF2-40B4-BE49-F238E27FC236}">
                          <a16:creationId xmlns:a16="http://schemas.microsoft.com/office/drawing/2014/main" id="{9C1D59AE-9A44-407E-A278-0749020969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59" name="直線コネクタ 138058">
                      <a:extLst>
                        <a:ext uri="{FF2B5EF4-FFF2-40B4-BE49-F238E27FC236}">
                          <a16:creationId xmlns:a16="http://schemas.microsoft.com/office/drawing/2014/main" id="{619688A7-2943-4005-B526-7A46B93163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60" name="直線コネクタ 138059">
                      <a:extLst>
                        <a:ext uri="{FF2B5EF4-FFF2-40B4-BE49-F238E27FC236}">
                          <a16:creationId xmlns:a16="http://schemas.microsoft.com/office/drawing/2014/main" id="{3CACCDB0-F0A9-4C96-9BAE-21638CE4FA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61" name="直線コネクタ 138060">
                      <a:extLst>
                        <a:ext uri="{FF2B5EF4-FFF2-40B4-BE49-F238E27FC236}">
                          <a16:creationId xmlns:a16="http://schemas.microsoft.com/office/drawing/2014/main" id="{F937C740-5590-4A26-93CD-0F069B2F38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62" name="直線コネクタ 138061">
                      <a:extLst>
                        <a:ext uri="{FF2B5EF4-FFF2-40B4-BE49-F238E27FC236}">
                          <a16:creationId xmlns:a16="http://schemas.microsoft.com/office/drawing/2014/main" id="{1551F0B9-9239-4714-BE8C-A9C5A5DECC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8016" name="グループ化 138015">
                    <a:extLst>
                      <a:ext uri="{FF2B5EF4-FFF2-40B4-BE49-F238E27FC236}">
                        <a16:creationId xmlns:a16="http://schemas.microsoft.com/office/drawing/2014/main" id="{B58A9C4E-39C3-421B-BF33-CE45EDB2E268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8017" name="直線コネクタ 138016">
                      <a:extLst>
                        <a:ext uri="{FF2B5EF4-FFF2-40B4-BE49-F238E27FC236}">
                          <a16:creationId xmlns:a16="http://schemas.microsoft.com/office/drawing/2014/main" id="{1A3E2DFB-17CF-45E9-826F-8C5C0F6880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18" name="直線コネクタ 138017">
                      <a:extLst>
                        <a:ext uri="{FF2B5EF4-FFF2-40B4-BE49-F238E27FC236}">
                          <a16:creationId xmlns:a16="http://schemas.microsoft.com/office/drawing/2014/main" id="{1679D527-9415-4201-91A1-1C176A5C7F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19" name="直線コネクタ 138018">
                      <a:extLst>
                        <a:ext uri="{FF2B5EF4-FFF2-40B4-BE49-F238E27FC236}">
                          <a16:creationId xmlns:a16="http://schemas.microsoft.com/office/drawing/2014/main" id="{A67F283F-7F00-4248-91EE-17F54A1B66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0" name="直線コネクタ 138019">
                      <a:extLst>
                        <a:ext uri="{FF2B5EF4-FFF2-40B4-BE49-F238E27FC236}">
                          <a16:creationId xmlns:a16="http://schemas.microsoft.com/office/drawing/2014/main" id="{9858B249-EEF0-48AE-B527-FE86D9DADA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1" name="直線コネクタ 138020">
                      <a:extLst>
                        <a:ext uri="{FF2B5EF4-FFF2-40B4-BE49-F238E27FC236}">
                          <a16:creationId xmlns:a16="http://schemas.microsoft.com/office/drawing/2014/main" id="{159C4F28-266A-4779-9BA2-2C60462239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2" name="直線コネクタ 138021">
                      <a:extLst>
                        <a:ext uri="{FF2B5EF4-FFF2-40B4-BE49-F238E27FC236}">
                          <a16:creationId xmlns:a16="http://schemas.microsoft.com/office/drawing/2014/main" id="{CCD19437-02AF-457B-8092-8D2B085930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3" name="直線コネクタ 138022">
                      <a:extLst>
                        <a:ext uri="{FF2B5EF4-FFF2-40B4-BE49-F238E27FC236}">
                          <a16:creationId xmlns:a16="http://schemas.microsoft.com/office/drawing/2014/main" id="{6C0B2AC8-1346-477C-B2A3-D46FE08012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4" name="直線コネクタ 138023">
                      <a:extLst>
                        <a:ext uri="{FF2B5EF4-FFF2-40B4-BE49-F238E27FC236}">
                          <a16:creationId xmlns:a16="http://schemas.microsoft.com/office/drawing/2014/main" id="{CCC065A1-100F-4DD4-BAB2-0A4F67582A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5" name="直線コネクタ 138024">
                      <a:extLst>
                        <a:ext uri="{FF2B5EF4-FFF2-40B4-BE49-F238E27FC236}">
                          <a16:creationId xmlns:a16="http://schemas.microsoft.com/office/drawing/2014/main" id="{A2907E95-019A-40A3-A090-8D3F0BF34D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6" name="直線コネクタ 138025">
                      <a:extLst>
                        <a:ext uri="{FF2B5EF4-FFF2-40B4-BE49-F238E27FC236}">
                          <a16:creationId xmlns:a16="http://schemas.microsoft.com/office/drawing/2014/main" id="{11FBD9B0-2592-481A-9969-785E5EF973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7" name="直線コネクタ 138026">
                      <a:extLst>
                        <a:ext uri="{FF2B5EF4-FFF2-40B4-BE49-F238E27FC236}">
                          <a16:creationId xmlns:a16="http://schemas.microsoft.com/office/drawing/2014/main" id="{FE67CA39-607D-4C3B-8700-3C4D4E539D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8" name="直線コネクタ 138027">
                      <a:extLst>
                        <a:ext uri="{FF2B5EF4-FFF2-40B4-BE49-F238E27FC236}">
                          <a16:creationId xmlns:a16="http://schemas.microsoft.com/office/drawing/2014/main" id="{78C00F4B-F611-4B03-B5D3-6892B478F2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29" name="直線コネクタ 138028">
                      <a:extLst>
                        <a:ext uri="{FF2B5EF4-FFF2-40B4-BE49-F238E27FC236}">
                          <a16:creationId xmlns:a16="http://schemas.microsoft.com/office/drawing/2014/main" id="{5FE0F480-26F1-48E6-88AF-6544C703B6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0" name="直線コネクタ 138029">
                      <a:extLst>
                        <a:ext uri="{FF2B5EF4-FFF2-40B4-BE49-F238E27FC236}">
                          <a16:creationId xmlns:a16="http://schemas.microsoft.com/office/drawing/2014/main" id="{57AAE588-30E7-493B-AEA7-3593631A8C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1" name="直線コネクタ 138030">
                      <a:extLst>
                        <a:ext uri="{FF2B5EF4-FFF2-40B4-BE49-F238E27FC236}">
                          <a16:creationId xmlns:a16="http://schemas.microsoft.com/office/drawing/2014/main" id="{CCC78566-C8AB-4EB4-977D-E9CD84FDF9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2" name="直線コネクタ 138031">
                      <a:extLst>
                        <a:ext uri="{FF2B5EF4-FFF2-40B4-BE49-F238E27FC236}">
                          <a16:creationId xmlns:a16="http://schemas.microsoft.com/office/drawing/2014/main" id="{472CBDCD-821B-4A43-84B7-8C271FF40C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3" name="直線コネクタ 138032">
                      <a:extLst>
                        <a:ext uri="{FF2B5EF4-FFF2-40B4-BE49-F238E27FC236}">
                          <a16:creationId xmlns:a16="http://schemas.microsoft.com/office/drawing/2014/main" id="{7C51A817-E51D-4F12-B755-41D0988C9F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4" name="直線コネクタ 138033">
                      <a:extLst>
                        <a:ext uri="{FF2B5EF4-FFF2-40B4-BE49-F238E27FC236}">
                          <a16:creationId xmlns:a16="http://schemas.microsoft.com/office/drawing/2014/main" id="{CCABC817-CC2F-4C4E-8E6B-7C73A606CA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5" name="直線コネクタ 138034">
                      <a:extLst>
                        <a:ext uri="{FF2B5EF4-FFF2-40B4-BE49-F238E27FC236}">
                          <a16:creationId xmlns:a16="http://schemas.microsoft.com/office/drawing/2014/main" id="{6FA9171B-EEC4-4E5A-86C8-9709247E45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6" name="直線コネクタ 138035">
                      <a:extLst>
                        <a:ext uri="{FF2B5EF4-FFF2-40B4-BE49-F238E27FC236}">
                          <a16:creationId xmlns:a16="http://schemas.microsoft.com/office/drawing/2014/main" id="{1F61AC8D-E8B7-4C1C-825F-F7A5736130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7" name="直線コネクタ 138036">
                      <a:extLst>
                        <a:ext uri="{FF2B5EF4-FFF2-40B4-BE49-F238E27FC236}">
                          <a16:creationId xmlns:a16="http://schemas.microsoft.com/office/drawing/2014/main" id="{7DF2194F-EFB9-443A-90FB-5A7DB52D44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8" name="直線コネクタ 138037">
                      <a:extLst>
                        <a:ext uri="{FF2B5EF4-FFF2-40B4-BE49-F238E27FC236}">
                          <a16:creationId xmlns:a16="http://schemas.microsoft.com/office/drawing/2014/main" id="{7BD46E9F-2E28-4171-8D2E-D52EF75A1F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39" name="直線コネクタ 138038">
                      <a:extLst>
                        <a:ext uri="{FF2B5EF4-FFF2-40B4-BE49-F238E27FC236}">
                          <a16:creationId xmlns:a16="http://schemas.microsoft.com/office/drawing/2014/main" id="{B23FF169-CFC6-4BFE-89F5-324C1B1FD0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04907" name="グループ化 104906">
              <a:extLst>
                <a:ext uri="{FF2B5EF4-FFF2-40B4-BE49-F238E27FC236}">
                  <a16:creationId xmlns:a16="http://schemas.microsoft.com/office/drawing/2014/main" id="{0A7845B6-45DA-4049-985D-A392192EB93E}"/>
                </a:ext>
              </a:extLst>
            </p:cNvPr>
            <p:cNvGrpSpPr/>
            <p:nvPr/>
          </p:nvGrpSpPr>
          <p:grpSpPr>
            <a:xfrm>
              <a:off x="-39600" y="7160400"/>
              <a:ext cx="3678384" cy="3678384"/>
              <a:chOff x="3560689" y="3560689"/>
              <a:chExt cx="3678384" cy="3678384"/>
            </a:xfrm>
          </p:grpSpPr>
          <p:grpSp>
            <p:nvGrpSpPr>
              <p:cNvPr id="135576" name="グループ化 135575">
                <a:extLst>
                  <a:ext uri="{FF2B5EF4-FFF2-40B4-BE49-F238E27FC236}">
                    <a16:creationId xmlns:a16="http://schemas.microsoft.com/office/drawing/2014/main" id="{5AA13735-1797-4F53-9886-97BBB4CD11D1}"/>
                  </a:ext>
                </a:extLst>
              </p:cNvPr>
              <p:cNvGrpSpPr/>
              <p:nvPr/>
            </p:nvGrpSpPr>
            <p:grpSpPr>
              <a:xfrm>
                <a:off x="3560689" y="3560689"/>
                <a:ext cx="3678384" cy="3678384"/>
                <a:chOff x="3560689" y="3560689"/>
                <a:chExt cx="3678384" cy="3678384"/>
              </a:xfrm>
            </p:grpSpPr>
            <p:grpSp>
              <p:nvGrpSpPr>
                <p:cNvPr id="135987" name="グループ化 135986">
                  <a:extLst>
                    <a:ext uri="{FF2B5EF4-FFF2-40B4-BE49-F238E27FC236}">
                      <a16:creationId xmlns:a16="http://schemas.microsoft.com/office/drawing/2014/main" id="{E91361A8-B921-4577-94CB-08403EB7D6AD}"/>
                    </a:ext>
                  </a:extLst>
                </p:cNvPr>
                <p:cNvGrpSpPr/>
                <p:nvPr/>
              </p:nvGrpSpPr>
              <p:grpSpPr>
                <a:xfrm>
                  <a:off x="3600000" y="3600000"/>
                  <a:ext cx="3600000" cy="3600000"/>
                  <a:chOff x="-119" y="-119"/>
                  <a:chExt cx="3600000" cy="3600000"/>
                </a:xfrm>
              </p:grpSpPr>
              <p:sp>
                <p:nvSpPr>
                  <p:cNvPr id="137946" name="楕円 137945">
                    <a:extLst>
                      <a:ext uri="{FF2B5EF4-FFF2-40B4-BE49-F238E27FC236}">
                        <a16:creationId xmlns:a16="http://schemas.microsoft.com/office/drawing/2014/main" id="{382C3304-E1EA-4D7A-9D38-33D8532F222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99762" y="1199762"/>
                    <a:ext cx="1200000" cy="12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37947" name="直線コネクタ 137946">
                    <a:extLst>
                      <a:ext uri="{FF2B5EF4-FFF2-40B4-BE49-F238E27FC236}">
                        <a16:creationId xmlns:a16="http://schemas.microsoft.com/office/drawing/2014/main" id="{A704EF24-FB4A-495F-885D-3B92031A9EFA}"/>
                      </a:ext>
                    </a:extLst>
                  </p:cNvPr>
                  <p:cNvCxnSpPr>
                    <a:cxnSpLocks/>
                    <a:stCxn id="137946" idx="7"/>
                    <a:endCxn id="137946" idx="3"/>
                  </p:cNvCxnSpPr>
                  <p:nvPr/>
                </p:nvCxnSpPr>
                <p:spPr>
                  <a:xfrm flipH="1"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948" name="直線コネクタ 137947">
                    <a:extLst>
                      <a:ext uri="{FF2B5EF4-FFF2-40B4-BE49-F238E27FC236}">
                        <a16:creationId xmlns:a16="http://schemas.microsoft.com/office/drawing/2014/main" id="{A9FA02CA-2A6F-4A51-B67D-94F437C1EF50}"/>
                      </a:ext>
                    </a:extLst>
                  </p:cNvPr>
                  <p:cNvCxnSpPr>
                    <a:cxnSpLocks/>
                    <a:stCxn id="137946" idx="1"/>
                    <a:endCxn id="137946" idx="5"/>
                  </p:cNvCxnSpPr>
                  <p:nvPr/>
                </p:nvCxnSpPr>
                <p:spPr>
                  <a:xfrm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7949" name="楕円 137948">
                    <a:extLst>
                      <a:ext uri="{FF2B5EF4-FFF2-40B4-BE49-F238E27FC236}">
                        <a16:creationId xmlns:a16="http://schemas.microsoft.com/office/drawing/2014/main" id="{502C9574-D4BB-48FD-86D7-F653A082E39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649881" y="1649881"/>
                    <a:ext cx="300000" cy="3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37950" name="直線コネクタ 137949">
                    <a:extLst>
                      <a:ext uri="{FF2B5EF4-FFF2-40B4-BE49-F238E27FC236}">
                        <a16:creationId xmlns:a16="http://schemas.microsoft.com/office/drawing/2014/main" id="{D4D0929C-481B-46D5-A7EE-75E5502A94A9}"/>
                      </a:ext>
                    </a:extLst>
                  </p:cNvPr>
                  <p:cNvCxnSpPr>
                    <a:cxnSpLocks/>
                    <a:stCxn id="137951" idx="2"/>
                    <a:endCxn id="137951" idx="6"/>
                  </p:cNvCxnSpPr>
                  <p:nvPr/>
                </p:nvCxnSpPr>
                <p:spPr>
                  <a:xfrm>
                    <a:off x="-119" y="1799881"/>
                    <a:ext cx="3600000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7951" name="楕円 137950">
                    <a:extLst>
                      <a:ext uri="{FF2B5EF4-FFF2-40B4-BE49-F238E27FC236}">
                        <a16:creationId xmlns:a16="http://schemas.microsoft.com/office/drawing/2014/main" id="{BB74206E-3855-4BC2-89A6-C12C718B0CB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19" y="-119"/>
                    <a:ext cx="3600000" cy="36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37952" name="直線コネクタ 137951">
                    <a:extLst>
                      <a:ext uri="{FF2B5EF4-FFF2-40B4-BE49-F238E27FC236}">
                        <a16:creationId xmlns:a16="http://schemas.microsoft.com/office/drawing/2014/main" id="{83F1F9E2-3F91-4F12-9106-0E0318DF1C1C}"/>
                      </a:ext>
                    </a:extLst>
                  </p:cNvPr>
                  <p:cNvCxnSpPr>
                    <a:cxnSpLocks/>
                    <a:stCxn id="137951" idx="0"/>
                    <a:endCxn id="137951" idx="4"/>
                  </p:cNvCxnSpPr>
                  <p:nvPr/>
                </p:nvCxnSpPr>
                <p:spPr>
                  <a:xfrm>
                    <a:off x="1799881" y="-119"/>
                    <a:ext cx="0" cy="360000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7953" name="グループ化 137952">
                    <a:extLst>
                      <a:ext uri="{FF2B5EF4-FFF2-40B4-BE49-F238E27FC236}">
                        <a16:creationId xmlns:a16="http://schemas.microsoft.com/office/drawing/2014/main" id="{FD76F370-24D1-41BB-9D19-A40FD94EDEAE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801325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38001" name="楕円 138000">
                      <a:extLst>
                        <a:ext uri="{FF2B5EF4-FFF2-40B4-BE49-F238E27FC236}">
                          <a16:creationId xmlns:a16="http://schemas.microsoft.com/office/drawing/2014/main" id="{427DEEE2-2047-4F30-8885-31AFD3EE9FA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38002" name="直線コネクタ 138001">
                      <a:extLst>
                        <a:ext uri="{FF2B5EF4-FFF2-40B4-BE49-F238E27FC236}">
                          <a16:creationId xmlns:a16="http://schemas.microsoft.com/office/drawing/2014/main" id="{54DC13CA-BFCA-4949-8DDA-A8DF5400EEA9}"/>
                        </a:ext>
                      </a:extLst>
                    </p:cNvPr>
                    <p:cNvCxnSpPr>
                      <a:cxnSpLocks/>
                      <a:stCxn id="138001" idx="0"/>
                      <a:endCxn id="138001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03" name="直線コネクタ 138002">
                      <a:extLst>
                        <a:ext uri="{FF2B5EF4-FFF2-40B4-BE49-F238E27FC236}">
                          <a16:creationId xmlns:a16="http://schemas.microsoft.com/office/drawing/2014/main" id="{73ED58C0-506C-41A7-93D3-C826E102C203}"/>
                        </a:ext>
                      </a:extLst>
                    </p:cNvPr>
                    <p:cNvCxnSpPr>
                      <a:cxnSpLocks/>
                      <a:stCxn id="138001" idx="2"/>
                      <a:endCxn id="138001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54" name="グループ化 137953">
                    <a:extLst>
                      <a:ext uri="{FF2B5EF4-FFF2-40B4-BE49-F238E27FC236}">
                        <a16:creationId xmlns:a16="http://schemas.microsoft.com/office/drawing/2014/main" id="{EA57633F-4C36-4FE2-B44B-44E28320C1F6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801325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37998" name="楕円 137997">
                      <a:extLst>
                        <a:ext uri="{FF2B5EF4-FFF2-40B4-BE49-F238E27FC236}">
                          <a16:creationId xmlns:a16="http://schemas.microsoft.com/office/drawing/2014/main" id="{DD0117F1-6FA2-4044-94C1-0CFFE86C9C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37999" name="直線コネクタ 137998">
                      <a:extLst>
                        <a:ext uri="{FF2B5EF4-FFF2-40B4-BE49-F238E27FC236}">
                          <a16:creationId xmlns:a16="http://schemas.microsoft.com/office/drawing/2014/main" id="{355C5A47-A9BD-41EB-B218-FD3EA7A16C70}"/>
                        </a:ext>
                      </a:extLst>
                    </p:cNvPr>
                    <p:cNvCxnSpPr>
                      <a:cxnSpLocks/>
                      <a:stCxn id="137998" idx="0"/>
                      <a:endCxn id="137998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000" name="直線コネクタ 137999">
                      <a:extLst>
                        <a:ext uri="{FF2B5EF4-FFF2-40B4-BE49-F238E27FC236}">
                          <a16:creationId xmlns:a16="http://schemas.microsoft.com/office/drawing/2014/main" id="{996B7354-DFF3-4FC0-A077-1692761CDF28}"/>
                        </a:ext>
                      </a:extLst>
                    </p:cNvPr>
                    <p:cNvCxnSpPr>
                      <a:cxnSpLocks/>
                      <a:stCxn id="137998" idx="2"/>
                      <a:endCxn id="137998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55" name="グループ化 137954">
                    <a:extLst>
                      <a:ext uri="{FF2B5EF4-FFF2-40B4-BE49-F238E27FC236}">
                        <a16:creationId xmlns:a16="http://schemas.microsoft.com/office/drawing/2014/main" id="{DA172177-D0F7-491B-B694-442071BB6E42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2498437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37995" name="楕円 137994">
                      <a:extLst>
                        <a:ext uri="{FF2B5EF4-FFF2-40B4-BE49-F238E27FC236}">
                          <a16:creationId xmlns:a16="http://schemas.microsoft.com/office/drawing/2014/main" id="{F1456951-CB6A-474B-8315-923CA45E8CB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37996" name="直線コネクタ 137995">
                      <a:extLst>
                        <a:ext uri="{FF2B5EF4-FFF2-40B4-BE49-F238E27FC236}">
                          <a16:creationId xmlns:a16="http://schemas.microsoft.com/office/drawing/2014/main" id="{0D40DEEB-ED86-452E-8F0D-20EC37A91B21}"/>
                        </a:ext>
                      </a:extLst>
                    </p:cNvPr>
                    <p:cNvCxnSpPr>
                      <a:cxnSpLocks/>
                      <a:stCxn id="137995" idx="0"/>
                      <a:endCxn id="137995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97" name="直線コネクタ 137996">
                      <a:extLst>
                        <a:ext uri="{FF2B5EF4-FFF2-40B4-BE49-F238E27FC236}">
                          <a16:creationId xmlns:a16="http://schemas.microsoft.com/office/drawing/2014/main" id="{871B9CF7-0A69-49BC-B337-BDAA09DB461D}"/>
                        </a:ext>
                      </a:extLst>
                    </p:cNvPr>
                    <p:cNvCxnSpPr>
                      <a:cxnSpLocks/>
                      <a:stCxn id="137995" idx="2"/>
                      <a:endCxn id="137995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56" name="グループ化 137955">
                    <a:extLst>
                      <a:ext uri="{FF2B5EF4-FFF2-40B4-BE49-F238E27FC236}">
                        <a16:creationId xmlns:a16="http://schemas.microsoft.com/office/drawing/2014/main" id="{A177DCFC-AF9F-42B1-BCBB-440EB5523AFD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2498437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37992" name="楕円 137991">
                      <a:extLst>
                        <a:ext uri="{FF2B5EF4-FFF2-40B4-BE49-F238E27FC236}">
                          <a16:creationId xmlns:a16="http://schemas.microsoft.com/office/drawing/2014/main" id="{E2FFC8A1-0BD1-4750-8650-C65D192C51E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37993" name="直線コネクタ 137992">
                      <a:extLst>
                        <a:ext uri="{FF2B5EF4-FFF2-40B4-BE49-F238E27FC236}">
                          <a16:creationId xmlns:a16="http://schemas.microsoft.com/office/drawing/2014/main" id="{6C3A7C0F-CF63-4A41-A0E5-9B2AD459B6BC}"/>
                        </a:ext>
                      </a:extLst>
                    </p:cNvPr>
                    <p:cNvCxnSpPr>
                      <a:cxnSpLocks/>
                      <a:stCxn id="137992" idx="0"/>
                      <a:endCxn id="137992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94" name="直線コネクタ 137993">
                      <a:extLst>
                        <a:ext uri="{FF2B5EF4-FFF2-40B4-BE49-F238E27FC236}">
                          <a16:creationId xmlns:a16="http://schemas.microsoft.com/office/drawing/2014/main" id="{13F33D42-9133-48AC-9768-95510EACAFA9}"/>
                        </a:ext>
                      </a:extLst>
                    </p:cNvPr>
                    <p:cNvCxnSpPr>
                      <a:cxnSpLocks/>
                      <a:stCxn id="137992" idx="2"/>
                      <a:endCxn id="137992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57" name="グループ化 137956">
                    <a:extLst>
                      <a:ext uri="{FF2B5EF4-FFF2-40B4-BE49-F238E27FC236}">
                        <a16:creationId xmlns:a16="http://schemas.microsoft.com/office/drawing/2014/main" id="{792889DF-4B5D-45B3-88FC-A141E59F6412}"/>
                      </a:ext>
                    </a:extLst>
                  </p:cNvPr>
                  <p:cNvGrpSpPr/>
                  <p:nvPr/>
                </p:nvGrpSpPr>
                <p:grpSpPr>
                  <a:xfrm>
                    <a:off x="1319881" y="539921"/>
                    <a:ext cx="960040" cy="120000"/>
                    <a:chOff x="3959881" y="1620000"/>
                    <a:chExt cx="2880119" cy="360000"/>
                  </a:xfrm>
                </p:grpSpPr>
                <p:cxnSp>
                  <p:nvCxnSpPr>
                    <p:cNvPr id="137988" name="直線コネクタ 137987">
                      <a:extLst>
                        <a:ext uri="{FF2B5EF4-FFF2-40B4-BE49-F238E27FC236}">
                          <a16:creationId xmlns:a16="http://schemas.microsoft.com/office/drawing/2014/main" id="{9FF11963-A183-4DA1-B6C4-EB26E47DCC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89" name="直線コネクタ 137988">
                      <a:extLst>
                        <a:ext uri="{FF2B5EF4-FFF2-40B4-BE49-F238E27FC236}">
                          <a16:creationId xmlns:a16="http://schemas.microsoft.com/office/drawing/2014/main" id="{CD00F68F-33DB-416C-B724-47AC3FCACD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90" name="直線コネクタ 137989">
                      <a:extLst>
                        <a:ext uri="{FF2B5EF4-FFF2-40B4-BE49-F238E27FC236}">
                          <a16:creationId xmlns:a16="http://schemas.microsoft.com/office/drawing/2014/main" id="{1F8C4A2D-1040-45F3-9BFD-688221BE91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91" name="直線コネクタ 137990">
                      <a:extLst>
                        <a:ext uri="{FF2B5EF4-FFF2-40B4-BE49-F238E27FC236}">
                          <a16:creationId xmlns:a16="http://schemas.microsoft.com/office/drawing/2014/main" id="{9415216A-4A65-4847-B904-8C51430AB7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58" name="グループ化 137957">
                    <a:extLst>
                      <a:ext uri="{FF2B5EF4-FFF2-40B4-BE49-F238E27FC236}">
                        <a16:creationId xmlns:a16="http://schemas.microsoft.com/office/drawing/2014/main" id="{3F54FD21-53D1-407F-AC8F-D73F85FD9E69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1319841" y="2939841"/>
                    <a:ext cx="960000" cy="120000"/>
                    <a:chOff x="3960000" y="1620000"/>
                    <a:chExt cx="2880000" cy="360000"/>
                  </a:xfrm>
                </p:grpSpPr>
                <p:cxnSp>
                  <p:nvCxnSpPr>
                    <p:cNvPr id="137986" name="直線コネクタ 137985">
                      <a:extLst>
                        <a:ext uri="{FF2B5EF4-FFF2-40B4-BE49-F238E27FC236}">
                          <a16:creationId xmlns:a16="http://schemas.microsoft.com/office/drawing/2014/main" id="{7AEA5C08-5182-428A-BE42-0569B46D09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87" name="直線コネクタ 137986">
                      <a:extLst>
                        <a:ext uri="{FF2B5EF4-FFF2-40B4-BE49-F238E27FC236}">
                          <a16:creationId xmlns:a16="http://schemas.microsoft.com/office/drawing/2014/main" id="{627283FA-D08B-4590-BF03-D1D5B7CA55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59" name="グループ化 137958">
                    <a:extLst>
                      <a:ext uri="{FF2B5EF4-FFF2-40B4-BE49-F238E27FC236}">
                        <a16:creationId xmlns:a16="http://schemas.microsoft.com/office/drawing/2014/main" id="{CE620E1A-9908-4783-96A7-E451AC2B41DE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2519822" y="1739941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37983" name="直線コネクタ 137982">
                      <a:extLst>
                        <a:ext uri="{FF2B5EF4-FFF2-40B4-BE49-F238E27FC236}">
                          <a16:creationId xmlns:a16="http://schemas.microsoft.com/office/drawing/2014/main" id="{88227C80-F9BD-4F5F-8BF7-6E89B90444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84" name="直線コネクタ 137983">
                      <a:extLst>
                        <a:ext uri="{FF2B5EF4-FFF2-40B4-BE49-F238E27FC236}">
                          <a16:creationId xmlns:a16="http://schemas.microsoft.com/office/drawing/2014/main" id="{9366E34F-8EC7-4B92-98EC-7CB570E3CC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85" name="直線コネクタ 137984">
                      <a:extLst>
                        <a:ext uri="{FF2B5EF4-FFF2-40B4-BE49-F238E27FC236}">
                          <a16:creationId xmlns:a16="http://schemas.microsoft.com/office/drawing/2014/main" id="{E189B150-E1B7-4B63-B363-183F28CF83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60" name="グループ化 137959">
                    <a:extLst>
                      <a:ext uri="{FF2B5EF4-FFF2-40B4-BE49-F238E27FC236}">
                        <a16:creationId xmlns:a16="http://schemas.microsoft.com/office/drawing/2014/main" id="{EDC93F58-0662-4DF3-9AFE-8C86AC9BA2A1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119901" y="1739822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37980" name="直線コネクタ 137979">
                      <a:extLst>
                        <a:ext uri="{FF2B5EF4-FFF2-40B4-BE49-F238E27FC236}">
                          <a16:creationId xmlns:a16="http://schemas.microsoft.com/office/drawing/2014/main" id="{3FFBDE5D-22E8-4C89-B443-3A075AE229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81" name="直線コネクタ 137980">
                      <a:extLst>
                        <a:ext uri="{FF2B5EF4-FFF2-40B4-BE49-F238E27FC236}">
                          <a16:creationId xmlns:a16="http://schemas.microsoft.com/office/drawing/2014/main" id="{A0D22ECC-74FC-4899-AAEA-432094AA6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82" name="直線コネクタ 137981">
                      <a:extLst>
                        <a:ext uri="{FF2B5EF4-FFF2-40B4-BE49-F238E27FC236}">
                          <a16:creationId xmlns:a16="http://schemas.microsoft.com/office/drawing/2014/main" id="{FDCEB3A7-4C09-47A6-8DC4-8971AD89E4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61" name="グループ化 137960">
                    <a:extLst>
                      <a:ext uri="{FF2B5EF4-FFF2-40B4-BE49-F238E27FC236}">
                        <a16:creationId xmlns:a16="http://schemas.microsoft.com/office/drawing/2014/main" id="{FC9878A8-3F2F-41E0-892B-CD5A505F34F3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1425521"/>
                    <a:ext cx="320400" cy="40048"/>
                    <a:chOff x="1639681" y="1425521"/>
                    <a:chExt cx="320400" cy="40048"/>
                  </a:xfrm>
                </p:grpSpPr>
                <p:cxnSp>
                  <p:nvCxnSpPr>
                    <p:cNvPr id="137977" name="直線コネクタ 137976">
                      <a:extLst>
                        <a:ext uri="{FF2B5EF4-FFF2-40B4-BE49-F238E27FC236}">
                          <a16:creationId xmlns:a16="http://schemas.microsoft.com/office/drawing/2014/main" id="{52CAB6F2-F5D7-4592-805D-3EF2E7E4D6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65569"/>
                      <a:ext cx="320387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78" name="直線コネクタ 137977">
                      <a:extLst>
                        <a:ext uri="{FF2B5EF4-FFF2-40B4-BE49-F238E27FC236}">
                          <a16:creationId xmlns:a16="http://schemas.microsoft.com/office/drawing/2014/main" id="{18B6F3D3-8E1B-42B2-8882-A6DAB23345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79" name="直線コネクタ 137978">
                      <a:extLst>
                        <a:ext uri="{FF2B5EF4-FFF2-40B4-BE49-F238E27FC236}">
                          <a16:creationId xmlns:a16="http://schemas.microsoft.com/office/drawing/2014/main" id="{A1F311A0-F9EC-40B5-A091-128046560B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819912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62" name="グループ化 137961">
                    <a:extLst>
                      <a:ext uri="{FF2B5EF4-FFF2-40B4-BE49-F238E27FC236}">
                        <a16:creationId xmlns:a16="http://schemas.microsoft.com/office/drawing/2014/main" id="{03B20232-7968-4972-987F-0289CF6D256A}"/>
                      </a:ext>
                    </a:extLst>
                  </p:cNvPr>
                  <p:cNvGrpSpPr/>
                  <p:nvPr/>
                </p:nvGrpSpPr>
                <p:grpSpPr>
                  <a:xfrm>
                    <a:off x="2134641" y="1639681"/>
                    <a:ext cx="39600" cy="320399"/>
                    <a:chOff x="2134641" y="1639681"/>
                    <a:chExt cx="39600" cy="320399"/>
                  </a:xfrm>
                </p:grpSpPr>
                <p:cxnSp>
                  <p:nvCxnSpPr>
                    <p:cNvPr id="137973" name="直線コネクタ 137972">
                      <a:extLst>
                        <a:ext uri="{FF2B5EF4-FFF2-40B4-BE49-F238E27FC236}">
                          <a16:creationId xmlns:a16="http://schemas.microsoft.com/office/drawing/2014/main" id="{1EE8CFAF-6C91-43DC-8454-3EC208C284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74" name="直線コネクタ 137973">
                      <a:extLst>
                        <a:ext uri="{FF2B5EF4-FFF2-40B4-BE49-F238E27FC236}">
                          <a16:creationId xmlns:a16="http://schemas.microsoft.com/office/drawing/2014/main" id="{0A252FF0-7BD8-4F1F-AEB5-9310C7899B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75" name="直線コネクタ 137974">
                      <a:extLst>
                        <a:ext uri="{FF2B5EF4-FFF2-40B4-BE49-F238E27FC236}">
                          <a16:creationId xmlns:a16="http://schemas.microsoft.com/office/drawing/2014/main" id="{D858C068-0C1C-43F0-8D35-BAA7F0C2CE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76" name="直線コネクタ 137975">
                      <a:extLst>
                        <a:ext uri="{FF2B5EF4-FFF2-40B4-BE49-F238E27FC236}">
                          <a16:creationId xmlns:a16="http://schemas.microsoft.com/office/drawing/2014/main" id="{EC3BCD51-5F44-4CB8-9E2B-56AC74454F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7963" name="グループ化 137962">
                    <a:extLst>
                      <a:ext uri="{FF2B5EF4-FFF2-40B4-BE49-F238E27FC236}">
                        <a16:creationId xmlns:a16="http://schemas.microsoft.com/office/drawing/2014/main" id="{7FD2FCAD-5421-4AEB-88E7-08E53C1BF6B8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2134641"/>
                    <a:ext cx="320400" cy="39600"/>
                    <a:chOff x="1639681" y="2134641"/>
                    <a:chExt cx="320400" cy="39600"/>
                  </a:xfrm>
                </p:grpSpPr>
                <p:cxnSp>
                  <p:nvCxnSpPr>
                    <p:cNvPr id="137970" name="直線コネクタ 137969">
                      <a:extLst>
                        <a:ext uri="{FF2B5EF4-FFF2-40B4-BE49-F238E27FC236}">
                          <a16:creationId xmlns:a16="http://schemas.microsoft.com/office/drawing/2014/main" id="{D7788EC2-1F57-40C0-8DD3-AF488B92B8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74241"/>
                      <a:ext cx="320400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71" name="直線コネクタ 137970">
                      <a:extLst>
                        <a:ext uri="{FF2B5EF4-FFF2-40B4-BE49-F238E27FC236}">
                          <a16:creationId xmlns:a16="http://schemas.microsoft.com/office/drawing/2014/main" id="{62647D44-BCE6-4802-AAEC-939DFCD6E5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819912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7972" name="直線コネクタ 137971">
                      <a:extLst>
                        <a:ext uri="{FF2B5EF4-FFF2-40B4-BE49-F238E27FC236}">
                          <a16:creationId xmlns:a16="http://schemas.microsoft.com/office/drawing/2014/main" id="{F44B86D5-6A4B-49D4-B563-1097ED73D7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37964" name="直線コネクタ 137963">
                    <a:extLst>
                      <a:ext uri="{FF2B5EF4-FFF2-40B4-BE49-F238E27FC236}">
                        <a16:creationId xmlns:a16="http://schemas.microsoft.com/office/drawing/2014/main" id="{910F598E-BE05-4D50-907B-A3EF5006E3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2653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965" name="直線コネクタ 137964">
                    <a:extLst>
                      <a:ext uri="{FF2B5EF4-FFF2-40B4-BE49-F238E27FC236}">
                        <a16:creationId xmlns:a16="http://schemas.microsoft.com/office/drawing/2014/main" id="{D47D144E-8EAC-4DC2-B15B-F5D23038D6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3049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966" name="直線コネクタ 137965">
                    <a:extLst>
                      <a:ext uri="{FF2B5EF4-FFF2-40B4-BE49-F238E27FC236}">
                        <a16:creationId xmlns:a16="http://schemas.microsoft.com/office/drawing/2014/main" id="{E9FA8652-2E98-4032-A4E5-0A5B0BF34F24}"/>
                      </a:ext>
                    </a:extLst>
                  </p:cNvPr>
                  <p:cNvCxnSpPr>
                    <a:cxnSpLocks/>
                    <a:stCxn id="137995" idx="4"/>
                  </p:cNvCxnSpPr>
                  <p:nvPr/>
                </p:nvCxnSpPr>
                <p:spPr>
                  <a:xfrm flipV="1">
                    <a:off x="2754503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967" name="直線コネクタ 137966">
                    <a:extLst>
                      <a:ext uri="{FF2B5EF4-FFF2-40B4-BE49-F238E27FC236}">
                        <a16:creationId xmlns:a16="http://schemas.microsoft.com/office/drawing/2014/main" id="{D4E39973-D1E1-4930-AEC7-0ADBA5F4FA1F}"/>
                      </a:ext>
                    </a:extLst>
                  </p:cNvPr>
                  <p:cNvCxnSpPr>
                    <a:cxnSpLocks/>
                    <a:stCxn id="137992" idx="4"/>
                  </p:cNvCxnSpPr>
                  <p:nvPr/>
                </p:nvCxnSpPr>
                <p:spPr>
                  <a:xfrm>
                    <a:off x="2754503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968" name="直線コネクタ 137967">
                    <a:extLst>
                      <a:ext uri="{FF2B5EF4-FFF2-40B4-BE49-F238E27FC236}">
                        <a16:creationId xmlns:a16="http://schemas.microsoft.com/office/drawing/2014/main" id="{121BA248-2F65-465E-AAB1-1A1655CA8F02}"/>
                      </a:ext>
                    </a:extLst>
                  </p:cNvPr>
                  <p:cNvCxnSpPr>
                    <a:cxnSpLocks/>
                    <a:stCxn id="138001" idx="4"/>
                  </p:cNvCxnSpPr>
                  <p:nvPr/>
                </p:nvCxnSpPr>
                <p:spPr>
                  <a:xfrm flipH="1">
                    <a:off x="-79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969" name="直線コネクタ 137968">
                    <a:extLst>
                      <a:ext uri="{FF2B5EF4-FFF2-40B4-BE49-F238E27FC236}">
                        <a16:creationId xmlns:a16="http://schemas.microsoft.com/office/drawing/2014/main" id="{92F08ADD-EBE6-4920-8C06-ADF97B8A0DE8}"/>
                      </a:ext>
                    </a:extLst>
                  </p:cNvPr>
                  <p:cNvCxnSpPr>
                    <a:cxnSpLocks/>
                    <a:stCxn id="137998" idx="4"/>
                  </p:cNvCxnSpPr>
                  <p:nvPr/>
                </p:nvCxnSpPr>
                <p:spPr>
                  <a:xfrm flipH="1" flipV="1">
                    <a:off x="-79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35988" name="正方形/長方形 135987">
                  <a:extLst>
                    <a:ext uri="{FF2B5EF4-FFF2-40B4-BE49-F238E27FC236}">
                      <a16:creationId xmlns:a16="http://schemas.microsoft.com/office/drawing/2014/main" id="{E5379DB5-B947-4383-90EC-2EB0550483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599881" y="3599881"/>
                  <a:ext cx="3600000" cy="360000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135989" name="グループ化 135988">
                  <a:extLst>
                    <a:ext uri="{FF2B5EF4-FFF2-40B4-BE49-F238E27FC236}">
                      <a16:creationId xmlns:a16="http://schemas.microsoft.com/office/drawing/2014/main" id="{44779154-BEBE-4AFC-9341-D23D0B7DDFB7}"/>
                    </a:ext>
                  </a:extLst>
                </p:cNvPr>
                <p:cNvGrpSpPr/>
                <p:nvPr/>
              </p:nvGrpSpPr>
              <p:grpSpPr>
                <a:xfrm>
                  <a:off x="4456023" y="4456022"/>
                  <a:ext cx="1887718" cy="1887718"/>
                  <a:chOff x="4456023" y="4456022"/>
                  <a:chExt cx="1887718" cy="1887718"/>
                </a:xfrm>
              </p:grpSpPr>
              <p:grpSp>
                <p:nvGrpSpPr>
                  <p:cNvPr id="136991" name="グループ化 136990">
                    <a:extLst>
                      <a:ext uri="{FF2B5EF4-FFF2-40B4-BE49-F238E27FC236}">
                        <a16:creationId xmlns:a16="http://schemas.microsoft.com/office/drawing/2014/main" id="{10A737AB-9AD5-4B57-8DB8-602AE205AEEC}"/>
                      </a:ext>
                    </a:extLst>
                  </p:cNvPr>
                  <p:cNvGrpSpPr/>
                  <p:nvPr/>
                </p:nvGrpSpPr>
                <p:grpSpPr>
                  <a:xfrm>
                    <a:off x="5862907" y="4680000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37906" name="グループ化 137905">
                      <a:extLst>
                        <a:ext uri="{FF2B5EF4-FFF2-40B4-BE49-F238E27FC236}">
                          <a16:creationId xmlns:a16="http://schemas.microsoft.com/office/drawing/2014/main" id="{617B298F-549E-40D7-9549-64A7F43CC1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37943" name="楕円 137942">
                        <a:extLst>
                          <a:ext uri="{FF2B5EF4-FFF2-40B4-BE49-F238E27FC236}">
                            <a16:creationId xmlns:a16="http://schemas.microsoft.com/office/drawing/2014/main" id="{074FFE5D-CB21-4A73-A44A-771A9DE6409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944" name="直線コネクタ 137943">
                        <a:extLst>
                          <a:ext uri="{FF2B5EF4-FFF2-40B4-BE49-F238E27FC236}">
                            <a16:creationId xmlns:a16="http://schemas.microsoft.com/office/drawing/2014/main" id="{4225378D-5FDE-45F6-9C7C-DF3F22BFB2DE}"/>
                          </a:ext>
                        </a:extLst>
                      </p:cNvPr>
                      <p:cNvCxnSpPr>
                        <a:cxnSpLocks/>
                        <a:stCxn id="137943" idx="3"/>
                        <a:endCxn id="137943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945" name="直線コネクタ 137944">
                        <a:extLst>
                          <a:ext uri="{FF2B5EF4-FFF2-40B4-BE49-F238E27FC236}">
                            <a16:creationId xmlns:a16="http://schemas.microsoft.com/office/drawing/2014/main" id="{017A0A05-E9FD-48C0-8F8C-5B24319BE386}"/>
                          </a:ext>
                        </a:extLst>
                      </p:cNvPr>
                      <p:cNvCxnSpPr>
                        <a:cxnSpLocks/>
                        <a:stCxn id="137943" idx="1"/>
                        <a:endCxn id="137943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907" name="グループ化 137906">
                      <a:extLst>
                        <a:ext uri="{FF2B5EF4-FFF2-40B4-BE49-F238E27FC236}">
                          <a16:creationId xmlns:a16="http://schemas.microsoft.com/office/drawing/2014/main" id="{BE9500C5-F514-48C5-AFD3-F081822D20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935" name="グループ化 137934">
                        <a:extLst>
                          <a:ext uri="{FF2B5EF4-FFF2-40B4-BE49-F238E27FC236}">
                            <a16:creationId xmlns:a16="http://schemas.microsoft.com/office/drawing/2014/main" id="{A0C2EC45-574A-4C59-82FD-27C1CC5C20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940" name="楕円 137939">
                          <a:extLst>
                            <a:ext uri="{FF2B5EF4-FFF2-40B4-BE49-F238E27FC236}">
                              <a16:creationId xmlns:a16="http://schemas.microsoft.com/office/drawing/2014/main" id="{D69E7402-FA0B-4B16-911A-C5EC684802D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941" name="直線コネクタ 137940">
                          <a:extLst>
                            <a:ext uri="{FF2B5EF4-FFF2-40B4-BE49-F238E27FC236}">
                              <a16:creationId xmlns:a16="http://schemas.microsoft.com/office/drawing/2014/main" id="{C8CED36B-AAED-4A91-A659-B669C598F132}"/>
                            </a:ext>
                          </a:extLst>
                        </p:cNvPr>
                        <p:cNvCxnSpPr>
                          <a:cxnSpLocks/>
                          <a:stCxn id="137940" idx="0"/>
                          <a:endCxn id="13794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942" name="直線コネクタ 137941">
                          <a:extLst>
                            <a:ext uri="{FF2B5EF4-FFF2-40B4-BE49-F238E27FC236}">
                              <a16:creationId xmlns:a16="http://schemas.microsoft.com/office/drawing/2014/main" id="{34A7819B-B502-4F15-9900-B6345E15CE4D}"/>
                            </a:ext>
                          </a:extLst>
                        </p:cNvPr>
                        <p:cNvCxnSpPr>
                          <a:cxnSpLocks/>
                          <a:stCxn id="137940" idx="2"/>
                          <a:endCxn id="13794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936" name="楕円 137935">
                        <a:extLst>
                          <a:ext uri="{FF2B5EF4-FFF2-40B4-BE49-F238E27FC236}">
                            <a16:creationId xmlns:a16="http://schemas.microsoft.com/office/drawing/2014/main" id="{9D447C65-9413-4B1D-A5AB-ACC1D1F94C5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37" name="楕円 137936">
                        <a:extLst>
                          <a:ext uri="{FF2B5EF4-FFF2-40B4-BE49-F238E27FC236}">
                            <a16:creationId xmlns:a16="http://schemas.microsoft.com/office/drawing/2014/main" id="{B66AFCE0-9EED-4609-9C3E-0D3D8B67178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38" name="楕円 137937">
                        <a:extLst>
                          <a:ext uri="{FF2B5EF4-FFF2-40B4-BE49-F238E27FC236}">
                            <a16:creationId xmlns:a16="http://schemas.microsoft.com/office/drawing/2014/main" id="{C34546DC-034D-4B4A-B73A-BCCC5C9DDC3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39" name="楕円 137938">
                        <a:extLst>
                          <a:ext uri="{FF2B5EF4-FFF2-40B4-BE49-F238E27FC236}">
                            <a16:creationId xmlns:a16="http://schemas.microsoft.com/office/drawing/2014/main" id="{48B99C9E-3139-407E-8CC2-31F1B306CDF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908" name="グループ化 137907">
                      <a:extLst>
                        <a:ext uri="{FF2B5EF4-FFF2-40B4-BE49-F238E27FC236}">
                          <a16:creationId xmlns:a16="http://schemas.microsoft.com/office/drawing/2014/main" id="{C0C5D86C-32F4-4937-AC3C-94D9C79F90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927" name="グループ化 137926">
                        <a:extLst>
                          <a:ext uri="{FF2B5EF4-FFF2-40B4-BE49-F238E27FC236}">
                            <a16:creationId xmlns:a16="http://schemas.microsoft.com/office/drawing/2014/main" id="{457C56A2-65A6-4A80-9858-56C63D4925B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932" name="楕円 137931">
                          <a:extLst>
                            <a:ext uri="{FF2B5EF4-FFF2-40B4-BE49-F238E27FC236}">
                              <a16:creationId xmlns:a16="http://schemas.microsoft.com/office/drawing/2014/main" id="{7D7E48EC-FB20-4CC3-BAEF-4ECFB073D6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933" name="直線コネクタ 137932">
                          <a:extLst>
                            <a:ext uri="{FF2B5EF4-FFF2-40B4-BE49-F238E27FC236}">
                              <a16:creationId xmlns:a16="http://schemas.microsoft.com/office/drawing/2014/main" id="{3E962D23-E063-400D-9277-819D93651E2D}"/>
                            </a:ext>
                          </a:extLst>
                        </p:cNvPr>
                        <p:cNvCxnSpPr>
                          <a:cxnSpLocks/>
                          <a:stCxn id="137932" idx="0"/>
                          <a:endCxn id="13793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934" name="直線コネクタ 137933">
                          <a:extLst>
                            <a:ext uri="{FF2B5EF4-FFF2-40B4-BE49-F238E27FC236}">
                              <a16:creationId xmlns:a16="http://schemas.microsoft.com/office/drawing/2014/main" id="{5CA68C64-8A3C-42B3-B610-B1612F5D4019}"/>
                            </a:ext>
                          </a:extLst>
                        </p:cNvPr>
                        <p:cNvCxnSpPr>
                          <a:cxnSpLocks/>
                          <a:stCxn id="137932" idx="2"/>
                          <a:endCxn id="13793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928" name="楕円 137927">
                        <a:extLst>
                          <a:ext uri="{FF2B5EF4-FFF2-40B4-BE49-F238E27FC236}">
                            <a16:creationId xmlns:a16="http://schemas.microsoft.com/office/drawing/2014/main" id="{3E5DDD44-044F-4279-851F-A2B4B8A79C2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29" name="楕円 137928">
                        <a:extLst>
                          <a:ext uri="{FF2B5EF4-FFF2-40B4-BE49-F238E27FC236}">
                            <a16:creationId xmlns:a16="http://schemas.microsoft.com/office/drawing/2014/main" id="{57C9A7D8-34E6-49C3-A5C1-E3E00608D1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30" name="楕円 137929">
                        <a:extLst>
                          <a:ext uri="{FF2B5EF4-FFF2-40B4-BE49-F238E27FC236}">
                            <a16:creationId xmlns:a16="http://schemas.microsoft.com/office/drawing/2014/main" id="{950DDAD8-18A0-4A76-9C59-681EF49D2CF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31" name="楕円 137930">
                        <a:extLst>
                          <a:ext uri="{FF2B5EF4-FFF2-40B4-BE49-F238E27FC236}">
                            <a16:creationId xmlns:a16="http://schemas.microsoft.com/office/drawing/2014/main" id="{5B8A1C2E-1F77-4F10-B49D-D1FB19B674D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909" name="グループ化 137908">
                      <a:extLst>
                        <a:ext uri="{FF2B5EF4-FFF2-40B4-BE49-F238E27FC236}">
                          <a16:creationId xmlns:a16="http://schemas.microsoft.com/office/drawing/2014/main" id="{574E3A57-A317-47B1-8C90-5D8737FB7A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919" name="グループ化 137918">
                        <a:extLst>
                          <a:ext uri="{FF2B5EF4-FFF2-40B4-BE49-F238E27FC236}">
                            <a16:creationId xmlns:a16="http://schemas.microsoft.com/office/drawing/2014/main" id="{4C779D46-6C82-46AD-99BF-A537556533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924" name="楕円 137923">
                          <a:extLst>
                            <a:ext uri="{FF2B5EF4-FFF2-40B4-BE49-F238E27FC236}">
                              <a16:creationId xmlns:a16="http://schemas.microsoft.com/office/drawing/2014/main" id="{1FD8E1E2-2B0C-4C45-9005-11C9BAD972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925" name="直線コネクタ 137924">
                          <a:extLst>
                            <a:ext uri="{FF2B5EF4-FFF2-40B4-BE49-F238E27FC236}">
                              <a16:creationId xmlns:a16="http://schemas.microsoft.com/office/drawing/2014/main" id="{8BF1D652-9BB3-4502-B5BA-2FA7ED798573}"/>
                            </a:ext>
                          </a:extLst>
                        </p:cNvPr>
                        <p:cNvCxnSpPr>
                          <a:cxnSpLocks/>
                          <a:stCxn id="137924" idx="0"/>
                          <a:endCxn id="13792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926" name="直線コネクタ 137925">
                          <a:extLst>
                            <a:ext uri="{FF2B5EF4-FFF2-40B4-BE49-F238E27FC236}">
                              <a16:creationId xmlns:a16="http://schemas.microsoft.com/office/drawing/2014/main" id="{FCD58E40-F9C1-4149-BA06-5E8A4ABC58BD}"/>
                            </a:ext>
                          </a:extLst>
                        </p:cNvPr>
                        <p:cNvCxnSpPr>
                          <a:cxnSpLocks/>
                          <a:stCxn id="137924" idx="2"/>
                          <a:endCxn id="13792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920" name="楕円 137919">
                        <a:extLst>
                          <a:ext uri="{FF2B5EF4-FFF2-40B4-BE49-F238E27FC236}">
                            <a16:creationId xmlns:a16="http://schemas.microsoft.com/office/drawing/2014/main" id="{1C408FC8-9FFB-405E-81CD-6F50D1D58E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21" name="楕円 137920">
                        <a:extLst>
                          <a:ext uri="{FF2B5EF4-FFF2-40B4-BE49-F238E27FC236}">
                            <a16:creationId xmlns:a16="http://schemas.microsoft.com/office/drawing/2014/main" id="{563FA6AE-5FE4-4DAF-86FE-9DDA0BB18A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22" name="楕円 137921">
                        <a:extLst>
                          <a:ext uri="{FF2B5EF4-FFF2-40B4-BE49-F238E27FC236}">
                            <a16:creationId xmlns:a16="http://schemas.microsoft.com/office/drawing/2014/main" id="{6763B9C1-EE35-4C9D-AD36-A921E128925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23" name="楕円 137922">
                        <a:extLst>
                          <a:ext uri="{FF2B5EF4-FFF2-40B4-BE49-F238E27FC236}">
                            <a16:creationId xmlns:a16="http://schemas.microsoft.com/office/drawing/2014/main" id="{E88980D3-28FA-4B14-8816-7D30CF7511C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910" name="グループ化 137909">
                      <a:extLst>
                        <a:ext uri="{FF2B5EF4-FFF2-40B4-BE49-F238E27FC236}">
                          <a16:creationId xmlns:a16="http://schemas.microsoft.com/office/drawing/2014/main" id="{594385F3-11D8-4753-A1AF-0842B8BC6A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911" name="グループ化 137910">
                        <a:extLst>
                          <a:ext uri="{FF2B5EF4-FFF2-40B4-BE49-F238E27FC236}">
                            <a16:creationId xmlns:a16="http://schemas.microsoft.com/office/drawing/2014/main" id="{C98E2ED6-6942-438C-BD37-FDC636D18F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916" name="楕円 137915">
                          <a:extLst>
                            <a:ext uri="{FF2B5EF4-FFF2-40B4-BE49-F238E27FC236}">
                              <a16:creationId xmlns:a16="http://schemas.microsoft.com/office/drawing/2014/main" id="{E10369CE-F6B8-4C6D-A451-E72C0854F45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917" name="直線コネクタ 137916">
                          <a:extLst>
                            <a:ext uri="{FF2B5EF4-FFF2-40B4-BE49-F238E27FC236}">
                              <a16:creationId xmlns:a16="http://schemas.microsoft.com/office/drawing/2014/main" id="{55F9CB85-DF8E-4E73-B762-374EDACDB308}"/>
                            </a:ext>
                          </a:extLst>
                        </p:cNvPr>
                        <p:cNvCxnSpPr>
                          <a:cxnSpLocks/>
                          <a:stCxn id="137916" idx="0"/>
                          <a:endCxn id="13791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918" name="直線コネクタ 137917">
                          <a:extLst>
                            <a:ext uri="{FF2B5EF4-FFF2-40B4-BE49-F238E27FC236}">
                              <a16:creationId xmlns:a16="http://schemas.microsoft.com/office/drawing/2014/main" id="{1B209521-9D52-4337-9176-239D914F09A3}"/>
                            </a:ext>
                          </a:extLst>
                        </p:cNvPr>
                        <p:cNvCxnSpPr>
                          <a:cxnSpLocks/>
                          <a:stCxn id="137916" idx="2"/>
                          <a:endCxn id="13791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912" name="楕円 137911">
                        <a:extLst>
                          <a:ext uri="{FF2B5EF4-FFF2-40B4-BE49-F238E27FC236}">
                            <a16:creationId xmlns:a16="http://schemas.microsoft.com/office/drawing/2014/main" id="{AE8FA08E-B706-4132-9E26-E881F55292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13" name="楕円 137912">
                        <a:extLst>
                          <a:ext uri="{FF2B5EF4-FFF2-40B4-BE49-F238E27FC236}">
                            <a16:creationId xmlns:a16="http://schemas.microsoft.com/office/drawing/2014/main" id="{A3CF57AF-EEC1-4FBE-AB94-31779E98C0E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14" name="楕円 137913">
                        <a:extLst>
                          <a:ext uri="{FF2B5EF4-FFF2-40B4-BE49-F238E27FC236}">
                            <a16:creationId xmlns:a16="http://schemas.microsoft.com/office/drawing/2014/main" id="{D56A50E4-1DD9-42FE-8CA5-ABAFE1859D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915" name="楕円 137914">
                        <a:extLst>
                          <a:ext uri="{FF2B5EF4-FFF2-40B4-BE49-F238E27FC236}">
                            <a16:creationId xmlns:a16="http://schemas.microsoft.com/office/drawing/2014/main" id="{16588BBC-E356-4851-9CAB-99AB06B200D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sp>
                <p:nvSpPr>
                  <p:cNvPr id="136992" name="楕円 136991">
                    <a:extLst>
                      <a:ext uri="{FF2B5EF4-FFF2-40B4-BE49-F238E27FC236}">
                        <a16:creationId xmlns:a16="http://schemas.microsoft.com/office/drawing/2014/main" id="{DA373A00-D9A0-4994-BC92-40C69B717B0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9480000" flipH="1">
                    <a:off x="5648400" y="47351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cxnSp>
                <p:nvCxnSpPr>
                  <p:cNvPr id="136993" name="直線コネクタ 136992">
                    <a:extLst>
                      <a:ext uri="{FF2B5EF4-FFF2-40B4-BE49-F238E27FC236}">
                        <a16:creationId xmlns:a16="http://schemas.microsoft.com/office/drawing/2014/main" id="{F015F26C-881F-4671-B67F-FFDD48E4AA0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8900000" flipH="1" flipV="1">
                    <a:off x="5828410" y="494795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994" name="直線コネクタ 136993">
                    <a:extLst>
                      <a:ext uri="{FF2B5EF4-FFF2-40B4-BE49-F238E27FC236}">
                        <a16:creationId xmlns:a16="http://schemas.microsoft.com/office/drawing/2014/main" id="{B8DAC74B-54F9-4E97-9D19-B89AFE08B59D}"/>
                      </a:ext>
                    </a:extLst>
                  </p:cNvPr>
                  <p:cNvCxnSpPr>
                    <a:cxnSpLocks/>
                    <a:stCxn id="137995" idx="0"/>
                  </p:cNvCxnSpPr>
                  <p:nvPr/>
                </p:nvCxnSpPr>
                <p:spPr>
                  <a:xfrm flipH="1">
                    <a:off x="6103425" y="46575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995" name="直線コネクタ 136994">
                    <a:extLst>
                      <a:ext uri="{FF2B5EF4-FFF2-40B4-BE49-F238E27FC236}">
                        <a16:creationId xmlns:a16="http://schemas.microsoft.com/office/drawing/2014/main" id="{24E0874A-F53E-4F22-9F43-2A27AF99076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7580000" flipH="1" flipV="1">
                    <a:off x="5623200" y="4809600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996" name="直線コネクタ 136995">
                    <a:extLst>
                      <a:ext uri="{FF2B5EF4-FFF2-40B4-BE49-F238E27FC236}">
                        <a16:creationId xmlns:a16="http://schemas.microsoft.com/office/drawing/2014/main" id="{0260D17E-55E4-46DE-9023-D730653116E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0280000" flipH="1" flipV="1">
                    <a:off x="5968326" y="515694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997" name="直線コネクタ 136996">
                    <a:extLst>
                      <a:ext uri="{FF2B5EF4-FFF2-40B4-BE49-F238E27FC236}">
                        <a16:creationId xmlns:a16="http://schemas.microsoft.com/office/drawing/2014/main" id="{D8B0D598-E07C-43D8-A300-FD9A541A41E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700000" flipH="1" flipV="1">
                    <a:off x="5828402" y="585180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998" name="直線コネクタ 136997">
                    <a:extLst>
                      <a:ext uri="{FF2B5EF4-FFF2-40B4-BE49-F238E27FC236}">
                        <a16:creationId xmlns:a16="http://schemas.microsoft.com/office/drawing/2014/main" id="{30697D7A-112B-4B4C-BCF2-A4B69BEA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103172" y="61034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6999" name="グループ化 136998">
                    <a:extLst>
                      <a:ext uri="{FF2B5EF4-FFF2-40B4-BE49-F238E27FC236}">
                        <a16:creationId xmlns:a16="http://schemas.microsoft.com/office/drawing/2014/main" id="{8EA7E6E6-2C1E-4453-9154-59F26961C812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62959" y="5862953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37866" name="グループ化 137865">
                      <a:extLst>
                        <a:ext uri="{FF2B5EF4-FFF2-40B4-BE49-F238E27FC236}">
                          <a16:creationId xmlns:a16="http://schemas.microsoft.com/office/drawing/2014/main" id="{18571E8D-88FC-4E2E-B9D7-7E586C97CC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37903" name="楕円 137902">
                        <a:extLst>
                          <a:ext uri="{FF2B5EF4-FFF2-40B4-BE49-F238E27FC236}">
                            <a16:creationId xmlns:a16="http://schemas.microsoft.com/office/drawing/2014/main" id="{31BED102-C3D7-467E-BA04-B491587DA8B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904" name="直線コネクタ 137903">
                        <a:extLst>
                          <a:ext uri="{FF2B5EF4-FFF2-40B4-BE49-F238E27FC236}">
                            <a16:creationId xmlns:a16="http://schemas.microsoft.com/office/drawing/2014/main" id="{8EE917C2-8C08-4757-9AB0-070D01A898FE}"/>
                          </a:ext>
                        </a:extLst>
                      </p:cNvPr>
                      <p:cNvCxnSpPr>
                        <a:cxnSpLocks/>
                        <a:stCxn id="137903" idx="3"/>
                        <a:endCxn id="137903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905" name="直線コネクタ 137904">
                        <a:extLst>
                          <a:ext uri="{FF2B5EF4-FFF2-40B4-BE49-F238E27FC236}">
                            <a16:creationId xmlns:a16="http://schemas.microsoft.com/office/drawing/2014/main" id="{1900BDD5-74D1-4EA4-81B5-32FA359B1019}"/>
                          </a:ext>
                        </a:extLst>
                      </p:cNvPr>
                      <p:cNvCxnSpPr>
                        <a:cxnSpLocks/>
                        <a:stCxn id="137903" idx="1"/>
                        <a:endCxn id="137903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867" name="グループ化 137866">
                      <a:extLst>
                        <a:ext uri="{FF2B5EF4-FFF2-40B4-BE49-F238E27FC236}">
                          <a16:creationId xmlns:a16="http://schemas.microsoft.com/office/drawing/2014/main" id="{D901A60E-7A8A-4996-B1D4-4AA16B87DE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95" name="グループ化 137894">
                        <a:extLst>
                          <a:ext uri="{FF2B5EF4-FFF2-40B4-BE49-F238E27FC236}">
                            <a16:creationId xmlns:a16="http://schemas.microsoft.com/office/drawing/2014/main" id="{087C5E53-E3D0-485B-979E-ACCD190AB02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900" name="楕円 137899">
                          <a:extLst>
                            <a:ext uri="{FF2B5EF4-FFF2-40B4-BE49-F238E27FC236}">
                              <a16:creationId xmlns:a16="http://schemas.microsoft.com/office/drawing/2014/main" id="{E12DD9B8-38CD-422B-B751-A4B6095721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901" name="直線コネクタ 137900">
                          <a:extLst>
                            <a:ext uri="{FF2B5EF4-FFF2-40B4-BE49-F238E27FC236}">
                              <a16:creationId xmlns:a16="http://schemas.microsoft.com/office/drawing/2014/main" id="{6B8804BF-8DDC-4416-9A93-41BD555489C5}"/>
                            </a:ext>
                          </a:extLst>
                        </p:cNvPr>
                        <p:cNvCxnSpPr>
                          <a:cxnSpLocks/>
                          <a:stCxn id="137900" idx="0"/>
                          <a:endCxn id="13790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902" name="直線コネクタ 137901">
                          <a:extLst>
                            <a:ext uri="{FF2B5EF4-FFF2-40B4-BE49-F238E27FC236}">
                              <a16:creationId xmlns:a16="http://schemas.microsoft.com/office/drawing/2014/main" id="{E094EAE1-461C-47C0-B6C5-4FC3E52D601C}"/>
                            </a:ext>
                          </a:extLst>
                        </p:cNvPr>
                        <p:cNvCxnSpPr>
                          <a:cxnSpLocks/>
                          <a:stCxn id="137900" idx="2"/>
                          <a:endCxn id="13790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96" name="楕円 137895">
                        <a:extLst>
                          <a:ext uri="{FF2B5EF4-FFF2-40B4-BE49-F238E27FC236}">
                            <a16:creationId xmlns:a16="http://schemas.microsoft.com/office/drawing/2014/main" id="{F3B6880A-E380-4873-A8B1-B19AB3D38B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97" name="楕円 137896">
                        <a:extLst>
                          <a:ext uri="{FF2B5EF4-FFF2-40B4-BE49-F238E27FC236}">
                            <a16:creationId xmlns:a16="http://schemas.microsoft.com/office/drawing/2014/main" id="{871A143F-6D51-46FF-A54D-2BE9452AD6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98" name="楕円 137897">
                        <a:extLst>
                          <a:ext uri="{FF2B5EF4-FFF2-40B4-BE49-F238E27FC236}">
                            <a16:creationId xmlns:a16="http://schemas.microsoft.com/office/drawing/2014/main" id="{30282319-27DE-4FF1-B4C7-ADFA74B5F9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99" name="楕円 137898">
                        <a:extLst>
                          <a:ext uri="{FF2B5EF4-FFF2-40B4-BE49-F238E27FC236}">
                            <a16:creationId xmlns:a16="http://schemas.microsoft.com/office/drawing/2014/main" id="{D4BE1D72-3F60-486C-9911-3E699D8168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868" name="グループ化 137867">
                      <a:extLst>
                        <a:ext uri="{FF2B5EF4-FFF2-40B4-BE49-F238E27FC236}">
                          <a16:creationId xmlns:a16="http://schemas.microsoft.com/office/drawing/2014/main" id="{47203DAC-F789-4523-BF06-BA17FB0DB1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87" name="グループ化 137886">
                        <a:extLst>
                          <a:ext uri="{FF2B5EF4-FFF2-40B4-BE49-F238E27FC236}">
                            <a16:creationId xmlns:a16="http://schemas.microsoft.com/office/drawing/2014/main" id="{5B273AE6-8364-4AD4-8303-A419D8EBB4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92" name="楕円 137891">
                          <a:extLst>
                            <a:ext uri="{FF2B5EF4-FFF2-40B4-BE49-F238E27FC236}">
                              <a16:creationId xmlns:a16="http://schemas.microsoft.com/office/drawing/2014/main" id="{DC694224-71D7-4C26-AF54-77E5AB90A73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93" name="直線コネクタ 137892">
                          <a:extLst>
                            <a:ext uri="{FF2B5EF4-FFF2-40B4-BE49-F238E27FC236}">
                              <a16:creationId xmlns:a16="http://schemas.microsoft.com/office/drawing/2014/main" id="{E8BB4D41-D134-4258-9500-C928945ADE80}"/>
                            </a:ext>
                          </a:extLst>
                        </p:cNvPr>
                        <p:cNvCxnSpPr>
                          <a:cxnSpLocks/>
                          <a:stCxn id="137892" idx="0"/>
                          <a:endCxn id="13789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94" name="直線コネクタ 137893">
                          <a:extLst>
                            <a:ext uri="{FF2B5EF4-FFF2-40B4-BE49-F238E27FC236}">
                              <a16:creationId xmlns:a16="http://schemas.microsoft.com/office/drawing/2014/main" id="{8571FD37-1AFB-4FDF-ABE3-F5F990BEEB19}"/>
                            </a:ext>
                          </a:extLst>
                        </p:cNvPr>
                        <p:cNvCxnSpPr>
                          <a:cxnSpLocks/>
                          <a:stCxn id="137892" idx="2"/>
                          <a:endCxn id="13789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88" name="楕円 137887">
                        <a:extLst>
                          <a:ext uri="{FF2B5EF4-FFF2-40B4-BE49-F238E27FC236}">
                            <a16:creationId xmlns:a16="http://schemas.microsoft.com/office/drawing/2014/main" id="{3FA33B7C-E73F-481A-AE6C-8E0C6994A00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89" name="楕円 137888">
                        <a:extLst>
                          <a:ext uri="{FF2B5EF4-FFF2-40B4-BE49-F238E27FC236}">
                            <a16:creationId xmlns:a16="http://schemas.microsoft.com/office/drawing/2014/main" id="{A43A37C2-D844-4997-886D-2D2F8C9DC5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90" name="楕円 137889">
                        <a:extLst>
                          <a:ext uri="{FF2B5EF4-FFF2-40B4-BE49-F238E27FC236}">
                            <a16:creationId xmlns:a16="http://schemas.microsoft.com/office/drawing/2014/main" id="{167FF134-D3EF-4716-B5A7-A6C7C7E1607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91" name="楕円 137890">
                        <a:extLst>
                          <a:ext uri="{FF2B5EF4-FFF2-40B4-BE49-F238E27FC236}">
                            <a16:creationId xmlns:a16="http://schemas.microsoft.com/office/drawing/2014/main" id="{FFBD59BB-DEAB-4482-BBD6-F2C0E5A79C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869" name="グループ化 137868">
                      <a:extLst>
                        <a:ext uri="{FF2B5EF4-FFF2-40B4-BE49-F238E27FC236}">
                          <a16:creationId xmlns:a16="http://schemas.microsoft.com/office/drawing/2014/main" id="{EE8E7518-7EE0-45E8-A867-A8760DBFFE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79" name="グループ化 137878">
                        <a:extLst>
                          <a:ext uri="{FF2B5EF4-FFF2-40B4-BE49-F238E27FC236}">
                            <a16:creationId xmlns:a16="http://schemas.microsoft.com/office/drawing/2014/main" id="{791F8414-250E-49A9-A8D3-CFCF6ABBC0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84" name="楕円 137883">
                          <a:extLst>
                            <a:ext uri="{FF2B5EF4-FFF2-40B4-BE49-F238E27FC236}">
                              <a16:creationId xmlns:a16="http://schemas.microsoft.com/office/drawing/2014/main" id="{24F56EDB-9CF3-4940-B9F4-37DAA30728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85" name="直線コネクタ 137884">
                          <a:extLst>
                            <a:ext uri="{FF2B5EF4-FFF2-40B4-BE49-F238E27FC236}">
                              <a16:creationId xmlns:a16="http://schemas.microsoft.com/office/drawing/2014/main" id="{60A34755-8B9E-49FF-AB1A-A583795DCCD8}"/>
                            </a:ext>
                          </a:extLst>
                        </p:cNvPr>
                        <p:cNvCxnSpPr>
                          <a:cxnSpLocks/>
                          <a:stCxn id="137884" idx="0"/>
                          <a:endCxn id="13788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86" name="直線コネクタ 137885">
                          <a:extLst>
                            <a:ext uri="{FF2B5EF4-FFF2-40B4-BE49-F238E27FC236}">
                              <a16:creationId xmlns:a16="http://schemas.microsoft.com/office/drawing/2014/main" id="{43D19507-0E70-4B04-B5F8-274ED11C95EF}"/>
                            </a:ext>
                          </a:extLst>
                        </p:cNvPr>
                        <p:cNvCxnSpPr>
                          <a:cxnSpLocks/>
                          <a:stCxn id="137884" idx="2"/>
                          <a:endCxn id="13788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80" name="楕円 137879">
                        <a:extLst>
                          <a:ext uri="{FF2B5EF4-FFF2-40B4-BE49-F238E27FC236}">
                            <a16:creationId xmlns:a16="http://schemas.microsoft.com/office/drawing/2014/main" id="{C8725234-0DEB-496E-925D-0584B4605CC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81" name="楕円 137880">
                        <a:extLst>
                          <a:ext uri="{FF2B5EF4-FFF2-40B4-BE49-F238E27FC236}">
                            <a16:creationId xmlns:a16="http://schemas.microsoft.com/office/drawing/2014/main" id="{31DE1960-2DF5-45E5-8156-D32B62C4518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82" name="楕円 137881">
                        <a:extLst>
                          <a:ext uri="{FF2B5EF4-FFF2-40B4-BE49-F238E27FC236}">
                            <a16:creationId xmlns:a16="http://schemas.microsoft.com/office/drawing/2014/main" id="{57417668-5741-47DD-96FB-9C74598888F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83" name="楕円 137882">
                        <a:extLst>
                          <a:ext uri="{FF2B5EF4-FFF2-40B4-BE49-F238E27FC236}">
                            <a16:creationId xmlns:a16="http://schemas.microsoft.com/office/drawing/2014/main" id="{CE8EB24F-C0CB-4F00-AACA-68C661A5B79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870" name="グループ化 137869">
                      <a:extLst>
                        <a:ext uri="{FF2B5EF4-FFF2-40B4-BE49-F238E27FC236}">
                          <a16:creationId xmlns:a16="http://schemas.microsoft.com/office/drawing/2014/main" id="{06B7E32B-815E-4AFD-AC2D-FEB9B15BC63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71" name="グループ化 137870">
                        <a:extLst>
                          <a:ext uri="{FF2B5EF4-FFF2-40B4-BE49-F238E27FC236}">
                            <a16:creationId xmlns:a16="http://schemas.microsoft.com/office/drawing/2014/main" id="{A4F24528-8A61-426B-A282-DD22073129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76" name="楕円 137875">
                          <a:extLst>
                            <a:ext uri="{FF2B5EF4-FFF2-40B4-BE49-F238E27FC236}">
                              <a16:creationId xmlns:a16="http://schemas.microsoft.com/office/drawing/2014/main" id="{AAE00CE0-A5DD-4B28-B18A-071D7EA8266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77" name="直線コネクタ 137876">
                          <a:extLst>
                            <a:ext uri="{FF2B5EF4-FFF2-40B4-BE49-F238E27FC236}">
                              <a16:creationId xmlns:a16="http://schemas.microsoft.com/office/drawing/2014/main" id="{8CB644FF-4BA4-40FC-9669-4D94177BE914}"/>
                            </a:ext>
                          </a:extLst>
                        </p:cNvPr>
                        <p:cNvCxnSpPr>
                          <a:cxnSpLocks/>
                          <a:stCxn id="137876" idx="0"/>
                          <a:endCxn id="13787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78" name="直線コネクタ 137877">
                          <a:extLst>
                            <a:ext uri="{FF2B5EF4-FFF2-40B4-BE49-F238E27FC236}">
                              <a16:creationId xmlns:a16="http://schemas.microsoft.com/office/drawing/2014/main" id="{A197A69A-F99B-4F4C-902D-A5B77CCF25B5}"/>
                            </a:ext>
                          </a:extLst>
                        </p:cNvPr>
                        <p:cNvCxnSpPr>
                          <a:cxnSpLocks/>
                          <a:stCxn id="137876" idx="2"/>
                          <a:endCxn id="13787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72" name="楕円 137871">
                        <a:extLst>
                          <a:ext uri="{FF2B5EF4-FFF2-40B4-BE49-F238E27FC236}">
                            <a16:creationId xmlns:a16="http://schemas.microsoft.com/office/drawing/2014/main" id="{4749EB13-4F44-442D-9B42-04C2173049C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73" name="楕円 137872">
                        <a:extLst>
                          <a:ext uri="{FF2B5EF4-FFF2-40B4-BE49-F238E27FC236}">
                            <a16:creationId xmlns:a16="http://schemas.microsoft.com/office/drawing/2014/main" id="{A72E4B46-1DCA-4B5F-918A-7A86CAE6FE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74" name="楕円 137873">
                        <a:extLst>
                          <a:ext uri="{FF2B5EF4-FFF2-40B4-BE49-F238E27FC236}">
                            <a16:creationId xmlns:a16="http://schemas.microsoft.com/office/drawing/2014/main" id="{A75B2A0F-3E1E-4754-81E0-C463E46D16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75" name="楕円 137874">
                        <a:extLst>
                          <a:ext uri="{FF2B5EF4-FFF2-40B4-BE49-F238E27FC236}">
                            <a16:creationId xmlns:a16="http://schemas.microsoft.com/office/drawing/2014/main" id="{0DCFD6F1-9369-406B-9412-49D032263B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7000" name="直線コネクタ 136999">
                    <a:extLst>
                      <a:ext uri="{FF2B5EF4-FFF2-40B4-BE49-F238E27FC236}">
                        <a16:creationId xmlns:a16="http://schemas.microsoft.com/office/drawing/2014/main" id="{BCBC7D91-AB29-4C0B-84BF-F47D7AB39C1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80000" flipH="1" flipV="1">
                    <a:off x="5966757" y="564659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001" name="直線コネクタ 137000">
                    <a:extLst>
                      <a:ext uri="{FF2B5EF4-FFF2-40B4-BE49-F238E27FC236}">
                        <a16:creationId xmlns:a16="http://schemas.microsoft.com/office/drawing/2014/main" id="{5E99B9DC-C10F-4B92-8B2B-F9CFD0B1762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4080000" flipH="1" flipV="1">
                    <a:off x="5619412" y="599172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002" name="直線コネクタ 137001">
                    <a:extLst>
                      <a:ext uri="{FF2B5EF4-FFF2-40B4-BE49-F238E27FC236}">
                        <a16:creationId xmlns:a16="http://schemas.microsoft.com/office/drawing/2014/main" id="{B76329CF-FCE1-4A59-A307-4A363D53ECE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8100000" flipH="1" flipV="1">
                    <a:off x="4924552" y="585179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003" name="直線コネクタ 137002">
                    <a:extLst>
                      <a:ext uri="{FF2B5EF4-FFF2-40B4-BE49-F238E27FC236}">
                        <a16:creationId xmlns:a16="http://schemas.microsoft.com/office/drawing/2014/main" id="{6839B233-EAED-468F-9199-7651A0DE71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657272" y="61031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7004" name="グループ化 137003">
                    <a:extLst>
                      <a:ext uri="{FF2B5EF4-FFF2-40B4-BE49-F238E27FC236}">
                        <a16:creationId xmlns:a16="http://schemas.microsoft.com/office/drawing/2014/main" id="{41B747A5-E742-484B-A08B-0443CCD5FB16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680006" y="5863004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37826" name="グループ化 137825">
                      <a:extLst>
                        <a:ext uri="{FF2B5EF4-FFF2-40B4-BE49-F238E27FC236}">
                          <a16:creationId xmlns:a16="http://schemas.microsoft.com/office/drawing/2014/main" id="{A7EF2A75-8B05-4129-B82C-3C26CA0115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37863" name="楕円 137862">
                        <a:extLst>
                          <a:ext uri="{FF2B5EF4-FFF2-40B4-BE49-F238E27FC236}">
                            <a16:creationId xmlns:a16="http://schemas.microsoft.com/office/drawing/2014/main" id="{1AD2B54A-3CA1-4025-9312-9CC686786B3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864" name="直線コネクタ 137863">
                        <a:extLst>
                          <a:ext uri="{FF2B5EF4-FFF2-40B4-BE49-F238E27FC236}">
                            <a16:creationId xmlns:a16="http://schemas.microsoft.com/office/drawing/2014/main" id="{7CFF3242-0AA8-4DCC-A888-8C5C0BA2F088}"/>
                          </a:ext>
                        </a:extLst>
                      </p:cNvPr>
                      <p:cNvCxnSpPr>
                        <a:cxnSpLocks/>
                        <a:stCxn id="137863" idx="3"/>
                        <a:endCxn id="137863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865" name="直線コネクタ 137864">
                        <a:extLst>
                          <a:ext uri="{FF2B5EF4-FFF2-40B4-BE49-F238E27FC236}">
                            <a16:creationId xmlns:a16="http://schemas.microsoft.com/office/drawing/2014/main" id="{89575558-B312-4C71-9AE4-D52FBDD827E9}"/>
                          </a:ext>
                        </a:extLst>
                      </p:cNvPr>
                      <p:cNvCxnSpPr>
                        <a:cxnSpLocks/>
                        <a:stCxn id="137863" idx="1"/>
                        <a:endCxn id="137863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827" name="グループ化 137826">
                      <a:extLst>
                        <a:ext uri="{FF2B5EF4-FFF2-40B4-BE49-F238E27FC236}">
                          <a16:creationId xmlns:a16="http://schemas.microsoft.com/office/drawing/2014/main" id="{E1FF13AC-F589-4A4B-9046-783095F61B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55" name="グループ化 137854">
                        <a:extLst>
                          <a:ext uri="{FF2B5EF4-FFF2-40B4-BE49-F238E27FC236}">
                            <a16:creationId xmlns:a16="http://schemas.microsoft.com/office/drawing/2014/main" id="{C81BA17C-E677-446D-AF18-67CFA4674E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60" name="楕円 137859">
                          <a:extLst>
                            <a:ext uri="{FF2B5EF4-FFF2-40B4-BE49-F238E27FC236}">
                              <a16:creationId xmlns:a16="http://schemas.microsoft.com/office/drawing/2014/main" id="{4E90088D-4402-4B5D-A0EB-71BB10863F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61" name="直線コネクタ 137860">
                          <a:extLst>
                            <a:ext uri="{FF2B5EF4-FFF2-40B4-BE49-F238E27FC236}">
                              <a16:creationId xmlns:a16="http://schemas.microsoft.com/office/drawing/2014/main" id="{38838933-5336-411E-B7CC-7ED8B2E358E6}"/>
                            </a:ext>
                          </a:extLst>
                        </p:cNvPr>
                        <p:cNvCxnSpPr>
                          <a:cxnSpLocks/>
                          <a:stCxn id="137860" idx="0"/>
                          <a:endCxn id="13786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62" name="直線コネクタ 137861">
                          <a:extLst>
                            <a:ext uri="{FF2B5EF4-FFF2-40B4-BE49-F238E27FC236}">
                              <a16:creationId xmlns:a16="http://schemas.microsoft.com/office/drawing/2014/main" id="{954AFF7C-24E7-455B-8F97-3613B0F8D804}"/>
                            </a:ext>
                          </a:extLst>
                        </p:cNvPr>
                        <p:cNvCxnSpPr>
                          <a:cxnSpLocks/>
                          <a:stCxn id="137860" idx="2"/>
                          <a:endCxn id="13786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56" name="楕円 137855">
                        <a:extLst>
                          <a:ext uri="{FF2B5EF4-FFF2-40B4-BE49-F238E27FC236}">
                            <a16:creationId xmlns:a16="http://schemas.microsoft.com/office/drawing/2014/main" id="{5807540D-EE58-4C43-A072-4BAF8F9B2F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57" name="楕円 137856">
                        <a:extLst>
                          <a:ext uri="{FF2B5EF4-FFF2-40B4-BE49-F238E27FC236}">
                            <a16:creationId xmlns:a16="http://schemas.microsoft.com/office/drawing/2014/main" id="{6A5A6E24-7114-4E2C-AFB4-5ECFAA349A2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58" name="楕円 137857">
                        <a:extLst>
                          <a:ext uri="{FF2B5EF4-FFF2-40B4-BE49-F238E27FC236}">
                            <a16:creationId xmlns:a16="http://schemas.microsoft.com/office/drawing/2014/main" id="{AAF0DC83-62B7-4B54-80E8-581393FFBAA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59" name="楕円 137858">
                        <a:extLst>
                          <a:ext uri="{FF2B5EF4-FFF2-40B4-BE49-F238E27FC236}">
                            <a16:creationId xmlns:a16="http://schemas.microsoft.com/office/drawing/2014/main" id="{12044259-E327-4E8C-8F0F-12B9F221554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828" name="グループ化 137827">
                      <a:extLst>
                        <a:ext uri="{FF2B5EF4-FFF2-40B4-BE49-F238E27FC236}">
                          <a16:creationId xmlns:a16="http://schemas.microsoft.com/office/drawing/2014/main" id="{2FFEF8E8-B3AA-4ED9-A721-7558829BFC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47" name="グループ化 137846">
                        <a:extLst>
                          <a:ext uri="{FF2B5EF4-FFF2-40B4-BE49-F238E27FC236}">
                            <a16:creationId xmlns:a16="http://schemas.microsoft.com/office/drawing/2014/main" id="{8D101E71-2DF2-4BF0-94CE-E0767D1A3F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52" name="楕円 137851">
                          <a:extLst>
                            <a:ext uri="{FF2B5EF4-FFF2-40B4-BE49-F238E27FC236}">
                              <a16:creationId xmlns:a16="http://schemas.microsoft.com/office/drawing/2014/main" id="{E9606A84-24E8-411E-BC76-BA8BFB83CF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53" name="直線コネクタ 137852">
                          <a:extLst>
                            <a:ext uri="{FF2B5EF4-FFF2-40B4-BE49-F238E27FC236}">
                              <a16:creationId xmlns:a16="http://schemas.microsoft.com/office/drawing/2014/main" id="{12D315C3-BF66-4055-8A91-EFF7BCE95E69}"/>
                            </a:ext>
                          </a:extLst>
                        </p:cNvPr>
                        <p:cNvCxnSpPr>
                          <a:cxnSpLocks/>
                          <a:stCxn id="137852" idx="0"/>
                          <a:endCxn id="13785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54" name="直線コネクタ 137853">
                          <a:extLst>
                            <a:ext uri="{FF2B5EF4-FFF2-40B4-BE49-F238E27FC236}">
                              <a16:creationId xmlns:a16="http://schemas.microsoft.com/office/drawing/2014/main" id="{865F3CCF-8A20-4AD4-8035-EE50297CC73C}"/>
                            </a:ext>
                          </a:extLst>
                        </p:cNvPr>
                        <p:cNvCxnSpPr>
                          <a:cxnSpLocks/>
                          <a:stCxn id="137852" idx="2"/>
                          <a:endCxn id="13785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48" name="楕円 137847">
                        <a:extLst>
                          <a:ext uri="{FF2B5EF4-FFF2-40B4-BE49-F238E27FC236}">
                            <a16:creationId xmlns:a16="http://schemas.microsoft.com/office/drawing/2014/main" id="{DC151F41-5250-4269-BF6F-DB5F0733BC7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49" name="楕円 137848">
                        <a:extLst>
                          <a:ext uri="{FF2B5EF4-FFF2-40B4-BE49-F238E27FC236}">
                            <a16:creationId xmlns:a16="http://schemas.microsoft.com/office/drawing/2014/main" id="{29EDB688-4FB5-4272-9EDA-3A8F7C7839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50" name="楕円 137849">
                        <a:extLst>
                          <a:ext uri="{FF2B5EF4-FFF2-40B4-BE49-F238E27FC236}">
                            <a16:creationId xmlns:a16="http://schemas.microsoft.com/office/drawing/2014/main" id="{4CEE4C51-6D41-4FF6-B1F2-79CD98D7BFD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51" name="楕円 137850">
                        <a:extLst>
                          <a:ext uri="{FF2B5EF4-FFF2-40B4-BE49-F238E27FC236}">
                            <a16:creationId xmlns:a16="http://schemas.microsoft.com/office/drawing/2014/main" id="{A5452134-7284-4F82-BEAC-B8AA84A3780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829" name="グループ化 137828">
                      <a:extLst>
                        <a:ext uri="{FF2B5EF4-FFF2-40B4-BE49-F238E27FC236}">
                          <a16:creationId xmlns:a16="http://schemas.microsoft.com/office/drawing/2014/main" id="{EE88DA60-1333-4725-9030-F22B0B6E7E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39" name="グループ化 137838">
                        <a:extLst>
                          <a:ext uri="{FF2B5EF4-FFF2-40B4-BE49-F238E27FC236}">
                            <a16:creationId xmlns:a16="http://schemas.microsoft.com/office/drawing/2014/main" id="{2F59CEB4-395A-4A2B-9BA7-5C6E8E970A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44" name="楕円 137843">
                          <a:extLst>
                            <a:ext uri="{FF2B5EF4-FFF2-40B4-BE49-F238E27FC236}">
                              <a16:creationId xmlns:a16="http://schemas.microsoft.com/office/drawing/2014/main" id="{C9371C32-FC0E-4B13-8E1D-9AA0B5C233A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45" name="直線コネクタ 137844">
                          <a:extLst>
                            <a:ext uri="{FF2B5EF4-FFF2-40B4-BE49-F238E27FC236}">
                              <a16:creationId xmlns:a16="http://schemas.microsoft.com/office/drawing/2014/main" id="{7DE003E5-475F-4232-9DC1-12EC55FE30CA}"/>
                            </a:ext>
                          </a:extLst>
                        </p:cNvPr>
                        <p:cNvCxnSpPr>
                          <a:cxnSpLocks/>
                          <a:stCxn id="137844" idx="0"/>
                          <a:endCxn id="13784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46" name="直線コネクタ 137845">
                          <a:extLst>
                            <a:ext uri="{FF2B5EF4-FFF2-40B4-BE49-F238E27FC236}">
                              <a16:creationId xmlns:a16="http://schemas.microsoft.com/office/drawing/2014/main" id="{6A20C64F-A52F-4163-A300-F3727E92710E}"/>
                            </a:ext>
                          </a:extLst>
                        </p:cNvPr>
                        <p:cNvCxnSpPr>
                          <a:cxnSpLocks/>
                          <a:stCxn id="137844" idx="2"/>
                          <a:endCxn id="13784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40" name="楕円 137839">
                        <a:extLst>
                          <a:ext uri="{FF2B5EF4-FFF2-40B4-BE49-F238E27FC236}">
                            <a16:creationId xmlns:a16="http://schemas.microsoft.com/office/drawing/2014/main" id="{16F5DDEB-47FE-45DD-BD48-770657C6DC3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41" name="楕円 137840">
                        <a:extLst>
                          <a:ext uri="{FF2B5EF4-FFF2-40B4-BE49-F238E27FC236}">
                            <a16:creationId xmlns:a16="http://schemas.microsoft.com/office/drawing/2014/main" id="{D15407FD-6A4E-4329-B119-43BBBAD8BC1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42" name="楕円 137841">
                        <a:extLst>
                          <a:ext uri="{FF2B5EF4-FFF2-40B4-BE49-F238E27FC236}">
                            <a16:creationId xmlns:a16="http://schemas.microsoft.com/office/drawing/2014/main" id="{4B7169AF-9B30-4B73-9F2D-AEFF02EE5F8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43" name="楕円 137842">
                        <a:extLst>
                          <a:ext uri="{FF2B5EF4-FFF2-40B4-BE49-F238E27FC236}">
                            <a16:creationId xmlns:a16="http://schemas.microsoft.com/office/drawing/2014/main" id="{A862BC66-900E-4B32-8202-8201BC9B5EB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830" name="グループ化 137829">
                      <a:extLst>
                        <a:ext uri="{FF2B5EF4-FFF2-40B4-BE49-F238E27FC236}">
                          <a16:creationId xmlns:a16="http://schemas.microsoft.com/office/drawing/2014/main" id="{710B4B40-91B9-4026-ADE0-A6304AFE78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31" name="グループ化 137830">
                        <a:extLst>
                          <a:ext uri="{FF2B5EF4-FFF2-40B4-BE49-F238E27FC236}">
                            <a16:creationId xmlns:a16="http://schemas.microsoft.com/office/drawing/2014/main" id="{82F669B8-EC3F-4488-963F-08A173FB26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36" name="楕円 137835">
                          <a:extLst>
                            <a:ext uri="{FF2B5EF4-FFF2-40B4-BE49-F238E27FC236}">
                              <a16:creationId xmlns:a16="http://schemas.microsoft.com/office/drawing/2014/main" id="{B5DCA632-D154-4548-AC62-496932875D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37" name="直線コネクタ 137836">
                          <a:extLst>
                            <a:ext uri="{FF2B5EF4-FFF2-40B4-BE49-F238E27FC236}">
                              <a16:creationId xmlns:a16="http://schemas.microsoft.com/office/drawing/2014/main" id="{5BA1DBEF-CEF8-446B-ADFF-B089A624F764}"/>
                            </a:ext>
                          </a:extLst>
                        </p:cNvPr>
                        <p:cNvCxnSpPr>
                          <a:cxnSpLocks/>
                          <a:stCxn id="137836" idx="0"/>
                          <a:endCxn id="13783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38" name="直線コネクタ 137837">
                          <a:extLst>
                            <a:ext uri="{FF2B5EF4-FFF2-40B4-BE49-F238E27FC236}">
                              <a16:creationId xmlns:a16="http://schemas.microsoft.com/office/drawing/2014/main" id="{C8B8DB7C-399C-41E5-9181-724F107E7062}"/>
                            </a:ext>
                          </a:extLst>
                        </p:cNvPr>
                        <p:cNvCxnSpPr>
                          <a:cxnSpLocks/>
                          <a:stCxn id="137836" idx="2"/>
                          <a:endCxn id="13783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32" name="楕円 137831">
                        <a:extLst>
                          <a:ext uri="{FF2B5EF4-FFF2-40B4-BE49-F238E27FC236}">
                            <a16:creationId xmlns:a16="http://schemas.microsoft.com/office/drawing/2014/main" id="{41A076AC-8512-4FB2-A04A-64B7DC8BFD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33" name="楕円 137832">
                        <a:extLst>
                          <a:ext uri="{FF2B5EF4-FFF2-40B4-BE49-F238E27FC236}">
                            <a16:creationId xmlns:a16="http://schemas.microsoft.com/office/drawing/2014/main" id="{7F110FE9-08FC-40F2-A8F5-7C509343DB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34" name="楕円 137833">
                        <a:extLst>
                          <a:ext uri="{FF2B5EF4-FFF2-40B4-BE49-F238E27FC236}">
                            <a16:creationId xmlns:a16="http://schemas.microsoft.com/office/drawing/2014/main" id="{DD8C24C6-5408-4909-AF92-631CB42627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35" name="楕円 137834">
                        <a:extLst>
                          <a:ext uri="{FF2B5EF4-FFF2-40B4-BE49-F238E27FC236}">
                            <a16:creationId xmlns:a16="http://schemas.microsoft.com/office/drawing/2014/main" id="{BD46F02D-9DE0-4549-912D-F1BCF89B54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7005" name="直線コネクタ 137004">
                    <a:extLst>
                      <a:ext uri="{FF2B5EF4-FFF2-40B4-BE49-F238E27FC236}">
                        <a16:creationId xmlns:a16="http://schemas.microsoft.com/office/drawing/2014/main" id="{69D3F05A-CE68-4AEA-AE51-48541D693A4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6780000" flipH="1" flipV="1">
                    <a:off x="5129762" y="5990152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006" name="直線コネクタ 137005">
                    <a:extLst>
                      <a:ext uri="{FF2B5EF4-FFF2-40B4-BE49-F238E27FC236}">
                        <a16:creationId xmlns:a16="http://schemas.microsoft.com/office/drawing/2014/main" id="{AB570183-50AD-4339-A339-8319D52AEFB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9480000" flipH="1" flipV="1">
                    <a:off x="4784636" y="564280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007" name="直線コネクタ 137006">
                    <a:extLst>
                      <a:ext uri="{FF2B5EF4-FFF2-40B4-BE49-F238E27FC236}">
                        <a16:creationId xmlns:a16="http://schemas.microsoft.com/office/drawing/2014/main" id="{B5456079-075F-4B06-8AAE-874A410FECC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500000" flipH="1" flipV="1">
                    <a:off x="4924560" y="494794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008" name="直線コネクタ 137007">
                    <a:extLst>
                      <a:ext uri="{FF2B5EF4-FFF2-40B4-BE49-F238E27FC236}">
                        <a16:creationId xmlns:a16="http://schemas.microsoft.com/office/drawing/2014/main" id="{CB9F965B-427D-4E97-8359-7F8AE5354B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657526" y="46572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7009" name="グループ化 137008">
                    <a:extLst>
                      <a:ext uri="{FF2B5EF4-FFF2-40B4-BE49-F238E27FC236}">
                        <a16:creationId xmlns:a16="http://schemas.microsoft.com/office/drawing/2014/main" id="{460A9FB1-9325-470E-A1DB-61850E6D0B1D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679955" y="4680051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37786" name="グループ化 137785">
                      <a:extLst>
                        <a:ext uri="{FF2B5EF4-FFF2-40B4-BE49-F238E27FC236}">
                          <a16:creationId xmlns:a16="http://schemas.microsoft.com/office/drawing/2014/main" id="{3150948E-9A73-40BA-852B-2735344990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37823" name="楕円 137822">
                        <a:extLst>
                          <a:ext uri="{FF2B5EF4-FFF2-40B4-BE49-F238E27FC236}">
                            <a16:creationId xmlns:a16="http://schemas.microsoft.com/office/drawing/2014/main" id="{6B15EF6A-F653-480F-AB24-AA5D4743746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824" name="直線コネクタ 137823">
                        <a:extLst>
                          <a:ext uri="{FF2B5EF4-FFF2-40B4-BE49-F238E27FC236}">
                            <a16:creationId xmlns:a16="http://schemas.microsoft.com/office/drawing/2014/main" id="{1070B318-EF45-4054-8792-B1A187DF108E}"/>
                          </a:ext>
                        </a:extLst>
                      </p:cNvPr>
                      <p:cNvCxnSpPr>
                        <a:cxnSpLocks/>
                        <a:stCxn id="137823" idx="3"/>
                        <a:endCxn id="137823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825" name="直線コネクタ 137824">
                        <a:extLst>
                          <a:ext uri="{FF2B5EF4-FFF2-40B4-BE49-F238E27FC236}">
                            <a16:creationId xmlns:a16="http://schemas.microsoft.com/office/drawing/2014/main" id="{01A518F7-33F9-403A-9EE8-A8347FA2955B}"/>
                          </a:ext>
                        </a:extLst>
                      </p:cNvPr>
                      <p:cNvCxnSpPr>
                        <a:cxnSpLocks/>
                        <a:stCxn id="137823" idx="1"/>
                        <a:endCxn id="137823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787" name="グループ化 137786">
                      <a:extLst>
                        <a:ext uri="{FF2B5EF4-FFF2-40B4-BE49-F238E27FC236}">
                          <a16:creationId xmlns:a16="http://schemas.microsoft.com/office/drawing/2014/main" id="{7AB9EB21-60C0-43AA-9D14-31F49A2033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15" name="グループ化 137814">
                        <a:extLst>
                          <a:ext uri="{FF2B5EF4-FFF2-40B4-BE49-F238E27FC236}">
                            <a16:creationId xmlns:a16="http://schemas.microsoft.com/office/drawing/2014/main" id="{A990B7A7-113D-475A-ACA4-6D834E8DF9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20" name="楕円 137819">
                          <a:extLst>
                            <a:ext uri="{FF2B5EF4-FFF2-40B4-BE49-F238E27FC236}">
                              <a16:creationId xmlns:a16="http://schemas.microsoft.com/office/drawing/2014/main" id="{621FE590-0737-448D-A423-9B63722F50C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21" name="直線コネクタ 137820">
                          <a:extLst>
                            <a:ext uri="{FF2B5EF4-FFF2-40B4-BE49-F238E27FC236}">
                              <a16:creationId xmlns:a16="http://schemas.microsoft.com/office/drawing/2014/main" id="{54E47025-520E-4D72-8311-D62343FBE699}"/>
                            </a:ext>
                          </a:extLst>
                        </p:cNvPr>
                        <p:cNvCxnSpPr>
                          <a:cxnSpLocks/>
                          <a:stCxn id="137820" idx="0"/>
                          <a:endCxn id="137820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22" name="直線コネクタ 137821">
                          <a:extLst>
                            <a:ext uri="{FF2B5EF4-FFF2-40B4-BE49-F238E27FC236}">
                              <a16:creationId xmlns:a16="http://schemas.microsoft.com/office/drawing/2014/main" id="{908BC366-83B4-4CF3-830A-F9120321AB24}"/>
                            </a:ext>
                          </a:extLst>
                        </p:cNvPr>
                        <p:cNvCxnSpPr>
                          <a:cxnSpLocks/>
                          <a:stCxn id="137820" idx="2"/>
                          <a:endCxn id="137820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16" name="楕円 137815">
                        <a:extLst>
                          <a:ext uri="{FF2B5EF4-FFF2-40B4-BE49-F238E27FC236}">
                            <a16:creationId xmlns:a16="http://schemas.microsoft.com/office/drawing/2014/main" id="{7D13EF67-376C-43D5-B822-32A98CE3036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17" name="楕円 137816">
                        <a:extLst>
                          <a:ext uri="{FF2B5EF4-FFF2-40B4-BE49-F238E27FC236}">
                            <a16:creationId xmlns:a16="http://schemas.microsoft.com/office/drawing/2014/main" id="{54EDA858-9587-444B-B238-C106088DB5D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18" name="楕円 137817">
                        <a:extLst>
                          <a:ext uri="{FF2B5EF4-FFF2-40B4-BE49-F238E27FC236}">
                            <a16:creationId xmlns:a16="http://schemas.microsoft.com/office/drawing/2014/main" id="{C644FFF7-7385-49DD-BF5E-5FDE78F1F68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19" name="楕円 137818">
                        <a:extLst>
                          <a:ext uri="{FF2B5EF4-FFF2-40B4-BE49-F238E27FC236}">
                            <a16:creationId xmlns:a16="http://schemas.microsoft.com/office/drawing/2014/main" id="{82D87A48-6362-4D91-A435-53457CAE265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788" name="グループ化 137787">
                      <a:extLst>
                        <a:ext uri="{FF2B5EF4-FFF2-40B4-BE49-F238E27FC236}">
                          <a16:creationId xmlns:a16="http://schemas.microsoft.com/office/drawing/2014/main" id="{AEEBC6B2-0BB1-4A2B-84F5-6ED5AD729A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807" name="グループ化 137806">
                        <a:extLst>
                          <a:ext uri="{FF2B5EF4-FFF2-40B4-BE49-F238E27FC236}">
                            <a16:creationId xmlns:a16="http://schemas.microsoft.com/office/drawing/2014/main" id="{3BABA453-5DB0-4192-A345-9AA337F1A6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12" name="楕円 137811">
                          <a:extLst>
                            <a:ext uri="{FF2B5EF4-FFF2-40B4-BE49-F238E27FC236}">
                              <a16:creationId xmlns:a16="http://schemas.microsoft.com/office/drawing/2014/main" id="{8D9ECDC1-68B1-467E-80B5-71F4C351A7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13" name="直線コネクタ 137812">
                          <a:extLst>
                            <a:ext uri="{FF2B5EF4-FFF2-40B4-BE49-F238E27FC236}">
                              <a16:creationId xmlns:a16="http://schemas.microsoft.com/office/drawing/2014/main" id="{A9889C59-007F-47E6-AECF-2F53F20527AB}"/>
                            </a:ext>
                          </a:extLst>
                        </p:cNvPr>
                        <p:cNvCxnSpPr>
                          <a:cxnSpLocks/>
                          <a:stCxn id="137812" idx="0"/>
                          <a:endCxn id="13781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14" name="直線コネクタ 137813">
                          <a:extLst>
                            <a:ext uri="{FF2B5EF4-FFF2-40B4-BE49-F238E27FC236}">
                              <a16:creationId xmlns:a16="http://schemas.microsoft.com/office/drawing/2014/main" id="{AC082DCA-1D1B-4EAD-A69D-625EEFD49782}"/>
                            </a:ext>
                          </a:extLst>
                        </p:cNvPr>
                        <p:cNvCxnSpPr>
                          <a:cxnSpLocks/>
                          <a:stCxn id="137812" idx="2"/>
                          <a:endCxn id="13781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08" name="楕円 137807">
                        <a:extLst>
                          <a:ext uri="{FF2B5EF4-FFF2-40B4-BE49-F238E27FC236}">
                            <a16:creationId xmlns:a16="http://schemas.microsoft.com/office/drawing/2014/main" id="{C33AE9D9-017A-4FDD-86F1-06F5B7ADFA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09" name="楕円 137808">
                        <a:extLst>
                          <a:ext uri="{FF2B5EF4-FFF2-40B4-BE49-F238E27FC236}">
                            <a16:creationId xmlns:a16="http://schemas.microsoft.com/office/drawing/2014/main" id="{412FC3E1-2B6E-4344-B8A2-C8B6025B7A6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10" name="楕円 137809">
                        <a:extLst>
                          <a:ext uri="{FF2B5EF4-FFF2-40B4-BE49-F238E27FC236}">
                            <a16:creationId xmlns:a16="http://schemas.microsoft.com/office/drawing/2014/main" id="{6930D3B5-402C-45A9-BC59-B49132591FD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11" name="楕円 137810">
                        <a:extLst>
                          <a:ext uri="{FF2B5EF4-FFF2-40B4-BE49-F238E27FC236}">
                            <a16:creationId xmlns:a16="http://schemas.microsoft.com/office/drawing/2014/main" id="{88988C0D-F53D-48B1-BD67-9F8CF113C3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789" name="グループ化 137788">
                      <a:extLst>
                        <a:ext uri="{FF2B5EF4-FFF2-40B4-BE49-F238E27FC236}">
                          <a16:creationId xmlns:a16="http://schemas.microsoft.com/office/drawing/2014/main" id="{B2BF6B33-089A-4573-BBA5-4672A220BB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799" name="グループ化 137798">
                        <a:extLst>
                          <a:ext uri="{FF2B5EF4-FFF2-40B4-BE49-F238E27FC236}">
                            <a16:creationId xmlns:a16="http://schemas.microsoft.com/office/drawing/2014/main" id="{A8AF149D-7B90-4B77-B734-9B82A5C99A7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804" name="楕円 137803">
                          <a:extLst>
                            <a:ext uri="{FF2B5EF4-FFF2-40B4-BE49-F238E27FC236}">
                              <a16:creationId xmlns:a16="http://schemas.microsoft.com/office/drawing/2014/main" id="{87838B78-E0FA-47B6-9B02-48D24E2DD9D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805" name="直線コネクタ 137804">
                          <a:extLst>
                            <a:ext uri="{FF2B5EF4-FFF2-40B4-BE49-F238E27FC236}">
                              <a16:creationId xmlns:a16="http://schemas.microsoft.com/office/drawing/2014/main" id="{B148E801-1B53-40C2-A25B-856A02C611E0}"/>
                            </a:ext>
                          </a:extLst>
                        </p:cNvPr>
                        <p:cNvCxnSpPr>
                          <a:cxnSpLocks/>
                          <a:stCxn id="137804" idx="0"/>
                          <a:endCxn id="13780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806" name="直線コネクタ 137805">
                          <a:extLst>
                            <a:ext uri="{FF2B5EF4-FFF2-40B4-BE49-F238E27FC236}">
                              <a16:creationId xmlns:a16="http://schemas.microsoft.com/office/drawing/2014/main" id="{5A631D80-D250-472D-A737-FA3AB84E741C}"/>
                            </a:ext>
                          </a:extLst>
                        </p:cNvPr>
                        <p:cNvCxnSpPr>
                          <a:cxnSpLocks/>
                          <a:stCxn id="137804" idx="2"/>
                          <a:endCxn id="13780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800" name="楕円 137799">
                        <a:extLst>
                          <a:ext uri="{FF2B5EF4-FFF2-40B4-BE49-F238E27FC236}">
                            <a16:creationId xmlns:a16="http://schemas.microsoft.com/office/drawing/2014/main" id="{8AE32D13-1381-4CD6-83E7-FCD66F319AA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01" name="楕円 137800">
                        <a:extLst>
                          <a:ext uri="{FF2B5EF4-FFF2-40B4-BE49-F238E27FC236}">
                            <a16:creationId xmlns:a16="http://schemas.microsoft.com/office/drawing/2014/main" id="{5A166221-3593-4B40-8647-667498A1201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02" name="楕円 137801">
                        <a:extLst>
                          <a:ext uri="{FF2B5EF4-FFF2-40B4-BE49-F238E27FC236}">
                            <a16:creationId xmlns:a16="http://schemas.microsoft.com/office/drawing/2014/main" id="{3CA1CC27-C24C-40CE-B8E7-CB816AD14D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803" name="楕円 137802">
                        <a:extLst>
                          <a:ext uri="{FF2B5EF4-FFF2-40B4-BE49-F238E27FC236}">
                            <a16:creationId xmlns:a16="http://schemas.microsoft.com/office/drawing/2014/main" id="{390101F4-915D-4D4C-BDF6-300362EBBE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7790" name="グループ化 137789">
                      <a:extLst>
                        <a:ext uri="{FF2B5EF4-FFF2-40B4-BE49-F238E27FC236}">
                          <a16:creationId xmlns:a16="http://schemas.microsoft.com/office/drawing/2014/main" id="{4A5273BD-7B5C-4A24-9085-7E9B2B659C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7791" name="グループ化 137790">
                        <a:extLst>
                          <a:ext uri="{FF2B5EF4-FFF2-40B4-BE49-F238E27FC236}">
                            <a16:creationId xmlns:a16="http://schemas.microsoft.com/office/drawing/2014/main" id="{62354454-EC15-4D76-A76B-239CB5B4B9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7796" name="楕円 137795">
                          <a:extLst>
                            <a:ext uri="{FF2B5EF4-FFF2-40B4-BE49-F238E27FC236}">
                              <a16:creationId xmlns:a16="http://schemas.microsoft.com/office/drawing/2014/main" id="{DB8A8823-A946-4780-9236-0216D6A4113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97" name="直線コネクタ 137796">
                          <a:extLst>
                            <a:ext uri="{FF2B5EF4-FFF2-40B4-BE49-F238E27FC236}">
                              <a16:creationId xmlns:a16="http://schemas.microsoft.com/office/drawing/2014/main" id="{8060DFCA-121A-433C-8301-488A7697F673}"/>
                            </a:ext>
                          </a:extLst>
                        </p:cNvPr>
                        <p:cNvCxnSpPr>
                          <a:cxnSpLocks/>
                          <a:stCxn id="137796" idx="0"/>
                          <a:endCxn id="13779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98" name="直線コネクタ 137797">
                          <a:extLst>
                            <a:ext uri="{FF2B5EF4-FFF2-40B4-BE49-F238E27FC236}">
                              <a16:creationId xmlns:a16="http://schemas.microsoft.com/office/drawing/2014/main" id="{73612C95-3EE2-4F04-A965-F7821080648D}"/>
                            </a:ext>
                          </a:extLst>
                        </p:cNvPr>
                        <p:cNvCxnSpPr>
                          <a:cxnSpLocks/>
                          <a:stCxn id="137796" idx="2"/>
                          <a:endCxn id="13779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7792" name="楕円 137791">
                        <a:extLst>
                          <a:ext uri="{FF2B5EF4-FFF2-40B4-BE49-F238E27FC236}">
                            <a16:creationId xmlns:a16="http://schemas.microsoft.com/office/drawing/2014/main" id="{FC21F759-E05E-4F7E-B2C1-19016B06C7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793" name="楕円 137792">
                        <a:extLst>
                          <a:ext uri="{FF2B5EF4-FFF2-40B4-BE49-F238E27FC236}">
                            <a16:creationId xmlns:a16="http://schemas.microsoft.com/office/drawing/2014/main" id="{3D3459CE-C5E8-4083-9A99-237EF5BF732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794" name="楕円 137793">
                        <a:extLst>
                          <a:ext uri="{FF2B5EF4-FFF2-40B4-BE49-F238E27FC236}">
                            <a16:creationId xmlns:a16="http://schemas.microsoft.com/office/drawing/2014/main" id="{FA1D8D97-3B55-4907-A74F-B729F856FB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7795" name="楕円 137794">
                        <a:extLst>
                          <a:ext uri="{FF2B5EF4-FFF2-40B4-BE49-F238E27FC236}">
                            <a16:creationId xmlns:a16="http://schemas.microsoft.com/office/drawing/2014/main" id="{0BFAE8BD-82DF-4301-97B1-AAF9238F2B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7010" name="直線コネクタ 137009">
                    <a:extLst>
                      <a:ext uri="{FF2B5EF4-FFF2-40B4-BE49-F238E27FC236}">
                        <a16:creationId xmlns:a16="http://schemas.microsoft.com/office/drawing/2014/main" id="{EA26E2CC-8829-4010-83F0-39C09207852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2180000" flipH="1" flipV="1">
                    <a:off x="4786205" y="515315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011" name="直線コネクタ 137010">
                    <a:extLst>
                      <a:ext uri="{FF2B5EF4-FFF2-40B4-BE49-F238E27FC236}">
                        <a16:creationId xmlns:a16="http://schemas.microsoft.com/office/drawing/2014/main" id="{1B688BBB-DA44-4002-B664-D6B3F113C41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4880000" flipH="1" flipV="1">
                    <a:off x="5133550" y="480803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7012" name="楕円 137011">
                    <a:extLst>
                      <a:ext uri="{FF2B5EF4-FFF2-40B4-BE49-F238E27FC236}">
                        <a16:creationId xmlns:a16="http://schemas.microsoft.com/office/drawing/2014/main" id="{AA1CA416-38A1-4EFC-A52C-A8A4838F05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2180000" flipH="1">
                    <a:off x="6024048" y="511452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13" name="楕円 137012">
                    <a:extLst>
                      <a:ext uri="{FF2B5EF4-FFF2-40B4-BE49-F238E27FC236}">
                        <a16:creationId xmlns:a16="http://schemas.microsoft.com/office/drawing/2014/main" id="{44C4F4C0-6096-436C-B6A8-7E3D981E27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6076355" y="5378299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14" name="楕円 137013">
                    <a:extLst>
                      <a:ext uri="{FF2B5EF4-FFF2-40B4-BE49-F238E27FC236}">
                        <a16:creationId xmlns:a16="http://schemas.microsoft.com/office/drawing/2014/main" id="{A59AC1EB-E693-49A0-91DD-C013CCA9CE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378263" y="6076355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15" name="楕円 137014">
                    <a:extLst>
                      <a:ext uri="{FF2B5EF4-FFF2-40B4-BE49-F238E27FC236}">
                        <a16:creationId xmlns:a16="http://schemas.microsoft.com/office/drawing/2014/main" id="{7871AB9B-681A-463F-B077-8C9138F327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7580000" flipH="1">
                    <a:off x="5642042" y="60240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16" name="楕円 137015">
                    <a:extLst>
                      <a:ext uri="{FF2B5EF4-FFF2-40B4-BE49-F238E27FC236}">
                        <a16:creationId xmlns:a16="http://schemas.microsoft.com/office/drawing/2014/main" id="{C7F0D4D3-C30E-49C7-B6DF-DA8A2C524C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4880000" flipH="1">
                    <a:off x="6021414" y="564840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17" name="楕円 137016">
                    <a:extLst>
                      <a:ext uri="{FF2B5EF4-FFF2-40B4-BE49-F238E27FC236}">
                        <a16:creationId xmlns:a16="http://schemas.microsoft.com/office/drawing/2014/main" id="{F98950B5-F581-4A0F-92A6-381B02F232D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>
                    <a:off x="4680207" y="5378263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18" name="楕円 137017">
                    <a:extLst>
                      <a:ext uri="{FF2B5EF4-FFF2-40B4-BE49-F238E27FC236}">
                        <a16:creationId xmlns:a16="http://schemas.microsoft.com/office/drawing/2014/main" id="{448A791E-9E28-4513-9A1E-B7629464576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80000" flipH="1">
                    <a:off x="4732514" y="564204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19" name="楕円 137018">
                    <a:extLst>
                      <a:ext uri="{FF2B5EF4-FFF2-40B4-BE49-F238E27FC236}">
                        <a16:creationId xmlns:a16="http://schemas.microsoft.com/office/drawing/2014/main" id="{EFC2FDC9-9DA2-4072-8AAF-6B4BABEA9E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0280000" flipH="1">
                    <a:off x="5108162" y="60214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20" name="楕円 137019">
                    <a:extLst>
                      <a:ext uri="{FF2B5EF4-FFF2-40B4-BE49-F238E27FC236}">
                        <a16:creationId xmlns:a16="http://schemas.microsoft.com/office/drawing/2014/main" id="{42BC6A7C-DB4E-4C16-870F-17E7611FFD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6780000" flipH="1">
                    <a:off x="5114520" y="47325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21" name="楕円 137020">
                    <a:extLst>
                      <a:ext uri="{FF2B5EF4-FFF2-40B4-BE49-F238E27FC236}">
                        <a16:creationId xmlns:a16="http://schemas.microsoft.com/office/drawing/2014/main" id="{BB830DC4-EE99-4FC7-8C4C-F99E0D2C487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4080000" flipH="1">
                    <a:off x="4735148" y="510816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7022" name="楕円 137021">
                    <a:extLst>
                      <a:ext uri="{FF2B5EF4-FFF2-40B4-BE49-F238E27FC236}">
                        <a16:creationId xmlns:a16="http://schemas.microsoft.com/office/drawing/2014/main" id="{F18D6474-89FB-4601-BDC2-49431A9245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>
                    <a:off x="5378299" y="4680207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grpSp>
                <p:nvGrpSpPr>
                  <p:cNvPr id="137023" name="グループ化 137022">
                    <a:extLst>
                      <a:ext uri="{FF2B5EF4-FFF2-40B4-BE49-F238E27FC236}">
                        <a16:creationId xmlns:a16="http://schemas.microsoft.com/office/drawing/2014/main" id="{35A196DA-9705-4A34-B0A6-F802C4B0A456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752" name="グループ化 137751">
                      <a:extLst>
                        <a:ext uri="{FF2B5EF4-FFF2-40B4-BE49-F238E27FC236}">
                          <a16:creationId xmlns:a16="http://schemas.microsoft.com/office/drawing/2014/main" id="{40B28471-060C-4523-8CF7-079E748C0F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777" name="直線コネクタ 137776">
                        <a:extLst>
                          <a:ext uri="{FF2B5EF4-FFF2-40B4-BE49-F238E27FC236}">
                            <a16:creationId xmlns:a16="http://schemas.microsoft.com/office/drawing/2014/main" id="{52F5A6C8-C648-4E9E-B1F4-2C1019924E0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78" name="直線コネクタ 137777">
                        <a:extLst>
                          <a:ext uri="{FF2B5EF4-FFF2-40B4-BE49-F238E27FC236}">
                            <a16:creationId xmlns:a16="http://schemas.microsoft.com/office/drawing/2014/main" id="{341AC17C-A81B-4EE0-86E8-350141A7167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79" name="直線コネクタ 137778">
                        <a:extLst>
                          <a:ext uri="{FF2B5EF4-FFF2-40B4-BE49-F238E27FC236}">
                            <a16:creationId xmlns:a16="http://schemas.microsoft.com/office/drawing/2014/main" id="{685022C5-0AB9-43FC-BF56-4B5F8B7D0FC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80" name="直線コネクタ 137779">
                        <a:extLst>
                          <a:ext uri="{FF2B5EF4-FFF2-40B4-BE49-F238E27FC236}">
                            <a16:creationId xmlns:a16="http://schemas.microsoft.com/office/drawing/2014/main" id="{F0235C4F-8651-4D42-AA0E-A8F91F55089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81" name="直線コネクタ 137780">
                        <a:extLst>
                          <a:ext uri="{FF2B5EF4-FFF2-40B4-BE49-F238E27FC236}">
                            <a16:creationId xmlns:a16="http://schemas.microsoft.com/office/drawing/2014/main" id="{15BA1579-93C5-452B-9E06-E364314117D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82" name="直線コネクタ 137781">
                        <a:extLst>
                          <a:ext uri="{FF2B5EF4-FFF2-40B4-BE49-F238E27FC236}">
                            <a16:creationId xmlns:a16="http://schemas.microsoft.com/office/drawing/2014/main" id="{D00358F3-FE62-4AF9-BD68-A1C1C461748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83" name="直線コネクタ 137782">
                        <a:extLst>
                          <a:ext uri="{FF2B5EF4-FFF2-40B4-BE49-F238E27FC236}">
                            <a16:creationId xmlns:a16="http://schemas.microsoft.com/office/drawing/2014/main" id="{2AE5C9DB-FD43-451F-970B-CB2E3B3A9F4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84" name="直線コネクタ 137783">
                        <a:extLst>
                          <a:ext uri="{FF2B5EF4-FFF2-40B4-BE49-F238E27FC236}">
                            <a16:creationId xmlns:a16="http://schemas.microsoft.com/office/drawing/2014/main" id="{D60C0844-39AD-48DF-88D5-25ABBB66235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85" name="直線コネクタ 137784">
                        <a:extLst>
                          <a:ext uri="{FF2B5EF4-FFF2-40B4-BE49-F238E27FC236}">
                            <a16:creationId xmlns:a16="http://schemas.microsoft.com/office/drawing/2014/main" id="{58033F5B-11C5-4159-AF24-C629AB16EC1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753" name="グループ化 137752">
                      <a:extLst>
                        <a:ext uri="{FF2B5EF4-FFF2-40B4-BE49-F238E27FC236}">
                          <a16:creationId xmlns:a16="http://schemas.microsoft.com/office/drawing/2014/main" id="{0F771756-ABB8-4A39-AF76-70D70E44F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774" name="楕円 137773">
                        <a:extLst>
                          <a:ext uri="{FF2B5EF4-FFF2-40B4-BE49-F238E27FC236}">
                            <a16:creationId xmlns:a16="http://schemas.microsoft.com/office/drawing/2014/main" id="{10F9E5BD-01FF-4407-B7FF-D6AE58D403F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775" name="直線コネクタ 137774">
                        <a:extLst>
                          <a:ext uri="{FF2B5EF4-FFF2-40B4-BE49-F238E27FC236}">
                            <a16:creationId xmlns:a16="http://schemas.microsoft.com/office/drawing/2014/main" id="{60A52FD8-C148-4B5B-86A0-A0A1E3AE9FD4}"/>
                          </a:ext>
                        </a:extLst>
                      </p:cNvPr>
                      <p:cNvCxnSpPr>
                        <a:cxnSpLocks/>
                        <a:stCxn id="137774" idx="6"/>
                        <a:endCxn id="13777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76" name="直線コネクタ 137775">
                        <a:extLst>
                          <a:ext uri="{FF2B5EF4-FFF2-40B4-BE49-F238E27FC236}">
                            <a16:creationId xmlns:a16="http://schemas.microsoft.com/office/drawing/2014/main" id="{5279DE25-3F7B-4DC2-884E-821022AB8365}"/>
                          </a:ext>
                        </a:extLst>
                      </p:cNvPr>
                      <p:cNvCxnSpPr>
                        <a:cxnSpLocks/>
                        <a:stCxn id="137774" idx="4"/>
                        <a:endCxn id="13777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754" name="グループ化 137753">
                      <a:extLst>
                        <a:ext uri="{FF2B5EF4-FFF2-40B4-BE49-F238E27FC236}">
                          <a16:creationId xmlns:a16="http://schemas.microsoft.com/office/drawing/2014/main" id="{388D7539-A961-4790-898A-268B43022CD6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771" name="楕円 137770">
                        <a:extLst>
                          <a:ext uri="{FF2B5EF4-FFF2-40B4-BE49-F238E27FC236}">
                            <a16:creationId xmlns:a16="http://schemas.microsoft.com/office/drawing/2014/main" id="{CCC5548B-1B95-4849-AA5B-495D1511F9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772" name="直線コネクタ 137771">
                        <a:extLst>
                          <a:ext uri="{FF2B5EF4-FFF2-40B4-BE49-F238E27FC236}">
                            <a16:creationId xmlns:a16="http://schemas.microsoft.com/office/drawing/2014/main" id="{01759958-D3DE-481F-A92D-5B76166D4BD4}"/>
                          </a:ext>
                        </a:extLst>
                      </p:cNvPr>
                      <p:cNvCxnSpPr>
                        <a:cxnSpLocks/>
                        <a:stCxn id="137771" idx="6"/>
                        <a:endCxn id="13777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73" name="直線コネクタ 137772">
                        <a:extLst>
                          <a:ext uri="{FF2B5EF4-FFF2-40B4-BE49-F238E27FC236}">
                            <a16:creationId xmlns:a16="http://schemas.microsoft.com/office/drawing/2014/main" id="{7FE6A601-E871-498C-B574-4508D148CD5A}"/>
                          </a:ext>
                        </a:extLst>
                      </p:cNvPr>
                      <p:cNvCxnSpPr>
                        <a:cxnSpLocks/>
                        <a:stCxn id="137771" idx="4"/>
                        <a:endCxn id="13777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755" name="グループ化 137754">
                      <a:extLst>
                        <a:ext uri="{FF2B5EF4-FFF2-40B4-BE49-F238E27FC236}">
                          <a16:creationId xmlns:a16="http://schemas.microsoft.com/office/drawing/2014/main" id="{D9CC5D44-200A-479E-8296-FC142E736F9E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768" name="楕円 137767">
                        <a:extLst>
                          <a:ext uri="{FF2B5EF4-FFF2-40B4-BE49-F238E27FC236}">
                            <a16:creationId xmlns:a16="http://schemas.microsoft.com/office/drawing/2014/main" id="{878A74E2-8CE9-431E-BFD6-928918CEF0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769" name="直線コネクタ 137768">
                        <a:extLst>
                          <a:ext uri="{FF2B5EF4-FFF2-40B4-BE49-F238E27FC236}">
                            <a16:creationId xmlns:a16="http://schemas.microsoft.com/office/drawing/2014/main" id="{EACE5613-3006-45DC-AB5E-DD3F23373DC8}"/>
                          </a:ext>
                        </a:extLst>
                      </p:cNvPr>
                      <p:cNvCxnSpPr>
                        <a:cxnSpLocks/>
                        <a:stCxn id="137768" idx="6"/>
                        <a:endCxn id="13776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70" name="直線コネクタ 137769">
                        <a:extLst>
                          <a:ext uri="{FF2B5EF4-FFF2-40B4-BE49-F238E27FC236}">
                            <a16:creationId xmlns:a16="http://schemas.microsoft.com/office/drawing/2014/main" id="{AB0BF41E-4743-417E-A990-828AEA211A5A}"/>
                          </a:ext>
                        </a:extLst>
                      </p:cNvPr>
                      <p:cNvCxnSpPr>
                        <a:cxnSpLocks/>
                        <a:stCxn id="137768" idx="4"/>
                        <a:endCxn id="13776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756" name="グループ化 137755">
                      <a:extLst>
                        <a:ext uri="{FF2B5EF4-FFF2-40B4-BE49-F238E27FC236}">
                          <a16:creationId xmlns:a16="http://schemas.microsoft.com/office/drawing/2014/main" id="{D871B33A-569C-47FA-8BF5-D66583973D81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765" name="楕円 137764">
                        <a:extLst>
                          <a:ext uri="{FF2B5EF4-FFF2-40B4-BE49-F238E27FC236}">
                            <a16:creationId xmlns:a16="http://schemas.microsoft.com/office/drawing/2014/main" id="{9C9ED848-1656-44EE-A36C-58E2B0D051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766" name="直線コネクタ 137765">
                        <a:extLst>
                          <a:ext uri="{FF2B5EF4-FFF2-40B4-BE49-F238E27FC236}">
                            <a16:creationId xmlns:a16="http://schemas.microsoft.com/office/drawing/2014/main" id="{36FB5EC3-D0DE-4BBA-9DBF-E2DECE2DB75F}"/>
                          </a:ext>
                        </a:extLst>
                      </p:cNvPr>
                      <p:cNvCxnSpPr>
                        <a:cxnSpLocks/>
                        <a:stCxn id="137765" idx="6"/>
                        <a:endCxn id="13776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67" name="直線コネクタ 137766">
                        <a:extLst>
                          <a:ext uri="{FF2B5EF4-FFF2-40B4-BE49-F238E27FC236}">
                            <a16:creationId xmlns:a16="http://schemas.microsoft.com/office/drawing/2014/main" id="{ECD19177-DD66-4C82-85CE-F23DFBDAD373}"/>
                          </a:ext>
                        </a:extLst>
                      </p:cNvPr>
                      <p:cNvCxnSpPr>
                        <a:cxnSpLocks/>
                        <a:stCxn id="137765" idx="4"/>
                        <a:endCxn id="13776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757" name="グループ化 137756">
                      <a:extLst>
                        <a:ext uri="{FF2B5EF4-FFF2-40B4-BE49-F238E27FC236}">
                          <a16:creationId xmlns:a16="http://schemas.microsoft.com/office/drawing/2014/main" id="{44C1B865-D68D-4094-870C-394F44815095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762" name="楕円 137761">
                        <a:extLst>
                          <a:ext uri="{FF2B5EF4-FFF2-40B4-BE49-F238E27FC236}">
                            <a16:creationId xmlns:a16="http://schemas.microsoft.com/office/drawing/2014/main" id="{A4D1B317-3703-4068-B73A-1B4B411998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763" name="直線コネクタ 137762">
                        <a:extLst>
                          <a:ext uri="{FF2B5EF4-FFF2-40B4-BE49-F238E27FC236}">
                            <a16:creationId xmlns:a16="http://schemas.microsoft.com/office/drawing/2014/main" id="{06E57B68-CDE9-4EA8-A8D6-AE2459FCF742}"/>
                          </a:ext>
                        </a:extLst>
                      </p:cNvPr>
                      <p:cNvCxnSpPr>
                        <a:cxnSpLocks/>
                        <a:stCxn id="137762" idx="6"/>
                        <a:endCxn id="13776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64" name="直線コネクタ 137763">
                        <a:extLst>
                          <a:ext uri="{FF2B5EF4-FFF2-40B4-BE49-F238E27FC236}">
                            <a16:creationId xmlns:a16="http://schemas.microsoft.com/office/drawing/2014/main" id="{4631F29F-4B51-484D-98C3-88C9369A5EF2}"/>
                          </a:ext>
                        </a:extLst>
                      </p:cNvPr>
                      <p:cNvCxnSpPr>
                        <a:cxnSpLocks/>
                        <a:stCxn id="137762" idx="4"/>
                        <a:endCxn id="13776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758" name="グループ化 137757">
                      <a:extLst>
                        <a:ext uri="{FF2B5EF4-FFF2-40B4-BE49-F238E27FC236}">
                          <a16:creationId xmlns:a16="http://schemas.microsoft.com/office/drawing/2014/main" id="{FC8D04D2-C214-4A44-97BA-8E0EAF471FD4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759" name="楕円 137758">
                        <a:extLst>
                          <a:ext uri="{FF2B5EF4-FFF2-40B4-BE49-F238E27FC236}">
                            <a16:creationId xmlns:a16="http://schemas.microsoft.com/office/drawing/2014/main" id="{FFE58407-C6D5-4B01-B5B3-9FA43EE8D2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760" name="直線コネクタ 137759">
                        <a:extLst>
                          <a:ext uri="{FF2B5EF4-FFF2-40B4-BE49-F238E27FC236}">
                            <a16:creationId xmlns:a16="http://schemas.microsoft.com/office/drawing/2014/main" id="{23093B46-129B-4336-97D9-D01338AC1D06}"/>
                          </a:ext>
                        </a:extLst>
                      </p:cNvPr>
                      <p:cNvCxnSpPr>
                        <a:cxnSpLocks/>
                        <a:stCxn id="137759" idx="6"/>
                        <a:endCxn id="13775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61" name="直線コネクタ 137760">
                        <a:extLst>
                          <a:ext uri="{FF2B5EF4-FFF2-40B4-BE49-F238E27FC236}">
                            <a16:creationId xmlns:a16="http://schemas.microsoft.com/office/drawing/2014/main" id="{AAC41DA0-677F-4570-AC38-ACA931DE3713}"/>
                          </a:ext>
                        </a:extLst>
                      </p:cNvPr>
                      <p:cNvCxnSpPr>
                        <a:cxnSpLocks/>
                        <a:stCxn id="137759" idx="4"/>
                        <a:endCxn id="13775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7024" name="グループ化 137023">
                    <a:extLst>
                      <a:ext uri="{FF2B5EF4-FFF2-40B4-BE49-F238E27FC236}">
                        <a16:creationId xmlns:a16="http://schemas.microsoft.com/office/drawing/2014/main" id="{25AAFDC3-3924-43E7-8E1A-32E50B4748EC}"/>
                      </a:ext>
                    </a:extLst>
                  </p:cNvPr>
                  <p:cNvGrpSpPr/>
                  <p:nvPr/>
                </p:nvGrpSpPr>
                <p:grpSpPr>
                  <a:xfrm>
                    <a:off x="5634209" y="452689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7697" name="グループ化 137696">
                      <a:extLst>
                        <a:ext uri="{FF2B5EF4-FFF2-40B4-BE49-F238E27FC236}">
                          <a16:creationId xmlns:a16="http://schemas.microsoft.com/office/drawing/2014/main" id="{474EFD41-D711-4B6F-8859-92E3EA61F9A8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7726" name="グループ化 137725">
                        <a:extLst>
                          <a:ext uri="{FF2B5EF4-FFF2-40B4-BE49-F238E27FC236}">
                            <a16:creationId xmlns:a16="http://schemas.microsoft.com/office/drawing/2014/main" id="{72A453FE-D667-430D-B7D9-728CAB06A5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747" name="直線コネクタ 137746">
                          <a:extLst>
                            <a:ext uri="{FF2B5EF4-FFF2-40B4-BE49-F238E27FC236}">
                              <a16:creationId xmlns:a16="http://schemas.microsoft.com/office/drawing/2014/main" id="{C3BC7BA1-F40A-4E84-84D3-1282EC47218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48" name="直線コネクタ 137747">
                          <a:extLst>
                            <a:ext uri="{FF2B5EF4-FFF2-40B4-BE49-F238E27FC236}">
                              <a16:creationId xmlns:a16="http://schemas.microsoft.com/office/drawing/2014/main" id="{D03FDA0D-3D3D-48A9-B22C-D2584B9B71A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49" name="直線コネクタ 137748">
                          <a:extLst>
                            <a:ext uri="{FF2B5EF4-FFF2-40B4-BE49-F238E27FC236}">
                              <a16:creationId xmlns:a16="http://schemas.microsoft.com/office/drawing/2014/main" id="{E6461D9C-49F7-40CA-A16B-59F547CA3C3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50" name="直線コネクタ 137749">
                          <a:extLst>
                            <a:ext uri="{FF2B5EF4-FFF2-40B4-BE49-F238E27FC236}">
                              <a16:creationId xmlns:a16="http://schemas.microsoft.com/office/drawing/2014/main" id="{7C78D388-675E-4E12-836B-D2F19FBD703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51" name="直線コネクタ 137750">
                          <a:extLst>
                            <a:ext uri="{FF2B5EF4-FFF2-40B4-BE49-F238E27FC236}">
                              <a16:creationId xmlns:a16="http://schemas.microsoft.com/office/drawing/2014/main" id="{3616617A-CC83-4E4D-88CE-0EE3D651BC6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27" name="グループ化 137726">
                        <a:extLst>
                          <a:ext uri="{FF2B5EF4-FFF2-40B4-BE49-F238E27FC236}">
                            <a16:creationId xmlns:a16="http://schemas.microsoft.com/office/drawing/2014/main" id="{9BF3C78D-B059-47A1-9EC8-43E363D769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44" name="楕円 137743">
                          <a:extLst>
                            <a:ext uri="{FF2B5EF4-FFF2-40B4-BE49-F238E27FC236}">
                              <a16:creationId xmlns:a16="http://schemas.microsoft.com/office/drawing/2014/main" id="{096982E1-E88F-42E9-BBB9-FC435E4552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45" name="直線コネクタ 137744">
                          <a:extLst>
                            <a:ext uri="{FF2B5EF4-FFF2-40B4-BE49-F238E27FC236}">
                              <a16:creationId xmlns:a16="http://schemas.microsoft.com/office/drawing/2014/main" id="{CA4274BC-6E1E-47BA-8BA2-F75960A006E1}"/>
                            </a:ext>
                          </a:extLst>
                        </p:cNvPr>
                        <p:cNvCxnSpPr>
                          <a:cxnSpLocks/>
                          <a:stCxn id="137744" idx="6"/>
                          <a:endCxn id="13774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46" name="直線コネクタ 137745">
                          <a:extLst>
                            <a:ext uri="{FF2B5EF4-FFF2-40B4-BE49-F238E27FC236}">
                              <a16:creationId xmlns:a16="http://schemas.microsoft.com/office/drawing/2014/main" id="{29F2CF27-7AC2-429D-A576-9E9B715CAEAC}"/>
                            </a:ext>
                          </a:extLst>
                        </p:cNvPr>
                        <p:cNvCxnSpPr>
                          <a:cxnSpLocks/>
                          <a:stCxn id="137744" idx="4"/>
                          <a:endCxn id="13774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28" name="グループ化 137727">
                        <a:extLst>
                          <a:ext uri="{FF2B5EF4-FFF2-40B4-BE49-F238E27FC236}">
                            <a16:creationId xmlns:a16="http://schemas.microsoft.com/office/drawing/2014/main" id="{951ED6B8-4B73-482E-9175-DA70DE3C5A5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41" name="楕円 137740">
                          <a:extLst>
                            <a:ext uri="{FF2B5EF4-FFF2-40B4-BE49-F238E27FC236}">
                              <a16:creationId xmlns:a16="http://schemas.microsoft.com/office/drawing/2014/main" id="{A1E0ED65-ACC2-4B0B-A086-5C58E3B8F8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42" name="直線コネクタ 137741">
                          <a:extLst>
                            <a:ext uri="{FF2B5EF4-FFF2-40B4-BE49-F238E27FC236}">
                              <a16:creationId xmlns:a16="http://schemas.microsoft.com/office/drawing/2014/main" id="{D87D2D89-1187-4E15-9607-80518114E34F}"/>
                            </a:ext>
                          </a:extLst>
                        </p:cNvPr>
                        <p:cNvCxnSpPr>
                          <a:cxnSpLocks/>
                          <a:stCxn id="137741" idx="6"/>
                          <a:endCxn id="13774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43" name="直線コネクタ 137742">
                          <a:extLst>
                            <a:ext uri="{FF2B5EF4-FFF2-40B4-BE49-F238E27FC236}">
                              <a16:creationId xmlns:a16="http://schemas.microsoft.com/office/drawing/2014/main" id="{888DA1DD-C231-4C7F-97AD-CA0EA2876992}"/>
                            </a:ext>
                          </a:extLst>
                        </p:cNvPr>
                        <p:cNvCxnSpPr>
                          <a:cxnSpLocks/>
                          <a:stCxn id="137741" idx="4"/>
                          <a:endCxn id="13774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29" name="グループ化 137728">
                        <a:extLst>
                          <a:ext uri="{FF2B5EF4-FFF2-40B4-BE49-F238E27FC236}">
                            <a16:creationId xmlns:a16="http://schemas.microsoft.com/office/drawing/2014/main" id="{ABF529C7-ADE3-43CE-BF55-2142A1C5570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38" name="楕円 137737">
                          <a:extLst>
                            <a:ext uri="{FF2B5EF4-FFF2-40B4-BE49-F238E27FC236}">
                              <a16:creationId xmlns:a16="http://schemas.microsoft.com/office/drawing/2014/main" id="{70C3E09B-4F52-4953-97EF-C8D9CB8D30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39" name="直線コネクタ 137738">
                          <a:extLst>
                            <a:ext uri="{FF2B5EF4-FFF2-40B4-BE49-F238E27FC236}">
                              <a16:creationId xmlns:a16="http://schemas.microsoft.com/office/drawing/2014/main" id="{578386CA-1BDE-45FE-8784-772BF7054E68}"/>
                            </a:ext>
                          </a:extLst>
                        </p:cNvPr>
                        <p:cNvCxnSpPr>
                          <a:cxnSpLocks/>
                          <a:stCxn id="137738" idx="6"/>
                          <a:endCxn id="13773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40" name="直線コネクタ 137739">
                          <a:extLst>
                            <a:ext uri="{FF2B5EF4-FFF2-40B4-BE49-F238E27FC236}">
                              <a16:creationId xmlns:a16="http://schemas.microsoft.com/office/drawing/2014/main" id="{FF03AD14-490C-4C43-B351-B94E0F1DFB0C}"/>
                            </a:ext>
                          </a:extLst>
                        </p:cNvPr>
                        <p:cNvCxnSpPr>
                          <a:cxnSpLocks/>
                          <a:stCxn id="137738" idx="4"/>
                          <a:endCxn id="13773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30" name="グループ化 137729">
                        <a:extLst>
                          <a:ext uri="{FF2B5EF4-FFF2-40B4-BE49-F238E27FC236}">
                            <a16:creationId xmlns:a16="http://schemas.microsoft.com/office/drawing/2014/main" id="{11511A1A-0F98-4418-A62C-7146AAF5037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35" name="楕円 137734">
                          <a:extLst>
                            <a:ext uri="{FF2B5EF4-FFF2-40B4-BE49-F238E27FC236}">
                              <a16:creationId xmlns:a16="http://schemas.microsoft.com/office/drawing/2014/main" id="{576D037A-DCB9-446B-BD68-DE08671BCB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36" name="直線コネクタ 137735">
                          <a:extLst>
                            <a:ext uri="{FF2B5EF4-FFF2-40B4-BE49-F238E27FC236}">
                              <a16:creationId xmlns:a16="http://schemas.microsoft.com/office/drawing/2014/main" id="{5A70CEC0-39C6-4E27-918A-FE01CDA05AB9}"/>
                            </a:ext>
                          </a:extLst>
                        </p:cNvPr>
                        <p:cNvCxnSpPr>
                          <a:cxnSpLocks/>
                          <a:stCxn id="137735" idx="6"/>
                          <a:endCxn id="13773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37" name="直線コネクタ 137736">
                          <a:extLst>
                            <a:ext uri="{FF2B5EF4-FFF2-40B4-BE49-F238E27FC236}">
                              <a16:creationId xmlns:a16="http://schemas.microsoft.com/office/drawing/2014/main" id="{5B36FD6A-7419-4BD9-9E04-E798638FF3DB}"/>
                            </a:ext>
                          </a:extLst>
                        </p:cNvPr>
                        <p:cNvCxnSpPr>
                          <a:cxnSpLocks/>
                          <a:stCxn id="137735" idx="4"/>
                          <a:endCxn id="13773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31" name="グループ化 137730">
                        <a:extLst>
                          <a:ext uri="{FF2B5EF4-FFF2-40B4-BE49-F238E27FC236}">
                            <a16:creationId xmlns:a16="http://schemas.microsoft.com/office/drawing/2014/main" id="{89ACE4F2-81D3-4CF7-8FF4-914F28CFCCF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32" name="楕円 137731">
                          <a:extLst>
                            <a:ext uri="{FF2B5EF4-FFF2-40B4-BE49-F238E27FC236}">
                              <a16:creationId xmlns:a16="http://schemas.microsoft.com/office/drawing/2014/main" id="{82E2B0AC-12F0-4A34-84F6-3D47093B3A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33" name="直線コネクタ 137732">
                          <a:extLst>
                            <a:ext uri="{FF2B5EF4-FFF2-40B4-BE49-F238E27FC236}">
                              <a16:creationId xmlns:a16="http://schemas.microsoft.com/office/drawing/2014/main" id="{2E7E9793-3827-4A79-B66A-072B5D67B80B}"/>
                            </a:ext>
                          </a:extLst>
                        </p:cNvPr>
                        <p:cNvCxnSpPr>
                          <a:cxnSpLocks/>
                          <a:stCxn id="137732" idx="6"/>
                          <a:endCxn id="13773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34" name="直線コネクタ 137733">
                          <a:extLst>
                            <a:ext uri="{FF2B5EF4-FFF2-40B4-BE49-F238E27FC236}">
                              <a16:creationId xmlns:a16="http://schemas.microsoft.com/office/drawing/2014/main" id="{E96A999B-C11B-4246-A19B-2631B800F2DD}"/>
                            </a:ext>
                          </a:extLst>
                        </p:cNvPr>
                        <p:cNvCxnSpPr>
                          <a:cxnSpLocks/>
                          <a:stCxn id="137732" idx="4"/>
                          <a:endCxn id="13773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7698" name="楕円 137697">
                      <a:extLst>
                        <a:ext uri="{FF2B5EF4-FFF2-40B4-BE49-F238E27FC236}">
                          <a16:creationId xmlns:a16="http://schemas.microsoft.com/office/drawing/2014/main" id="{61566301-2BFF-4A64-894B-3DA0E095DA2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7699" name="グループ化 137698">
                      <a:extLst>
                        <a:ext uri="{FF2B5EF4-FFF2-40B4-BE49-F238E27FC236}">
                          <a16:creationId xmlns:a16="http://schemas.microsoft.com/office/drawing/2014/main" id="{9DCE94CB-BDEE-4D79-B687-C17042F0A3F3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7700" name="グループ化 137699">
                        <a:extLst>
                          <a:ext uri="{FF2B5EF4-FFF2-40B4-BE49-F238E27FC236}">
                            <a16:creationId xmlns:a16="http://schemas.microsoft.com/office/drawing/2014/main" id="{13D3066E-37DC-447C-9F41-282F871D3B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721" name="直線コネクタ 137720">
                          <a:extLst>
                            <a:ext uri="{FF2B5EF4-FFF2-40B4-BE49-F238E27FC236}">
                              <a16:creationId xmlns:a16="http://schemas.microsoft.com/office/drawing/2014/main" id="{FE7F1493-16CE-4E66-B675-127B74E1A29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22" name="直線コネクタ 137721">
                          <a:extLst>
                            <a:ext uri="{FF2B5EF4-FFF2-40B4-BE49-F238E27FC236}">
                              <a16:creationId xmlns:a16="http://schemas.microsoft.com/office/drawing/2014/main" id="{E6BBCC7F-FF9E-4E6C-987E-66817B18462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23" name="直線コネクタ 137722">
                          <a:extLst>
                            <a:ext uri="{FF2B5EF4-FFF2-40B4-BE49-F238E27FC236}">
                              <a16:creationId xmlns:a16="http://schemas.microsoft.com/office/drawing/2014/main" id="{6C2F448D-C566-47EB-B287-A56BC30B994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24" name="直線コネクタ 137723">
                          <a:extLst>
                            <a:ext uri="{FF2B5EF4-FFF2-40B4-BE49-F238E27FC236}">
                              <a16:creationId xmlns:a16="http://schemas.microsoft.com/office/drawing/2014/main" id="{32A8C082-B714-43E3-9E2E-2EB8660BAFC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25" name="直線コネクタ 137724">
                          <a:extLst>
                            <a:ext uri="{FF2B5EF4-FFF2-40B4-BE49-F238E27FC236}">
                              <a16:creationId xmlns:a16="http://schemas.microsoft.com/office/drawing/2014/main" id="{B4B7CC51-D293-4043-9872-FE63C140B69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01" name="グループ化 137700">
                        <a:extLst>
                          <a:ext uri="{FF2B5EF4-FFF2-40B4-BE49-F238E27FC236}">
                            <a16:creationId xmlns:a16="http://schemas.microsoft.com/office/drawing/2014/main" id="{CE6242DD-90D9-4278-A640-8EC208549AF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18" name="楕円 137717">
                          <a:extLst>
                            <a:ext uri="{FF2B5EF4-FFF2-40B4-BE49-F238E27FC236}">
                              <a16:creationId xmlns:a16="http://schemas.microsoft.com/office/drawing/2014/main" id="{315BC179-F55E-481A-B11E-CC3A3E55206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19" name="直線コネクタ 137718">
                          <a:extLst>
                            <a:ext uri="{FF2B5EF4-FFF2-40B4-BE49-F238E27FC236}">
                              <a16:creationId xmlns:a16="http://schemas.microsoft.com/office/drawing/2014/main" id="{B3BA2F3E-4805-4161-AF0B-DED1BEA213AD}"/>
                            </a:ext>
                          </a:extLst>
                        </p:cNvPr>
                        <p:cNvCxnSpPr>
                          <a:cxnSpLocks/>
                          <a:stCxn id="137718" idx="6"/>
                          <a:endCxn id="13771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20" name="直線コネクタ 137719">
                          <a:extLst>
                            <a:ext uri="{FF2B5EF4-FFF2-40B4-BE49-F238E27FC236}">
                              <a16:creationId xmlns:a16="http://schemas.microsoft.com/office/drawing/2014/main" id="{DC4E1E32-5697-4A14-9A42-9EE9905D2FE4}"/>
                            </a:ext>
                          </a:extLst>
                        </p:cNvPr>
                        <p:cNvCxnSpPr>
                          <a:cxnSpLocks/>
                          <a:stCxn id="137718" idx="4"/>
                          <a:endCxn id="13771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02" name="グループ化 137701">
                        <a:extLst>
                          <a:ext uri="{FF2B5EF4-FFF2-40B4-BE49-F238E27FC236}">
                            <a16:creationId xmlns:a16="http://schemas.microsoft.com/office/drawing/2014/main" id="{41C0B9B9-19B4-4070-B1AB-ABB8AF96D6D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15" name="楕円 137714">
                          <a:extLst>
                            <a:ext uri="{FF2B5EF4-FFF2-40B4-BE49-F238E27FC236}">
                              <a16:creationId xmlns:a16="http://schemas.microsoft.com/office/drawing/2014/main" id="{8B54A79D-9AB9-45E1-9208-B45EB65714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16" name="直線コネクタ 137715">
                          <a:extLst>
                            <a:ext uri="{FF2B5EF4-FFF2-40B4-BE49-F238E27FC236}">
                              <a16:creationId xmlns:a16="http://schemas.microsoft.com/office/drawing/2014/main" id="{9E8900BB-1A38-4E4F-A902-28F60535A8CC}"/>
                            </a:ext>
                          </a:extLst>
                        </p:cNvPr>
                        <p:cNvCxnSpPr>
                          <a:cxnSpLocks/>
                          <a:stCxn id="137715" idx="6"/>
                          <a:endCxn id="13771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17" name="直線コネクタ 137716">
                          <a:extLst>
                            <a:ext uri="{FF2B5EF4-FFF2-40B4-BE49-F238E27FC236}">
                              <a16:creationId xmlns:a16="http://schemas.microsoft.com/office/drawing/2014/main" id="{BDC382B0-2EE5-40F3-8494-BC9B32FC6EB3}"/>
                            </a:ext>
                          </a:extLst>
                        </p:cNvPr>
                        <p:cNvCxnSpPr>
                          <a:cxnSpLocks/>
                          <a:stCxn id="137715" idx="4"/>
                          <a:endCxn id="13771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03" name="グループ化 137702">
                        <a:extLst>
                          <a:ext uri="{FF2B5EF4-FFF2-40B4-BE49-F238E27FC236}">
                            <a16:creationId xmlns:a16="http://schemas.microsoft.com/office/drawing/2014/main" id="{2E101786-BD9C-4C4C-96F9-9688F6F767C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12" name="楕円 137711">
                          <a:extLst>
                            <a:ext uri="{FF2B5EF4-FFF2-40B4-BE49-F238E27FC236}">
                              <a16:creationId xmlns:a16="http://schemas.microsoft.com/office/drawing/2014/main" id="{0894E938-BAB6-4029-9E82-4F4625A8713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13" name="直線コネクタ 137712">
                          <a:extLst>
                            <a:ext uri="{FF2B5EF4-FFF2-40B4-BE49-F238E27FC236}">
                              <a16:creationId xmlns:a16="http://schemas.microsoft.com/office/drawing/2014/main" id="{B6888111-170C-49CE-A3F9-6F7CEA34FB7B}"/>
                            </a:ext>
                          </a:extLst>
                        </p:cNvPr>
                        <p:cNvCxnSpPr>
                          <a:cxnSpLocks/>
                          <a:stCxn id="137712" idx="6"/>
                          <a:endCxn id="13771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14" name="直線コネクタ 137713">
                          <a:extLst>
                            <a:ext uri="{FF2B5EF4-FFF2-40B4-BE49-F238E27FC236}">
                              <a16:creationId xmlns:a16="http://schemas.microsoft.com/office/drawing/2014/main" id="{0A08F211-1139-4C0D-AE04-3861E2949828}"/>
                            </a:ext>
                          </a:extLst>
                        </p:cNvPr>
                        <p:cNvCxnSpPr>
                          <a:cxnSpLocks/>
                          <a:stCxn id="137712" idx="4"/>
                          <a:endCxn id="13771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04" name="グループ化 137703">
                        <a:extLst>
                          <a:ext uri="{FF2B5EF4-FFF2-40B4-BE49-F238E27FC236}">
                            <a16:creationId xmlns:a16="http://schemas.microsoft.com/office/drawing/2014/main" id="{DFBF4B2F-AE0A-47D7-9AFC-A00860748E4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09" name="楕円 137708">
                          <a:extLst>
                            <a:ext uri="{FF2B5EF4-FFF2-40B4-BE49-F238E27FC236}">
                              <a16:creationId xmlns:a16="http://schemas.microsoft.com/office/drawing/2014/main" id="{544BE990-1C3C-403F-A06A-59568E5F91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10" name="直線コネクタ 137709">
                          <a:extLst>
                            <a:ext uri="{FF2B5EF4-FFF2-40B4-BE49-F238E27FC236}">
                              <a16:creationId xmlns:a16="http://schemas.microsoft.com/office/drawing/2014/main" id="{C5843F3A-40FF-4133-BC1E-7E86784A28A0}"/>
                            </a:ext>
                          </a:extLst>
                        </p:cNvPr>
                        <p:cNvCxnSpPr>
                          <a:cxnSpLocks/>
                          <a:stCxn id="137709" idx="6"/>
                          <a:endCxn id="13770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11" name="直線コネクタ 137710">
                          <a:extLst>
                            <a:ext uri="{FF2B5EF4-FFF2-40B4-BE49-F238E27FC236}">
                              <a16:creationId xmlns:a16="http://schemas.microsoft.com/office/drawing/2014/main" id="{B4A83BD1-C3D4-456A-9752-863AB5F1FA74}"/>
                            </a:ext>
                          </a:extLst>
                        </p:cNvPr>
                        <p:cNvCxnSpPr>
                          <a:cxnSpLocks/>
                          <a:stCxn id="137709" idx="4"/>
                          <a:endCxn id="13770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705" name="グループ化 137704">
                        <a:extLst>
                          <a:ext uri="{FF2B5EF4-FFF2-40B4-BE49-F238E27FC236}">
                            <a16:creationId xmlns:a16="http://schemas.microsoft.com/office/drawing/2014/main" id="{D1D057D6-E36F-4E81-8007-3BF4646B3C1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706" name="楕円 137705">
                          <a:extLst>
                            <a:ext uri="{FF2B5EF4-FFF2-40B4-BE49-F238E27FC236}">
                              <a16:creationId xmlns:a16="http://schemas.microsoft.com/office/drawing/2014/main" id="{1B810305-D4C0-4E1F-A881-D6BA8237FB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707" name="直線コネクタ 137706">
                          <a:extLst>
                            <a:ext uri="{FF2B5EF4-FFF2-40B4-BE49-F238E27FC236}">
                              <a16:creationId xmlns:a16="http://schemas.microsoft.com/office/drawing/2014/main" id="{000D4E87-8A73-4BA8-8B0D-2B2026BFD363}"/>
                            </a:ext>
                          </a:extLst>
                        </p:cNvPr>
                        <p:cNvCxnSpPr>
                          <a:cxnSpLocks/>
                          <a:stCxn id="137706" idx="6"/>
                          <a:endCxn id="13770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708" name="直線コネクタ 137707">
                          <a:extLst>
                            <a:ext uri="{FF2B5EF4-FFF2-40B4-BE49-F238E27FC236}">
                              <a16:creationId xmlns:a16="http://schemas.microsoft.com/office/drawing/2014/main" id="{EC14AB94-6150-481C-849C-265985B70D80}"/>
                            </a:ext>
                          </a:extLst>
                        </p:cNvPr>
                        <p:cNvCxnSpPr>
                          <a:cxnSpLocks/>
                          <a:stCxn id="137706" idx="4"/>
                          <a:endCxn id="13770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7025" name="グループ化 137024">
                    <a:extLst>
                      <a:ext uri="{FF2B5EF4-FFF2-40B4-BE49-F238E27FC236}">
                        <a16:creationId xmlns:a16="http://schemas.microsoft.com/office/drawing/2014/main" id="{971E2E0A-FDDD-4A6C-8D7E-75116A0DB89F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663" name="グループ化 137662">
                      <a:extLst>
                        <a:ext uri="{FF2B5EF4-FFF2-40B4-BE49-F238E27FC236}">
                          <a16:creationId xmlns:a16="http://schemas.microsoft.com/office/drawing/2014/main" id="{EFA25B5B-355D-4055-811F-89735C1D0C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688" name="直線コネクタ 137687">
                        <a:extLst>
                          <a:ext uri="{FF2B5EF4-FFF2-40B4-BE49-F238E27FC236}">
                            <a16:creationId xmlns:a16="http://schemas.microsoft.com/office/drawing/2014/main" id="{6E1EFE61-7E65-4020-99F0-D44FFBCBDB9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89" name="直線コネクタ 137688">
                        <a:extLst>
                          <a:ext uri="{FF2B5EF4-FFF2-40B4-BE49-F238E27FC236}">
                            <a16:creationId xmlns:a16="http://schemas.microsoft.com/office/drawing/2014/main" id="{32251C45-720B-4F6B-A5BF-ACD61A63F96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90" name="直線コネクタ 137689">
                        <a:extLst>
                          <a:ext uri="{FF2B5EF4-FFF2-40B4-BE49-F238E27FC236}">
                            <a16:creationId xmlns:a16="http://schemas.microsoft.com/office/drawing/2014/main" id="{0F1C3574-2FD2-402B-AE71-55E8AB465B0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91" name="直線コネクタ 137690">
                        <a:extLst>
                          <a:ext uri="{FF2B5EF4-FFF2-40B4-BE49-F238E27FC236}">
                            <a16:creationId xmlns:a16="http://schemas.microsoft.com/office/drawing/2014/main" id="{985D7616-D4CA-4F6A-844F-0472746D94F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92" name="直線コネクタ 137691">
                        <a:extLst>
                          <a:ext uri="{FF2B5EF4-FFF2-40B4-BE49-F238E27FC236}">
                            <a16:creationId xmlns:a16="http://schemas.microsoft.com/office/drawing/2014/main" id="{054D18B5-9F65-4934-9FC0-2C5ACEC2584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93" name="直線コネクタ 137692">
                        <a:extLst>
                          <a:ext uri="{FF2B5EF4-FFF2-40B4-BE49-F238E27FC236}">
                            <a16:creationId xmlns:a16="http://schemas.microsoft.com/office/drawing/2014/main" id="{332F63E8-7B6E-4445-8764-6210C505AF9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94" name="直線コネクタ 137693">
                        <a:extLst>
                          <a:ext uri="{FF2B5EF4-FFF2-40B4-BE49-F238E27FC236}">
                            <a16:creationId xmlns:a16="http://schemas.microsoft.com/office/drawing/2014/main" id="{4266EC17-2A86-415D-9056-CEA512797A7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95" name="直線コネクタ 137694">
                        <a:extLst>
                          <a:ext uri="{FF2B5EF4-FFF2-40B4-BE49-F238E27FC236}">
                            <a16:creationId xmlns:a16="http://schemas.microsoft.com/office/drawing/2014/main" id="{30FDE01A-B904-4C86-B992-B80D93AFE4D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96" name="直線コネクタ 137695">
                        <a:extLst>
                          <a:ext uri="{FF2B5EF4-FFF2-40B4-BE49-F238E27FC236}">
                            <a16:creationId xmlns:a16="http://schemas.microsoft.com/office/drawing/2014/main" id="{A5B6271F-49DB-4197-898B-F862B3CFE5C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664" name="グループ化 137663">
                      <a:extLst>
                        <a:ext uri="{FF2B5EF4-FFF2-40B4-BE49-F238E27FC236}">
                          <a16:creationId xmlns:a16="http://schemas.microsoft.com/office/drawing/2014/main" id="{F56FE984-62DA-4B5B-89CD-245051732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685" name="楕円 137684">
                        <a:extLst>
                          <a:ext uri="{FF2B5EF4-FFF2-40B4-BE49-F238E27FC236}">
                            <a16:creationId xmlns:a16="http://schemas.microsoft.com/office/drawing/2014/main" id="{3EABBADE-F97B-4E6C-B33C-92C8BB783DA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686" name="直線コネクタ 137685">
                        <a:extLst>
                          <a:ext uri="{FF2B5EF4-FFF2-40B4-BE49-F238E27FC236}">
                            <a16:creationId xmlns:a16="http://schemas.microsoft.com/office/drawing/2014/main" id="{D24F7687-E91F-4789-93DE-5AC880E719E9}"/>
                          </a:ext>
                        </a:extLst>
                      </p:cNvPr>
                      <p:cNvCxnSpPr>
                        <a:cxnSpLocks/>
                        <a:stCxn id="137685" idx="6"/>
                        <a:endCxn id="13768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87" name="直線コネクタ 137686">
                        <a:extLst>
                          <a:ext uri="{FF2B5EF4-FFF2-40B4-BE49-F238E27FC236}">
                            <a16:creationId xmlns:a16="http://schemas.microsoft.com/office/drawing/2014/main" id="{64925C10-933A-4332-97D2-DDAA15C015E3}"/>
                          </a:ext>
                        </a:extLst>
                      </p:cNvPr>
                      <p:cNvCxnSpPr>
                        <a:cxnSpLocks/>
                        <a:stCxn id="137685" idx="4"/>
                        <a:endCxn id="13768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665" name="グループ化 137664">
                      <a:extLst>
                        <a:ext uri="{FF2B5EF4-FFF2-40B4-BE49-F238E27FC236}">
                          <a16:creationId xmlns:a16="http://schemas.microsoft.com/office/drawing/2014/main" id="{4812E04A-318B-4C49-8627-889E54A36556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682" name="楕円 137681">
                        <a:extLst>
                          <a:ext uri="{FF2B5EF4-FFF2-40B4-BE49-F238E27FC236}">
                            <a16:creationId xmlns:a16="http://schemas.microsoft.com/office/drawing/2014/main" id="{522313A5-3440-40B4-B374-16EEDB27830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683" name="直線コネクタ 137682">
                        <a:extLst>
                          <a:ext uri="{FF2B5EF4-FFF2-40B4-BE49-F238E27FC236}">
                            <a16:creationId xmlns:a16="http://schemas.microsoft.com/office/drawing/2014/main" id="{365DB9A3-D978-48B7-8A43-3E6779643362}"/>
                          </a:ext>
                        </a:extLst>
                      </p:cNvPr>
                      <p:cNvCxnSpPr>
                        <a:cxnSpLocks/>
                        <a:stCxn id="137682" idx="6"/>
                        <a:endCxn id="13768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84" name="直線コネクタ 137683">
                        <a:extLst>
                          <a:ext uri="{FF2B5EF4-FFF2-40B4-BE49-F238E27FC236}">
                            <a16:creationId xmlns:a16="http://schemas.microsoft.com/office/drawing/2014/main" id="{9B4B018E-A130-461C-A72A-C2DA936048E3}"/>
                          </a:ext>
                        </a:extLst>
                      </p:cNvPr>
                      <p:cNvCxnSpPr>
                        <a:cxnSpLocks/>
                        <a:stCxn id="137682" idx="4"/>
                        <a:endCxn id="13768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666" name="グループ化 137665">
                      <a:extLst>
                        <a:ext uri="{FF2B5EF4-FFF2-40B4-BE49-F238E27FC236}">
                          <a16:creationId xmlns:a16="http://schemas.microsoft.com/office/drawing/2014/main" id="{06BF38D9-418C-4A7F-BC60-219FC7E9F94E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679" name="楕円 137678">
                        <a:extLst>
                          <a:ext uri="{FF2B5EF4-FFF2-40B4-BE49-F238E27FC236}">
                            <a16:creationId xmlns:a16="http://schemas.microsoft.com/office/drawing/2014/main" id="{14CCA002-1C8A-441E-9171-20903D9074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680" name="直線コネクタ 137679">
                        <a:extLst>
                          <a:ext uri="{FF2B5EF4-FFF2-40B4-BE49-F238E27FC236}">
                            <a16:creationId xmlns:a16="http://schemas.microsoft.com/office/drawing/2014/main" id="{07A11E02-AA37-4088-A2AE-372CD01F9ED3}"/>
                          </a:ext>
                        </a:extLst>
                      </p:cNvPr>
                      <p:cNvCxnSpPr>
                        <a:cxnSpLocks/>
                        <a:stCxn id="137679" idx="6"/>
                        <a:endCxn id="13767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81" name="直線コネクタ 137680">
                        <a:extLst>
                          <a:ext uri="{FF2B5EF4-FFF2-40B4-BE49-F238E27FC236}">
                            <a16:creationId xmlns:a16="http://schemas.microsoft.com/office/drawing/2014/main" id="{E22C52AA-27AF-4D21-8C1D-586D334E6E9C}"/>
                          </a:ext>
                        </a:extLst>
                      </p:cNvPr>
                      <p:cNvCxnSpPr>
                        <a:cxnSpLocks/>
                        <a:stCxn id="137679" idx="4"/>
                        <a:endCxn id="13767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667" name="グループ化 137666">
                      <a:extLst>
                        <a:ext uri="{FF2B5EF4-FFF2-40B4-BE49-F238E27FC236}">
                          <a16:creationId xmlns:a16="http://schemas.microsoft.com/office/drawing/2014/main" id="{4E45684E-0016-4684-B029-6318B6A0AB53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676" name="楕円 137675">
                        <a:extLst>
                          <a:ext uri="{FF2B5EF4-FFF2-40B4-BE49-F238E27FC236}">
                            <a16:creationId xmlns:a16="http://schemas.microsoft.com/office/drawing/2014/main" id="{0D7CDBAD-14A4-4015-BF81-2FE5B6F84C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677" name="直線コネクタ 137676">
                        <a:extLst>
                          <a:ext uri="{FF2B5EF4-FFF2-40B4-BE49-F238E27FC236}">
                            <a16:creationId xmlns:a16="http://schemas.microsoft.com/office/drawing/2014/main" id="{62F9C099-4894-4D8C-B8CD-B77349A0A397}"/>
                          </a:ext>
                        </a:extLst>
                      </p:cNvPr>
                      <p:cNvCxnSpPr>
                        <a:cxnSpLocks/>
                        <a:stCxn id="137676" idx="6"/>
                        <a:endCxn id="13767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78" name="直線コネクタ 137677">
                        <a:extLst>
                          <a:ext uri="{FF2B5EF4-FFF2-40B4-BE49-F238E27FC236}">
                            <a16:creationId xmlns:a16="http://schemas.microsoft.com/office/drawing/2014/main" id="{9403ACA1-591E-4177-9DFC-4338B757EC5C}"/>
                          </a:ext>
                        </a:extLst>
                      </p:cNvPr>
                      <p:cNvCxnSpPr>
                        <a:cxnSpLocks/>
                        <a:stCxn id="137676" idx="4"/>
                        <a:endCxn id="13767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668" name="グループ化 137667">
                      <a:extLst>
                        <a:ext uri="{FF2B5EF4-FFF2-40B4-BE49-F238E27FC236}">
                          <a16:creationId xmlns:a16="http://schemas.microsoft.com/office/drawing/2014/main" id="{8796ED43-125C-4A99-8202-D445B510A3B3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673" name="楕円 137672">
                        <a:extLst>
                          <a:ext uri="{FF2B5EF4-FFF2-40B4-BE49-F238E27FC236}">
                            <a16:creationId xmlns:a16="http://schemas.microsoft.com/office/drawing/2014/main" id="{648BCD76-0AD2-45A7-A465-C160D94D06A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674" name="直線コネクタ 137673">
                        <a:extLst>
                          <a:ext uri="{FF2B5EF4-FFF2-40B4-BE49-F238E27FC236}">
                            <a16:creationId xmlns:a16="http://schemas.microsoft.com/office/drawing/2014/main" id="{A6D5366F-86A1-48F5-93F3-B3E6F8823F3B}"/>
                          </a:ext>
                        </a:extLst>
                      </p:cNvPr>
                      <p:cNvCxnSpPr>
                        <a:cxnSpLocks/>
                        <a:stCxn id="137673" idx="6"/>
                        <a:endCxn id="13767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75" name="直線コネクタ 137674">
                        <a:extLst>
                          <a:ext uri="{FF2B5EF4-FFF2-40B4-BE49-F238E27FC236}">
                            <a16:creationId xmlns:a16="http://schemas.microsoft.com/office/drawing/2014/main" id="{86D283EC-6B8C-4CF5-A336-A1F6C986D513}"/>
                          </a:ext>
                        </a:extLst>
                      </p:cNvPr>
                      <p:cNvCxnSpPr>
                        <a:cxnSpLocks/>
                        <a:stCxn id="137673" idx="4"/>
                        <a:endCxn id="13767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669" name="グループ化 137668">
                      <a:extLst>
                        <a:ext uri="{FF2B5EF4-FFF2-40B4-BE49-F238E27FC236}">
                          <a16:creationId xmlns:a16="http://schemas.microsoft.com/office/drawing/2014/main" id="{57ABF1E6-C145-49DC-9C28-C9FDA9FF316D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670" name="楕円 137669">
                        <a:extLst>
                          <a:ext uri="{FF2B5EF4-FFF2-40B4-BE49-F238E27FC236}">
                            <a16:creationId xmlns:a16="http://schemas.microsoft.com/office/drawing/2014/main" id="{87DD23CF-9DF6-453F-ABA7-FBB6F9E413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671" name="直線コネクタ 137670">
                        <a:extLst>
                          <a:ext uri="{FF2B5EF4-FFF2-40B4-BE49-F238E27FC236}">
                            <a16:creationId xmlns:a16="http://schemas.microsoft.com/office/drawing/2014/main" id="{ED45EF10-A934-4838-8A7E-A362B11D7E52}"/>
                          </a:ext>
                        </a:extLst>
                      </p:cNvPr>
                      <p:cNvCxnSpPr>
                        <a:cxnSpLocks/>
                        <a:stCxn id="137670" idx="6"/>
                        <a:endCxn id="13767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72" name="直線コネクタ 137671">
                        <a:extLst>
                          <a:ext uri="{FF2B5EF4-FFF2-40B4-BE49-F238E27FC236}">
                            <a16:creationId xmlns:a16="http://schemas.microsoft.com/office/drawing/2014/main" id="{60844425-959E-45C9-B1A7-0F05DE1103A9}"/>
                          </a:ext>
                        </a:extLst>
                      </p:cNvPr>
                      <p:cNvCxnSpPr>
                        <a:cxnSpLocks/>
                        <a:stCxn id="137670" idx="4"/>
                        <a:endCxn id="13767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7026" name="グループ化 137025">
                    <a:extLst>
                      <a:ext uri="{FF2B5EF4-FFF2-40B4-BE49-F238E27FC236}">
                        <a16:creationId xmlns:a16="http://schemas.microsoft.com/office/drawing/2014/main" id="{AAC8B480-8F8D-4229-81EA-E6DEAE9EB797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090766" y="4988129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7608" name="グループ化 137607">
                      <a:extLst>
                        <a:ext uri="{FF2B5EF4-FFF2-40B4-BE49-F238E27FC236}">
                          <a16:creationId xmlns:a16="http://schemas.microsoft.com/office/drawing/2014/main" id="{95F97F7C-58BE-495C-95E3-4D3E6E8C6CA6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7637" name="グループ化 137636">
                        <a:extLst>
                          <a:ext uri="{FF2B5EF4-FFF2-40B4-BE49-F238E27FC236}">
                            <a16:creationId xmlns:a16="http://schemas.microsoft.com/office/drawing/2014/main" id="{0DB915C0-F506-457F-8F7C-33AFAFE55A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658" name="直線コネクタ 137657">
                          <a:extLst>
                            <a:ext uri="{FF2B5EF4-FFF2-40B4-BE49-F238E27FC236}">
                              <a16:creationId xmlns:a16="http://schemas.microsoft.com/office/drawing/2014/main" id="{AABE71C9-CD77-4DE5-B3CE-15F595E8034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59" name="直線コネクタ 137658">
                          <a:extLst>
                            <a:ext uri="{FF2B5EF4-FFF2-40B4-BE49-F238E27FC236}">
                              <a16:creationId xmlns:a16="http://schemas.microsoft.com/office/drawing/2014/main" id="{785C7F60-D837-4038-A795-98BD3197131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60" name="直線コネクタ 137659">
                          <a:extLst>
                            <a:ext uri="{FF2B5EF4-FFF2-40B4-BE49-F238E27FC236}">
                              <a16:creationId xmlns:a16="http://schemas.microsoft.com/office/drawing/2014/main" id="{739D40FD-4B9C-411A-933A-CBDCB2D2008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61" name="直線コネクタ 137660">
                          <a:extLst>
                            <a:ext uri="{FF2B5EF4-FFF2-40B4-BE49-F238E27FC236}">
                              <a16:creationId xmlns:a16="http://schemas.microsoft.com/office/drawing/2014/main" id="{07056F59-135C-4E32-A0A7-A4112E941F1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62" name="直線コネクタ 137661">
                          <a:extLst>
                            <a:ext uri="{FF2B5EF4-FFF2-40B4-BE49-F238E27FC236}">
                              <a16:creationId xmlns:a16="http://schemas.microsoft.com/office/drawing/2014/main" id="{4CD4C6A3-14D0-408E-BCC6-3626A223129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38" name="グループ化 137637">
                        <a:extLst>
                          <a:ext uri="{FF2B5EF4-FFF2-40B4-BE49-F238E27FC236}">
                            <a16:creationId xmlns:a16="http://schemas.microsoft.com/office/drawing/2014/main" id="{C19C2149-ADDB-4C86-A105-7D5377E29F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55" name="楕円 137654">
                          <a:extLst>
                            <a:ext uri="{FF2B5EF4-FFF2-40B4-BE49-F238E27FC236}">
                              <a16:creationId xmlns:a16="http://schemas.microsoft.com/office/drawing/2014/main" id="{B70F3D63-07B2-4722-8269-07E025D6FC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56" name="直線コネクタ 137655">
                          <a:extLst>
                            <a:ext uri="{FF2B5EF4-FFF2-40B4-BE49-F238E27FC236}">
                              <a16:creationId xmlns:a16="http://schemas.microsoft.com/office/drawing/2014/main" id="{5F218586-2DEE-419F-A76A-93CF7564A978}"/>
                            </a:ext>
                          </a:extLst>
                        </p:cNvPr>
                        <p:cNvCxnSpPr>
                          <a:cxnSpLocks/>
                          <a:stCxn id="137655" idx="6"/>
                          <a:endCxn id="13765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57" name="直線コネクタ 137656">
                          <a:extLst>
                            <a:ext uri="{FF2B5EF4-FFF2-40B4-BE49-F238E27FC236}">
                              <a16:creationId xmlns:a16="http://schemas.microsoft.com/office/drawing/2014/main" id="{E24DB5AF-9691-46D8-B993-73DDE5C2C4D1}"/>
                            </a:ext>
                          </a:extLst>
                        </p:cNvPr>
                        <p:cNvCxnSpPr>
                          <a:cxnSpLocks/>
                          <a:stCxn id="137655" idx="4"/>
                          <a:endCxn id="13765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39" name="グループ化 137638">
                        <a:extLst>
                          <a:ext uri="{FF2B5EF4-FFF2-40B4-BE49-F238E27FC236}">
                            <a16:creationId xmlns:a16="http://schemas.microsoft.com/office/drawing/2014/main" id="{02BD9D25-FC42-4821-A22D-FDBA36116FF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52" name="楕円 137651">
                          <a:extLst>
                            <a:ext uri="{FF2B5EF4-FFF2-40B4-BE49-F238E27FC236}">
                              <a16:creationId xmlns:a16="http://schemas.microsoft.com/office/drawing/2014/main" id="{3E4B8C25-2928-4D97-B245-4C57133548F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53" name="直線コネクタ 137652">
                          <a:extLst>
                            <a:ext uri="{FF2B5EF4-FFF2-40B4-BE49-F238E27FC236}">
                              <a16:creationId xmlns:a16="http://schemas.microsoft.com/office/drawing/2014/main" id="{FC098075-F9A7-43EA-8F22-8D86FEDE8B46}"/>
                            </a:ext>
                          </a:extLst>
                        </p:cNvPr>
                        <p:cNvCxnSpPr>
                          <a:cxnSpLocks/>
                          <a:stCxn id="137652" idx="6"/>
                          <a:endCxn id="13765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54" name="直線コネクタ 137653">
                          <a:extLst>
                            <a:ext uri="{FF2B5EF4-FFF2-40B4-BE49-F238E27FC236}">
                              <a16:creationId xmlns:a16="http://schemas.microsoft.com/office/drawing/2014/main" id="{5837D3FE-3C0A-4503-AC6B-1C792FF9B2E2}"/>
                            </a:ext>
                          </a:extLst>
                        </p:cNvPr>
                        <p:cNvCxnSpPr>
                          <a:cxnSpLocks/>
                          <a:stCxn id="137652" idx="4"/>
                          <a:endCxn id="13765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40" name="グループ化 137639">
                        <a:extLst>
                          <a:ext uri="{FF2B5EF4-FFF2-40B4-BE49-F238E27FC236}">
                            <a16:creationId xmlns:a16="http://schemas.microsoft.com/office/drawing/2014/main" id="{262EADE3-D7E1-43A9-B4AF-8671F28FFE0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49" name="楕円 137648">
                          <a:extLst>
                            <a:ext uri="{FF2B5EF4-FFF2-40B4-BE49-F238E27FC236}">
                              <a16:creationId xmlns:a16="http://schemas.microsoft.com/office/drawing/2014/main" id="{CE45F8C0-58FA-4DCF-AE07-66A7799336C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50" name="直線コネクタ 137649">
                          <a:extLst>
                            <a:ext uri="{FF2B5EF4-FFF2-40B4-BE49-F238E27FC236}">
                              <a16:creationId xmlns:a16="http://schemas.microsoft.com/office/drawing/2014/main" id="{C0380355-DA78-49C0-A09E-473594BF9D03}"/>
                            </a:ext>
                          </a:extLst>
                        </p:cNvPr>
                        <p:cNvCxnSpPr>
                          <a:cxnSpLocks/>
                          <a:stCxn id="137649" idx="6"/>
                          <a:endCxn id="13764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51" name="直線コネクタ 137650">
                          <a:extLst>
                            <a:ext uri="{FF2B5EF4-FFF2-40B4-BE49-F238E27FC236}">
                              <a16:creationId xmlns:a16="http://schemas.microsoft.com/office/drawing/2014/main" id="{25C7CB30-CA10-43D5-A32D-888698F2EB6F}"/>
                            </a:ext>
                          </a:extLst>
                        </p:cNvPr>
                        <p:cNvCxnSpPr>
                          <a:cxnSpLocks/>
                          <a:stCxn id="137649" idx="4"/>
                          <a:endCxn id="13764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41" name="グループ化 137640">
                        <a:extLst>
                          <a:ext uri="{FF2B5EF4-FFF2-40B4-BE49-F238E27FC236}">
                            <a16:creationId xmlns:a16="http://schemas.microsoft.com/office/drawing/2014/main" id="{B1318AA8-4EA5-46CB-AF6A-7A3587605C6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46" name="楕円 137645">
                          <a:extLst>
                            <a:ext uri="{FF2B5EF4-FFF2-40B4-BE49-F238E27FC236}">
                              <a16:creationId xmlns:a16="http://schemas.microsoft.com/office/drawing/2014/main" id="{6723F310-D3CF-400A-A9EF-805738A9385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47" name="直線コネクタ 137646">
                          <a:extLst>
                            <a:ext uri="{FF2B5EF4-FFF2-40B4-BE49-F238E27FC236}">
                              <a16:creationId xmlns:a16="http://schemas.microsoft.com/office/drawing/2014/main" id="{D045A3B8-4991-4448-A765-D48083FF6681}"/>
                            </a:ext>
                          </a:extLst>
                        </p:cNvPr>
                        <p:cNvCxnSpPr>
                          <a:cxnSpLocks/>
                          <a:stCxn id="137646" idx="6"/>
                          <a:endCxn id="13764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48" name="直線コネクタ 137647">
                          <a:extLst>
                            <a:ext uri="{FF2B5EF4-FFF2-40B4-BE49-F238E27FC236}">
                              <a16:creationId xmlns:a16="http://schemas.microsoft.com/office/drawing/2014/main" id="{D8DB97BD-6B1C-4A23-8FE2-56DCFE38D48A}"/>
                            </a:ext>
                          </a:extLst>
                        </p:cNvPr>
                        <p:cNvCxnSpPr>
                          <a:cxnSpLocks/>
                          <a:stCxn id="137646" idx="4"/>
                          <a:endCxn id="13764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42" name="グループ化 137641">
                        <a:extLst>
                          <a:ext uri="{FF2B5EF4-FFF2-40B4-BE49-F238E27FC236}">
                            <a16:creationId xmlns:a16="http://schemas.microsoft.com/office/drawing/2014/main" id="{980B02E6-048F-4046-A3C5-7C44CD5F128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43" name="楕円 137642">
                          <a:extLst>
                            <a:ext uri="{FF2B5EF4-FFF2-40B4-BE49-F238E27FC236}">
                              <a16:creationId xmlns:a16="http://schemas.microsoft.com/office/drawing/2014/main" id="{92FCC7CF-7A06-4188-ABB4-1A5C3389699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44" name="直線コネクタ 137643">
                          <a:extLst>
                            <a:ext uri="{FF2B5EF4-FFF2-40B4-BE49-F238E27FC236}">
                              <a16:creationId xmlns:a16="http://schemas.microsoft.com/office/drawing/2014/main" id="{DFE0D66B-8F20-44ED-90CB-23F389EC0830}"/>
                            </a:ext>
                          </a:extLst>
                        </p:cNvPr>
                        <p:cNvCxnSpPr>
                          <a:cxnSpLocks/>
                          <a:stCxn id="137643" idx="6"/>
                          <a:endCxn id="13764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45" name="直線コネクタ 137644">
                          <a:extLst>
                            <a:ext uri="{FF2B5EF4-FFF2-40B4-BE49-F238E27FC236}">
                              <a16:creationId xmlns:a16="http://schemas.microsoft.com/office/drawing/2014/main" id="{893E6B9A-0F1C-432D-9222-03A0A4AC5956}"/>
                            </a:ext>
                          </a:extLst>
                        </p:cNvPr>
                        <p:cNvCxnSpPr>
                          <a:cxnSpLocks/>
                          <a:stCxn id="137643" idx="4"/>
                          <a:endCxn id="13764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7609" name="楕円 137608">
                      <a:extLst>
                        <a:ext uri="{FF2B5EF4-FFF2-40B4-BE49-F238E27FC236}">
                          <a16:creationId xmlns:a16="http://schemas.microsoft.com/office/drawing/2014/main" id="{758F811C-D9B2-4F2E-9D4C-72D889C60AD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7610" name="グループ化 137609">
                      <a:extLst>
                        <a:ext uri="{FF2B5EF4-FFF2-40B4-BE49-F238E27FC236}">
                          <a16:creationId xmlns:a16="http://schemas.microsoft.com/office/drawing/2014/main" id="{D9A2EAF8-9FA6-4390-91B4-DF0CB8B41BDF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7611" name="グループ化 137610">
                        <a:extLst>
                          <a:ext uri="{FF2B5EF4-FFF2-40B4-BE49-F238E27FC236}">
                            <a16:creationId xmlns:a16="http://schemas.microsoft.com/office/drawing/2014/main" id="{1184F5EC-9F17-4FA6-9788-2B2B45E03F1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632" name="直線コネクタ 137631">
                          <a:extLst>
                            <a:ext uri="{FF2B5EF4-FFF2-40B4-BE49-F238E27FC236}">
                              <a16:creationId xmlns:a16="http://schemas.microsoft.com/office/drawing/2014/main" id="{62C20AD8-C3D9-459A-B0BD-7D2B3D41527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33" name="直線コネクタ 137632">
                          <a:extLst>
                            <a:ext uri="{FF2B5EF4-FFF2-40B4-BE49-F238E27FC236}">
                              <a16:creationId xmlns:a16="http://schemas.microsoft.com/office/drawing/2014/main" id="{ED482234-965C-459F-9E46-E5F7A7D3258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34" name="直線コネクタ 137633">
                          <a:extLst>
                            <a:ext uri="{FF2B5EF4-FFF2-40B4-BE49-F238E27FC236}">
                              <a16:creationId xmlns:a16="http://schemas.microsoft.com/office/drawing/2014/main" id="{B6138241-FCDF-42AF-ADD8-F67DDAF64A0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35" name="直線コネクタ 137634">
                          <a:extLst>
                            <a:ext uri="{FF2B5EF4-FFF2-40B4-BE49-F238E27FC236}">
                              <a16:creationId xmlns:a16="http://schemas.microsoft.com/office/drawing/2014/main" id="{E6FB877B-2F3B-4C80-B9DA-CB58DD2F489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36" name="直線コネクタ 137635">
                          <a:extLst>
                            <a:ext uri="{FF2B5EF4-FFF2-40B4-BE49-F238E27FC236}">
                              <a16:creationId xmlns:a16="http://schemas.microsoft.com/office/drawing/2014/main" id="{50E1B45F-5D32-47C4-91A5-0E3537F6866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12" name="グループ化 137611">
                        <a:extLst>
                          <a:ext uri="{FF2B5EF4-FFF2-40B4-BE49-F238E27FC236}">
                            <a16:creationId xmlns:a16="http://schemas.microsoft.com/office/drawing/2014/main" id="{ECB08B55-A9DB-4BF7-A774-A3C84F7492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29" name="楕円 137628">
                          <a:extLst>
                            <a:ext uri="{FF2B5EF4-FFF2-40B4-BE49-F238E27FC236}">
                              <a16:creationId xmlns:a16="http://schemas.microsoft.com/office/drawing/2014/main" id="{214574EF-2CC1-4055-AA1A-E62C7B6B491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30" name="直線コネクタ 137629">
                          <a:extLst>
                            <a:ext uri="{FF2B5EF4-FFF2-40B4-BE49-F238E27FC236}">
                              <a16:creationId xmlns:a16="http://schemas.microsoft.com/office/drawing/2014/main" id="{412CF606-489C-4F24-9FD5-272EFFC5E893}"/>
                            </a:ext>
                          </a:extLst>
                        </p:cNvPr>
                        <p:cNvCxnSpPr>
                          <a:cxnSpLocks/>
                          <a:stCxn id="137629" idx="6"/>
                          <a:endCxn id="13762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31" name="直線コネクタ 137630">
                          <a:extLst>
                            <a:ext uri="{FF2B5EF4-FFF2-40B4-BE49-F238E27FC236}">
                              <a16:creationId xmlns:a16="http://schemas.microsoft.com/office/drawing/2014/main" id="{A44E608D-5B26-4EB8-BC41-9D3997A3AAFD}"/>
                            </a:ext>
                          </a:extLst>
                        </p:cNvPr>
                        <p:cNvCxnSpPr>
                          <a:cxnSpLocks/>
                          <a:stCxn id="137629" idx="4"/>
                          <a:endCxn id="13762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13" name="グループ化 137612">
                        <a:extLst>
                          <a:ext uri="{FF2B5EF4-FFF2-40B4-BE49-F238E27FC236}">
                            <a16:creationId xmlns:a16="http://schemas.microsoft.com/office/drawing/2014/main" id="{B4C30994-A723-48E5-9037-BFA5E5F5165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26" name="楕円 137625">
                          <a:extLst>
                            <a:ext uri="{FF2B5EF4-FFF2-40B4-BE49-F238E27FC236}">
                              <a16:creationId xmlns:a16="http://schemas.microsoft.com/office/drawing/2014/main" id="{30C463CD-C055-4AE1-8FE2-3024A9DF5C4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27" name="直線コネクタ 137626">
                          <a:extLst>
                            <a:ext uri="{FF2B5EF4-FFF2-40B4-BE49-F238E27FC236}">
                              <a16:creationId xmlns:a16="http://schemas.microsoft.com/office/drawing/2014/main" id="{8A8A2DD4-D9A5-421A-8CBD-CA91D08530AC}"/>
                            </a:ext>
                          </a:extLst>
                        </p:cNvPr>
                        <p:cNvCxnSpPr>
                          <a:cxnSpLocks/>
                          <a:stCxn id="137626" idx="6"/>
                          <a:endCxn id="13762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28" name="直線コネクタ 137627">
                          <a:extLst>
                            <a:ext uri="{FF2B5EF4-FFF2-40B4-BE49-F238E27FC236}">
                              <a16:creationId xmlns:a16="http://schemas.microsoft.com/office/drawing/2014/main" id="{266337DC-1FCA-400D-A1AE-9889F191D811}"/>
                            </a:ext>
                          </a:extLst>
                        </p:cNvPr>
                        <p:cNvCxnSpPr>
                          <a:cxnSpLocks/>
                          <a:stCxn id="137626" idx="4"/>
                          <a:endCxn id="13762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14" name="グループ化 137613">
                        <a:extLst>
                          <a:ext uri="{FF2B5EF4-FFF2-40B4-BE49-F238E27FC236}">
                            <a16:creationId xmlns:a16="http://schemas.microsoft.com/office/drawing/2014/main" id="{74A41B6C-4B72-4044-AAA9-65FAEE5EF6E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23" name="楕円 137622">
                          <a:extLst>
                            <a:ext uri="{FF2B5EF4-FFF2-40B4-BE49-F238E27FC236}">
                              <a16:creationId xmlns:a16="http://schemas.microsoft.com/office/drawing/2014/main" id="{ACA054AC-F736-439A-B1FC-7809273D17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24" name="直線コネクタ 137623">
                          <a:extLst>
                            <a:ext uri="{FF2B5EF4-FFF2-40B4-BE49-F238E27FC236}">
                              <a16:creationId xmlns:a16="http://schemas.microsoft.com/office/drawing/2014/main" id="{E2567FE6-8F13-4332-A20D-A5413F345985}"/>
                            </a:ext>
                          </a:extLst>
                        </p:cNvPr>
                        <p:cNvCxnSpPr>
                          <a:cxnSpLocks/>
                          <a:stCxn id="137623" idx="6"/>
                          <a:endCxn id="13762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25" name="直線コネクタ 137624">
                          <a:extLst>
                            <a:ext uri="{FF2B5EF4-FFF2-40B4-BE49-F238E27FC236}">
                              <a16:creationId xmlns:a16="http://schemas.microsoft.com/office/drawing/2014/main" id="{3CC90473-8CDE-446F-91F6-961FE3D590A2}"/>
                            </a:ext>
                          </a:extLst>
                        </p:cNvPr>
                        <p:cNvCxnSpPr>
                          <a:cxnSpLocks/>
                          <a:stCxn id="137623" idx="4"/>
                          <a:endCxn id="13762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15" name="グループ化 137614">
                        <a:extLst>
                          <a:ext uri="{FF2B5EF4-FFF2-40B4-BE49-F238E27FC236}">
                            <a16:creationId xmlns:a16="http://schemas.microsoft.com/office/drawing/2014/main" id="{E266CFE1-AB0A-4817-8C05-B401B819EF7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20" name="楕円 137619">
                          <a:extLst>
                            <a:ext uri="{FF2B5EF4-FFF2-40B4-BE49-F238E27FC236}">
                              <a16:creationId xmlns:a16="http://schemas.microsoft.com/office/drawing/2014/main" id="{AA1B1BD7-AFEB-492C-9B62-221ED55A2F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21" name="直線コネクタ 137620">
                          <a:extLst>
                            <a:ext uri="{FF2B5EF4-FFF2-40B4-BE49-F238E27FC236}">
                              <a16:creationId xmlns:a16="http://schemas.microsoft.com/office/drawing/2014/main" id="{63628D4F-D134-431A-906D-69AB5EB2FDB3}"/>
                            </a:ext>
                          </a:extLst>
                        </p:cNvPr>
                        <p:cNvCxnSpPr>
                          <a:cxnSpLocks/>
                          <a:stCxn id="137620" idx="6"/>
                          <a:endCxn id="13762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22" name="直線コネクタ 137621">
                          <a:extLst>
                            <a:ext uri="{FF2B5EF4-FFF2-40B4-BE49-F238E27FC236}">
                              <a16:creationId xmlns:a16="http://schemas.microsoft.com/office/drawing/2014/main" id="{899D8B17-56C9-40AF-ACF8-376229E00AA3}"/>
                            </a:ext>
                          </a:extLst>
                        </p:cNvPr>
                        <p:cNvCxnSpPr>
                          <a:cxnSpLocks/>
                          <a:stCxn id="137620" idx="4"/>
                          <a:endCxn id="13762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616" name="グループ化 137615">
                        <a:extLst>
                          <a:ext uri="{FF2B5EF4-FFF2-40B4-BE49-F238E27FC236}">
                            <a16:creationId xmlns:a16="http://schemas.microsoft.com/office/drawing/2014/main" id="{98019880-7D40-442F-84FD-B7AC28BA0A9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617" name="楕円 137616">
                          <a:extLst>
                            <a:ext uri="{FF2B5EF4-FFF2-40B4-BE49-F238E27FC236}">
                              <a16:creationId xmlns:a16="http://schemas.microsoft.com/office/drawing/2014/main" id="{6CFF4AF2-20B1-4C4E-B31A-6860AA7566D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618" name="直線コネクタ 137617">
                          <a:extLst>
                            <a:ext uri="{FF2B5EF4-FFF2-40B4-BE49-F238E27FC236}">
                              <a16:creationId xmlns:a16="http://schemas.microsoft.com/office/drawing/2014/main" id="{60084F42-F761-47D6-A8E0-C7FEC72777C4}"/>
                            </a:ext>
                          </a:extLst>
                        </p:cNvPr>
                        <p:cNvCxnSpPr>
                          <a:cxnSpLocks/>
                          <a:stCxn id="137617" idx="6"/>
                          <a:endCxn id="13761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619" name="直線コネクタ 137618">
                          <a:extLst>
                            <a:ext uri="{FF2B5EF4-FFF2-40B4-BE49-F238E27FC236}">
                              <a16:creationId xmlns:a16="http://schemas.microsoft.com/office/drawing/2014/main" id="{2B3CD17B-123F-4B3F-A69C-6F8BFF41B048}"/>
                            </a:ext>
                          </a:extLst>
                        </p:cNvPr>
                        <p:cNvCxnSpPr>
                          <a:cxnSpLocks/>
                          <a:stCxn id="137617" idx="4"/>
                          <a:endCxn id="13761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7027" name="グループ化 137026">
                    <a:extLst>
                      <a:ext uri="{FF2B5EF4-FFF2-40B4-BE49-F238E27FC236}">
                        <a16:creationId xmlns:a16="http://schemas.microsoft.com/office/drawing/2014/main" id="{2DF6BA31-BBF2-4A44-AD52-3A9AACFAA5E1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85337" y="470003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574" name="グループ化 137573">
                      <a:extLst>
                        <a:ext uri="{FF2B5EF4-FFF2-40B4-BE49-F238E27FC236}">
                          <a16:creationId xmlns:a16="http://schemas.microsoft.com/office/drawing/2014/main" id="{46A6139B-13B3-43DC-9DA2-2A4ADD7B69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599" name="直線コネクタ 137598">
                        <a:extLst>
                          <a:ext uri="{FF2B5EF4-FFF2-40B4-BE49-F238E27FC236}">
                            <a16:creationId xmlns:a16="http://schemas.microsoft.com/office/drawing/2014/main" id="{A2A47069-57EA-46E1-8FAC-0AAD0F44E76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00" name="直線コネクタ 137599">
                        <a:extLst>
                          <a:ext uri="{FF2B5EF4-FFF2-40B4-BE49-F238E27FC236}">
                            <a16:creationId xmlns:a16="http://schemas.microsoft.com/office/drawing/2014/main" id="{F39CAF59-A6C3-46E4-962E-8754C6F158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01" name="直線コネクタ 137600">
                        <a:extLst>
                          <a:ext uri="{FF2B5EF4-FFF2-40B4-BE49-F238E27FC236}">
                            <a16:creationId xmlns:a16="http://schemas.microsoft.com/office/drawing/2014/main" id="{39112A50-B0E0-45CD-85B8-B2D0DC50ACE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02" name="直線コネクタ 137601">
                        <a:extLst>
                          <a:ext uri="{FF2B5EF4-FFF2-40B4-BE49-F238E27FC236}">
                            <a16:creationId xmlns:a16="http://schemas.microsoft.com/office/drawing/2014/main" id="{17EE6371-31A1-4926-8F17-25F2187B912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03" name="直線コネクタ 137602">
                        <a:extLst>
                          <a:ext uri="{FF2B5EF4-FFF2-40B4-BE49-F238E27FC236}">
                            <a16:creationId xmlns:a16="http://schemas.microsoft.com/office/drawing/2014/main" id="{88BD3D8E-92F9-4134-AB7C-C4A54880160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04" name="直線コネクタ 137603">
                        <a:extLst>
                          <a:ext uri="{FF2B5EF4-FFF2-40B4-BE49-F238E27FC236}">
                            <a16:creationId xmlns:a16="http://schemas.microsoft.com/office/drawing/2014/main" id="{6BED0626-8098-4084-94B4-CA1E39784C8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05" name="直線コネクタ 137604">
                        <a:extLst>
                          <a:ext uri="{FF2B5EF4-FFF2-40B4-BE49-F238E27FC236}">
                            <a16:creationId xmlns:a16="http://schemas.microsoft.com/office/drawing/2014/main" id="{26A19698-097C-47C8-AFB3-39634F9298C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06" name="直線コネクタ 137605">
                        <a:extLst>
                          <a:ext uri="{FF2B5EF4-FFF2-40B4-BE49-F238E27FC236}">
                            <a16:creationId xmlns:a16="http://schemas.microsoft.com/office/drawing/2014/main" id="{F1292053-E1EB-414B-A8B6-F288AB10C2D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607" name="直線コネクタ 137606">
                        <a:extLst>
                          <a:ext uri="{FF2B5EF4-FFF2-40B4-BE49-F238E27FC236}">
                            <a16:creationId xmlns:a16="http://schemas.microsoft.com/office/drawing/2014/main" id="{6181FCE1-8E31-4D55-B050-0C032C85B1E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575" name="グループ化 137574">
                      <a:extLst>
                        <a:ext uri="{FF2B5EF4-FFF2-40B4-BE49-F238E27FC236}">
                          <a16:creationId xmlns:a16="http://schemas.microsoft.com/office/drawing/2014/main" id="{C29990EC-E72B-49B0-84EB-F4ABACC0E6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96" name="楕円 137595">
                        <a:extLst>
                          <a:ext uri="{FF2B5EF4-FFF2-40B4-BE49-F238E27FC236}">
                            <a16:creationId xmlns:a16="http://schemas.microsoft.com/office/drawing/2014/main" id="{6962ECF7-209A-421F-8D99-9E93B2C9DF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97" name="直線コネクタ 137596">
                        <a:extLst>
                          <a:ext uri="{FF2B5EF4-FFF2-40B4-BE49-F238E27FC236}">
                            <a16:creationId xmlns:a16="http://schemas.microsoft.com/office/drawing/2014/main" id="{54A7A1E9-0E64-468F-B1CC-A9B521CC46FD}"/>
                          </a:ext>
                        </a:extLst>
                      </p:cNvPr>
                      <p:cNvCxnSpPr>
                        <a:cxnSpLocks/>
                        <a:stCxn id="137596" idx="6"/>
                        <a:endCxn id="13759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98" name="直線コネクタ 137597">
                        <a:extLst>
                          <a:ext uri="{FF2B5EF4-FFF2-40B4-BE49-F238E27FC236}">
                            <a16:creationId xmlns:a16="http://schemas.microsoft.com/office/drawing/2014/main" id="{A99F4C98-0390-42DD-A050-F8220F8D14E7}"/>
                          </a:ext>
                        </a:extLst>
                      </p:cNvPr>
                      <p:cNvCxnSpPr>
                        <a:cxnSpLocks/>
                        <a:stCxn id="137596" idx="4"/>
                        <a:endCxn id="13759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576" name="グループ化 137575">
                      <a:extLst>
                        <a:ext uri="{FF2B5EF4-FFF2-40B4-BE49-F238E27FC236}">
                          <a16:creationId xmlns:a16="http://schemas.microsoft.com/office/drawing/2014/main" id="{9D6791B6-CD0B-4E52-9EBB-D717B29F1F9A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93" name="楕円 137592">
                        <a:extLst>
                          <a:ext uri="{FF2B5EF4-FFF2-40B4-BE49-F238E27FC236}">
                            <a16:creationId xmlns:a16="http://schemas.microsoft.com/office/drawing/2014/main" id="{582485F3-B7FC-465B-A314-0E92A270E8D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94" name="直線コネクタ 137593">
                        <a:extLst>
                          <a:ext uri="{FF2B5EF4-FFF2-40B4-BE49-F238E27FC236}">
                            <a16:creationId xmlns:a16="http://schemas.microsoft.com/office/drawing/2014/main" id="{E66102C7-FA6D-437C-8ADC-A4DC7D784D03}"/>
                          </a:ext>
                        </a:extLst>
                      </p:cNvPr>
                      <p:cNvCxnSpPr>
                        <a:cxnSpLocks/>
                        <a:stCxn id="137593" idx="6"/>
                        <a:endCxn id="13759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95" name="直線コネクタ 137594">
                        <a:extLst>
                          <a:ext uri="{FF2B5EF4-FFF2-40B4-BE49-F238E27FC236}">
                            <a16:creationId xmlns:a16="http://schemas.microsoft.com/office/drawing/2014/main" id="{E6486433-E987-4F0F-BA35-AE1506206EEB}"/>
                          </a:ext>
                        </a:extLst>
                      </p:cNvPr>
                      <p:cNvCxnSpPr>
                        <a:cxnSpLocks/>
                        <a:stCxn id="137593" idx="4"/>
                        <a:endCxn id="13759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577" name="グループ化 137576">
                      <a:extLst>
                        <a:ext uri="{FF2B5EF4-FFF2-40B4-BE49-F238E27FC236}">
                          <a16:creationId xmlns:a16="http://schemas.microsoft.com/office/drawing/2014/main" id="{E09F3A39-BB01-4F52-B4F9-8E41BC5C4C9E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90" name="楕円 137589">
                        <a:extLst>
                          <a:ext uri="{FF2B5EF4-FFF2-40B4-BE49-F238E27FC236}">
                            <a16:creationId xmlns:a16="http://schemas.microsoft.com/office/drawing/2014/main" id="{B95F6E67-69E1-4E57-A22B-ECE3D42249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91" name="直線コネクタ 137590">
                        <a:extLst>
                          <a:ext uri="{FF2B5EF4-FFF2-40B4-BE49-F238E27FC236}">
                            <a16:creationId xmlns:a16="http://schemas.microsoft.com/office/drawing/2014/main" id="{8E63EB74-EA21-471C-BF71-9FE31D03C4C6}"/>
                          </a:ext>
                        </a:extLst>
                      </p:cNvPr>
                      <p:cNvCxnSpPr>
                        <a:cxnSpLocks/>
                        <a:stCxn id="137590" idx="6"/>
                        <a:endCxn id="13759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92" name="直線コネクタ 137591">
                        <a:extLst>
                          <a:ext uri="{FF2B5EF4-FFF2-40B4-BE49-F238E27FC236}">
                            <a16:creationId xmlns:a16="http://schemas.microsoft.com/office/drawing/2014/main" id="{1F44315A-28F2-4383-A4EF-C7F1DC1A5117}"/>
                          </a:ext>
                        </a:extLst>
                      </p:cNvPr>
                      <p:cNvCxnSpPr>
                        <a:cxnSpLocks/>
                        <a:stCxn id="137590" idx="4"/>
                        <a:endCxn id="13759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578" name="グループ化 137577">
                      <a:extLst>
                        <a:ext uri="{FF2B5EF4-FFF2-40B4-BE49-F238E27FC236}">
                          <a16:creationId xmlns:a16="http://schemas.microsoft.com/office/drawing/2014/main" id="{5DF99162-AC44-4DFF-B33A-C5EFBEAF3078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87" name="楕円 137586">
                        <a:extLst>
                          <a:ext uri="{FF2B5EF4-FFF2-40B4-BE49-F238E27FC236}">
                            <a16:creationId xmlns:a16="http://schemas.microsoft.com/office/drawing/2014/main" id="{8E5455E8-09D9-4004-A70C-6B4A54FC6F9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88" name="直線コネクタ 137587">
                        <a:extLst>
                          <a:ext uri="{FF2B5EF4-FFF2-40B4-BE49-F238E27FC236}">
                            <a16:creationId xmlns:a16="http://schemas.microsoft.com/office/drawing/2014/main" id="{3B3CA2B8-ED1D-47FE-AE6C-C97EFAF62955}"/>
                          </a:ext>
                        </a:extLst>
                      </p:cNvPr>
                      <p:cNvCxnSpPr>
                        <a:cxnSpLocks/>
                        <a:stCxn id="137587" idx="6"/>
                        <a:endCxn id="13758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89" name="直線コネクタ 137588">
                        <a:extLst>
                          <a:ext uri="{FF2B5EF4-FFF2-40B4-BE49-F238E27FC236}">
                            <a16:creationId xmlns:a16="http://schemas.microsoft.com/office/drawing/2014/main" id="{8539B124-998C-4995-8D0C-AFF6384E413E}"/>
                          </a:ext>
                        </a:extLst>
                      </p:cNvPr>
                      <p:cNvCxnSpPr>
                        <a:cxnSpLocks/>
                        <a:stCxn id="137587" idx="4"/>
                        <a:endCxn id="13758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579" name="グループ化 137578">
                      <a:extLst>
                        <a:ext uri="{FF2B5EF4-FFF2-40B4-BE49-F238E27FC236}">
                          <a16:creationId xmlns:a16="http://schemas.microsoft.com/office/drawing/2014/main" id="{DE49F736-F611-4474-BA4B-DACDE67BBDD3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84" name="楕円 137583">
                        <a:extLst>
                          <a:ext uri="{FF2B5EF4-FFF2-40B4-BE49-F238E27FC236}">
                            <a16:creationId xmlns:a16="http://schemas.microsoft.com/office/drawing/2014/main" id="{78D9C1EF-E06D-413D-ADF7-5F1630FB5CD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85" name="直線コネクタ 137584">
                        <a:extLst>
                          <a:ext uri="{FF2B5EF4-FFF2-40B4-BE49-F238E27FC236}">
                            <a16:creationId xmlns:a16="http://schemas.microsoft.com/office/drawing/2014/main" id="{3F494D81-D676-4E93-8A49-78F5466F9E0F}"/>
                          </a:ext>
                        </a:extLst>
                      </p:cNvPr>
                      <p:cNvCxnSpPr>
                        <a:cxnSpLocks/>
                        <a:stCxn id="137584" idx="6"/>
                        <a:endCxn id="13758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86" name="直線コネクタ 137585">
                        <a:extLst>
                          <a:ext uri="{FF2B5EF4-FFF2-40B4-BE49-F238E27FC236}">
                            <a16:creationId xmlns:a16="http://schemas.microsoft.com/office/drawing/2014/main" id="{8825A1D4-4150-49CA-8B4B-D0F6EABB28B6}"/>
                          </a:ext>
                        </a:extLst>
                      </p:cNvPr>
                      <p:cNvCxnSpPr>
                        <a:cxnSpLocks/>
                        <a:stCxn id="137584" idx="4"/>
                        <a:endCxn id="13758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580" name="グループ化 137579">
                      <a:extLst>
                        <a:ext uri="{FF2B5EF4-FFF2-40B4-BE49-F238E27FC236}">
                          <a16:creationId xmlns:a16="http://schemas.microsoft.com/office/drawing/2014/main" id="{AE00FF9F-0203-49E1-A7F8-0B3A9918DC5A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81" name="楕円 137580">
                        <a:extLst>
                          <a:ext uri="{FF2B5EF4-FFF2-40B4-BE49-F238E27FC236}">
                            <a16:creationId xmlns:a16="http://schemas.microsoft.com/office/drawing/2014/main" id="{53ABFD26-09CA-4433-88ED-4EC7F86B65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82" name="直線コネクタ 137581">
                        <a:extLst>
                          <a:ext uri="{FF2B5EF4-FFF2-40B4-BE49-F238E27FC236}">
                            <a16:creationId xmlns:a16="http://schemas.microsoft.com/office/drawing/2014/main" id="{4E89945F-0AF0-4977-AC83-B83880A9DCDB}"/>
                          </a:ext>
                        </a:extLst>
                      </p:cNvPr>
                      <p:cNvCxnSpPr>
                        <a:cxnSpLocks/>
                        <a:stCxn id="137581" idx="6"/>
                        <a:endCxn id="13758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83" name="直線コネクタ 137582">
                        <a:extLst>
                          <a:ext uri="{FF2B5EF4-FFF2-40B4-BE49-F238E27FC236}">
                            <a16:creationId xmlns:a16="http://schemas.microsoft.com/office/drawing/2014/main" id="{EF54B77C-B3C5-4961-8F7D-DD5DF043E394}"/>
                          </a:ext>
                        </a:extLst>
                      </p:cNvPr>
                      <p:cNvCxnSpPr>
                        <a:cxnSpLocks/>
                        <a:stCxn id="137581" idx="4"/>
                        <a:endCxn id="13758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7028" name="グループ化 137027">
                    <a:extLst>
                      <a:ext uri="{FF2B5EF4-FFF2-40B4-BE49-F238E27FC236}">
                        <a16:creationId xmlns:a16="http://schemas.microsoft.com/office/drawing/2014/main" id="{331472E1-E1FE-4327-A0D6-3C2D15788CD1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087459" y="563710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7519" name="グループ化 137518">
                      <a:extLst>
                        <a:ext uri="{FF2B5EF4-FFF2-40B4-BE49-F238E27FC236}">
                          <a16:creationId xmlns:a16="http://schemas.microsoft.com/office/drawing/2014/main" id="{346AA440-1914-4D1C-A384-1EA7D0D0A2C1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7548" name="グループ化 137547">
                        <a:extLst>
                          <a:ext uri="{FF2B5EF4-FFF2-40B4-BE49-F238E27FC236}">
                            <a16:creationId xmlns:a16="http://schemas.microsoft.com/office/drawing/2014/main" id="{2F26AAB6-07D4-438B-BF8C-C2F3C3B29CC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569" name="直線コネクタ 137568">
                          <a:extLst>
                            <a:ext uri="{FF2B5EF4-FFF2-40B4-BE49-F238E27FC236}">
                              <a16:creationId xmlns:a16="http://schemas.microsoft.com/office/drawing/2014/main" id="{2A0BEF6F-152E-48B1-A974-E9A5A3C2CFA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70" name="直線コネクタ 137569">
                          <a:extLst>
                            <a:ext uri="{FF2B5EF4-FFF2-40B4-BE49-F238E27FC236}">
                              <a16:creationId xmlns:a16="http://schemas.microsoft.com/office/drawing/2014/main" id="{1F41EB69-6F03-454D-96B4-E2AB0F1100D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71" name="直線コネクタ 137570">
                          <a:extLst>
                            <a:ext uri="{FF2B5EF4-FFF2-40B4-BE49-F238E27FC236}">
                              <a16:creationId xmlns:a16="http://schemas.microsoft.com/office/drawing/2014/main" id="{E8F4E9DC-E1D2-4507-A937-2F1E473BC44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72" name="直線コネクタ 137571">
                          <a:extLst>
                            <a:ext uri="{FF2B5EF4-FFF2-40B4-BE49-F238E27FC236}">
                              <a16:creationId xmlns:a16="http://schemas.microsoft.com/office/drawing/2014/main" id="{10638F92-EE0B-4BA9-B4BF-895503CCEAD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73" name="直線コネクタ 137572">
                          <a:extLst>
                            <a:ext uri="{FF2B5EF4-FFF2-40B4-BE49-F238E27FC236}">
                              <a16:creationId xmlns:a16="http://schemas.microsoft.com/office/drawing/2014/main" id="{13842D46-4199-48A2-9D1F-7808D1766B5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49" name="グループ化 137548">
                        <a:extLst>
                          <a:ext uri="{FF2B5EF4-FFF2-40B4-BE49-F238E27FC236}">
                            <a16:creationId xmlns:a16="http://schemas.microsoft.com/office/drawing/2014/main" id="{46AA56C5-A4F8-4F1C-B313-9817AE52D6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66" name="楕円 137565">
                          <a:extLst>
                            <a:ext uri="{FF2B5EF4-FFF2-40B4-BE49-F238E27FC236}">
                              <a16:creationId xmlns:a16="http://schemas.microsoft.com/office/drawing/2014/main" id="{621B1884-49DB-4714-AA9A-3F2038FBD2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67" name="直線コネクタ 137566">
                          <a:extLst>
                            <a:ext uri="{FF2B5EF4-FFF2-40B4-BE49-F238E27FC236}">
                              <a16:creationId xmlns:a16="http://schemas.microsoft.com/office/drawing/2014/main" id="{AB60F9E9-31BD-4CB9-8798-D576E8EA94F5}"/>
                            </a:ext>
                          </a:extLst>
                        </p:cNvPr>
                        <p:cNvCxnSpPr>
                          <a:cxnSpLocks/>
                          <a:stCxn id="137566" idx="6"/>
                          <a:endCxn id="13756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68" name="直線コネクタ 137567">
                          <a:extLst>
                            <a:ext uri="{FF2B5EF4-FFF2-40B4-BE49-F238E27FC236}">
                              <a16:creationId xmlns:a16="http://schemas.microsoft.com/office/drawing/2014/main" id="{5F54DF60-178B-4010-8809-6258B3A294B8}"/>
                            </a:ext>
                          </a:extLst>
                        </p:cNvPr>
                        <p:cNvCxnSpPr>
                          <a:cxnSpLocks/>
                          <a:stCxn id="137566" idx="4"/>
                          <a:endCxn id="13756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50" name="グループ化 137549">
                        <a:extLst>
                          <a:ext uri="{FF2B5EF4-FFF2-40B4-BE49-F238E27FC236}">
                            <a16:creationId xmlns:a16="http://schemas.microsoft.com/office/drawing/2014/main" id="{1E258AFD-2354-4DE4-9E54-67D416AB939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63" name="楕円 137562">
                          <a:extLst>
                            <a:ext uri="{FF2B5EF4-FFF2-40B4-BE49-F238E27FC236}">
                              <a16:creationId xmlns:a16="http://schemas.microsoft.com/office/drawing/2014/main" id="{AA4A8DEE-3843-4CC9-B65D-2FCA4CEF8B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64" name="直線コネクタ 137563">
                          <a:extLst>
                            <a:ext uri="{FF2B5EF4-FFF2-40B4-BE49-F238E27FC236}">
                              <a16:creationId xmlns:a16="http://schemas.microsoft.com/office/drawing/2014/main" id="{01CA73BD-B750-4479-A861-8C57BADF630A}"/>
                            </a:ext>
                          </a:extLst>
                        </p:cNvPr>
                        <p:cNvCxnSpPr>
                          <a:cxnSpLocks/>
                          <a:stCxn id="137563" idx="6"/>
                          <a:endCxn id="13756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65" name="直線コネクタ 137564">
                          <a:extLst>
                            <a:ext uri="{FF2B5EF4-FFF2-40B4-BE49-F238E27FC236}">
                              <a16:creationId xmlns:a16="http://schemas.microsoft.com/office/drawing/2014/main" id="{7A8A8D24-576A-43DE-A5EE-6935342A7443}"/>
                            </a:ext>
                          </a:extLst>
                        </p:cNvPr>
                        <p:cNvCxnSpPr>
                          <a:cxnSpLocks/>
                          <a:stCxn id="137563" idx="4"/>
                          <a:endCxn id="13756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51" name="グループ化 137550">
                        <a:extLst>
                          <a:ext uri="{FF2B5EF4-FFF2-40B4-BE49-F238E27FC236}">
                            <a16:creationId xmlns:a16="http://schemas.microsoft.com/office/drawing/2014/main" id="{ECF24965-3BF9-47EE-8389-42457C7D5C8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60" name="楕円 137559">
                          <a:extLst>
                            <a:ext uri="{FF2B5EF4-FFF2-40B4-BE49-F238E27FC236}">
                              <a16:creationId xmlns:a16="http://schemas.microsoft.com/office/drawing/2014/main" id="{581AAE35-2FF2-4B84-B900-DCFCAD85A1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61" name="直線コネクタ 137560">
                          <a:extLst>
                            <a:ext uri="{FF2B5EF4-FFF2-40B4-BE49-F238E27FC236}">
                              <a16:creationId xmlns:a16="http://schemas.microsoft.com/office/drawing/2014/main" id="{54FC8925-0798-4087-BC1C-262DA0BD362F}"/>
                            </a:ext>
                          </a:extLst>
                        </p:cNvPr>
                        <p:cNvCxnSpPr>
                          <a:cxnSpLocks/>
                          <a:stCxn id="137560" idx="6"/>
                          <a:endCxn id="13756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62" name="直線コネクタ 137561">
                          <a:extLst>
                            <a:ext uri="{FF2B5EF4-FFF2-40B4-BE49-F238E27FC236}">
                              <a16:creationId xmlns:a16="http://schemas.microsoft.com/office/drawing/2014/main" id="{1C496A2F-88C6-4A70-AF78-477440948D45}"/>
                            </a:ext>
                          </a:extLst>
                        </p:cNvPr>
                        <p:cNvCxnSpPr>
                          <a:cxnSpLocks/>
                          <a:stCxn id="137560" idx="4"/>
                          <a:endCxn id="13756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52" name="グループ化 137551">
                        <a:extLst>
                          <a:ext uri="{FF2B5EF4-FFF2-40B4-BE49-F238E27FC236}">
                            <a16:creationId xmlns:a16="http://schemas.microsoft.com/office/drawing/2014/main" id="{DA274CCD-3C2A-4C30-86C1-2DD473788E7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57" name="楕円 137556">
                          <a:extLst>
                            <a:ext uri="{FF2B5EF4-FFF2-40B4-BE49-F238E27FC236}">
                              <a16:creationId xmlns:a16="http://schemas.microsoft.com/office/drawing/2014/main" id="{4915F3A0-E91F-4AD0-A8C4-00C04CD604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58" name="直線コネクタ 137557">
                          <a:extLst>
                            <a:ext uri="{FF2B5EF4-FFF2-40B4-BE49-F238E27FC236}">
                              <a16:creationId xmlns:a16="http://schemas.microsoft.com/office/drawing/2014/main" id="{3BF89A52-CA30-4F93-9190-A47F9A6335D8}"/>
                            </a:ext>
                          </a:extLst>
                        </p:cNvPr>
                        <p:cNvCxnSpPr>
                          <a:cxnSpLocks/>
                          <a:stCxn id="137557" idx="6"/>
                          <a:endCxn id="13755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59" name="直線コネクタ 137558">
                          <a:extLst>
                            <a:ext uri="{FF2B5EF4-FFF2-40B4-BE49-F238E27FC236}">
                              <a16:creationId xmlns:a16="http://schemas.microsoft.com/office/drawing/2014/main" id="{50B137E6-72BD-4AE9-9135-693D41918A47}"/>
                            </a:ext>
                          </a:extLst>
                        </p:cNvPr>
                        <p:cNvCxnSpPr>
                          <a:cxnSpLocks/>
                          <a:stCxn id="137557" idx="4"/>
                          <a:endCxn id="13755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53" name="グループ化 137552">
                        <a:extLst>
                          <a:ext uri="{FF2B5EF4-FFF2-40B4-BE49-F238E27FC236}">
                            <a16:creationId xmlns:a16="http://schemas.microsoft.com/office/drawing/2014/main" id="{F60A7C77-422B-4121-9ED7-82488273CF7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54" name="楕円 137553">
                          <a:extLst>
                            <a:ext uri="{FF2B5EF4-FFF2-40B4-BE49-F238E27FC236}">
                              <a16:creationId xmlns:a16="http://schemas.microsoft.com/office/drawing/2014/main" id="{B61FEE33-C506-4C4F-8281-A0649FF3FAD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55" name="直線コネクタ 137554">
                          <a:extLst>
                            <a:ext uri="{FF2B5EF4-FFF2-40B4-BE49-F238E27FC236}">
                              <a16:creationId xmlns:a16="http://schemas.microsoft.com/office/drawing/2014/main" id="{AF23AB9A-2A27-43DB-9DBA-7309C7E8B74B}"/>
                            </a:ext>
                          </a:extLst>
                        </p:cNvPr>
                        <p:cNvCxnSpPr>
                          <a:cxnSpLocks/>
                          <a:stCxn id="137554" idx="6"/>
                          <a:endCxn id="13755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56" name="直線コネクタ 137555">
                          <a:extLst>
                            <a:ext uri="{FF2B5EF4-FFF2-40B4-BE49-F238E27FC236}">
                              <a16:creationId xmlns:a16="http://schemas.microsoft.com/office/drawing/2014/main" id="{565C723C-A233-4E43-A491-761235CC6FD4}"/>
                            </a:ext>
                          </a:extLst>
                        </p:cNvPr>
                        <p:cNvCxnSpPr>
                          <a:cxnSpLocks/>
                          <a:stCxn id="137554" idx="4"/>
                          <a:endCxn id="13755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7520" name="楕円 137519">
                      <a:extLst>
                        <a:ext uri="{FF2B5EF4-FFF2-40B4-BE49-F238E27FC236}">
                          <a16:creationId xmlns:a16="http://schemas.microsoft.com/office/drawing/2014/main" id="{A814ABF8-CB3A-49AD-A45E-8C871B3892C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7521" name="グループ化 137520">
                      <a:extLst>
                        <a:ext uri="{FF2B5EF4-FFF2-40B4-BE49-F238E27FC236}">
                          <a16:creationId xmlns:a16="http://schemas.microsoft.com/office/drawing/2014/main" id="{B2FC6676-044D-4B09-8040-C36E09992C02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7522" name="グループ化 137521">
                        <a:extLst>
                          <a:ext uri="{FF2B5EF4-FFF2-40B4-BE49-F238E27FC236}">
                            <a16:creationId xmlns:a16="http://schemas.microsoft.com/office/drawing/2014/main" id="{4AC26F20-6DED-4128-8DD8-41F977EC0B5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543" name="直線コネクタ 137542">
                          <a:extLst>
                            <a:ext uri="{FF2B5EF4-FFF2-40B4-BE49-F238E27FC236}">
                              <a16:creationId xmlns:a16="http://schemas.microsoft.com/office/drawing/2014/main" id="{E26A6331-F77E-4CBE-8CE3-F1AF483F836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44" name="直線コネクタ 137543">
                          <a:extLst>
                            <a:ext uri="{FF2B5EF4-FFF2-40B4-BE49-F238E27FC236}">
                              <a16:creationId xmlns:a16="http://schemas.microsoft.com/office/drawing/2014/main" id="{23F5D8CD-7623-4B35-ABD3-EDF9F747130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45" name="直線コネクタ 137544">
                          <a:extLst>
                            <a:ext uri="{FF2B5EF4-FFF2-40B4-BE49-F238E27FC236}">
                              <a16:creationId xmlns:a16="http://schemas.microsoft.com/office/drawing/2014/main" id="{320ACBDC-83B7-44E0-B4DA-BB15D6E296B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46" name="直線コネクタ 137545">
                          <a:extLst>
                            <a:ext uri="{FF2B5EF4-FFF2-40B4-BE49-F238E27FC236}">
                              <a16:creationId xmlns:a16="http://schemas.microsoft.com/office/drawing/2014/main" id="{01FC7311-27D9-49C1-82DB-8C64A753D05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47" name="直線コネクタ 137546">
                          <a:extLst>
                            <a:ext uri="{FF2B5EF4-FFF2-40B4-BE49-F238E27FC236}">
                              <a16:creationId xmlns:a16="http://schemas.microsoft.com/office/drawing/2014/main" id="{978E1084-D7BC-47A3-8A92-C598D685F06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23" name="グループ化 137522">
                        <a:extLst>
                          <a:ext uri="{FF2B5EF4-FFF2-40B4-BE49-F238E27FC236}">
                            <a16:creationId xmlns:a16="http://schemas.microsoft.com/office/drawing/2014/main" id="{2EC06357-20C1-4B64-BA32-B203237A6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40" name="楕円 137539">
                          <a:extLst>
                            <a:ext uri="{FF2B5EF4-FFF2-40B4-BE49-F238E27FC236}">
                              <a16:creationId xmlns:a16="http://schemas.microsoft.com/office/drawing/2014/main" id="{916ED141-D4A4-4458-95AA-BC0C347716A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41" name="直線コネクタ 137540">
                          <a:extLst>
                            <a:ext uri="{FF2B5EF4-FFF2-40B4-BE49-F238E27FC236}">
                              <a16:creationId xmlns:a16="http://schemas.microsoft.com/office/drawing/2014/main" id="{6C46A327-DF46-4B54-9047-3570A88BE5A3}"/>
                            </a:ext>
                          </a:extLst>
                        </p:cNvPr>
                        <p:cNvCxnSpPr>
                          <a:cxnSpLocks/>
                          <a:stCxn id="137540" idx="6"/>
                          <a:endCxn id="13754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42" name="直線コネクタ 137541">
                          <a:extLst>
                            <a:ext uri="{FF2B5EF4-FFF2-40B4-BE49-F238E27FC236}">
                              <a16:creationId xmlns:a16="http://schemas.microsoft.com/office/drawing/2014/main" id="{B96BE212-48FE-4D58-829F-97FB7108E29C}"/>
                            </a:ext>
                          </a:extLst>
                        </p:cNvPr>
                        <p:cNvCxnSpPr>
                          <a:cxnSpLocks/>
                          <a:stCxn id="137540" idx="4"/>
                          <a:endCxn id="13754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24" name="グループ化 137523">
                        <a:extLst>
                          <a:ext uri="{FF2B5EF4-FFF2-40B4-BE49-F238E27FC236}">
                            <a16:creationId xmlns:a16="http://schemas.microsoft.com/office/drawing/2014/main" id="{6589997E-D542-46F7-A5E5-CDCD2CD1E8F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37" name="楕円 137536">
                          <a:extLst>
                            <a:ext uri="{FF2B5EF4-FFF2-40B4-BE49-F238E27FC236}">
                              <a16:creationId xmlns:a16="http://schemas.microsoft.com/office/drawing/2014/main" id="{1836A0E2-8714-44AC-9007-FA6F726BD94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38" name="直線コネクタ 137537">
                          <a:extLst>
                            <a:ext uri="{FF2B5EF4-FFF2-40B4-BE49-F238E27FC236}">
                              <a16:creationId xmlns:a16="http://schemas.microsoft.com/office/drawing/2014/main" id="{973F075B-4E9C-4F3D-A1A2-CF11D9B735D9}"/>
                            </a:ext>
                          </a:extLst>
                        </p:cNvPr>
                        <p:cNvCxnSpPr>
                          <a:cxnSpLocks/>
                          <a:stCxn id="137537" idx="6"/>
                          <a:endCxn id="13753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39" name="直線コネクタ 137538">
                          <a:extLst>
                            <a:ext uri="{FF2B5EF4-FFF2-40B4-BE49-F238E27FC236}">
                              <a16:creationId xmlns:a16="http://schemas.microsoft.com/office/drawing/2014/main" id="{DF4F1005-3F17-4AB0-A94C-ACC01DCC1A08}"/>
                            </a:ext>
                          </a:extLst>
                        </p:cNvPr>
                        <p:cNvCxnSpPr>
                          <a:cxnSpLocks/>
                          <a:stCxn id="137537" idx="4"/>
                          <a:endCxn id="13753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25" name="グループ化 137524">
                        <a:extLst>
                          <a:ext uri="{FF2B5EF4-FFF2-40B4-BE49-F238E27FC236}">
                            <a16:creationId xmlns:a16="http://schemas.microsoft.com/office/drawing/2014/main" id="{8A019219-A12C-4ABE-8875-07834D6CEDE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34" name="楕円 137533">
                          <a:extLst>
                            <a:ext uri="{FF2B5EF4-FFF2-40B4-BE49-F238E27FC236}">
                              <a16:creationId xmlns:a16="http://schemas.microsoft.com/office/drawing/2014/main" id="{1D5D966C-C15A-476C-960C-285719F950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35" name="直線コネクタ 137534">
                          <a:extLst>
                            <a:ext uri="{FF2B5EF4-FFF2-40B4-BE49-F238E27FC236}">
                              <a16:creationId xmlns:a16="http://schemas.microsoft.com/office/drawing/2014/main" id="{F0F979DF-EFE5-4027-B88E-7DFBB1FCB57B}"/>
                            </a:ext>
                          </a:extLst>
                        </p:cNvPr>
                        <p:cNvCxnSpPr>
                          <a:cxnSpLocks/>
                          <a:stCxn id="137534" idx="6"/>
                          <a:endCxn id="13753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36" name="直線コネクタ 137535">
                          <a:extLst>
                            <a:ext uri="{FF2B5EF4-FFF2-40B4-BE49-F238E27FC236}">
                              <a16:creationId xmlns:a16="http://schemas.microsoft.com/office/drawing/2014/main" id="{3A497603-931E-482D-8262-93469192807D}"/>
                            </a:ext>
                          </a:extLst>
                        </p:cNvPr>
                        <p:cNvCxnSpPr>
                          <a:cxnSpLocks/>
                          <a:stCxn id="137534" idx="4"/>
                          <a:endCxn id="13753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26" name="グループ化 137525">
                        <a:extLst>
                          <a:ext uri="{FF2B5EF4-FFF2-40B4-BE49-F238E27FC236}">
                            <a16:creationId xmlns:a16="http://schemas.microsoft.com/office/drawing/2014/main" id="{8281D062-8C46-45E2-92D1-4F33EA4C781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31" name="楕円 137530">
                          <a:extLst>
                            <a:ext uri="{FF2B5EF4-FFF2-40B4-BE49-F238E27FC236}">
                              <a16:creationId xmlns:a16="http://schemas.microsoft.com/office/drawing/2014/main" id="{4738C7B4-1293-4C79-AC83-D2CC6A50D8D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32" name="直線コネクタ 137531">
                          <a:extLst>
                            <a:ext uri="{FF2B5EF4-FFF2-40B4-BE49-F238E27FC236}">
                              <a16:creationId xmlns:a16="http://schemas.microsoft.com/office/drawing/2014/main" id="{906AFA7A-595D-4098-89A6-782861A1645E}"/>
                            </a:ext>
                          </a:extLst>
                        </p:cNvPr>
                        <p:cNvCxnSpPr>
                          <a:cxnSpLocks/>
                          <a:stCxn id="137531" idx="6"/>
                          <a:endCxn id="13753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33" name="直線コネクタ 137532">
                          <a:extLst>
                            <a:ext uri="{FF2B5EF4-FFF2-40B4-BE49-F238E27FC236}">
                              <a16:creationId xmlns:a16="http://schemas.microsoft.com/office/drawing/2014/main" id="{AF20CC52-11CC-430B-93EE-27EBC15F12BF}"/>
                            </a:ext>
                          </a:extLst>
                        </p:cNvPr>
                        <p:cNvCxnSpPr>
                          <a:cxnSpLocks/>
                          <a:stCxn id="137531" idx="4"/>
                          <a:endCxn id="13753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527" name="グループ化 137526">
                        <a:extLst>
                          <a:ext uri="{FF2B5EF4-FFF2-40B4-BE49-F238E27FC236}">
                            <a16:creationId xmlns:a16="http://schemas.microsoft.com/office/drawing/2014/main" id="{566E2CFE-BF03-45E6-891C-91A87A01C49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528" name="楕円 137527">
                          <a:extLst>
                            <a:ext uri="{FF2B5EF4-FFF2-40B4-BE49-F238E27FC236}">
                              <a16:creationId xmlns:a16="http://schemas.microsoft.com/office/drawing/2014/main" id="{320ECC34-39E1-4C3E-A24B-8860811C69A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529" name="直線コネクタ 137528">
                          <a:extLst>
                            <a:ext uri="{FF2B5EF4-FFF2-40B4-BE49-F238E27FC236}">
                              <a16:creationId xmlns:a16="http://schemas.microsoft.com/office/drawing/2014/main" id="{44CDDC48-9088-44CC-A402-16D284AD3F03}"/>
                            </a:ext>
                          </a:extLst>
                        </p:cNvPr>
                        <p:cNvCxnSpPr>
                          <a:cxnSpLocks/>
                          <a:stCxn id="137528" idx="6"/>
                          <a:endCxn id="13752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530" name="直線コネクタ 137529">
                          <a:extLst>
                            <a:ext uri="{FF2B5EF4-FFF2-40B4-BE49-F238E27FC236}">
                              <a16:creationId xmlns:a16="http://schemas.microsoft.com/office/drawing/2014/main" id="{A6AA9DCC-3433-4BEA-A741-556C165CB193}"/>
                            </a:ext>
                          </a:extLst>
                        </p:cNvPr>
                        <p:cNvCxnSpPr>
                          <a:cxnSpLocks/>
                          <a:stCxn id="137528" idx="4"/>
                          <a:endCxn id="13752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7029" name="グループ化 137028">
                    <a:extLst>
                      <a:ext uri="{FF2B5EF4-FFF2-40B4-BE49-F238E27FC236}">
                        <a16:creationId xmlns:a16="http://schemas.microsoft.com/office/drawing/2014/main" id="{3D9D9A25-503C-44AA-9459-EF4676D3AF82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131813" y="529159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485" name="グループ化 137484">
                      <a:extLst>
                        <a:ext uri="{FF2B5EF4-FFF2-40B4-BE49-F238E27FC236}">
                          <a16:creationId xmlns:a16="http://schemas.microsoft.com/office/drawing/2014/main" id="{29BDA24A-48A8-4573-ADCE-77AB961695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510" name="直線コネクタ 137509">
                        <a:extLst>
                          <a:ext uri="{FF2B5EF4-FFF2-40B4-BE49-F238E27FC236}">
                            <a16:creationId xmlns:a16="http://schemas.microsoft.com/office/drawing/2014/main" id="{494AC834-3E7C-4CAF-AAAA-4B910A3E347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11" name="直線コネクタ 137510">
                        <a:extLst>
                          <a:ext uri="{FF2B5EF4-FFF2-40B4-BE49-F238E27FC236}">
                            <a16:creationId xmlns:a16="http://schemas.microsoft.com/office/drawing/2014/main" id="{DF8152DF-A64D-4FB6-90F8-390BA9508E7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12" name="直線コネクタ 137511">
                        <a:extLst>
                          <a:ext uri="{FF2B5EF4-FFF2-40B4-BE49-F238E27FC236}">
                            <a16:creationId xmlns:a16="http://schemas.microsoft.com/office/drawing/2014/main" id="{9A4AA596-AE06-4BC4-B495-A1F0043B1C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13" name="直線コネクタ 137512">
                        <a:extLst>
                          <a:ext uri="{FF2B5EF4-FFF2-40B4-BE49-F238E27FC236}">
                            <a16:creationId xmlns:a16="http://schemas.microsoft.com/office/drawing/2014/main" id="{AB8C6988-2C61-41C9-B24C-DE017BC3589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14" name="直線コネクタ 137513">
                        <a:extLst>
                          <a:ext uri="{FF2B5EF4-FFF2-40B4-BE49-F238E27FC236}">
                            <a16:creationId xmlns:a16="http://schemas.microsoft.com/office/drawing/2014/main" id="{71F941BD-E586-4D08-AA2F-70684D12EAD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15" name="直線コネクタ 137514">
                        <a:extLst>
                          <a:ext uri="{FF2B5EF4-FFF2-40B4-BE49-F238E27FC236}">
                            <a16:creationId xmlns:a16="http://schemas.microsoft.com/office/drawing/2014/main" id="{A05D6DE2-3B52-4C7D-9758-7E092AE82BA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16" name="直線コネクタ 137515">
                        <a:extLst>
                          <a:ext uri="{FF2B5EF4-FFF2-40B4-BE49-F238E27FC236}">
                            <a16:creationId xmlns:a16="http://schemas.microsoft.com/office/drawing/2014/main" id="{714BA75F-C7F5-4D52-B15C-070595C5BC2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17" name="直線コネクタ 137516">
                        <a:extLst>
                          <a:ext uri="{FF2B5EF4-FFF2-40B4-BE49-F238E27FC236}">
                            <a16:creationId xmlns:a16="http://schemas.microsoft.com/office/drawing/2014/main" id="{A2B056B3-8C5F-4E3E-A0A6-541330A4366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18" name="直線コネクタ 137517">
                        <a:extLst>
                          <a:ext uri="{FF2B5EF4-FFF2-40B4-BE49-F238E27FC236}">
                            <a16:creationId xmlns:a16="http://schemas.microsoft.com/office/drawing/2014/main" id="{0A380845-9667-4556-AE0E-7AE6498A956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86" name="グループ化 137485">
                      <a:extLst>
                        <a:ext uri="{FF2B5EF4-FFF2-40B4-BE49-F238E27FC236}">
                          <a16:creationId xmlns:a16="http://schemas.microsoft.com/office/drawing/2014/main" id="{2BD37B17-E5E1-4194-846C-910EF21F00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07" name="楕円 137506">
                        <a:extLst>
                          <a:ext uri="{FF2B5EF4-FFF2-40B4-BE49-F238E27FC236}">
                            <a16:creationId xmlns:a16="http://schemas.microsoft.com/office/drawing/2014/main" id="{B29072DB-5F06-42E8-8178-B292F1EB0C4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08" name="直線コネクタ 137507">
                        <a:extLst>
                          <a:ext uri="{FF2B5EF4-FFF2-40B4-BE49-F238E27FC236}">
                            <a16:creationId xmlns:a16="http://schemas.microsoft.com/office/drawing/2014/main" id="{BEAD48E7-39D1-4584-8C88-441FED12A01A}"/>
                          </a:ext>
                        </a:extLst>
                      </p:cNvPr>
                      <p:cNvCxnSpPr>
                        <a:cxnSpLocks/>
                        <a:stCxn id="137507" idx="6"/>
                        <a:endCxn id="13750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09" name="直線コネクタ 137508">
                        <a:extLst>
                          <a:ext uri="{FF2B5EF4-FFF2-40B4-BE49-F238E27FC236}">
                            <a16:creationId xmlns:a16="http://schemas.microsoft.com/office/drawing/2014/main" id="{52A3BEAA-0CA5-4EEB-97E8-07D2D76B16D7}"/>
                          </a:ext>
                        </a:extLst>
                      </p:cNvPr>
                      <p:cNvCxnSpPr>
                        <a:cxnSpLocks/>
                        <a:stCxn id="137507" idx="4"/>
                        <a:endCxn id="13750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87" name="グループ化 137486">
                      <a:extLst>
                        <a:ext uri="{FF2B5EF4-FFF2-40B4-BE49-F238E27FC236}">
                          <a16:creationId xmlns:a16="http://schemas.microsoft.com/office/drawing/2014/main" id="{9F3EAB43-DB87-411C-8D03-8203E7B8A20F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04" name="楕円 137503">
                        <a:extLst>
                          <a:ext uri="{FF2B5EF4-FFF2-40B4-BE49-F238E27FC236}">
                            <a16:creationId xmlns:a16="http://schemas.microsoft.com/office/drawing/2014/main" id="{8BC124FD-698A-4D70-A6E4-582146B72E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05" name="直線コネクタ 137504">
                        <a:extLst>
                          <a:ext uri="{FF2B5EF4-FFF2-40B4-BE49-F238E27FC236}">
                            <a16:creationId xmlns:a16="http://schemas.microsoft.com/office/drawing/2014/main" id="{CF79E7D1-4352-46DF-BB4C-6A0BDE3754B3}"/>
                          </a:ext>
                        </a:extLst>
                      </p:cNvPr>
                      <p:cNvCxnSpPr>
                        <a:cxnSpLocks/>
                        <a:stCxn id="137504" idx="6"/>
                        <a:endCxn id="13750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06" name="直線コネクタ 137505">
                        <a:extLst>
                          <a:ext uri="{FF2B5EF4-FFF2-40B4-BE49-F238E27FC236}">
                            <a16:creationId xmlns:a16="http://schemas.microsoft.com/office/drawing/2014/main" id="{104A664A-88B3-4B74-80BA-809987FE6033}"/>
                          </a:ext>
                        </a:extLst>
                      </p:cNvPr>
                      <p:cNvCxnSpPr>
                        <a:cxnSpLocks/>
                        <a:stCxn id="137504" idx="4"/>
                        <a:endCxn id="13750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88" name="グループ化 137487">
                      <a:extLst>
                        <a:ext uri="{FF2B5EF4-FFF2-40B4-BE49-F238E27FC236}">
                          <a16:creationId xmlns:a16="http://schemas.microsoft.com/office/drawing/2014/main" id="{4A7683A8-5A22-4E71-9536-5038B13BE711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501" name="楕円 137500">
                        <a:extLst>
                          <a:ext uri="{FF2B5EF4-FFF2-40B4-BE49-F238E27FC236}">
                            <a16:creationId xmlns:a16="http://schemas.microsoft.com/office/drawing/2014/main" id="{F38CB807-A899-44FE-B4FF-F3D217075BC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502" name="直線コネクタ 137501">
                        <a:extLst>
                          <a:ext uri="{FF2B5EF4-FFF2-40B4-BE49-F238E27FC236}">
                            <a16:creationId xmlns:a16="http://schemas.microsoft.com/office/drawing/2014/main" id="{5E834E1F-9859-4FE7-8E2E-9604734048EB}"/>
                          </a:ext>
                        </a:extLst>
                      </p:cNvPr>
                      <p:cNvCxnSpPr>
                        <a:cxnSpLocks/>
                        <a:stCxn id="137501" idx="6"/>
                        <a:endCxn id="13750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03" name="直線コネクタ 137502">
                        <a:extLst>
                          <a:ext uri="{FF2B5EF4-FFF2-40B4-BE49-F238E27FC236}">
                            <a16:creationId xmlns:a16="http://schemas.microsoft.com/office/drawing/2014/main" id="{C78D967D-A245-4142-A1E9-DC027312CA2C}"/>
                          </a:ext>
                        </a:extLst>
                      </p:cNvPr>
                      <p:cNvCxnSpPr>
                        <a:cxnSpLocks/>
                        <a:stCxn id="137501" idx="4"/>
                        <a:endCxn id="13750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89" name="グループ化 137488">
                      <a:extLst>
                        <a:ext uri="{FF2B5EF4-FFF2-40B4-BE49-F238E27FC236}">
                          <a16:creationId xmlns:a16="http://schemas.microsoft.com/office/drawing/2014/main" id="{0050967A-87D3-41AA-B555-1BB8DBD66191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98" name="楕円 137497">
                        <a:extLst>
                          <a:ext uri="{FF2B5EF4-FFF2-40B4-BE49-F238E27FC236}">
                            <a16:creationId xmlns:a16="http://schemas.microsoft.com/office/drawing/2014/main" id="{747D2321-BA11-421A-871C-65D8D06846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99" name="直線コネクタ 137498">
                        <a:extLst>
                          <a:ext uri="{FF2B5EF4-FFF2-40B4-BE49-F238E27FC236}">
                            <a16:creationId xmlns:a16="http://schemas.microsoft.com/office/drawing/2014/main" id="{D9934EF0-37D0-4C77-82A6-37AF0E0D667B}"/>
                          </a:ext>
                        </a:extLst>
                      </p:cNvPr>
                      <p:cNvCxnSpPr>
                        <a:cxnSpLocks/>
                        <a:stCxn id="137498" idx="6"/>
                        <a:endCxn id="13749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00" name="直線コネクタ 137499">
                        <a:extLst>
                          <a:ext uri="{FF2B5EF4-FFF2-40B4-BE49-F238E27FC236}">
                            <a16:creationId xmlns:a16="http://schemas.microsoft.com/office/drawing/2014/main" id="{4A55C92F-088B-4C18-ABD1-028BE0EEB3B5}"/>
                          </a:ext>
                        </a:extLst>
                      </p:cNvPr>
                      <p:cNvCxnSpPr>
                        <a:cxnSpLocks/>
                        <a:stCxn id="137498" idx="4"/>
                        <a:endCxn id="13749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90" name="グループ化 137489">
                      <a:extLst>
                        <a:ext uri="{FF2B5EF4-FFF2-40B4-BE49-F238E27FC236}">
                          <a16:creationId xmlns:a16="http://schemas.microsoft.com/office/drawing/2014/main" id="{A3A621CA-2DA1-4BCA-8E5F-A02FE6C71486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95" name="楕円 137494">
                        <a:extLst>
                          <a:ext uri="{FF2B5EF4-FFF2-40B4-BE49-F238E27FC236}">
                            <a16:creationId xmlns:a16="http://schemas.microsoft.com/office/drawing/2014/main" id="{8DDCE809-DBE7-442C-8384-F6A64DF6E09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96" name="直線コネクタ 137495">
                        <a:extLst>
                          <a:ext uri="{FF2B5EF4-FFF2-40B4-BE49-F238E27FC236}">
                            <a16:creationId xmlns:a16="http://schemas.microsoft.com/office/drawing/2014/main" id="{DC2E12B6-C095-4F97-9CE9-0756B0EF7695}"/>
                          </a:ext>
                        </a:extLst>
                      </p:cNvPr>
                      <p:cNvCxnSpPr>
                        <a:cxnSpLocks/>
                        <a:stCxn id="137495" idx="6"/>
                        <a:endCxn id="13749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97" name="直線コネクタ 137496">
                        <a:extLst>
                          <a:ext uri="{FF2B5EF4-FFF2-40B4-BE49-F238E27FC236}">
                            <a16:creationId xmlns:a16="http://schemas.microsoft.com/office/drawing/2014/main" id="{991350EE-2558-4781-81A1-D8328462DFFB}"/>
                          </a:ext>
                        </a:extLst>
                      </p:cNvPr>
                      <p:cNvCxnSpPr>
                        <a:cxnSpLocks/>
                        <a:stCxn id="137495" idx="4"/>
                        <a:endCxn id="13749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91" name="グループ化 137490">
                      <a:extLst>
                        <a:ext uri="{FF2B5EF4-FFF2-40B4-BE49-F238E27FC236}">
                          <a16:creationId xmlns:a16="http://schemas.microsoft.com/office/drawing/2014/main" id="{5495A231-1D02-426F-83A1-30C7DBCBA6E9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92" name="楕円 137491">
                        <a:extLst>
                          <a:ext uri="{FF2B5EF4-FFF2-40B4-BE49-F238E27FC236}">
                            <a16:creationId xmlns:a16="http://schemas.microsoft.com/office/drawing/2014/main" id="{8656293E-514F-4E61-8F8D-9213DA87AD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93" name="直線コネクタ 137492">
                        <a:extLst>
                          <a:ext uri="{FF2B5EF4-FFF2-40B4-BE49-F238E27FC236}">
                            <a16:creationId xmlns:a16="http://schemas.microsoft.com/office/drawing/2014/main" id="{7C768B81-42C6-4F9C-B6CF-BE2CB2C95043}"/>
                          </a:ext>
                        </a:extLst>
                      </p:cNvPr>
                      <p:cNvCxnSpPr>
                        <a:cxnSpLocks/>
                        <a:stCxn id="137492" idx="6"/>
                        <a:endCxn id="13749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94" name="直線コネクタ 137493">
                        <a:extLst>
                          <a:ext uri="{FF2B5EF4-FFF2-40B4-BE49-F238E27FC236}">
                            <a16:creationId xmlns:a16="http://schemas.microsoft.com/office/drawing/2014/main" id="{4A4B2856-399C-46F3-9F81-28439295262F}"/>
                          </a:ext>
                        </a:extLst>
                      </p:cNvPr>
                      <p:cNvCxnSpPr>
                        <a:cxnSpLocks/>
                        <a:stCxn id="137492" idx="4"/>
                        <a:endCxn id="13749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7030" name="グループ化 137029">
                    <a:extLst>
                      <a:ext uri="{FF2B5EF4-FFF2-40B4-BE49-F238E27FC236}">
                        <a16:creationId xmlns:a16="http://schemas.microsoft.com/office/drawing/2014/main" id="{C2A497AB-056B-49F2-BAEF-FFD9B9CE9B34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626225" y="6093662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7430" name="グループ化 137429">
                      <a:extLst>
                        <a:ext uri="{FF2B5EF4-FFF2-40B4-BE49-F238E27FC236}">
                          <a16:creationId xmlns:a16="http://schemas.microsoft.com/office/drawing/2014/main" id="{D0D5C176-F5C2-4E88-B2ED-3923C713AFBA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7459" name="グループ化 137458">
                        <a:extLst>
                          <a:ext uri="{FF2B5EF4-FFF2-40B4-BE49-F238E27FC236}">
                            <a16:creationId xmlns:a16="http://schemas.microsoft.com/office/drawing/2014/main" id="{0897DCBF-50EA-4A08-A0A0-BE81D55857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480" name="直線コネクタ 137479">
                          <a:extLst>
                            <a:ext uri="{FF2B5EF4-FFF2-40B4-BE49-F238E27FC236}">
                              <a16:creationId xmlns:a16="http://schemas.microsoft.com/office/drawing/2014/main" id="{EBC6F48B-291B-46AA-B76A-746EEC29844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81" name="直線コネクタ 137480">
                          <a:extLst>
                            <a:ext uri="{FF2B5EF4-FFF2-40B4-BE49-F238E27FC236}">
                              <a16:creationId xmlns:a16="http://schemas.microsoft.com/office/drawing/2014/main" id="{EB675B6A-FB89-4BB2-BEDB-FF882FAEC64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82" name="直線コネクタ 137481">
                          <a:extLst>
                            <a:ext uri="{FF2B5EF4-FFF2-40B4-BE49-F238E27FC236}">
                              <a16:creationId xmlns:a16="http://schemas.microsoft.com/office/drawing/2014/main" id="{D963F679-4388-478B-8B5A-F0395D5CD91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83" name="直線コネクタ 137482">
                          <a:extLst>
                            <a:ext uri="{FF2B5EF4-FFF2-40B4-BE49-F238E27FC236}">
                              <a16:creationId xmlns:a16="http://schemas.microsoft.com/office/drawing/2014/main" id="{B83822B9-FFB7-47FA-A1EA-C608372D581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84" name="直線コネクタ 137483">
                          <a:extLst>
                            <a:ext uri="{FF2B5EF4-FFF2-40B4-BE49-F238E27FC236}">
                              <a16:creationId xmlns:a16="http://schemas.microsoft.com/office/drawing/2014/main" id="{0FD953F8-51DD-4BFE-9045-5FC29EBEDE9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60" name="グループ化 137459">
                        <a:extLst>
                          <a:ext uri="{FF2B5EF4-FFF2-40B4-BE49-F238E27FC236}">
                            <a16:creationId xmlns:a16="http://schemas.microsoft.com/office/drawing/2014/main" id="{27204966-9660-4858-9DC1-E17B0A382B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77" name="楕円 137476">
                          <a:extLst>
                            <a:ext uri="{FF2B5EF4-FFF2-40B4-BE49-F238E27FC236}">
                              <a16:creationId xmlns:a16="http://schemas.microsoft.com/office/drawing/2014/main" id="{D64ACF93-60E4-49C6-991E-F2DEEC66DA3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78" name="直線コネクタ 137477">
                          <a:extLst>
                            <a:ext uri="{FF2B5EF4-FFF2-40B4-BE49-F238E27FC236}">
                              <a16:creationId xmlns:a16="http://schemas.microsoft.com/office/drawing/2014/main" id="{0C8D3B63-BE49-4DE5-9DC2-8BC71AFD4EF0}"/>
                            </a:ext>
                          </a:extLst>
                        </p:cNvPr>
                        <p:cNvCxnSpPr>
                          <a:cxnSpLocks/>
                          <a:stCxn id="137477" idx="6"/>
                          <a:endCxn id="13747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79" name="直線コネクタ 137478">
                          <a:extLst>
                            <a:ext uri="{FF2B5EF4-FFF2-40B4-BE49-F238E27FC236}">
                              <a16:creationId xmlns:a16="http://schemas.microsoft.com/office/drawing/2014/main" id="{AECC5140-4AEE-4878-A51E-61A7BB60B4B0}"/>
                            </a:ext>
                          </a:extLst>
                        </p:cNvPr>
                        <p:cNvCxnSpPr>
                          <a:cxnSpLocks/>
                          <a:stCxn id="137477" idx="4"/>
                          <a:endCxn id="13747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61" name="グループ化 137460">
                        <a:extLst>
                          <a:ext uri="{FF2B5EF4-FFF2-40B4-BE49-F238E27FC236}">
                            <a16:creationId xmlns:a16="http://schemas.microsoft.com/office/drawing/2014/main" id="{962988D3-22C2-4DE8-B82D-CD5CB291DC9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74" name="楕円 137473">
                          <a:extLst>
                            <a:ext uri="{FF2B5EF4-FFF2-40B4-BE49-F238E27FC236}">
                              <a16:creationId xmlns:a16="http://schemas.microsoft.com/office/drawing/2014/main" id="{5A6E1CD6-C856-40AD-B359-D9A5B40185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75" name="直線コネクタ 137474">
                          <a:extLst>
                            <a:ext uri="{FF2B5EF4-FFF2-40B4-BE49-F238E27FC236}">
                              <a16:creationId xmlns:a16="http://schemas.microsoft.com/office/drawing/2014/main" id="{8307BAD6-B04A-4A7B-AE03-E71CE9D4239F}"/>
                            </a:ext>
                          </a:extLst>
                        </p:cNvPr>
                        <p:cNvCxnSpPr>
                          <a:cxnSpLocks/>
                          <a:stCxn id="137474" idx="6"/>
                          <a:endCxn id="13747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76" name="直線コネクタ 137475">
                          <a:extLst>
                            <a:ext uri="{FF2B5EF4-FFF2-40B4-BE49-F238E27FC236}">
                              <a16:creationId xmlns:a16="http://schemas.microsoft.com/office/drawing/2014/main" id="{6BFE321F-A70A-4BEE-A8A8-4C90FE8195F2}"/>
                            </a:ext>
                          </a:extLst>
                        </p:cNvPr>
                        <p:cNvCxnSpPr>
                          <a:cxnSpLocks/>
                          <a:stCxn id="137474" idx="4"/>
                          <a:endCxn id="13747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62" name="グループ化 137461">
                        <a:extLst>
                          <a:ext uri="{FF2B5EF4-FFF2-40B4-BE49-F238E27FC236}">
                            <a16:creationId xmlns:a16="http://schemas.microsoft.com/office/drawing/2014/main" id="{AE949278-6C8E-4385-A199-10624643351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71" name="楕円 137470">
                          <a:extLst>
                            <a:ext uri="{FF2B5EF4-FFF2-40B4-BE49-F238E27FC236}">
                              <a16:creationId xmlns:a16="http://schemas.microsoft.com/office/drawing/2014/main" id="{D6A3E5FD-84EA-4AA9-8514-1A0C6690C2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72" name="直線コネクタ 137471">
                          <a:extLst>
                            <a:ext uri="{FF2B5EF4-FFF2-40B4-BE49-F238E27FC236}">
                              <a16:creationId xmlns:a16="http://schemas.microsoft.com/office/drawing/2014/main" id="{851ABE50-A8ED-42E8-86F1-AF2AE79EEAB6}"/>
                            </a:ext>
                          </a:extLst>
                        </p:cNvPr>
                        <p:cNvCxnSpPr>
                          <a:cxnSpLocks/>
                          <a:stCxn id="137471" idx="6"/>
                          <a:endCxn id="13747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73" name="直線コネクタ 137472">
                          <a:extLst>
                            <a:ext uri="{FF2B5EF4-FFF2-40B4-BE49-F238E27FC236}">
                              <a16:creationId xmlns:a16="http://schemas.microsoft.com/office/drawing/2014/main" id="{915BF711-86B0-4ABD-BA08-CB8E2AED6F13}"/>
                            </a:ext>
                          </a:extLst>
                        </p:cNvPr>
                        <p:cNvCxnSpPr>
                          <a:cxnSpLocks/>
                          <a:stCxn id="137471" idx="4"/>
                          <a:endCxn id="13747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63" name="グループ化 137462">
                        <a:extLst>
                          <a:ext uri="{FF2B5EF4-FFF2-40B4-BE49-F238E27FC236}">
                            <a16:creationId xmlns:a16="http://schemas.microsoft.com/office/drawing/2014/main" id="{EB878172-5C72-46E1-9232-072A09E2485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68" name="楕円 137467">
                          <a:extLst>
                            <a:ext uri="{FF2B5EF4-FFF2-40B4-BE49-F238E27FC236}">
                              <a16:creationId xmlns:a16="http://schemas.microsoft.com/office/drawing/2014/main" id="{04C23B42-C863-44FC-8F53-F2129550275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69" name="直線コネクタ 137468">
                          <a:extLst>
                            <a:ext uri="{FF2B5EF4-FFF2-40B4-BE49-F238E27FC236}">
                              <a16:creationId xmlns:a16="http://schemas.microsoft.com/office/drawing/2014/main" id="{7CCEA178-B0CF-4A79-B81F-EB7D636FD86E}"/>
                            </a:ext>
                          </a:extLst>
                        </p:cNvPr>
                        <p:cNvCxnSpPr>
                          <a:cxnSpLocks/>
                          <a:stCxn id="137468" idx="6"/>
                          <a:endCxn id="13746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70" name="直線コネクタ 137469">
                          <a:extLst>
                            <a:ext uri="{FF2B5EF4-FFF2-40B4-BE49-F238E27FC236}">
                              <a16:creationId xmlns:a16="http://schemas.microsoft.com/office/drawing/2014/main" id="{72E4D164-39E0-47F2-8C28-9E67E1110A7D}"/>
                            </a:ext>
                          </a:extLst>
                        </p:cNvPr>
                        <p:cNvCxnSpPr>
                          <a:cxnSpLocks/>
                          <a:stCxn id="137468" idx="4"/>
                          <a:endCxn id="13746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64" name="グループ化 137463">
                        <a:extLst>
                          <a:ext uri="{FF2B5EF4-FFF2-40B4-BE49-F238E27FC236}">
                            <a16:creationId xmlns:a16="http://schemas.microsoft.com/office/drawing/2014/main" id="{2ABAFD1B-87EB-45DE-86F7-C3D0A573CCA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65" name="楕円 137464">
                          <a:extLst>
                            <a:ext uri="{FF2B5EF4-FFF2-40B4-BE49-F238E27FC236}">
                              <a16:creationId xmlns:a16="http://schemas.microsoft.com/office/drawing/2014/main" id="{5F4A63E8-E462-4A76-B333-998D906CF43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66" name="直線コネクタ 137465">
                          <a:extLst>
                            <a:ext uri="{FF2B5EF4-FFF2-40B4-BE49-F238E27FC236}">
                              <a16:creationId xmlns:a16="http://schemas.microsoft.com/office/drawing/2014/main" id="{5443D28F-78D1-4E85-B6D8-4509C72306A0}"/>
                            </a:ext>
                          </a:extLst>
                        </p:cNvPr>
                        <p:cNvCxnSpPr>
                          <a:cxnSpLocks/>
                          <a:stCxn id="137465" idx="6"/>
                          <a:endCxn id="13746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67" name="直線コネクタ 137466">
                          <a:extLst>
                            <a:ext uri="{FF2B5EF4-FFF2-40B4-BE49-F238E27FC236}">
                              <a16:creationId xmlns:a16="http://schemas.microsoft.com/office/drawing/2014/main" id="{CCDE0577-3753-4A4D-AB31-83D01F7DC9A1}"/>
                            </a:ext>
                          </a:extLst>
                        </p:cNvPr>
                        <p:cNvCxnSpPr>
                          <a:cxnSpLocks/>
                          <a:stCxn id="137465" idx="4"/>
                          <a:endCxn id="13746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7431" name="楕円 137430">
                      <a:extLst>
                        <a:ext uri="{FF2B5EF4-FFF2-40B4-BE49-F238E27FC236}">
                          <a16:creationId xmlns:a16="http://schemas.microsoft.com/office/drawing/2014/main" id="{4A8DFA29-5538-4550-A01C-0A231BEC50D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7432" name="グループ化 137431">
                      <a:extLst>
                        <a:ext uri="{FF2B5EF4-FFF2-40B4-BE49-F238E27FC236}">
                          <a16:creationId xmlns:a16="http://schemas.microsoft.com/office/drawing/2014/main" id="{D2E0F1B6-2763-4161-85FC-2ADD0C970A3B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7433" name="グループ化 137432">
                        <a:extLst>
                          <a:ext uri="{FF2B5EF4-FFF2-40B4-BE49-F238E27FC236}">
                            <a16:creationId xmlns:a16="http://schemas.microsoft.com/office/drawing/2014/main" id="{5C299FBB-5D7A-495F-928E-DA4DB79196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454" name="直線コネクタ 137453">
                          <a:extLst>
                            <a:ext uri="{FF2B5EF4-FFF2-40B4-BE49-F238E27FC236}">
                              <a16:creationId xmlns:a16="http://schemas.microsoft.com/office/drawing/2014/main" id="{FE514355-0D82-4108-BB74-E0184FB62C9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55" name="直線コネクタ 137454">
                          <a:extLst>
                            <a:ext uri="{FF2B5EF4-FFF2-40B4-BE49-F238E27FC236}">
                              <a16:creationId xmlns:a16="http://schemas.microsoft.com/office/drawing/2014/main" id="{B482F293-6C42-4EE1-84B1-6B1A5116B18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56" name="直線コネクタ 137455">
                          <a:extLst>
                            <a:ext uri="{FF2B5EF4-FFF2-40B4-BE49-F238E27FC236}">
                              <a16:creationId xmlns:a16="http://schemas.microsoft.com/office/drawing/2014/main" id="{4E1EBCAC-48F7-42CB-9ED2-9C004F62F93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57" name="直線コネクタ 137456">
                          <a:extLst>
                            <a:ext uri="{FF2B5EF4-FFF2-40B4-BE49-F238E27FC236}">
                              <a16:creationId xmlns:a16="http://schemas.microsoft.com/office/drawing/2014/main" id="{DF8D3D57-9A65-4EDD-A915-D3EF266BAE3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58" name="直線コネクタ 137457">
                          <a:extLst>
                            <a:ext uri="{FF2B5EF4-FFF2-40B4-BE49-F238E27FC236}">
                              <a16:creationId xmlns:a16="http://schemas.microsoft.com/office/drawing/2014/main" id="{74F9A491-9B96-4A0C-ADA7-CD46BE466BE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34" name="グループ化 137433">
                        <a:extLst>
                          <a:ext uri="{FF2B5EF4-FFF2-40B4-BE49-F238E27FC236}">
                            <a16:creationId xmlns:a16="http://schemas.microsoft.com/office/drawing/2014/main" id="{5C871ABA-D9C5-4941-93BE-A6064325E7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51" name="楕円 137450">
                          <a:extLst>
                            <a:ext uri="{FF2B5EF4-FFF2-40B4-BE49-F238E27FC236}">
                              <a16:creationId xmlns:a16="http://schemas.microsoft.com/office/drawing/2014/main" id="{ECCB4F9A-7175-43CC-AD05-C48813F173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52" name="直線コネクタ 137451">
                          <a:extLst>
                            <a:ext uri="{FF2B5EF4-FFF2-40B4-BE49-F238E27FC236}">
                              <a16:creationId xmlns:a16="http://schemas.microsoft.com/office/drawing/2014/main" id="{25F16E96-90E5-4A51-B940-6143EF7AFAC6}"/>
                            </a:ext>
                          </a:extLst>
                        </p:cNvPr>
                        <p:cNvCxnSpPr>
                          <a:cxnSpLocks/>
                          <a:stCxn id="137451" idx="6"/>
                          <a:endCxn id="13745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53" name="直線コネクタ 137452">
                          <a:extLst>
                            <a:ext uri="{FF2B5EF4-FFF2-40B4-BE49-F238E27FC236}">
                              <a16:creationId xmlns:a16="http://schemas.microsoft.com/office/drawing/2014/main" id="{F5EB3CF5-00B9-4881-AAEE-C9A79BCDB3C1}"/>
                            </a:ext>
                          </a:extLst>
                        </p:cNvPr>
                        <p:cNvCxnSpPr>
                          <a:cxnSpLocks/>
                          <a:stCxn id="137451" idx="4"/>
                          <a:endCxn id="13745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35" name="グループ化 137434">
                        <a:extLst>
                          <a:ext uri="{FF2B5EF4-FFF2-40B4-BE49-F238E27FC236}">
                            <a16:creationId xmlns:a16="http://schemas.microsoft.com/office/drawing/2014/main" id="{1F50AC65-70C3-4518-915B-0105944A6C7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48" name="楕円 137447">
                          <a:extLst>
                            <a:ext uri="{FF2B5EF4-FFF2-40B4-BE49-F238E27FC236}">
                              <a16:creationId xmlns:a16="http://schemas.microsoft.com/office/drawing/2014/main" id="{C53A0787-6B0D-4095-8CE3-3107661D63E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49" name="直線コネクタ 137448">
                          <a:extLst>
                            <a:ext uri="{FF2B5EF4-FFF2-40B4-BE49-F238E27FC236}">
                              <a16:creationId xmlns:a16="http://schemas.microsoft.com/office/drawing/2014/main" id="{AECDD64E-A269-4B0F-8D43-51CFF9FD18D1}"/>
                            </a:ext>
                          </a:extLst>
                        </p:cNvPr>
                        <p:cNvCxnSpPr>
                          <a:cxnSpLocks/>
                          <a:stCxn id="137448" idx="6"/>
                          <a:endCxn id="13744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50" name="直線コネクタ 137449">
                          <a:extLst>
                            <a:ext uri="{FF2B5EF4-FFF2-40B4-BE49-F238E27FC236}">
                              <a16:creationId xmlns:a16="http://schemas.microsoft.com/office/drawing/2014/main" id="{BC0EFE4D-9C17-4D77-90D2-6B6AC6AFE345}"/>
                            </a:ext>
                          </a:extLst>
                        </p:cNvPr>
                        <p:cNvCxnSpPr>
                          <a:cxnSpLocks/>
                          <a:stCxn id="137448" idx="4"/>
                          <a:endCxn id="13744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36" name="グループ化 137435">
                        <a:extLst>
                          <a:ext uri="{FF2B5EF4-FFF2-40B4-BE49-F238E27FC236}">
                            <a16:creationId xmlns:a16="http://schemas.microsoft.com/office/drawing/2014/main" id="{11825775-2BF2-4EF1-B262-99A8136CCBD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45" name="楕円 137444">
                          <a:extLst>
                            <a:ext uri="{FF2B5EF4-FFF2-40B4-BE49-F238E27FC236}">
                              <a16:creationId xmlns:a16="http://schemas.microsoft.com/office/drawing/2014/main" id="{15E41C4A-BE67-444A-BE41-DEC7D977913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46" name="直線コネクタ 137445">
                          <a:extLst>
                            <a:ext uri="{FF2B5EF4-FFF2-40B4-BE49-F238E27FC236}">
                              <a16:creationId xmlns:a16="http://schemas.microsoft.com/office/drawing/2014/main" id="{E75B1708-FF1D-4504-A35A-C8DE3FF1D81D}"/>
                            </a:ext>
                          </a:extLst>
                        </p:cNvPr>
                        <p:cNvCxnSpPr>
                          <a:cxnSpLocks/>
                          <a:stCxn id="137445" idx="6"/>
                          <a:endCxn id="13744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47" name="直線コネクタ 137446">
                          <a:extLst>
                            <a:ext uri="{FF2B5EF4-FFF2-40B4-BE49-F238E27FC236}">
                              <a16:creationId xmlns:a16="http://schemas.microsoft.com/office/drawing/2014/main" id="{B8922748-A08A-4FA4-A8A5-3A8C54617797}"/>
                            </a:ext>
                          </a:extLst>
                        </p:cNvPr>
                        <p:cNvCxnSpPr>
                          <a:cxnSpLocks/>
                          <a:stCxn id="137445" idx="4"/>
                          <a:endCxn id="13744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37" name="グループ化 137436">
                        <a:extLst>
                          <a:ext uri="{FF2B5EF4-FFF2-40B4-BE49-F238E27FC236}">
                            <a16:creationId xmlns:a16="http://schemas.microsoft.com/office/drawing/2014/main" id="{FD8914CC-7001-46B7-BFAB-307C1056B0F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42" name="楕円 137441">
                          <a:extLst>
                            <a:ext uri="{FF2B5EF4-FFF2-40B4-BE49-F238E27FC236}">
                              <a16:creationId xmlns:a16="http://schemas.microsoft.com/office/drawing/2014/main" id="{6375730F-A2CC-4D38-9B8B-5C0ADC2CA7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43" name="直線コネクタ 137442">
                          <a:extLst>
                            <a:ext uri="{FF2B5EF4-FFF2-40B4-BE49-F238E27FC236}">
                              <a16:creationId xmlns:a16="http://schemas.microsoft.com/office/drawing/2014/main" id="{1926011A-DC8B-475B-8ABC-A0F80C366C81}"/>
                            </a:ext>
                          </a:extLst>
                        </p:cNvPr>
                        <p:cNvCxnSpPr>
                          <a:cxnSpLocks/>
                          <a:stCxn id="137442" idx="6"/>
                          <a:endCxn id="13744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44" name="直線コネクタ 137443">
                          <a:extLst>
                            <a:ext uri="{FF2B5EF4-FFF2-40B4-BE49-F238E27FC236}">
                              <a16:creationId xmlns:a16="http://schemas.microsoft.com/office/drawing/2014/main" id="{201EE746-40B8-473A-B3C2-3889D33639B0}"/>
                            </a:ext>
                          </a:extLst>
                        </p:cNvPr>
                        <p:cNvCxnSpPr>
                          <a:cxnSpLocks/>
                          <a:stCxn id="137442" idx="4"/>
                          <a:endCxn id="13744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438" name="グループ化 137437">
                        <a:extLst>
                          <a:ext uri="{FF2B5EF4-FFF2-40B4-BE49-F238E27FC236}">
                            <a16:creationId xmlns:a16="http://schemas.microsoft.com/office/drawing/2014/main" id="{E3B68BB2-E8A3-4C51-95BB-C6055AC3F10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439" name="楕円 137438">
                          <a:extLst>
                            <a:ext uri="{FF2B5EF4-FFF2-40B4-BE49-F238E27FC236}">
                              <a16:creationId xmlns:a16="http://schemas.microsoft.com/office/drawing/2014/main" id="{C3D57887-0534-498B-B854-7E6C700822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440" name="直線コネクタ 137439">
                          <a:extLst>
                            <a:ext uri="{FF2B5EF4-FFF2-40B4-BE49-F238E27FC236}">
                              <a16:creationId xmlns:a16="http://schemas.microsoft.com/office/drawing/2014/main" id="{FE468438-1B07-44B3-9AEE-0C7BA4CE5268}"/>
                            </a:ext>
                          </a:extLst>
                        </p:cNvPr>
                        <p:cNvCxnSpPr>
                          <a:cxnSpLocks/>
                          <a:stCxn id="137439" idx="6"/>
                          <a:endCxn id="13743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441" name="直線コネクタ 137440">
                          <a:extLst>
                            <a:ext uri="{FF2B5EF4-FFF2-40B4-BE49-F238E27FC236}">
                              <a16:creationId xmlns:a16="http://schemas.microsoft.com/office/drawing/2014/main" id="{F1427BDD-C320-4B3E-B2DF-4D01FFB37150}"/>
                            </a:ext>
                          </a:extLst>
                        </p:cNvPr>
                        <p:cNvCxnSpPr>
                          <a:cxnSpLocks/>
                          <a:stCxn id="137439" idx="4"/>
                          <a:endCxn id="13743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7031" name="グループ化 137030">
                    <a:extLst>
                      <a:ext uri="{FF2B5EF4-FFF2-40B4-BE49-F238E27FC236}">
                        <a16:creationId xmlns:a16="http://schemas.microsoft.com/office/drawing/2014/main" id="{A3E3DC1F-9C19-4109-A3BA-D7F167388F77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887799" y="5884181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396" name="グループ化 137395">
                      <a:extLst>
                        <a:ext uri="{FF2B5EF4-FFF2-40B4-BE49-F238E27FC236}">
                          <a16:creationId xmlns:a16="http://schemas.microsoft.com/office/drawing/2014/main" id="{A5567D91-CB6F-4CAF-9704-05038A2896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421" name="直線コネクタ 137420">
                        <a:extLst>
                          <a:ext uri="{FF2B5EF4-FFF2-40B4-BE49-F238E27FC236}">
                            <a16:creationId xmlns:a16="http://schemas.microsoft.com/office/drawing/2014/main" id="{FDCCF36E-8601-4FDB-B516-C388D6451B5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2" name="直線コネクタ 137421">
                        <a:extLst>
                          <a:ext uri="{FF2B5EF4-FFF2-40B4-BE49-F238E27FC236}">
                            <a16:creationId xmlns:a16="http://schemas.microsoft.com/office/drawing/2014/main" id="{B213072E-BFAE-4489-929C-AC23CD1D697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3" name="直線コネクタ 137422">
                        <a:extLst>
                          <a:ext uri="{FF2B5EF4-FFF2-40B4-BE49-F238E27FC236}">
                            <a16:creationId xmlns:a16="http://schemas.microsoft.com/office/drawing/2014/main" id="{D9EBF378-30A2-4EE8-A393-9E74061EDC6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4" name="直線コネクタ 137423">
                        <a:extLst>
                          <a:ext uri="{FF2B5EF4-FFF2-40B4-BE49-F238E27FC236}">
                            <a16:creationId xmlns:a16="http://schemas.microsoft.com/office/drawing/2014/main" id="{BE6638A5-E879-4E43-8583-E18D1A23525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5" name="直線コネクタ 137424">
                        <a:extLst>
                          <a:ext uri="{FF2B5EF4-FFF2-40B4-BE49-F238E27FC236}">
                            <a16:creationId xmlns:a16="http://schemas.microsoft.com/office/drawing/2014/main" id="{55B325D6-DD22-4F44-BDBD-AFA7B5FE322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6" name="直線コネクタ 137425">
                        <a:extLst>
                          <a:ext uri="{FF2B5EF4-FFF2-40B4-BE49-F238E27FC236}">
                            <a16:creationId xmlns:a16="http://schemas.microsoft.com/office/drawing/2014/main" id="{2A97CD85-F99A-44BD-84F0-7897A1AAB46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7" name="直線コネクタ 137426">
                        <a:extLst>
                          <a:ext uri="{FF2B5EF4-FFF2-40B4-BE49-F238E27FC236}">
                            <a16:creationId xmlns:a16="http://schemas.microsoft.com/office/drawing/2014/main" id="{73948548-8E38-4AF0-8CD0-FB963E3EC5B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8" name="直線コネクタ 137427">
                        <a:extLst>
                          <a:ext uri="{FF2B5EF4-FFF2-40B4-BE49-F238E27FC236}">
                            <a16:creationId xmlns:a16="http://schemas.microsoft.com/office/drawing/2014/main" id="{F1881CED-437D-410D-88F9-5BA6BF3DC04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9" name="直線コネクタ 137428">
                        <a:extLst>
                          <a:ext uri="{FF2B5EF4-FFF2-40B4-BE49-F238E27FC236}">
                            <a16:creationId xmlns:a16="http://schemas.microsoft.com/office/drawing/2014/main" id="{EE7B0BEB-D247-428F-9A6E-49BA26A8023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97" name="グループ化 137396">
                      <a:extLst>
                        <a:ext uri="{FF2B5EF4-FFF2-40B4-BE49-F238E27FC236}">
                          <a16:creationId xmlns:a16="http://schemas.microsoft.com/office/drawing/2014/main" id="{238550E8-7917-439B-8A4E-3EDF1B16CC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18" name="楕円 137417">
                        <a:extLst>
                          <a:ext uri="{FF2B5EF4-FFF2-40B4-BE49-F238E27FC236}">
                            <a16:creationId xmlns:a16="http://schemas.microsoft.com/office/drawing/2014/main" id="{A7D95918-D524-41D2-A58D-005AF1F27A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19" name="直線コネクタ 137418">
                        <a:extLst>
                          <a:ext uri="{FF2B5EF4-FFF2-40B4-BE49-F238E27FC236}">
                            <a16:creationId xmlns:a16="http://schemas.microsoft.com/office/drawing/2014/main" id="{5C4F514E-AB5E-4D89-B270-6E654E7357CA}"/>
                          </a:ext>
                        </a:extLst>
                      </p:cNvPr>
                      <p:cNvCxnSpPr>
                        <a:cxnSpLocks/>
                        <a:stCxn id="137418" idx="6"/>
                        <a:endCxn id="13741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20" name="直線コネクタ 137419">
                        <a:extLst>
                          <a:ext uri="{FF2B5EF4-FFF2-40B4-BE49-F238E27FC236}">
                            <a16:creationId xmlns:a16="http://schemas.microsoft.com/office/drawing/2014/main" id="{E5914481-2A2E-40AD-AC9D-FCBDE4ABCF5D}"/>
                          </a:ext>
                        </a:extLst>
                      </p:cNvPr>
                      <p:cNvCxnSpPr>
                        <a:cxnSpLocks/>
                        <a:stCxn id="137418" idx="4"/>
                        <a:endCxn id="13741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98" name="グループ化 137397">
                      <a:extLst>
                        <a:ext uri="{FF2B5EF4-FFF2-40B4-BE49-F238E27FC236}">
                          <a16:creationId xmlns:a16="http://schemas.microsoft.com/office/drawing/2014/main" id="{707C292E-01BA-4D61-B7A6-54D97CE2D5CB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15" name="楕円 137414">
                        <a:extLst>
                          <a:ext uri="{FF2B5EF4-FFF2-40B4-BE49-F238E27FC236}">
                            <a16:creationId xmlns:a16="http://schemas.microsoft.com/office/drawing/2014/main" id="{90582C7A-9AB9-4ECF-AA94-E1EC2AE491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16" name="直線コネクタ 137415">
                        <a:extLst>
                          <a:ext uri="{FF2B5EF4-FFF2-40B4-BE49-F238E27FC236}">
                            <a16:creationId xmlns:a16="http://schemas.microsoft.com/office/drawing/2014/main" id="{F07AF2D2-1BAE-4760-A123-B66785FF78F0}"/>
                          </a:ext>
                        </a:extLst>
                      </p:cNvPr>
                      <p:cNvCxnSpPr>
                        <a:cxnSpLocks/>
                        <a:stCxn id="137415" idx="6"/>
                        <a:endCxn id="13741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17" name="直線コネクタ 137416">
                        <a:extLst>
                          <a:ext uri="{FF2B5EF4-FFF2-40B4-BE49-F238E27FC236}">
                            <a16:creationId xmlns:a16="http://schemas.microsoft.com/office/drawing/2014/main" id="{CF1500C5-01FD-4F7C-B568-CC392261B5F0}"/>
                          </a:ext>
                        </a:extLst>
                      </p:cNvPr>
                      <p:cNvCxnSpPr>
                        <a:cxnSpLocks/>
                        <a:stCxn id="137415" idx="4"/>
                        <a:endCxn id="13741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99" name="グループ化 137398">
                      <a:extLst>
                        <a:ext uri="{FF2B5EF4-FFF2-40B4-BE49-F238E27FC236}">
                          <a16:creationId xmlns:a16="http://schemas.microsoft.com/office/drawing/2014/main" id="{A8F5AEBC-D1EE-4932-9A36-406B6EA0D8BC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12" name="楕円 137411">
                        <a:extLst>
                          <a:ext uri="{FF2B5EF4-FFF2-40B4-BE49-F238E27FC236}">
                            <a16:creationId xmlns:a16="http://schemas.microsoft.com/office/drawing/2014/main" id="{C57AD605-903D-4B83-AA41-44C2E7C39EA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13" name="直線コネクタ 137412">
                        <a:extLst>
                          <a:ext uri="{FF2B5EF4-FFF2-40B4-BE49-F238E27FC236}">
                            <a16:creationId xmlns:a16="http://schemas.microsoft.com/office/drawing/2014/main" id="{B3ED96A8-4B3A-4FA6-8C47-B1DBF3AF6ED0}"/>
                          </a:ext>
                        </a:extLst>
                      </p:cNvPr>
                      <p:cNvCxnSpPr>
                        <a:cxnSpLocks/>
                        <a:stCxn id="137412" idx="6"/>
                        <a:endCxn id="13741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14" name="直線コネクタ 137413">
                        <a:extLst>
                          <a:ext uri="{FF2B5EF4-FFF2-40B4-BE49-F238E27FC236}">
                            <a16:creationId xmlns:a16="http://schemas.microsoft.com/office/drawing/2014/main" id="{4EED1D50-789C-48E6-9222-4217AEF243D2}"/>
                          </a:ext>
                        </a:extLst>
                      </p:cNvPr>
                      <p:cNvCxnSpPr>
                        <a:cxnSpLocks/>
                        <a:stCxn id="137412" idx="4"/>
                        <a:endCxn id="13741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00" name="グループ化 137399">
                      <a:extLst>
                        <a:ext uri="{FF2B5EF4-FFF2-40B4-BE49-F238E27FC236}">
                          <a16:creationId xmlns:a16="http://schemas.microsoft.com/office/drawing/2014/main" id="{453F28A6-D8F0-4754-99B2-428B4DB8277B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09" name="楕円 137408">
                        <a:extLst>
                          <a:ext uri="{FF2B5EF4-FFF2-40B4-BE49-F238E27FC236}">
                            <a16:creationId xmlns:a16="http://schemas.microsoft.com/office/drawing/2014/main" id="{DFF41F0B-F2F4-4F33-BC54-ECF77A69B2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10" name="直線コネクタ 137409">
                        <a:extLst>
                          <a:ext uri="{FF2B5EF4-FFF2-40B4-BE49-F238E27FC236}">
                            <a16:creationId xmlns:a16="http://schemas.microsoft.com/office/drawing/2014/main" id="{AC8C92FF-890F-4BCD-B358-18D7AA016537}"/>
                          </a:ext>
                        </a:extLst>
                      </p:cNvPr>
                      <p:cNvCxnSpPr>
                        <a:cxnSpLocks/>
                        <a:stCxn id="137409" idx="6"/>
                        <a:endCxn id="13740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11" name="直線コネクタ 137410">
                        <a:extLst>
                          <a:ext uri="{FF2B5EF4-FFF2-40B4-BE49-F238E27FC236}">
                            <a16:creationId xmlns:a16="http://schemas.microsoft.com/office/drawing/2014/main" id="{31CFB85E-4AD7-4008-9A7D-18F24F744DCD}"/>
                          </a:ext>
                        </a:extLst>
                      </p:cNvPr>
                      <p:cNvCxnSpPr>
                        <a:cxnSpLocks/>
                        <a:stCxn id="137409" idx="4"/>
                        <a:endCxn id="13740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01" name="グループ化 137400">
                      <a:extLst>
                        <a:ext uri="{FF2B5EF4-FFF2-40B4-BE49-F238E27FC236}">
                          <a16:creationId xmlns:a16="http://schemas.microsoft.com/office/drawing/2014/main" id="{FBACF818-6FD9-45B9-82A5-65417FAB9DDE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06" name="楕円 137405">
                        <a:extLst>
                          <a:ext uri="{FF2B5EF4-FFF2-40B4-BE49-F238E27FC236}">
                            <a16:creationId xmlns:a16="http://schemas.microsoft.com/office/drawing/2014/main" id="{081E530F-68A0-4C4D-8848-74E11E448B6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07" name="直線コネクタ 137406">
                        <a:extLst>
                          <a:ext uri="{FF2B5EF4-FFF2-40B4-BE49-F238E27FC236}">
                            <a16:creationId xmlns:a16="http://schemas.microsoft.com/office/drawing/2014/main" id="{B676360F-7A55-42DA-92E5-B3B1C8014021}"/>
                          </a:ext>
                        </a:extLst>
                      </p:cNvPr>
                      <p:cNvCxnSpPr>
                        <a:cxnSpLocks/>
                        <a:stCxn id="137406" idx="6"/>
                        <a:endCxn id="13740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08" name="直線コネクタ 137407">
                        <a:extLst>
                          <a:ext uri="{FF2B5EF4-FFF2-40B4-BE49-F238E27FC236}">
                            <a16:creationId xmlns:a16="http://schemas.microsoft.com/office/drawing/2014/main" id="{74ACE057-0F64-46E0-B7E1-7D6DB7D9BB87}"/>
                          </a:ext>
                        </a:extLst>
                      </p:cNvPr>
                      <p:cNvCxnSpPr>
                        <a:cxnSpLocks/>
                        <a:stCxn id="137406" idx="4"/>
                        <a:endCxn id="13740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402" name="グループ化 137401">
                      <a:extLst>
                        <a:ext uri="{FF2B5EF4-FFF2-40B4-BE49-F238E27FC236}">
                          <a16:creationId xmlns:a16="http://schemas.microsoft.com/office/drawing/2014/main" id="{D2129EF4-300A-4435-8A11-90014951D1D0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403" name="楕円 137402">
                        <a:extLst>
                          <a:ext uri="{FF2B5EF4-FFF2-40B4-BE49-F238E27FC236}">
                            <a16:creationId xmlns:a16="http://schemas.microsoft.com/office/drawing/2014/main" id="{7F8CB912-A5AD-4876-A5E5-77D546511C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404" name="直線コネクタ 137403">
                        <a:extLst>
                          <a:ext uri="{FF2B5EF4-FFF2-40B4-BE49-F238E27FC236}">
                            <a16:creationId xmlns:a16="http://schemas.microsoft.com/office/drawing/2014/main" id="{F597FD34-8DAC-46F9-BE70-9D49CDBD0D9E}"/>
                          </a:ext>
                        </a:extLst>
                      </p:cNvPr>
                      <p:cNvCxnSpPr>
                        <a:cxnSpLocks/>
                        <a:stCxn id="137403" idx="6"/>
                        <a:endCxn id="13740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405" name="直線コネクタ 137404">
                        <a:extLst>
                          <a:ext uri="{FF2B5EF4-FFF2-40B4-BE49-F238E27FC236}">
                            <a16:creationId xmlns:a16="http://schemas.microsoft.com/office/drawing/2014/main" id="{C12B8FC9-D8F1-4E9D-A002-20644A728EE1}"/>
                          </a:ext>
                        </a:extLst>
                      </p:cNvPr>
                      <p:cNvCxnSpPr>
                        <a:cxnSpLocks/>
                        <a:stCxn id="137403" idx="4"/>
                        <a:endCxn id="13740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7032" name="グループ化 137031">
                    <a:extLst>
                      <a:ext uri="{FF2B5EF4-FFF2-40B4-BE49-F238E27FC236}">
                        <a16:creationId xmlns:a16="http://schemas.microsoft.com/office/drawing/2014/main" id="{52DC53E3-9D01-46A0-B0DC-F17DE7C4BFB2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977249" y="609035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7341" name="グループ化 137340">
                      <a:extLst>
                        <a:ext uri="{FF2B5EF4-FFF2-40B4-BE49-F238E27FC236}">
                          <a16:creationId xmlns:a16="http://schemas.microsoft.com/office/drawing/2014/main" id="{FFED6B11-D7AC-490F-803C-7E640B55F828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7370" name="グループ化 137369">
                        <a:extLst>
                          <a:ext uri="{FF2B5EF4-FFF2-40B4-BE49-F238E27FC236}">
                            <a16:creationId xmlns:a16="http://schemas.microsoft.com/office/drawing/2014/main" id="{C6A4BA18-39CD-4A61-871A-EB9C447EBD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391" name="直線コネクタ 137390">
                          <a:extLst>
                            <a:ext uri="{FF2B5EF4-FFF2-40B4-BE49-F238E27FC236}">
                              <a16:creationId xmlns:a16="http://schemas.microsoft.com/office/drawing/2014/main" id="{BB6E8402-A367-4CB0-B11A-FE3B8886C21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92" name="直線コネクタ 137391">
                          <a:extLst>
                            <a:ext uri="{FF2B5EF4-FFF2-40B4-BE49-F238E27FC236}">
                              <a16:creationId xmlns:a16="http://schemas.microsoft.com/office/drawing/2014/main" id="{B4502687-48D2-49A5-B58C-54E90C6392A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93" name="直線コネクタ 137392">
                          <a:extLst>
                            <a:ext uri="{FF2B5EF4-FFF2-40B4-BE49-F238E27FC236}">
                              <a16:creationId xmlns:a16="http://schemas.microsoft.com/office/drawing/2014/main" id="{D7F9DF9B-F19D-477F-B3EB-103335C218E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94" name="直線コネクタ 137393">
                          <a:extLst>
                            <a:ext uri="{FF2B5EF4-FFF2-40B4-BE49-F238E27FC236}">
                              <a16:creationId xmlns:a16="http://schemas.microsoft.com/office/drawing/2014/main" id="{A89B870A-DAFC-4A93-B2D8-650F67680CC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95" name="直線コネクタ 137394">
                          <a:extLst>
                            <a:ext uri="{FF2B5EF4-FFF2-40B4-BE49-F238E27FC236}">
                              <a16:creationId xmlns:a16="http://schemas.microsoft.com/office/drawing/2014/main" id="{AFE806E0-4901-4027-9157-03C1704EB49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71" name="グループ化 137370">
                        <a:extLst>
                          <a:ext uri="{FF2B5EF4-FFF2-40B4-BE49-F238E27FC236}">
                            <a16:creationId xmlns:a16="http://schemas.microsoft.com/office/drawing/2014/main" id="{16A4133A-CD5F-4FD2-9917-02195638A8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88" name="楕円 137387">
                          <a:extLst>
                            <a:ext uri="{FF2B5EF4-FFF2-40B4-BE49-F238E27FC236}">
                              <a16:creationId xmlns:a16="http://schemas.microsoft.com/office/drawing/2014/main" id="{FC4FF603-D591-41C1-BB39-3D1C10A801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89" name="直線コネクタ 137388">
                          <a:extLst>
                            <a:ext uri="{FF2B5EF4-FFF2-40B4-BE49-F238E27FC236}">
                              <a16:creationId xmlns:a16="http://schemas.microsoft.com/office/drawing/2014/main" id="{0D3CA15F-3214-4831-B5F9-B71AE5755582}"/>
                            </a:ext>
                          </a:extLst>
                        </p:cNvPr>
                        <p:cNvCxnSpPr>
                          <a:cxnSpLocks/>
                          <a:stCxn id="137388" idx="6"/>
                          <a:endCxn id="13738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90" name="直線コネクタ 137389">
                          <a:extLst>
                            <a:ext uri="{FF2B5EF4-FFF2-40B4-BE49-F238E27FC236}">
                              <a16:creationId xmlns:a16="http://schemas.microsoft.com/office/drawing/2014/main" id="{F4488AC6-76BF-46CC-BD86-8AA9F46E446E}"/>
                            </a:ext>
                          </a:extLst>
                        </p:cNvPr>
                        <p:cNvCxnSpPr>
                          <a:cxnSpLocks/>
                          <a:stCxn id="137388" idx="4"/>
                          <a:endCxn id="13738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72" name="グループ化 137371">
                        <a:extLst>
                          <a:ext uri="{FF2B5EF4-FFF2-40B4-BE49-F238E27FC236}">
                            <a16:creationId xmlns:a16="http://schemas.microsoft.com/office/drawing/2014/main" id="{95DF81A1-9C8C-4EDD-93C3-3B8277EB3A9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85" name="楕円 137384">
                          <a:extLst>
                            <a:ext uri="{FF2B5EF4-FFF2-40B4-BE49-F238E27FC236}">
                              <a16:creationId xmlns:a16="http://schemas.microsoft.com/office/drawing/2014/main" id="{535CECBB-4ADB-4402-9AD9-0FF971D6CB3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86" name="直線コネクタ 137385">
                          <a:extLst>
                            <a:ext uri="{FF2B5EF4-FFF2-40B4-BE49-F238E27FC236}">
                              <a16:creationId xmlns:a16="http://schemas.microsoft.com/office/drawing/2014/main" id="{174B89AB-C0BC-4B6A-8038-4182EDEE2539}"/>
                            </a:ext>
                          </a:extLst>
                        </p:cNvPr>
                        <p:cNvCxnSpPr>
                          <a:cxnSpLocks/>
                          <a:stCxn id="137385" idx="6"/>
                          <a:endCxn id="13738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87" name="直線コネクタ 137386">
                          <a:extLst>
                            <a:ext uri="{FF2B5EF4-FFF2-40B4-BE49-F238E27FC236}">
                              <a16:creationId xmlns:a16="http://schemas.microsoft.com/office/drawing/2014/main" id="{2D9EEEEE-07C0-4E9D-AA62-35A7E5D8B918}"/>
                            </a:ext>
                          </a:extLst>
                        </p:cNvPr>
                        <p:cNvCxnSpPr>
                          <a:cxnSpLocks/>
                          <a:stCxn id="137385" idx="4"/>
                          <a:endCxn id="13738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73" name="グループ化 137372">
                        <a:extLst>
                          <a:ext uri="{FF2B5EF4-FFF2-40B4-BE49-F238E27FC236}">
                            <a16:creationId xmlns:a16="http://schemas.microsoft.com/office/drawing/2014/main" id="{0774B3B7-4E44-49E6-B881-570631276A2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82" name="楕円 137381">
                          <a:extLst>
                            <a:ext uri="{FF2B5EF4-FFF2-40B4-BE49-F238E27FC236}">
                              <a16:creationId xmlns:a16="http://schemas.microsoft.com/office/drawing/2014/main" id="{1B0ECBAF-6ACF-4A0C-B236-F0881FCD458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83" name="直線コネクタ 137382">
                          <a:extLst>
                            <a:ext uri="{FF2B5EF4-FFF2-40B4-BE49-F238E27FC236}">
                              <a16:creationId xmlns:a16="http://schemas.microsoft.com/office/drawing/2014/main" id="{FFFE733A-14C3-4E77-90A6-7DA1B3F9A5E8}"/>
                            </a:ext>
                          </a:extLst>
                        </p:cNvPr>
                        <p:cNvCxnSpPr>
                          <a:cxnSpLocks/>
                          <a:stCxn id="137382" idx="6"/>
                          <a:endCxn id="13738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84" name="直線コネクタ 137383">
                          <a:extLst>
                            <a:ext uri="{FF2B5EF4-FFF2-40B4-BE49-F238E27FC236}">
                              <a16:creationId xmlns:a16="http://schemas.microsoft.com/office/drawing/2014/main" id="{5A1EC5FD-5B00-458D-9BEA-6AEE1F5334D7}"/>
                            </a:ext>
                          </a:extLst>
                        </p:cNvPr>
                        <p:cNvCxnSpPr>
                          <a:cxnSpLocks/>
                          <a:stCxn id="137382" idx="4"/>
                          <a:endCxn id="13738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74" name="グループ化 137373">
                        <a:extLst>
                          <a:ext uri="{FF2B5EF4-FFF2-40B4-BE49-F238E27FC236}">
                            <a16:creationId xmlns:a16="http://schemas.microsoft.com/office/drawing/2014/main" id="{72D1948E-B147-4849-842A-3D2DA6F282F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79" name="楕円 137378">
                          <a:extLst>
                            <a:ext uri="{FF2B5EF4-FFF2-40B4-BE49-F238E27FC236}">
                              <a16:creationId xmlns:a16="http://schemas.microsoft.com/office/drawing/2014/main" id="{9293CF8E-3B2A-46D0-B0AC-0A6CD6CFEB6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80" name="直線コネクタ 137379">
                          <a:extLst>
                            <a:ext uri="{FF2B5EF4-FFF2-40B4-BE49-F238E27FC236}">
                              <a16:creationId xmlns:a16="http://schemas.microsoft.com/office/drawing/2014/main" id="{5B26FB4A-1086-4EE6-AEDF-899EC6AB1E89}"/>
                            </a:ext>
                          </a:extLst>
                        </p:cNvPr>
                        <p:cNvCxnSpPr>
                          <a:cxnSpLocks/>
                          <a:stCxn id="137379" idx="6"/>
                          <a:endCxn id="13737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81" name="直線コネクタ 137380">
                          <a:extLst>
                            <a:ext uri="{FF2B5EF4-FFF2-40B4-BE49-F238E27FC236}">
                              <a16:creationId xmlns:a16="http://schemas.microsoft.com/office/drawing/2014/main" id="{0315B9F8-CEDF-404D-B982-AEA9F0105AF4}"/>
                            </a:ext>
                          </a:extLst>
                        </p:cNvPr>
                        <p:cNvCxnSpPr>
                          <a:cxnSpLocks/>
                          <a:stCxn id="137379" idx="4"/>
                          <a:endCxn id="13737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75" name="グループ化 137374">
                        <a:extLst>
                          <a:ext uri="{FF2B5EF4-FFF2-40B4-BE49-F238E27FC236}">
                            <a16:creationId xmlns:a16="http://schemas.microsoft.com/office/drawing/2014/main" id="{B21937EF-2284-4119-917C-38DCAA6FE19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76" name="楕円 137375">
                          <a:extLst>
                            <a:ext uri="{FF2B5EF4-FFF2-40B4-BE49-F238E27FC236}">
                              <a16:creationId xmlns:a16="http://schemas.microsoft.com/office/drawing/2014/main" id="{3D52217A-8424-4550-AF3A-E87BF044D81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77" name="直線コネクタ 137376">
                          <a:extLst>
                            <a:ext uri="{FF2B5EF4-FFF2-40B4-BE49-F238E27FC236}">
                              <a16:creationId xmlns:a16="http://schemas.microsoft.com/office/drawing/2014/main" id="{EEE0C5EF-93CB-4A3B-8FB0-015D89BD68FD}"/>
                            </a:ext>
                          </a:extLst>
                        </p:cNvPr>
                        <p:cNvCxnSpPr>
                          <a:cxnSpLocks/>
                          <a:stCxn id="137376" idx="6"/>
                          <a:endCxn id="13737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78" name="直線コネクタ 137377">
                          <a:extLst>
                            <a:ext uri="{FF2B5EF4-FFF2-40B4-BE49-F238E27FC236}">
                              <a16:creationId xmlns:a16="http://schemas.microsoft.com/office/drawing/2014/main" id="{E2CF436C-6F3E-47C1-AEAD-EF7066883D41}"/>
                            </a:ext>
                          </a:extLst>
                        </p:cNvPr>
                        <p:cNvCxnSpPr>
                          <a:cxnSpLocks/>
                          <a:stCxn id="137376" idx="4"/>
                          <a:endCxn id="13737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7342" name="楕円 137341">
                      <a:extLst>
                        <a:ext uri="{FF2B5EF4-FFF2-40B4-BE49-F238E27FC236}">
                          <a16:creationId xmlns:a16="http://schemas.microsoft.com/office/drawing/2014/main" id="{3ED1E193-FB78-41DD-8961-D6BC1E57B79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7343" name="グループ化 137342">
                      <a:extLst>
                        <a:ext uri="{FF2B5EF4-FFF2-40B4-BE49-F238E27FC236}">
                          <a16:creationId xmlns:a16="http://schemas.microsoft.com/office/drawing/2014/main" id="{3DAD5237-800D-42F8-8D1B-A5272C5920C8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7344" name="グループ化 137343">
                        <a:extLst>
                          <a:ext uri="{FF2B5EF4-FFF2-40B4-BE49-F238E27FC236}">
                            <a16:creationId xmlns:a16="http://schemas.microsoft.com/office/drawing/2014/main" id="{836922D6-FD34-491B-B6B8-72CFBCE678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365" name="直線コネクタ 137364">
                          <a:extLst>
                            <a:ext uri="{FF2B5EF4-FFF2-40B4-BE49-F238E27FC236}">
                              <a16:creationId xmlns:a16="http://schemas.microsoft.com/office/drawing/2014/main" id="{5A6A2951-C696-4D5F-8419-7DA2E968198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66" name="直線コネクタ 137365">
                          <a:extLst>
                            <a:ext uri="{FF2B5EF4-FFF2-40B4-BE49-F238E27FC236}">
                              <a16:creationId xmlns:a16="http://schemas.microsoft.com/office/drawing/2014/main" id="{02F60AF6-A15F-4A0E-AD97-B5F28A3D6CE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67" name="直線コネクタ 137366">
                          <a:extLst>
                            <a:ext uri="{FF2B5EF4-FFF2-40B4-BE49-F238E27FC236}">
                              <a16:creationId xmlns:a16="http://schemas.microsoft.com/office/drawing/2014/main" id="{DDC6C803-79F1-4003-882C-C33BCC28E1B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68" name="直線コネクタ 137367">
                          <a:extLst>
                            <a:ext uri="{FF2B5EF4-FFF2-40B4-BE49-F238E27FC236}">
                              <a16:creationId xmlns:a16="http://schemas.microsoft.com/office/drawing/2014/main" id="{95D9A1AE-AED7-46BD-97DA-C38AA863CFA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69" name="直線コネクタ 137368">
                          <a:extLst>
                            <a:ext uri="{FF2B5EF4-FFF2-40B4-BE49-F238E27FC236}">
                              <a16:creationId xmlns:a16="http://schemas.microsoft.com/office/drawing/2014/main" id="{1AEE1C9C-8864-4BF2-96C8-F1E58793974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45" name="グループ化 137344">
                        <a:extLst>
                          <a:ext uri="{FF2B5EF4-FFF2-40B4-BE49-F238E27FC236}">
                            <a16:creationId xmlns:a16="http://schemas.microsoft.com/office/drawing/2014/main" id="{161B82D6-AD1C-486C-8581-CA0137A795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62" name="楕円 137361">
                          <a:extLst>
                            <a:ext uri="{FF2B5EF4-FFF2-40B4-BE49-F238E27FC236}">
                              <a16:creationId xmlns:a16="http://schemas.microsoft.com/office/drawing/2014/main" id="{71E49DE4-DBE5-4711-A90D-260B693DC93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63" name="直線コネクタ 137362">
                          <a:extLst>
                            <a:ext uri="{FF2B5EF4-FFF2-40B4-BE49-F238E27FC236}">
                              <a16:creationId xmlns:a16="http://schemas.microsoft.com/office/drawing/2014/main" id="{76E19DD7-E739-413D-B8A1-5C0B5D852DF3}"/>
                            </a:ext>
                          </a:extLst>
                        </p:cNvPr>
                        <p:cNvCxnSpPr>
                          <a:cxnSpLocks/>
                          <a:stCxn id="137362" idx="6"/>
                          <a:endCxn id="13736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64" name="直線コネクタ 137363">
                          <a:extLst>
                            <a:ext uri="{FF2B5EF4-FFF2-40B4-BE49-F238E27FC236}">
                              <a16:creationId xmlns:a16="http://schemas.microsoft.com/office/drawing/2014/main" id="{E224AB49-5FB7-44EB-B034-5EA7B6C16147}"/>
                            </a:ext>
                          </a:extLst>
                        </p:cNvPr>
                        <p:cNvCxnSpPr>
                          <a:cxnSpLocks/>
                          <a:stCxn id="137362" idx="4"/>
                          <a:endCxn id="13736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46" name="グループ化 137345">
                        <a:extLst>
                          <a:ext uri="{FF2B5EF4-FFF2-40B4-BE49-F238E27FC236}">
                            <a16:creationId xmlns:a16="http://schemas.microsoft.com/office/drawing/2014/main" id="{26DB798D-A6D3-46DA-A764-A30A05591F2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59" name="楕円 137358">
                          <a:extLst>
                            <a:ext uri="{FF2B5EF4-FFF2-40B4-BE49-F238E27FC236}">
                              <a16:creationId xmlns:a16="http://schemas.microsoft.com/office/drawing/2014/main" id="{21A0F208-DB30-4636-8FD3-C9D17E4BA9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60" name="直線コネクタ 137359">
                          <a:extLst>
                            <a:ext uri="{FF2B5EF4-FFF2-40B4-BE49-F238E27FC236}">
                              <a16:creationId xmlns:a16="http://schemas.microsoft.com/office/drawing/2014/main" id="{374AB2CD-BF96-4BE3-88E1-A30ADB2EF0E8}"/>
                            </a:ext>
                          </a:extLst>
                        </p:cNvPr>
                        <p:cNvCxnSpPr>
                          <a:cxnSpLocks/>
                          <a:stCxn id="137359" idx="6"/>
                          <a:endCxn id="13735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61" name="直線コネクタ 137360">
                          <a:extLst>
                            <a:ext uri="{FF2B5EF4-FFF2-40B4-BE49-F238E27FC236}">
                              <a16:creationId xmlns:a16="http://schemas.microsoft.com/office/drawing/2014/main" id="{0CB1C6EB-10BE-4B0A-8A11-EE5BC5AE5447}"/>
                            </a:ext>
                          </a:extLst>
                        </p:cNvPr>
                        <p:cNvCxnSpPr>
                          <a:cxnSpLocks/>
                          <a:stCxn id="137359" idx="4"/>
                          <a:endCxn id="13735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47" name="グループ化 137346">
                        <a:extLst>
                          <a:ext uri="{FF2B5EF4-FFF2-40B4-BE49-F238E27FC236}">
                            <a16:creationId xmlns:a16="http://schemas.microsoft.com/office/drawing/2014/main" id="{17566330-8340-408B-8453-B4EF218ED2B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56" name="楕円 137355">
                          <a:extLst>
                            <a:ext uri="{FF2B5EF4-FFF2-40B4-BE49-F238E27FC236}">
                              <a16:creationId xmlns:a16="http://schemas.microsoft.com/office/drawing/2014/main" id="{215368F5-3B53-4404-83A6-4A21B459EAB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57" name="直線コネクタ 137356">
                          <a:extLst>
                            <a:ext uri="{FF2B5EF4-FFF2-40B4-BE49-F238E27FC236}">
                              <a16:creationId xmlns:a16="http://schemas.microsoft.com/office/drawing/2014/main" id="{83ECE208-C5B1-4E00-A589-CE070E4FD5D0}"/>
                            </a:ext>
                          </a:extLst>
                        </p:cNvPr>
                        <p:cNvCxnSpPr>
                          <a:cxnSpLocks/>
                          <a:stCxn id="137356" idx="6"/>
                          <a:endCxn id="13735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58" name="直線コネクタ 137357">
                          <a:extLst>
                            <a:ext uri="{FF2B5EF4-FFF2-40B4-BE49-F238E27FC236}">
                              <a16:creationId xmlns:a16="http://schemas.microsoft.com/office/drawing/2014/main" id="{62ACD48A-DF63-48C6-9EDA-02B58E7E692E}"/>
                            </a:ext>
                          </a:extLst>
                        </p:cNvPr>
                        <p:cNvCxnSpPr>
                          <a:cxnSpLocks/>
                          <a:stCxn id="137356" idx="4"/>
                          <a:endCxn id="13735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48" name="グループ化 137347">
                        <a:extLst>
                          <a:ext uri="{FF2B5EF4-FFF2-40B4-BE49-F238E27FC236}">
                            <a16:creationId xmlns:a16="http://schemas.microsoft.com/office/drawing/2014/main" id="{5FB5F055-5B29-49C9-B9E3-2400A2344DF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53" name="楕円 137352">
                          <a:extLst>
                            <a:ext uri="{FF2B5EF4-FFF2-40B4-BE49-F238E27FC236}">
                              <a16:creationId xmlns:a16="http://schemas.microsoft.com/office/drawing/2014/main" id="{5A6A0678-7EC1-41F4-9856-97F721F984D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54" name="直線コネクタ 137353">
                          <a:extLst>
                            <a:ext uri="{FF2B5EF4-FFF2-40B4-BE49-F238E27FC236}">
                              <a16:creationId xmlns:a16="http://schemas.microsoft.com/office/drawing/2014/main" id="{F8C53F78-CB6F-41C1-BA81-C857FF4DB44B}"/>
                            </a:ext>
                          </a:extLst>
                        </p:cNvPr>
                        <p:cNvCxnSpPr>
                          <a:cxnSpLocks/>
                          <a:stCxn id="137353" idx="6"/>
                          <a:endCxn id="13735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55" name="直線コネクタ 137354">
                          <a:extLst>
                            <a:ext uri="{FF2B5EF4-FFF2-40B4-BE49-F238E27FC236}">
                              <a16:creationId xmlns:a16="http://schemas.microsoft.com/office/drawing/2014/main" id="{B607D210-CCB9-418B-8E96-84BEB0123012}"/>
                            </a:ext>
                          </a:extLst>
                        </p:cNvPr>
                        <p:cNvCxnSpPr>
                          <a:cxnSpLocks/>
                          <a:stCxn id="137353" idx="4"/>
                          <a:endCxn id="13735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349" name="グループ化 137348">
                        <a:extLst>
                          <a:ext uri="{FF2B5EF4-FFF2-40B4-BE49-F238E27FC236}">
                            <a16:creationId xmlns:a16="http://schemas.microsoft.com/office/drawing/2014/main" id="{DBBBF041-7618-40ED-98FD-B77423CD04D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350" name="楕円 137349">
                          <a:extLst>
                            <a:ext uri="{FF2B5EF4-FFF2-40B4-BE49-F238E27FC236}">
                              <a16:creationId xmlns:a16="http://schemas.microsoft.com/office/drawing/2014/main" id="{F27E2AF8-F6A0-41DC-B765-76371E5A602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51" name="直線コネクタ 137350">
                          <a:extLst>
                            <a:ext uri="{FF2B5EF4-FFF2-40B4-BE49-F238E27FC236}">
                              <a16:creationId xmlns:a16="http://schemas.microsoft.com/office/drawing/2014/main" id="{A0DB7472-D242-4407-BF5E-A4EDDF155585}"/>
                            </a:ext>
                          </a:extLst>
                        </p:cNvPr>
                        <p:cNvCxnSpPr>
                          <a:cxnSpLocks/>
                          <a:stCxn id="137350" idx="6"/>
                          <a:endCxn id="13735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52" name="直線コネクタ 137351">
                          <a:extLst>
                            <a:ext uri="{FF2B5EF4-FFF2-40B4-BE49-F238E27FC236}">
                              <a16:creationId xmlns:a16="http://schemas.microsoft.com/office/drawing/2014/main" id="{6D7FE9A0-E543-4322-B7CC-73A673E2549E}"/>
                            </a:ext>
                          </a:extLst>
                        </p:cNvPr>
                        <p:cNvCxnSpPr>
                          <a:cxnSpLocks/>
                          <a:stCxn id="137350" idx="4"/>
                          <a:endCxn id="13735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7033" name="グループ化 137032">
                    <a:extLst>
                      <a:ext uri="{FF2B5EF4-FFF2-40B4-BE49-F238E27FC236}">
                        <a16:creationId xmlns:a16="http://schemas.microsoft.com/office/drawing/2014/main" id="{AA8DB8C5-DF9D-4BBD-841E-0C90893B9C98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5296236" y="613065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307" name="グループ化 137306">
                      <a:extLst>
                        <a:ext uri="{FF2B5EF4-FFF2-40B4-BE49-F238E27FC236}">
                          <a16:creationId xmlns:a16="http://schemas.microsoft.com/office/drawing/2014/main" id="{FB5F14CB-5B9E-47E4-A683-9C9F9A10DC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332" name="直線コネクタ 137331">
                        <a:extLst>
                          <a:ext uri="{FF2B5EF4-FFF2-40B4-BE49-F238E27FC236}">
                            <a16:creationId xmlns:a16="http://schemas.microsoft.com/office/drawing/2014/main" id="{6E49DCDB-34B3-48DA-BF4E-BD6BFC2BBE6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33" name="直線コネクタ 137332">
                        <a:extLst>
                          <a:ext uri="{FF2B5EF4-FFF2-40B4-BE49-F238E27FC236}">
                            <a16:creationId xmlns:a16="http://schemas.microsoft.com/office/drawing/2014/main" id="{9B323F8A-4765-4D5F-8226-8C77F5333A3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34" name="直線コネクタ 137333">
                        <a:extLst>
                          <a:ext uri="{FF2B5EF4-FFF2-40B4-BE49-F238E27FC236}">
                            <a16:creationId xmlns:a16="http://schemas.microsoft.com/office/drawing/2014/main" id="{3E400D21-4B41-43F6-BB89-E81C560C9E3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35" name="直線コネクタ 137334">
                        <a:extLst>
                          <a:ext uri="{FF2B5EF4-FFF2-40B4-BE49-F238E27FC236}">
                            <a16:creationId xmlns:a16="http://schemas.microsoft.com/office/drawing/2014/main" id="{01CE2117-58F6-4AB3-9A0D-813E755EB4D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36" name="直線コネクタ 137335">
                        <a:extLst>
                          <a:ext uri="{FF2B5EF4-FFF2-40B4-BE49-F238E27FC236}">
                            <a16:creationId xmlns:a16="http://schemas.microsoft.com/office/drawing/2014/main" id="{84E1F3FA-19CE-4B4D-BC39-8004A8B29B1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37" name="直線コネクタ 137336">
                        <a:extLst>
                          <a:ext uri="{FF2B5EF4-FFF2-40B4-BE49-F238E27FC236}">
                            <a16:creationId xmlns:a16="http://schemas.microsoft.com/office/drawing/2014/main" id="{A8AE24F5-0A4E-4404-A1C6-B7C8008A6D3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38" name="直線コネクタ 137337">
                        <a:extLst>
                          <a:ext uri="{FF2B5EF4-FFF2-40B4-BE49-F238E27FC236}">
                            <a16:creationId xmlns:a16="http://schemas.microsoft.com/office/drawing/2014/main" id="{7B1DFAD7-42BB-4B7B-B151-A3C349DCC1D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39" name="直線コネクタ 137338">
                        <a:extLst>
                          <a:ext uri="{FF2B5EF4-FFF2-40B4-BE49-F238E27FC236}">
                            <a16:creationId xmlns:a16="http://schemas.microsoft.com/office/drawing/2014/main" id="{849ED6A0-19AD-456C-A605-75D86F1FF44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40" name="直線コネクタ 137339">
                        <a:extLst>
                          <a:ext uri="{FF2B5EF4-FFF2-40B4-BE49-F238E27FC236}">
                            <a16:creationId xmlns:a16="http://schemas.microsoft.com/office/drawing/2014/main" id="{8768458C-A72F-4CCA-BB37-D588855911F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08" name="グループ化 137307">
                      <a:extLst>
                        <a:ext uri="{FF2B5EF4-FFF2-40B4-BE49-F238E27FC236}">
                          <a16:creationId xmlns:a16="http://schemas.microsoft.com/office/drawing/2014/main" id="{6814BD02-5601-42E1-8910-AB68F82C6B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329" name="楕円 137328">
                        <a:extLst>
                          <a:ext uri="{FF2B5EF4-FFF2-40B4-BE49-F238E27FC236}">
                            <a16:creationId xmlns:a16="http://schemas.microsoft.com/office/drawing/2014/main" id="{2D9A6F80-2BAD-4574-A451-ED77EE9AB2B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330" name="直線コネクタ 137329">
                        <a:extLst>
                          <a:ext uri="{FF2B5EF4-FFF2-40B4-BE49-F238E27FC236}">
                            <a16:creationId xmlns:a16="http://schemas.microsoft.com/office/drawing/2014/main" id="{57E35A6E-D950-4DCF-B880-C0D995603F34}"/>
                          </a:ext>
                        </a:extLst>
                      </p:cNvPr>
                      <p:cNvCxnSpPr>
                        <a:cxnSpLocks/>
                        <a:stCxn id="137329" idx="6"/>
                        <a:endCxn id="13732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31" name="直線コネクタ 137330">
                        <a:extLst>
                          <a:ext uri="{FF2B5EF4-FFF2-40B4-BE49-F238E27FC236}">
                            <a16:creationId xmlns:a16="http://schemas.microsoft.com/office/drawing/2014/main" id="{0C44D2B2-DB8C-4A31-B89B-A1A4C34942F1}"/>
                          </a:ext>
                        </a:extLst>
                      </p:cNvPr>
                      <p:cNvCxnSpPr>
                        <a:cxnSpLocks/>
                        <a:stCxn id="137329" idx="4"/>
                        <a:endCxn id="13732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09" name="グループ化 137308">
                      <a:extLst>
                        <a:ext uri="{FF2B5EF4-FFF2-40B4-BE49-F238E27FC236}">
                          <a16:creationId xmlns:a16="http://schemas.microsoft.com/office/drawing/2014/main" id="{F274CBAB-3CC9-4A1B-A20A-C7391CAD5C17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326" name="楕円 137325">
                        <a:extLst>
                          <a:ext uri="{FF2B5EF4-FFF2-40B4-BE49-F238E27FC236}">
                            <a16:creationId xmlns:a16="http://schemas.microsoft.com/office/drawing/2014/main" id="{22A07702-7F52-41A4-8A9C-D776F3435A2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327" name="直線コネクタ 137326">
                        <a:extLst>
                          <a:ext uri="{FF2B5EF4-FFF2-40B4-BE49-F238E27FC236}">
                            <a16:creationId xmlns:a16="http://schemas.microsoft.com/office/drawing/2014/main" id="{B0A3D229-30B4-4155-9C5C-ACF71FA1C353}"/>
                          </a:ext>
                        </a:extLst>
                      </p:cNvPr>
                      <p:cNvCxnSpPr>
                        <a:cxnSpLocks/>
                        <a:stCxn id="137326" idx="6"/>
                        <a:endCxn id="13732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28" name="直線コネクタ 137327">
                        <a:extLst>
                          <a:ext uri="{FF2B5EF4-FFF2-40B4-BE49-F238E27FC236}">
                            <a16:creationId xmlns:a16="http://schemas.microsoft.com/office/drawing/2014/main" id="{D7F9DA3C-191F-4082-8392-4C24A247CAD7}"/>
                          </a:ext>
                        </a:extLst>
                      </p:cNvPr>
                      <p:cNvCxnSpPr>
                        <a:cxnSpLocks/>
                        <a:stCxn id="137326" idx="4"/>
                        <a:endCxn id="13732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10" name="グループ化 137309">
                      <a:extLst>
                        <a:ext uri="{FF2B5EF4-FFF2-40B4-BE49-F238E27FC236}">
                          <a16:creationId xmlns:a16="http://schemas.microsoft.com/office/drawing/2014/main" id="{6BE5D410-B797-4781-ABC6-BC98ABF99B9D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323" name="楕円 137322">
                        <a:extLst>
                          <a:ext uri="{FF2B5EF4-FFF2-40B4-BE49-F238E27FC236}">
                            <a16:creationId xmlns:a16="http://schemas.microsoft.com/office/drawing/2014/main" id="{92D056DA-F0A2-4D4C-A9A3-3108FE342E2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324" name="直線コネクタ 137323">
                        <a:extLst>
                          <a:ext uri="{FF2B5EF4-FFF2-40B4-BE49-F238E27FC236}">
                            <a16:creationId xmlns:a16="http://schemas.microsoft.com/office/drawing/2014/main" id="{51EF2F5E-1222-4ACC-8E7F-F2494EA882EA}"/>
                          </a:ext>
                        </a:extLst>
                      </p:cNvPr>
                      <p:cNvCxnSpPr>
                        <a:cxnSpLocks/>
                        <a:stCxn id="137323" idx="6"/>
                        <a:endCxn id="13732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25" name="直線コネクタ 137324">
                        <a:extLst>
                          <a:ext uri="{FF2B5EF4-FFF2-40B4-BE49-F238E27FC236}">
                            <a16:creationId xmlns:a16="http://schemas.microsoft.com/office/drawing/2014/main" id="{70AF28F4-CBC7-42A1-AA99-D18D2440357E}"/>
                          </a:ext>
                        </a:extLst>
                      </p:cNvPr>
                      <p:cNvCxnSpPr>
                        <a:cxnSpLocks/>
                        <a:stCxn id="137323" idx="4"/>
                        <a:endCxn id="13732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11" name="グループ化 137310">
                      <a:extLst>
                        <a:ext uri="{FF2B5EF4-FFF2-40B4-BE49-F238E27FC236}">
                          <a16:creationId xmlns:a16="http://schemas.microsoft.com/office/drawing/2014/main" id="{B30C2421-6182-441D-B064-236EFF7F9636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320" name="楕円 137319">
                        <a:extLst>
                          <a:ext uri="{FF2B5EF4-FFF2-40B4-BE49-F238E27FC236}">
                            <a16:creationId xmlns:a16="http://schemas.microsoft.com/office/drawing/2014/main" id="{62E1DE33-8B4B-42B2-9595-EED6B5D3264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321" name="直線コネクタ 137320">
                        <a:extLst>
                          <a:ext uri="{FF2B5EF4-FFF2-40B4-BE49-F238E27FC236}">
                            <a16:creationId xmlns:a16="http://schemas.microsoft.com/office/drawing/2014/main" id="{519E6F57-EF22-41DD-B152-3B2AAC07FF56}"/>
                          </a:ext>
                        </a:extLst>
                      </p:cNvPr>
                      <p:cNvCxnSpPr>
                        <a:cxnSpLocks/>
                        <a:stCxn id="137320" idx="6"/>
                        <a:endCxn id="13732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22" name="直線コネクタ 137321">
                        <a:extLst>
                          <a:ext uri="{FF2B5EF4-FFF2-40B4-BE49-F238E27FC236}">
                            <a16:creationId xmlns:a16="http://schemas.microsoft.com/office/drawing/2014/main" id="{A4CD9821-0A06-4A5A-BD73-52175C08A131}"/>
                          </a:ext>
                        </a:extLst>
                      </p:cNvPr>
                      <p:cNvCxnSpPr>
                        <a:cxnSpLocks/>
                        <a:stCxn id="137320" idx="4"/>
                        <a:endCxn id="13732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12" name="グループ化 137311">
                      <a:extLst>
                        <a:ext uri="{FF2B5EF4-FFF2-40B4-BE49-F238E27FC236}">
                          <a16:creationId xmlns:a16="http://schemas.microsoft.com/office/drawing/2014/main" id="{EA0765F7-A88E-4691-BA69-CBA86532BFA1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317" name="楕円 137316">
                        <a:extLst>
                          <a:ext uri="{FF2B5EF4-FFF2-40B4-BE49-F238E27FC236}">
                            <a16:creationId xmlns:a16="http://schemas.microsoft.com/office/drawing/2014/main" id="{9E23D0A9-B271-4330-945C-2F380C38F4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318" name="直線コネクタ 137317">
                        <a:extLst>
                          <a:ext uri="{FF2B5EF4-FFF2-40B4-BE49-F238E27FC236}">
                            <a16:creationId xmlns:a16="http://schemas.microsoft.com/office/drawing/2014/main" id="{0EB4C7BE-6483-4A99-97E0-E880E84EAAED}"/>
                          </a:ext>
                        </a:extLst>
                      </p:cNvPr>
                      <p:cNvCxnSpPr>
                        <a:cxnSpLocks/>
                        <a:stCxn id="137317" idx="6"/>
                        <a:endCxn id="13731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19" name="直線コネクタ 137318">
                        <a:extLst>
                          <a:ext uri="{FF2B5EF4-FFF2-40B4-BE49-F238E27FC236}">
                            <a16:creationId xmlns:a16="http://schemas.microsoft.com/office/drawing/2014/main" id="{481901B0-7348-4985-A8FF-B6244D9329B2}"/>
                          </a:ext>
                        </a:extLst>
                      </p:cNvPr>
                      <p:cNvCxnSpPr>
                        <a:cxnSpLocks/>
                        <a:stCxn id="137317" idx="4"/>
                        <a:endCxn id="13731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313" name="グループ化 137312">
                      <a:extLst>
                        <a:ext uri="{FF2B5EF4-FFF2-40B4-BE49-F238E27FC236}">
                          <a16:creationId xmlns:a16="http://schemas.microsoft.com/office/drawing/2014/main" id="{67FC7F3F-EA70-4B52-B229-CBCDE54F8384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314" name="楕円 137313">
                        <a:extLst>
                          <a:ext uri="{FF2B5EF4-FFF2-40B4-BE49-F238E27FC236}">
                            <a16:creationId xmlns:a16="http://schemas.microsoft.com/office/drawing/2014/main" id="{DF7D930D-6C48-4A53-81CB-E7D78CF549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315" name="直線コネクタ 137314">
                        <a:extLst>
                          <a:ext uri="{FF2B5EF4-FFF2-40B4-BE49-F238E27FC236}">
                            <a16:creationId xmlns:a16="http://schemas.microsoft.com/office/drawing/2014/main" id="{6A8E7BE1-3E0B-4210-B739-68DA19BD3BEE}"/>
                          </a:ext>
                        </a:extLst>
                      </p:cNvPr>
                      <p:cNvCxnSpPr>
                        <a:cxnSpLocks/>
                        <a:stCxn id="137314" idx="6"/>
                        <a:endCxn id="13731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16" name="直線コネクタ 137315">
                        <a:extLst>
                          <a:ext uri="{FF2B5EF4-FFF2-40B4-BE49-F238E27FC236}">
                            <a16:creationId xmlns:a16="http://schemas.microsoft.com/office/drawing/2014/main" id="{8C1F864D-823A-42EE-8A91-91BF966B0317}"/>
                          </a:ext>
                        </a:extLst>
                      </p:cNvPr>
                      <p:cNvCxnSpPr>
                        <a:cxnSpLocks/>
                        <a:stCxn id="137314" idx="4"/>
                        <a:endCxn id="13731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7034" name="グループ化 137033">
                    <a:extLst>
                      <a:ext uri="{FF2B5EF4-FFF2-40B4-BE49-F238E27FC236}">
                        <a16:creationId xmlns:a16="http://schemas.microsoft.com/office/drawing/2014/main" id="{53EE3D23-EB94-4587-B07D-011BE09D807D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520692" y="5629120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7252" name="グループ化 137251">
                      <a:extLst>
                        <a:ext uri="{FF2B5EF4-FFF2-40B4-BE49-F238E27FC236}">
                          <a16:creationId xmlns:a16="http://schemas.microsoft.com/office/drawing/2014/main" id="{533A97C1-C948-42D6-843D-2E1BCB6B4B9A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7281" name="グループ化 137280">
                        <a:extLst>
                          <a:ext uri="{FF2B5EF4-FFF2-40B4-BE49-F238E27FC236}">
                            <a16:creationId xmlns:a16="http://schemas.microsoft.com/office/drawing/2014/main" id="{CBD3AAAD-7087-4C8E-BDAF-C5F1A115B9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302" name="直線コネクタ 137301">
                          <a:extLst>
                            <a:ext uri="{FF2B5EF4-FFF2-40B4-BE49-F238E27FC236}">
                              <a16:creationId xmlns:a16="http://schemas.microsoft.com/office/drawing/2014/main" id="{2C520C67-24FF-484D-B0EC-56DE52C4386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03" name="直線コネクタ 137302">
                          <a:extLst>
                            <a:ext uri="{FF2B5EF4-FFF2-40B4-BE49-F238E27FC236}">
                              <a16:creationId xmlns:a16="http://schemas.microsoft.com/office/drawing/2014/main" id="{EDF9F7B8-1413-4833-A4D9-BD0D9299C67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04" name="直線コネクタ 137303">
                          <a:extLst>
                            <a:ext uri="{FF2B5EF4-FFF2-40B4-BE49-F238E27FC236}">
                              <a16:creationId xmlns:a16="http://schemas.microsoft.com/office/drawing/2014/main" id="{7F232C81-BF5A-4B10-AD05-A63D08C52C2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05" name="直線コネクタ 137304">
                          <a:extLst>
                            <a:ext uri="{FF2B5EF4-FFF2-40B4-BE49-F238E27FC236}">
                              <a16:creationId xmlns:a16="http://schemas.microsoft.com/office/drawing/2014/main" id="{495C640A-3994-499C-950A-6E845B7D8CB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06" name="直線コネクタ 137305">
                          <a:extLst>
                            <a:ext uri="{FF2B5EF4-FFF2-40B4-BE49-F238E27FC236}">
                              <a16:creationId xmlns:a16="http://schemas.microsoft.com/office/drawing/2014/main" id="{AF9CBC1A-0DA3-4555-8BAF-88E832053F7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82" name="グループ化 137281">
                        <a:extLst>
                          <a:ext uri="{FF2B5EF4-FFF2-40B4-BE49-F238E27FC236}">
                            <a16:creationId xmlns:a16="http://schemas.microsoft.com/office/drawing/2014/main" id="{B87C3096-BE31-4E74-A895-6C13CEBFA1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99" name="楕円 137298">
                          <a:extLst>
                            <a:ext uri="{FF2B5EF4-FFF2-40B4-BE49-F238E27FC236}">
                              <a16:creationId xmlns:a16="http://schemas.microsoft.com/office/drawing/2014/main" id="{4FA7F96B-49A5-4148-9F9F-87C37D7191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300" name="直線コネクタ 137299">
                          <a:extLst>
                            <a:ext uri="{FF2B5EF4-FFF2-40B4-BE49-F238E27FC236}">
                              <a16:creationId xmlns:a16="http://schemas.microsoft.com/office/drawing/2014/main" id="{8303ED57-D690-49B6-985F-6AA87DD5E04D}"/>
                            </a:ext>
                          </a:extLst>
                        </p:cNvPr>
                        <p:cNvCxnSpPr>
                          <a:cxnSpLocks/>
                          <a:stCxn id="137299" idx="6"/>
                          <a:endCxn id="13729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301" name="直線コネクタ 137300">
                          <a:extLst>
                            <a:ext uri="{FF2B5EF4-FFF2-40B4-BE49-F238E27FC236}">
                              <a16:creationId xmlns:a16="http://schemas.microsoft.com/office/drawing/2014/main" id="{0AAAA20B-77B9-49B7-9186-08A509049279}"/>
                            </a:ext>
                          </a:extLst>
                        </p:cNvPr>
                        <p:cNvCxnSpPr>
                          <a:cxnSpLocks/>
                          <a:stCxn id="137299" idx="4"/>
                          <a:endCxn id="13729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83" name="グループ化 137282">
                        <a:extLst>
                          <a:ext uri="{FF2B5EF4-FFF2-40B4-BE49-F238E27FC236}">
                            <a16:creationId xmlns:a16="http://schemas.microsoft.com/office/drawing/2014/main" id="{1A09C66F-F673-4842-B6E9-363AF22309D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96" name="楕円 137295">
                          <a:extLst>
                            <a:ext uri="{FF2B5EF4-FFF2-40B4-BE49-F238E27FC236}">
                              <a16:creationId xmlns:a16="http://schemas.microsoft.com/office/drawing/2014/main" id="{691CDC93-4EB6-4FBE-945B-EBFC97ADE21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97" name="直線コネクタ 137296">
                          <a:extLst>
                            <a:ext uri="{FF2B5EF4-FFF2-40B4-BE49-F238E27FC236}">
                              <a16:creationId xmlns:a16="http://schemas.microsoft.com/office/drawing/2014/main" id="{72450795-4978-4B30-AE32-FF05D24189C9}"/>
                            </a:ext>
                          </a:extLst>
                        </p:cNvPr>
                        <p:cNvCxnSpPr>
                          <a:cxnSpLocks/>
                          <a:stCxn id="137296" idx="6"/>
                          <a:endCxn id="13729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98" name="直線コネクタ 137297">
                          <a:extLst>
                            <a:ext uri="{FF2B5EF4-FFF2-40B4-BE49-F238E27FC236}">
                              <a16:creationId xmlns:a16="http://schemas.microsoft.com/office/drawing/2014/main" id="{787F110E-7B0A-45B0-A134-99F6CB3050FE}"/>
                            </a:ext>
                          </a:extLst>
                        </p:cNvPr>
                        <p:cNvCxnSpPr>
                          <a:cxnSpLocks/>
                          <a:stCxn id="137296" idx="4"/>
                          <a:endCxn id="13729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84" name="グループ化 137283">
                        <a:extLst>
                          <a:ext uri="{FF2B5EF4-FFF2-40B4-BE49-F238E27FC236}">
                            <a16:creationId xmlns:a16="http://schemas.microsoft.com/office/drawing/2014/main" id="{109076B0-5A9D-4F1C-A248-5195F6C97A1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93" name="楕円 137292">
                          <a:extLst>
                            <a:ext uri="{FF2B5EF4-FFF2-40B4-BE49-F238E27FC236}">
                              <a16:creationId xmlns:a16="http://schemas.microsoft.com/office/drawing/2014/main" id="{5750C46E-6B3E-4F74-96C9-B74A0A6950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94" name="直線コネクタ 137293">
                          <a:extLst>
                            <a:ext uri="{FF2B5EF4-FFF2-40B4-BE49-F238E27FC236}">
                              <a16:creationId xmlns:a16="http://schemas.microsoft.com/office/drawing/2014/main" id="{B77DFFF5-45F6-4DB6-B2D1-E3BD45D9836A}"/>
                            </a:ext>
                          </a:extLst>
                        </p:cNvPr>
                        <p:cNvCxnSpPr>
                          <a:cxnSpLocks/>
                          <a:stCxn id="137293" idx="6"/>
                          <a:endCxn id="13729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95" name="直線コネクタ 137294">
                          <a:extLst>
                            <a:ext uri="{FF2B5EF4-FFF2-40B4-BE49-F238E27FC236}">
                              <a16:creationId xmlns:a16="http://schemas.microsoft.com/office/drawing/2014/main" id="{FBA50B14-556F-4714-B3D1-C1723FDB87F1}"/>
                            </a:ext>
                          </a:extLst>
                        </p:cNvPr>
                        <p:cNvCxnSpPr>
                          <a:cxnSpLocks/>
                          <a:stCxn id="137293" idx="4"/>
                          <a:endCxn id="13729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85" name="グループ化 137284">
                        <a:extLst>
                          <a:ext uri="{FF2B5EF4-FFF2-40B4-BE49-F238E27FC236}">
                            <a16:creationId xmlns:a16="http://schemas.microsoft.com/office/drawing/2014/main" id="{C79B0485-BFA6-4A5B-8B71-61A214E3E8C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90" name="楕円 137289">
                          <a:extLst>
                            <a:ext uri="{FF2B5EF4-FFF2-40B4-BE49-F238E27FC236}">
                              <a16:creationId xmlns:a16="http://schemas.microsoft.com/office/drawing/2014/main" id="{B49FDBF2-85EF-4043-B944-DFC203EBD2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91" name="直線コネクタ 137290">
                          <a:extLst>
                            <a:ext uri="{FF2B5EF4-FFF2-40B4-BE49-F238E27FC236}">
                              <a16:creationId xmlns:a16="http://schemas.microsoft.com/office/drawing/2014/main" id="{9A13B420-DAA9-4BCD-AAB9-88721BC5952D}"/>
                            </a:ext>
                          </a:extLst>
                        </p:cNvPr>
                        <p:cNvCxnSpPr>
                          <a:cxnSpLocks/>
                          <a:stCxn id="137290" idx="6"/>
                          <a:endCxn id="13729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92" name="直線コネクタ 137291">
                          <a:extLst>
                            <a:ext uri="{FF2B5EF4-FFF2-40B4-BE49-F238E27FC236}">
                              <a16:creationId xmlns:a16="http://schemas.microsoft.com/office/drawing/2014/main" id="{BEF188CB-6C0F-4A71-A9D3-54284078A05F}"/>
                            </a:ext>
                          </a:extLst>
                        </p:cNvPr>
                        <p:cNvCxnSpPr>
                          <a:cxnSpLocks/>
                          <a:stCxn id="137290" idx="4"/>
                          <a:endCxn id="13729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86" name="グループ化 137285">
                        <a:extLst>
                          <a:ext uri="{FF2B5EF4-FFF2-40B4-BE49-F238E27FC236}">
                            <a16:creationId xmlns:a16="http://schemas.microsoft.com/office/drawing/2014/main" id="{035B7975-BE9A-4ABB-B72D-3ACD1D3A16C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87" name="楕円 137286">
                          <a:extLst>
                            <a:ext uri="{FF2B5EF4-FFF2-40B4-BE49-F238E27FC236}">
                              <a16:creationId xmlns:a16="http://schemas.microsoft.com/office/drawing/2014/main" id="{33EF4BD7-5120-49D8-8430-AA89D428FF3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88" name="直線コネクタ 137287">
                          <a:extLst>
                            <a:ext uri="{FF2B5EF4-FFF2-40B4-BE49-F238E27FC236}">
                              <a16:creationId xmlns:a16="http://schemas.microsoft.com/office/drawing/2014/main" id="{2244801A-5DDE-4215-85E0-0E06F1F5A99C}"/>
                            </a:ext>
                          </a:extLst>
                        </p:cNvPr>
                        <p:cNvCxnSpPr>
                          <a:cxnSpLocks/>
                          <a:stCxn id="137287" idx="6"/>
                          <a:endCxn id="13728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89" name="直線コネクタ 137288">
                          <a:extLst>
                            <a:ext uri="{FF2B5EF4-FFF2-40B4-BE49-F238E27FC236}">
                              <a16:creationId xmlns:a16="http://schemas.microsoft.com/office/drawing/2014/main" id="{F92C962B-DBAB-4F20-AF84-5C94F553F3BB}"/>
                            </a:ext>
                          </a:extLst>
                        </p:cNvPr>
                        <p:cNvCxnSpPr>
                          <a:cxnSpLocks/>
                          <a:stCxn id="137287" idx="4"/>
                          <a:endCxn id="13728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7253" name="楕円 137252">
                      <a:extLst>
                        <a:ext uri="{FF2B5EF4-FFF2-40B4-BE49-F238E27FC236}">
                          <a16:creationId xmlns:a16="http://schemas.microsoft.com/office/drawing/2014/main" id="{38D765CA-7A99-4D95-BB6C-38CF0105368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7254" name="グループ化 137253">
                      <a:extLst>
                        <a:ext uri="{FF2B5EF4-FFF2-40B4-BE49-F238E27FC236}">
                          <a16:creationId xmlns:a16="http://schemas.microsoft.com/office/drawing/2014/main" id="{5B1754EE-4E1A-495A-97E4-5F3A4CD68785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7255" name="グループ化 137254">
                        <a:extLst>
                          <a:ext uri="{FF2B5EF4-FFF2-40B4-BE49-F238E27FC236}">
                            <a16:creationId xmlns:a16="http://schemas.microsoft.com/office/drawing/2014/main" id="{78E73617-823F-4E84-8C87-7CDBE9D1B6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276" name="直線コネクタ 137275">
                          <a:extLst>
                            <a:ext uri="{FF2B5EF4-FFF2-40B4-BE49-F238E27FC236}">
                              <a16:creationId xmlns:a16="http://schemas.microsoft.com/office/drawing/2014/main" id="{E1F4C343-8CCA-4159-95CF-B579502557F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77" name="直線コネクタ 137276">
                          <a:extLst>
                            <a:ext uri="{FF2B5EF4-FFF2-40B4-BE49-F238E27FC236}">
                              <a16:creationId xmlns:a16="http://schemas.microsoft.com/office/drawing/2014/main" id="{8B77A55B-5515-43C8-929B-192D5071030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78" name="直線コネクタ 137277">
                          <a:extLst>
                            <a:ext uri="{FF2B5EF4-FFF2-40B4-BE49-F238E27FC236}">
                              <a16:creationId xmlns:a16="http://schemas.microsoft.com/office/drawing/2014/main" id="{D51451C7-932C-4D12-B5D5-01D9EBF48A5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79" name="直線コネクタ 137278">
                          <a:extLst>
                            <a:ext uri="{FF2B5EF4-FFF2-40B4-BE49-F238E27FC236}">
                              <a16:creationId xmlns:a16="http://schemas.microsoft.com/office/drawing/2014/main" id="{B54A653B-5D52-4D61-A045-33F5EC8DFF9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80" name="直線コネクタ 137279">
                          <a:extLst>
                            <a:ext uri="{FF2B5EF4-FFF2-40B4-BE49-F238E27FC236}">
                              <a16:creationId xmlns:a16="http://schemas.microsoft.com/office/drawing/2014/main" id="{B09A6AED-E0C9-4A12-9552-7EA3213CDC7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56" name="グループ化 137255">
                        <a:extLst>
                          <a:ext uri="{FF2B5EF4-FFF2-40B4-BE49-F238E27FC236}">
                            <a16:creationId xmlns:a16="http://schemas.microsoft.com/office/drawing/2014/main" id="{5B54764C-EDBC-4850-91F9-C21D0F4E52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73" name="楕円 137272">
                          <a:extLst>
                            <a:ext uri="{FF2B5EF4-FFF2-40B4-BE49-F238E27FC236}">
                              <a16:creationId xmlns:a16="http://schemas.microsoft.com/office/drawing/2014/main" id="{A07F2E1E-562E-420B-AE11-30397A4883D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74" name="直線コネクタ 137273">
                          <a:extLst>
                            <a:ext uri="{FF2B5EF4-FFF2-40B4-BE49-F238E27FC236}">
                              <a16:creationId xmlns:a16="http://schemas.microsoft.com/office/drawing/2014/main" id="{B67BBD07-1380-46D7-AB0A-78A34DBC35D5}"/>
                            </a:ext>
                          </a:extLst>
                        </p:cNvPr>
                        <p:cNvCxnSpPr>
                          <a:cxnSpLocks/>
                          <a:stCxn id="137273" idx="6"/>
                          <a:endCxn id="13727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75" name="直線コネクタ 137274">
                          <a:extLst>
                            <a:ext uri="{FF2B5EF4-FFF2-40B4-BE49-F238E27FC236}">
                              <a16:creationId xmlns:a16="http://schemas.microsoft.com/office/drawing/2014/main" id="{8238E3AD-4130-44B8-85F0-D4D3BA64A0E2}"/>
                            </a:ext>
                          </a:extLst>
                        </p:cNvPr>
                        <p:cNvCxnSpPr>
                          <a:cxnSpLocks/>
                          <a:stCxn id="137273" idx="4"/>
                          <a:endCxn id="13727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57" name="グループ化 137256">
                        <a:extLst>
                          <a:ext uri="{FF2B5EF4-FFF2-40B4-BE49-F238E27FC236}">
                            <a16:creationId xmlns:a16="http://schemas.microsoft.com/office/drawing/2014/main" id="{26C480FC-4D06-483B-A74C-72283D86D93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70" name="楕円 137269">
                          <a:extLst>
                            <a:ext uri="{FF2B5EF4-FFF2-40B4-BE49-F238E27FC236}">
                              <a16:creationId xmlns:a16="http://schemas.microsoft.com/office/drawing/2014/main" id="{F956173A-749D-4B92-97DA-9F5859C5990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71" name="直線コネクタ 137270">
                          <a:extLst>
                            <a:ext uri="{FF2B5EF4-FFF2-40B4-BE49-F238E27FC236}">
                              <a16:creationId xmlns:a16="http://schemas.microsoft.com/office/drawing/2014/main" id="{B8CC286F-E7B6-474C-8644-D4364A14E511}"/>
                            </a:ext>
                          </a:extLst>
                        </p:cNvPr>
                        <p:cNvCxnSpPr>
                          <a:cxnSpLocks/>
                          <a:stCxn id="137270" idx="6"/>
                          <a:endCxn id="13727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72" name="直線コネクタ 137271">
                          <a:extLst>
                            <a:ext uri="{FF2B5EF4-FFF2-40B4-BE49-F238E27FC236}">
                              <a16:creationId xmlns:a16="http://schemas.microsoft.com/office/drawing/2014/main" id="{DD11924B-4F69-4FB6-A59F-A1D86D471D17}"/>
                            </a:ext>
                          </a:extLst>
                        </p:cNvPr>
                        <p:cNvCxnSpPr>
                          <a:cxnSpLocks/>
                          <a:stCxn id="137270" idx="4"/>
                          <a:endCxn id="13727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58" name="グループ化 137257">
                        <a:extLst>
                          <a:ext uri="{FF2B5EF4-FFF2-40B4-BE49-F238E27FC236}">
                            <a16:creationId xmlns:a16="http://schemas.microsoft.com/office/drawing/2014/main" id="{2C608F26-EDFE-4B0A-9212-95535836346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67" name="楕円 137266">
                          <a:extLst>
                            <a:ext uri="{FF2B5EF4-FFF2-40B4-BE49-F238E27FC236}">
                              <a16:creationId xmlns:a16="http://schemas.microsoft.com/office/drawing/2014/main" id="{120059D4-AC51-4A3B-A89E-6BA97BDCF8B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68" name="直線コネクタ 137267">
                          <a:extLst>
                            <a:ext uri="{FF2B5EF4-FFF2-40B4-BE49-F238E27FC236}">
                              <a16:creationId xmlns:a16="http://schemas.microsoft.com/office/drawing/2014/main" id="{E4331D38-A52B-486D-8A69-9A2448E68C63}"/>
                            </a:ext>
                          </a:extLst>
                        </p:cNvPr>
                        <p:cNvCxnSpPr>
                          <a:cxnSpLocks/>
                          <a:stCxn id="137267" idx="6"/>
                          <a:endCxn id="13726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69" name="直線コネクタ 137268">
                          <a:extLst>
                            <a:ext uri="{FF2B5EF4-FFF2-40B4-BE49-F238E27FC236}">
                              <a16:creationId xmlns:a16="http://schemas.microsoft.com/office/drawing/2014/main" id="{3F42E81C-2F5B-4E6E-B1BC-EE982108C407}"/>
                            </a:ext>
                          </a:extLst>
                        </p:cNvPr>
                        <p:cNvCxnSpPr>
                          <a:cxnSpLocks/>
                          <a:stCxn id="137267" idx="4"/>
                          <a:endCxn id="13726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59" name="グループ化 137258">
                        <a:extLst>
                          <a:ext uri="{FF2B5EF4-FFF2-40B4-BE49-F238E27FC236}">
                            <a16:creationId xmlns:a16="http://schemas.microsoft.com/office/drawing/2014/main" id="{3430ADDA-56CE-4CDA-83A4-591B4B6E6AC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64" name="楕円 137263">
                          <a:extLst>
                            <a:ext uri="{FF2B5EF4-FFF2-40B4-BE49-F238E27FC236}">
                              <a16:creationId xmlns:a16="http://schemas.microsoft.com/office/drawing/2014/main" id="{A9C81AFF-7400-4362-9010-3D065051EC7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65" name="直線コネクタ 137264">
                          <a:extLst>
                            <a:ext uri="{FF2B5EF4-FFF2-40B4-BE49-F238E27FC236}">
                              <a16:creationId xmlns:a16="http://schemas.microsoft.com/office/drawing/2014/main" id="{8C3E8481-82B5-4898-88EF-E1C2FCD3F566}"/>
                            </a:ext>
                          </a:extLst>
                        </p:cNvPr>
                        <p:cNvCxnSpPr>
                          <a:cxnSpLocks/>
                          <a:stCxn id="137264" idx="6"/>
                          <a:endCxn id="13726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66" name="直線コネクタ 137265">
                          <a:extLst>
                            <a:ext uri="{FF2B5EF4-FFF2-40B4-BE49-F238E27FC236}">
                              <a16:creationId xmlns:a16="http://schemas.microsoft.com/office/drawing/2014/main" id="{68C40033-C0C0-4A9F-B650-BD4979451B3D}"/>
                            </a:ext>
                          </a:extLst>
                        </p:cNvPr>
                        <p:cNvCxnSpPr>
                          <a:cxnSpLocks/>
                          <a:stCxn id="137264" idx="4"/>
                          <a:endCxn id="13726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260" name="グループ化 137259">
                        <a:extLst>
                          <a:ext uri="{FF2B5EF4-FFF2-40B4-BE49-F238E27FC236}">
                            <a16:creationId xmlns:a16="http://schemas.microsoft.com/office/drawing/2014/main" id="{F16E39EC-4A87-4659-B5CA-433C059823A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61" name="楕円 137260">
                          <a:extLst>
                            <a:ext uri="{FF2B5EF4-FFF2-40B4-BE49-F238E27FC236}">
                              <a16:creationId xmlns:a16="http://schemas.microsoft.com/office/drawing/2014/main" id="{5CBFB6D4-438F-4DB6-A235-92A9DAAA63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62" name="直線コネクタ 137261">
                          <a:extLst>
                            <a:ext uri="{FF2B5EF4-FFF2-40B4-BE49-F238E27FC236}">
                              <a16:creationId xmlns:a16="http://schemas.microsoft.com/office/drawing/2014/main" id="{3175F3E3-6039-44CC-B797-5CC077F8F7D2}"/>
                            </a:ext>
                          </a:extLst>
                        </p:cNvPr>
                        <p:cNvCxnSpPr>
                          <a:cxnSpLocks/>
                          <a:stCxn id="137261" idx="6"/>
                          <a:endCxn id="13726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63" name="直線コネクタ 137262">
                          <a:extLst>
                            <a:ext uri="{FF2B5EF4-FFF2-40B4-BE49-F238E27FC236}">
                              <a16:creationId xmlns:a16="http://schemas.microsoft.com/office/drawing/2014/main" id="{7FD5F562-ECD0-43E0-8FB1-E61F7632EBE4}"/>
                            </a:ext>
                          </a:extLst>
                        </p:cNvPr>
                        <p:cNvCxnSpPr>
                          <a:cxnSpLocks/>
                          <a:stCxn id="137261" idx="4"/>
                          <a:endCxn id="13726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7035" name="グループ化 137034">
                    <a:extLst>
                      <a:ext uri="{FF2B5EF4-FFF2-40B4-BE49-F238E27FC236}">
                        <a16:creationId xmlns:a16="http://schemas.microsoft.com/office/drawing/2014/main" id="{5D6B0695-ED6E-4585-93DB-FEAB2A7E4AC8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703654" y="588664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218" name="グループ化 137217">
                      <a:extLst>
                        <a:ext uri="{FF2B5EF4-FFF2-40B4-BE49-F238E27FC236}">
                          <a16:creationId xmlns:a16="http://schemas.microsoft.com/office/drawing/2014/main" id="{E1B6EFF1-C0BC-4018-904B-E0F92364E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243" name="直線コネクタ 137242">
                        <a:extLst>
                          <a:ext uri="{FF2B5EF4-FFF2-40B4-BE49-F238E27FC236}">
                            <a16:creationId xmlns:a16="http://schemas.microsoft.com/office/drawing/2014/main" id="{D5F6E0A3-A249-4337-9285-2090C8C2E8E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44" name="直線コネクタ 137243">
                        <a:extLst>
                          <a:ext uri="{FF2B5EF4-FFF2-40B4-BE49-F238E27FC236}">
                            <a16:creationId xmlns:a16="http://schemas.microsoft.com/office/drawing/2014/main" id="{3C602352-5181-47E9-AD93-486FC855EBA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45" name="直線コネクタ 137244">
                        <a:extLst>
                          <a:ext uri="{FF2B5EF4-FFF2-40B4-BE49-F238E27FC236}">
                            <a16:creationId xmlns:a16="http://schemas.microsoft.com/office/drawing/2014/main" id="{48DD5225-B856-4089-BE6B-B63A08E7FB1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46" name="直線コネクタ 137245">
                        <a:extLst>
                          <a:ext uri="{FF2B5EF4-FFF2-40B4-BE49-F238E27FC236}">
                            <a16:creationId xmlns:a16="http://schemas.microsoft.com/office/drawing/2014/main" id="{F75B5880-00C0-42CF-8AB6-A777E7AAFDC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47" name="直線コネクタ 137246">
                        <a:extLst>
                          <a:ext uri="{FF2B5EF4-FFF2-40B4-BE49-F238E27FC236}">
                            <a16:creationId xmlns:a16="http://schemas.microsoft.com/office/drawing/2014/main" id="{808F7A96-E326-4EB7-B9DE-4EF4D4AFD75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48" name="直線コネクタ 137247">
                        <a:extLst>
                          <a:ext uri="{FF2B5EF4-FFF2-40B4-BE49-F238E27FC236}">
                            <a16:creationId xmlns:a16="http://schemas.microsoft.com/office/drawing/2014/main" id="{98DDE089-DDDD-42F0-8F68-06D7C0E6F4E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49" name="直線コネクタ 137248">
                        <a:extLst>
                          <a:ext uri="{FF2B5EF4-FFF2-40B4-BE49-F238E27FC236}">
                            <a16:creationId xmlns:a16="http://schemas.microsoft.com/office/drawing/2014/main" id="{999F7212-BE7C-4839-97EA-4D11CA68A59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50" name="直線コネクタ 137249">
                        <a:extLst>
                          <a:ext uri="{FF2B5EF4-FFF2-40B4-BE49-F238E27FC236}">
                            <a16:creationId xmlns:a16="http://schemas.microsoft.com/office/drawing/2014/main" id="{9B327490-CB1C-4DD3-93E7-288154F0768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51" name="直線コネクタ 137250">
                        <a:extLst>
                          <a:ext uri="{FF2B5EF4-FFF2-40B4-BE49-F238E27FC236}">
                            <a16:creationId xmlns:a16="http://schemas.microsoft.com/office/drawing/2014/main" id="{097575F2-3B28-46A4-BEEB-09C9E201C5B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219" name="グループ化 137218">
                      <a:extLst>
                        <a:ext uri="{FF2B5EF4-FFF2-40B4-BE49-F238E27FC236}">
                          <a16:creationId xmlns:a16="http://schemas.microsoft.com/office/drawing/2014/main" id="{91399FEA-820C-478D-914A-41A9B366DC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240" name="楕円 137239">
                        <a:extLst>
                          <a:ext uri="{FF2B5EF4-FFF2-40B4-BE49-F238E27FC236}">
                            <a16:creationId xmlns:a16="http://schemas.microsoft.com/office/drawing/2014/main" id="{F29B0AD1-F293-4720-9206-E917B0C5C42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241" name="直線コネクタ 137240">
                        <a:extLst>
                          <a:ext uri="{FF2B5EF4-FFF2-40B4-BE49-F238E27FC236}">
                            <a16:creationId xmlns:a16="http://schemas.microsoft.com/office/drawing/2014/main" id="{4B8069F4-3EBE-46A4-A7ED-55FCFAEF8DF0}"/>
                          </a:ext>
                        </a:extLst>
                      </p:cNvPr>
                      <p:cNvCxnSpPr>
                        <a:cxnSpLocks/>
                        <a:stCxn id="137240" idx="6"/>
                        <a:endCxn id="13724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42" name="直線コネクタ 137241">
                        <a:extLst>
                          <a:ext uri="{FF2B5EF4-FFF2-40B4-BE49-F238E27FC236}">
                            <a16:creationId xmlns:a16="http://schemas.microsoft.com/office/drawing/2014/main" id="{3F0971BD-B5F9-40EA-BEE5-5BE2E0ED91F8}"/>
                          </a:ext>
                        </a:extLst>
                      </p:cNvPr>
                      <p:cNvCxnSpPr>
                        <a:cxnSpLocks/>
                        <a:stCxn id="137240" idx="4"/>
                        <a:endCxn id="13724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220" name="グループ化 137219">
                      <a:extLst>
                        <a:ext uri="{FF2B5EF4-FFF2-40B4-BE49-F238E27FC236}">
                          <a16:creationId xmlns:a16="http://schemas.microsoft.com/office/drawing/2014/main" id="{22616C2E-D240-49F4-A9F6-247D9372CB12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237" name="楕円 137236">
                        <a:extLst>
                          <a:ext uri="{FF2B5EF4-FFF2-40B4-BE49-F238E27FC236}">
                            <a16:creationId xmlns:a16="http://schemas.microsoft.com/office/drawing/2014/main" id="{A0C38E9E-F448-44A4-B562-F561CE68970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238" name="直線コネクタ 137237">
                        <a:extLst>
                          <a:ext uri="{FF2B5EF4-FFF2-40B4-BE49-F238E27FC236}">
                            <a16:creationId xmlns:a16="http://schemas.microsoft.com/office/drawing/2014/main" id="{8B8F5411-815A-4028-BF29-7D49A1C3C031}"/>
                          </a:ext>
                        </a:extLst>
                      </p:cNvPr>
                      <p:cNvCxnSpPr>
                        <a:cxnSpLocks/>
                        <a:stCxn id="137237" idx="6"/>
                        <a:endCxn id="13723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39" name="直線コネクタ 137238">
                        <a:extLst>
                          <a:ext uri="{FF2B5EF4-FFF2-40B4-BE49-F238E27FC236}">
                            <a16:creationId xmlns:a16="http://schemas.microsoft.com/office/drawing/2014/main" id="{1669CD66-9A74-4930-9A50-45EA4A3A5702}"/>
                          </a:ext>
                        </a:extLst>
                      </p:cNvPr>
                      <p:cNvCxnSpPr>
                        <a:cxnSpLocks/>
                        <a:stCxn id="137237" idx="4"/>
                        <a:endCxn id="13723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221" name="グループ化 137220">
                      <a:extLst>
                        <a:ext uri="{FF2B5EF4-FFF2-40B4-BE49-F238E27FC236}">
                          <a16:creationId xmlns:a16="http://schemas.microsoft.com/office/drawing/2014/main" id="{4468C3EE-1BDF-40EE-BA4D-82C0073A7279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234" name="楕円 137233">
                        <a:extLst>
                          <a:ext uri="{FF2B5EF4-FFF2-40B4-BE49-F238E27FC236}">
                            <a16:creationId xmlns:a16="http://schemas.microsoft.com/office/drawing/2014/main" id="{F7C3D845-CD08-429E-AD30-6A5846610D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235" name="直線コネクタ 137234">
                        <a:extLst>
                          <a:ext uri="{FF2B5EF4-FFF2-40B4-BE49-F238E27FC236}">
                            <a16:creationId xmlns:a16="http://schemas.microsoft.com/office/drawing/2014/main" id="{B3B1B34B-BFB3-4495-91DC-378E1AFD815D}"/>
                          </a:ext>
                        </a:extLst>
                      </p:cNvPr>
                      <p:cNvCxnSpPr>
                        <a:cxnSpLocks/>
                        <a:stCxn id="137234" idx="6"/>
                        <a:endCxn id="13723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36" name="直線コネクタ 137235">
                        <a:extLst>
                          <a:ext uri="{FF2B5EF4-FFF2-40B4-BE49-F238E27FC236}">
                            <a16:creationId xmlns:a16="http://schemas.microsoft.com/office/drawing/2014/main" id="{E3DB5495-676D-47F3-96A8-8E37E86CB23B}"/>
                          </a:ext>
                        </a:extLst>
                      </p:cNvPr>
                      <p:cNvCxnSpPr>
                        <a:cxnSpLocks/>
                        <a:stCxn id="137234" idx="4"/>
                        <a:endCxn id="13723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222" name="グループ化 137221">
                      <a:extLst>
                        <a:ext uri="{FF2B5EF4-FFF2-40B4-BE49-F238E27FC236}">
                          <a16:creationId xmlns:a16="http://schemas.microsoft.com/office/drawing/2014/main" id="{4799D4AF-5589-48C8-AAB8-261E9E12F053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231" name="楕円 137230">
                        <a:extLst>
                          <a:ext uri="{FF2B5EF4-FFF2-40B4-BE49-F238E27FC236}">
                            <a16:creationId xmlns:a16="http://schemas.microsoft.com/office/drawing/2014/main" id="{6CA66DDE-5811-4980-95A5-2CFFC3BE07F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232" name="直線コネクタ 137231">
                        <a:extLst>
                          <a:ext uri="{FF2B5EF4-FFF2-40B4-BE49-F238E27FC236}">
                            <a16:creationId xmlns:a16="http://schemas.microsoft.com/office/drawing/2014/main" id="{7E2DB43D-3C06-471C-8113-9FE6E34ABCFD}"/>
                          </a:ext>
                        </a:extLst>
                      </p:cNvPr>
                      <p:cNvCxnSpPr>
                        <a:cxnSpLocks/>
                        <a:stCxn id="137231" idx="6"/>
                        <a:endCxn id="13723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33" name="直線コネクタ 137232">
                        <a:extLst>
                          <a:ext uri="{FF2B5EF4-FFF2-40B4-BE49-F238E27FC236}">
                            <a16:creationId xmlns:a16="http://schemas.microsoft.com/office/drawing/2014/main" id="{DA35D2D3-8C1B-4C71-BD96-677F00071586}"/>
                          </a:ext>
                        </a:extLst>
                      </p:cNvPr>
                      <p:cNvCxnSpPr>
                        <a:cxnSpLocks/>
                        <a:stCxn id="137231" idx="4"/>
                        <a:endCxn id="13723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223" name="グループ化 137222">
                      <a:extLst>
                        <a:ext uri="{FF2B5EF4-FFF2-40B4-BE49-F238E27FC236}">
                          <a16:creationId xmlns:a16="http://schemas.microsoft.com/office/drawing/2014/main" id="{4C4F65BF-E87D-41FA-A61B-1784C9CB0A6B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228" name="楕円 137227">
                        <a:extLst>
                          <a:ext uri="{FF2B5EF4-FFF2-40B4-BE49-F238E27FC236}">
                            <a16:creationId xmlns:a16="http://schemas.microsoft.com/office/drawing/2014/main" id="{B727C7F4-01A0-44BC-A3D6-93569561DE1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229" name="直線コネクタ 137228">
                        <a:extLst>
                          <a:ext uri="{FF2B5EF4-FFF2-40B4-BE49-F238E27FC236}">
                            <a16:creationId xmlns:a16="http://schemas.microsoft.com/office/drawing/2014/main" id="{7AB9251F-284E-4CD0-A0CF-FE45FB24D864}"/>
                          </a:ext>
                        </a:extLst>
                      </p:cNvPr>
                      <p:cNvCxnSpPr>
                        <a:cxnSpLocks/>
                        <a:stCxn id="137228" idx="6"/>
                        <a:endCxn id="13722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30" name="直線コネクタ 137229">
                        <a:extLst>
                          <a:ext uri="{FF2B5EF4-FFF2-40B4-BE49-F238E27FC236}">
                            <a16:creationId xmlns:a16="http://schemas.microsoft.com/office/drawing/2014/main" id="{4AE366C0-A71E-4461-8B6D-BBE4E02D5732}"/>
                          </a:ext>
                        </a:extLst>
                      </p:cNvPr>
                      <p:cNvCxnSpPr>
                        <a:cxnSpLocks/>
                        <a:stCxn id="137228" idx="4"/>
                        <a:endCxn id="13722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224" name="グループ化 137223">
                      <a:extLst>
                        <a:ext uri="{FF2B5EF4-FFF2-40B4-BE49-F238E27FC236}">
                          <a16:creationId xmlns:a16="http://schemas.microsoft.com/office/drawing/2014/main" id="{E36449C5-BB26-421D-863E-7000968A47B2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225" name="楕円 137224">
                        <a:extLst>
                          <a:ext uri="{FF2B5EF4-FFF2-40B4-BE49-F238E27FC236}">
                            <a16:creationId xmlns:a16="http://schemas.microsoft.com/office/drawing/2014/main" id="{2B914283-96A0-427D-9116-CCD5812086A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226" name="直線コネクタ 137225">
                        <a:extLst>
                          <a:ext uri="{FF2B5EF4-FFF2-40B4-BE49-F238E27FC236}">
                            <a16:creationId xmlns:a16="http://schemas.microsoft.com/office/drawing/2014/main" id="{2B7D0346-54B9-4DDB-91E9-49CDE7F8B42C}"/>
                          </a:ext>
                        </a:extLst>
                      </p:cNvPr>
                      <p:cNvCxnSpPr>
                        <a:cxnSpLocks/>
                        <a:stCxn id="137225" idx="6"/>
                        <a:endCxn id="13722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227" name="直線コネクタ 137226">
                        <a:extLst>
                          <a:ext uri="{FF2B5EF4-FFF2-40B4-BE49-F238E27FC236}">
                            <a16:creationId xmlns:a16="http://schemas.microsoft.com/office/drawing/2014/main" id="{54C87B00-4E6A-4071-8828-92DDDD7E6C2B}"/>
                          </a:ext>
                        </a:extLst>
                      </p:cNvPr>
                      <p:cNvCxnSpPr>
                        <a:cxnSpLocks/>
                        <a:stCxn id="137225" idx="4"/>
                        <a:endCxn id="13722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7036" name="グループ化 137035">
                    <a:extLst>
                      <a:ext uri="{FF2B5EF4-FFF2-40B4-BE49-F238E27FC236}">
                        <a16:creationId xmlns:a16="http://schemas.microsoft.com/office/drawing/2014/main" id="{DA3D6F52-7FBA-4387-A28B-E78025C00043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524000" y="498014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7163" name="グループ化 137162">
                      <a:extLst>
                        <a:ext uri="{FF2B5EF4-FFF2-40B4-BE49-F238E27FC236}">
                          <a16:creationId xmlns:a16="http://schemas.microsoft.com/office/drawing/2014/main" id="{1C487601-F011-4A95-96F4-BDCA7EAD5433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7192" name="グループ化 137191">
                        <a:extLst>
                          <a:ext uri="{FF2B5EF4-FFF2-40B4-BE49-F238E27FC236}">
                            <a16:creationId xmlns:a16="http://schemas.microsoft.com/office/drawing/2014/main" id="{15C03185-6F75-4EB5-85E8-51A6F566401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213" name="直線コネクタ 137212">
                          <a:extLst>
                            <a:ext uri="{FF2B5EF4-FFF2-40B4-BE49-F238E27FC236}">
                              <a16:creationId xmlns:a16="http://schemas.microsoft.com/office/drawing/2014/main" id="{4FC08C91-049A-4853-A4BE-9EBA1250FD8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14" name="直線コネクタ 137213">
                          <a:extLst>
                            <a:ext uri="{FF2B5EF4-FFF2-40B4-BE49-F238E27FC236}">
                              <a16:creationId xmlns:a16="http://schemas.microsoft.com/office/drawing/2014/main" id="{1ECA5860-11E0-4A96-8FCB-4295FB357BA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15" name="直線コネクタ 137214">
                          <a:extLst>
                            <a:ext uri="{FF2B5EF4-FFF2-40B4-BE49-F238E27FC236}">
                              <a16:creationId xmlns:a16="http://schemas.microsoft.com/office/drawing/2014/main" id="{B6803479-E07D-44E4-B334-DC485797666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16" name="直線コネクタ 137215">
                          <a:extLst>
                            <a:ext uri="{FF2B5EF4-FFF2-40B4-BE49-F238E27FC236}">
                              <a16:creationId xmlns:a16="http://schemas.microsoft.com/office/drawing/2014/main" id="{71173925-4CB8-428A-9E32-96E03670797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17" name="直線コネクタ 137216">
                          <a:extLst>
                            <a:ext uri="{FF2B5EF4-FFF2-40B4-BE49-F238E27FC236}">
                              <a16:creationId xmlns:a16="http://schemas.microsoft.com/office/drawing/2014/main" id="{DB3050F5-9B20-473D-8A15-612732A7689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93" name="グループ化 137192">
                        <a:extLst>
                          <a:ext uri="{FF2B5EF4-FFF2-40B4-BE49-F238E27FC236}">
                            <a16:creationId xmlns:a16="http://schemas.microsoft.com/office/drawing/2014/main" id="{B2F04DE8-BC4B-4D30-BBF6-A3DA41F366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10" name="楕円 137209">
                          <a:extLst>
                            <a:ext uri="{FF2B5EF4-FFF2-40B4-BE49-F238E27FC236}">
                              <a16:creationId xmlns:a16="http://schemas.microsoft.com/office/drawing/2014/main" id="{C8DB9B99-283A-40D4-B4CF-1BD2CFF9F5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11" name="直線コネクタ 137210">
                          <a:extLst>
                            <a:ext uri="{FF2B5EF4-FFF2-40B4-BE49-F238E27FC236}">
                              <a16:creationId xmlns:a16="http://schemas.microsoft.com/office/drawing/2014/main" id="{F67B487F-278F-41B4-9D7D-A312836ED816}"/>
                            </a:ext>
                          </a:extLst>
                        </p:cNvPr>
                        <p:cNvCxnSpPr>
                          <a:cxnSpLocks/>
                          <a:stCxn id="137210" idx="6"/>
                          <a:endCxn id="13721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12" name="直線コネクタ 137211">
                          <a:extLst>
                            <a:ext uri="{FF2B5EF4-FFF2-40B4-BE49-F238E27FC236}">
                              <a16:creationId xmlns:a16="http://schemas.microsoft.com/office/drawing/2014/main" id="{B8CC84E1-A4E9-413D-A12B-56AA1A70CFB8}"/>
                            </a:ext>
                          </a:extLst>
                        </p:cNvPr>
                        <p:cNvCxnSpPr>
                          <a:cxnSpLocks/>
                          <a:stCxn id="137210" idx="4"/>
                          <a:endCxn id="13721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94" name="グループ化 137193">
                        <a:extLst>
                          <a:ext uri="{FF2B5EF4-FFF2-40B4-BE49-F238E27FC236}">
                            <a16:creationId xmlns:a16="http://schemas.microsoft.com/office/drawing/2014/main" id="{00BE0E2E-9E13-42F5-B8D7-85D326025C6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07" name="楕円 137206">
                          <a:extLst>
                            <a:ext uri="{FF2B5EF4-FFF2-40B4-BE49-F238E27FC236}">
                              <a16:creationId xmlns:a16="http://schemas.microsoft.com/office/drawing/2014/main" id="{5D7F0119-40D6-44CB-B947-99E9E441E1E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08" name="直線コネクタ 137207">
                          <a:extLst>
                            <a:ext uri="{FF2B5EF4-FFF2-40B4-BE49-F238E27FC236}">
                              <a16:creationId xmlns:a16="http://schemas.microsoft.com/office/drawing/2014/main" id="{03861F6B-BF5E-4494-A413-602BE2E2EADE}"/>
                            </a:ext>
                          </a:extLst>
                        </p:cNvPr>
                        <p:cNvCxnSpPr>
                          <a:cxnSpLocks/>
                          <a:stCxn id="137207" idx="6"/>
                          <a:endCxn id="13720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09" name="直線コネクタ 137208">
                          <a:extLst>
                            <a:ext uri="{FF2B5EF4-FFF2-40B4-BE49-F238E27FC236}">
                              <a16:creationId xmlns:a16="http://schemas.microsoft.com/office/drawing/2014/main" id="{0CFACCB6-D44E-47DB-A8F5-AAF73C345787}"/>
                            </a:ext>
                          </a:extLst>
                        </p:cNvPr>
                        <p:cNvCxnSpPr>
                          <a:cxnSpLocks/>
                          <a:stCxn id="137207" idx="4"/>
                          <a:endCxn id="13720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95" name="グループ化 137194">
                        <a:extLst>
                          <a:ext uri="{FF2B5EF4-FFF2-40B4-BE49-F238E27FC236}">
                            <a16:creationId xmlns:a16="http://schemas.microsoft.com/office/drawing/2014/main" id="{D8C394C5-F79A-499A-AA73-CF7F62DE935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04" name="楕円 137203">
                          <a:extLst>
                            <a:ext uri="{FF2B5EF4-FFF2-40B4-BE49-F238E27FC236}">
                              <a16:creationId xmlns:a16="http://schemas.microsoft.com/office/drawing/2014/main" id="{7D6D8FDD-DCB9-4645-B0D5-F31A810DF85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05" name="直線コネクタ 137204">
                          <a:extLst>
                            <a:ext uri="{FF2B5EF4-FFF2-40B4-BE49-F238E27FC236}">
                              <a16:creationId xmlns:a16="http://schemas.microsoft.com/office/drawing/2014/main" id="{C84F49E1-2F17-42A7-ADBF-E5E8CBF2B4E1}"/>
                            </a:ext>
                          </a:extLst>
                        </p:cNvPr>
                        <p:cNvCxnSpPr>
                          <a:cxnSpLocks/>
                          <a:stCxn id="137204" idx="6"/>
                          <a:endCxn id="13720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06" name="直線コネクタ 137205">
                          <a:extLst>
                            <a:ext uri="{FF2B5EF4-FFF2-40B4-BE49-F238E27FC236}">
                              <a16:creationId xmlns:a16="http://schemas.microsoft.com/office/drawing/2014/main" id="{0AAE17CF-E251-46E8-AFC3-D4D0859D3A95}"/>
                            </a:ext>
                          </a:extLst>
                        </p:cNvPr>
                        <p:cNvCxnSpPr>
                          <a:cxnSpLocks/>
                          <a:stCxn id="137204" idx="4"/>
                          <a:endCxn id="13720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96" name="グループ化 137195">
                        <a:extLst>
                          <a:ext uri="{FF2B5EF4-FFF2-40B4-BE49-F238E27FC236}">
                            <a16:creationId xmlns:a16="http://schemas.microsoft.com/office/drawing/2014/main" id="{7A98BCAE-2EAD-40C0-AC1B-D070ED40285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201" name="楕円 137200">
                          <a:extLst>
                            <a:ext uri="{FF2B5EF4-FFF2-40B4-BE49-F238E27FC236}">
                              <a16:creationId xmlns:a16="http://schemas.microsoft.com/office/drawing/2014/main" id="{9E7D62D4-EE31-4FE3-8C24-E9919A9DECB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202" name="直線コネクタ 137201">
                          <a:extLst>
                            <a:ext uri="{FF2B5EF4-FFF2-40B4-BE49-F238E27FC236}">
                              <a16:creationId xmlns:a16="http://schemas.microsoft.com/office/drawing/2014/main" id="{D87C52C1-CF7D-4DDC-9C64-C0A05A6F482E}"/>
                            </a:ext>
                          </a:extLst>
                        </p:cNvPr>
                        <p:cNvCxnSpPr>
                          <a:cxnSpLocks/>
                          <a:stCxn id="137201" idx="6"/>
                          <a:endCxn id="13720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03" name="直線コネクタ 137202">
                          <a:extLst>
                            <a:ext uri="{FF2B5EF4-FFF2-40B4-BE49-F238E27FC236}">
                              <a16:creationId xmlns:a16="http://schemas.microsoft.com/office/drawing/2014/main" id="{2AD0F223-DCAE-48B7-8C12-915C03C5C888}"/>
                            </a:ext>
                          </a:extLst>
                        </p:cNvPr>
                        <p:cNvCxnSpPr>
                          <a:cxnSpLocks/>
                          <a:stCxn id="137201" idx="4"/>
                          <a:endCxn id="13720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97" name="グループ化 137196">
                        <a:extLst>
                          <a:ext uri="{FF2B5EF4-FFF2-40B4-BE49-F238E27FC236}">
                            <a16:creationId xmlns:a16="http://schemas.microsoft.com/office/drawing/2014/main" id="{FAED2D1E-AAB4-4450-9562-02A2C47EC73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98" name="楕円 137197">
                          <a:extLst>
                            <a:ext uri="{FF2B5EF4-FFF2-40B4-BE49-F238E27FC236}">
                              <a16:creationId xmlns:a16="http://schemas.microsoft.com/office/drawing/2014/main" id="{779BBE49-9674-4195-89E0-378527A6D6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99" name="直線コネクタ 137198">
                          <a:extLst>
                            <a:ext uri="{FF2B5EF4-FFF2-40B4-BE49-F238E27FC236}">
                              <a16:creationId xmlns:a16="http://schemas.microsoft.com/office/drawing/2014/main" id="{1719A5AD-5F40-4D40-B266-635C69E6CC85}"/>
                            </a:ext>
                          </a:extLst>
                        </p:cNvPr>
                        <p:cNvCxnSpPr>
                          <a:cxnSpLocks/>
                          <a:stCxn id="137198" idx="6"/>
                          <a:endCxn id="13719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200" name="直線コネクタ 137199">
                          <a:extLst>
                            <a:ext uri="{FF2B5EF4-FFF2-40B4-BE49-F238E27FC236}">
                              <a16:creationId xmlns:a16="http://schemas.microsoft.com/office/drawing/2014/main" id="{0E3B565F-82C7-4D52-8001-8CE0595680E0}"/>
                            </a:ext>
                          </a:extLst>
                        </p:cNvPr>
                        <p:cNvCxnSpPr>
                          <a:cxnSpLocks/>
                          <a:stCxn id="137198" idx="4"/>
                          <a:endCxn id="13719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7164" name="楕円 137163">
                      <a:extLst>
                        <a:ext uri="{FF2B5EF4-FFF2-40B4-BE49-F238E27FC236}">
                          <a16:creationId xmlns:a16="http://schemas.microsoft.com/office/drawing/2014/main" id="{4638B697-A6CA-43D4-8BAC-F52E2C3A7BD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7165" name="グループ化 137164">
                      <a:extLst>
                        <a:ext uri="{FF2B5EF4-FFF2-40B4-BE49-F238E27FC236}">
                          <a16:creationId xmlns:a16="http://schemas.microsoft.com/office/drawing/2014/main" id="{5151D787-93E7-49A4-BFC2-2EED503B16F7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7166" name="グループ化 137165">
                        <a:extLst>
                          <a:ext uri="{FF2B5EF4-FFF2-40B4-BE49-F238E27FC236}">
                            <a16:creationId xmlns:a16="http://schemas.microsoft.com/office/drawing/2014/main" id="{54EA6584-FEDF-4A21-BDAE-0B9EBFCDFD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187" name="直線コネクタ 137186">
                          <a:extLst>
                            <a:ext uri="{FF2B5EF4-FFF2-40B4-BE49-F238E27FC236}">
                              <a16:creationId xmlns:a16="http://schemas.microsoft.com/office/drawing/2014/main" id="{160FA8B5-8FE0-4B5B-8AD5-AD063A4923A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88" name="直線コネクタ 137187">
                          <a:extLst>
                            <a:ext uri="{FF2B5EF4-FFF2-40B4-BE49-F238E27FC236}">
                              <a16:creationId xmlns:a16="http://schemas.microsoft.com/office/drawing/2014/main" id="{897B8925-3DB8-483E-B9F0-CEA0051896C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89" name="直線コネクタ 137188">
                          <a:extLst>
                            <a:ext uri="{FF2B5EF4-FFF2-40B4-BE49-F238E27FC236}">
                              <a16:creationId xmlns:a16="http://schemas.microsoft.com/office/drawing/2014/main" id="{F08340D2-CCD4-4FD8-BB7A-A39CB6054EB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90" name="直線コネクタ 137189">
                          <a:extLst>
                            <a:ext uri="{FF2B5EF4-FFF2-40B4-BE49-F238E27FC236}">
                              <a16:creationId xmlns:a16="http://schemas.microsoft.com/office/drawing/2014/main" id="{D2912487-4841-4234-8445-73820053064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91" name="直線コネクタ 137190">
                          <a:extLst>
                            <a:ext uri="{FF2B5EF4-FFF2-40B4-BE49-F238E27FC236}">
                              <a16:creationId xmlns:a16="http://schemas.microsoft.com/office/drawing/2014/main" id="{3D466D79-F08D-408F-B887-90960C1C750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67" name="グループ化 137166">
                        <a:extLst>
                          <a:ext uri="{FF2B5EF4-FFF2-40B4-BE49-F238E27FC236}">
                            <a16:creationId xmlns:a16="http://schemas.microsoft.com/office/drawing/2014/main" id="{21C07D2A-5FFE-4088-8C0E-4000C17912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84" name="楕円 137183">
                          <a:extLst>
                            <a:ext uri="{FF2B5EF4-FFF2-40B4-BE49-F238E27FC236}">
                              <a16:creationId xmlns:a16="http://schemas.microsoft.com/office/drawing/2014/main" id="{7A38256E-1111-496E-89BD-1978FEC6618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85" name="直線コネクタ 137184">
                          <a:extLst>
                            <a:ext uri="{FF2B5EF4-FFF2-40B4-BE49-F238E27FC236}">
                              <a16:creationId xmlns:a16="http://schemas.microsoft.com/office/drawing/2014/main" id="{F8EDF91A-4819-4EDA-B2DD-F24D384C8958}"/>
                            </a:ext>
                          </a:extLst>
                        </p:cNvPr>
                        <p:cNvCxnSpPr>
                          <a:cxnSpLocks/>
                          <a:stCxn id="137184" idx="6"/>
                          <a:endCxn id="13718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86" name="直線コネクタ 137185">
                          <a:extLst>
                            <a:ext uri="{FF2B5EF4-FFF2-40B4-BE49-F238E27FC236}">
                              <a16:creationId xmlns:a16="http://schemas.microsoft.com/office/drawing/2014/main" id="{2F5FCC84-AB03-4C10-AAE9-75071E28527B}"/>
                            </a:ext>
                          </a:extLst>
                        </p:cNvPr>
                        <p:cNvCxnSpPr>
                          <a:cxnSpLocks/>
                          <a:stCxn id="137184" idx="4"/>
                          <a:endCxn id="13718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68" name="グループ化 137167">
                        <a:extLst>
                          <a:ext uri="{FF2B5EF4-FFF2-40B4-BE49-F238E27FC236}">
                            <a16:creationId xmlns:a16="http://schemas.microsoft.com/office/drawing/2014/main" id="{5615F8AE-AE7C-4D17-A1A4-7D7F9DDD704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81" name="楕円 137180">
                          <a:extLst>
                            <a:ext uri="{FF2B5EF4-FFF2-40B4-BE49-F238E27FC236}">
                              <a16:creationId xmlns:a16="http://schemas.microsoft.com/office/drawing/2014/main" id="{638E7C5F-BFBB-4742-99A4-8DAB842E57D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82" name="直線コネクタ 137181">
                          <a:extLst>
                            <a:ext uri="{FF2B5EF4-FFF2-40B4-BE49-F238E27FC236}">
                              <a16:creationId xmlns:a16="http://schemas.microsoft.com/office/drawing/2014/main" id="{A4B6814B-47D1-4E16-A17A-25270103503D}"/>
                            </a:ext>
                          </a:extLst>
                        </p:cNvPr>
                        <p:cNvCxnSpPr>
                          <a:cxnSpLocks/>
                          <a:stCxn id="137181" idx="6"/>
                          <a:endCxn id="13718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83" name="直線コネクタ 137182">
                          <a:extLst>
                            <a:ext uri="{FF2B5EF4-FFF2-40B4-BE49-F238E27FC236}">
                              <a16:creationId xmlns:a16="http://schemas.microsoft.com/office/drawing/2014/main" id="{32BC3842-94B2-4DE5-AA20-75BDBD20BCED}"/>
                            </a:ext>
                          </a:extLst>
                        </p:cNvPr>
                        <p:cNvCxnSpPr>
                          <a:cxnSpLocks/>
                          <a:stCxn id="137181" idx="4"/>
                          <a:endCxn id="13718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69" name="グループ化 137168">
                        <a:extLst>
                          <a:ext uri="{FF2B5EF4-FFF2-40B4-BE49-F238E27FC236}">
                            <a16:creationId xmlns:a16="http://schemas.microsoft.com/office/drawing/2014/main" id="{78FFF517-ED0F-45F8-82D2-8C053D24EBA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78" name="楕円 137177">
                          <a:extLst>
                            <a:ext uri="{FF2B5EF4-FFF2-40B4-BE49-F238E27FC236}">
                              <a16:creationId xmlns:a16="http://schemas.microsoft.com/office/drawing/2014/main" id="{02C15F9A-63AF-4D8E-AC76-94065980CF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79" name="直線コネクタ 137178">
                          <a:extLst>
                            <a:ext uri="{FF2B5EF4-FFF2-40B4-BE49-F238E27FC236}">
                              <a16:creationId xmlns:a16="http://schemas.microsoft.com/office/drawing/2014/main" id="{7D5FA09E-50C3-4622-8E7C-C847BC4FA16D}"/>
                            </a:ext>
                          </a:extLst>
                        </p:cNvPr>
                        <p:cNvCxnSpPr>
                          <a:cxnSpLocks/>
                          <a:stCxn id="137178" idx="6"/>
                          <a:endCxn id="13717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80" name="直線コネクタ 137179">
                          <a:extLst>
                            <a:ext uri="{FF2B5EF4-FFF2-40B4-BE49-F238E27FC236}">
                              <a16:creationId xmlns:a16="http://schemas.microsoft.com/office/drawing/2014/main" id="{6FDB3885-EE3D-4D0D-BD5E-EFEE1A3C7070}"/>
                            </a:ext>
                          </a:extLst>
                        </p:cNvPr>
                        <p:cNvCxnSpPr>
                          <a:cxnSpLocks/>
                          <a:stCxn id="137178" idx="4"/>
                          <a:endCxn id="13717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70" name="グループ化 137169">
                        <a:extLst>
                          <a:ext uri="{FF2B5EF4-FFF2-40B4-BE49-F238E27FC236}">
                            <a16:creationId xmlns:a16="http://schemas.microsoft.com/office/drawing/2014/main" id="{8FA1C501-E0A7-4662-B5D9-C9C29FC0A26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75" name="楕円 137174">
                          <a:extLst>
                            <a:ext uri="{FF2B5EF4-FFF2-40B4-BE49-F238E27FC236}">
                              <a16:creationId xmlns:a16="http://schemas.microsoft.com/office/drawing/2014/main" id="{F4E6C017-6447-440B-B238-517F6CF3D2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76" name="直線コネクタ 137175">
                          <a:extLst>
                            <a:ext uri="{FF2B5EF4-FFF2-40B4-BE49-F238E27FC236}">
                              <a16:creationId xmlns:a16="http://schemas.microsoft.com/office/drawing/2014/main" id="{EBE2A095-9C4B-4B53-B2C8-F0C33F7BAD11}"/>
                            </a:ext>
                          </a:extLst>
                        </p:cNvPr>
                        <p:cNvCxnSpPr>
                          <a:cxnSpLocks/>
                          <a:stCxn id="137175" idx="6"/>
                          <a:endCxn id="13717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77" name="直線コネクタ 137176">
                          <a:extLst>
                            <a:ext uri="{FF2B5EF4-FFF2-40B4-BE49-F238E27FC236}">
                              <a16:creationId xmlns:a16="http://schemas.microsoft.com/office/drawing/2014/main" id="{1983AEDF-5FE9-40AB-A7A8-83C217F393C3}"/>
                            </a:ext>
                          </a:extLst>
                        </p:cNvPr>
                        <p:cNvCxnSpPr>
                          <a:cxnSpLocks/>
                          <a:stCxn id="137175" idx="4"/>
                          <a:endCxn id="13717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71" name="グループ化 137170">
                        <a:extLst>
                          <a:ext uri="{FF2B5EF4-FFF2-40B4-BE49-F238E27FC236}">
                            <a16:creationId xmlns:a16="http://schemas.microsoft.com/office/drawing/2014/main" id="{F1F22128-97C9-4A69-9729-97C5EB319A7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72" name="楕円 137171">
                          <a:extLst>
                            <a:ext uri="{FF2B5EF4-FFF2-40B4-BE49-F238E27FC236}">
                              <a16:creationId xmlns:a16="http://schemas.microsoft.com/office/drawing/2014/main" id="{E62FDACD-F697-426F-AD9E-D6BFB2308E5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73" name="直線コネクタ 137172">
                          <a:extLst>
                            <a:ext uri="{FF2B5EF4-FFF2-40B4-BE49-F238E27FC236}">
                              <a16:creationId xmlns:a16="http://schemas.microsoft.com/office/drawing/2014/main" id="{2F9A4D62-F815-4F0A-8708-900DEF3CCBA7}"/>
                            </a:ext>
                          </a:extLst>
                        </p:cNvPr>
                        <p:cNvCxnSpPr>
                          <a:cxnSpLocks/>
                          <a:stCxn id="137172" idx="6"/>
                          <a:endCxn id="13717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74" name="直線コネクタ 137173">
                          <a:extLst>
                            <a:ext uri="{FF2B5EF4-FFF2-40B4-BE49-F238E27FC236}">
                              <a16:creationId xmlns:a16="http://schemas.microsoft.com/office/drawing/2014/main" id="{EC9A14BA-3E78-4903-8FC7-C5BB20D04E14}"/>
                            </a:ext>
                          </a:extLst>
                        </p:cNvPr>
                        <p:cNvCxnSpPr>
                          <a:cxnSpLocks/>
                          <a:stCxn id="137172" idx="4"/>
                          <a:endCxn id="13717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7037" name="グループ化 137036">
                    <a:extLst>
                      <a:ext uri="{FF2B5EF4-FFF2-40B4-BE49-F238E27FC236}">
                        <a16:creationId xmlns:a16="http://schemas.microsoft.com/office/drawing/2014/main" id="{D5CCAA16-90A6-4156-B00E-14155D7083D9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457179" y="529507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129" name="グループ化 137128">
                      <a:extLst>
                        <a:ext uri="{FF2B5EF4-FFF2-40B4-BE49-F238E27FC236}">
                          <a16:creationId xmlns:a16="http://schemas.microsoft.com/office/drawing/2014/main" id="{D3268D18-26CC-4672-92F3-BAF787309A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154" name="直線コネクタ 137153">
                        <a:extLst>
                          <a:ext uri="{FF2B5EF4-FFF2-40B4-BE49-F238E27FC236}">
                            <a16:creationId xmlns:a16="http://schemas.microsoft.com/office/drawing/2014/main" id="{31701E1B-D666-4181-925F-FF2845ED13C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55" name="直線コネクタ 137154">
                        <a:extLst>
                          <a:ext uri="{FF2B5EF4-FFF2-40B4-BE49-F238E27FC236}">
                            <a16:creationId xmlns:a16="http://schemas.microsoft.com/office/drawing/2014/main" id="{21397412-CBC5-4F71-83D1-75E3AFFBF32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56" name="直線コネクタ 137155">
                        <a:extLst>
                          <a:ext uri="{FF2B5EF4-FFF2-40B4-BE49-F238E27FC236}">
                            <a16:creationId xmlns:a16="http://schemas.microsoft.com/office/drawing/2014/main" id="{33AAE4C3-4E57-4F1C-A944-82F71FB5E10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57" name="直線コネクタ 137156">
                        <a:extLst>
                          <a:ext uri="{FF2B5EF4-FFF2-40B4-BE49-F238E27FC236}">
                            <a16:creationId xmlns:a16="http://schemas.microsoft.com/office/drawing/2014/main" id="{591D9888-3063-4DA7-9E99-91E52A15030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58" name="直線コネクタ 137157">
                        <a:extLst>
                          <a:ext uri="{FF2B5EF4-FFF2-40B4-BE49-F238E27FC236}">
                            <a16:creationId xmlns:a16="http://schemas.microsoft.com/office/drawing/2014/main" id="{B25BA21F-B993-41BF-AAFA-E61F06556E5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59" name="直線コネクタ 137158">
                        <a:extLst>
                          <a:ext uri="{FF2B5EF4-FFF2-40B4-BE49-F238E27FC236}">
                            <a16:creationId xmlns:a16="http://schemas.microsoft.com/office/drawing/2014/main" id="{F68D34E7-0DD6-4E31-B343-DC9E2175CB7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60" name="直線コネクタ 137159">
                        <a:extLst>
                          <a:ext uri="{FF2B5EF4-FFF2-40B4-BE49-F238E27FC236}">
                            <a16:creationId xmlns:a16="http://schemas.microsoft.com/office/drawing/2014/main" id="{6D05EA5D-52E1-443E-AC5F-27B63AE7B37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61" name="直線コネクタ 137160">
                        <a:extLst>
                          <a:ext uri="{FF2B5EF4-FFF2-40B4-BE49-F238E27FC236}">
                            <a16:creationId xmlns:a16="http://schemas.microsoft.com/office/drawing/2014/main" id="{B455FE12-9CE8-4F5E-8526-2F03D161637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62" name="直線コネクタ 137161">
                        <a:extLst>
                          <a:ext uri="{FF2B5EF4-FFF2-40B4-BE49-F238E27FC236}">
                            <a16:creationId xmlns:a16="http://schemas.microsoft.com/office/drawing/2014/main" id="{DD9ED53D-E429-46C7-A90E-2C2B9C0EFDE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30" name="グループ化 137129">
                      <a:extLst>
                        <a:ext uri="{FF2B5EF4-FFF2-40B4-BE49-F238E27FC236}">
                          <a16:creationId xmlns:a16="http://schemas.microsoft.com/office/drawing/2014/main" id="{681097FB-E516-418F-92F1-320B23DEDC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151" name="楕円 137150">
                        <a:extLst>
                          <a:ext uri="{FF2B5EF4-FFF2-40B4-BE49-F238E27FC236}">
                            <a16:creationId xmlns:a16="http://schemas.microsoft.com/office/drawing/2014/main" id="{770BCACC-ADE5-4D99-9C81-FDB77D071A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152" name="直線コネクタ 137151">
                        <a:extLst>
                          <a:ext uri="{FF2B5EF4-FFF2-40B4-BE49-F238E27FC236}">
                            <a16:creationId xmlns:a16="http://schemas.microsoft.com/office/drawing/2014/main" id="{0F2B4D49-6075-443B-8292-1A3A35918F86}"/>
                          </a:ext>
                        </a:extLst>
                      </p:cNvPr>
                      <p:cNvCxnSpPr>
                        <a:cxnSpLocks/>
                        <a:stCxn id="137151" idx="6"/>
                        <a:endCxn id="13715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53" name="直線コネクタ 137152">
                        <a:extLst>
                          <a:ext uri="{FF2B5EF4-FFF2-40B4-BE49-F238E27FC236}">
                            <a16:creationId xmlns:a16="http://schemas.microsoft.com/office/drawing/2014/main" id="{102C96DC-6C72-4C8D-B9D0-3C82928F7393}"/>
                          </a:ext>
                        </a:extLst>
                      </p:cNvPr>
                      <p:cNvCxnSpPr>
                        <a:cxnSpLocks/>
                        <a:stCxn id="137151" idx="4"/>
                        <a:endCxn id="13715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31" name="グループ化 137130">
                      <a:extLst>
                        <a:ext uri="{FF2B5EF4-FFF2-40B4-BE49-F238E27FC236}">
                          <a16:creationId xmlns:a16="http://schemas.microsoft.com/office/drawing/2014/main" id="{CA647B27-B1A2-4284-97A5-983C8D2E991A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148" name="楕円 137147">
                        <a:extLst>
                          <a:ext uri="{FF2B5EF4-FFF2-40B4-BE49-F238E27FC236}">
                            <a16:creationId xmlns:a16="http://schemas.microsoft.com/office/drawing/2014/main" id="{05E2C6EC-F89D-4742-8BDB-A6D70EA1F0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149" name="直線コネクタ 137148">
                        <a:extLst>
                          <a:ext uri="{FF2B5EF4-FFF2-40B4-BE49-F238E27FC236}">
                            <a16:creationId xmlns:a16="http://schemas.microsoft.com/office/drawing/2014/main" id="{821362C9-73B8-4188-B62C-0EDEE24BF27C}"/>
                          </a:ext>
                        </a:extLst>
                      </p:cNvPr>
                      <p:cNvCxnSpPr>
                        <a:cxnSpLocks/>
                        <a:stCxn id="137148" idx="6"/>
                        <a:endCxn id="13714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50" name="直線コネクタ 137149">
                        <a:extLst>
                          <a:ext uri="{FF2B5EF4-FFF2-40B4-BE49-F238E27FC236}">
                            <a16:creationId xmlns:a16="http://schemas.microsoft.com/office/drawing/2014/main" id="{5A73C9FE-7150-4A09-83C1-E9DF9B46AE60}"/>
                          </a:ext>
                        </a:extLst>
                      </p:cNvPr>
                      <p:cNvCxnSpPr>
                        <a:cxnSpLocks/>
                        <a:stCxn id="137148" idx="4"/>
                        <a:endCxn id="13714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32" name="グループ化 137131">
                      <a:extLst>
                        <a:ext uri="{FF2B5EF4-FFF2-40B4-BE49-F238E27FC236}">
                          <a16:creationId xmlns:a16="http://schemas.microsoft.com/office/drawing/2014/main" id="{0ACF2914-00B6-4C22-A240-DC3011E834E0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145" name="楕円 137144">
                        <a:extLst>
                          <a:ext uri="{FF2B5EF4-FFF2-40B4-BE49-F238E27FC236}">
                            <a16:creationId xmlns:a16="http://schemas.microsoft.com/office/drawing/2014/main" id="{A489B797-A846-4744-9F7F-841FDD9BB7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146" name="直線コネクタ 137145">
                        <a:extLst>
                          <a:ext uri="{FF2B5EF4-FFF2-40B4-BE49-F238E27FC236}">
                            <a16:creationId xmlns:a16="http://schemas.microsoft.com/office/drawing/2014/main" id="{0256F436-1414-477D-B761-C89673553F2D}"/>
                          </a:ext>
                        </a:extLst>
                      </p:cNvPr>
                      <p:cNvCxnSpPr>
                        <a:cxnSpLocks/>
                        <a:stCxn id="137145" idx="6"/>
                        <a:endCxn id="13714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47" name="直線コネクタ 137146">
                        <a:extLst>
                          <a:ext uri="{FF2B5EF4-FFF2-40B4-BE49-F238E27FC236}">
                            <a16:creationId xmlns:a16="http://schemas.microsoft.com/office/drawing/2014/main" id="{5625B914-D33B-4AD7-9A60-5FC871EBF240}"/>
                          </a:ext>
                        </a:extLst>
                      </p:cNvPr>
                      <p:cNvCxnSpPr>
                        <a:cxnSpLocks/>
                        <a:stCxn id="137145" idx="4"/>
                        <a:endCxn id="13714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33" name="グループ化 137132">
                      <a:extLst>
                        <a:ext uri="{FF2B5EF4-FFF2-40B4-BE49-F238E27FC236}">
                          <a16:creationId xmlns:a16="http://schemas.microsoft.com/office/drawing/2014/main" id="{AC6D4DE4-D6A5-441B-9E27-92FED52B2644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142" name="楕円 137141">
                        <a:extLst>
                          <a:ext uri="{FF2B5EF4-FFF2-40B4-BE49-F238E27FC236}">
                            <a16:creationId xmlns:a16="http://schemas.microsoft.com/office/drawing/2014/main" id="{D11B775B-F5BE-4AE3-A779-B620E703299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143" name="直線コネクタ 137142">
                        <a:extLst>
                          <a:ext uri="{FF2B5EF4-FFF2-40B4-BE49-F238E27FC236}">
                            <a16:creationId xmlns:a16="http://schemas.microsoft.com/office/drawing/2014/main" id="{CA3B755E-ADF7-4EFE-986C-DFB94A45BB6E}"/>
                          </a:ext>
                        </a:extLst>
                      </p:cNvPr>
                      <p:cNvCxnSpPr>
                        <a:cxnSpLocks/>
                        <a:stCxn id="137142" idx="6"/>
                        <a:endCxn id="13714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44" name="直線コネクタ 137143">
                        <a:extLst>
                          <a:ext uri="{FF2B5EF4-FFF2-40B4-BE49-F238E27FC236}">
                            <a16:creationId xmlns:a16="http://schemas.microsoft.com/office/drawing/2014/main" id="{357EB5B4-9FD2-4561-ACFB-12F1E6E422BE}"/>
                          </a:ext>
                        </a:extLst>
                      </p:cNvPr>
                      <p:cNvCxnSpPr>
                        <a:cxnSpLocks/>
                        <a:stCxn id="137142" idx="4"/>
                        <a:endCxn id="13714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34" name="グループ化 137133">
                      <a:extLst>
                        <a:ext uri="{FF2B5EF4-FFF2-40B4-BE49-F238E27FC236}">
                          <a16:creationId xmlns:a16="http://schemas.microsoft.com/office/drawing/2014/main" id="{96C8CA85-DC04-41C3-8D91-67195E195F60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139" name="楕円 137138">
                        <a:extLst>
                          <a:ext uri="{FF2B5EF4-FFF2-40B4-BE49-F238E27FC236}">
                            <a16:creationId xmlns:a16="http://schemas.microsoft.com/office/drawing/2014/main" id="{689A0FFD-6BAD-4A08-A9BA-14D2308BCD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140" name="直線コネクタ 137139">
                        <a:extLst>
                          <a:ext uri="{FF2B5EF4-FFF2-40B4-BE49-F238E27FC236}">
                            <a16:creationId xmlns:a16="http://schemas.microsoft.com/office/drawing/2014/main" id="{D5BF82BC-6BA6-43F4-AA21-7EB1373B0185}"/>
                          </a:ext>
                        </a:extLst>
                      </p:cNvPr>
                      <p:cNvCxnSpPr>
                        <a:cxnSpLocks/>
                        <a:stCxn id="137139" idx="6"/>
                        <a:endCxn id="13713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41" name="直線コネクタ 137140">
                        <a:extLst>
                          <a:ext uri="{FF2B5EF4-FFF2-40B4-BE49-F238E27FC236}">
                            <a16:creationId xmlns:a16="http://schemas.microsoft.com/office/drawing/2014/main" id="{2DBB3512-D7DE-4A81-A6A7-206B16590369}"/>
                          </a:ext>
                        </a:extLst>
                      </p:cNvPr>
                      <p:cNvCxnSpPr>
                        <a:cxnSpLocks/>
                        <a:stCxn id="137139" idx="4"/>
                        <a:endCxn id="13713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35" name="グループ化 137134">
                      <a:extLst>
                        <a:ext uri="{FF2B5EF4-FFF2-40B4-BE49-F238E27FC236}">
                          <a16:creationId xmlns:a16="http://schemas.microsoft.com/office/drawing/2014/main" id="{AC7C05C1-6FED-4814-91CB-9B833CA80DCD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136" name="楕円 137135">
                        <a:extLst>
                          <a:ext uri="{FF2B5EF4-FFF2-40B4-BE49-F238E27FC236}">
                            <a16:creationId xmlns:a16="http://schemas.microsoft.com/office/drawing/2014/main" id="{9DB10B47-25E4-487A-B2ED-103A92AF72D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137" name="直線コネクタ 137136">
                        <a:extLst>
                          <a:ext uri="{FF2B5EF4-FFF2-40B4-BE49-F238E27FC236}">
                            <a16:creationId xmlns:a16="http://schemas.microsoft.com/office/drawing/2014/main" id="{BBC3B9F3-8BA0-48E6-A15F-2E14138C0122}"/>
                          </a:ext>
                        </a:extLst>
                      </p:cNvPr>
                      <p:cNvCxnSpPr>
                        <a:cxnSpLocks/>
                        <a:stCxn id="137136" idx="6"/>
                        <a:endCxn id="13713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138" name="直線コネクタ 137137">
                        <a:extLst>
                          <a:ext uri="{FF2B5EF4-FFF2-40B4-BE49-F238E27FC236}">
                            <a16:creationId xmlns:a16="http://schemas.microsoft.com/office/drawing/2014/main" id="{C1A903D4-198B-4EF6-A30D-8285E4821AA0}"/>
                          </a:ext>
                        </a:extLst>
                      </p:cNvPr>
                      <p:cNvCxnSpPr>
                        <a:cxnSpLocks/>
                        <a:stCxn id="137136" idx="4"/>
                        <a:endCxn id="13713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7038" name="グループ化 137037">
                    <a:extLst>
                      <a:ext uri="{FF2B5EF4-FFF2-40B4-BE49-F238E27FC236}">
                        <a16:creationId xmlns:a16="http://schemas.microsoft.com/office/drawing/2014/main" id="{1AA18ACC-04C0-4450-BCE2-9AA1D62AF94B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985234" y="4523587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7074" name="グループ化 137073">
                      <a:extLst>
                        <a:ext uri="{FF2B5EF4-FFF2-40B4-BE49-F238E27FC236}">
                          <a16:creationId xmlns:a16="http://schemas.microsoft.com/office/drawing/2014/main" id="{C5050F6F-3305-4921-8753-75819809C02F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7103" name="グループ化 137102">
                        <a:extLst>
                          <a:ext uri="{FF2B5EF4-FFF2-40B4-BE49-F238E27FC236}">
                            <a16:creationId xmlns:a16="http://schemas.microsoft.com/office/drawing/2014/main" id="{F02880DB-308B-4DC0-AA64-72C1DCE49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124" name="直線コネクタ 137123">
                          <a:extLst>
                            <a:ext uri="{FF2B5EF4-FFF2-40B4-BE49-F238E27FC236}">
                              <a16:creationId xmlns:a16="http://schemas.microsoft.com/office/drawing/2014/main" id="{9D2CC839-F058-4BB0-B595-FA8FBC6D278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25" name="直線コネクタ 137124">
                          <a:extLst>
                            <a:ext uri="{FF2B5EF4-FFF2-40B4-BE49-F238E27FC236}">
                              <a16:creationId xmlns:a16="http://schemas.microsoft.com/office/drawing/2014/main" id="{54392915-B4EA-40F5-8F0D-6D0FE2507EC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26" name="直線コネクタ 137125">
                          <a:extLst>
                            <a:ext uri="{FF2B5EF4-FFF2-40B4-BE49-F238E27FC236}">
                              <a16:creationId xmlns:a16="http://schemas.microsoft.com/office/drawing/2014/main" id="{4BDA886E-B940-4130-BBD3-A24F6E0E5C7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27" name="直線コネクタ 137126">
                          <a:extLst>
                            <a:ext uri="{FF2B5EF4-FFF2-40B4-BE49-F238E27FC236}">
                              <a16:creationId xmlns:a16="http://schemas.microsoft.com/office/drawing/2014/main" id="{19C0CEC8-E831-45AF-846F-2C430B80BB6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28" name="直線コネクタ 137127">
                          <a:extLst>
                            <a:ext uri="{FF2B5EF4-FFF2-40B4-BE49-F238E27FC236}">
                              <a16:creationId xmlns:a16="http://schemas.microsoft.com/office/drawing/2014/main" id="{DBA280E1-F802-4FD3-9DC1-A4434A889B5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04" name="グループ化 137103">
                        <a:extLst>
                          <a:ext uri="{FF2B5EF4-FFF2-40B4-BE49-F238E27FC236}">
                            <a16:creationId xmlns:a16="http://schemas.microsoft.com/office/drawing/2014/main" id="{A6DD0C97-5B65-4F67-A95A-4236BADC6D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21" name="楕円 137120">
                          <a:extLst>
                            <a:ext uri="{FF2B5EF4-FFF2-40B4-BE49-F238E27FC236}">
                              <a16:creationId xmlns:a16="http://schemas.microsoft.com/office/drawing/2014/main" id="{EFEBB576-C201-4008-83BF-C366A1959D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22" name="直線コネクタ 137121">
                          <a:extLst>
                            <a:ext uri="{FF2B5EF4-FFF2-40B4-BE49-F238E27FC236}">
                              <a16:creationId xmlns:a16="http://schemas.microsoft.com/office/drawing/2014/main" id="{43FE2BF0-6CBE-4A93-B60A-5D877C413D98}"/>
                            </a:ext>
                          </a:extLst>
                        </p:cNvPr>
                        <p:cNvCxnSpPr>
                          <a:cxnSpLocks/>
                          <a:stCxn id="137121" idx="6"/>
                          <a:endCxn id="13712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23" name="直線コネクタ 137122">
                          <a:extLst>
                            <a:ext uri="{FF2B5EF4-FFF2-40B4-BE49-F238E27FC236}">
                              <a16:creationId xmlns:a16="http://schemas.microsoft.com/office/drawing/2014/main" id="{C9B3FD83-71A1-4123-BE7A-64C2C93A0936}"/>
                            </a:ext>
                          </a:extLst>
                        </p:cNvPr>
                        <p:cNvCxnSpPr>
                          <a:cxnSpLocks/>
                          <a:stCxn id="137121" idx="4"/>
                          <a:endCxn id="13712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05" name="グループ化 137104">
                        <a:extLst>
                          <a:ext uri="{FF2B5EF4-FFF2-40B4-BE49-F238E27FC236}">
                            <a16:creationId xmlns:a16="http://schemas.microsoft.com/office/drawing/2014/main" id="{CB1C062B-E5C9-4E47-A469-FA24D87C2FF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18" name="楕円 137117">
                          <a:extLst>
                            <a:ext uri="{FF2B5EF4-FFF2-40B4-BE49-F238E27FC236}">
                              <a16:creationId xmlns:a16="http://schemas.microsoft.com/office/drawing/2014/main" id="{338A3802-F932-4264-85C2-23EACD64620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19" name="直線コネクタ 137118">
                          <a:extLst>
                            <a:ext uri="{FF2B5EF4-FFF2-40B4-BE49-F238E27FC236}">
                              <a16:creationId xmlns:a16="http://schemas.microsoft.com/office/drawing/2014/main" id="{16490168-E620-4C6F-9DBD-51ADA345EF26}"/>
                            </a:ext>
                          </a:extLst>
                        </p:cNvPr>
                        <p:cNvCxnSpPr>
                          <a:cxnSpLocks/>
                          <a:stCxn id="137118" idx="6"/>
                          <a:endCxn id="13711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20" name="直線コネクタ 137119">
                          <a:extLst>
                            <a:ext uri="{FF2B5EF4-FFF2-40B4-BE49-F238E27FC236}">
                              <a16:creationId xmlns:a16="http://schemas.microsoft.com/office/drawing/2014/main" id="{F8F6E2BD-AC4F-4DDF-9E2A-B7754A2629D7}"/>
                            </a:ext>
                          </a:extLst>
                        </p:cNvPr>
                        <p:cNvCxnSpPr>
                          <a:cxnSpLocks/>
                          <a:stCxn id="137118" idx="4"/>
                          <a:endCxn id="13711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06" name="グループ化 137105">
                        <a:extLst>
                          <a:ext uri="{FF2B5EF4-FFF2-40B4-BE49-F238E27FC236}">
                            <a16:creationId xmlns:a16="http://schemas.microsoft.com/office/drawing/2014/main" id="{C5200D11-C381-4F11-A99F-D967119BF49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15" name="楕円 137114">
                          <a:extLst>
                            <a:ext uri="{FF2B5EF4-FFF2-40B4-BE49-F238E27FC236}">
                              <a16:creationId xmlns:a16="http://schemas.microsoft.com/office/drawing/2014/main" id="{D58F8100-7173-49FB-8156-EBF5AA27CE4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16" name="直線コネクタ 137115">
                          <a:extLst>
                            <a:ext uri="{FF2B5EF4-FFF2-40B4-BE49-F238E27FC236}">
                              <a16:creationId xmlns:a16="http://schemas.microsoft.com/office/drawing/2014/main" id="{AF9BE990-08D3-41D2-B00B-F9F2A61F85AA}"/>
                            </a:ext>
                          </a:extLst>
                        </p:cNvPr>
                        <p:cNvCxnSpPr>
                          <a:cxnSpLocks/>
                          <a:stCxn id="137115" idx="6"/>
                          <a:endCxn id="13711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17" name="直線コネクタ 137116">
                          <a:extLst>
                            <a:ext uri="{FF2B5EF4-FFF2-40B4-BE49-F238E27FC236}">
                              <a16:creationId xmlns:a16="http://schemas.microsoft.com/office/drawing/2014/main" id="{949D2092-B5D8-4D50-A446-EB9336CECC61}"/>
                            </a:ext>
                          </a:extLst>
                        </p:cNvPr>
                        <p:cNvCxnSpPr>
                          <a:cxnSpLocks/>
                          <a:stCxn id="137115" idx="4"/>
                          <a:endCxn id="13711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07" name="グループ化 137106">
                        <a:extLst>
                          <a:ext uri="{FF2B5EF4-FFF2-40B4-BE49-F238E27FC236}">
                            <a16:creationId xmlns:a16="http://schemas.microsoft.com/office/drawing/2014/main" id="{19BC8C60-0B7A-467B-A57D-1B3E4BC275B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12" name="楕円 137111">
                          <a:extLst>
                            <a:ext uri="{FF2B5EF4-FFF2-40B4-BE49-F238E27FC236}">
                              <a16:creationId xmlns:a16="http://schemas.microsoft.com/office/drawing/2014/main" id="{D6DEA37D-6FC9-4BD7-80E3-8688C9B07C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13" name="直線コネクタ 137112">
                          <a:extLst>
                            <a:ext uri="{FF2B5EF4-FFF2-40B4-BE49-F238E27FC236}">
                              <a16:creationId xmlns:a16="http://schemas.microsoft.com/office/drawing/2014/main" id="{AE542701-7A7F-47F8-8B37-14F685047195}"/>
                            </a:ext>
                          </a:extLst>
                        </p:cNvPr>
                        <p:cNvCxnSpPr>
                          <a:cxnSpLocks/>
                          <a:stCxn id="137112" idx="6"/>
                          <a:endCxn id="13711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14" name="直線コネクタ 137113">
                          <a:extLst>
                            <a:ext uri="{FF2B5EF4-FFF2-40B4-BE49-F238E27FC236}">
                              <a16:creationId xmlns:a16="http://schemas.microsoft.com/office/drawing/2014/main" id="{E6B04129-C718-41D6-BD8E-B2B418D474F3}"/>
                            </a:ext>
                          </a:extLst>
                        </p:cNvPr>
                        <p:cNvCxnSpPr>
                          <a:cxnSpLocks/>
                          <a:stCxn id="137112" idx="4"/>
                          <a:endCxn id="13711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108" name="グループ化 137107">
                        <a:extLst>
                          <a:ext uri="{FF2B5EF4-FFF2-40B4-BE49-F238E27FC236}">
                            <a16:creationId xmlns:a16="http://schemas.microsoft.com/office/drawing/2014/main" id="{AD209FD3-C9E8-44D6-89E1-1743D48B1AA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109" name="楕円 137108">
                          <a:extLst>
                            <a:ext uri="{FF2B5EF4-FFF2-40B4-BE49-F238E27FC236}">
                              <a16:creationId xmlns:a16="http://schemas.microsoft.com/office/drawing/2014/main" id="{7F0850E4-DF10-4061-896D-729190A1E4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110" name="直線コネクタ 137109">
                          <a:extLst>
                            <a:ext uri="{FF2B5EF4-FFF2-40B4-BE49-F238E27FC236}">
                              <a16:creationId xmlns:a16="http://schemas.microsoft.com/office/drawing/2014/main" id="{8EF10F69-692B-45FD-BE5F-B4C6DD7484FD}"/>
                            </a:ext>
                          </a:extLst>
                        </p:cNvPr>
                        <p:cNvCxnSpPr>
                          <a:cxnSpLocks/>
                          <a:stCxn id="137109" idx="6"/>
                          <a:endCxn id="13710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11" name="直線コネクタ 137110">
                          <a:extLst>
                            <a:ext uri="{FF2B5EF4-FFF2-40B4-BE49-F238E27FC236}">
                              <a16:creationId xmlns:a16="http://schemas.microsoft.com/office/drawing/2014/main" id="{462EDA85-781E-4257-B92D-3D58AA874CE4}"/>
                            </a:ext>
                          </a:extLst>
                        </p:cNvPr>
                        <p:cNvCxnSpPr>
                          <a:cxnSpLocks/>
                          <a:stCxn id="137109" idx="4"/>
                          <a:endCxn id="13710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7075" name="楕円 137074">
                      <a:extLst>
                        <a:ext uri="{FF2B5EF4-FFF2-40B4-BE49-F238E27FC236}">
                          <a16:creationId xmlns:a16="http://schemas.microsoft.com/office/drawing/2014/main" id="{41E21B7E-B081-428F-9308-D56B6EFB3F7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7076" name="グループ化 137075">
                      <a:extLst>
                        <a:ext uri="{FF2B5EF4-FFF2-40B4-BE49-F238E27FC236}">
                          <a16:creationId xmlns:a16="http://schemas.microsoft.com/office/drawing/2014/main" id="{7B50321E-1071-4CBA-9733-4E48D7EE2CF4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7077" name="グループ化 137076">
                        <a:extLst>
                          <a:ext uri="{FF2B5EF4-FFF2-40B4-BE49-F238E27FC236}">
                            <a16:creationId xmlns:a16="http://schemas.microsoft.com/office/drawing/2014/main" id="{04AC4E99-49B4-4FAE-A5AC-4C04DE50FC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7098" name="直線コネクタ 137097">
                          <a:extLst>
                            <a:ext uri="{FF2B5EF4-FFF2-40B4-BE49-F238E27FC236}">
                              <a16:creationId xmlns:a16="http://schemas.microsoft.com/office/drawing/2014/main" id="{CD41F529-9B59-4C52-AE71-AB7F30509B8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099" name="直線コネクタ 137098">
                          <a:extLst>
                            <a:ext uri="{FF2B5EF4-FFF2-40B4-BE49-F238E27FC236}">
                              <a16:creationId xmlns:a16="http://schemas.microsoft.com/office/drawing/2014/main" id="{83F01CEA-42AE-4035-844A-3F7686CC763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00" name="直線コネクタ 137099">
                          <a:extLst>
                            <a:ext uri="{FF2B5EF4-FFF2-40B4-BE49-F238E27FC236}">
                              <a16:creationId xmlns:a16="http://schemas.microsoft.com/office/drawing/2014/main" id="{0FC0D702-C586-4962-BE43-B878305BEBE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01" name="直線コネクタ 137100">
                          <a:extLst>
                            <a:ext uri="{FF2B5EF4-FFF2-40B4-BE49-F238E27FC236}">
                              <a16:creationId xmlns:a16="http://schemas.microsoft.com/office/drawing/2014/main" id="{A427E2FA-39FD-4DEB-8F13-4DE3E7E5760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102" name="直線コネクタ 137101">
                          <a:extLst>
                            <a:ext uri="{FF2B5EF4-FFF2-40B4-BE49-F238E27FC236}">
                              <a16:creationId xmlns:a16="http://schemas.microsoft.com/office/drawing/2014/main" id="{D46E13D6-0759-4170-8A8C-656C339FD7F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078" name="グループ化 137077">
                        <a:extLst>
                          <a:ext uri="{FF2B5EF4-FFF2-40B4-BE49-F238E27FC236}">
                            <a16:creationId xmlns:a16="http://schemas.microsoft.com/office/drawing/2014/main" id="{F453A656-5DD2-48AF-8588-BD6A2AC0A9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095" name="楕円 137094">
                          <a:extLst>
                            <a:ext uri="{FF2B5EF4-FFF2-40B4-BE49-F238E27FC236}">
                              <a16:creationId xmlns:a16="http://schemas.microsoft.com/office/drawing/2014/main" id="{F3C0D771-D10B-41BC-A04B-069CEBFBBC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096" name="直線コネクタ 137095">
                          <a:extLst>
                            <a:ext uri="{FF2B5EF4-FFF2-40B4-BE49-F238E27FC236}">
                              <a16:creationId xmlns:a16="http://schemas.microsoft.com/office/drawing/2014/main" id="{A4B81C35-8172-4F9A-A630-0BD03FF6AAB5}"/>
                            </a:ext>
                          </a:extLst>
                        </p:cNvPr>
                        <p:cNvCxnSpPr>
                          <a:cxnSpLocks/>
                          <a:stCxn id="137095" idx="6"/>
                          <a:endCxn id="13709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097" name="直線コネクタ 137096">
                          <a:extLst>
                            <a:ext uri="{FF2B5EF4-FFF2-40B4-BE49-F238E27FC236}">
                              <a16:creationId xmlns:a16="http://schemas.microsoft.com/office/drawing/2014/main" id="{C6C89A7E-F910-4BE4-A467-6D87E17F53EC}"/>
                            </a:ext>
                          </a:extLst>
                        </p:cNvPr>
                        <p:cNvCxnSpPr>
                          <a:cxnSpLocks/>
                          <a:stCxn id="137095" idx="4"/>
                          <a:endCxn id="13709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079" name="グループ化 137078">
                        <a:extLst>
                          <a:ext uri="{FF2B5EF4-FFF2-40B4-BE49-F238E27FC236}">
                            <a16:creationId xmlns:a16="http://schemas.microsoft.com/office/drawing/2014/main" id="{182527BB-3A53-4AD0-8DB9-75DD315B018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092" name="楕円 137091">
                          <a:extLst>
                            <a:ext uri="{FF2B5EF4-FFF2-40B4-BE49-F238E27FC236}">
                              <a16:creationId xmlns:a16="http://schemas.microsoft.com/office/drawing/2014/main" id="{13F84F01-FBEE-4623-A8AB-469E0B0CBD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093" name="直線コネクタ 137092">
                          <a:extLst>
                            <a:ext uri="{FF2B5EF4-FFF2-40B4-BE49-F238E27FC236}">
                              <a16:creationId xmlns:a16="http://schemas.microsoft.com/office/drawing/2014/main" id="{A309F7CA-350E-4442-A5F8-8563A657EB74}"/>
                            </a:ext>
                          </a:extLst>
                        </p:cNvPr>
                        <p:cNvCxnSpPr>
                          <a:cxnSpLocks/>
                          <a:stCxn id="137092" idx="6"/>
                          <a:endCxn id="13709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094" name="直線コネクタ 137093">
                          <a:extLst>
                            <a:ext uri="{FF2B5EF4-FFF2-40B4-BE49-F238E27FC236}">
                              <a16:creationId xmlns:a16="http://schemas.microsoft.com/office/drawing/2014/main" id="{7D497B2D-A61C-4B71-97AA-D19FC14B16C9}"/>
                            </a:ext>
                          </a:extLst>
                        </p:cNvPr>
                        <p:cNvCxnSpPr>
                          <a:cxnSpLocks/>
                          <a:stCxn id="137092" idx="4"/>
                          <a:endCxn id="13709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080" name="グループ化 137079">
                        <a:extLst>
                          <a:ext uri="{FF2B5EF4-FFF2-40B4-BE49-F238E27FC236}">
                            <a16:creationId xmlns:a16="http://schemas.microsoft.com/office/drawing/2014/main" id="{42A38DEC-2CD7-482A-9033-661E006F714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089" name="楕円 137088">
                          <a:extLst>
                            <a:ext uri="{FF2B5EF4-FFF2-40B4-BE49-F238E27FC236}">
                              <a16:creationId xmlns:a16="http://schemas.microsoft.com/office/drawing/2014/main" id="{A30247FD-2C30-4E21-8A26-DC8A5E7FC2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090" name="直線コネクタ 137089">
                          <a:extLst>
                            <a:ext uri="{FF2B5EF4-FFF2-40B4-BE49-F238E27FC236}">
                              <a16:creationId xmlns:a16="http://schemas.microsoft.com/office/drawing/2014/main" id="{9A1AE0A6-FAD1-4832-AC33-42F0031CE5AC}"/>
                            </a:ext>
                          </a:extLst>
                        </p:cNvPr>
                        <p:cNvCxnSpPr>
                          <a:cxnSpLocks/>
                          <a:stCxn id="137089" idx="6"/>
                          <a:endCxn id="13708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091" name="直線コネクタ 137090">
                          <a:extLst>
                            <a:ext uri="{FF2B5EF4-FFF2-40B4-BE49-F238E27FC236}">
                              <a16:creationId xmlns:a16="http://schemas.microsoft.com/office/drawing/2014/main" id="{35A6DA14-5178-4069-9412-050A9CF5A858}"/>
                            </a:ext>
                          </a:extLst>
                        </p:cNvPr>
                        <p:cNvCxnSpPr>
                          <a:cxnSpLocks/>
                          <a:stCxn id="137089" idx="4"/>
                          <a:endCxn id="13708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081" name="グループ化 137080">
                        <a:extLst>
                          <a:ext uri="{FF2B5EF4-FFF2-40B4-BE49-F238E27FC236}">
                            <a16:creationId xmlns:a16="http://schemas.microsoft.com/office/drawing/2014/main" id="{93DAB64E-AB93-4DBE-8B02-14FA44DC032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086" name="楕円 137085">
                          <a:extLst>
                            <a:ext uri="{FF2B5EF4-FFF2-40B4-BE49-F238E27FC236}">
                              <a16:creationId xmlns:a16="http://schemas.microsoft.com/office/drawing/2014/main" id="{FB07D885-82CB-4DBD-8CFE-AB596B5087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087" name="直線コネクタ 137086">
                          <a:extLst>
                            <a:ext uri="{FF2B5EF4-FFF2-40B4-BE49-F238E27FC236}">
                              <a16:creationId xmlns:a16="http://schemas.microsoft.com/office/drawing/2014/main" id="{F311734F-615B-43E7-94B6-022D7CA9D783}"/>
                            </a:ext>
                          </a:extLst>
                        </p:cNvPr>
                        <p:cNvCxnSpPr>
                          <a:cxnSpLocks/>
                          <a:stCxn id="137086" idx="6"/>
                          <a:endCxn id="13708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088" name="直線コネクタ 137087">
                          <a:extLst>
                            <a:ext uri="{FF2B5EF4-FFF2-40B4-BE49-F238E27FC236}">
                              <a16:creationId xmlns:a16="http://schemas.microsoft.com/office/drawing/2014/main" id="{FD606334-077D-4CCB-A4E4-8F60FCA40381}"/>
                            </a:ext>
                          </a:extLst>
                        </p:cNvPr>
                        <p:cNvCxnSpPr>
                          <a:cxnSpLocks/>
                          <a:stCxn id="137086" idx="4"/>
                          <a:endCxn id="13708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7082" name="グループ化 137081">
                        <a:extLst>
                          <a:ext uri="{FF2B5EF4-FFF2-40B4-BE49-F238E27FC236}">
                            <a16:creationId xmlns:a16="http://schemas.microsoft.com/office/drawing/2014/main" id="{1D9F995F-7CD3-4AC6-9E5C-A8E7F7FC84D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7083" name="楕円 137082">
                          <a:extLst>
                            <a:ext uri="{FF2B5EF4-FFF2-40B4-BE49-F238E27FC236}">
                              <a16:creationId xmlns:a16="http://schemas.microsoft.com/office/drawing/2014/main" id="{9115865F-CED8-49C4-BDF0-A1F3DF2745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7084" name="直線コネクタ 137083">
                          <a:extLst>
                            <a:ext uri="{FF2B5EF4-FFF2-40B4-BE49-F238E27FC236}">
                              <a16:creationId xmlns:a16="http://schemas.microsoft.com/office/drawing/2014/main" id="{9154F235-9EDC-40A0-B2BB-6540EF26417F}"/>
                            </a:ext>
                          </a:extLst>
                        </p:cNvPr>
                        <p:cNvCxnSpPr>
                          <a:cxnSpLocks/>
                          <a:stCxn id="137083" idx="6"/>
                          <a:endCxn id="13708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7085" name="直線コネクタ 137084">
                          <a:extLst>
                            <a:ext uri="{FF2B5EF4-FFF2-40B4-BE49-F238E27FC236}">
                              <a16:creationId xmlns:a16="http://schemas.microsoft.com/office/drawing/2014/main" id="{ACDAA786-9A3F-4557-9A2F-F27B9FBC47DC}"/>
                            </a:ext>
                          </a:extLst>
                        </p:cNvPr>
                        <p:cNvCxnSpPr>
                          <a:cxnSpLocks/>
                          <a:stCxn id="137083" idx="4"/>
                          <a:endCxn id="13708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7039" name="グループ化 137038">
                    <a:extLst>
                      <a:ext uri="{FF2B5EF4-FFF2-40B4-BE49-F238E27FC236}">
                        <a16:creationId xmlns:a16="http://schemas.microsoft.com/office/drawing/2014/main" id="{59E513AE-FADE-437E-A91C-417E592A57ED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701193" y="4702497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7040" name="グループ化 137039">
                      <a:extLst>
                        <a:ext uri="{FF2B5EF4-FFF2-40B4-BE49-F238E27FC236}">
                          <a16:creationId xmlns:a16="http://schemas.microsoft.com/office/drawing/2014/main" id="{A44E9A4C-B600-49CE-B738-3C60CBAA73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7065" name="直線コネクタ 137064">
                        <a:extLst>
                          <a:ext uri="{FF2B5EF4-FFF2-40B4-BE49-F238E27FC236}">
                            <a16:creationId xmlns:a16="http://schemas.microsoft.com/office/drawing/2014/main" id="{544C765F-44F6-446F-97EC-F17914A19D2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66" name="直線コネクタ 137065">
                        <a:extLst>
                          <a:ext uri="{FF2B5EF4-FFF2-40B4-BE49-F238E27FC236}">
                            <a16:creationId xmlns:a16="http://schemas.microsoft.com/office/drawing/2014/main" id="{F9E60FF9-4F98-4B5A-915C-EBC6BA03362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67" name="直線コネクタ 137066">
                        <a:extLst>
                          <a:ext uri="{FF2B5EF4-FFF2-40B4-BE49-F238E27FC236}">
                            <a16:creationId xmlns:a16="http://schemas.microsoft.com/office/drawing/2014/main" id="{9CA2E4F1-0BD1-438B-9BA2-65E1CEDE91E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68" name="直線コネクタ 137067">
                        <a:extLst>
                          <a:ext uri="{FF2B5EF4-FFF2-40B4-BE49-F238E27FC236}">
                            <a16:creationId xmlns:a16="http://schemas.microsoft.com/office/drawing/2014/main" id="{BB0C24FE-BC2F-4C26-9CE1-1C62E401A75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69" name="直線コネクタ 137068">
                        <a:extLst>
                          <a:ext uri="{FF2B5EF4-FFF2-40B4-BE49-F238E27FC236}">
                            <a16:creationId xmlns:a16="http://schemas.microsoft.com/office/drawing/2014/main" id="{86A10DB8-D41B-46E7-9F13-93D122D6BC2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70" name="直線コネクタ 137069">
                        <a:extLst>
                          <a:ext uri="{FF2B5EF4-FFF2-40B4-BE49-F238E27FC236}">
                            <a16:creationId xmlns:a16="http://schemas.microsoft.com/office/drawing/2014/main" id="{E5C29D7D-5CBB-4664-A7CD-6C8A22DF687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71" name="直線コネクタ 137070">
                        <a:extLst>
                          <a:ext uri="{FF2B5EF4-FFF2-40B4-BE49-F238E27FC236}">
                            <a16:creationId xmlns:a16="http://schemas.microsoft.com/office/drawing/2014/main" id="{54F49FF4-8FCB-41D3-B714-D7F4B7C5856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72" name="直線コネクタ 137071">
                        <a:extLst>
                          <a:ext uri="{FF2B5EF4-FFF2-40B4-BE49-F238E27FC236}">
                            <a16:creationId xmlns:a16="http://schemas.microsoft.com/office/drawing/2014/main" id="{380E1058-CEFD-4B7A-8AF1-37A9BE69A26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73" name="直線コネクタ 137072">
                        <a:extLst>
                          <a:ext uri="{FF2B5EF4-FFF2-40B4-BE49-F238E27FC236}">
                            <a16:creationId xmlns:a16="http://schemas.microsoft.com/office/drawing/2014/main" id="{7D53BF26-D0D3-4EF3-9899-71F0B8C372F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41" name="グループ化 137040">
                      <a:extLst>
                        <a:ext uri="{FF2B5EF4-FFF2-40B4-BE49-F238E27FC236}">
                          <a16:creationId xmlns:a16="http://schemas.microsoft.com/office/drawing/2014/main" id="{EEEBCC64-4CF0-482D-93F3-0A39A117EF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062" name="楕円 137061">
                        <a:extLst>
                          <a:ext uri="{FF2B5EF4-FFF2-40B4-BE49-F238E27FC236}">
                            <a16:creationId xmlns:a16="http://schemas.microsoft.com/office/drawing/2014/main" id="{BAC260A1-98AE-4E0F-9C1C-AAC4CCA296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063" name="直線コネクタ 137062">
                        <a:extLst>
                          <a:ext uri="{FF2B5EF4-FFF2-40B4-BE49-F238E27FC236}">
                            <a16:creationId xmlns:a16="http://schemas.microsoft.com/office/drawing/2014/main" id="{2B58F6D2-FA74-4117-B590-9E7FC1AC0F62}"/>
                          </a:ext>
                        </a:extLst>
                      </p:cNvPr>
                      <p:cNvCxnSpPr>
                        <a:cxnSpLocks/>
                        <a:stCxn id="137062" idx="6"/>
                        <a:endCxn id="13706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64" name="直線コネクタ 137063">
                        <a:extLst>
                          <a:ext uri="{FF2B5EF4-FFF2-40B4-BE49-F238E27FC236}">
                            <a16:creationId xmlns:a16="http://schemas.microsoft.com/office/drawing/2014/main" id="{0A9FF1EB-628F-48D7-A521-72DF9C0C67A8}"/>
                          </a:ext>
                        </a:extLst>
                      </p:cNvPr>
                      <p:cNvCxnSpPr>
                        <a:cxnSpLocks/>
                        <a:stCxn id="137062" idx="4"/>
                        <a:endCxn id="13706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42" name="グループ化 137041">
                      <a:extLst>
                        <a:ext uri="{FF2B5EF4-FFF2-40B4-BE49-F238E27FC236}">
                          <a16:creationId xmlns:a16="http://schemas.microsoft.com/office/drawing/2014/main" id="{96C97CDE-0418-4F9D-A892-D7465EC7C94C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059" name="楕円 137058">
                        <a:extLst>
                          <a:ext uri="{FF2B5EF4-FFF2-40B4-BE49-F238E27FC236}">
                            <a16:creationId xmlns:a16="http://schemas.microsoft.com/office/drawing/2014/main" id="{270C08C2-FC33-4934-BE3F-0370302ECB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060" name="直線コネクタ 137059">
                        <a:extLst>
                          <a:ext uri="{FF2B5EF4-FFF2-40B4-BE49-F238E27FC236}">
                            <a16:creationId xmlns:a16="http://schemas.microsoft.com/office/drawing/2014/main" id="{2E1E0DE5-C8EC-4A4D-8231-D4D202A1A72F}"/>
                          </a:ext>
                        </a:extLst>
                      </p:cNvPr>
                      <p:cNvCxnSpPr>
                        <a:cxnSpLocks/>
                        <a:stCxn id="137059" idx="6"/>
                        <a:endCxn id="13705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61" name="直線コネクタ 137060">
                        <a:extLst>
                          <a:ext uri="{FF2B5EF4-FFF2-40B4-BE49-F238E27FC236}">
                            <a16:creationId xmlns:a16="http://schemas.microsoft.com/office/drawing/2014/main" id="{5A5AE15B-1FFF-4EA2-8BBC-3600E77E5B38}"/>
                          </a:ext>
                        </a:extLst>
                      </p:cNvPr>
                      <p:cNvCxnSpPr>
                        <a:cxnSpLocks/>
                        <a:stCxn id="137059" idx="4"/>
                        <a:endCxn id="13705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43" name="グループ化 137042">
                      <a:extLst>
                        <a:ext uri="{FF2B5EF4-FFF2-40B4-BE49-F238E27FC236}">
                          <a16:creationId xmlns:a16="http://schemas.microsoft.com/office/drawing/2014/main" id="{62BD17D1-620C-4F2D-A9CD-EF8644FBD575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056" name="楕円 137055">
                        <a:extLst>
                          <a:ext uri="{FF2B5EF4-FFF2-40B4-BE49-F238E27FC236}">
                            <a16:creationId xmlns:a16="http://schemas.microsoft.com/office/drawing/2014/main" id="{1B884329-64EB-458C-86C6-280B41A6B5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057" name="直線コネクタ 137056">
                        <a:extLst>
                          <a:ext uri="{FF2B5EF4-FFF2-40B4-BE49-F238E27FC236}">
                            <a16:creationId xmlns:a16="http://schemas.microsoft.com/office/drawing/2014/main" id="{10F6F82B-7512-448D-9A6A-BD687D31F18B}"/>
                          </a:ext>
                        </a:extLst>
                      </p:cNvPr>
                      <p:cNvCxnSpPr>
                        <a:cxnSpLocks/>
                        <a:stCxn id="137056" idx="6"/>
                        <a:endCxn id="13705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58" name="直線コネクタ 137057">
                        <a:extLst>
                          <a:ext uri="{FF2B5EF4-FFF2-40B4-BE49-F238E27FC236}">
                            <a16:creationId xmlns:a16="http://schemas.microsoft.com/office/drawing/2014/main" id="{E8F11BF2-826F-41D1-992A-68F577CAB064}"/>
                          </a:ext>
                        </a:extLst>
                      </p:cNvPr>
                      <p:cNvCxnSpPr>
                        <a:cxnSpLocks/>
                        <a:stCxn id="137056" idx="4"/>
                        <a:endCxn id="13705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44" name="グループ化 137043">
                      <a:extLst>
                        <a:ext uri="{FF2B5EF4-FFF2-40B4-BE49-F238E27FC236}">
                          <a16:creationId xmlns:a16="http://schemas.microsoft.com/office/drawing/2014/main" id="{A80D7DB1-5A36-4E68-937E-36B58E5AE86D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053" name="楕円 137052">
                        <a:extLst>
                          <a:ext uri="{FF2B5EF4-FFF2-40B4-BE49-F238E27FC236}">
                            <a16:creationId xmlns:a16="http://schemas.microsoft.com/office/drawing/2014/main" id="{9A3F54E8-04B8-41E7-9237-6CC1ECF1458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054" name="直線コネクタ 137053">
                        <a:extLst>
                          <a:ext uri="{FF2B5EF4-FFF2-40B4-BE49-F238E27FC236}">
                            <a16:creationId xmlns:a16="http://schemas.microsoft.com/office/drawing/2014/main" id="{A4813857-5544-4626-9F1B-268F297AEA26}"/>
                          </a:ext>
                        </a:extLst>
                      </p:cNvPr>
                      <p:cNvCxnSpPr>
                        <a:cxnSpLocks/>
                        <a:stCxn id="137053" idx="6"/>
                        <a:endCxn id="13705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55" name="直線コネクタ 137054">
                        <a:extLst>
                          <a:ext uri="{FF2B5EF4-FFF2-40B4-BE49-F238E27FC236}">
                            <a16:creationId xmlns:a16="http://schemas.microsoft.com/office/drawing/2014/main" id="{35F99983-FEA3-4EA0-B02A-8EB47F784CAD}"/>
                          </a:ext>
                        </a:extLst>
                      </p:cNvPr>
                      <p:cNvCxnSpPr>
                        <a:cxnSpLocks/>
                        <a:stCxn id="137053" idx="4"/>
                        <a:endCxn id="13705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45" name="グループ化 137044">
                      <a:extLst>
                        <a:ext uri="{FF2B5EF4-FFF2-40B4-BE49-F238E27FC236}">
                          <a16:creationId xmlns:a16="http://schemas.microsoft.com/office/drawing/2014/main" id="{5AB58AA9-D322-487D-9138-F6DAB789B9A2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050" name="楕円 137049">
                        <a:extLst>
                          <a:ext uri="{FF2B5EF4-FFF2-40B4-BE49-F238E27FC236}">
                            <a16:creationId xmlns:a16="http://schemas.microsoft.com/office/drawing/2014/main" id="{4DF1C71C-08A2-4898-B01B-A4C6B674EBC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051" name="直線コネクタ 137050">
                        <a:extLst>
                          <a:ext uri="{FF2B5EF4-FFF2-40B4-BE49-F238E27FC236}">
                            <a16:creationId xmlns:a16="http://schemas.microsoft.com/office/drawing/2014/main" id="{09020C59-8984-4B55-9F73-C4DED2095B2C}"/>
                          </a:ext>
                        </a:extLst>
                      </p:cNvPr>
                      <p:cNvCxnSpPr>
                        <a:cxnSpLocks/>
                        <a:stCxn id="137050" idx="6"/>
                        <a:endCxn id="13705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52" name="直線コネクタ 137051">
                        <a:extLst>
                          <a:ext uri="{FF2B5EF4-FFF2-40B4-BE49-F238E27FC236}">
                            <a16:creationId xmlns:a16="http://schemas.microsoft.com/office/drawing/2014/main" id="{33CB2640-0CCC-4652-B4C8-BC5DFED3F889}"/>
                          </a:ext>
                        </a:extLst>
                      </p:cNvPr>
                      <p:cNvCxnSpPr>
                        <a:cxnSpLocks/>
                        <a:stCxn id="137050" idx="4"/>
                        <a:endCxn id="13705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46" name="グループ化 137045">
                      <a:extLst>
                        <a:ext uri="{FF2B5EF4-FFF2-40B4-BE49-F238E27FC236}">
                          <a16:creationId xmlns:a16="http://schemas.microsoft.com/office/drawing/2014/main" id="{E649E0B9-00F4-43B6-BB5F-EAF1B6B7BB75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7047" name="楕円 137046">
                        <a:extLst>
                          <a:ext uri="{FF2B5EF4-FFF2-40B4-BE49-F238E27FC236}">
                            <a16:creationId xmlns:a16="http://schemas.microsoft.com/office/drawing/2014/main" id="{C85DB7D6-9B2A-4630-BE56-04EAAE5B9A0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7048" name="直線コネクタ 137047">
                        <a:extLst>
                          <a:ext uri="{FF2B5EF4-FFF2-40B4-BE49-F238E27FC236}">
                            <a16:creationId xmlns:a16="http://schemas.microsoft.com/office/drawing/2014/main" id="{951420B0-61F0-4C15-A9A8-D79C29FE51BC}"/>
                          </a:ext>
                        </a:extLst>
                      </p:cNvPr>
                      <p:cNvCxnSpPr>
                        <a:cxnSpLocks/>
                        <a:stCxn id="137047" idx="6"/>
                        <a:endCxn id="13704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049" name="直線コネクタ 137048">
                        <a:extLst>
                          <a:ext uri="{FF2B5EF4-FFF2-40B4-BE49-F238E27FC236}">
                            <a16:creationId xmlns:a16="http://schemas.microsoft.com/office/drawing/2014/main" id="{BF8CB39A-1550-45CD-B354-09FBD90D9275}"/>
                          </a:ext>
                        </a:extLst>
                      </p:cNvPr>
                      <p:cNvCxnSpPr>
                        <a:cxnSpLocks/>
                        <a:stCxn id="137047" idx="4"/>
                        <a:endCxn id="13704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</p:grpSp>
            <p:grpSp>
              <p:nvGrpSpPr>
                <p:cNvPr id="135990" name="グループ化 135989">
                  <a:extLst>
                    <a:ext uri="{FF2B5EF4-FFF2-40B4-BE49-F238E27FC236}">
                      <a16:creationId xmlns:a16="http://schemas.microsoft.com/office/drawing/2014/main" id="{2600C962-44D1-43E7-991D-E67451CCBDAF}"/>
                    </a:ext>
                  </a:extLst>
                </p:cNvPr>
                <p:cNvGrpSpPr/>
                <p:nvPr/>
              </p:nvGrpSpPr>
              <p:grpSpPr>
                <a:xfrm>
                  <a:off x="3560689" y="3560689"/>
                  <a:ext cx="3678384" cy="3678384"/>
                  <a:chOff x="3560689" y="3560689"/>
                  <a:chExt cx="3678384" cy="3678384"/>
                </a:xfrm>
              </p:grpSpPr>
              <p:grpSp>
                <p:nvGrpSpPr>
                  <p:cNvPr id="135991" name="グループ化 135990">
                    <a:extLst>
                      <a:ext uri="{FF2B5EF4-FFF2-40B4-BE49-F238E27FC236}">
                        <a16:creationId xmlns:a16="http://schemas.microsoft.com/office/drawing/2014/main" id="{436A00B2-BA00-4810-90E7-932841342DCD}"/>
                      </a:ext>
                    </a:extLst>
                  </p:cNvPr>
                  <p:cNvGrpSpPr/>
                  <p:nvPr/>
                </p:nvGrpSpPr>
                <p:grpSpPr>
                  <a:xfrm>
                    <a:off x="6238799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6928" name="直線コネクタ 136927">
                      <a:extLst>
                        <a:ext uri="{FF2B5EF4-FFF2-40B4-BE49-F238E27FC236}">
                          <a16:creationId xmlns:a16="http://schemas.microsoft.com/office/drawing/2014/main" id="{A5CA5D3A-350C-48A8-8A74-DBBF753907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9" name="直線コネクタ 136928">
                      <a:extLst>
                        <a:ext uri="{FF2B5EF4-FFF2-40B4-BE49-F238E27FC236}">
                          <a16:creationId xmlns:a16="http://schemas.microsoft.com/office/drawing/2014/main" id="{A145506B-666F-4E93-A535-62C34E8095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0" name="直線コネクタ 136929">
                      <a:extLst>
                        <a:ext uri="{FF2B5EF4-FFF2-40B4-BE49-F238E27FC236}">
                          <a16:creationId xmlns:a16="http://schemas.microsoft.com/office/drawing/2014/main" id="{47E0D439-9FCF-4FF3-86DA-66748BFC0F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1" name="直線コネクタ 136930">
                      <a:extLst>
                        <a:ext uri="{FF2B5EF4-FFF2-40B4-BE49-F238E27FC236}">
                          <a16:creationId xmlns:a16="http://schemas.microsoft.com/office/drawing/2014/main" id="{D147861D-BE46-4F95-A914-059DAB685B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2" name="直線コネクタ 136931">
                      <a:extLst>
                        <a:ext uri="{FF2B5EF4-FFF2-40B4-BE49-F238E27FC236}">
                          <a16:creationId xmlns:a16="http://schemas.microsoft.com/office/drawing/2014/main" id="{C8C8B41A-2010-4D54-BBDC-A002766821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3" name="直線コネクタ 136932">
                      <a:extLst>
                        <a:ext uri="{FF2B5EF4-FFF2-40B4-BE49-F238E27FC236}">
                          <a16:creationId xmlns:a16="http://schemas.microsoft.com/office/drawing/2014/main" id="{32FBE67D-2615-4462-81FD-B869395223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4" name="直線コネクタ 136933">
                      <a:extLst>
                        <a:ext uri="{FF2B5EF4-FFF2-40B4-BE49-F238E27FC236}">
                          <a16:creationId xmlns:a16="http://schemas.microsoft.com/office/drawing/2014/main" id="{74EB1909-CBC4-4683-B3E0-4298737CF0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5" name="直線コネクタ 136934">
                      <a:extLst>
                        <a:ext uri="{FF2B5EF4-FFF2-40B4-BE49-F238E27FC236}">
                          <a16:creationId xmlns:a16="http://schemas.microsoft.com/office/drawing/2014/main" id="{AE12BCA8-0BF9-4148-A70C-0A2169D6B5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6" name="直線コネクタ 136935">
                      <a:extLst>
                        <a:ext uri="{FF2B5EF4-FFF2-40B4-BE49-F238E27FC236}">
                          <a16:creationId xmlns:a16="http://schemas.microsoft.com/office/drawing/2014/main" id="{F4902E86-7DB9-4D7C-9752-EE37B87685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7" name="直線コネクタ 136936">
                      <a:extLst>
                        <a:ext uri="{FF2B5EF4-FFF2-40B4-BE49-F238E27FC236}">
                          <a16:creationId xmlns:a16="http://schemas.microsoft.com/office/drawing/2014/main" id="{6A82E213-742A-4472-887D-B1243F1E38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8" name="直線コネクタ 136937">
                      <a:extLst>
                        <a:ext uri="{FF2B5EF4-FFF2-40B4-BE49-F238E27FC236}">
                          <a16:creationId xmlns:a16="http://schemas.microsoft.com/office/drawing/2014/main" id="{DAFCEBE4-ED9F-4635-AF5E-2D90C816B8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39" name="直線コネクタ 136938">
                      <a:extLst>
                        <a:ext uri="{FF2B5EF4-FFF2-40B4-BE49-F238E27FC236}">
                          <a16:creationId xmlns:a16="http://schemas.microsoft.com/office/drawing/2014/main" id="{F9C74B60-E9CA-4A2D-AE01-095A1468D1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0" name="直線コネクタ 136939">
                      <a:extLst>
                        <a:ext uri="{FF2B5EF4-FFF2-40B4-BE49-F238E27FC236}">
                          <a16:creationId xmlns:a16="http://schemas.microsoft.com/office/drawing/2014/main" id="{F3F2D91C-33AB-4D9E-B66E-640933503A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1" name="直線コネクタ 136940">
                      <a:extLst>
                        <a:ext uri="{FF2B5EF4-FFF2-40B4-BE49-F238E27FC236}">
                          <a16:creationId xmlns:a16="http://schemas.microsoft.com/office/drawing/2014/main" id="{6EDB8B6C-A58F-48A0-A23E-6C664B3FBE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2" name="直線コネクタ 136941">
                      <a:extLst>
                        <a:ext uri="{FF2B5EF4-FFF2-40B4-BE49-F238E27FC236}">
                          <a16:creationId xmlns:a16="http://schemas.microsoft.com/office/drawing/2014/main" id="{A8C418AC-0FF2-4746-A2D1-6900CE423B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3" name="直線コネクタ 136942">
                      <a:extLst>
                        <a:ext uri="{FF2B5EF4-FFF2-40B4-BE49-F238E27FC236}">
                          <a16:creationId xmlns:a16="http://schemas.microsoft.com/office/drawing/2014/main" id="{8FD5D57B-D900-4C72-8263-15AF27F6FE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4" name="直線コネクタ 136943">
                      <a:extLst>
                        <a:ext uri="{FF2B5EF4-FFF2-40B4-BE49-F238E27FC236}">
                          <a16:creationId xmlns:a16="http://schemas.microsoft.com/office/drawing/2014/main" id="{8ED89CED-4043-48AC-9176-16DC0B6C30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5" name="直線コネクタ 136944">
                      <a:extLst>
                        <a:ext uri="{FF2B5EF4-FFF2-40B4-BE49-F238E27FC236}">
                          <a16:creationId xmlns:a16="http://schemas.microsoft.com/office/drawing/2014/main" id="{04E89C6B-DFDF-4593-8BFB-88734E2745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6" name="直線コネクタ 136945">
                      <a:extLst>
                        <a:ext uri="{FF2B5EF4-FFF2-40B4-BE49-F238E27FC236}">
                          <a16:creationId xmlns:a16="http://schemas.microsoft.com/office/drawing/2014/main" id="{1D1B132D-D932-4802-82D2-7F189D77E6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7" name="直線コネクタ 136946">
                      <a:extLst>
                        <a:ext uri="{FF2B5EF4-FFF2-40B4-BE49-F238E27FC236}">
                          <a16:creationId xmlns:a16="http://schemas.microsoft.com/office/drawing/2014/main" id="{216FBFA7-5EB8-4470-A173-E63B62BD3B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8" name="直線コネクタ 136947">
                      <a:extLst>
                        <a:ext uri="{FF2B5EF4-FFF2-40B4-BE49-F238E27FC236}">
                          <a16:creationId xmlns:a16="http://schemas.microsoft.com/office/drawing/2014/main" id="{F99CAC2C-5819-41DB-9209-AD86EBA5F5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49" name="直線コネクタ 136948">
                      <a:extLst>
                        <a:ext uri="{FF2B5EF4-FFF2-40B4-BE49-F238E27FC236}">
                          <a16:creationId xmlns:a16="http://schemas.microsoft.com/office/drawing/2014/main" id="{48D5F368-8FAA-4BA8-92EC-9B4E1445D9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0" name="直線コネクタ 136949">
                      <a:extLst>
                        <a:ext uri="{FF2B5EF4-FFF2-40B4-BE49-F238E27FC236}">
                          <a16:creationId xmlns:a16="http://schemas.microsoft.com/office/drawing/2014/main" id="{7331B31F-A13B-4FA0-AE24-DAE94C645D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1" name="直線コネクタ 136950">
                      <a:extLst>
                        <a:ext uri="{FF2B5EF4-FFF2-40B4-BE49-F238E27FC236}">
                          <a16:creationId xmlns:a16="http://schemas.microsoft.com/office/drawing/2014/main" id="{4F5BC1ED-FEE4-4FCA-9174-4A23345753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2" name="直線コネクタ 136951">
                      <a:extLst>
                        <a:ext uri="{FF2B5EF4-FFF2-40B4-BE49-F238E27FC236}">
                          <a16:creationId xmlns:a16="http://schemas.microsoft.com/office/drawing/2014/main" id="{744055A9-584E-4E45-8331-A30C175643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3" name="直線コネクタ 136952">
                      <a:extLst>
                        <a:ext uri="{FF2B5EF4-FFF2-40B4-BE49-F238E27FC236}">
                          <a16:creationId xmlns:a16="http://schemas.microsoft.com/office/drawing/2014/main" id="{07599D0B-71F6-4F68-876C-7EBF27DCE8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4" name="直線コネクタ 136953">
                      <a:extLst>
                        <a:ext uri="{FF2B5EF4-FFF2-40B4-BE49-F238E27FC236}">
                          <a16:creationId xmlns:a16="http://schemas.microsoft.com/office/drawing/2014/main" id="{3DB72632-76AD-4BAD-8128-3A87533BF0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5" name="直線コネクタ 136954">
                      <a:extLst>
                        <a:ext uri="{FF2B5EF4-FFF2-40B4-BE49-F238E27FC236}">
                          <a16:creationId xmlns:a16="http://schemas.microsoft.com/office/drawing/2014/main" id="{CD7FEA5E-5C80-4FB8-A1C1-8CA4905E2F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6" name="直線コネクタ 136955">
                      <a:extLst>
                        <a:ext uri="{FF2B5EF4-FFF2-40B4-BE49-F238E27FC236}">
                          <a16:creationId xmlns:a16="http://schemas.microsoft.com/office/drawing/2014/main" id="{DEC63F53-1D54-41C1-967F-48883F9014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7" name="直線コネクタ 136956">
                      <a:extLst>
                        <a:ext uri="{FF2B5EF4-FFF2-40B4-BE49-F238E27FC236}">
                          <a16:creationId xmlns:a16="http://schemas.microsoft.com/office/drawing/2014/main" id="{79F9637D-D16A-46E4-803F-8B30F6E95D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8" name="直線コネクタ 136957">
                      <a:extLst>
                        <a:ext uri="{FF2B5EF4-FFF2-40B4-BE49-F238E27FC236}">
                          <a16:creationId xmlns:a16="http://schemas.microsoft.com/office/drawing/2014/main" id="{E1ABA5FC-7F0E-4F1B-9D24-F2C0CF9C0B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59" name="直線コネクタ 136958">
                      <a:extLst>
                        <a:ext uri="{FF2B5EF4-FFF2-40B4-BE49-F238E27FC236}">
                          <a16:creationId xmlns:a16="http://schemas.microsoft.com/office/drawing/2014/main" id="{E2A8A2AA-0C14-4CDB-9809-B8355760AE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0" name="直線コネクタ 136959">
                      <a:extLst>
                        <a:ext uri="{FF2B5EF4-FFF2-40B4-BE49-F238E27FC236}">
                          <a16:creationId xmlns:a16="http://schemas.microsoft.com/office/drawing/2014/main" id="{8A336C51-A81F-4CD8-A78A-87CF973B59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1" name="直線コネクタ 136960">
                      <a:extLst>
                        <a:ext uri="{FF2B5EF4-FFF2-40B4-BE49-F238E27FC236}">
                          <a16:creationId xmlns:a16="http://schemas.microsoft.com/office/drawing/2014/main" id="{98AA826E-460B-4E91-AA33-9D9D10C598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2" name="直線コネクタ 136961">
                      <a:extLst>
                        <a:ext uri="{FF2B5EF4-FFF2-40B4-BE49-F238E27FC236}">
                          <a16:creationId xmlns:a16="http://schemas.microsoft.com/office/drawing/2014/main" id="{E04C7DA5-2233-4739-A893-A1270AAB5C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3" name="直線コネクタ 136962">
                      <a:extLst>
                        <a:ext uri="{FF2B5EF4-FFF2-40B4-BE49-F238E27FC236}">
                          <a16:creationId xmlns:a16="http://schemas.microsoft.com/office/drawing/2014/main" id="{E0935A3C-B9B8-4CA3-97E2-047C6C74BA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4" name="直線コネクタ 136963">
                      <a:extLst>
                        <a:ext uri="{FF2B5EF4-FFF2-40B4-BE49-F238E27FC236}">
                          <a16:creationId xmlns:a16="http://schemas.microsoft.com/office/drawing/2014/main" id="{4B19C96B-7015-4774-838D-58B4008519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5" name="直線コネクタ 136964">
                      <a:extLst>
                        <a:ext uri="{FF2B5EF4-FFF2-40B4-BE49-F238E27FC236}">
                          <a16:creationId xmlns:a16="http://schemas.microsoft.com/office/drawing/2014/main" id="{BAD52F39-9F01-465C-A959-78123938AC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6" name="直線コネクタ 136965">
                      <a:extLst>
                        <a:ext uri="{FF2B5EF4-FFF2-40B4-BE49-F238E27FC236}">
                          <a16:creationId xmlns:a16="http://schemas.microsoft.com/office/drawing/2014/main" id="{D111ECA7-35C6-41EB-84E2-7BF46B46DD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7" name="直線コネクタ 136966">
                      <a:extLst>
                        <a:ext uri="{FF2B5EF4-FFF2-40B4-BE49-F238E27FC236}">
                          <a16:creationId xmlns:a16="http://schemas.microsoft.com/office/drawing/2014/main" id="{37C87055-7FE2-453D-B580-60C9610ADD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8" name="直線コネクタ 136967">
                      <a:extLst>
                        <a:ext uri="{FF2B5EF4-FFF2-40B4-BE49-F238E27FC236}">
                          <a16:creationId xmlns:a16="http://schemas.microsoft.com/office/drawing/2014/main" id="{16149789-4765-4172-9FE1-5676374351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69" name="直線コネクタ 136968">
                      <a:extLst>
                        <a:ext uri="{FF2B5EF4-FFF2-40B4-BE49-F238E27FC236}">
                          <a16:creationId xmlns:a16="http://schemas.microsoft.com/office/drawing/2014/main" id="{C9F32932-6D9C-4921-8AFE-7998AAB239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0" name="直線コネクタ 136969">
                      <a:extLst>
                        <a:ext uri="{FF2B5EF4-FFF2-40B4-BE49-F238E27FC236}">
                          <a16:creationId xmlns:a16="http://schemas.microsoft.com/office/drawing/2014/main" id="{0C9270D2-D278-4674-AD9F-0A1DCCDA0B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1" name="直線コネクタ 136970">
                      <a:extLst>
                        <a:ext uri="{FF2B5EF4-FFF2-40B4-BE49-F238E27FC236}">
                          <a16:creationId xmlns:a16="http://schemas.microsoft.com/office/drawing/2014/main" id="{DE1B5455-C450-4929-8665-DF7B75C0ED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2" name="直線コネクタ 136971">
                      <a:extLst>
                        <a:ext uri="{FF2B5EF4-FFF2-40B4-BE49-F238E27FC236}">
                          <a16:creationId xmlns:a16="http://schemas.microsoft.com/office/drawing/2014/main" id="{9B6ACF30-3116-46FA-A9E3-8A91ABFAC1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3" name="直線コネクタ 136972">
                      <a:extLst>
                        <a:ext uri="{FF2B5EF4-FFF2-40B4-BE49-F238E27FC236}">
                          <a16:creationId xmlns:a16="http://schemas.microsoft.com/office/drawing/2014/main" id="{A55DBE76-D9EF-457D-B7CC-D198E0A860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4" name="直線コネクタ 136973">
                      <a:extLst>
                        <a:ext uri="{FF2B5EF4-FFF2-40B4-BE49-F238E27FC236}">
                          <a16:creationId xmlns:a16="http://schemas.microsoft.com/office/drawing/2014/main" id="{444C74E3-2D8E-4540-A8A0-6874A35212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5" name="直線コネクタ 136974">
                      <a:extLst>
                        <a:ext uri="{FF2B5EF4-FFF2-40B4-BE49-F238E27FC236}">
                          <a16:creationId xmlns:a16="http://schemas.microsoft.com/office/drawing/2014/main" id="{82A14476-3152-49AC-AEC8-6E6A566640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6" name="直線コネクタ 136975">
                      <a:extLst>
                        <a:ext uri="{FF2B5EF4-FFF2-40B4-BE49-F238E27FC236}">
                          <a16:creationId xmlns:a16="http://schemas.microsoft.com/office/drawing/2014/main" id="{2A552C70-305A-487A-A173-F7923AADD8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7" name="直線コネクタ 136976">
                      <a:extLst>
                        <a:ext uri="{FF2B5EF4-FFF2-40B4-BE49-F238E27FC236}">
                          <a16:creationId xmlns:a16="http://schemas.microsoft.com/office/drawing/2014/main" id="{D9FA18B7-951E-4728-8066-9508171F9D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8" name="直線コネクタ 136977">
                      <a:extLst>
                        <a:ext uri="{FF2B5EF4-FFF2-40B4-BE49-F238E27FC236}">
                          <a16:creationId xmlns:a16="http://schemas.microsoft.com/office/drawing/2014/main" id="{9E62B908-4E7F-4AD5-BA1D-2EC072FBB5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79" name="直線コネクタ 136978">
                      <a:extLst>
                        <a:ext uri="{FF2B5EF4-FFF2-40B4-BE49-F238E27FC236}">
                          <a16:creationId xmlns:a16="http://schemas.microsoft.com/office/drawing/2014/main" id="{57275AEE-B1DA-44B0-AB7A-9A309C9E86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0" name="直線コネクタ 136979">
                      <a:extLst>
                        <a:ext uri="{FF2B5EF4-FFF2-40B4-BE49-F238E27FC236}">
                          <a16:creationId xmlns:a16="http://schemas.microsoft.com/office/drawing/2014/main" id="{8F271D7A-A9C8-4BC0-8C13-200AD85A1B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1" name="直線コネクタ 136980">
                      <a:extLst>
                        <a:ext uri="{FF2B5EF4-FFF2-40B4-BE49-F238E27FC236}">
                          <a16:creationId xmlns:a16="http://schemas.microsoft.com/office/drawing/2014/main" id="{60107B7E-047B-4E42-A8B4-5306D42FF8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2" name="直線コネクタ 136981">
                      <a:extLst>
                        <a:ext uri="{FF2B5EF4-FFF2-40B4-BE49-F238E27FC236}">
                          <a16:creationId xmlns:a16="http://schemas.microsoft.com/office/drawing/2014/main" id="{57D0B524-2F1A-4C2E-8A6A-C911EBD6EE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3" name="直線コネクタ 136982">
                      <a:extLst>
                        <a:ext uri="{FF2B5EF4-FFF2-40B4-BE49-F238E27FC236}">
                          <a16:creationId xmlns:a16="http://schemas.microsoft.com/office/drawing/2014/main" id="{37466D53-FB6E-4AAB-A06C-F1854A7448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4" name="直線コネクタ 136983">
                      <a:extLst>
                        <a:ext uri="{FF2B5EF4-FFF2-40B4-BE49-F238E27FC236}">
                          <a16:creationId xmlns:a16="http://schemas.microsoft.com/office/drawing/2014/main" id="{7EBBFF4A-C501-4CB5-BC59-3C6ADD868C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5" name="直線コネクタ 136984">
                      <a:extLst>
                        <a:ext uri="{FF2B5EF4-FFF2-40B4-BE49-F238E27FC236}">
                          <a16:creationId xmlns:a16="http://schemas.microsoft.com/office/drawing/2014/main" id="{3673FB5C-FFE5-4F41-AD58-E5CFAC1D93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6" name="直線コネクタ 136985">
                      <a:extLst>
                        <a:ext uri="{FF2B5EF4-FFF2-40B4-BE49-F238E27FC236}">
                          <a16:creationId xmlns:a16="http://schemas.microsoft.com/office/drawing/2014/main" id="{8CFED06E-30F4-4379-9F80-946160B83F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7" name="直線コネクタ 136986">
                      <a:extLst>
                        <a:ext uri="{FF2B5EF4-FFF2-40B4-BE49-F238E27FC236}">
                          <a16:creationId xmlns:a16="http://schemas.microsoft.com/office/drawing/2014/main" id="{CF95ACB6-C05E-49F7-B9E0-5182EA8A6C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8" name="直線コネクタ 136987">
                      <a:extLst>
                        <a:ext uri="{FF2B5EF4-FFF2-40B4-BE49-F238E27FC236}">
                          <a16:creationId xmlns:a16="http://schemas.microsoft.com/office/drawing/2014/main" id="{D3FFD3EB-A6E5-404A-9A94-32C97C28B5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89" name="直線コネクタ 136988">
                      <a:extLst>
                        <a:ext uri="{FF2B5EF4-FFF2-40B4-BE49-F238E27FC236}">
                          <a16:creationId xmlns:a16="http://schemas.microsoft.com/office/drawing/2014/main" id="{5FDFE2A0-A545-4CDB-8CB4-E33C92E015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90" name="直線コネクタ 136989">
                      <a:extLst>
                        <a:ext uri="{FF2B5EF4-FFF2-40B4-BE49-F238E27FC236}">
                          <a16:creationId xmlns:a16="http://schemas.microsoft.com/office/drawing/2014/main" id="{0C0C6931-ADC4-4519-8979-C29D58588E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92" name="グループ化 135991">
                    <a:extLst>
                      <a:ext uri="{FF2B5EF4-FFF2-40B4-BE49-F238E27FC236}">
                        <a16:creationId xmlns:a16="http://schemas.microsoft.com/office/drawing/2014/main" id="{E2F5FB02-B701-470C-A8CD-46356FBFB68E}"/>
                      </a:ext>
                    </a:extLst>
                  </p:cNvPr>
                  <p:cNvGrpSpPr/>
                  <p:nvPr/>
                </p:nvGrpSpPr>
                <p:grpSpPr>
                  <a:xfrm>
                    <a:off x="6174000" y="427572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6868" name="直線コネクタ 136867">
                      <a:extLst>
                        <a:ext uri="{FF2B5EF4-FFF2-40B4-BE49-F238E27FC236}">
                          <a16:creationId xmlns:a16="http://schemas.microsoft.com/office/drawing/2014/main" id="{CA5CFF44-7EC4-4BB3-9A7A-ADB081899B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9" name="直線コネクタ 136868">
                      <a:extLst>
                        <a:ext uri="{FF2B5EF4-FFF2-40B4-BE49-F238E27FC236}">
                          <a16:creationId xmlns:a16="http://schemas.microsoft.com/office/drawing/2014/main" id="{C7F03D8A-DC05-4398-B3E8-6AE5BD212B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0" name="直線コネクタ 136869">
                      <a:extLst>
                        <a:ext uri="{FF2B5EF4-FFF2-40B4-BE49-F238E27FC236}">
                          <a16:creationId xmlns:a16="http://schemas.microsoft.com/office/drawing/2014/main" id="{AD8DAB32-B376-46EF-8324-00A4F999E9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1" name="直線コネクタ 136870">
                      <a:extLst>
                        <a:ext uri="{FF2B5EF4-FFF2-40B4-BE49-F238E27FC236}">
                          <a16:creationId xmlns:a16="http://schemas.microsoft.com/office/drawing/2014/main" id="{3AD1D641-1428-4E79-A581-D686D35A89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2" name="直線コネクタ 136871">
                      <a:extLst>
                        <a:ext uri="{FF2B5EF4-FFF2-40B4-BE49-F238E27FC236}">
                          <a16:creationId xmlns:a16="http://schemas.microsoft.com/office/drawing/2014/main" id="{E688F580-461F-41DE-95F0-8DDF54D24F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3" name="直線コネクタ 136872">
                      <a:extLst>
                        <a:ext uri="{FF2B5EF4-FFF2-40B4-BE49-F238E27FC236}">
                          <a16:creationId xmlns:a16="http://schemas.microsoft.com/office/drawing/2014/main" id="{F504F4C5-CB16-46A4-951A-105927EB90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4" name="直線コネクタ 136873">
                      <a:extLst>
                        <a:ext uri="{FF2B5EF4-FFF2-40B4-BE49-F238E27FC236}">
                          <a16:creationId xmlns:a16="http://schemas.microsoft.com/office/drawing/2014/main" id="{73FBE9FE-0B35-47B7-8215-2079353424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5" name="直線コネクタ 136874">
                      <a:extLst>
                        <a:ext uri="{FF2B5EF4-FFF2-40B4-BE49-F238E27FC236}">
                          <a16:creationId xmlns:a16="http://schemas.microsoft.com/office/drawing/2014/main" id="{6EE346D6-9848-4B13-B0D6-B543C9C057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6" name="直線コネクタ 136875">
                      <a:extLst>
                        <a:ext uri="{FF2B5EF4-FFF2-40B4-BE49-F238E27FC236}">
                          <a16:creationId xmlns:a16="http://schemas.microsoft.com/office/drawing/2014/main" id="{2EE46926-5815-4D54-92B7-5B0F477726F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7" name="直線コネクタ 136876">
                      <a:extLst>
                        <a:ext uri="{FF2B5EF4-FFF2-40B4-BE49-F238E27FC236}">
                          <a16:creationId xmlns:a16="http://schemas.microsoft.com/office/drawing/2014/main" id="{A0985FCE-4BCC-4C58-9D25-98D6DA282D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8" name="直線コネクタ 136877">
                      <a:extLst>
                        <a:ext uri="{FF2B5EF4-FFF2-40B4-BE49-F238E27FC236}">
                          <a16:creationId xmlns:a16="http://schemas.microsoft.com/office/drawing/2014/main" id="{2229662D-6A26-4999-BF4B-12B24BF56B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79" name="直線コネクタ 136878">
                      <a:extLst>
                        <a:ext uri="{FF2B5EF4-FFF2-40B4-BE49-F238E27FC236}">
                          <a16:creationId xmlns:a16="http://schemas.microsoft.com/office/drawing/2014/main" id="{0BF8F3A6-61C6-42CE-8FCF-E480CD8BCB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0" name="直線コネクタ 136879">
                      <a:extLst>
                        <a:ext uri="{FF2B5EF4-FFF2-40B4-BE49-F238E27FC236}">
                          <a16:creationId xmlns:a16="http://schemas.microsoft.com/office/drawing/2014/main" id="{ABFE4E4C-7738-4100-BF59-4E55A4BC58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1" name="直線コネクタ 136880">
                      <a:extLst>
                        <a:ext uri="{FF2B5EF4-FFF2-40B4-BE49-F238E27FC236}">
                          <a16:creationId xmlns:a16="http://schemas.microsoft.com/office/drawing/2014/main" id="{C2EF5D12-B2DB-4576-9D12-0CF734BBB0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2" name="直線コネクタ 136881">
                      <a:extLst>
                        <a:ext uri="{FF2B5EF4-FFF2-40B4-BE49-F238E27FC236}">
                          <a16:creationId xmlns:a16="http://schemas.microsoft.com/office/drawing/2014/main" id="{A29B63FE-BB1A-4519-8BB2-50D08FD541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3" name="直線コネクタ 136882">
                      <a:extLst>
                        <a:ext uri="{FF2B5EF4-FFF2-40B4-BE49-F238E27FC236}">
                          <a16:creationId xmlns:a16="http://schemas.microsoft.com/office/drawing/2014/main" id="{8A3C6BAA-27C2-499D-9AB6-D4D49E37B6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4" name="直線コネクタ 136883">
                      <a:extLst>
                        <a:ext uri="{FF2B5EF4-FFF2-40B4-BE49-F238E27FC236}">
                          <a16:creationId xmlns:a16="http://schemas.microsoft.com/office/drawing/2014/main" id="{F9412FFC-F7A3-47FE-B4CD-B3ED238F8F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5" name="直線コネクタ 136884">
                      <a:extLst>
                        <a:ext uri="{FF2B5EF4-FFF2-40B4-BE49-F238E27FC236}">
                          <a16:creationId xmlns:a16="http://schemas.microsoft.com/office/drawing/2014/main" id="{B39EFE43-3E97-4395-BBC9-F1B48436EB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6" name="直線コネクタ 136885">
                      <a:extLst>
                        <a:ext uri="{FF2B5EF4-FFF2-40B4-BE49-F238E27FC236}">
                          <a16:creationId xmlns:a16="http://schemas.microsoft.com/office/drawing/2014/main" id="{1467E285-627B-4933-9F82-9C461B601B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7" name="直線コネクタ 136886">
                      <a:extLst>
                        <a:ext uri="{FF2B5EF4-FFF2-40B4-BE49-F238E27FC236}">
                          <a16:creationId xmlns:a16="http://schemas.microsoft.com/office/drawing/2014/main" id="{6A3D0772-D35C-4154-814C-FE8E1B8148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8" name="直線コネクタ 136887">
                      <a:extLst>
                        <a:ext uri="{FF2B5EF4-FFF2-40B4-BE49-F238E27FC236}">
                          <a16:creationId xmlns:a16="http://schemas.microsoft.com/office/drawing/2014/main" id="{E20498F5-4E6B-4111-8425-40BBD2A5F7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89" name="直線コネクタ 136888">
                      <a:extLst>
                        <a:ext uri="{FF2B5EF4-FFF2-40B4-BE49-F238E27FC236}">
                          <a16:creationId xmlns:a16="http://schemas.microsoft.com/office/drawing/2014/main" id="{FD0F9FCE-12F2-4678-A8AA-124B9AB48D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0" name="直線コネクタ 136889">
                      <a:extLst>
                        <a:ext uri="{FF2B5EF4-FFF2-40B4-BE49-F238E27FC236}">
                          <a16:creationId xmlns:a16="http://schemas.microsoft.com/office/drawing/2014/main" id="{E4AD16FA-62FB-4940-99DD-38244CA1FE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1" name="直線コネクタ 136890">
                      <a:extLst>
                        <a:ext uri="{FF2B5EF4-FFF2-40B4-BE49-F238E27FC236}">
                          <a16:creationId xmlns:a16="http://schemas.microsoft.com/office/drawing/2014/main" id="{83F55260-6AD3-4B18-89B4-CAC38266A6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2" name="直線コネクタ 136891">
                      <a:extLst>
                        <a:ext uri="{FF2B5EF4-FFF2-40B4-BE49-F238E27FC236}">
                          <a16:creationId xmlns:a16="http://schemas.microsoft.com/office/drawing/2014/main" id="{73DBE481-A40F-4724-A9D9-4E96717AA8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3" name="直線コネクタ 136892">
                      <a:extLst>
                        <a:ext uri="{FF2B5EF4-FFF2-40B4-BE49-F238E27FC236}">
                          <a16:creationId xmlns:a16="http://schemas.microsoft.com/office/drawing/2014/main" id="{87ABA33F-82DA-4FE8-B5BC-D990F335BF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4" name="直線コネクタ 136893">
                      <a:extLst>
                        <a:ext uri="{FF2B5EF4-FFF2-40B4-BE49-F238E27FC236}">
                          <a16:creationId xmlns:a16="http://schemas.microsoft.com/office/drawing/2014/main" id="{B9BEE440-D980-4CFD-89CC-902CAB71D5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5" name="直線コネクタ 136894">
                      <a:extLst>
                        <a:ext uri="{FF2B5EF4-FFF2-40B4-BE49-F238E27FC236}">
                          <a16:creationId xmlns:a16="http://schemas.microsoft.com/office/drawing/2014/main" id="{33BB1C38-3D8E-4DEF-A14E-B416F2705A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6" name="直線コネクタ 136895">
                      <a:extLst>
                        <a:ext uri="{FF2B5EF4-FFF2-40B4-BE49-F238E27FC236}">
                          <a16:creationId xmlns:a16="http://schemas.microsoft.com/office/drawing/2014/main" id="{1104D630-5EFF-40DB-84C5-17B084F567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7" name="直線コネクタ 136896">
                      <a:extLst>
                        <a:ext uri="{FF2B5EF4-FFF2-40B4-BE49-F238E27FC236}">
                          <a16:creationId xmlns:a16="http://schemas.microsoft.com/office/drawing/2014/main" id="{83CA51C7-F520-418C-9189-9CB7A69F64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8" name="直線コネクタ 136897">
                      <a:extLst>
                        <a:ext uri="{FF2B5EF4-FFF2-40B4-BE49-F238E27FC236}">
                          <a16:creationId xmlns:a16="http://schemas.microsoft.com/office/drawing/2014/main" id="{39DCEF12-C55F-4E50-867B-B42EB4957C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99" name="直線コネクタ 136898">
                      <a:extLst>
                        <a:ext uri="{FF2B5EF4-FFF2-40B4-BE49-F238E27FC236}">
                          <a16:creationId xmlns:a16="http://schemas.microsoft.com/office/drawing/2014/main" id="{FB0F8674-F441-40AF-9BF9-A39B4F38D8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0" name="直線コネクタ 136899">
                      <a:extLst>
                        <a:ext uri="{FF2B5EF4-FFF2-40B4-BE49-F238E27FC236}">
                          <a16:creationId xmlns:a16="http://schemas.microsoft.com/office/drawing/2014/main" id="{D3352EC5-4EB9-4934-9C56-18F3788BE7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1" name="直線コネクタ 136900">
                      <a:extLst>
                        <a:ext uri="{FF2B5EF4-FFF2-40B4-BE49-F238E27FC236}">
                          <a16:creationId xmlns:a16="http://schemas.microsoft.com/office/drawing/2014/main" id="{0E0B09E2-9395-4E2E-871D-E879D970B4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2" name="直線コネクタ 136901">
                      <a:extLst>
                        <a:ext uri="{FF2B5EF4-FFF2-40B4-BE49-F238E27FC236}">
                          <a16:creationId xmlns:a16="http://schemas.microsoft.com/office/drawing/2014/main" id="{CDBC3C5C-C561-419A-BE73-A2EFACFF9C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3" name="直線コネクタ 136902">
                      <a:extLst>
                        <a:ext uri="{FF2B5EF4-FFF2-40B4-BE49-F238E27FC236}">
                          <a16:creationId xmlns:a16="http://schemas.microsoft.com/office/drawing/2014/main" id="{C06861B2-5815-495C-B76F-345A205589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4" name="直線コネクタ 136903">
                      <a:extLst>
                        <a:ext uri="{FF2B5EF4-FFF2-40B4-BE49-F238E27FC236}">
                          <a16:creationId xmlns:a16="http://schemas.microsoft.com/office/drawing/2014/main" id="{D69DFBD4-41E7-4439-9383-8EEDB4FEAB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5" name="直線コネクタ 136904">
                      <a:extLst>
                        <a:ext uri="{FF2B5EF4-FFF2-40B4-BE49-F238E27FC236}">
                          <a16:creationId xmlns:a16="http://schemas.microsoft.com/office/drawing/2014/main" id="{3805106F-8370-40F6-9341-61FF5AA310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6" name="直線コネクタ 136905">
                      <a:extLst>
                        <a:ext uri="{FF2B5EF4-FFF2-40B4-BE49-F238E27FC236}">
                          <a16:creationId xmlns:a16="http://schemas.microsoft.com/office/drawing/2014/main" id="{211D3296-1C9C-4DB5-878C-4F7B6F103A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7" name="直線コネクタ 136906">
                      <a:extLst>
                        <a:ext uri="{FF2B5EF4-FFF2-40B4-BE49-F238E27FC236}">
                          <a16:creationId xmlns:a16="http://schemas.microsoft.com/office/drawing/2014/main" id="{8272350C-1670-4392-ABB4-A9B8679645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8" name="直線コネクタ 136907">
                      <a:extLst>
                        <a:ext uri="{FF2B5EF4-FFF2-40B4-BE49-F238E27FC236}">
                          <a16:creationId xmlns:a16="http://schemas.microsoft.com/office/drawing/2014/main" id="{43CF6F1D-EF48-4AE3-92C8-96EBF0B606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09" name="直線コネクタ 136908">
                      <a:extLst>
                        <a:ext uri="{FF2B5EF4-FFF2-40B4-BE49-F238E27FC236}">
                          <a16:creationId xmlns:a16="http://schemas.microsoft.com/office/drawing/2014/main" id="{0ACE46AB-9233-4B31-9808-A3D71DC109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0" name="直線コネクタ 136909">
                      <a:extLst>
                        <a:ext uri="{FF2B5EF4-FFF2-40B4-BE49-F238E27FC236}">
                          <a16:creationId xmlns:a16="http://schemas.microsoft.com/office/drawing/2014/main" id="{5DD67E02-DDCF-428A-91EB-B853635755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1" name="直線コネクタ 136910">
                      <a:extLst>
                        <a:ext uri="{FF2B5EF4-FFF2-40B4-BE49-F238E27FC236}">
                          <a16:creationId xmlns:a16="http://schemas.microsoft.com/office/drawing/2014/main" id="{4E0DC5DD-ECB2-4881-B601-C9D375CC81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2" name="直線コネクタ 136911">
                      <a:extLst>
                        <a:ext uri="{FF2B5EF4-FFF2-40B4-BE49-F238E27FC236}">
                          <a16:creationId xmlns:a16="http://schemas.microsoft.com/office/drawing/2014/main" id="{D3A0438F-5CAA-4C14-9E57-ADA055668C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3" name="直線コネクタ 136912">
                      <a:extLst>
                        <a:ext uri="{FF2B5EF4-FFF2-40B4-BE49-F238E27FC236}">
                          <a16:creationId xmlns:a16="http://schemas.microsoft.com/office/drawing/2014/main" id="{3DE5730D-604A-46B9-A980-92754E31D2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4" name="直線コネクタ 136913">
                      <a:extLst>
                        <a:ext uri="{FF2B5EF4-FFF2-40B4-BE49-F238E27FC236}">
                          <a16:creationId xmlns:a16="http://schemas.microsoft.com/office/drawing/2014/main" id="{F3C5E092-8F1B-45CE-A981-FDF943F3C3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5" name="直線コネクタ 136914">
                      <a:extLst>
                        <a:ext uri="{FF2B5EF4-FFF2-40B4-BE49-F238E27FC236}">
                          <a16:creationId xmlns:a16="http://schemas.microsoft.com/office/drawing/2014/main" id="{BAB7015B-86FE-4A9D-A38F-BB2D4B0431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6" name="直線コネクタ 136915">
                      <a:extLst>
                        <a:ext uri="{FF2B5EF4-FFF2-40B4-BE49-F238E27FC236}">
                          <a16:creationId xmlns:a16="http://schemas.microsoft.com/office/drawing/2014/main" id="{3AEABE21-097B-408B-89B8-C120367226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7" name="直線コネクタ 136916">
                      <a:extLst>
                        <a:ext uri="{FF2B5EF4-FFF2-40B4-BE49-F238E27FC236}">
                          <a16:creationId xmlns:a16="http://schemas.microsoft.com/office/drawing/2014/main" id="{A0F6FF11-205D-4F1D-A4A9-7BBEE1ACCC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8" name="直線コネクタ 136917">
                      <a:extLst>
                        <a:ext uri="{FF2B5EF4-FFF2-40B4-BE49-F238E27FC236}">
                          <a16:creationId xmlns:a16="http://schemas.microsoft.com/office/drawing/2014/main" id="{DC88F6CE-D398-4F01-B545-A478C413E1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19" name="直線コネクタ 136918">
                      <a:extLst>
                        <a:ext uri="{FF2B5EF4-FFF2-40B4-BE49-F238E27FC236}">
                          <a16:creationId xmlns:a16="http://schemas.microsoft.com/office/drawing/2014/main" id="{E78C93B1-04B7-4A4F-B0B6-94AB67A92B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0" name="直線コネクタ 136919">
                      <a:extLst>
                        <a:ext uri="{FF2B5EF4-FFF2-40B4-BE49-F238E27FC236}">
                          <a16:creationId xmlns:a16="http://schemas.microsoft.com/office/drawing/2014/main" id="{B28847C3-26FA-4505-8945-09A25AE0A1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1" name="直線コネクタ 136920">
                      <a:extLst>
                        <a:ext uri="{FF2B5EF4-FFF2-40B4-BE49-F238E27FC236}">
                          <a16:creationId xmlns:a16="http://schemas.microsoft.com/office/drawing/2014/main" id="{6196A28C-76A5-47D7-BBD7-4F7E62F73C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2" name="直線コネクタ 136921">
                      <a:extLst>
                        <a:ext uri="{FF2B5EF4-FFF2-40B4-BE49-F238E27FC236}">
                          <a16:creationId xmlns:a16="http://schemas.microsoft.com/office/drawing/2014/main" id="{5718FEFC-BBB6-4338-9D08-A47605C6D8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3" name="直線コネクタ 136922">
                      <a:extLst>
                        <a:ext uri="{FF2B5EF4-FFF2-40B4-BE49-F238E27FC236}">
                          <a16:creationId xmlns:a16="http://schemas.microsoft.com/office/drawing/2014/main" id="{5F782E39-A283-4D9E-A392-D060E6DFBA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4" name="直線コネクタ 136923">
                      <a:extLst>
                        <a:ext uri="{FF2B5EF4-FFF2-40B4-BE49-F238E27FC236}">
                          <a16:creationId xmlns:a16="http://schemas.microsoft.com/office/drawing/2014/main" id="{D057248E-D465-46D6-B8FE-A1110CDE63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5" name="直線コネクタ 136924">
                      <a:extLst>
                        <a:ext uri="{FF2B5EF4-FFF2-40B4-BE49-F238E27FC236}">
                          <a16:creationId xmlns:a16="http://schemas.microsoft.com/office/drawing/2014/main" id="{1E82F1A0-BEEE-40F4-80DD-D581E3486B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6" name="直線コネクタ 136925">
                      <a:extLst>
                        <a:ext uri="{FF2B5EF4-FFF2-40B4-BE49-F238E27FC236}">
                          <a16:creationId xmlns:a16="http://schemas.microsoft.com/office/drawing/2014/main" id="{26009051-53B9-4862-A1E4-A952F9E154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927" name="直線コネクタ 136926">
                      <a:extLst>
                        <a:ext uri="{FF2B5EF4-FFF2-40B4-BE49-F238E27FC236}">
                          <a16:creationId xmlns:a16="http://schemas.microsoft.com/office/drawing/2014/main" id="{B1017466-38FF-4080-80D0-6457C963CE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93" name="グループ化 135992">
                    <a:extLst>
                      <a:ext uri="{FF2B5EF4-FFF2-40B4-BE49-F238E27FC236}">
                        <a16:creationId xmlns:a16="http://schemas.microsoft.com/office/drawing/2014/main" id="{907B8ACA-7C44-41F5-A5F1-AC1080057F35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52321" y="581800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6805" name="直線コネクタ 136804">
                      <a:extLst>
                        <a:ext uri="{FF2B5EF4-FFF2-40B4-BE49-F238E27FC236}">
                          <a16:creationId xmlns:a16="http://schemas.microsoft.com/office/drawing/2014/main" id="{C6652509-7708-4273-BC2B-36B063C68D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6" name="直線コネクタ 136805">
                      <a:extLst>
                        <a:ext uri="{FF2B5EF4-FFF2-40B4-BE49-F238E27FC236}">
                          <a16:creationId xmlns:a16="http://schemas.microsoft.com/office/drawing/2014/main" id="{CAF14DBE-17B6-4E1A-9B51-88D95E6532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7" name="直線コネクタ 136806">
                      <a:extLst>
                        <a:ext uri="{FF2B5EF4-FFF2-40B4-BE49-F238E27FC236}">
                          <a16:creationId xmlns:a16="http://schemas.microsoft.com/office/drawing/2014/main" id="{03E33FAA-701A-46B9-8BCC-5B10B72CEF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8" name="直線コネクタ 136807">
                      <a:extLst>
                        <a:ext uri="{FF2B5EF4-FFF2-40B4-BE49-F238E27FC236}">
                          <a16:creationId xmlns:a16="http://schemas.microsoft.com/office/drawing/2014/main" id="{A3E240E3-8E52-459A-BEFF-6F3E4A3E4B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9" name="直線コネクタ 136808">
                      <a:extLst>
                        <a:ext uri="{FF2B5EF4-FFF2-40B4-BE49-F238E27FC236}">
                          <a16:creationId xmlns:a16="http://schemas.microsoft.com/office/drawing/2014/main" id="{302B6937-50BA-4C8C-99A6-E01045A38B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0" name="直線コネクタ 136809">
                      <a:extLst>
                        <a:ext uri="{FF2B5EF4-FFF2-40B4-BE49-F238E27FC236}">
                          <a16:creationId xmlns:a16="http://schemas.microsoft.com/office/drawing/2014/main" id="{5CDD6B1A-4E28-42BF-8A6C-7D2AB21CD6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1" name="直線コネクタ 136810">
                      <a:extLst>
                        <a:ext uri="{FF2B5EF4-FFF2-40B4-BE49-F238E27FC236}">
                          <a16:creationId xmlns:a16="http://schemas.microsoft.com/office/drawing/2014/main" id="{26F77152-3A00-480C-96A0-B9BA902752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2" name="直線コネクタ 136811">
                      <a:extLst>
                        <a:ext uri="{FF2B5EF4-FFF2-40B4-BE49-F238E27FC236}">
                          <a16:creationId xmlns:a16="http://schemas.microsoft.com/office/drawing/2014/main" id="{B8A6889D-B488-4984-9516-2CB9CA663A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3" name="直線コネクタ 136812">
                      <a:extLst>
                        <a:ext uri="{FF2B5EF4-FFF2-40B4-BE49-F238E27FC236}">
                          <a16:creationId xmlns:a16="http://schemas.microsoft.com/office/drawing/2014/main" id="{BF7715BB-E907-4173-A701-490A8DA0EC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4" name="直線コネクタ 136813">
                      <a:extLst>
                        <a:ext uri="{FF2B5EF4-FFF2-40B4-BE49-F238E27FC236}">
                          <a16:creationId xmlns:a16="http://schemas.microsoft.com/office/drawing/2014/main" id="{5BC0869B-71CE-42BA-89FB-90026F638E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5" name="直線コネクタ 136814">
                      <a:extLst>
                        <a:ext uri="{FF2B5EF4-FFF2-40B4-BE49-F238E27FC236}">
                          <a16:creationId xmlns:a16="http://schemas.microsoft.com/office/drawing/2014/main" id="{3199766A-2DAB-41B6-8ED0-325DF08BD5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6" name="直線コネクタ 136815">
                      <a:extLst>
                        <a:ext uri="{FF2B5EF4-FFF2-40B4-BE49-F238E27FC236}">
                          <a16:creationId xmlns:a16="http://schemas.microsoft.com/office/drawing/2014/main" id="{6A2B0370-82B4-4545-9F78-E3253C46C4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7" name="直線コネクタ 136816">
                      <a:extLst>
                        <a:ext uri="{FF2B5EF4-FFF2-40B4-BE49-F238E27FC236}">
                          <a16:creationId xmlns:a16="http://schemas.microsoft.com/office/drawing/2014/main" id="{952B5C84-8ED0-4E6F-B9FB-8A265D2BFD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8" name="直線コネクタ 136817">
                      <a:extLst>
                        <a:ext uri="{FF2B5EF4-FFF2-40B4-BE49-F238E27FC236}">
                          <a16:creationId xmlns:a16="http://schemas.microsoft.com/office/drawing/2014/main" id="{EC66C37B-4A15-441E-B35D-4D52398E58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19" name="直線コネクタ 136818">
                      <a:extLst>
                        <a:ext uri="{FF2B5EF4-FFF2-40B4-BE49-F238E27FC236}">
                          <a16:creationId xmlns:a16="http://schemas.microsoft.com/office/drawing/2014/main" id="{E7519D86-6F14-4EAE-8849-80786A0175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0" name="直線コネクタ 136819">
                      <a:extLst>
                        <a:ext uri="{FF2B5EF4-FFF2-40B4-BE49-F238E27FC236}">
                          <a16:creationId xmlns:a16="http://schemas.microsoft.com/office/drawing/2014/main" id="{9CE47B43-AF84-41BC-A5B8-2DA9BB6FE8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1" name="直線コネクタ 136820">
                      <a:extLst>
                        <a:ext uri="{FF2B5EF4-FFF2-40B4-BE49-F238E27FC236}">
                          <a16:creationId xmlns:a16="http://schemas.microsoft.com/office/drawing/2014/main" id="{6CDDDE64-F4E6-49B5-9D57-0741A3DE86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2" name="直線コネクタ 136821">
                      <a:extLst>
                        <a:ext uri="{FF2B5EF4-FFF2-40B4-BE49-F238E27FC236}">
                          <a16:creationId xmlns:a16="http://schemas.microsoft.com/office/drawing/2014/main" id="{1AB741C8-DF37-460F-B3A5-5A0C9FA7ED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3" name="直線コネクタ 136822">
                      <a:extLst>
                        <a:ext uri="{FF2B5EF4-FFF2-40B4-BE49-F238E27FC236}">
                          <a16:creationId xmlns:a16="http://schemas.microsoft.com/office/drawing/2014/main" id="{CED7738C-CF8E-4E69-9CBF-8E807D9833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4" name="直線コネクタ 136823">
                      <a:extLst>
                        <a:ext uri="{FF2B5EF4-FFF2-40B4-BE49-F238E27FC236}">
                          <a16:creationId xmlns:a16="http://schemas.microsoft.com/office/drawing/2014/main" id="{6A2D41F0-58B5-4E6B-8F1F-EA7712BAEC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5" name="直線コネクタ 136824">
                      <a:extLst>
                        <a:ext uri="{FF2B5EF4-FFF2-40B4-BE49-F238E27FC236}">
                          <a16:creationId xmlns:a16="http://schemas.microsoft.com/office/drawing/2014/main" id="{72DFFFA9-08F3-469E-BB13-62B555168A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6" name="直線コネクタ 136825">
                      <a:extLst>
                        <a:ext uri="{FF2B5EF4-FFF2-40B4-BE49-F238E27FC236}">
                          <a16:creationId xmlns:a16="http://schemas.microsoft.com/office/drawing/2014/main" id="{0A309956-57ED-4524-9D30-8AD07A27C6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7" name="直線コネクタ 136826">
                      <a:extLst>
                        <a:ext uri="{FF2B5EF4-FFF2-40B4-BE49-F238E27FC236}">
                          <a16:creationId xmlns:a16="http://schemas.microsoft.com/office/drawing/2014/main" id="{B4F085CD-0FF8-4FCE-91F4-9747751D7A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8" name="直線コネクタ 136827">
                      <a:extLst>
                        <a:ext uri="{FF2B5EF4-FFF2-40B4-BE49-F238E27FC236}">
                          <a16:creationId xmlns:a16="http://schemas.microsoft.com/office/drawing/2014/main" id="{31AFB32E-E4B7-40BB-AD93-3FFC85D67D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29" name="直線コネクタ 136828">
                      <a:extLst>
                        <a:ext uri="{FF2B5EF4-FFF2-40B4-BE49-F238E27FC236}">
                          <a16:creationId xmlns:a16="http://schemas.microsoft.com/office/drawing/2014/main" id="{A8D2FB0F-7FAB-49C2-803B-0063B5D00C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0" name="直線コネクタ 136829">
                      <a:extLst>
                        <a:ext uri="{FF2B5EF4-FFF2-40B4-BE49-F238E27FC236}">
                          <a16:creationId xmlns:a16="http://schemas.microsoft.com/office/drawing/2014/main" id="{F110157C-4F63-40E4-8A97-EF1272835D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1" name="直線コネクタ 136830">
                      <a:extLst>
                        <a:ext uri="{FF2B5EF4-FFF2-40B4-BE49-F238E27FC236}">
                          <a16:creationId xmlns:a16="http://schemas.microsoft.com/office/drawing/2014/main" id="{270C2704-5F62-4256-A669-790875A6A2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2" name="直線コネクタ 136831">
                      <a:extLst>
                        <a:ext uri="{FF2B5EF4-FFF2-40B4-BE49-F238E27FC236}">
                          <a16:creationId xmlns:a16="http://schemas.microsoft.com/office/drawing/2014/main" id="{2968C3DB-E3C4-460E-AFD4-1426CC07AD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3" name="直線コネクタ 136832">
                      <a:extLst>
                        <a:ext uri="{FF2B5EF4-FFF2-40B4-BE49-F238E27FC236}">
                          <a16:creationId xmlns:a16="http://schemas.microsoft.com/office/drawing/2014/main" id="{E86E345B-158B-4FAA-987C-2B6A4428E8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4" name="直線コネクタ 136833">
                      <a:extLst>
                        <a:ext uri="{FF2B5EF4-FFF2-40B4-BE49-F238E27FC236}">
                          <a16:creationId xmlns:a16="http://schemas.microsoft.com/office/drawing/2014/main" id="{B123E936-4E95-4B60-9768-1D96FD473C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5" name="直線コネクタ 136834">
                      <a:extLst>
                        <a:ext uri="{FF2B5EF4-FFF2-40B4-BE49-F238E27FC236}">
                          <a16:creationId xmlns:a16="http://schemas.microsoft.com/office/drawing/2014/main" id="{0354C990-B0BB-47A8-8933-5CE5D2807E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6" name="直線コネクタ 136835">
                      <a:extLst>
                        <a:ext uri="{FF2B5EF4-FFF2-40B4-BE49-F238E27FC236}">
                          <a16:creationId xmlns:a16="http://schemas.microsoft.com/office/drawing/2014/main" id="{C1B6C43E-8E81-493E-800B-019DC82ECC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7" name="直線コネクタ 136836">
                      <a:extLst>
                        <a:ext uri="{FF2B5EF4-FFF2-40B4-BE49-F238E27FC236}">
                          <a16:creationId xmlns:a16="http://schemas.microsoft.com/office/drawing/2014/main" id="{BC0F5716-AF73-47FD-B105-A1DEA17D42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8" name="直線コネクタ 136837">
                      <a:extLst>
                        <a:ext uri="{FF2B5EF4-FFF2-40B4-BE49-F238E27FC236}">
                          <a16:creationId xmlns:a16="http://schemas.microsoft.com/office/drawing/2014/main" id="{8F0B7DE9-1DAF-4840-91D9-F52E2F1F7F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39" name="直線コネクタ 136838">
                      <a:extLst>
                        <a:ext uri="{FF2B5EF4-FFF2-40B4-BE49-F238E27FC236}">
                          <a16:creationId xmlns:a16="http://schemas.microsoft.com/office/drawing/2014/main" id="{F0CCE2A9-ED74-4E6A-A536-371DAF2113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0" name="直線コネクタ 136839">
                      <a:extLst>
                        <a:ext uri="{FF2B5EF4-FFF2-40B4-BE49-F238E27FC236}">
                          <a16:creationId xmlns:a16="http://schemas.microsoft.com/office/drawing/2014/main" id="{8E5F1979-CD9F-43D4-8444-C1985ED452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1" name="直線コネクタ 136840">
                      <a:extLst>
                        <a:ext uri="{FF2B5EF4-FFF2-40B4-BE49-F238E27FC236}">
                          <a16:creationId xmlns:a16="http://schemas.microsoft.com/office/drawing/2014/main" id="{EEA5C70D-0270-44A0-99B3-A6ADDECB5D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2" name="直線コネクタ 136841">
                      <a:extLst>
                        <a:ext uri="{FF2B5EF4-FFF2-40B4-BE49-F238E27FC236}">
                          <a16:creationId xmlns:a16="http://schemas.microsoft.com/office/drawing/2014/main" id="{AC6FC0D1-D20D-422E-9FF6-C8BFA15412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3" name="直線コネクタ 136842">
                      <a:extLst>
                        <a:ext uri="{FF2B5EF4-FFF2-40B4-BE49-F238E27FC236}">
                          <a16:creationId xmlns:a16="http://schemas.microsoft.com/office/drawing/2014/main" id="{E186F270-2862-46A8-BD75-18539D7599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4" name="直線コネクタ 136843">
                      <a:extLst>
                        <a:ext uri="{FF2B5EF4-FFF2-40B4-BE49-F238E27FC236}">
                          <a16:creationId xmlns:a16="http://schemas.microsoft.com/office/drawing/2014/main" id="{8DF1FBE0-4AAC-4302-9C16-B33DEE39BB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5" name="直線コネクタ 136844">
                      <a:extLst>
                        <a:ext uri="{FF2B5EF4-FFF2-40B4-BE49-F238E27FC236}">
                          <a16:creationId xmlns:a16="http://schemas.microsoft.com/office/drawing/2014/main" id="{9381A466-30A8-4560-9A8D-8EECFF7506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6" name="直線コネクタ 136845">
                      <a:extLst>
                        <a:ext uri="{FF2B5EF4-FFF2-40B4-BE49-F238E27FC236}">
                          <a16:creationId xmlns:a16="http://schemas.microsoft.com/office/drawing/2014/main" id="{92BCB631-1408-46EE-B8D1-F3F7C25C2E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7" name="直線コネクタ 136846">
                      <a:extLst>
                        <a:ext uri="{FF2B5EF4-FFF2-40B4-BE49-F238E27FC236}">
                          <a16:creationId xmlns:a16="http://schemas.microsoft.com/office/drawing/2014/main" id="{144D5A8C-B8E9-47CA-A9C9-F35E65F6DE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8" name="直線コネクタ 136847">
                      <a:extLst>
                        <a:ext uri="{FF2B5EF4-FFF2-40B4-BE49-F238E27FC236}">
                          <a16:creationId xmlns:a16="http://schemas.microsoft.com/office/drawing/2014/main" id="{F0714298-CDC4-4149-B051-616CD0A2BA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49" name="直線コネクタ 136848">
                      <a:extLst>
                        <a:ext uri="{FF2B5EF4-FFF2-40B4-BE49-F238E27FC236}">
                          <a16:creationId xmlns:a16="http://schemas.microsoft.com/office/drawing/2014/main" id="{73771CE6-F398-4C9E-B392-34C89969DD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0" name="直線コネクタ 136849">
                      <a:extLst>
                        <a:ext uri="{FF2B5EF4-FFF2-40B4-BE49-F238E27FC236}">
                          <a16:creationId xmlns:a16="http://schemas.microsoft.com/office/drawing/2014/main" id="{FACA135B-686C-4ED3-9F6C-2D535011EC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1" name="直線コネクタ 136850">
                      <a:extLst>
                        <a:ext uri="{FF2B5EF4-FFF2-40B4-BE49-F238E27FC236}">
                          <a16:creationId xmlns:a16="http://schemas.microsoft.com/office/drawing/2014/main" id="{C2589A85-6410-4646-8E33-B83C34B88A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2" name="直線コネクタ 136851">
                      <a:extLst>
                        <a:ext uri="{FF2B5EF4-FFF2-40B4-BE49-F238E27FC236}">
                          <a16:creationId xmlns:a16="http://schemas.microsoft.com/office/drawing/2014/main" id="{251662A9-C18F-4CF1-8DB0-08B32744C4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3" name="直線コネクタ 136852">
                      <a:extLst>
                        <a:ext uri="{FF2B5EF4-FFF2-40B4-BE49-F238E27FC236}">
                          <a16:creationId xmlns:a16="http://schemas.microsoft.com/office/drawing/2014/main" id="{2E3E7283-CAC1-4567-884C-819B95CCF4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4" name="直線コネクタ 136853">
                      <a:extLst>
                        <a:ext uri="{FF2B5EF4-FFF2-40B4-BE49-F238E27FC236}">
                          <a16:creationId xmlns:a16="http://schemas.microsoft.com/office/drawing/2014/main" id="{8428F3EF-8B13-4070-BF79-147F06B65E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5" name="直線コネクタ 136854">
                      <a:extLst>
                        <a:ext uri="{FF2B5EF4-FFF2-40B4-BE49-F238E27FC236}">
                          <a16:creationId xmlns:a16="http://schemas.microsoft.com/office/drawing/2014/main" id="{B454140E-AB8A-450C-BE1D-856943AFFF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6" name="直線コネクタ 136855">
                      <a:extLst>
                        <a:ext uri="{FF2B5EF4-FFF2-40B4-BE49-F238E27FC236}">
                          <a16:creationId xmlns:a16="http://schemas.microsoft.com/office/drawing/2014/main" id="{7D89DFC2-11D5-47BD-8895-C78A9320A4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7" name="直線コネクタ 136856">
                      <a:extLst>
                        <a:ext uri="{FF2B5EF4-FFF2-40B4-BE49-F238E27FC236}">
                          <a16:creationId xmlns:a16="http://schemas.microsoft.com/office/drawing/2014/main" id="{8998F1EF-A8E9-4A27-914B-5FEF6A93D0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8" name="直線コネクタ 136857">
                      <a:extLst>
                        <a:ext uri="{FF2B5EF4-FFF2-40B4-BE49-F238E27FC236}">
                          <a16:creationId xmlns:a16="http://schemas.microsoft.com/office/drawing/2014/main" id="{C253AFCD-841D-45B5-A379-912475BD4E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59" name="直線コネクタ 136858">
                      <a:extLst>
                        <a:ext uri="{FF2B5EF4-FFF2-40B4-BE49-F238E27FC236}">
                          <a16:creationId xmlns:a16="http://schemas.microsoft.com/office/drawing/2014/main" id="{47CF0910-0E2B-443A-89F2-C89CE80303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0" name="直線コネクタ 136859">
                      <a:extLst>
                        <a:ext uri="{FF2B5EF4-FFF2-40B4-BE49-F238E27FC236}">
                          <a16:creationId xmlns:a16="http://schemas.microsoft.com/office/drawing/2014/main" id="{38AFB846-4C79-43E7-99C2-E0458E647E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1" name="直線コネクタ 136860">
                      <a:extLst>
                        <a:ext uri="{FF2B5EF4-FFF2-40B4-BE49-F238E27FC236}">
                          <a16:creationId xmlns:a16="http://schemas.microsoft.com/office/drawing/2014/main" id="{CA816C7E-5F9C-4307-9C7A-1BA2761D3D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2" name="直線コネクタ 136861">
                      <a:extLst>
                        <a:ext uri="{FF2B5EF4-FFF2-40B4-BE49-F238E27FC236}">
                          <a16:creationId xmlns:a16="http://schemas.microsoft.com/office/drawing/2014/main" id="{1EF754AB-F38F-478E-B418-F4365C02E6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3" name="直線コネクタ 136862">
                      <a:extLst>
                        <a:ext uri="{FF2B5EF4-FFF2-40B4-BE49-F238E27FC236}">
                          <a16:creationId xmlns:a16="http://schemas.microsoft.com/office/drawing/2014/main" id="{4C2F0D26-B736-45DA-8CF3-54E4AD2FDC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4" name="直線コネクタ 136863">
                      <a:extLst>
                        <a:ext uri="{FF2B5EF4-FFF2-40B4-BE49-F238E27FC236}">
                          <a16:creationId xmlns:a16="http://schemas.microsoft.com/office/drawing/2014/main" id="{098DC98B-1CDA-4013-97F6-232EB64EF2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5" name="直線コネクタ 136864">
                      <a:extLst>
                        <a:ext uri="{FF2B5EF4-FFF2-40B4-BE49-F238E27FC236}">
                          <a16:creationId xmlns:a16="http://schemas.microsoft.com/office/drawing/2014/main" id="{579AE019-7FAC-4D8A-81BD-47F1A82204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6" name="直線コネクタ 136865">
                      <a:extLst>
                        <a:ext uri="{FF2B5EF4-FFF2-40B4-BE49-F238E27FC236}">
                          <a16:creationId xmlns:a16="http://schemas.microsoft.com/office/drawing/2014/main" id="{23384C8D-A16A-4CFE-B1A3-C0A1DCE70D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67" name="直線コネクタ 136866">
                      <a:extLst>
                        <a:ext uri="{FF2B5EF4-FFF2-40B4-BE49-F238E27FC236}">
                          <a16:creationId xmlns:a16="http://schemas.microsoft.com/office/drawing/2014/main" id="{D7B5387D-29B0-4F97-8E2D-0B11C2B9E5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94" name="グループ化 135993">
                    <a:extLst>
                      <a:ext uri="{FF2B5EF4-FFF2-40B4-BE49-F238E27FC236}">
                        <a16:creationId xmlns:a16="http://schemas.microsoft.com/office/drawing/2014/main" id="{11425D98-F638-424D-B6A4-DF41FAA7DC78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262933" y="537585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6745" name="直線コネクタ 136744">
                      <a:extLst>
                        <a:ext uri="{FF2B5EF4-FFF2-40B4-BE49-F238E27FC236}">
                          <a16:creationId xmlns:a16="http://schemas.microsoft.com/office/drawing/2014/main" id="{08949C48-987E-408D-A33A-D914A415CC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6" name="直線コネクタ 136745">
                      <a:extLst>
                        <a:ext uri="{FF2B5EF4-FFF2-40B4-BE49-F238E27FC236}">
                          <a16:creationId xmlns:a16="http://schemas.microsoft.com/office/drawing/2014/main" id="{F17BF44B-786F-4B82-8F98-E5C2F2EC5C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7" name="直線コネクタ 136746">
                      <a:extLst>
                        <a:ext uri="{FF2B5EF4-FFF2-40B4-BE49-F238E27FC236}">
                          <a16:creationId xmlns:a16="http://schemas.microsoft.com/office/drawing/2014/main" id="{5BE2A015-55F2-48C2-B590-5A2E259737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8" name="直線コネクタ 136747">
                      <a:extLst>
                        <a:ext uri="{FF2B5EF4-FFF2-40B4-BE49-F238E27FC236}">
                          <a16:creationId xmlns:a16="http://schemas.microsoft.com/office/drawing/2014/main" id="{1AB72C51-8275-408F-BED0-968EBE2D8C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9" name="直線コネクタ 136748">
                      <a:extLst>
                        <a:ext uri="{FF2B5EF4-FFF2-40B4-BE49-F238E27FC236}">
                          <a16:creationId xmlns:a16="http://schemas.microsoft.com/office/drawing/2014/main" id="{29BD0CC8-7436-4AFD-8924-7D33F29DBF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0" name="直線コネクタ 136749">
                      <a:extLst>
                        <a:ext uri="{FF2B5EF4-FFF2-40B4-BE49-F238E27FC236}">
                          <a16:creationId xmlns:a16="http://schemas.microsoft.com/office/drawing/2014/main" id="{4184A298-CF9C-468D-BA84-BEDBFD9EBA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1" name="直線コネクタ 136750">
                      <a:extLst>
                        <a:ext uri="{FF2B5EF4-FFF2-40B4-BE49-F238E27FC236}">
                          <a16:creationId xmlns:a16="http://schemas.microsoft.com/office/drawing/2014/main" id="{80AD7C97-CB42-48ED-8BF4-76C767DAF4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2" name="直線コネクタ 136751">
                      <a:extLst>
                        <a:ext uri="{FF2B5EF4-FFF2-40B4-BE49-F238E27FC236}">
                          <a16:creationId xmlns:a16="http://schemas.microsoft.com/office/drawing/2014/main" id="{AB541465-0EDF-46FF-8197-10FDB9BBD4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3" name="直線コネクタ 136752">
                      <a:extLst>
                        <a:ext uri="{FF2B5EF4-FFF2-40B4-BE49-F238E27FC236}">
                          <a16:creationId xmlns:a16="http://schemas.microsoft.com/office/drawing/2014/main" id="{F371EA30-F143-4207-B30D-AE09BB829A2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4" name="直線コネクタ 136753">
                      <a:extLst>
                        <a:ext uri="{FF2B5EF4-FFF2-40B4-BE49-F238E27FC236}">
                          <a16:creationId xmlns:a16="http://schemas.microsoft.com/office/drawing/2014/main" id="{D30B6092-2804-464A-B2F3-5E8FE68099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5" name="直線コネクタ 136754">
                      <a:extLst>
                        <a:ext uri="{FF2B5EF4-FFF2-40B4-BE49-F238E27FC236}">
                          <a16:creationId xmlns:a16="http://schemas.microsoft.com/office/drawing/2014/main" id="{5B077385-1397-4C7A-B5D1-7DB7647671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6" name="直線コネクタ 136755">
                      <a:extLst>
                        <a:ext uri="{FF2B5EF4-FFF2-40B4-BE49-F238E27FC236}">
                          <a16:creationId xmlns:a16="http://schemas.microsoft.com/office/drawing/2014/main" id="{8057C5FD-F726-4CF2-94FF-79FDDCFE6E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7" name="直線コネクタ 136756">
                      <a:extLst>
                        <a:ext uri="{FF2B5EF4-FFF2-40B4-BE49-F238E27FC236}">
                          <a16:creationId xmlns:a16="http://schemas.microsoft.com/office/drawing/2014/main" id="{5DF4DD8F-2F69-4A25-92AA-BFF8849755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8" name="直線コネクタ 136757">
                      <a:extLst>
                        <a:ext uri="{FF2B5EF4-FFF2-40B4-BE49-F238E27FC236}">
                          <a16:creationId xmlns:a16="http://schemas.microsoft.com/office/drawing/2014/main" id="{7772D867-518C-47FA-9181-0AD47551E1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59" name="直線コネクタ 136758">
                      <a:extLst>
                        <a:ext uri="{FF2B5EF4-FFF2-40B4-BE49-F238E27FC236}">
                          <a16:creationId xmlns:a16="http://schemas.microsoft.com/office/drawing/2014/main" id="{F9D9FB62-2427-4BAA-9667-292161C7CC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0" name="直線コネクタ 136759">
                      <a:extLst>
                        <a:ext uri="{FF2B5EF4-FFF2-40B4-BE49-F238E27FC236}">
                          <a16:creationId xmlns:a16="http://schemas.microsoft.com/office/drawing/2014/main" id="{E1AF472F-B9D2-4F32-BDC2-BAE7B0E26B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1" name="直線コネクタ 136760">
                      <a:extLst>
                        <a:ext uri="{FF2B5EF4-FFF2-40B4-BE49-F238E27FC236}">
                          <a16:creationId xmlns:a16="http://schemas.microsoft.com/office/drawing/2014/main" id="{BE73D6ED-8D99-4F22-ABCB-6878F5FA34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2" name="直線コネクタ 136761">
                      <a:extLst>
                        <a:ext uri="{FF2B5EF4-FFF2-40B4-BE49-F238E27FC236}">
                          <a16:creationId xmlns:a16="http://schemas.microsoft.com/office/drawing/2014/main" id="{B2C26A66-8C5D-4155-AE86-FE65C06E3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3" name="直線コネクタ 136762">
                      <a:extLst>
                        <a:ext uri="{FF2B5EF4-FFF2-40B4-BE49-F238E27FC236}">
                          <a16:creationId xmlns:a16="http://schemas.microsoft.com/office/drawing/2014/main" id="{77AEF487-3DD8-4791-8549-2330F6577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4" name="直線コネクタ 136763">
                      <a:extLst>
                        <a:ext uri="{FF2B5EF4-FFF2-40B4-BE49-F238E27FC236}">
                          <a16:creationId xmlns:a16="http://schemas.microsoft.com/office/drawing/2014/main" id="{725608FD-117C-44EA-811E-FAD54897D7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5" name="直線コネクタ 136764">
                      <a:extLst>
                        <a:ext uri="{FF2B5EF4-FFF2-40B4-BE49-F238E27FC236}">
                          <a16:creationId xmlns:a16="http://schemas.microsoft.com/office/drawing/2014/main" id="{75BFF1AB-A63E-4269-9691-32193C1225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6" name="直線コネクタ 136765">
                      <a:extLst>
                        <a:ext uri="{FF2B5EF4-FFF2-40B4-BE49-F238E27FC236}">
                          <a16:creationId xmlns:a16="http://schemas.microsoft.com/office/drawing/2014/main" id="{B3EAEC56-AD8C-4490-AD37-03209F9F57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7" name="直線コネクタ 136766">
                      <a:extLst>
                        <a:ext uri="{FF2B5EF4-FFF2-40B4-BE49-F238E27FC236}">
                          <a16:creationId xmlns:a16="http://schemas.microsoft.com/office/drawing/2014/main" id="{36F3496E-B43F-4BCD-8943-6BDA6CEA97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8" name="直線コネクタ 136767">
                      <a:extLst>
                        <a:ext uri="{FF2B5EF4-FFF2-40B4-BE49-F238E27FC236}">
                          <a16:creationId xmlns:a16="http://schemas.microsoft.com/office/drawing/2014/main" id="{3A2DC1BF-3AE4-41E9-BFA5-EE17B2F7B5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69" name="直線コネクタ 136768">
                      <a:extLst>
                        <a:ext uri="{FF2B5EF4-FFF2-40B4-BE49-F238E27FC236}">
                          <a16:creationId xmlns:a16="http://schemas.microsoft.com/office/drawing/2014/main" id="{64DDD93F-2EA4-40D6-B29D-D3C128AD47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0" name="直線コネクタ 136769">
                      <a:extLst>
                        <a:ext uri="{FF2B5EF4-FFF2-40B4-BE49-F238E27FC236}">
                          <a16:creationId xmlns:a16="http://schemas.microsoft.com/office/drawing/2014/main" id="{3061110A-64CE-4DE5-B994-3DA48177FB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1" name="直線コネクタ 136770">
                      <a:extLst>
                        <a:ext uri="{FF2B5EF4-FFF2-40B4-BE49-F238E27FC236}">
                          <a16:creationId xmlns:a16="http://schemas.microsoft.com/office/drawing/2014/main" id="{ED3159EB-0BA7-407C-ACD8-1870BCC172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2" name="直線コネクタ 136771">
                      <a:extLst>
                        <a:ext uri="{FF2B5EF4-FFF2-40B4-BE49-F238E27FC236}">
                          <a16:creationId xmlns:a16="http://schemas.microsoft.com/office/drawing/2014/main" id="{37C5368E-2F70-4B77-B2D4-D18317711E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3" name="直線コネクタ 136772">
                      <a:extLst>
                        <a:ext uri="{FF2B5EF4-FFF2-40B4-BE49-F238E27FC236}">
                          <a16:creationId xmlns:a16="http://schemas.microsoft.com/office/drawing/2014/main" id="{7419E6C1-C304-4927-A74C-AECE22419F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4" name="直線コネクタ 136773">
                      <a:extLst>
                        <a:ext uri="{FF2B5EF4-FFF2-40B4-BE49-F238E27FC236}">
                          <a16:creationId xmlns:a16="http://schemas.microsoft.com/office/drawing/2014/main" id="{942D0C6A-3DD6-488E-8654-9BB8DEA5B3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5" name="直線コネクタ 136774">
                      <a:extLst>
                        <a:ext uri="{FF2B5EF4-FFF2-40B4-BE49-F238E27FC236}">
                          <a16:creationId xmlns:a16="http://schemas.microsoft.com/office/drawing/2014/main" id="{0689EE93-7AA3-44EA-8961-67ECCDE621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6" name="直線コネクタ 136775">
                      <a:extLst>
                        <a:ext uri="{FF2B5EF4-FFF2-40B4-BE49-F238E27FC236}">
                          <a16:creationId xmlns:a16="http://schemas.microsoft.com/office/drawing/2014/main" id="{8F5052EA-0F3F-4FB5-855C-E6EAF0FAF6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7" name="直線コネクタ 136776">
                      <a:extLst>
                        <a:ext uri="{FF2B5EF4-FFF2-40B4-BE49-F238E27FC236}">
                          <a16:creationId xmlns:a16="http://schemas.microsoft.com/office/drawing/2014/main" id="{3397FAA0-F165-4F67-8E05-7505170E56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8" name="直線コネクタ 136777">
                      <a:extLst>
                        <a:ext uri="{FF2B5EF4-FFF2-40B4-BE49-F238E27FC236}">
                          <a16:creationId xmlns:a16="http://schemas.microsoft.com/office/drawing/2014/main" id="{614E3F14-DFDC-4C9F-ABFE-91A3329740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79" name="直線コネクタ 136778">
                      <a:extLst>
                        <a:ext uri="{FF2B5EF4-FFF2-40B4-BE49-F238E27FC236}">
                          <a16:creationId xmlns:a16="http://schemas.microsoft.com/office/drawing/2014/main" id="{97792E3D-4DD2-4C72-B61E-76EA5589B3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0" name="直線コネクタ 136779">
                      <a:extLst>
                        <a:ext uri="{FF2B5EF4-FFF2-40B4-BE49-F238E27FC236}">
                          <a16:creationId xmlns:a16="http://schemas.microsoft.com/office/drawing/2014/main" id="{F9D9C12D-A415-4874-B3E7-9BCE9502C8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1" name="直線コネクタ 136780">
                      <a:extLst>
                        <a:ext uri="{FF2B5EF4-FFF2-40B4-BE49-F238E27FC236}">
                          <a16:creationId xmlns:a16="http://schemas.microsoft.com/office/drawing/2014/main" id="{48C1ECD1-AC5D-4668-8D32-98F3EF2456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2" name="直線コネクタ 136781">
                      <a:extLst>
                        <a:ext uri="{FF2B5EF4-FFF2-40B4-BE49-F238E27FC236}">
                          <a16:creationId xmlns:a16="http://schemas.microsoft.com/office/drawing/2014/main" id="{ACEE1C2F-C6E9-4731-BE64-6716F50D82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3" name="直線コネクタ 136782">
                      <a:extLst>
                        <a:ext uri="{FF2B5EF4-FFF2-40B4-BE49-F238E27FC236}">
                          <a16:creationId xmlns:a16="http://schemas.microsoft.com/office/drawing/2014/main" id="{12B91DAB-F890-4D18-9D8E-8E2F3C8C60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4" name="直線コネクタ 136783">
                      <a:extLst>
                        <a:ext uri="{FF2B5EF4-FFF2-40B4-BE49-F238E27FC236}">
                          <a16:creationId xmlns:a16="http://schemas.microsoft.com/office/drawing/2014/main" id="{EEEDD8C7-FCFB-4866-B32D-7476960FC6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5" name="直線コネクタ 136784">
                      <a:extLst>
                        <a:ext uri="{FF2B5EF4-FFF2-40B4-BE49-F238E27FC236}">
                          <a16:creationId xmlns:a16="http://schemas.microsoft.com/office/drawing/2014/main" id="{ACFEEB65-6D38-440B-A5EF-789C8AB878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6" name="直線コネクタ 136785">
                      <a:extLst>
                        <a:ext uri="{FF2B5EF4-FFF2-40B4-BE49-F238E27FC236}">
                          <a16:creationId xmlns:a16="http://schemas.microsoft.com/office/drawing/2014/main" id="{1666E147-29EA-4DAB-B09E-B553B5B090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7" name="直線コネクタ 136786">
                      <a:extLst>
                        <a:ext uri="{FF2B5EF4-FFF2-40B4-BE49-F238E27FC236}">
                          <a16:creationId xmlns:a16="http://schemas.microsoft.com/office/drawing/2014/main" id="{7B99C0D1-28FA-4F16-B368-D39BC4D279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8" name="直線コネクタ 136787">
                      <a:extLst>
                        <a:ext uri="{FF2B5EF4-FFF2-40B4-BE49-F238E27FC236}">
                          <a16:creationId xmlns:a16="http://schemas.microsoft.com/office/drawing/2014/main" id="{CB79368D-8A00-44B5-AABE-B3888E3947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89" name="直線コネクタ 136788">
                      <a:extLst>
                        <a:ext uri="{FF2B5EF4-FFF2-40B4-BE49-F238E27FC236}">
                          <a16:creationId xmlns:a16="http://schemas.microsoft.com/office/drawing/2014/main" id="{BC0D61DF-8D57-42C4-A175-0DF8EEF2A7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0" name="直線コネクタ 136789">
                      <a:extLst>
                        <a:ext uri="{FF2B5EF4-FFF2-40B4-BE49-F238E27FC236}">
                          <a16:creationId xmlns:a16="http://schemas.microsoft.com/office/drawing/2014/main" id="{E8834BAD-388F-4D66-9A1D-5B10102A38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1" name="直線コネクタ 136790">
                      <a:extLst>
                        <a:ext uri="{FF2B5EF4-FFF2-40B4-BE49-F238E27FC236}">
                          <a16:creationId xmlns:a16="http://schemas.microsoft.com/office/drawing/2014/main" id="{AB5208C7-F8CC-4A5D-B4E8-483834BA0C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2" name="直線コネクタ 136791">
                      <a:extLst>
                        <a:ext uri="{FF2B5EF4-FFF2-40B4-BE49-F238E27FC236}">
                          <a16:creationId xmlns:a16="http://schemas.microsoft.com/office/drawing/2014/main" id="{BDC9BF7F-ED0B-4449-A8AF-448ADD938C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3" name="直線コネクタ 136792">
                      <a:extLst>
                        <a:ext uri="{FF2B5EF4-FFF2-40B4-BE49-F238E27FC236}">
                          <a16:creationId xmlns:a16="http://schemas.microsoft.com/office/drawing/2014/main" id="{43DEB47C-6DE8-4A96-B4AD-9E91673619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4" name="直線コネクタ 136793">
                      <a:extLst>
                        <a:ext uri="{FF2B5EF4-FFF2-40B4-BE49-F238E27FC236}">
                          <a16:creationId xmlns:a16="http://schemas.microsoft.com/office/drawing/2014/main" id="{B7A673AE-35DE-4887-AB4E-4F8AC6B546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5" name="直線コネクタ 136794">
                      <a:extLst>
                        <a:ext uri="{FF2B5EF4-FFF2-40B4-BE49-F238E27FC236}">
                          <a16:creationId xmlns:a16="http://schemas.microsoft.com/office/drawing/2014/main" id="{925346F3-0F7B-4A5C-81F2-F1A6D060A9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6" name="直線コネクタ 136795">
                      <a:extLst>
                        <a:ext uri="{FF2B5EF4-FFF2-40B4-BE49-F238E27FC236}">
                          <a16:creationId xmlns:a16="http://schemas.microsoft.com/office/drawing/2014/main" id="{89D83779-DECA-4F44-AA8E-46B2A25C20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7" name="直線コネクタ 136796">
                      <a:extLst>
                        <a:ext uri="{FF2B5EF4-FFF2-40B4-BE49-F238E27FC236}">
                          <a16:creationId xmlns:a16="http://schemas.microsoft.com/office/drawing/2014/main" id="{24F72C1A-8A18-4F62-8EAF-6719A085ED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8" name="直線コネクタ 136797">
                      <a:extLst>
                        <a:ext uri="{FF2B5EF4-FFF2-40B4-BE49-F238E27FC236}">
                          <a16:creationId xmlns:a16="http://schemas.microsoft.com/office/drawing/2014/main" id="{B4F9EC38-4AAC-4A65-9248-A94E59522F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99" name="直線コネクタ 136798">
                      <a:extLst>
                        <a:ext uri="{FF2B5EF4-FFF2-40B4-BE49-F238E27FC236}">
                          <a16:creationId xmlns:a16="http://schemas.microsoft.com/office/drawing/2014/main" id="{45C2EBD9-222D-44C3-807F-FE088FD919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0" name="直線コネクタ 136799">
                      <a:extLst>
                        <a:ext uri="{FF2B5EF4-FFF2-40B4-BE49-F238E27FC236}">
                          <a16:creationId xmlns:a16="http://schemas.microsoft.com/office/drawing/2014/main" id="{27B46D23-464D-4148-B76B-3C06DDD4D1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1" name="直線コネクタ 136800">
                      <a:extLst>
                        <a:ext uri="{FF2B5EF4-FFF2-40B4-BE49-F238E27FC236}">
                          <a16:creationId xmlns:a16="http://schemas.microsoft.com/office/drawing/2014/main" id="{A7F930D7-2BBF-49C2-A2D6-F3EA80E3FD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2" name="直線コネクタ 136801">
                      <a:extLst>
                        <a:ext uri="{FF2B5EF4-FFF2-40B4-BE49-F238E27FC236}">
                          <a16:creationId xmlns:a16="http://schemas.microsoft.com/office/drawing/2014/main" id="{A223DBF8-511D-4DBD-A53A-9C2C591396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3" name="直線コネクタ 136802">
                      <a:extLst>
                        <a:ext uri="{FF2B5EF4-FFF2-40B4-BE49-F238E27FC236}">
                          <a16:creationId xmlns:a16="http://schemas.microsoft.com/office/drawing/2014/main" id="{D4356DE4-72C1-4CE0-8286-ADBC6FB991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804" name="直線コネクタ 136803">
                      <a:extLst>
                        <a:ext uri="{FF2B5EF4-FFF2-40B4-BE49-F238E27FC236}">
                          <a16:creationId xmlns:a16="http://schemas.microsoft.com/office/drawing/2014/main" id="{6F2FE9EA-5B23-4747-AD9C-3C76C6A699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95" name="グループ化 135994">
                    <a:extLst>
                      <a:ext uri="{FF2B5EF4-FFF2-40B4-BE49-F238E27FC236}">
                        <a16:creationId xmlns:a16="http://schemas.microsoft.com/office/drawing/2014/main" id="{90601AC6-1E56-4116-BC38-350CBA9052FA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4919281" y="620448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6682" name="直線コネクタ 136681">
                      <a:extLst>
                        <a:ext uri="{FF2B5EF4-FFF2-40B4-BE49-F238E27FC236}">
                          <a16:creationId xmlns:a16="http://schemas.microsoft.com/office/drawing/2014/main" id="{E7C12AAB-0D8F-47BD-A338-6EAFAC4F85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3" name="直線コネクタ 136682">
                      <a:extLst>
                        <a:ext uri="{FF2B5EF4-FFF2-40B4-BE49-F238E27FC236}">
                          <a16:creationId xmlns:a16="http://schemas.microsoft.com/office/drawing/2014/main" id="{87377B65-A78A-4457-9814-5CD7A5B527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4" name="直線コネクタ 136683">
                      <a:extLst>
                        <a:ext uri="{FF2B5EF4-FFF2-40B4-BE49-F238E27FC236}">
                          <a16:creationId xmlns:a16="http://schemas.microsoft.com/office/drawing/2014/main" id="{871C58D0-3D0D-46B5-846A-A0B5660BA3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5" name="直線コネクタ 136684">
                      <a:extLst>
                        <a:ext uri="{FF2B5EF4-FFF2-40B4-BE49-F238E27FC236}">
                          <a16:creationId xmlns:a16="http://schemas.microsoft.com/office/drawing/2014/main" id="{25318E1D-50D2-4976-A138-A9E7FEC0F2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6" name="直線コネクタ 136685">
                      <a:extLst>
                        <a:ext uri="{FF2B5EF4-FFF2-40B4-BE49-F238E27FC236}">
                          <a16:creationId xmlns:a16="http://schemas.microsoft.com/office/drawing/2014/main" id="{741CDA49-C19D-4053-BAC9-2966B9BCBF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7" name="直線コネクタ 136686">
                      <a:extLst>
                        <a:ext uri="{FF2B5EF4-FFF2-40B4-BE49-F238E27FC236}">
                          <a16:creationId xmlns:a16="http://schemas.microsoft.com/office/drawing/2014/main" id="{E6258A0A-1492-47BA-9424-262425C805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8" name="直線コネクタ 136687">
                      <a:extLst>
                        <a:ext uri="{FF2B5EF4-FFF2-40B4-BE49-F238E27FC236}">
                          <a16:creationId xmlns:a16="http://schemas.microsoft.com/office/drawing/2014/main" id="{E5302E92-71EF-42F2-BEA1-EE6C5B2567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9" name="直線コネクタ 136688">
                      <a:extLst>
                        <a:ext uri="{FF2B5EF4-FFF2-40B4-BE49-F238E27FC236}">
                          <a16:creationId xmlns:a16="http://schemas.microsoft.com/office/drawing/2014/main" id="{0CC0D9B4-B62A-488E-B3EB-78D64DCF95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0" name="直線コネクタ 136689">
                      <a:extLst>
                        <a:ext uri="{FF2B5EF4-FFF2-40B4-BE49-F238E27FC236}">
                          <a16:creationId xmlns:a16="http://schemas.microsoft.com/office/drawing/2014/main" id="{BD116059-9EB8-4BED-AF34-1751673AF9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1" name="直線コネクタ 136690">
                      <a:extLst>
                        <a:ext uri="{FF2B5EF4-FFF2-40B4-BE49-F238E27FC236}">
                          <a16:creationId xmlns:a16="http://schemas.microsoft.com/office/drawing/2014/main" id="{C0DEA4BC-13D3-4834-AB31-352BD22909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2" name="直線コネクタ 136691">
                      <a:extLst>
                        <a:ext uri="{FF2B5EF4-FFF2-40B4-BE49-F238E27FC236}">
                          <a16:creationId xmlns:a16="http://schemas.microsoft.com/office/drawing/2014/main" id="{F1DA2A92-7CAC-4B0D-8B69-4CDA9FD786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3" name="直線コネクタ 136692">
                      <a:extLst>
                        <a:ext uri="{FF2B5EF4-FFF2-40B4-BE49-F238E27FC236}">
                          <a16:creationId xmlns:a16="http://schemas.microsoft.com/office/drawing/2014/main" id="{3DA0A71A-1476-4392-8A94-4B2AE5EFE0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4" name="直線コネクタ 136693">
                      <a:extLst>
                        <a:ext uri="{FF2B5EF4-FFF2-40B4-BE49-F238E27FC236}">
                          <a16:creationId xmlns:a16="http://schemas.microsoft.com/office/drawing/2014/main" id="{863D73AC-997E-4EED-B885-6269F75B61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5" name="直線コネクタ 136694">
                      <a:extLst>
                        <a:ext uri="{FF2B5EF4-FFF2-40B4-BE49-F238E27FC236}">
                          <a16:creationId xmlns:a16="http://schemas.microsoft.com/office/drawing/2014/main" id="{C4F4C3F2-0EA6-4D4C-9DB4-3DE8FB3C9B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6" name="直線コネクタ 136695">
                      <a:extLst>
                        <a:ext uri="{FF2B5EF4-FFF2-40B4-BE49-F238E27FC236}">
                          <a16:creationId xmlns:a16="http://schemas.microsoft.com/office/drawing/2014/main" id="{777C3617-226B-450D-BD16-9192559A9D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7" name="直線コネクタ 136696">
                      <a:extLst>
                        <a:ext uri="{FF2B5EF4-FFF2-40B4-BE49-F238E27FC236}">
                          <a16:creationId xmlns:a16="http://schemas.microsoft.com/office/drawing/2014/main" id="{7E3FFBE2-4AE6-4D20-969E-FE3A25DD6B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8" name="直線コネクタ 136697">
                      <a:extLst>
                        <a:ext uri="{FF2B5EF4-FFF2-40B4-BE49-F238E27FC236}">
                          <a16:creationId xmlns:a16="http://schemas.microsoft.com/office/drawing/2014/main" id="{D09C3340-9DA6-44CC-A92A-C06B6FE4A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99" name="直線コネクタ 136698">
                      <a:extLst>
                        <a:ext uri="{FF2B5EF4-FFF2-40B4-BE49-F238E27FC236}">
                          <a16:creationId xmlns:a16="http://schemas.microsoft.com/office/drawing/2014/main" id="{D2DE4112-A337-4347-8EC9-C32AAE24B5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0" name="直線コネクタ 136699">
                      <a:extLst>
                        <a:ext uri="{FF2B5EF4-FFF2-40B4-BE49-F238E27FC236}">
                          <a16:creationId xmlns:a16="http://schemas.microsoft.com/office/drawing/2014/main" id="{940EDAFE-FFBE-4782-9144-065C5ED702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1" name="直線コネクタ 136700">
                      <a:extLst>
                        <a:ext uri="{FF2B5EF4-FFF2-40B4-BE49-F238E27FC236}">
                          <a16:creationId xmlns:a16="http://schemas.microsoft.com/office/drawing/2014/main" id="{38C0B924-34B6-42E9-9FF1-A7235F0D27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2" name="直線コネクタ 136701">
                      <a:extLst>
                        <a:ext uri="{FF2B5EF4-FFF2-40B4-BE49-F238E27FC236}">
                          <a16:creationId xmlns:a16="http://schemas.microsoft.com/office/drawing/2014/main" id="{4A69DEE9-5D42-4804-BF82-BF8AC2EB3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3" name="直線コネクタ 136702">
                      <a:extLst>
                        <a:ext uri="{FF2B5EF4-FFF2-40B4-BE49-F238E27FC236}">
                          <a16:creationId xmlns:a16="http://schemas.microsoft.com/office/drawing/2014/main" id="{1FB4BD20-549F-415E-8AC5-FBFAE8C2FC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4" name="直線コネクタ 136703">
                      <a:extLst>
                        <a:ext uri="{FF2B5EF4-FFF2-40B4-BE49-F238E27FC236}">
                          <a16:creationId xmlns:a16="http://schemas.microsoft.com/office/drawing/2014/main" id="{43232C8B-661B-4343-84C0-71D07DBF32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5" name="直線コネクタ 136704">
                      <a:extLst>
                        <a:ext uri="{FF2B5EF4-FFF2-40B4-BE49-F238E27FC236}">
                          <a16:creationId xmlns:a16="http://schemas.microsoft.com/office/drawing/2014/main" id="{712F3D8B-AC8F-42F8-961E-62F3902C82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6" name="直線コネクタ 136705">
                      <a:extLst>
                        <a:ext uri="{FF2B5EF4-FFF2-40B4-BE49-F238E27FC236}">
                          <a16:creationId xmlns:a16="http://schemas.microsoft.com/office/drawing/2014/main" id="{FBC5D500-78DA-4AF8-A2A1-0DCA0528FB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7" name="直線コネクタ 136706">
                      <a:extLst>
                        <a:ext uri="{FF2B5EF4-FFF2-40B4-BE49-F238E27FC236}">
                          <a16:creationId xmlns:a16="http://schemas.microsoft.com/office/drawing/2014/main" id="{11EFD28B-92D4-4A32-9236-4AB15CC4DC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8" name="直線コネクタ 136707">
                      <a:extLst>
                        <a:ext uri="{FF2B5EF4-FFF2-40B4-BE49-F238E27FC236}">
                          <a16:creationId xmlns:a16="http://schemas.microsoft.com/office/drawing/2014/main" id="{32E4F64A-2C6A-4505-82CF-F3A21216F8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09" name="直線コネクタ 136708">
                      <a:extLst>
                        <a:ext uri="{FF2B5EF4-FFF2-40B4-BE49-F238E27FC236}">
                          <a16:creationId xmlns:a16="http://schemas.microsoft.com/office/drawing/2014/main" id="{8B99CF29-0EDE-470F-BD21-A7C8AAA941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0" name="直線コネクタ 136709">
                      <a:extLst>
                        <a:ext uri="{FF2B5EF4-FFF2-40B4-BE49-F238E27FC236}">
                          <a16:creationId xmlns:a16="http://schemas.microsoft.com/office/drawing/2014/main" id="{0A39452A-2FC1-4E26-9B49-BEB9E2A638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1" name="直線コネクタ 136710">
                      <a:extLst>
                        <a:ext uri="{FF2B5EF4-FFF2-40B4-BE49-F238E27FC236}">
                          <a16:creationId xmlns:a16="http://schemas.microsoft.com/office/drawing/2014/main" id="{267F9024-E607-416C-9AEA-E9CE1B9266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2" name="直線コネクタ 136711">
                      <a:extLst>
                        <a:ext uri="{FF2B5EF4-FFF2-40B4-BE49-F238E27FC236}">
                          <a16:creationId xmlns:a16="http://schemas.microsoft.com/office/drawing/2014/main" id="{80EAC849-8752-44EC-A5EC-3C22FA4D80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3" name="直線コネクタ 136712">
                      <a:extLst>
                        <a:ext uri="{FF2B5EF4-FFF2-40B4-BE49-F238E27FC236}">
                          <a16:creationId xmlns:a16="http://schemas.microsoft.com/office/drawing/2014/main" id="{ECAF944F-1661-4633-8C4C-EAD0465527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4" name="直線コネクタ 136713">
                      <a:extLst>
                        <a:ext uri="{FF2B5EF4-FFF2-40B4-BE49-F238E27FC236}">
                          <a16:creationId xmlns:a16="http://schemas.microsoft.com/office/drawing/2014/main" id="{1757C9CE-4AEB-49B0-B118-D3AD8804B9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5" name="直線コネクタ 136714">
                      <a:extLst>
                        <a:ext uri="{FF2B5EF4-FFF2-40B4-BE49-F238E27FC236}">
                          <a16:creationId xmlns:a16="http://schemas.microsoft.com/office/drawing/2014/main" id="{889CEEAA-E6B6-435B-9B05-9715EE6EE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6" name="直線コネクタ 136715">
                      <a:extLst>
                        <a:ext uri="{FF2B5EF4-FFF2-40B4-BE49-F238E27FC236}">
                          <a16:creationId xmlns:a16="http://schemas.microsoft.com/office/drawing/2014/main" id="{60E13CB5-BC8C-46B4-AF43-1A4E64AA0F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7" name="直線コネクタ 136716">
                      <a:extLst>
                        <a:ext uri="{FF2B5EF4-FFF2-40B4-BE49-F238E27FC236}">
                          <a16:creationId xmlns:a16="http://schemas.microsoft.com/office/drawing/2014/main" id="{A6372086-24AF-4BC4-994F-F8BE4E4D04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8" name="直線コネクタ 136717">
                      <a:extLst>
                        <a:ext uri="{FF2B5EF4-FFF2-40B4-BE49-F238E27FC236}">
                          <a16:creationId xmlns:a16="http://schemas.microsoft.com/office/drawing/2014/main" id="{561F3636-751E-45B3-A5DD-11FD99F4B5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19" name="直線コネクタ 136718">
                      <a:extLst>
                        <a:ext uri="{FF2B5EF4-FFF2-40B4-BE49-F238E27FC236}">
                          <a16:creationId xmlns:a16="http://schemas.microsoft.com/office/drawing/2014/main" id="{B7AC5881-E782-4279-B796-5D92963E17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0" name="直線コネクタ 136719">
                      <a:extLst>
                        <a:ext uri="{FF2B5EF4-FFF2-40B4-BE49-F238E27FC236}">
                          <a16:creationId xmlns:a16="http://schemas.microsoft.com/office/drawing/2014/main" id="{C251D0E6-83C1-4511-A8D5-2398BC86E5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1" name="直線コネクタ 136720">
                      <a:extLst>
                        <a:ext uri="{FF2B5EF4-FFF2-40B4-BE49-F238E27FC236}">
                          <a16:creationId xmlns:a16="http://schemas.microsoft.com/office/drawing/2014/main" id="{0F884F25-7D69-4920-B9E1-DEE9E863FB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2" name="直線コネクタ 136721">
                      <a:extLst>
                        <a:ext uri="{FF2B5EF4-FFF2-40B4-BE49-F238E27FC236}">
                          <a16:creationId xmlns:a16="http://schemas.microsoft.com/office/drawing/2014/main" id="{2F6067EE-D900-4A89-A6E0-305F8D159A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3" name="直線コネクタ 136722">
                      <a:extLst>
                        <a:ext uri="{FF2B5EF4-FFF2-40B4-BE49-F238E27FC236}">
                          <a16:creationId xmlns:a16="http://schemas.microsoft.com/office/drawing/2014/main" id="{B7BADB38-F9E0-4383-8CF1-F43CAA4313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4" name="直線コネクタ 136723">
                      <a:extLst>
                        <a:ext uri="{FF2B5EF4-FFF2-40B4-BE49-F238E27FC236}">
                          <a16:creationId xmlns:a16="http://schemas.microsoft.com/office/drawing/2014/main" id="{C2530962-10E1-4C11-8B5A-8555DD258D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5" name="直線コネクタ 136724">
                      <a:extLst>
                        <a:ext uri="{FF2B5EF4-FFF2-40B4-BE49-F238E27FC236}">
                          <a16:creationId xmlns:a16="http://schemas.microsoft.com/office/drawing/2014/main" id="{8D0E3510-1D42-4943-AADA-60A451CAE8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6" name="直線コネクタ 136725">
                      <a:extLst>
                        <a:ext uri="{FF2B5EF4-FFF2-40B4-BE49-F238E27FC236}">
                          <a16:creationId xmlns:a16="http://schemas.microsoft.com/office/drawing/2014/main" id="{3B42145E-A32E-4C2F-A74B-4F5B39BE89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7" name="直線コネクタ 136726">
                      <a:extLst>
                        <a:ext uri="{FF2B5EF4-FFF2-40B4-BE49-F238E27FC236}">
                          <a16:creationId xmlns:a16="http://schemas.microsoft.com/office/drawing/2014/main" id="{3ADE34B3-88BA-43EC-812D-0FEB4C588C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8" name="直線コネクタ 136727">
                      <a:extLst>
                        <a:ext uri="{FF2B5EF4-FFF2-40B4-BE49-F238E27FC236}">
                          <a16:creationId xmlns:a16="http://schemas.microsoft.com/office/drawing/2014/main" id="{57C5485C-67AE-4458-B2FF-082D6C27EF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29" name="直線コネクタ 136728">
                      <a:extLst>
                        <a:ext uri="{FF2B5EF4-FFF2-40B4-BE49-F238E27FC236}">
                          <a16:creationId xmlns:a16="http://schemas.microsoft.com/office/drawing/2014/main" id="{09D1DB1E-0C6B-4D74-BC0A-4785C1151F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0" name="直線コネクタ 136729">
                      <a:extLst>
                        <a:ext uri="{FF2B5EF4-FFF2-40B4-BE49-F238E27FC236}">
                          <a16:creationId xmlns:a16="http://schemas.microsoft.com/office/drawing/2014/main" id="{ABE620D3-5E99-49FD-AF76-E1A3EF1E22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1" name="直線コネクタ 136730">
                      <a:extLst>
                        <a:ext uri="{FF2B5EF4-FFF2-40B4-BE49-F238E27FC236}">
                          <a16:creationId xmlns:a16="http://schemas.microsoft.com/office/drawing/2014/main" id="{992BECA0-20EA-440D-ABB0-55A1FC9B1A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2" name="直線コネクタ 136731">
                      <a:extLst>
                        <a:ext uri="{FF2B5EF4-FFF2-40B4-BE49-F238E27FC236}">
                          <a16:creationId xmlns:a16="http://schemas.microsoft.com/office/drawing/2014/main" id="{43987C02-25E3-4EE6-AFC2-6FC5B39298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3" name="直線コネクタ 136732">
                      <a:extLst>
                        <a:ext uri="{FF2B5EF4-FFF2-40B4-BE49-F238E27FC236}">
                          <a16:creationId xmlns:a16="http://schemas.microsoft.com/office/drawing/2014/main" id="{F7C9D809-A1C6-44D2-A1BC-7762B9A19A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4" name="直線コネクタ 136733">
                      <a:extLst>
                        <a:ext uri="{FF2B5EF4-FFF2-40B4-BE49-F238E27FC236}">
                          <a16:creationId xmlns:a16="http://schemas.microsoft.com/office/drawing/2014/main" id="{36538B95-0FB8-461B-AF31-31376D7C00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5" name="直線コネクタ 136734">
                      <a:extLst>
                        <a:ext uri="{FF2B5EF4-FFF2-40B4-BE49-F238E27FC236}">
                          <a16:creationId xmlns:a16="http://schemas.microsoft.com/office/drawing/2014/main" id="{18E1CE70-B3FB-40FB-A39D-B710323322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6" name="直線コネクタ 136735">
                      <a:extLst>
                        <a:ext uri="{FF2B5EF4-FFF2-40B4-BE49-F238E27FC236}">
                          <a16:creationId xmlns:a16="http://schemas.microsoft.com/office/drawing/2014/main" id="{C9A296BD-B007-4368-8E0E-C7DF546C49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7" name="直線コネクタ 136736">
                      <a:extLst>
                        <a:ext uri="{FF2B5EF4-FFF2-40B4-BE49-F238E27FC236}">
                          <a16:creationId xmlns:a16="http://schemas.microsoft.com/office/drawing/2014/main" id="{ADE1BBBB-5ABC-480D-AA43-F3CD545DA8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8" name="直線コネクタ 136737">
                      <a:extLst>
                        <a:ext uri="{FF2B5EF4-FFF2-40B4-BE49-F238E27FC236}">
                          <a16:creationId xmlns:a16="http://schemas.microsoft.com/office/drawing/2014/main" id="{6442C600-EB6F-404C-8069-DDD38CDFEC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39" name="直線コネクタ 136738">
                      <a:extLst>
                        <a:ext uri="{FF2B5EF4-FFF2-40B4-BE49-F238E27FC236}">
                          <a16:creationId xmlns:a16="http://schemas.microsoft.com/office/drawing/2014/main" id="{B6F7F05F-9CEA-429D-8845-36C55709FB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0" name="直線コネクタ 136739">
                      <a:extLst>
                        <a:ext uri="{FF2B5EF4-FFF2-40B4-BE49-F238E27FC236}">
                          <a16:creationId xmlns:a16="http://schemas.microsoft.com/office/drawing/2014/main" id="{B0CA9E4F-7F33-40B4-B5F7-72EE565E95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1" name="直線コネクタ 136740">
                      <a:extLst>
                        <a:ext uri="{FF2B5EF4-FFF2-40B4-BE49-F238E27FC236}">
                          <a16:creationId xmlns:a16="http://schemas.microsoft.com/office/drawing/2014/main" id="{CC71C8F7-4F9A-4519-A20F-CE69EADB89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2" name="直線コネクタ 136741">
                      <a:extLst>
                        <a:ext uri="{FF2B5EF4-FFF2-40B4-BE49-F238E27FC236}">
                          <a16:creationId xmlns:a16="http://schemas.microsoft.com/office/drawing/2014/main" id="{DC0E531B-BAAC-4071-874B-86C5E5295B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3" name="直線コネクタ 136742">
                      <a:extLst>
                        <a:ext uri="{FF2B5EF4-FFF2-40B4-BE49-F238E27FC236}">
                          <a16:creationId xmlns:a16="http://schemas.microsoft.com/office/drawing/2014/main" id="{A27BAC73-7110-49EF-874E-2F0E8CBF5E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744" name="直線コネクタ 136743">
                      <a:extLst>
                        <a:ext uri="{FF2B5EF4-FFF2-40B4-BE49-F238E27FC236}">
                          <a16:creationId xmlns:a16="http://schemas.microsoft.com/office/drawing/2014/main" id="{AFC4699E-9351-4FAD-A24F-C3D25D81E1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96" name="グループ化 135995">
                    <a:extLst>
                      <a:ext uri="{FF2B5EF4-FFF2-40B4-BE49-F238E27FC236}">
                        <a16:creationId xmlns:a16="http://schemas.microsoft.com/office/drawing/2014/main" id="{33B06546-9950-4FA9-815D-390EA833C1AE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547902" y="621666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6622" name="直線コネクタ 136621">
                      <a:extLst>
                        <a:ext uri="{FF2B5EF4-FFF2-40B4-BE49-F238E27FC236}">
                          <a16:creationId xmlns:a16="http://schemas.microsoft.com/office/drawing/2014/main" id="{AA8DEF09-6A50-4422-8A50-FC0FEFBD1A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3" name="直線コネクタ 136622">
                      <a:extLst>
                        <a:ext uri="{FF2B5EF4-FFF2-40B4-BE49-F238E27FC236}">
                          <a16:creationId xmlns:a16="http://schemas.microsoft.com/office/drawing/2014/main" id="{529D3633-8102-4403-9D2E-53B7189ABC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4" name="直線コネクタ 136623">
                      <a:extLst>
                        <a:ext uri="{FF2B5EF4-FFF2-40B4-BE49-F238E27FC236}">
                          <a16:creationId xmlns:a16="http://schemas.microsoft.com/office/drawing/2014/main" id="{5CD2299C-1EA2-4D91-BAC9-3D0145C37A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5" name="直線コネクタ 136624">
                      <a:extLst>
                        <a:ext uri="{FF2B5EF4-FFF2-40B4-BE49-F238E27FC236}">
                          <a16:creationId xmlns:a16="http://schemas.microsoft.com/office/drawing/2014/main" id="{85F78664-8B44-40EC-8A81-1EE477D794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6" name="直線コネクタ 136625">
                      <a:extLst>
                        <a:ext uri="{FF2B5EF4-FFF2-40B4-BE49-F238E27FC236}">
                          <a16:creationId xmlns:a16="http://schemas.microsoft.com/office/drawing/2014/main" id="{5089C14D-AF65-4C33-9B52-5B46F204CE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7" name="直線コネクタ 136626">
                      <a:extLst>
                        <a:ext uri="{FF2B5EF4-FFF2-40B4-BE49-F238E27FC236}">
                          <a16:creationId xmlns:a16="http://schemas.microsoft.com/office/drawing/2014/main" id="{2D001D11-E5D0-4B53-A15C-F1241BD353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8" name="直線コネクタ 136627">
                      <a:extLst>
                        <a:ext uri="{FF2B5EF4-FFF2-40B4-BE49-F238E27FC236}">
                          <a16:creationId xmlns:a16="http://schemas.microsoft.com/office/drawing/2014/main" id="{40AA8F9D-C2F4-401B-AE10-AC4903562B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9" name="直線コネクタ 136628">
                      <a:extLst>
                        <a:ext uri="{FF2B5EF4-FFF2-40B4-BE49-F238E27FC236}">
                          <a16:creationId xmlns:a16="http://schemas.microsoft.com/office/drawing/2014/main" id="{4005B421-3767-4848-A1F6-C9228A0477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0" name="直線コネクタ 136629">
                      <a:extLst>
                        <a:ext uri="{FF2B5EF4-FFF2-40B4-BE49-F238E27FC236}">
                          <a16:creationId xmlns:a16="http://schemas.microsoft.com/office/drawing/2014/main" id="{C1CF0D28-029C-45CA-AFB1-CCA7BCF310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1" name="直線コネクタ 136630">
                      <a:extLst>
                        <a:ext uri="{FF2B5EF4-FFF2-40B4-BE49-F238E27FC236}">
                          <a16:creationId xmlns:a16="http://schemas.microsoft.com/office/drawing/2014/main" id="{DA700F53-4126-4B17-88D5-1E0D517A51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2" name="直線コネクタ 136631">
                      <a:extLst>
                        <a:ext uri="{FF2B5EF4-FFF2-40B4-BE49-F238E27FC236}">
                          <a16:creationId xmlns:a16="http://schemas.microsoft.com/office/drawing/2014/main" id="{321E6E13-8503-4E5F-A27F-468F950229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3" name="直線コネクタ 136632">
                      <a:extLst>
                        <a:ext uri="{FF2B5EF4-FFF2-40B4-BE49-F238E27FC236}">
                          <a16:creationId xmlns:a16="http://schemas.microsoft.com/office/drawing/2014/main" id="{27F5BC31-5B86-4BE5-AEA7-0A3E593B67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4" name="直線コネクタ 136633">
                      <a:extLst>
                        <a:ext uri="{FF2B5EF4-FFF2-40B4-BE49-F238E27FC236}">
                          <a16:creationId xmlns:a16="http://schemas.microsoft.com/office/drawing/2014/main" id="{623BD7B6-4C9F-4E95-8A77-50D3F273E7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5" name="直線コネクタ 136634">
                      <a:extLst>
                        <a:ext uri="{FF2B5EF4-FFF2-40B4-BE49-F238E27FC236}">
                          <a16:creationId xmlns:a16="http://schemas.microsoft.com/office/drawing/2014/main" id="{CFB9E8A0-7295-4829-8F9E-DD972F22AD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6" name="直線コネクタ 136635">
                      <a:extLst>
                        <a:ext uri="{FF2B5EF4-FFF2-40B4-BE49-F238E27FC236}">
                          <a16:creationId xmlns:a16="http://schemas.microsoft.com/office/drawing/2014/main" id="{CD273B65-E055-4EB7-AA75-D2A9F962B5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7" name="直線コネクタ 136636">
                      <a:extLst>
                        <a:ext uri="{FF2B5EF4-FFF2-40B4-BE49-F238E27FC236}">
                          <a16:creationId xmlns:a16="http://schemas.microsoft.com/office/drawing/2014/main" id="{C274ED74-6118-4B7D-A0DD-36174CA310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8" name="直線コネクタ 136637">
                      <a:extLst>
                        <a:ext uri="{FF2B5EF4-FFF2-40B4-BE49-F238E27FC236}">
                          <a16:creationId xmlns:a16="http://schemas.microsoft.com/office/drawing/2014/main" id="{300058E0-F073-48BD-9A01-C2BE8658A4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39" name="直線コネクタ 136638">
                      <a:extLst>
                        <a:ext uri="{FF2B5EF4-FFF2-40B4-BE49-F238E27FC236}">
                          <a16:creationId xmlns:a16="http://schemas.microsoft.com/office/drawing/2014/main" id="{E8C579B4-D507-4932-B2B7-A66E033ACB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0" name="直線コネクタ 136639">
                      <a:extLst>
                        <a:ext uri="{FF2B5EF4-FFF2-40B4-BE49-F238E27FC236}">
                          <a16:creationId xmlns:a16="http://schemas.microsoft.com/office/drawing/2014/main" id="{C8D5A423-F02C-42D9-BE38-D2E003E34E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1" name="直線コネクタ 136640">
                      <a:extLst>
                        <a:ext uri="{FF2B5EF4-FFF2-40B4-BE49-F238E27FC236}">
                          <a16:creationId xmlns:a16="http://schemas.microsoft.com/office/drawing/2014/main" id="{23F11AC4-3746-4FC6-BDF1-5BFA580A9B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2" name="直線コネクタ 136641">
                      <a:extLst>
                        <a:ext uri="{FF2B5EF4-FFF2-40B4-BE49-F238E27FC236}">
                          <a16:creationId xmlns:a16="http://schemas.microsoft.com/office/drawing/2014/main" id="{9DB938EB-854B-432F-9935-00B0236A6E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3" name="直線コネクタ 136642">
                      <a:extLst>
                        <a:ext uri="{FF2B5EF4-FFF2-40B4-BE49-F238E27FC236}">
                          <a16:creationId xmlns:a16="http://schemas.microsoft.com/office/drawing/2014/main" id="{CC0747CE-80BE-4603-B2F1-3B266A0CA0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4" name="直線コネクタ 136643">
                      <a:extLst>
                        <a:ext uri="{FF2B5EF4-FFF2-40B4-BE49-F238E27FC236}">
                          <a16:creationId xmlns:a16="http://schemas.microsoft.com/office/drawing/2014/main" id="{4AC86884-F5B1-488A-8B4F-1F9D4EA84C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5" name="直線コネクタ 136644">
                      <a:extLst>
                        <a:ext uri="{FF2B5EF4-FFF2-40B4-BE49-F238E27FC236}">
                          <a16:creationId xmlns:a16="http://schemas.microsoft.com/office/drawing/2014/main" id="{FEE9EBF4-B60A-42D1-A08E-933C0B326C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6" name="直線コネクタ 136645">
                      <a:extLst>
                        <a:ext uri="{FF2B5EF4-FFF2-40B4-BE49-F238E27FC236}">
                          <a16:creationId xmlns:a16="http://schemas.microsoft.com/office/drawing/2014/main" id="{D115F65B-72C1-4F71-BE7B-4809149010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7" name="直線コネクタ 136646">
                      <a:extLst>
                        <a:ext uri="{FF2B5EF4-FFF2-40B4-BE49-F238E27FC236}">
                          <a16:creationId xmlns:a16="http://schemas.microsoft.com/office/drawing/2014/main" id="{CF8F6025-060E-4C46-9369-10A50C80A0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8" name="直線コネクタ 136647">
                      <a:extLst>
                        <a:ext uri="{FF2B5EF4-FFF2-40B4-BE49-F238E27FC236}">
                          <a16:creationId xmlns:a16="http://schemas.microsoft.com/office/drawing/2014/main" id="{F5112078-FCE6-404B-829D-F1FF1AB0F6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49" name="直線コネクタ 136648">
                      <a:extLst>
                        <a:ext uri="{FF2B5EF4-FFF2-40B4-BE49-F238E27FC236}">
                          <a16:creationId xmlns:a16="http://schemas.microsoft.com/office/drawing/2014/main" id="{E5AF350F-C2C6-41FA-BAB7-A471284FA1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0" name="直線コネクタ 136649">
                      <a:extLst>
                        <a:ext uri="{FF2B5EF4-FFF2-40B4-BE49-F238E27FC236}">
                          <a16:creationId xmlns:a16="http://schemas.microsoft.com/office/drawing/2014/main" id="{19628A56-1544-4630-A7BC-A6470467C1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1" name="直線コネクタ 136650">
                      <a:extLst>
                        <a:ext uri="{FF2B5EF4-FFF2-40B4-BE49-F238E27FC236}">
                          <a16:creationId xmlns:a16="http://schemas.microsoft.com/office/drawing/2014/main" id="{500B5DD1-02ED-47B0-BF9D-3C6A279AFC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2" name="直線コネクタ 136651">
                      <a:extLst>
                        <a:ext uri="{FF2B5EF4-FFF2-40B4-BE49-F238E27FC236}">
                          <a16:creationId xmlns:a16="http://schemas.microsoft.com/office/drawing/2014/main" id="{183565ED-AC38-4B2B-A103-3995AC9D98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3" name="直線コネクタ 136652">
                      <a:extLst>
                        <a:ext uri="{FF2B5EF4-FFF2-40B4-BE49-F238E27FC236}">
                          <a16:creationId xmlns:a16="http://schemas.microsoft.com/office/drawing/2014/main" id="{17480334-1614-4E12-989E-BC4AF6971C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4" name="直線コネクタ 136653">
                      <a:extLst>
                        <a:ext uri="{FF2B5EF4-FFF2-40B4-BE49-F238E27FC236}">
                          <a16:creationId xmlns:a16="http://schemas.microsoft.com/office/drawing/2014/main" id="{47F936C9-C4A2-4EAE-B9E2-0CC404F1C2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5" name="直線コネクタ 136654">
                      <a:extLst>
                        <a:ext uri="{FF2B5EF4-FFF2-40B4-BE49-F238E27FC236}">
                          <a16:creationId xmlns:a16="http://schemas.microsoft.com/office/drawing/2014/main" id="{49F7F95E-0D62-481F-BE2D-AF63E08D17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6" name="直線コネクタ 136655">
                      <a:extLst>
                        <a:ext uri="{FF2B5EF4-FFF2-40B4-BE49-F238E27FC236}">
                          <a16:creationId xmlns:a16="http://schemas.microsoft.com/office/drawing/2014/main" id="{36C7E257-A8DD-44BD-B62D-90260DE783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7" name="直線コネクタ 136656">
                      <a:extLst>
                        <a:ext uri="{FF2B5EF4-FFF2-40B4-BE49-F238E27FC236}">
                          <a16:creationId xmlns:a16="http://schemas.microsoft.com/office/drawing/2014/main" id="{CF285737-F8D7-4FBF-81B6-70FD8D8BA6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8" name="直線コネクタ 136657">
                      <a:extLst>
                        <a:ext uri="{FF2B5EF4-FFF2-40B4-BE49-F238E27FC236}">
                          <a16:creationId xmlns:a16="http://schemas.microsoft.com/office/drawing/2014/main" id="{450FF24A-A7F3-4244-AC4D-3C98132709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59" name="直線コネクタ 136658">
                      <a:extLst>
                        <a:ext uri="{FF2B5EF4-FFF2-40B4-BE49-F238E27FC236}">
                          <a16:creationId xmlns:a16="http://schemas.microsoft.com/office/drawing/2014/main" id="{6F3C492A-D7EC-41C2-95A9-0C70C46B2B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0" name="直線コネクタ 136659">
                      <a:extLst>
                        <a:ext uri="{FF2B5EF4-FFF2-40B4-BE49-F238E27FC236}">
                          <a16:creationId xmlns:a16="http://schemas.microsoft.com/office/drawing/2014/main" id="{52945952-A712-4E62-BBAC-1159FF251C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1" name="直線コネクタ 136660">
                      <a:extLst>
                        <a:ext uri="{FF2B5EF4-FFF2-40B4-BE49-F238E27FC236}">
                          <a16:creationId xmlns:a16="http://schemas.microsoft.com/office/drawing/2014/main" id="{D635A5BB-76EA-4532-9F3A-BBA8D7C9F9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2" name="直線コネクタ 136661">
                      <a:extLst>
                        <a:ext uri="{FF2B5EF4-FFF2-40B4-BE49-F238E27FC236}">
                          <a16:creationId xmlns:a16="http://schemas.microsoft.com/office/drawing/2014/main" id="{893947ED-F3A6-48D7-AA23-89774A5889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3" name="直線コネクタ 136662">
                      <a:extLst>
                        <a:ext uri="{FF2B5EF4-FFF2-40B4-BE49-F238E27FC236}">
                          <a16:creationId xmlns:a16="http://schemas.microsoft.com/office/drawing/2014/main" id="{5689559C-45FE-4394-BFCC-A95B2B7717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4" name="直線コネクタ 136663">
                      <a:extLst>
                        <a:ext uri="{FF2B5EF4-FFF2-40B4-BE49-F238E27FC236}">
                          <a16:creationId xmlns:a16="http://schemas.microsoft.com/office/drawing/2014/main" id="{CBE5C037-AC02-4FC9-A2F7-E163A63CCF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5" name="直線コネクタ 136664">
                      <a:extLst>
                        <a:ext uri="{FF2B5EF4-FFF2-40B4-BE49-F238E27FC236}">
                          <a16:creationId xmlns:a16="http://schemas.microsoft.com/office/drawing/2014/main" id="{DDA186E3-1160-4D48-8C5F-F5A3F7E669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6" name="直線コネクタ 136665">
                      <a:extLst>
                        <a:ext uri="{FF2B5EF4-FFF2-40B4-BE49-F238E27FC236}">
                          <a16:creationId xmlns:a16="http://schemas.microsoft.com/office/drawing/2014/main" id="{61161DE7-59D6-4CF3-8743-3BC32994EC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7" name="直線コネクタ 136666">
                      <a:extLst>
                        <a:ext uri="{FF2B5EF4-FFF2-40B4-BE49-F238E27FC236}">
                          <a16:creationId xmlns:a16="http://schemas.microsoft.com/office/drawing/2014/main" id="{091972DD-F66A-402B-B8EF-5537BA57FE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8" name="直線コネクタ 136667">
                      <a:extLst>
                        <a:ext uri="{FF2B5EF4-FFF2-40B4-BE49-F238E27FC236}">
                          <a16:creationId xmlns:a16="http://schemas.microsoft.com/office/drawing/2014/main" id="{7306B052-9C95-4944-9863-BAA4F9CC4B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69" name="直線コネクタ 136668">
                      <a:extLst>
                        <a:ext uri="{FF2B5EF4-FFF2-40B4-BE49-F238E27FC236}">
                          <a16:creationId xmlns:a16="http://schemas.microsoft.com/office/drawing/2014/main" id="{29685632-2CEC-43CB-83BB-5F5AE018AC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0" name="直線コネクタ 136669">
                      <a:extLst>
                        <a:ext uri="{FF2B5EF4-FFF2-40B4-BE49-F238E27FC236}">
                          <a16:creationId xmlns:a16="http://schemas.microsoft.com/office/drawing/2014/main" id="{8967053C-CEAF-4F63-950B-A8E6279CE4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1" name="直線コネクタ 136670">
                      <a:extLst>
                        <a:ext uri="{FF2B5EF4-FFF2-40B4-BE49-F238E27FC236}">
                          <a16:creationId xmlns:a16="http://schemas.microsoft.com/office/drawing/2014/main" id="{384FE833-2CB9-4C24-AB16-F170CFD3ED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2" name="直線コネクタ 136671">
                      <a:extLst>
                        <a:ext uri="{FF2B5EF4-FFF2-40B4-BE49-F238E27FC236}">
                          <a16:creationId xmlns:a16="http://schemas.microsoft.com/office/drawing/2014/main" id="{2A7F484A-08FD-4534-8FBC-C71B079FF9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3" name="直線コネクタ 136672">
                      <a:extLst>
                        <a:ext uri="{FF2B5EF4-FFF2-40B4-BE49-F238E27FC236}">
                          <a16:creationId xmlns:a16="http://schemas.microsoft.com/office/drawing/2014/main" id="{8F11CD15-E3EB-4C3E-91F8-CB83F428AD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4" name="直線コネクタ 136673">
                      <a:extLst>
                        <a:ext uri="{FF2B5EF4-FFF2-40B4-BE49-F238E27FC236}">
                          <a16:creationId xmlns:a16="http://schemas.microsoft.com/office/drawing/2014/main" id="{143666B5-C565-4906-BB47-F9B65666B1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5" name="直線コネクタ 136674">
                      <a:extLst>
                        <a:ext uri="{FF2B5EF4-FFF2-40B4-BE49-F238E27FC236}">
                          <a16:creationId xmlns:a16="http://schemas.microsoft.com/office/drawing/2014/main" id="{9E831022-98AA-4F36-83A5-C1E5587E09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6" name="直線コネクタ 136675">
                      <a:extLst>
                        <a:ext uri="{FF2B5EF4-FFF2-40B4-BE49-F238E27FC236}">
                          <a16:creationId xmlns:a16="http://schemas.microsoft.com/office/drawing/2014/main" id="{ECD74ADB-FD48-4B06-981F-0AF4A59113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7" name="直線コネクタ 136676">
                      <a:extLst>
                        <a:ext uri="{FF2B5EF4-FFF2-40B4-BE49-F238E27FC236}">
                          <a16:creationId xmlns:a16="http://schemas.microsoft.com/office/drawing/2014/main" id="{830D23B4-3B8D-4380-9777-54252DBFB6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8" name="直線コネクタ 136677">
                      <a:extLst>
                        <a:ext uri="{FF2B5EF4-FFF2-40B4-BE49-F238E27FC236}">
                          <a16:creationId xmlns:a16="http://schemas.microsoft.com/office/drawing/2014/main" id="{F82B0305-6E87-4FBF-A0D0-2528CB0D7B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79" name="直線コネクタ 136678">
                      <a:extLst>
                        <a:ext uri="{FF2B5EF4-FFF2-40B4-BE49-F238E27FC236}">
                          <a16:creationId xmlns:a16="http://schemas.microsoft.com/office/drawing/2014/main" id="{A3BF3EDC-2DEE-49DA-903E-AC840331CE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0" name="直線コネクタ 136679">
                      <a:extLst>
                        <a:ext uri="{FF2B5EF4-FFF2-40B4-BE49-F238E27FC236}">
                          <a16:creationId xmlns:a16="http://schemas.microsoft.com/office/drawing/2014/main" id="{81901455-7D18-4275-939C-B70C59EC9A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81" name="直線コネクタ 136680">
                      <a:extLst>
                        <a:ext uri="{FF2B5EF4-FFF2-40B4-BE49-F238E27FC236}">
                          <a16:creationId xmlns:a16="http://schemas.microsoft.com/office/drawing/2014/main" id="{5D2695B9-C125-43F0-812F-7BD21EE049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97" name="グループ化 135996">
                    <a:extLst>
                      <a:ext uri="{FF2B5EF4-FFF2-40B4-BE49-F238E27FC236}">
                        <a16:creationId xmlns:a16="http://schemas.microsoft.com/office/drawing/2014/main" id="{79034176-55F0-4DC9-8436-91733391B83E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3986241" y="581800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6559" name="直線コネクタ 136558">
                      <a:extLst>
                        <a:ext uri="{FF2B5EF4-FFF2-40B4-BE49-F238E27FC236}">
                          <a16:creationId xmlns:a16="http://schemas.microsoft.com/office/drawing/2014/main" id="{3F108CA1-03A7-44E0-8FAB-2FA43751D8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0" name="直線コネクタ 136559">
                      <a:extLst>
                        <a:ext uri="{FF2B5EF4-FFF2-40B4-BE49-F238E27FC236}">
                          <a16:creationId xmlns:a16="http://schemas.microsoft.com/office/drawing/2014/main" id="{F91F9C19-4E2C-4082-B13B-B866D4D7F9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1" name="直線コネクタ 136560">
                      <a:extLst>
                        <a:ext uri="{FF2B5EF4-FFF2-40B4-BE49-F238E27FC236}">
                          <a16:creationId xmlns:a16="http://schemas.microsoft.com/office/drawing/2014/main" id="{1B0F2EB6-E6A6-42E3-BFF3-44FEA5A086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2" name="直線コネクタ 136561">
                      <a:extLst>
                        <a:ext uri="{FF2B5EF4-FFF2-40B4-BE49-F238E27FC236}">
                          <a16:creationId xmlns:a16="http://schemas.microsoft.com/office/drawing/2014/main" id="{0748A5EF-88C1-4D8A-91B0-76EBBD8EE5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3" name="直線コネクタ 136562">
                      <a:extLst>
                        <a:ext uri="{FF2B5EF4-FFF2-40B4-BE49-F238E27FC236}">
                          <a16:creationId xmlns:a16="http://schemas.microsoft.com/office/drawing/2014/main" id="{9593422C-A33D-4B6C-B650-3B8B8F25CD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4" name="直線コネクタ 136563">
                      <a:extLst>
                        <a:ext uri="{FF2B5EF4-FFF2-40B4-BE49-F238E27FC236}">
                          <a16:creationId xmlns:a16="http://schemas.microsoft.com/office/drawing/2014/main" id="{F7C8AE2F-7481-4A04-B835-41592A7185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5" name="直線コネクタ 136564">
                      <a:extLst>
                        <a:ext uri="{FF2B5EF4-FFF2-40B4-BE49-F238E27FC236}">
                          <a16:creationId xmlns:a16="http://schemas.microsoft.com/office/drawing/2014/main" id="{06A2D321-44FE-4254-8AE2-777A1B938F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6" name="直線コネクタ 136565">
                      <a:extLst>
                        <a:ext uri="{FF2B5EF4-FFF2-40B4-BE49-F238E27FC236}">
                          <a16:creationId xmlns:a16="http://schemas.microsoft.com/office/drawing/2014/main" id="{5A9EEE88-D42D-4DFC-9AC3-9DE317D2C1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7" name="直線コネクタ 136566">
                      <a:extLst>
                        <a:ext uri="{FF2B5EF4-FFF2-40B4-BE49-F238E27FC236}">
                          <a16:creationId xmlns:a16="http://schemas.microsoft.com/office/drawing/2014/main" id="{D002F8AF-CBDA-4555-8235-2DB0D4DDED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8" name="直線コネクタ 136567">
                      <a:extLst>
                        <a:ext uri="{FF2B5EF4-FFF2-40B4-BE49-F238E27FC236}">
                          <a16:creationId xmlns:a16="http://schemas.microsoft.com/office/drawing/2014/main" id="{F3880E99-2A14-4ECB-B15A-2CC29A2E59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69" name="直線コネクタ 136568">
                      <a:extLst>
                        <a:ext uri="{FF2B5EF4-FFF2-40B4-BE49-F238E27FC236}">
                          <a16:creationId xmlns:a16="http://schemas.microsoft.com/office/drawing/2014/main" id="{DAA8EBF1-A2F5-4BB2-BC7B-84F6834287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0" name="直線コネクタ 136569">
                      <a:extLst>
                        <a:ext uri="{FF2B5EF4-FFF2-40B4-BE49-F238E27FC236}">
                          <a16:creationId xmlns:a16="http://schemas.microsoft.com/office/drawing/2014/main" id="{895198A9-8DA1-496D-AA43-9406141EF3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1" name="直線コネクタ 136570">
                      <a:extLst>
                        <a:ext uri="{FF2B5EF4-FFF2-40B4-BE49-F238E27FC236}">
                          <a16:creationId xmlns:a16="http://schemas.microsoft.com/office/drawing/2014/main" id="{EF097B47-8D29-426A-B34C-98221C7588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2" name="直線コネクタ 136571">
                      <a:extLst>
                        <a:ext uri="{FF2B5EF4-FFF2-40B4-BE49-F238E27FC236}">
                          <a16:creationId xmlns:a16="http://schemas.microsoft.com/office/drawing/2014/main" id="{F3EB9B0F-F86F-4670-9BC8-06D1890186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3" name="直線コネクタ 136572">
                      <a:extLst>
                        <a:ext uri="{FF2B5EF4-FFF2-40B4-BE49-F238E27FC236}">
                          <a16:creationId xmlns:a16="http://schemas.microsoft.com/office/drawing/2014/main" id="{FD409891-0913-4C11-B08F-0EB42A669D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4" name="直線コネクタ 136573">
                      <a:extLst>
                        <a:ext uri="{FF2B5EF4-FFF2-40B4-BE49-F238E27FC236}">
                          <a16:creationId xmlns:a16="http://schemas.microsoft.com/office/drawing/2014/main" id="{4A341DC4-1C38-44E4-928F-A2A14FDA82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5" name="直線コネクタ 136574">
                      <a:extLst>
                        <a:ext uri="{FF2B5EF4-FFF2-40B4-BE49-F238E27FC236}">
                          <a16:creationId xmlns:a16="http://schemas.microsoft.com/office/drawing/2014/main" id="{DF9632A7-371F-4F43-9DB0-211F5C9706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6" name="直線コネクタ 136575">
                      <a:extLst>
                        <a:ext uri="{FF2B5EF4-FFF2-40B4-BE49-F238E27FC236}">
                          <a16:creationId xmlns:a16="http://schemas.microsoft.com/office/drawing/2014/main" id="{5FD930D9-D07F-4441-B1C2-9C5983E027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7" name="直線コネクタ 136576">
                      <a:extLst>
                        <a:ext uri="{FF2B5EF4-FFF2-40B4-BE49-F238E27FC236}">
                          <a16:creationId xmlns:a16="http://schemas.microsoft.com/office/drawing/2014/main" id="{FA9DD1A0-3A98-41B0-83CB-B166478F7A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8" name="直線コネクタ 136577">
                      <a:extLst>
                        <a:ext uri="{FF2B5EF4-FFF2-40B4-BE49-F238E27FC236}">
                          <a16:creationId xmlns:a16="http://schemas.microsoft.com/office/drawing/2014/main" id="{AF4FAACD-2604-4EF7-B03D-E27A119882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79" name="直線コネクタ 136578">
                      <a:extLst>
                        <a:ext uri="{FF2B5EF4-FFF2-40B4-BE49-F238E27FC236}">
                          <a16:creationId xmlns:a16="http://schemas.microsoft.com/office/drawing/2014/main" id="{D04A51FA-622E-4E21-B52C-4B149414BE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0" name="直線コネクタ 136579">
                      <a:extLst>
                        <a:ext uri="{FF2B5EF4-FFF2-40B4-BE49-F238E27FC236}">
                          <a16:creationId xmlns:a16="http://schemas.microsoft.com/office/drawing/2014/main" id="{556906C5-6950-4133-8704-BF1123F642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1" name="直線コネクタ 136580">
                      <a:extLst>
                        <a:ext uri="{FF2B5EF4-FFF2-40B4-BE49-F238E27FC236}">
                          <a16:creationId xmlns:a16="http://schemas.microsoft.com/office/drawing/2014/main" id="{648304A7-8A6E-4E30-85E8-25065BDDBC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2" name="直線コネクタ 136581">
                      <a:extLst>
                        <a:ext uri="{FF2B5EF4-FFF2-40B4-BE49-F238E27FC236}">
                          <a16:creationId xmlns:a16="http://schemas.microsoft.com/office/drawing/2014/main" id="{4D63D981-9861-4804-93FF-F6FB32C0BE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3" name="直線コネクタ 136582">
                      <a:extLst>
                        <a:ext uri="{FF2B5EF4-FFF2-40B4-BE49-F238E27FC236}">
                          <a16:creationId xmlns:a16="http://schemas.microsoft.com/office/drawing/2014/main" id="{EE6827EC-01A2-4F65-9315-BF55928B92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4" name="直線コネクタ 136583">
                      <a:extLst>
                        <a:ext uri="{FF2B5EF4-FFF2-40B4-BE49-F238E27FC236}">
                          <a16:creationId xmlns:a16="http://schemas.microsoft.com/office/drawing/2014/main" id="{8CF8A596-7EFB-4C92-BC65-FF1B94C38D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5" name="直線コネクタ 136584">
                      <a:extLst>
                        <a:ext uri="{FF2B5EF4-FFF2-40B4-BE49-F238E27FC236}">
                          <a16:creationId xmlns:a16="http://schemas.microsoft.com/office/drawing/2014/main" id="{B1B67F41-33CB-4C2C-986A-03EBEBD70D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6" name="直線コネクタ 136585">
                      <a:extLst>
                        <a:ext uri="{FF2B5EF4-FFF2-40B4-BE49-F238E27FC236}">
                          <a16:creationId xmlns:a16="http://schemas.microsoft.com/office/drawing/2014/main" id="{FC5C6D71-76A9-4BE8-B2FA-F779A4848F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7" name="直線コネクタ 136586">
                      <a:extLst>
                        <a:ext uri="{FF2B5EF4-FFF2-40B4-BE49-F238E27FC236}">
                          <a16:creationId xmlns:a16="http://schemas.microsoft.com/office/drawing/2014/main" id="{DD868EA7-67BD-4F6F-838C-4FEB4F3E25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8" name="直線コネクタ 136587">
                      <a:extLst>
                        <a:ext uri="{FF2B5EF4-FFF2-40B4-BE49-F238E27FC236}">
                          <a16:creationId xmlns:a16="http://schemas.microsoft.com/office/drawing/2014/main" id="{25EED260-6868-4CE2-8900-8BD0A1868A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89" name="直線コネクタ 136588">
                      <a:extLst>
                        <a:ext uri="{FF2B5EF4-FFF2-40B4-BE49-F238E27FC236}">
                          <a16:creationId xmlns:a16="http://schemas.microsoft.com/office/drawing/2014/main" id="{92445A8B-FA74-48F8-8A1B-377F42F4F4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0" name="直線コネクタ 136589">
                      <a:extLst>
                        <a:ext uri="{FF2B5EF4-FFF2-40B4-BE49-F238E27FC236}">
                          <a16:creationId xmlns:a16="http://schemas.microsoft.com/office/drawing/2014/main" id="{71A02AD1-A95B-485B-B66F-CBF71A2962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1" name="直線コネクタ 136590">
                      <a:extLst>
                        <a:ext uri="{FF2B5EF4-FFF2-40B4-BE49-F238E27FC236}">
                          <a16:creationId xmlns:a16="http://schemas.microsoft.com/office/drawing/2014/main" id="{29F715A9-62DF-4269-95A4-4568796D6A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2" name="直線コネクタ 136591">
                      <a:extLst>
                        <a:ext uri="{FF2B5EF4-FFF2-40B4-BE49-F238E27FC236}">
                          <a16:creationId xmlns:a16="http://schemas.microsoft.com/office/drawing/2014/main" id="{867D68D7-330A-4D2F-90DD-01843A952C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3" name="直線コネクタ 136592">
                      <a:extLst>
                        <a:ext uri="{FF2B5EF4-FFF2-40B4-BE49-F238E27FC236}">
                          <a16:creationId xmlns:a16="http://schemas.microsoft.com/office/drawing/2014/main" id="{DC236B81-B267-4734-8A8D-EB5F39A698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4" name="直線コネクタ 136593">
                      <a:extLst>
                        <a:ext uri="{FF2B5EF4-FFF2-40B4-BE49-F238E27FC236}">
                          <a16:creationId xmlns:a16="http://schemas.microsoft.com/office/drawing/2014/main" id="{E3364E06-D73C-46BB-9C49-F054BC2728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5" name="直線コネクタ 136594">
                      <a:extLst>
                        <a:ext uri="{FF2B5EF4-FFF2-40B4-BE49-F238E27FC236}">
                          <a16:creationId xmlns:a16="http://schemas.microsoft.com/office/drawing/2014/main" id="{870DFAAF-5441-492C-9ED4-D9FF8417EB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6" name="直線コネクタ 136595">
                      <a:extLst>
                        <a:ext uri="{FF2B5EF4-FFF2-40B4-BE49-F238E27FC236}">
                          <a16:creationId xmlns:a16="http://schemas.microsoft.com/office/drawing/2014/main" id="{CDBF21D7-BDD5-4D3C-AEE7-C5D8B7D8FD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7" name="直線コネクタ 136596">
                      <a:extLst>
                        <a:ext uri="{FF2B5EF4-FFF2-40B4-BE49-F238E27FC236}">
                          <a16:creationId xmlns:a16="http://schemas.microsoft.com/office/drawing/2014/main" id="{5D5FD8FF-CD4C-4AA8-8AB4-C3F9BAFF72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8" name="直線コネクタ 136597">
                      <a:extLst>
                        <a:ext uri="{FF2B5EF4-FFF2-40B4-BE49-F238E27FC236}">
                          <a16:creationId xmlns:a16="http://schemas.microsoft.com/office/drawing/2014/main" id="{E1B53527-A945-4DDF-9A40-C5302FC1D6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99" name="直線コネクタ 136598">
                      <a:extLst>
                        <a:ext uri="{FF2B5EF4-FFF2-40B4-BE49-F238E27FC236}">
                          <a16:creationId xmlns:a16="http://schemas.microsoft.com/office/drawing/2014/main" id="{E2354E1C-C8C2-4E96-9315-DDC959C4C7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0" name="直線コネクタ 136599">
                      <a:extLst>
                        <a:ext uri="{FF2B5EF4-FFF2-40B4-BE49-F238E27FC236}">
                          <a16:creationId xmlns:a16="http://schemas.microsoft.com/office/drawing/2014/main" id="{6DC4596A-6B3C-466D-936B-9EACA7BD99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1" name="直線コネクタ 136600">
                      <a:extLst>
                        <a:ext uri="{FF2B5EF4-FFF2-40B4-BE49-F238E27FC236}">
                          <a16:creationId xmlns:a16="http://schemas.microsoft.com/office/drawing/2014/main" id="{4818D3B8-4C36-4B2E-B3A7-8086D6E2FB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2" name="直線コネクタ 136601">
                      <a:extLst>
                        <a:ext uri="{FF2B5EF4-FFF2-40B4-BE49-F238E27FC236}">
                          <a16:creationId xmlns:a16="http://schemas.microsoft.com/office/drawing/2014/main" id="{3859608B-343A-4717-AAA4-E0993F06E1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3" name="直線コネクタ 136602">
                      <a:extLst>
                        <a:ext uri="{FF2B5EF4-FFF2-40B4-BE49-F238E27FC236}">
                          <a16:creationId xmlns:a16="http://schemas.microsoft.com/office/drawing/2014/main" id="{61B71AF9-A689-490D-AE77-801965AA39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4" name="直線コネクタ 136603">
                      <a:extLst>
                        <a:ext uri="{FF2B5EF4-FFF2-40B4-BE49-F238E27FC236}">
                          <a16:creationId xmlns:a16="http://schemas.microsoft.com/office/drawing/2014/main" id="{1AD61781-024B-4549-8115-6375018131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5" name="直線コネクタ 136604">
                      <a:extLst>
                        <a:ext uri="{FF2B5EF4-FFF2-40B4-BE49-F238E27FC236}">
                          <a16:creationId xmlns:a16="http://schemas.microsoft.com/office/drawing/2014/main" id="{26311856-EDC9-4B21-9C85-07C258A4B2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6" name="直線コネクタ 136605">
                      <a:extLst>
                        <a:ext uri="{FF2B5EF4-FFF2-40B4-BE49-F238E27FC236}">
                          <a16:creationId xmlns:a16="http://schemas.microsoft.com/office/drawing/2014/main" id="{F5A9B2E4-098A-4920-8573-131ACF9676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7" name="直線コネクタ 136606">
                      <a:extLst>
                        <a:ext uri="{FF2B5EF4-FFF2-40B4-BE49-F238E27FC236}">
                          <a16:creationId xmlns:a16="http://schemas.microsoft.com/office/drawing/2014/main" id="{D495C06B-638C-4BBB-808B-FC6B7883E2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8" name="直線コネクタ 136607">
                      <a:extLst>
                        <a:ext uri="{FF2B5EF4-FFF2-40B4-BE49-F238E27FC236}">
                          <a16:creationId xmlns:a16="http://schemas.microsoft.com/office/drawing/2014/main" id="{46AA11FE-CD44-4E65-8B64-DDC209A46C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09" name="直線コネクタ 136608">
                      <a:extLst>
                        <a:ext uri="{FF2B5EF4-FFF2-40B4-BE49-F238E27FC236}">
                          <a16:creationId xmlns:a16="http://schemas.microsoft.com/office/drawing/2014/main" id="{7F66ED0F-E3CF-484A-9737-FF6EB53118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0" name="直線コネクタ 136609">
                      <a:extLst>
                        <a:ext uri="{FF2B5EF4-FFF2-40B4-BE49-F238E27FC236}">
                          <a16:creationId xmlns:a16="http://schemas.microsoft.com/office/drawing/2014/main" id="{7B713992-CBF7-47FB-B4C7-4C84BC0336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1" name="直線コネクタ 136610">
                      <a:extLst>
                        <a:ext uri="{FF2B5EF4-FFF2-40B4-BE49-F238E27FC236}">
                          <a16:creationId xmlns:a16="http://schemas.microsoft.com/office/drawing/2014/main" id="{2063039A-4E26-41A4-ABAC-61DF5ACC50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2" name="直線コネクタ 136611">
                      <a:extLst>
                        <a:ext uri="{FF2B5EF4-FFF2-40B4-BE49-F238E27FC236}">
                          <a16:creationId xmlns:a16="http://schemas.microsoft.com/office/drawing/2014/main" id="{4191AAD0-9AF4-46F3-B6DA-C561455FE7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3" name="直線コネクタ 136612">
                      <a:extLst>
                        <a:ext uri="{FF2B5EF4-FFF2-40B4-BE49-F238E27FC236}">
                          <a16:creationId xmlns:a16="http://schemas.microsoft.com/office/drawing/2014/main" id="{75FAB9D1-5E65-49A5-A261-82A2C34802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4" name="直線コネクタ 136613">
                      <a:extLst>
                        <a:ext uri="{FF2B5EF4-FFF2-40B4-BE49-F238E27FC236}">
                          <a16:creationId xmlns:a16="http://schemas.microsoft.com/office/drawing/2014/main" id="{EE7E7B26-16EE-4C63-AC15-01CAA4A5F3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5" name="直線コネクタ 136614">
                      <a:extLst>
                        <a:ext uri="{FF2B5EF4-FFF2-40B4-BE49-F238E27FC236}">
                          <a16:creationId xmlns:a16="http://schemas.microsoft.com/office/drawing/2014/main" id="{EB037A0E-FC8B-4E99-9AEC-E5201FCB38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6" name="直線コネクタ 136615">
                      <a:extLst>
                        <a:ext uri="{FF2B5EF4-FFF2-40B4-BE49-F238E27FC236}">
                          <a16:creationId xmlns:a16="http://schemas.microsoft.com/office/drawing/2014/main" id="{340E9539-2BB1-44BD-9AA0-2219D25682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7" name="直線コネクタ 136616">
                      <a:extLst>
                        <a:ext uri="{FF2B5EF4-FFF2-40B4-BE49-F238E27FC236}">
                          <a16:creationId xmlns:a16="http://schemas.microsoft.com/office/drawing/2014/main" id="{DF5A80E7-EAC5-474A-AF3F-2E1A5657C9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8" name="直線コネクタ 136617">
                      <a:extLst>
                        <a:ext uri="{FF2B5EF4-FFF2-40B4-BE49-F238E27FC236}">
                          <a16:creationId xmlns:a16="http://schemas.microsoft.com/office/drawing/2014/main" id="{51C9DECB-3B11-4C38-B41E-DC38788083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19" name="直線コネクタ 136618">
                      <a:extLst>
                        <a:ext uri="{FF2B5EF4-FFF2-40B4-BE49-F238E27FC236}">
                          <a16:creationId xmlns:a16="http://schemas.microsoft.com/office/drawing/2014/main" id="{749DE3B1-4E72-4B92-8A29-05F3D7A3C7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0" name="直線コネクタ 136619">
                      <a:extLst>
                        <a:ext uri="{FF2B5EF4-FFF2-40B4-BE49-F238E27FC236}">
                          <a16:creationId xmlns:a16="http://schemas.microsoft.com/office/drawing/2014/main" id="{583EC347-DEA8-4B7D-9631-FC1DB87697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621" name="直線コネクタ 136620">
                      <a:extLst>
                        <a:ext uri="{FF2B5EF4-FFF2-40B4-BE49-F238E27FC236}">
                          <a16:creationId xmlns:a16="http://schemas.microsoft.com/office/drawing/2014/main" id="{81EA6D1A-4ADF-40A2-9049-6281D7A1C1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98" name="グループ化 135997">
                    <a:extLst>
                      <a:ext uri="{FF2B5EF4-FFF2-40B4-BE49-F238E27FC236}">
                        <a16:creationId xmlns:a16="http://schemas.microsoft.com/office/drawing/2014/main" id="{0B664B44-1448-4241-A871-1EBCB9F2C8A8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4447763" y="630559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6499" name="直線コネクタ 136498">
                      <a:extLst>
                        <a:ext uri="{FF2B5EF4-FFF2-40B4-BE49-F238E27FC236}">
                          <a16:creationId xmlns:a16="http://schemas.microsoft.com/office/drawing/2014/main" id="{A0084062-206A-4930-8329-0ED95FD258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0" name="直線コネクタ 136499">
                      <a:extLst>
                        <a:ext uri="{FF2B5EF4-FFF2-40B4-BE49-F238E27FC236}">
                          <a16:creationId xmlns:a16="http://schemas.microsoft.com/office/drawing/2014/main" id="{4CEA0A53-FE8B-4067-997A-7A45ECB68F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1" name="直線コネクタ 136500">
                      <a:extLst>
                        <a:ext uri="{FF2B5EF4-FFF2-40B4-BE49-F238E27FC236}">
                          <a16:creationId xmlns:a16="http://schemas.microsoft.com/office/drawing/2014/main" id="{3A0BE76D-A7FF-4D50-92C4-08ED3599D3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2" name="直線コネクタ 136501">
                      <a:extLst>
                        <a:ext uri="{FF2B5EF4-FFF2-40B4-BE49-F238E27FC236}">
                          <a16:creationId xmlns:a16="http://schemas.microsoft.com/office/drawing/2014/main" id="{5540F672-CAD6-4C73-B964-8FB1F9AA61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3" name="直線コネクタ 136502">
                      <a:extLst>
                        <a:ext uri="{FF2B5EF4-FFF2-40B4-BE49-F238E27FC236}">
                          <a16:creationId xmlns:a16="http://schemas.microsoft.com/office/drawing/2014/main" id="{FEA582EF-7DE2-4F23-81B4-2465B0E3ED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4" name="直線コネクタ 136503">
                      <a:extLst>
                        <a:ext uri="{FF2B5EF4-FFF2-40B4-BE49-F238E27FC236}">
                          <a16:creationId xmlns:a16="http://schemas.microsoft.com/office/drawing/2014/main" id="{D3ACEF01-228D-4359-A9C6-9FA30FC392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5" name="直線コネクタ 136504">
                      <a:extLst>
                        <a:ext uri="{FF2B5EF4-FFF2-40B4-BE49-F238E27FC236}">
                          <a16:creationId xmlns:a16="http://schemas.microsoft.com/office/drawing/2014/main" id="{1688B319-E52C-435E-AD8C-FE33C6D590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6" name="直線コネクタ 136505">
                      <a:extLst>
                        <a:ext uri="{FF2B5EF4-FFF2-40B4-BE49-F238E27FC236}">
                          <a16:creationId xmlns:a16="http://schemas.microsoft.com/office/drawing/2014/main" id="{7812EAA6-8698-4226-A0E7-288B980718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7" name="直線コネクタ 136506">
                      <a:extLst>
                        <a:ext uri="{FF2B5EF4-FFF2-40B4-BE49-F238E27FC236}">
                          <a16:creationId xmlns:a16="http://schemas.microsoft.com/office/drawing/2014/main" id="{253ADB53-7F74-4DC4-BF28-97ADACD3978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8" name="直線コネクタ 136507">
                      <a:extLst>
                        <a:ext uri="{FF2B5EF4-FFF2-40B4-BE49-F238E27FC236}">
                          <a16:creationId xmlns:a16="http://schemas.microsoft.com/office/drawing/2014/main" id="{A94D04CD-829C-4599-9995-48B8938884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09" name="直線コネクタ 136508">
                      <a:extLst>
                        <a:ext uri="{FF2B5EF4-FFF2-40B4-BE49-F238E27FC236}">
                          <a16:creationId xmlns:a16="http://schemas.microsoft.com/office/drawing/2014/main" id="{2F4B2490-0EFF-43ED-858D-DD04BCEE34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0" name="直線コネクタ 136509">
                      <a:extLst>
                        <a:ext uri="{FF2B5EF4-FFF2-40B4-BE49-F238E27FC236}">
                          <a16:creationId xmlns:a16="http://schemas.microsoft.com/office/drawing/2014/main" id="{EFCF7895-6FAE-4963-B45C-1D472BF825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1" name="直線コネクタ 136510">
                      <a:extLst>
                        <a:ext uri="{FF2B5EF4-FFF2-40B4-BE49-F238E27FC236}">
                          <a16:creationId xmlns:a16="http://schemas.microsoft.com/office/drawing/2014/main" id="{82C3475E-45CE-4613-B568-38CB0C5DC4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2" name="直線コネクタ 136511">
                      <a:extLst>
                        <a:ext uri="{FF2B5EF4-FFF2-40B4-BE49-F238E27FC236}">
                          <a16:creationId xmlns:a16="http://schemas.microsoft.com/office/drawing/2014/main" id="{90CF9606-E168-4D79-BE6A-5B09452CF3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3" name="直線コネクタ 136512">
                      <a:extLst>
                        <a:ext uri="{FF2B5EF4-FFF2-40B4-BE49-F238E27FC236}">
                          <a16:creationId xmlns:a16="http://schemas.microsoft.com/office/drawing/2014/main" id="{E38F6547-E443-4B4A-9519-CFAC182645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4" name="直線コネクタ 136513">
                      <a:extLst>
                        <a:ext uri="{FF2B5EF4-FFF2-40B4-BE49-F238E27FC236}">
                          <a16:creationId xmlns:a16="http://schemas.microsoft.com/office/drawing/2014/main" id="{4D517144-9CA8-469B-A7C6-9DF13563DE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5" name="直線コネクタ 136514">
                      <a:extLst>
                        <a:ext uri="{FF2B5EF4-FFF2-40B4-BE49-F238E27FC236}">
                          <a16:creationId xmlns:a16="http://schemas.microsoft.com/office/drawing/2014/main" id="{B82F725C-61C7-4120-8396-9F7C4CB8B8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6" name="直線コネクタ 136515">
                      <a:extLst>
                        <a:ext uri="{FF2B5EF4-FFF2-40B4-BE49-F238E27FC236}">
                          <a16:creationId xmlns:a16="http://schemas.microsoft.com/office/drawing/2014/main" id="{6D62F4F3-F790-4C7C-A068-90C0E921B5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7" name="直線コネクタ 136516">
                      <a:extLst>
                        <a:ext uri="{FF2B5EF4-FFF2-40B4-BE49-F238E27FC236}">
                          <a16:creationId xmlns:a16="http://schemas.microsoft.com/office/drawing/2014/main" id="{30EB9A49-3A7C-43BC-B1F1-41A10217AE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8" name="直線コネクタ 136517">
                      <a:extLst>
                        <a:ext uri="{FF2B5EF4-FFF2-40B4-BE49-F238E27FC236}">
                          <a16:creationId xmlns:a16="http://schemas.microsoft.com/office/drawing/2014/main" id="{FCD118DA-C651-4DF3-A86F-3E4AE8EE35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19" name="直線コネクタ 136518">
                      <a:extLst>
                        <a:ext uri="{FF2B5EF4-FFF2-40B4-BE49-F238E27FC236}">
                          <a16:creationId xmlns:a16="http://schemas.microsoft.com/office/drawing/2014/main" id="{0516C2E3-E30E-41D7-9836-B7D748300D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0" name="直線コネクタ 136519">
                      <a:extLst>
                        <a:ext uri="{FF2B5EF4-FFF2-40B4-BE49-F238E27FC236}">
                          <a16:creationId xmlns:a16="http://schemas.microsoft.com/office/drawing/2014/main" id="{19E915B2-13B1-4273-AEA0-EDAD9C3B4A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1" name="直線コネクタ 136520">
                      <a:extLst>
                        <a:ext uri="{FF2B5EF4-FFF2-40B4-BE49-F238E27FC236}">
                          <a16:creationId xmlns:a16="http://schemas.microsoft.com/office/drawing/2014/main" id="{330A038D-1438-4D2F-B194-536B6F74DC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2" name="直線コネクタ 136521">
                      <a:extLst>
                        <a:ext uri="{FF2B5EF4-FFF2-40B4-BE49-F238E27FC236}">
                          <a16:creationId xmlns:a16="http://schemas.microsoft.com/office/drawing/2014/main" id="{1B160BE6-A7DD-49DE-A120-C472103DC1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3" name="直線コネクタ 136522">
                      <a:extLst>
                        <a:ext uri="{FF2B5EF4-FFF2-40B4-BE49-F238E27FC236}">
                          <a16:creationId xmlns:a16="http://schemas.microsoft.com/office/drawing/2014/main" id="{AA137B54-A830-4386-84C5-B6F9F37A67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4" name="直線コネクタ 136523">
                      <a:extLst>
                        <a:ext uri="{FF2B5EF4-FFF2-40B4-BE49-F238E27FC236}">
                          <a16:creationId xmlns:a16="http://schemas.microsoft.com/office/drawing/2014/main" id="{5A88DFF3-398E-48C0-908F-9F47918EBA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5" name="直線コネクタ 136524">
                      <a:extLst>
                        <a:ext uri="{FF2B5EF4-FFF2-40B4-BE49-F238E27FC236}">
                          <a16:creationId xmlns:a16="http://schemas.microsoft.com/office/drawing/2014/main" id="{7FFC0A50-89D3-467E-9DC2-D46BC6B283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6" name="直線コネクタ 136525">
                      <a:extLst>
                        <a:ext uri="{FF2B5EF4-FFF2-40B4-BE49-F238E27FC236}">
                          <a16:creationId xmlns:a16="http://schemas.microsoft.com/office/drawing/2014/main" id="{9F05C2C1-718B-4498-904B-C30ACF8F70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7" name="直線コネクタ 136526">
                      <a:extLst>
                        <a:ext uri="{FF2B5EF4-FFF2-40B4-BE49-F238E27FC236}">
                          <a16:creationId xmlns:a16="http://schemas.microsoft.com/office/drawing/2014/main" id="{8C9902C0-2380-43DD-85A8-9CAC891398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8" name="直線コネクタ 136527">
                      <a:extLst>
                        <a:ext uri="{FF2B5EF4-FFF2-40B4-BE49-F238E27FC236}">
                          <a16:creationId xmlns:a16="http://schemas.microsoft.com/office/drawing/2014/main" id="{F38FFBC9-310A-45AA-A330-CE1723E277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29" name="直線コネクタ 136528">
                      <a:extLst>
                        <a:ext uri="{FF2B5EF4-FFF2-40B4-BE49-F238E27FC236}">
                          <a16:creationId xmlns:a16="http://schemas.microsoft.com/office/drawing/2014/main" id="{2A368924-24DF-4C8B-B7EC-F4F12747C1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0" name="直線コネクタ 136529">
                      <a:extLst>
                        <a:ext uri="{FF2B5EF4-FFF2-40B4-BE49-F238E27FC236}">
                          <a16:creationId xmlns:a16="http://schemas.microsoft.com/office/drawing/2014/main" id="{916247B0-6939-476A-B892-AE9880963D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1" name="直線コネクタ 136530">
                      <a:extLst>
                        <a:ext uri="{FF2B5EF4-FFF2-40B4-BE49-F238E27FC236}">
                          <a16:creationId xmlns:a16="http://schemas.microsoft.com/office/drawing/2014/main" id="{ABEECAD7-AEF1-4E14-BC02-A37B617B5B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2" name="直線コネクタ 136531">
                      <a:extLst>
                        <a:ext uri="{FF2B5EF4-FFF2-40B4-BE49-F238E27FC236}">
                          <a16:creationId xmlns:a16="http://schemas.microsoft.com/office/drawing/2014/main" id="{047EB9F1-EAF0-4664-ACDD-0065C9AE22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3" name="直線コネクタ 136532">
                      <a:extLst>
                        <a:ext uri="{FF2B5EF4-FFF2-40B4-BE49-F238E27FC236}">
                          <a16:creationId xmlns:a16="http://schemas.microsoft.com/office/drawing/2014/main" id="{FCB3DE1F-6F76-4762-8878-B2DF6C4183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4" name="直線コネクタ 136533">
                      <a:extLst>
                        <a:ext uri="{FF2B5EF4-FFF2-40B4-BE49-F238E27FC236}">
                          <a16:creationId xmlns:a16="http://schemas.microsoft.com/office/drawing/2014/main" id="{C69A407A-937C-4686-9EC0-BB18303B62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5" name="直線コネクタ 136534">
                      <a:extLst>
                        <a:ext uri="{FF2B5EF4-FFF2-40B4-BE49-F238E27FC236}">
                          <a16:creationId xmlns:a16="http://schemas.microsoft.com/office/drawing/2014/main" id="{40F224DD-57E6-4F5F-843C-7DEAEC8386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6" name="直線コネクタ 136535">
                      <a:extLst>
                        <a:ext uri="{FF2B5EF4-FFF2-40B4-BE49-F238E27FC236}">
                          <a16:creationId xmlns:a16="http://schemas.microsoft.com/office/drawing/2014/main" id="{EA0577D9-9FE0-41B2-970C-CD71C678F9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7" name="直線コネクタ 136536">
                      <a:extLst>
                        <a:ext uri="{FF2B5EF4-FFF2-40B4-BE49-F238E27FC236}">
                          <a16:creationId xmlns:a16="http://schemas.microsoft.com/office/drawing/2014/main" id="{E321F297-DA3F-4B49-B32B-4A2FDDBF13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8" name="直線コネクタ 136537">
                      <a:extLst>
                        <a:ext uri="{FF2B5EF4-FFF2-40B4-BE49-F238E27FC236}">
                          <a16:creationId xmlns:a16="http://schemas.microsoft.com/office/drawing/2014/main" id="{35E517CB-BC45-4A4E-8823-191E3732BD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39" name="直線コネクタ 136538">
                      <a:extLst>
                        <a:ext uri="{FF2B5EF4-FFF2-40B4-BE49-F238E27FC236}">
                          <a16:creationId xmlns:a16="http://schemas.microsoft.com/office/drawing/2014/main" id="{CDC59B72-10D4-46FA-84B7-1D00C89C55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0" name="直線コネクタ 136539">
                      <a:extLst>
                        <a:ext uri="{FF2B5EF4-FFF2-40B4-BE49-F238E27FC236}">
                          <a16:creationId xmlns:a16="http://schemas.microsoft.com/office/drawing/2014/main" id="{CB088290-B91D-42F0-A421-006B969520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1" name="直線コネクタ 136540">
                      <a:extLst>
                        <a:ext uri="{FF2B5EF4-FFF2-40B4-BE49-F238E27FC236}">
                          <a16:creationId xmlns:a16="http://schemas.microsoft.com/office/drawing/2014/main" id="{42EA6746-9730-4716-B156-C5FEF5F40C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2" name="直線コネクタ 136541">
                      <a:extLst>
                        <a:ext uri="{FF2B5EF4-FFF2-40B4-BE49-F238E27FC236}">
                          <a16:creationId xmlns:a16="http://schemas.microsoft.com/office/drawing/2014/main" id="{5B160821-E62D-4262-8B50-D9E8062591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3" name="直線コネクタ 136542">
                      <a:extLst>
                        <a:ext uri="{FF2B5EF4-FFF2-40B4-BE49-F238E27FC236}">
                          <a16:creationId xmlns:a16="http://schemas.microsoft.com/office/drawing/2014/main" id="{7131995F-5D64-497D-B8B8-56382923B3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4" name="直線コネクタ 136543">
                      <a:extLst>
                        <a:ext uri="{FF2B5EF4-FFF2-40B4-BE49-F238E27FC236}">
                          <a16:creationId xmlns:a16="http://schemas.microsoft.com/office/drawing/2014/main" id="{58888A52-C389-4451-86BA-209D4541D5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5" name="直線コネクタ 136544">
                      <a:extLst>
                        <a:ext uri="{FF2B5EF4-FFF2-40B4-BE49-F238E27FC236}">
                          <a16:creationId xmlns:a16="http://schemas.microsoft.com/office/drawing/2014/main" id="{54F88394-B9F7-4A63-B1DC-8094F1005D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6" name="直線コネクタ 136545">
                      <a:extLst>
                        <a:ext uri="{FF2B5EF4-FFF2-40B4-BE49-F238E27FC236}">
                          <a16:creationId xmlns:a16="http://schemas.microsoft.com/office/drawing/2014/main" id="{012B4A6F-B5AA-432E-B109-F5ABBEC90C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7" name="直線コネクタ 136546">
                      <a:extLst>
                        <a:ext uri="{FF2B5EF4-FFF2-40B4-BE49-F238E27FC236}">
                          <a16:creationId xmlns:a16="http://schemas.microsoft.com/office/drawing/2014/main" id="{3CE464ED-2724-480A-BD60-131D095800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8" name="直線コネクタ 136547">
                      <a:extLst>
                        <a:ext uri="{FF2B5EF4-FFF2-40B4-BE49-F238E27FC236}">
                          <a16:creationId xmlns:a16="http://schemas.microsoft.com/office/drawing/2014/main" id="{8C053A69-A167-45CE-A88B-B0455A4564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49" name="直線コネクタ 136548">
                      <a:extLst>
                        <a:ext uri="{FF2B5EF4-FFF2-40B4-BE49-F238E27FC236}">
                          <a16:creationId xmlns:a16="http://schemas.microsoft.com/office/drawing/2014/main" id="{3B98963C-C3C1-4466-9439-51007A0882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0" name="直線コネクタ 136549">
                      <a:extLst>
                        <a:ext uri="{FF2B5EF4-FFF2-40B4-BE49-F238E27FC236}">
                          <a16:creationId xmlns:a16="http://schemas.microsoft.com/office/drawing/2014/main" id="{DFA0633F-0515-481B-A4ED-CCF1A68509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1" name="直線コネクタ 136550">
                      <a:extLst>
                        <a:ext uri="{FF2B5EF4-FFF2-40B4-BE49-F238E27FC236}">
                          <a16:creationId xmlns:a16="http://schemas.microsoft.com/office/drawing/2014/main" id="{4AA39F4C-AB97-4FEE-8F71-9F059F7A7E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2" name="直線コネクタ 136551">
                      <a:extLst>
                        <a:ext uri="{FF2B5EF4-FFF2-40B4-BE49-F238E27FC236}">
                          <a16:creationId xmlns:a16="http://schemas.microsoft.com/office/drawing/2014/main" id="{A14A0A65-C4A4-4522-AA1F-C1E8628AA6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3" name="直線コネクタ 136552">
                      <a:extLst>
                        <a:ext uri="{FF2B5EF4-FFF2-40B4-BE49-F238E27FC236}">
                          <a16:creationId xmlns:a16="http://schemas.microsoft.com/office/drawing/2014/main" id="{986D58BB-B538-4360-A78F-50D5D05C9B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4" name="直線コネクタ 136553">
                      <a:extLst>
                        <a:ext uri="{FF2B5EF4-FFF2-40B4-BE49-F238E27FC236}">
                          <a16:creationId xmlns:a16="http://schemas.microsoft.com/office/drawing/2014/main" id="{E9B6C870-E2A9-40B5-B71D-502CB61DE0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5" name="直線コネクタ 136554">
                      <a:extLst>
                        <a:ext uri="{FF2B5EF4-FFF2-40B4-BE49-F238E27FC236}">
                          <a16:creationId xmlns:a16="http://schemas.microsoft.com/office/drawing/2014/main" id="{59E11426-E86F-4F61-81AB-28D0AE7461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6" name="直線コネクタ 136555">
                      <a:extLst>
                        <a:ext uri="{FF2B5EF4-FFF2-40B4-BE49-F238E27FC236}">
                          <a16:creationId xmlns:a16="http://schemas.microsoft.com/office/drawing/2014/main" id="{01829820-EA87-47B2-ACF8-AD33F502D4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7" name="直線コネクタ 136556">
                      <a:extLst>
                        <a:ext uri="{FF2B5EF4-FFF2-40B4-BE49-F238E27FC236}">
                          <a16:creationId xmlns:a16="http://schemas.microsoft.com/office/drawing/2014/main" id="{60325E19-0D3D-4FB7-9E45-43E51D40F3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558" name="直線コネクタ 136557">
                      <a:extLst>
                        <a:ext uri="{FF2B5EF4-FFF2-40B4-BE49-F238E27FC236}">
                          <a16:creationId xmlns:a16="http://schemas.microsoft.com/office/drawing/2014/main" id="{47BCF97F-312E-4D2F-B795-CAA4DF8CF6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99" name="グループ化 135998">
                    <a:extLst>
                      <a:ext uri="{FF2B5EF4-FFF2-40B4-BE49-F238E27FC236}">
                        <a16:creationId xmlns:a16="http://schemas.microsoft.com/office/drawing/2014/main" id="{D58EB397-2EA0-46B5-85A7-29EB86EE43E1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919281" y="356544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6436" name="直線コネクタ 136435">
                      <a:extLst>
                        <a:ext uri="{FF2B5EF4-FFF2-40B4-BE49-F238E27FC236}">
                          <a16:creationId xmlns:a16="http://schemas.microsoft.com/office/drawing/2014/main" id="{CA20A4B2-093D-45EC-A653-4FABBE1F9A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7" name="直線コネクタ 136436">
                      <a:extLst>
                        <a:ext uri="{FF2B5EF4-FFF2-40B4-BE49-F238E27FC236}">
                          <a16:creationId xmlns:a16="http://schemas.microsoft.com/office/drawing/2014/main" id="{FD2299F7-E8AF-48A5-9ECF-3AE69D4D2F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8" name="直線コネクタ 136437">
                      <a:extLst>
                        <a:ext uri="{FF2B5EF4-FFF2-40B4-BE49-F238E27FC236}">
                          <a16:creationId xmlns:a16="http://schemas.microsoft.com/office/drawing/2014/main" id="{C1559065-07C8-434A-9715-D3F1C3EDDB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9" name="直線コネクタ 136438">
                      <a:extLst>
                        <a:ext uri="{FF2B5EF4-FFF2-40B4-BE49-F238E27FC236}">
                          <a16:creationId xmlns:a16="http://schemas.microsoft.com/office/drawing/2014/main" id="{F6D4D198-1433-4740-AFBB-8A59A2E22A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0" name="直線コネクタ 136439">
                      <a:extLst>
                        <a:ext uri="{FF2B5EF4-FFF2-40B4-BE49-F238E27FC236}">
                          <a16:creationId xmlns:a16="http://schemas.microsoft.com/office/drawing/2014/main" id="{4F89A74E-3758-49C0-B93C-E155B8502E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1" name="直線コネクタ 136440">
                      <a:extLst>
                        <a:ext uri="{FF2B5EF4-FFF2-40B4-BE49-F238E27FC236}">
                          <a16:creationId xmlns:a16="http://schemas.microsoft.com/office/drawing/2014/main" id="{1655501C-568A-47A8-A92B-C4D88608C0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2" name="直線コネクタ 136441">
                      <a:extLst>
                        <a:ext uri="{FF2B5EF4-FFF2-40B4-BE49-F238E27FC236}">
                          <a16:creationId xmlns:a16="http://schemas.microsoft.com/office/drawing/2014/main" id="{435778A0-9D59-45A4-B132-621293049F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3" name="直線コネクタ 136442">
                      <a:extLst>
                        <a:ext uri="{FF2B5EF4-FFF2-40B4-BE49-F238E27FC236}">
                          <a16:creationId xmlns:a16="http://schemas.microsoft.com/office/drawing/2014/main" id="{90D2F937-2BA0-4D08-9F35-600C1A2354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4" name="直線コネクタ 136443">
                      <a:extLst>
                        <a:ext uri="{FF2B5EF4-FFF2-40B4-BE49-F238E27FC236}">
                          <a16:creationId xmlns:a16="http://schemas.microsoft.com/office/drawing/2014/main" id="{D294D8CF-B60E-4DF7-9533-48E16827DF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5" name="直線コネクタ 136444">
                      <a:extLst>
                        <a:ext uri="{FF2B5EF4-FFF2-40B4-BE49-F238E27FC236}">
                          <a16:creationId xmlns:a16="http://schemas.microsoft.com/office/drawing/2014/main" id="{ECE2DCC6-A3B4-44F0-8EF7-BE13BCC7CA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6" name="直線コネクタ 136445">
                      <a:extLst>
                        <a:ext uri="{FF2B5EF4-FFF2-40B4-BE49-F238E27FC236}">
                          <a16:creationId xmlns:a16="http://schemas.microsoft.com/office/drawing/2014/main" id="{86CF13B7-87DD-468C-AA3F-FA78A19BCE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7" name="直線コネクタ 136446">
                      <a:extLst>
                        <a:ext uri="{FF2B5EF4-FFF2-40B4-BE49-F238E27FC236}">
                          <a16:creationId xmlns:a16="http://schemas.microsoft.com/office/drawing/2014/main" id="{2B22BC99-8F7C-4E4A-BF8C-BD8B63D2F4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8" name="直線コネクタ 136447">
                      <a:extLst>
                        <a:ext uri="{FF2B5EF4-FFF2-40B4-BE49-F238E27FC236}">
                          <a16:creationId xmlns:a16="http://schemas.microsoft.com/office/drawing/2014/main" id="{8357990F-F4C0-426D-820E-4792C17364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49" name="直線コネクタ 136448">
                      <a:extLst>
                        <a:ext uri="{FF2B5EF4-FFF2-40B4-BE49-F238E27FC236}">
                          <a16:creationId xmlns:a16="http://schemas.microsoft.com/office/drawing/2014/main" id="{119A6ECC-09B0-4F65-9ACE-95FC1E23B8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0" name="直線コネクタ 136449">
                      <a:extLst>
                        <a:ext uri="{FF2B5EF4-FFF2-40B4-BE49-F238E27FC236}">
                          <a16:creationId xmlns:a16="http://schemas.microsoft.com/office/drawing/2014/main" id="{4DB4E2D6-FBF5-4FEE-90A7-B30898A498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1" name="直線コネクタ 136450">
                      <a:extLst>
                        <a:ext uri="{FF2B5EF4-FFF2-40B4-BE49-F238E27FC236}">
                          <a16:creationId xmlns:a16="http://schemas.microsoft.com/office/drawing/2014/main" id="{68496F3A-0FF2-452E-9AAA-250452AEAD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2" name="直線コネクタ 136451">
                      <a:extLst>
                        <a:ext uri="{FF2B5EF4-FFF2-40B4-BE49-F238E27FC236}">
                          <a16:creationId xmlns:a16="http://schemas.microsoft.com/office/drawing/2014/main" id="{DEF9C7D0-5576-4B0E-B709-9F76EA76ED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3" name="直線コネクタ 136452">
                      <a:extLst>
                        <a:ext uri="{FF2B5EF4-FFF2-40B4-BE49-F238E27FC236}">
                          <a16:creationId xmlns:a16="http://schemas.microsoft.com/office/drawing/2014/main" id="{C3D32F9C-5B9E-496A-B7E3-011A199575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4" name="直線コネクタ 136453">
                      <a:extLst>
                        <a:ext uri="{FF2B5EF4-FFF2-40B4-BE49-F238E27FC236}">
                          <a16:creationId xmlns:a16="http://schemas.microsoft.com/office/drawing/2014/main" id="{902FA03C-A3BE-4AD2-ABF9-C3729EA401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5" name="直線コネクタ 136454">
                      <a:extLst>
                        <a:ext uri="{FF2B5EF4-FFF2-40B4-BE49-F238E27FC236}">
                          <a16:creationId xmlns:a16="http://schemas.microsoft.com/office/drawing/2014/main" id="{E62F5D4D-BD74-40A1-818D-328142CD72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6" name="直線コネクタ 136455">
                      <a:extLst>
                        <a:ext uri="{FF2B5EF4-FFF2-40B4-BE49-F238E27FC236}">
                          <a16:creationId xmlns:a16="http://schemas.microsoft.com/office/drawing/2014/main" id="{2B6BB3B1-045B-4D91-9215-8E0CDA1C7E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7" name="直線コネクタ 136456">
                      <a:extLst>
                        <a:ext uri="{FF2B5EF4-FFF2-40B4-BE49-F238E27FC236}">
                          <a16:creationId xmlns:a16="http://schemas.microsoft.com/office/drawing/2014/main" id="{831BBCB6-B2B5-4713-ACF5-C906A8036A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8" name="直線コネクタ 136457">
                      <a:extLst>
                        <a:ext uri="{FF2B5EF4-FFF2-40B4-BE49-F238E27FC236}">
                          <a16:creationId xmlns:a16="http://schemas.microsoft.com/office/drawing/2014/main" id="{18F0B590-1F85-40E0-AAA7-19AC549A14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59" name="直線コネクタ 136458">
                      <a:extLst>
                        <a:ext uri="{FF2B5EF4-FFF2-40B4-BE49-F238E27FC236}">
                          <a16:creationId xmlns:a16="http://schemas.microsoft.com/office/drawing/2014/main" id="{4E3C9316-9BFB-497D-B294-3E5903536C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0" name="直線コネクタ 136459">
                      <a:extLst>
                        <a:ext uri="{FF2B5EF4-FFF2-40B4-BE49-F238E27FC236}">
                          <a16:creationId xmlns:a16="http://schemas.microsoft.com/office/drawing/2014/main" id="{26A6ECF8-01FD-4551-8968-EC1A02AB96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1" name="直線コネクタ 136460">
                      <a:extLst>
                        <a:ext uri="{FF2B5EF4-FFF2-40B4-BE49-F238E27FC236}">
                          <a16:creationId xmlns:a16="http://schemas.microsoft.com/office/drawing/2014/main" id="{DEAAFD4C-8F3D-45C7-9548-77B654B693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2" name="直線コネクタ 136461">
                      <a:extLst>
                        <a:ext uri="{FF2B5EF4-FFF2-40B4-BE49-F238E27FC236}">
                          <a16:creationId xmlns:a16="http://schemas.microsoft.com/office/drawing/2014/main" id="{24B824F4-25D1-46E1-A879-4E6A241BC5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3" name="直線コネクタ 136462">
                      <a:extLst>
                        <a:ext uri="{FF2B5EF4-FFF2-40B4-BE49-F238E27FC236}">
                          <a16:creationId xmlns:a16="http://schemas.microsoft.com/office/drawing/2014/main" id="{8DEE644F-7946-410F-A55D-DA52E78C2D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4" name="直線コネクタ 136463">
                      <a:extLst>
                        <a:ext uri="{FF2B5EF4-FFF2-40B4-BE49-F238E27FC236}">
                          <a16:creationId xmlns:a16="http://schemas.microsoft.com/office/drawing/2014/main" id="{DC99D9F8-65C1-4636-ABAE-0408539968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5" name="直線コネクタ 136464">
                      <a:extLst>
                        <a:ext uri="{FF2B5EF4-FFF2-40B4-BE49-F238E27FC236}">
                          <a16:creationId xmlns:a16="http://schemas.microsoft.com/office/drawing/2014/main" id="{A3D0D63B-77F5-40E8-9F90-F615C61498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6" name="直線コネクタ 136465">
                      <a:extLst>
                        <a:ext uri="{FF2B5EF4-FFF2-40B4-BE49-F238E27FC236}">
                          <a16:creationId xmlns:a16="http://schemas.microsoft.com/office/drawing/2014/main" id="{3BB3B267-5DB7-4BF7-8829-5469FEDA45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7" name="直線コネクタ 136466">
                      <a:extLst>
                        <a:ext uri="{FF2B5EF4-FFF2-40B4-BE49-F238E27FC236}">
                          <a16:creationId xmlns:a16="http://schemas.microsoft.com/office/drawing/2014/main" id="{32AF63CB-EA9F-48B2-9CDA-F8F617A754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8" name="直線コネクタ 136467">
                      <a:extLst>
                        <a:ext uri="{FF2B5EF4-FFF2-40B4-BE49-F238E27FC236}">
                          <a16:creationId xmlns:a16="http://schemas.microsoft.com/office/drawing/2014/main" id="{61CB1F4B-3AA7-4DD1-9A3C-C96BAACEA0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69" name="直線コネクタ 136468">
                      <a:extLst>
                        <a:ext uri="{FF2B5EF4-FFF2-40B4-BE49-F238E27FC236}">
                          <a16:creationId xmlns:a16="http://schemas.microsoft.com/office/drawing/2014/main" id="{77A3AE87-EBCE-43C0-8A2E-73652FFBB3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0" name="直線コネクタ 136469">
                      <a:extLst>
                        <a:ext uri="{FF2B5EF4-FFF2-40B4-BE49-F238E27FC236}">
                          <a16:creationId xmlns:a16="http://schemas.microsoft.com/office/drawing/2014/main" id="{807C927B-962F-4373-96B1-3A41165C56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1" name="直線コネクタ 136470">
                      <a:extLst>
                        <a:ext uri="{FF2B5EF4-FFF2-40B4-BE49-F238E27FC236}">
                          <a16:creationId xmlns:a16="http://schemas.microsoft.com/office/drawing/2014/main" id="{58ACC56F-0823-4479-B503-E7593F2720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2" name="直線コネクタ 136471">
                      <a:extLst>
                        <a:ext uri="{FF2B5EF4-FFF2-40B4-BE49-F238E27FC236}">
                          <a16:creationId xmlns:a16="http://schemas.microsoft.com/office/drawing/2014/main" id="{33F05B9B-DF79-49C4-99CB-0997D49148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3" name="直線コネクタ 136472">
                      <a:extLst>
                        <a:ext uri="{FF2B5EF4-FFF2-40B4-BE49-F238E27FC236}">
                          <a16:creationId xmlns:a16="http://schemas.microsoft.com/office/drawing/2014/main" id="{A0DC325A-BFEC-4FDA-8CE4-5026F433D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4" name="直線コネクタ 136473">
                      <a:extLst>
                        <a:ext uri="{FF2B5EF4-FFF2-40B4-BE49-F238E27FC236}">
                          <a16:creationId xmlns:a16="http://schemas.microsoft.com/office/drawing/2014/main" id="{D3F3225A-25C0-43A5-AA73-EB279364A0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5" name="直線コネクタ 136474">
                      <a:extLst>
                        <a:ext uri="{FF2B5EF4-FFF2-40B4-BE49-F238E27FC236}">
                          <a16:creationId xmlns:a16="http://schemas.microsoft.com/office/drawing/2014/main" id="{50C5C5FB-2B90-469C-BF7D-D9DF83A253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6" name="直線コネクタ 136475">
                      <a:extLst>
                        <a:ext uri="{FF2B5EF4-FFF2-40B4-BE49-F238E27FC236}">
                          <a16:creationId xmlns:a16="http://schemas.microsoft.com/office/drawing/2014/main" id="{FD4F27C7-0E88-49A9-A55B-8855A9258B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7" name="直線コネクタ 136476">
                      <a:extLst>
                        <a:ext uri="{FF2B5EF4-FFF2-40B4-BE49-F238E27FC236}">
                          <a16:creationId xmlns:a16="http://schemas.microsoft.com/office/drawing/2014/main" id="{C795F7EC-A92A-4383-84B8-5EB82F8D11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8" name="直線コネクタ 136477">
                      <a:extLst>
                        <a:ext uri="{FF2B5EF4-FFF2-40B4-BE49-F238E27FC236}">
                          <a16:creationId xmlns:a16="http://schemas.microsoft.com/office/drawing/2014/main" id="{7E59DB76-0EED-4D3F-9242-DC8AB04278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79" name="直線コネクタ 136478">
                      <a:extLst>
                        <a:ext uri="{FF2B5EF4-FFF2-40B4-BE49-F238E27FC236}">
                          <a16:creationId xmlns:a16="http://schemas.microsoft.com/office/drawing/2014/main" id="{70B7A95E-0BC6-4C6E-B654-F498A80E72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0" name="直線コネクタ 136479">
                      <a:extLst>
                        <a:ext uri="{FF2B5EF4-FFF2-40B4-BE49-F238E27FC236}">
                          <a16:creationId xmlns:a16="http://schemas.microsoft.com/office/drawing/2014/main" id="{45942AE0-E647-45AE-8B9F-44EAAE0BEC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1" name="直線コネクタ 136480">
                      <a:extLst>
                        <a:ext uri="{FF2B5EF4-FFF2-40B4-BE49-F238E27FC236}">
                          <a16:creationId xmlns:a16="http://schemas.microsoft.com/office/drawing/2014/main" id="{662EF24E-5AD8-4CCC-9767-7A298035B1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2" name="直線コネクタ 136481">
                      <a:extLst>
                        <a:ext uri="{FF2B5EF4-FFF2-40B4-BE49-F238E27FC236}">
                          <a16:creationId xmlns:a16="http://schemas.microsoft.com/office/drawing/2014/main" id="{7491D21D-FA39-4743-A542-F32A843CC5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3" name="直線コネクタ 136482">
                      <a:extLst>
                        <a:ext uri="{FF2B5EF4-FFF2-40B4-BE49-F238E27FC236}">
                          <a16:creationId xmlns:a16="http://schemas.microsoft.com/office/drawing/2014/main" id="{76E09925-B93D-4367-92C6-21E9339833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4" name="直線コネクタ 136483">
                      <a:extLst>
                        <a:ext uri="{FF2B5EF4-FFF2-40B4-BE49-F238E27FC236}">
                          <a16:creationId xmlns:a16="http://schemas.microsoft.com/office/drawing/2014/main" id="{9CEC4672-44D7-46C5-BCA3-1D44FBE7DC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5" name="直線コネクタ 136484">
                      <a:extLst>
                        <a:ext uri="{FF2B5EF4-FFF2-40B4-BE49-F238E27FC236}">
                          <a16:creationId xmlns:a16="http://schemas.microsoft.com/office/drawing/2014/main" id="{0FE6B511-9665-4004-8EA3-139530E317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6" name="直線コネクタ 136485">
                      <a:extLst>
                        <a:ext uri="{FF2B5EF4-FFF2-40B4-BE49-F238E27FC236}">
                          <a16:creationId xmlns:a16="http://schemas.microsoft.com/office/drawing/2014/main" id="{15B87AC2-2654-4092-9FAF-B79D03CBFF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7" name="直線コネクタ 136486">
                      <a:extLst>
                        <a:ext uri="{FF2B5EF4-FFF2-40B4-BE49-F238E27FC236}">
                          <a16:creationId xmlns:a16="http://schemas.microsoft.com/office/drawing/2014/main" id="{56790604-EC5A-4CDA-B8BD-62487EC293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8" name="直線コネクタ 136487">
                      <a:extLst>
                        <a:ext uri="{FF2B5EF4-FFF2-40B4-BE49-F238E27FC236}">
                          <a16:creationId xmlns:a16="http://schemas.microsoft.com/office/drawing/2014/main" id="{222E01D2-0C6B-4C35-A0FD-A323839E55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89" name="直線コネクタ 136488">
                      <a:extLst>
                        <a:ext uri="{FF2B5EF4-FFF2-40B4-BE49-F238E27FC236}">
                          <a16:creationId xmlns:a16="http://schemas.microsoft.com/office/drawing/2014/main" id="{1A472A69-1CFA-487B-B73E-D53E95F60C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0" name="直線コネクタ 136489">
                      <a:extLst>
                        <a:ext uri="{FF2B5EF4-FFF2-40B4-BE49-F238E27FC236}">
                          <a16:creationId xmlns:a16="http://schemas.microsoft.com/office/drawing/2014/main" id="{A5620092-E0FE-4CA8-BC5E-0226A432E4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1" name="直線コネクタ 136490">
                      <a:extLst>
                        <a:ext uri="{FF2B5EF4-FFF2-40B4-BE49-F238E27FC236}">
                          <a16:creationId xmlns:a16="http://schemas.microsoft.com/office/drawing/2014/main" id="{127CCE27-6682-4CDA-9ABC-9D7CA674EF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2" name="直線コネクタ 136491">
                      <a:extLst>
                        <a:ext uri="{FF2B5EF4-FFF2-40B4-BE49-F238E27FC236}">
                          <a16:creationId xmlns:a16="http://schemas.microsoft.com/office/drawing/2014/main" id="{B2AE6F42-A306-46B8-AB0D-074C0A653E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3" name="直線コネクタ 136492">
                      <a:extLst>
                        <a:ext uri="{FF2B5EF4-FFF2-40B4-BE49-F238E27FC236}">
                          <a16:creationId xmlns:a16="http://schemas.microsoft.com/office/drawing/2014/main" id="{3C4B5FF5-E1C6-437D-8D8D-EEF3C76708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4" name="直線コネクタ 136493">
                      <a:extLst>
                        <a:ext uri="{FF2B5EF4-FFF2-40B4-BE49-F238E27FC236}">
                          <a16:creationId xmlns:a16="http://schemas.microsoft.com/office/drawing/2014/main" id="{D3CE77DC-77FD-4E63-9A27-AEFEB7575D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5" name="直線コネクタ 136494">
                      <a:extLst>
                        <a:ext uri="{FF2B5EF4-FFF2-40B4-BE49-F238E27FC236}">
                          <a16:creationId xmlns:a16="http://schemas.microsoft.com/office/drawing/2014/main" id="{27D95377-D4D3-48B6-BC48-4DE2F760C4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6" name="直線コネクタ 136495">
                      <a:extLst>
                        <a:ext uri="{FF2B5EF4-FFF2-40B4-BE49-F238E27FC236}">
                          <a16:creationId xmlns:a16="http://schemas.microsoft.com/office/drawing/2014/main" id="{F1F762C1-37EF-443B-8030-E2B21E47E7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7" name="直線コネクタ 136496">
                      <a:extLst>
                        <a:ext uri="{FF2B5EF4-FFF2-40B4-BE49-F238E27FC236}">
                          <a16:creationId xmlns:a16="http://schemas.microsoft.com/office/drawing/2014/main" id="{61F43FC9-2EE2-4D92-91CA-ED1E2BF38E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98" name="直線コネクタ 136497">
                      <a:extLst>
                        <a:ext uri="{FF2B5EF4-FFF2-40B4-BE49-F238E27FC236}">
                          <a16:creationId xmlns:a16="http://schemas.microsoft.com/office/drawing/2014/main" id="{ED85AA2F-C45B-4C45-82FD-7B3B35876C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6000" name="グループ化 135999">
                    <a:extLst>
                      <a:ext uri="{FF2B5EF4-FFF2-40B4-BE49-F238E27FC236}">
                        <a16:creationId xmlns:a16="http://schemas.microsoft.com/office/drawing/2014/main" id="{0CFCCF9F-225E-4B9F-9B57-F89BBACE0DFA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233060" y="364962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6376" name="直線コネクタ 136375">
                      <a:extLst>
                        <a:ext uri="{FF2B5EF4-FFF2-40B4-BE49-F238E27FC236}">
                          <a16:creationId xmlns:a16="http://schemas.microsoft.com/office/drawing/2014/main" id="{7D7A1BC5-888F-4F5A-85C7-5FDAF95E03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7" name="直線コネクタ 136376">
                      <a:extLst>
                        <a:ext uri="{FF2B5EF4-FFF2-40B4-BE49-F238E27FC236}">
                          <a16:creationId xmlns:a16="http://schemas.microsoft.com/office/drawing/2014/main" id="{FB1B4888-15DF-4939-884A-1B626CBD7D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8" name="直線コネクタ 136377">
                      <a:extLst>
                        <a:ext uri="{FF2B5EF4-FFF2-40B4-BE49-F238E27FC236}">
                          <a16:creationId xmlns:a16="http://schemas.microsoft.com/office/drawing/2014/main" id="{20DD9094-95E2-4C76-A2C6-04A28CE08E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9" name="直線コネクタ 136378">
                      <a:extLst>
                        <a:ext uri="{FF2B5EF4-FFF2-40B4-BE49-F238E27FC236}">
                          <a16:creationId xmlns:a16="http://schemas.microsoft.com/office/drawing/2014/main" id="{FD47D70B-3C77-470D-9F95-39D8344ECC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0" name="直線コネクタ 136379">
                      <a:extLst>
                        <a:ext uri="{FF2B5EF4-FFF2-40B4-BE49-F238E27FC236}">
                          <a16:creationId xmlns:a16="http://schemas.microsoft.com/office/drawing/2014/main" id="{7805E30C-95B9-4DC1-A682-A0D1E09501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1" name="直線コネクタ 136380">
                      <a:extLst>
                        <a:ext uri="{FF2B5EF4-FFF2-40B4-BE49-F238E27FC236}">
                          <a16:creationId xmlns:a16="http://schemas.microsoft.com/office/drawing/2014/main" id="{5B70B6EE-313B-4089-ACC3-0E0B9D20E3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2" name="直線コネクタ 136381">
                      <a:extLst>
                        <a:ext uri="{FF2B5EF4-FFF2-40B4-BE49-F238E27FC236}">
                          <a16:creationId xmlns:a16="http://schemas.microsoft.com/office/drawing/2014/main" id="{CC82A5CC-9932-4DE6-A75A-BEE86CE507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3" name="直線コネクタ 136382">
                      <a:extLst>
                        <a:ext uri="{FF2B5EF4-FFF2-40B4-BE49-F238E27FC236}">
                          <a16:creationId xmlns:a16="http://schemas.microsoft.com/office/drawing/2014/main" id="{1B78DD93-D6E8-4564-AB70-399C187CC7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4" name="直線コネクタ 136383">
                      <a:extLst>
                        <a:ext uri="{FF2B5EF4-FFF2-40B4-BE49-F238E27FC236}">
                          <a16:creationId xmlns:a16="http://schemas.microsoft.com/office/drawing/2014/main" id="{AB0F12D0-62B3-40C0-BA98-CE017F201A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5" name="直線コネクタ 136384">
                      <a:extLst>
                        <a:ext uri="{FF2B5EF4-FFF2-40B4-BE49-F238E27FC236}">
                          <a16:creationId xmlns:a16="http://schemas.microsoft.com/office/drawing/2014/main" id="{C0954C04-5679-4F36-8D1E-88C88E837C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6" name="直線コネクタ 136385">
                      <a:extLst>
                        <a:ext uri="{FF2B5EF4-FFF2-40B4-BE49-F238E27FC236}">
                          <a16:creationId xmlns:a16="http://schemas.microsoft.com/office/drawing/2014/main" id="{241CFC0B-62D2-4428-87CB-1B7739946E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7" name="直線コネクタ 136386">
                      <a:extLst>
                        <a:ext uri="{FF2B5EF4-FFF2-40B4-BE49-F238E27FC236}">
                          <a16:creationId xmlns:a16="http://schemas.microsoft.com/office/drawing/2014/main" id="{3C0672CE-66B8-42A4-AB03-C3ABED0E26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8" name="直線コネクタ 136387">
                      <a:extLst>
                        <a:ext uri="{FF2B5EF4-FFF2-40B4-BE49-F238E27FC236}">
                          <a16:creationId xmlns:a16="http://schemas.microsoft.com/office/drawing/2014/main" id="{2581EF9E-8897-48B0-8E32-5B910A6D03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89" name="直線コネクタ 136388">
                      <a:extLst>
                        <a:ext uri="{FF2B5EF4-FFF2-40B4-BE49-F238E27FC236}">
                          <a16:creationId xmlns:a16="http://schemas.microsoft.com/office/drawing/2014/main" id="{EBAFAC06-6DAD-4449-827D-89ECF416CB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0" name="直線コネクタ 136389">
                      <a:extLst>
                        <a:ext uri="{FF2B5EF4-FFF2-40B4-BE49-F238E27FC236}">
                          <a16:creationId xmlns:a16="http://schemas.microsoft.com/office/drawing/2014/main" id="{A5C3A4B2-2268-4CAD-B3E6-7B36C12E06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1" name="直線コネクタ 136390">
                      <a:extLst>
                        <a:ext uri="{FF2B5EF4-FFF2-40B4-BE49-F238E27FC236}">
                          <a16:creationId xmlns:a16="http://schemas.microsoft.com/office/drawing/2014/main" id="{AB46E416-704A-4A3D-9436-0915BA54B7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2" name="直線コネクタ 136391">
                      <a:extLst>
                        <a:ext uri="{FF2B5EF4-FFF2-40B4-BE49-F238E27FC236}">
                          <a16:creationId xmlns:a16="http://schemas.microsoft.com/office/drawing/2014/main" id="{96C8015C-8A3A-42CD-9005-67E1CDFFE2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3" name="直線コネクタ 136392">
                      <a:extLst>
                        <a:ext uri="{FF2B5EF4-FFF2-40B4-BE49-F238E27FC236}">
                          <a16:creationId xmlns:a16="http://schemas.microsoft.com/office/drawing/2014/main" id="{6FCD64E4-B484-474E-8E3E-458FEB28A2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4" name="直線コネクタ 136393">
                      <a:extLst>
                        <a:ext uri="{FF2B5EF4-FFF2-40B4-BE49-F238E27FC236}">
                          <a16:creationId xmlns:a16="http://schemas.microsoft.com/office/drawing/2014/main" id="{50E3700B-443C-4DBE-B1D4-C9CFAA3DF2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5" name="直線コネクタ 136394">
                      <a:extLst>
                        <a:ext uri="{FF2B5EF4-FFF2-40B4-BE49-F238E27FC236}">
                          <a16:creationId xmlns:a16="http://schemas.microsoft.com/office/drawing/2014/main" id="{5DC89A72-A3DF-4B5C-9D50-A6513935E7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6" name="直線コネクタ 136395">
                      <a:extLst>
                        <a:ext uri="{FF2B5EF4-FFF2-40B4-BE49-F238E27FC236}">
                          <a16:creationId xmlns:a16="http://schemas.microsoft.com/office/drawing/2014/main" id="{0DBC7AC1-4BCB-405B-A4F2-9CA8D17F62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7" name="直線コネクタ 136396">
                      <a:extLst>
                        <a:ext uri="{FF2B5EF4-FFF2-40B4-BE49-F238E27FC236}">
                          <a16:creationId xmlns:a16="http://schemas.microsoft.com/office/drawing/2014/main" id="{CC3C7246-728E-4B52-80AB-72F1EACBBC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8" name="直線コネクタ 136397">
                      <a:extLst>
                        <a:ext uri="{FF2B5EF4-FFF2-40B4-BE49-F238E27FC236}">
                          <a16:creationId xmlns:a16="http://schemas.microsoft.com/office/drawing/2014/main" id="{EED42A27-7A1D-46A3-9FEE-84B62D8355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99" name="直線コネクタ 136398">
                      <a:extLst>
                        <a:ext uri="{FF2B5EF4-FFF2-40B4-BE49-F238E27FC236}">
                          <a16:creationId xmlns:a16="http://schemas.microsoft.com/office/drawing/2014/main" id="{2EF316F8-E9DD-4BBC-92F9-F4969BCBE3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0" name="直線コネクタ 136399">
                      <a:extLst>
                        <a:ext uri="{FF2B5EF4-FFF2-40B4-BE49-F238E27FC236}">
                          <a16:creationId xmlns:a16="http://schemas.microsoft.com/office/drawing/2014/main" id="{9795FF8A-4615-4932-86F7-3695A1B205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1" name="直線コネクタ 136400">
                      <a:extLst>
                        <a:ext uri="{FF2B5EF4-FFF2-40B4-BE49-F238E27FC236}">
                          <a16:creationId xmlns:a16="http://schemas.microsoft.com/office/drawing/2014/main" id="{9259CBDE-1688-47A5-B84A-C3D03C6FA8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2" name="直線コネクタ 136401">
                      <a:extLst>
                        <a:ext uri="{FF2B5EF4-FFF2-40B4-BE49-F238E27FC236}">
                          <a16:creationId xmlns:a16="http://schemas.microsoft.com/office/drawing/2014/main" id="{8455358D-865B-4578-A620-358217C6DE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3" name="直線コネクタ 136402">
                      <a:extLst>
                        <a:ext uri="{FF2B5EF4-FFF2-40B4-BE49-F238E27FC236}">
                          <a16:creationId xmlns:a16="http://schemas.microsoft.com/office/drawing/2014/main" id="{CCE091A0-1B0D-4E85-BDA1-3D8CEA41FC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4" name="直線コネクタ 136403">
                      <a:extLst>
                        <a:ext uri="{FF2B5EF4-FFF2-40B4-BE49-F238E27FC236}">
                          <a16:creationId xmlns:a16="http://schemas.microsoft.com/office/drawing/2014/main" id="{0D4BF6DA-160B-4669-9F3C-9AAB1C9C19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5" name="直線コネクタ 136404">
                      <a:extLst>
                        <a:ext uri="{FF2B5EF4-FFF2-40B4-BE49-F238E27FC236}">
                          <a16:creationId xmlns:a16="http://schemas.microsoft.com/office/drawing/2014/main" id="{5D403AE2-E3DF-48B3-B807-69BC2F765C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6" name="直線コネクタ 136405">
                      <a:extLst>
                        <a:ext uri="{FF2B5EF4-FFF2-40B4-BE49-F238E27FC236}">
                          <a16:creationId xmlns:a16="http://schemas.microsoft.com/office/drawing/2014/main" id="{8DCF2258-4EF3-45F8-884D-A455C3D020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7" name="直線コネクタ 136406">
                      <a:extLst>
                        <a:ext uri="{FF2B5EF4-FFF2-40B4-BE49-F238E27FC236}">
                          <a16:creationId xmlns:a16="http://schemas.microsoft.com/office/drawing/2014/main" id="{0900E16D-5D93-40C3-9EF4-7628699222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8" name="直線コネクタ 136407">
                      <a:extLst>
                        <a:ext uri="{FF2B5EF4-FFF2-40B4-BE49-F238E27FC236}">
                          <a16:creationId xmlns:a16="http://schemas.microsoft.com/office/drawing/2014/main" id="{7AD8224C-7AAD-4F0E-8984-F35068BEBD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09" name="直線コネクタ 136408">
                      <a:extLst>
                        <a:ext uri="{FF2B5EF4-FFF2-40B4-BE49-F238E27FC236}">
                          <a16:creationId xmlns:a16="http://schemas.microsoft.com/office/drawing/2014/main" id="{BEFA4C6D-0D3A-4A1D-A2BB-B56CAABE90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0" name="直線コネクタ 136409">
                      <a:extLst>
                        <a:ext uri="{FF2B5EF4-FFF2-40B4-BE49-F238E27FC236}">
                          <a16:creationId xmlns:a16="http://schemas.microsoft.com/office/drawing/2014/main" id="{6AF77733-9FD8-4BAC-9112-3476FF7819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1" name="直線コネクタ 136410">
                      <a:extLst>
                        <a:ext uri="{FF2B5EF4-FFF2-40B4-BE49-F238E27FC236}">
                          <a16:creationId xmlns:a16="http://schemas.microsoft.com/office/drawing/2014/main" id="{5773C93F-B50A-4652-A623-D5A26C2EAA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2" name="直線コネクタ 136411">
                      <a:extLst>
                        <a:ext uri="{FF2B5EF4-FFF2-40B4-BE49-F238E27FC236}">
                          <a16:creationId xmlns:a16="http://schemas.microsoft.com/office/drawing/2014/main" id="{A135C5DE-138B-4617-9B35-63735773F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3" name="直線コネクタ 136412">
                      <a:extLst>
                        <a:ext uri="{FF2B5EF4-FFF2-40B4-BE49-F238E27FC236}">
                          <a16:creationId xmlns:a16="http://schemas.microsoft.com/office/drawing/2014/main" id="{D1864339-0AFD-4FC6-A9AE-449AACCD4E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4" name="直線コネクタ 136413">
                      <a:extLst>
                        <a:ext uri="{FF2B5EF4-FFF2-40B4-BE49-F238E27FC236}">
                          <a16:creationId xmlns:a16="http://schemas.microsoft.com/office/drawing/2014/main" id="{D7040522-17E7-4E5E-8B8A-28D8A9BF16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5" name="直線コネクタ 136414">
                      <a:extLst>
                        <a:ext uri="{FF2B5EF4-FFF2-40B4-BE49-F238E27FC236}">
                          <a16:creationId xmlns:a16="http://schemas.microsoft.com/office/drawing/2014/main" id="{4C097199-E5DD-42A9-B2F6-96D3F41610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6" name="直線コネクタ 136415">
                      <a:extLst>
                        <a:ext uri="{FF2B5EF4-FFF2-40B4-BE49-F238E27FC236}">
                          <a16:creationId xmlns:a16="http://schemas.microsoft.com/office/drawing/2014/main" id="{59EE3671-B5E9-49A5-92DC-588E03776D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7" name="直線コネクタ 136416">
                      <a:extLst>
                        <a:ext uri="{FF2B5EF4-FFF2-40B4-BE49-F238E27FC236}">
                          <a16:creationId xmlns:a16="http://schemas.microsoft.com/office/drawing/2014/main" id="{1FF0F2F6-4982-49B9-AC8E-E2273E2805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8" name="直線コネクタ 136417">
                      <a:extLst>
                        <a:ext uri="{FF2B5EF4-FFF2-40B4-BE49-F238E27FC236}">
                          <a16:creationId xmlns:a16="http://schemas.microsoft.com/office/drawing/2014/main" id="{0EE28430-1283-4C8B-8F83-5AF95952E0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19" name="直線コネクタ 136418">
                      <a:extLst>
                        <a:ext uri="{FF2B5EF4-FFF2-40B4-BE49-F238E27FC236}">
                          <a16:creationId xmlns:a16="http://schemas.microsoft.com/office/drawing/2014/main" id="{AECA3299-9628-451F-94AF-6FC447468B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0" name="直線コネクタ 136419">
                      <a:extLst>
                        <a:ext uri="{FF2B5EF4-FFF2-40B4-BE49-F238E27FC236}">
                          <a16:creationId xmlns:a16="http://schemas.microsoft.com/office/drawing/2014/main" id="{0E2A44B0-6B95-4288-9BB0-9CD55E3DF0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1" name="直線コネクタ 136420">
                      <a:extLst>
                        <a:ext uri="{FF2B5EF4-FFF2-40B4-BE49-F238E27FC236}">
                          <a16:creationId xmlns:a16="http://schemas.microsoft.com/office/drawing/2014/main" id="{CDC147CA-0509-4C69-BFCC-4CA8D60392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2" name="直線コネクタ 136421">
                      <a:extLst>
                        <a:ext uri="{FF2B5EF4-FFF2-40B4-BE49-F238E27FC236}">
                          <a16:creationId xmlns:a16="http://schemas.microsoft.com/office/drawing/2014/main" id="{966867A3-26A5-404B-A7D3-189D827401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3" name="直線コネクタ 136422">
                      <a:extLst>
                        <a:ext uri="{FF2B5EF4-FFF2-40B4-BE49-F238E27FC236}">
                          <a16:creationId xmlns:a16="http://schemas.microsoft.com/office/drawing/2014/main" id="{C0DEFD08-2F32-4AC7-8333-A4A05E42F1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4" name="直線コネクタ 136423">
                      <a:extLst>
                        <a:ext uri="{FF2B5EF4-FFF2-40B4-BE49-F238E27FC236}">
                          <a16:creationId xmlns:a16="http://schemas.microsoft.com/office/drawing/2014/main" id="{106CE947-A6E5-47BA-A235-AF23491D8F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5" name="直線コネクタ 136424">
                      <a:extLst>
                        <a:ext uri="{FF2B5EF4-FFF2-40B4-BE49-F238E27FC236}">
                          <a16:creationId xmlns:a16="http://schemas.microsoft.com/office/drawing/2014/main" id="{D80E4AC9-B254-42AF-A935-DCD2D143AE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6" name="直線コネクタ 136425">
                      <a:extLst>
                        <a:ext uri="{FF2B5EF4-FFF2-40B4-BE49-F238E27FC236}">
                          <a16:creationId xmlns:a16="http://schemas.microsoft.com/office/drawing/2014/main" id="{E5EA3B35-059C-44E7-9FD9-093D29C2FB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7" name="直線コネクタ 136426">
                      <a:extLst>
                        <a:ext uri="{FF2B5EF4-FFF2-40B4-BE49-F238E27FC236}">
                          <a16:creationId xmlns:a16="http://schemas.microsoft.com/office/drawing/2014/main" id="{B1319AFC-A3BB-423B-9CD9-DF7A4F5048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8" name="直線コネクタ 136427">
                      <a:extLst>
                        <a:ext uri="{FF2B5EF4-FFF2-40B4-BE49-F238E27FC236}">
                          <a16:creationId xmlns:a16="http://schemas.microsoft.com/office/drawing/2014/main" id="{97A15F30-614D-4CD2-BC54-D2D113563E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29" name="直線コネクタ 136428">
                      <a:extLst>
                        <a:ext uri="{FF2B5EF4-FFF2-40B4-BE49-F238E27FC236}">
                          <a16:creationId xmlns:a16="http://schemas.microsoft.com/office/drawing/2014/main" id="{95F2F9FE-FF32-4173-892A-7F2DC9E803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0" name="直線コネクタ 136429">
                      <a:extLst>
                        <a:ext uri="{FF2B5EF4-FFF2-40B4-BE49-F238E27FC236}">
                          <a16:creationId xmlns:a16="http://schemas.microsoft.com/office/drawing/2014/main" id="{A5472EAA-63AE-4977-BD35-802265900D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1" name="直線コネクタ 136430">
                      <a:extLst>
                        <a:ext uri="{FF2B5EF4-FFF2-40B4-BE49-F238E27FC236}">
                          <a16:creationId xmlns:a16="http://schemas.microsoft.com/office/drawing/2014/main" id="{BF4394EB-B14D-4F86-8CFC-C1A9999380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2" name="直線コネクタ 136431">
                      <a:extLst>
                        <a:ext uri="{FF2B5EF4-FFF2-40B4-BE49-F238E27FC236}">
                          <a16:creationId xmlns:a16="http://schemas.microsoft.com/office/drawing/2014/main" id="{19C9BE1F-3587-4C77-BE25-6226ECD451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3" name="直線コネクタ 136432">
                      <a:extLst>
                        <a:ext uri="{FF2B5EF4-FFF2-40B4-BE49-F238E27FC236}">
                          <a16:creationId xmlns:a16="http://schemas.microsoft.com/office/drawing/2014/main" id="{0B73245C-85F4-4FF9-A86A-FC5FAE82C6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4" name="直線コネクタ 136433">
                      <a:extLst>
                        <a:ext uri="{FF2B5EF4-FFF2-40B4-BE49-F238E27FC236}">
                          <a16:creationId xmlns:a16="http://schemas.microsoft.com/office/drawing/2014/main" id="{CA096056-0DA0-4D5B-8453-F1E1C435CA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435" name="直線コネクタ 136434">
                      <a:extLst>
                        <a:ext uri="{FF2B5EF4-FFF2-40B4-BE49-F238E27FC236}">
                          <a16:creationId xmlns:a16="http://schemas.microsoft.com/office/drawing/2014/main" id="{AE2DB1BC-5AD5-4989-AF5D-D4156975E9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6001" name="グループ化 136000">
                    <a:extLst>
                      <a:ext uri="{FF2B5EF4-FFF2-40B4-BE49-F238E27FC236}">
                        <a16:creationId xmlns:a16="http://schemas.microsoft.com/office/drawing/2014/main" id="{5CCC82D3-AB7D-4B1F-BF2F-ADE12C989328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852321" y="395192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6313" name="直線コネクタ 136312">
                      <a:extLst>
                        <a:ext uri="{FF2B5EF4-FFF2-40B4-BE49-F238E27FC236}">
                          <a16:creationId xmlns:a16="http://schemas.microsoft.com/office/drawing/2014/main" id="{3A94EABF-F912-435F-8811-EEC2DDBDFF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4" name="直線コネクタ 136313">
                      <a:extLst>
                        <a:ext uri="{FF2B5EF4-FFF2-40B4-BE49-F238E27FC236}">
                          <a16:creationId xmlns:a16="http://schemas.microsoft.com/office/drawing/2014/main" id="{99F11C1D-D398-40D0-9EDA-4FEF15D318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5" name="直線コネクタ 136314">
                      <a:extLst>
                        <a:ext uri="{FF2B5EF4-FFF2-40B4-BE49-F238E27FC236}">
                          <a16:creationId xmlns:a16="http://schemas.microsoft.com/office/drawing/2014/main" id="{2483E2B2-D8E0-405A-BE65-4D1DAE2754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6" name="直線コネクタ 136315">
                      <a:extLst>
                        <a:ext uri="{FF2B5EF4-FFF2-40B4-BE49-F238E27FC236}">
                          <a16:creationId xmlns:a16="http://schemas.microsoft.com/office/drawing/2014/main" id="{EF3059B4-DEBD-431C-8435-8A7309FF7A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7" name="直線コネクタ 136316">
                      <a:extLst>
                        <a:ext uri="{FF2B5EF4-FFF2-40B4-BE49-F238E27FC236}">
                          <a16:creationId xmlns:a16="http://schemas.microsoft.com/office/drawing/2014/main" id="{4ED0FE68-D3CC-4B1C-B724-AEF3D0FF64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8" name="直線コネクタ 136317">
                      <a:extLst>
                        <a:ext uri="{FF2B5EF4-FFF2-40B4-BE49-F238E27FC236}">
                          <a16:creationId xmlns:a16="http://schemas.microsoft.com/office/drawing/2014/main" id="{F0588755-F745-4EA0-AA18-7F57D51763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9" name="直線コネクタ 136318">
                      <a:extLst>
                        <a:ext uri="{FF2B5EF4-FFF2-40B4-BE49-F238E27FC236}">
                          <a16:creationId xmlns:a16="http://schemas.microsoft.com/office/drawing/2014/main" id="{E8437065-BD5F-44C4-B8D4-A13C31E14D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0" name="直線コネクタ 136319">
                      <a:extLst>
                        <a:ext uri="{FF2B5EF4-FFF2-40B4-BE49-F238E27FC236}">
                          <a16:creationId xmlns:a16="http://schemas.microsoft.com/office/drawing/2014/main" id="{F133F58F-FB8D-46C1-B6D3-4C78236D92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1" name="直線コネクタ 136320">
                      <a:extLst>
                        <a:ext uri="{FF2B5EF4-FFF2-40B4-BE49-F238E27FC236}">
                          <a16:creationId xmlns:a16="http://schemas.microsoft.com/office/drawing/2014/main" id="{E44B5639-5C8F-466E-9ED8-29A0E495E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2" name="直線コネクタ 136321">
                      <a:extLst>
                        <a:ext uri="{FF2B5EF4-FFF2-40B4-BE49-F238E27FC236}">
                          <a16:creationId xmlns:a16="http://schemas.microsoft.com/office/drawing/2014/main" id="{EC81328E-3E26-4233-BCCB-EEE38783ED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3" name="直線コネクタ 136322">
                      <a:extLst>
                        <a:ext uri="{FF2B5EF4-FFF2-40B4-BE49-F238E27FC236}">
                          <a16:creationId xmlns:a16="http://schemas.microsoft.com/office/drawing/2014/main" id="{536D4D7A-F50E-4EE4-BFEA-BDE5BE24B5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4" name="直線コネクタ 136323">
                      <a:extLst>
                        <a:ext uri="{FF2B5EF4-FFF2-40B4-BE49-F238E27FC236}">
                          <a16:creationId xmlns:a16="http://schemas.microsoft.com/office/drawing/2014/main" id="{A949DFA8-CC33-44F8-A456-6E8AB0E0AF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5" name="直線コネクタ 136324">
                      <a:extLst>
                        <a:ext uri="{FF2B5EF4-FFF2-40B4-BE49-F238E27FC236}">
                          <a16:creationId xmlns:a16="http://schemas.microsoft.com/office/drawing/2014/main" id="{74435AF1-FBB7-4864-8646-6664E5EA22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6" name="直線コネクタ 136325">
                      <a:extLst>
                        <a:ext uri="{FF2B5EF4-FFF2-40B4-BE49-F238E27FC236}">
                          <a16:creationId xmlns:a16="http://schemas.microsoft.com/office/drawing/2014/main" id="{C71C8A92-84BB-4967-89C3-F927522256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7" name="直線コネクタ 136326">
                      <a:extLst>
                        <a:ext uri="{FF2B5EF4-FFF2-40B4-BE49-F238E27FC236}">
                          <a16:creationId xmlns:a16="http://schemas.microsoft.com/office/drawing/2014/main" id="{F2DBBF2C-D76E-4187-8AAF-6D9573A74B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8" name="直線コネクタ 136327">
                      <a:extLst>
                        <a:ext uri="{FF2B5EF4-FFF2-40B4-BE49-F238E27FC236}">
                          <a16:creationId xmlns:a16="http://schemas.microsoft.com/office/drawing/2014/main" id="{6FFD578B-3345-4246-A0FF-7AE4782D5B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29" name="直線コネクタ 136328">
                      <a:extLst>
                        <a:ext uri="{FF2B5EF4-FFF2-40B4-BE49-F238E27FC236}">
                          <a16:creationId xmlns:a16="http://schemas.microsoft.com/office/drawing/2014/main" id="{06C15491-378D-4700-A770-0737836C54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0" name="直線コネクタ 136329">
                      <a:extLst>
                        <a:ext uri="{FF2B5EF4-FFF2-40B4-BE49-F238E27FC236}">
                          <a16:creationId xmlns:a16="http://schemas.microsoft.com/office/drawing/2014/main" id="{E7BF59EA-7ACD-466D-9387-BC2B663EAC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1" name="直線コネクタ 136330">
                      <a:extLst>
                        <a:ext uri="{FF2B5EF4-FFF2-40B4-BE49-F238E27FC236}">
                          <a16:creationId xmlns:a16="http://schemas.microsoft.com/office/drawing/2014/main" id="{47D420E4-220B-4361-AEFB-3BB9E718E8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2" name="直線コネクタ 136331">
                      <a:extLst>
                        <a:ext uri="{FF2B5EF4-FFF2-40B4-BE49-F238E27FC236}">
                          <a16:creationId xmlns:a16="http://schemas.microsoft.com/office/drawing/2014/main" id="{51355E4F-E624-4B4E-B1B7-CBC367686B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3" name="直線コネクタ 136332">
                      <a:extLst>
                        <a:ext uri="{FF2B5EF4-FFF2-40B4-BE49-F238E27FC236}">
                          <a16:creationId xmlns:a16="http://schemas.microsoft.com/office/drawing/2014/main" id="{2F22EEAD-40B4-4DE2-ACA0-FD30961D00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4" name="直線コネクタ 136333">
                      <a:extLst>
                        <a:ext uri="{FF2B5EF4-FFF2-40B4-BE49-F238E27FC236}">
                          <a16:creationId xmlns:a16="http://schemas.microsoft.com/office/drawing/2014/main" id="{18C15205-2B8B-4C2C-82B2-53155B9EC0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5" name="直線コネクタ 136334">
                      <a:extLst>
                        <a:ext uri="{FF2B5EF4-FFF2-40B4-BE49-F238E27FC236}">
                          <a16:creationId xmlns:a16="http://schemas.microsoft.com/office/drawing/2014/main" id="{A15F37EF-516F-49F5-A800-34EC57F550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6" name="直線コネクタ 136335">
                      <a:extLst>
                        <a:ext uri="{FF2B5EF4-FFF2-40B4-BE49-F238E27FC236}">
                          <a16:creationId xmlns:a16="http://schemas.microsoft.com/office/drawing/2014/main" id="{A1A77881-FD47-4CB9-B488-9C7A5CED62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7" name="直線コネクタ 136336">
                      <a:extLst>
                        <a:ext uri="{FF2B5EF4-FFF2-40B4-BE49-F238E27FC236}">
                          <a16:creationId xmlns:a16="http://schemas.microsoft.com/office/drawing/2014/main" id="{DE8162B4-E547-426E-816E-DC10D592ED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8" name="直線コネクタ 136337">
                      <a:extLst>
                        <a:ext uri="{FF2B5EF4-FFF2-40B4-BE49-F238E27FC236}">
                          <a16:creationId xmlns:a16="http://schemas.microsoft.com/office/drawing/2014/main" id="{AB7C1C45-CC9A-4258-AB60-8D798B2396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39" name="直線コネクタ 136338">
                      <a:extLst>
                        <a:ext uri="{FF2B5EF4-FFF2-40B4-BE49-F238E27FC236}">
                          <a16:creationId xmlns:a16="http://schemas.microsoft.com/office/drawing/2014/main" id="{052D1D2E-E438-400F-83EB-61F676328A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0" name="直線コネクタ 136339">
                      <a:extLst>
                        <a:ext uri="{FF2B5EF4-FFF2-40B4-BE49-F238E27FC236}">
                          <a16:creationId xmlns:a16="http://schemas.microsoft.com/office/drawing/2014/main" id="{18EC0FDC-729F-4574-8D0B-D017F4F729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1" name="直線コネクタ 136340">
                      <a:extLst>
                        <a:ext uri="{FF2B5EF4-FFF2-40B4-BE49-F238E27FC236}">
                          <a16:creationId xmlns:a16="http://schemas.microsoft.com/office/drawing/2014/main" id="{1CE5F1F0-542D-4D1C-A724-EE1DF67CBF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2" name="直線コネクタ 136341">
                      <a:extLst>
                        <a:ext uri="{FF2B5EF4-FFF2-40B4-BE49-F238E27FC236}">
                          <a16:creationId xmlns:a16="http://schemas.microsoft.com/office/drawing/2014/main" id="{59FE4858-5308-44AC-988C-58664C5BE0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3" name="直線コネクタ 136342">
                      <a:extLst>
                        <a:ext uri="{FF2B5EF4-FFF2-40B4-BE49-F238E27FC236}">
                          <a16:creationId xmlns:a16="http://schemas.microsoft.com/office/drawing/2014/main" id="{734DA0B9-59B1-404E-964C-FA6F278598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4" name="直線コネクタ 136343">
                      <a:extLst>
                        <a:ext uri="{FF2B5EF4-FFF2-40B4-BE49-F238E27FC236}">
                          <a16:creationId xmlns:a16="http://schemas.microsoft.com/office/drawing/2014/main" id="{D44CA73B-FA10-4509-A090-00FC6F2A19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5" name="直線コネクタ 136344">
                      <a:extLst>
                        <a:ext uri="{FF2B5EF4-FFF2-40B4-BE49-F238E27FC236}">
                          <a16:creationId xmlns:a16="http://schemas.microsoft.com/office/drawing/2014/main" id="{A6E8B1AF-6CC2-491C-8388-5507FC5F4F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6" name="直線コネクタ 136345">
                      <a:extLst>
                        <a:ext uri="{FF2B5EF4-FFF2-40B4-BE49-F238E27FC236}">
                          <a16:creationId xmlns:a16="http://schemas.microsoft.com/office/drawing/2014/main" id="{E442CD26-5F6F-45E6-BB6E-AF981E7928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7" name="直線コネクタ 136346">
                      <a:extLst>
                        <a:ext uri="{FF2B5EF4-FFF2-40B4-BE49-F238E27FC236}">
                          <a16:creationId xmlns:a16="http://schemas.microsoft.com/office/drawing/2014/main" id="{9D36ADB1-4798-403A-B12B-5B54FDCD64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8" name="直線コネクタ 136347">
                      <a:extLst>
                        <a:ext uri="{FF2B5EF4-FFF2-40B4-BE49-F238E27FC236}">
                          <a16:creationId xmlns:a16="http://schemas.microsoft.com/office/drawing/2014/main" id="{2397225E-6E76-47B0-804F-6A76CA4037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49" name="直線コネクタ 136348">
                      <a:extLst>
                        <a:ext uri="{FF2B5EF4-FFF2-40B4-BE49-F238E27FC236}">
                          <a16:creationId xmlns:a16="http://schemas.microsoft.com/office/drawing/2014/main" id="{F46D0C02-7FE6-4CB5-B557-2CDE73CD02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0" name="直線コネクタ 136349">
                      <a:extLst>
                        <a:ext uri="{FF2B5EF4-FFF2-40B4-BE49-F238E27FC236}">
                          <a16:creationId xmlns:a16="http://schemas.microsoft.com/office/drawing/2014/main" id="{BF77975F-9BAB-4FDF-9147-993C1C67F5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1" name="直線コネクタ 136350">
                      <a:extLst>
                        <a:ext uri="{FF2B5EF4-FFF2-40B4-BE49-F238E27FC236}">
                          <a16:creationId xmlns:a16="http://schemas.microsoft.com/office/drawing/2014/main" id="{040DE6F8-B071-451E-A6CB-3AF9F9287C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2" name="直線コネクタ 136351">
                      <a:extLst>
                        <a:ext uri="{FF2B5EF4-FFF2-40B4-BE49-F238E27FC236}">
                          <a16:creationId xmlns:a16="http://schemas.microsoft.com/office/drawing/2014/main" id="{B0724C8E-2256-440C-AEB0-7AD909DD5C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3" name="直線コネクタ 136352">
                      <a:extLst>
                        <a:ext uri="{FF2B5EF4-FFF2-40B4-BE49-F238E27FC236}">
                          <a16:creationId xmlns:a16="http://schemas.microsoft.com/office/drawing/2014/main" id="{4D76D075-00E6-40AD-A791-B644CE34BE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4" name="直線コネクタ 136353">
                      <a:extLst>
                        <a:ext uri="{FF2B5EF4-FFF2-40B4-BE49-F238E27FC236}">
                          <a16:creationId xmlns:a16="http://schemas.microsoft.com/office/drawing/2014/main" id="{E48ABA6B-8708-4748-B5B5-7ADB89641C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5" name="直線コネクタ 136354">
                      <a:extLst>
                        <a:ext uri="{FF2B5EF4-FFF2-40B4-BE49-F238E27FC236}">
                          <a16:creationId xmlns:a16="http://schemas.microsoft.com/office/drawing/2014/main" id="{1DC70541-11FE-447B-B4DB-3440BE5BFC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6" name="直線コネクタ 136355">
                      <a:extLst>
                        <a:ext uri="{FF2B5EF4-FFF2-40B4-BE49-F238E27FC236}">
                          <a16:creationId xmlns:a16="http://schemas.microsoft.com/office/drawing/2014/main" id="{436C314B-1236-4194-9D7B-57F9922B97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7" name="直線コネクタ 136356">
                      <a:extLst>
                        <a:ext uri="{FF2B5EF4-FFF2-40B4-BE49-F238E27FC236}">
                          <a16:creationId xmlns:a16="http://schemas.microsoft.com/office/drawing/2014/main" id="{36B8C9EE-0A00-4E6C-B602-24D2E585DB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8" name="直線コネクタ 136357">
                      <a:extLst>
                        <a:ext uri="{FF2B5EF4-FFF2-40B4-BE49-F238E27FC236}">
                          <a16:creationId xmlns:a16="http://schemas.microsoft.com/office/drawing/2014/main" id="{063845B8-6FCB-4569-B9DC-DC04CCBE58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59" name="直線コネクタ 136358">
                      <a:extLst>
                        <a:ext uri="{FF2B5EF4-FFF2-40B4-BE49-F238E27FC236}">
                          <a16:creationId xmlns:a16="http://schemas.microsoft.com/office/drawing/2014/main" id="{9E9F15B8-1D21-4E11-86D9-3E9445BCC6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0" name="直線コネクタ 136359">
                      <a:extLst>
                        <a:ext uri="{FF2B5EF4-FFF2-40B4-BE49-F238E27FC236}">
                          <a16:creationId xmlns:a16="http://schemas.microsoft.com/office/drawing/2014/main" id="{4CED3C07-E97F-4DFD-9B0A-2DDF6BD685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1" name="直線コネクタ 136360">
                      <a:extLst>
                        <a:ext uri="{FF2B5EF4-FFF2-40B4-BE49-F238E27FC236}">
                          <a16:creationId xmlns:a16="http://schemas.microsoft.com/office/drawing/2014/main" id="{ED8E10FF-33ED-4AC9-9BD6-37FDF8444F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2" name="直線コネクタ 136361">
                      <a:extLst>
                        <a:ext uri="{FF2B5EF4-FFF2-40B4-BE49-F238E27FC236}">
                          <a16:creationId xmlns:a16="http://schemas.microsoft.com/office/drawing/2014/main" id="{9F7D9028-CBEA-41CC-BCFD-BAF5C19D14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3" name="直線コネクタ 136362">
                      <a:extLst>
                        <a:ext uri="{FF2B5EF4-FFF2-40B4-BE49-F238E27FC236}">
                          <a16:creationId xmlns:a16="http://schemas.microsoft.com/office/drawing/2014/main" id="{440D1393-3EA9-4615-A2C8-F2BF0A2E21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4" name="直線コネクタ 136363">
                      <a:extLst>
                        <a:ext uri="{FF2B5EF4-FFF2-40B4-BE49-F238E27FC236}">
                          <a16:creationId xmlns:a16="http://schemas.microsoft.com/office/drawing/2014/main" id="{EDDC3D83-04A2-4027-9377-EA333952CC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5" name="直線コネクタ 136364">
                      <a:extLst>
                        <a:ext uri="{FF2B5EF4-FFF2-40B4-BE49-F238E27FC236}">
                          <a16:creationId xmlns:a16="http://schemas.microsoft.com/office/drawing/2014/main" id="{05AFC405-D18B-4491-AAA9-4B5BC38407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6" name="直線コネクタ 136365">
                      <a:extLst>
                        <a:ext uri="{FF2B5EF4-FFF2-40B4-BE49-F238E27FC236}">
                          <a16:creationId xmlns:a16="http://schemas.microsoft.com/office/drawing/2014/main" id="{9D531618-B2D3-450B-8620-73606D17F2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7" name="直線コネクタ 136366">
                      <a:extLst>
                        <a:ext uri="{FF2B5EF4-FFF2-40B4-BE49-F238E27FC236}">
                          <a16:creationId xmlns:a16="http://schemas.microsoft.com/office/drawing/2014/main" id="{2D862FEA-8584-4184-929B-934799B9B3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8" name="直線コネクタ 136367">
                      <a:extLst>
                        <a:ext uri="{FF2B5EF4-FFF2-40B4-BE49-F238E27FC236}">
                          <a16:creationId xmlns:a16="http://schemas.microsoft.com/office/drawing/2014/main" id="{0FA3E1F4-1C3F-4A8C-8C01-4FC380495E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69" name="直線コネクタ 136368">
                      <a:extLst>
                        <a:ext uri="{FF2B5EF4-FFF2-40B4-BE49-F238E27FC236}">
                          <a16:creationId xmlns:a16="http://schemas.microsoft.com/office/drawing/2014/main" id="{D09C982D-EFBF-44CF-8A00-007844FF7A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0" name="直線コネクタ 136369">
                      <a:extLst>
                        <a:ext uri="{FF2B5EF4-FFF2-40B4-BE49-F238E27FC236}">
                          <a16:creationId xmlns:a16="http://schemas.microsoft.com/office/drawing/2014/main" id="{DE08202A-9511-4D75-9DED-361D5AA5D4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1" name="直線コネクタ 136370">
                      <a:extLst>
                        <a:ext uri="{FF2B5EF4-FFF2-40B4-BE49-F238E27FC236}">
                          <a16:creationId xmlns:a16="http://schemas.microsoft.com/office/drawing/2014/main" id="{67D716DF-72FF-4FEE-A94F-FFDAACD346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2" name="直線コネクタ 136371">
                      <a:extLst>
                        <a:ext uri="{FF2B5EF4-FFF2-40B4-BE49-F238E27FC236}">
                          <a16:creationId xmlns:a16="http://schemas.microsoft.com/office/drawing/2014/main" id="{E9A41FD6-68AD-4CC7-881C-526D2CB1EB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3" name="直線コネクタ 136372">
                      <a:extLst>
                        <a:ext uri="{FF2B5EF4-FFF2-40B4-BE49-F238E27FC236}">
                          <a16:creationId xmlns:a16="http://schemas.microsoft.com/office/drawing/2014/main" id="{94A90B1A-D80B-417B-B554-4E11E220E5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4" name="直線コネクタ 136373">
                      <a:extLst>
                        <a:ext uri="{FF2B5EF4-FFF2-40B4-BE49-F238E27FC236}">
                          <a16:creationId xmlns:a16="http://schemas.microsoft.com/office/drawing/2014/main" id="{1D7D8AF3-2EEA-416F-AA64-505FCA99EE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75" name="直線コネクタ 136374">
                      <a:extLst>
                        <a:ext uri="{FF2B5EF4-FFF2-40B4-BE49-F238E27FC236}">
                          <a16:creationId xmlns:a16="http://schemas.microsoft.com/office/drawing/2014/main" id="{3C6993D7-4E1C-4D3C-8156-F521138276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6002" name="グループ化 136001">
                    <a:extLst>
                      <a:ext uri="{FF2B5EF4-FFF2-40B4-BE49-F238E27FC236}">
                        <a16:creationId xmlns:a16="http://schemas.microsoft.com/office/drawing/2014/main" id="{ACA96E52-D734-4A44-8EE3-3E00E2CFB776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333199" y="356068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6253" name="直線コネクタ 136252">
                      <a:extLst>
                        <a:ext uri="{FF2B5EF4-FFF2-40B4-BE49-F238E27FC236}">
                          <a16:creationId xmlns:a16="http://schemas.microsoft.com/office/drawing/2014/main" id="{D43078F1-BC26-47FD-87DF-6CC06A0CCF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4" name="直線コネクタ 136253">
                      <a:extLst>
                        <a:ext uri="{FF2B5EF4-FFF2-40B4-BE49-F238E27FC236}">
                          <a16:creationId xmlns:a16="http://schemas.microsoft.com/office/drawing/2014/main" id="{769D9E76-4826-4DB7-BD0C-D3188D5814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5" name="直線コネクタ 136254">
                      <a:extLst>
                        <a:ext uri="{FF2B5EF4-FFF2-40B4-BE49-F238E27FC236}">
                          <a16:creationId xmlns:a16="http://schemas.microsoft.com/office/drawing/2014/main" id="{D37693B8-75D8-4349-8270-C620C2D031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6" name="直線コネクタ 136255">
                      <a:extLst>
                        <a:ext uri="{FF2B5EF4-FFF2-40B4-BE49-F238E27FC236}">
                          <a16:creationId xmlns:a16="http://schemas.microsoft.com/office/drawing/2014/main" id="{6602D391-81DA-4768-A6D1-1B05B7890F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7" name="直線コネクタ 136256">
                      <a:extLst>
                        <a:ext uri="{FF2B5EF4-FFF2-40B4-BE49-F238E27FC236}">
                          <a16:creationId xmlns:a16="http://schemas.microsoft.com/office/drawing/2014/main" id="{A9B58915-B551-4DCB-8410-FAA9FEFC44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8" name="直線コネクタ 136257">
                      <a:extLst>
                        <a:ext uri="{FF2B5EF4-FFF2-40B4-BE49-F238E27FC236}">
                          <a16:creationId xmlns:a16="http://schemas.microsoft.com/office/drawing/2014/main" id="{70675EA0-14E0-43FB-B870-D9A6E81881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9" name="直線コネクタ 136258">
                      <a:extLst>
                        <a:ext uri="{FF2B5EF4-FFF2-40B4-BE49-F238E27FC236}">
                          <a16:creationId xmlns:a16="http://schemas.microsoft.com/office/drawing/2014/main" id="{8DAD99DD-2964-4D22-BE1D-21DEB26055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0" name="直線コネクタ 136259">
                      <a:extLst>
                        <a:ext uri="{FF2B5EF4-FFF2-40B4-BE49-F238E27FC236}">
                          <a16:creationId xmlns:a16="http://schemas.microsoft.com/office/drawing/2014/main" id="{32EF9F25-F81B-461A-9BB3-C871B6ABDF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1" name="直線コネクタ 136260">
                      <a:extLst>
                        <a:ext uri="{FF2B5EF4-FFF2-40B4-BE49-F238E27FC236}">
                          <a16:creationId xmlns:a16="http://schemas.microsoft.com/office/drawing/2014/main" id="{059E6196-7005-4165-A155-914AE92210F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2" name="直線コネクタ 136261">
                      <a:extLst>
                        <a:ext uri="{FF2B5EF4-FFF2-40B4-BE49-F238E27FC236}">
                          <a16:creationId xmlns:a16="http://schemas.microsoft.com/office/drawing/2014/main" id="{7A285D02-73F6-4904-9AB5-ED7B786FB0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3" name="直線コネクタ 136262">
                      <a:extLst>
                        <a:ext uri="{FF2B5EF4-FFF2-40B4-BE49-F238E27FC236}">
                          <a16:creationId xmlns:a16="http://schemas.microsoft.com/office/drawing/2014/main" id="{06320318-091D-4877-B1FD-A2C36A4EB0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4" name="直線コネクタ 136263">
                      <a:extLst>
                        <a:ext uri="{FF2B5EF4-FFF2-40B4-BE49-F238E27FC236}">
                          <a16:creationId xmlns:a16="http://schemas.microsoft.com/office/drawing/2014/main" id="{75F8C2E1-B24B-4823-B5B6-137DAAE580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5" name="直線コネクタ 136264">
                      <a:extLst>
                        <a:ext uri="{FF2B5EF4-FFF2-40B4-BE49-F238E27FC236}">
                          <a16:creationId xmlns:a16="http://schemas.microsoft.com/office/drawing/2014/main" id="{15A30219-ED3E-495E-946E-A910818722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6" name="直線コネクタ 136265">
                      <a:extLst>
                        <a:ext uri="{FF2B5EF4-FFF2-40B4-BE49-F238E27FC236}">
                          <a16:creationId xmlns:a16="http://schemas.microsoft.com/office/drawing/2014/main" id="{BD999FD7-DE1E-4D23-AECB-089E8A0CE5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7" name="直線コネクタ 136266">
                      <a:extLst>
                        <a:ext uri="{FF2B5EF4-FFF2-40B4-BE49-F238E27FC236}">
                          <a16:creationId xmlns:a16="http://schemas.microsoft.com/office/drawing/2014/main" id="{E0AC0A9B-8B9B-463A-9B4E-83AC2F6A2F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8" name="直線コネクタ 136267">
                      <a:extLst>
                        <a:ext uri="{FF2B5EF4-FFF2-40B4-BE49-F238E27FC236}">
                          <a16:creationId xmlns:a16="http://schemas.microsoft.com/office/drawing/2014/main" id="{293424D8-0ED5-4AF6-B2C7-296E0F1A28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69" name="直線コネクタ 136268">
                      <a:extLst>
                        <a:ext uri="{FF2B5EF4-FFF2-40B4-BE49-F238E27FC236}">
                          <a16:creationId xmlns:a16="http://schemas.microsoft.com/office/drawing/2014/main" id="{57333EAE-212B-4B32-9199-3346671203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0" name="直線コネクタ 136269">
                      <a:extLst>
                        <a:ext uri="{FF2B5EF4-FFF2-40B4-BE49-F238E27FC236}">
                          <a16:creationId xmlns:a16="http://schemas.microsoft.com/office/drawing/2014/main" id="{D1DDFD3F-038A-4931-9799-93CAD2A386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1" name="直線コネクタ 136270">
                      <a:extLst>
                        <a:ext uri="{FF2B5EF4-FFF2-40B4-BE49-F238E27FC236}">
                          <a16:creationId xmlns:a16="http://schemas.microsoft.com/office/drawing/2014/main" id="{82F7A5BD-1128-4AD1-AF40-90AD569C9C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2" name="直線コネクタ 136271">
                      <a:extLst>
                        <a:ext uri="{FF2B5EF4-FFF2-40B4-BE49-F238E27FC236}">
                          <a16:creationId xmlns:a16="http://schemas.microsoft.com/office/drawing/2014/main" id="{C0646C4A-4D50-4914-AA2C-C07CB3649B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3" name="直線コネクタ 136272">
                      <a:extLst>
                        <a:ext uri="{FF2B5EF4-FFF2-40B4-BE49-F238E27FC236}">
                          <a16:creationId xmlns:a16="http://schemas.microsoft.com/office/drawing/2014/main" id="{129B1FA0-0C67-4992-9754-F5F34C0D8A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4" name="直線コネクタ 136273">
                      <a:extLst>
                        <a:ext uri="{FF2B5EF4-FFF2-40B4-BE49-F238E27FC236}">
                          <a16:creationId xmlns:a16="http://schemas.microsoft.com/office/drawing/2014/main" id="{EF4BA7C7-1BC7-403C-B7D7-61AFD2E1BC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5" name="直線コネクタ 136274">
                      <a:extLst>
                        <a:ext uri="{FF2B5EF4-FFF2-40B4-BE49-F238E27FC236}">
                          <a16:creationId xmlns:a16="http://schemas.microsoft.com/office/drawing/2014/main" id="{82769614-75CA-4C59-A929-79DC6B82ED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6" name="直線コネクタ 136275">
                      <a:extLst>
                        <a:ext uri="{FF2B5EF4-FFF2-40B4-BE49-F238E27FC236}">
                          <a16:creationId xmlns:a16="http://schemas.microsoft.com/office/drawing/2014/main" id="{DB4D174A-8B02-4600-BE5D-36731548A0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7" name="直線コネクタ 136276">
                      <a:extLst>
                        <a:ext uri="{FF2B5EF4-FFF2-40B4-BE49-F238E27FC236}">
                          <a16:creationId xmlns:a16="http://schemas.microsoft.com/office/drawing/2014/main" id="{02F059FF-1ABA-4837-9AAF-B37025082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8" name="直線コネクタ 136277">
                      <a:extLst>
                        <a:ext uri="{FF2B5EF4-FFF2-40B4-BE49-F238E27FC236}">
                          <a16:creationId xmlns:a16="http://schemas.microsoft.com/office/drawing/2014/main" id="{20D58EE2-E62B-48D2-8111-A728CC6367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79" name="直線コネクタ 136278">
                      <a:extLst>
                        <a:ext uri="{FF2B5EF4-FFF2-40B4-BE49-F238E27FC236}">
                          <a16:creationId xmlns:a16="http://schemas.microsoft.com/office/drawing/2014/main" id="{6DD58A9E-119E-4DDF-8A5C-BE610F15A5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0" name="直線コネクタ 136279">
                      <a:extLst>
                        <a:ext uri="{FF2B5EF4-FFF2-40B4-BE49-F238E27FC236}">
                          <a16:creationId xmlns:a16="http://schemas.microsoft.com/office/drawing/2014/main" id="{2A2035BA-E57E-41E8-A42B-E38A0BD868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1" name="直線コネクタ 136280">
                      <a:extLst>
                        <a:ext uri="{FF2B5EF4-FFF2-40B4-BE49-F238E27FC236}">
                          <a16:creationId xmlns:a16="http://schemas.microsoft.com/office/drawing/2014/main" id="{3E10FEB2-2B06-4A90-B4DD-3EE409534B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2" name="直線コネクタ 136281">
                      <a:extLst>
                        <a:ext uri="{FF2B5EF4-FFF2-40B4-BE49-F238E27FC236}">
                          <a16:creationId xmlns:a16="http://schemas.microsoft.com/office/drawing/2014/main" id="{7AC69001-E7C8-4DE2-8C64-473324CAD4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3" name="直線コネクタ 136282">
                      <a:extLst>
                        <a:ext uri="{FF2B5EF4-FFF2-40B4-BE49-F238E27FC236}">
                          <a16:creationId xmlns:a16="http://schemas.microsoft.com/office/drawing/2014/main" id="{50D7682E-F78F-4BA7-BA35-ADCF2394AF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4" name="直線コネクタ 136283">
                      <a:extLst>
                        <a:ext uri="{FF2B5EF4-FFF2-40B4-BE49-F238E27FC236}">
                          <a16:creationId xmlns:a16="http://schemas.microsoft.com/office/drawing/2014/main" id="{24F35534-CA79-4A99-92E2-54DB614C28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5" name="直線コネクタ 136284">
                      <a:extLst>
                        <a:ext uri="{FF2B5EF4-FFF2-40B4-BE49-F238E27FC236}">
                          <a16:creationId xmlns:a16="http://schemas.microsoft.com/office/drawing/2014/main" id="{9904D5CD-5065-4768-A256-5902EDA6F2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6" name="直線コネクタ 136285">
                      <a:extLst>
                        <a:ext uri="{FF2B5EF4-FFF2-40B4-BE49-F238E27FC236}">
                          <a16:creationId xmlns:a16="http://schemas.microsoft.com/office/drawing/2014/main" id="{CC189CD3-B638-4834-8EF3-43B5A53931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7" name="直線コネクタ 136286">
                      <a:extLst>
                        <a:ext uri="{FF2B5EF4-FFF2-40B4-BE49-F238E27FC236}">
                          <a16:creationId xmlns:a16="http://schemas.microsoft.com/office/drawing/2014/main" id="{BFCE6C0E-BF1E-4FE1-BF8B-8ECA0CA5D9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8" name="直線コネクタ 136287">
                      <a:extLst>
                        <a:ext uri="{FF2B5EF4-FFF2-40B4-BE49-F238E27FC236}">
                          <a16:creationId xmlns:a16="http://schemas.microsoft.com/office/drawing/2014/main" id="{93CCB3EA-7BB5-4819-8A0A-B2D0BE10AF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89" name="直線コネクタ 136288">
                      <a:extLst>
                        <a:ext uri="{FF2B5EF4-FFF2-40B4-BE49-F238E27FC236}">
                          <a16:creationId xmlns:a16="http://schemas.microsoft.com/office/drawing/2014/main" id="{3E085FFD-8FA6-4E31-8E00-CEA377BEE4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0" name="直線コネクタ 136289">
                      <a:extLst>
                        <a:ext uri="{FF2B5EF4-FFF2-40B4-BE49-F238E27FC236}">
                          <a16:creationId xmlns:a16="http://schemas.microsoft.com/office/drawing/2014/main" id="{40755DDE-0C25-49E4-8D61-599B8DD24B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1" name="直線コネクタ 136290">
                      <a:extLst>
                        <a:ext uri="{FF2B5EF4-FFF2-40B4-BE49-F238E27FC236}">
                          <a16:creationId xmlns:a16="http://schemas.microsoft.com/office/drawing/2014/main" id="{5DDE6D13-61E5-444A-B227-73C4221A6A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2" name="直線コネクタ 136291">
                      <a:extLst>
                        <a:ext uri="{FF2B5EF4-FFF2-40B4-BE49-F238E27FC236}">
                          <a16:creationId xmlns:a16="http://schemas.microsoft.com/office/drawing/2014/main" id="{24B91C3B-D2A4-4BE1-8B05-B05FE3DBDE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3" name="直線コネクタ 136292">
                      <a:extLst>
                        <a:ext uri="{FF2B5EF4-FFF2-40B4-BE49-F238E27FC236}">
                          <a16:creationId xmlns:a16="http://schemas.microsoft.com/office/drawing/2014/main" id="{1A4D7B77-812C-422C-B240-2268FB5510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4" name="直線コネクタ 136293">
                      <a:extLst>
                        <a:ext uri="{FF2B5EF4-FFF2-40B4-BE49-F238E27FC236}">
                          <a16:creationId xmlns:a16="http://schemas.microsoft.com/office/drawing/2014/main" id="{6D85FB11-67D3-49E5-81AC-5342ABFCF4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5" name="直線コネクタ 136294">
                      <a:extLst>
                        <a:ext uri="{FF2B5EF4-FFF2-40B4-BE49-F238E27FC236}">
                          <a16:creationId xmlns:a16="http://schemas.microsoft.com/office/drawing/2014/main" id="{7D4EF21F-9395-4FE9-AFF8-9932F4E6BC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6" name="直線コネクタ 136295">
                      <a:extLst>
                        <a:ext uri="{FF2B5EF4-FFF2-40B4-BE49-F238E27FC236}">
                          <a16:creationId xmlns:a16="http://schemas.microsoft.com/office/drawing/2014/main" id="{CC08C037-0083-4E34-9545-E37CB5B053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7" name="直線コネクタ 136296">
                      <a:extLst>
                        <a:ext uri="{FF2B5EF4-FFF2-40B4-BE49-F238E27FC236}">
                          <a16:creationId xmlns:a16="http://schemas.microsoft.com/office/drawing/2014/main" id="{5926847E-DB1C-4AF0-B659-0D4AE38972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8" name="直線コネクタ 136297">
                      <a:extLst>
                        <a:ext uri="{FF2B5EF4-FFF2-40B4-BE49-F238E27FC236}">
                          <a16:creationId xmlns:a16="http://schemas.microsoft.com/office/drawing/2014/main" id="{FB630004-6C28-4556-9009-65D5FF1726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99" name="直線コネクタ 136298">
                      <a:extLst>
                        <a:ext uri="{FF2B5EF4-FFF2-40B4-BE49-F238E27FC236}">
                          <a16:creationId xmlns:a16="http://schemas.microsoft.com/office/drawing/2014/main" id="{5FBE2DF7-94B6-4014-9EC5-F9F05A16EF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0" name="直線コネクタ 136299">
                      <a:extLst>
                        <a:ext uri="{FF2B5EF4-FFF2-40B4-BE49-F238E27FC236}">
                          <a16:creationId xmlns:a16="http://schemas.microsoft.com/office/drawing/2014/main" id="{BC2004C6-FAD3-47F3-B2FF-708E1141C9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1" name="直線コネクタ 136300">
                      <a:extLst>
                        <a:ext uri="{FF2B5EF4-FFF2-40B4-BE49-F238E27FC236}">
                          <a16:creationId xmlns:a16="http://schemas.microsoft.com/office/drawing/2014/main" id="{AFA317AE-57F3-42C6-8875-C2A19BDA78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2" name="直線コネクタ 136301">
                      <a:extLst>
                        <a:ext uri="{FF2B5EF4-FFF2-40B4-BE49-F238E27FC236}">
                          <a16:creationId xmlns:a16="http://schemas.microsoft.com/office/drawing/2014/main" id="{037567BD-50AC-43FA-B054-216164AD87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3" name="直線コネクタ 136302">
                      <a:extLst>
                        <a:ext uri="{FF2B5EF4-FFF2-40B4-BE49-F238E27FC236}">
                          <a16:creationId xmlns:a16="http://schemas.microsoft.com/office/drawing/2014/main" id="{52E55549-A75C-49BD-B57D-B8405BFD2D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4" name="直線コネクタ 136303">
                      <a:extLst>
                        <a:ext uri="{FF2B5EF4-FFF2-40B4-BE49-F238E27FC236}">
                          <a16:creationId xmlns:a16="http://schemas.microsoft.com/office/drawing/2014/main" id="{1B907947-5E85-45D1-90F9-F2F34CBC81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5" name="直線コネクタ 136304">
                      <a:extLst>
                        <a:ext uri="{FF2B5EF4-FFF2-40B4-BE49-F238E27FC236}">
                          <a16:creationId xmlns:a16="http://schemas.microsoft.com/office/drawing/2014/main" id="{55A69707-0C69-4A43-B5A2-BB73194E45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6" name="直線コネクタ 136305">
                      <a:extLst>
                        <a:ext uri="{FF2B5EF4-FFF2-40B4-BE49-F238E27FC236}">
                          <a16:creationId xmlns:a16="http://schemas.microsoft.com/office/drawing/2014/main" id="{7F57A545-4DB4-435E-832A-B6B4D7CD9C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7" name="直線コネクタ 136306">
                      <a:extLst>
                        <a:ext uri="{FF2B5EF4-FFF2-40B4-BE49-F238E27FC236}">
                          <a16:creationId xmlns:a16="http://schemas.microsoft.com/office/drawing/2014/main" id="{EA1A4ACE-0CEA-474F-9AF1-2507865EF4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8" name="直線コネクタ 136307">
                      <a:extLst>
                        <a:ext uri="{FF2B5EF4-FFF2-40B4-BE49-F238E27FC236}">
                          <a16:creationId xmlns:a16="http://schemas.microsoft.com/office/drawing/2014/main" id="{D8014DAF-DBAC-4E6B-B1D4-71D1595A0A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09" name="直線コネクタ 136308">
                      <a:extLst>
                        <a:ext uri="{FF2B5EF4-FFF2-40B4-BE49-F238E27FC236}">
                          <a16:creationId xmlns:a16="http://schemas.microsoft.com/office/drawing/2014/main" id="{6B1B1468-5069-410C-AF07-2B681D58F0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0" name="直線コネクタ 136309">
                      <a:extLst>
                        <a:ext uri="{FF2B5EF4-FFF2-40B4-BE49-F238E27FC236}">
                          <a16:creationId xmlns:a16="http://schemas.microsoft.com/office/drawing/2014/main" id="{25E7286C-0B6F-4A40-9659-EE3E950358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1" name="直線コネクタ 136310">
                      <a:extLst>
                        <a:ext uri="{FF2B5EF4-FFF2-40B4-BE49-F238E27FC236}">
                          <a16:creationId xmlns:a16="http://schemas.microsoft.com/office/drawing/2014/main" id="{094AD1F3-5C2E-4A45-8089-870E5EA414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312" name="直線コネクタ 136311">
                      <a:extLst>
                        <a:ext uri="{FF2B5EF4-FFF2-40B4-BE49-F238E27FC236}">
                          <a16:creationId xmlns:a16="http://schemas.microsoft.com/office/drawing/2014/main" id="{821E20CD-4F31-4254-AF20-C191DF08EB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6003" name="グループ化 136002">
                    <a:extLst>
                      <a:ext uri="{FF2B5EF4-FFF2-40B4-BE49-F238E27FC236}">
                        <a16:creationId xmlns:a16="http://schemas.microsoft.com/office/drawing/2014/main" id="{7E753FB5-49FF-4A38-A37C-7DD0A95B5F2B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599762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6190" name="直線コネクタ 136189">
                      <a:extLst>
                        <a:ext uri="{FF2B5EF4-FFF2-40B4-BE49-F238E27FC236}">
                          <a16:creationId xmlns:a16="http://schemas.microsoft.com/office/drawing/2014/main" id="{8CDF8333-2844-488A-AE7A-ADBD1E744C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1" name="直線コネクタ 136190">
                      <a:extLst>
                        <a:ext uri="{FF2B5EF4-FFF2-40B4-BE49-F238E27FC236}">
                          <a16:creationId xmlns:a16="http://schemas.microsoft.com/office/drawing/2014/main" id="{4973FA3B-7FBD-4C27-B674-46EF863165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2" name="直線コネクタ 136191">
                      <a:extLst>
                        <a:ext uri="{FF2B5EF4-FFF2-40B4-BE49-F238E27FC236}">
                          <a16:creationId xmlns:a16="http://schemas.microsoft.com/office/drawing/2014/main" id="{1BE1F3EA-1DD6-4C6B-8A4D-799628FBAF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3" name="直線コネクタ 136192">
                      <a:extLst>
                        <a:ext uri="{FF2B5EF4-FFF2-40B4-BE49-F238E27FC236}">
                          <a16:creationId xmlns:a16="http://schemas.microsoft.com/office/drawing/2014/main" id="{65CFFEB5-91DA-498E-A984-CCB2BF2F5B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4" name="直線コネクタ 136193">
                      <a:extLst>
                        <a:ext uri="{FF2B5EF4-FFF2-40B4-BE49-F238E27FC236}">
                          <a16:creationId xmlns:a16="http://schemas.microsoft.com/office/drawing/2014/main" id="{2695F945-7035-4BEB-B5F0-E9D260FB3F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5" name="直線コネクタ 136194">
                      <a:extLst>
                        <a:ext uri="{FF2B5EF4-FFF2-40B4-BE49-F238E27FC236}">
                          <a16:creationId xmlns:a16="http://schemas.microsoft.com/office/drawing/2014/main" id="{8BE625FC-3BD5-4532-8B37-204A5AC315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6" name="直線コネクタ 136195">
                      <a:extLst>
                        <a:ext uri="{FF2B5EF4-FFF2-40B4-BE49-F238E27FC236}">
                          <a16:creationId xmlns:a16="http://schemas.microsoft.com/office/drawing/2014/main" id="{1FF9CB5B-E9BD-4E8D-81F4-B5CCDF8689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7" name="直線コネクタ 136196">
                      <a:extLst>
                        <a:ext uri="{FF2B5EF4-FFF2-40B4-BE49-F238E27FC236}">
                          <a16:creationId xmlns:a16="http://schemas.microsoft.com/office/drawing/2014/main" id="{2F9C502D-A48D-4F51-90D3-E62F00E1CE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8" name="直線コネクタ 136197">
                      <a:extLst>
                        <a:ext uri="{FF2B5EF4-FFF2-40B4-BE49-F238E27FC236}">
                          <a16:creationId xmlns:a16="http://schemas.microsoft.com/office/drawing/2014/main" id="{3DD5E2D3-5B9C-4753-B19A-083709D7E8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99" name="直線コネクタ 136198">
                      <a:extLst>
                        <a:ext uri="{FF2B5EF4-FFF2-40B4-BE49-F238E27FC236}">
                          <a16:creationId xmlns:a16="http://schemas.microsoft.com/office/drawing/2014/main" id="{C9F7104A-D7C8-410F-8441-851F4B96B2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0" name="直線コネクタ 136199">
                      <a:extLst>
                        <a:ext uri="{FF2B5EF4-FFF2-40B4-BE49-F238E27FC236}">
                          <a16:creationId xmlns:a16="http://schemas.microsoft.com/office/drawing/2014/main" id="{FA4A9670-3CD3-46A2-BD16-1C40FDACA7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1" name="直線コネクタ 136200">
                      <a:extLst>
                        <a:ext uri="{FF2B5EF4-FFF2-40B4-BE49-F238E27FC236}">
                          <a16:creationId xmlns:a16="http://schemas.microsoft.com/office/drawing/2014/main" id="{CB2A9838-18C7-4C88-972E-FC82B29A51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2" name="直線コネクタ 136201">
                      <a:extLst>
                        <a:ext uri="{FF2B5EF4-FFF2-40B4-BE49-F238E27FC236}">
                          <a16:creationId xmlns:a16="http://schemas.microsoft.com/office/drawing/2014/main" id="{90603B87-E8E5-45C9-9559-8F4EA63676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3" name="直線コネクタ 136202">
                      <a:extLst>
                        <a:ext uri="{FF2B5EF4-FFF2-40B4-BE49-F238E27FC236}">
                          <a16:creationId xmlns:a16="http://schemas.microsoft.com/office/drawing/2014/main" id="{ED2A723B-B65F-4629-883A-B3D205D9E2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4" name="直線コネクタ 136203">
                      <a:extLst>
                        <a:ext uri="{FF2B5EF4-FFF2-40B4-BE49-F238E27FC236}">
                          <a16:creationId xmlns:a16="http://schemas.microsoft.com/office/drawing/2014/main" id="{24F3345D-ACBF-4A0D-BDFA-96CB7F58EF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5" name="直線コネクタ 136204">
                      <a:extLst>
                        <a:ext uri="{FF2B5EF4-FFF2-40B4-BE49-F238E27FC236}">
                          <a16:creationId xmlns:a16="http://schemas.microsoft.com/office/drawing/2014/main" id="{E626E806-745D-42ED-B137-36A00C3C4C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6" name="直線コネクタ 136205">
                      <a:extLst>
                        <a:ext uri="{FF2B5EF4-FFF2-40B4-BE49-F238E27FC236}">
                          <a16:creationId xmlns:a16="http://schemas.microsoft.com/office/drawing/2014/main" id="{83155E0A-6B2C-419E-B9BF-778E510303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7" name="直線コネクタ 136206">
                      <a:extLst>
                        <a:ext uri="{FF2B5EF4-FFF2-40B4-BE49-F238E27FC236}">
                          <a16:creationId xmlns:a16="http://schemas.microsoft.com/office/drawing/2014/main" id="{C7B32E2D-0081-4CA2-8466-E92D3425CE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8" name="直線コネクタ 136207">
                      <a:extLst>
                        <a:ext uri="{FF2B5EF4-FFF2-40B4-BE49-F238E27FC236}">
                          <a16:creationId xmlns:a16="http://schemas.microsoft.com/office/drawing/2014/main" id="{978E637E-9F8B-445D-8B64-9E56D264A5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09" name="直線コネクタ 136208">
                      <a:extLst>
                        <a:ext uri="{FF2B5EF4-FFF2-40B4-BE49-F238E27FC236}">
                          <a16:creationId xmlns:a16="http://schemas.microsoft.com/office/drawing/2014/main" id="{403A88ED-E6D8-488C-BB4E-A07CF57511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0" name="直線コネクタ 136209">
                      <a:extLst>
                        <a:ext uri="{FF2B5EF4-FFF2-40B4-BE49-F238E27FC236}">
                          <a16:creationId xmlns:a16="http://schemas.microsoft.com/office/drawing/2014/main" id="{F94474AF-1323-4FA4-820C-34E8548579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1" name="直線コネクタ 136210">
                      <a:extLst>
                        <a:ext uri="{FF2B5EF4-FFF2-40B4-BE49-F238E27FC236}">
                          <a16:creationId xmlns:a16="http://schemas.microsoft.com/office/drawing/2014/main" id="{23339BB0-96FC-461E-A16A-F41F7236B5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2" name="直線コネクタ 136211">
                      <a:extLst>
                        <a:ext uri="{FF2B5EF4-FFF2-40B4-BE49-F238E27FC236}">
                          <a16:creationId xmlns:a16="http://schemas.microsoft.com/office/drawing/2014/main" id="{C3217E55-0B9B-425D-B16F-0F4663252C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3" name="直線コネクタ 136212">
                      <a:extLst>
                        <a:ext uri="{FF2B5EF4-FFF2-40B4-BE49-F238E27FC236}">
                          <a16:creationId xmlns:a16="http://schemas.microsoft.com/office/drawing/2014/main" id="{E7F715B2-1BD1-4F51-8C03-D3609ADAED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4" name="直線コネクタ 136213">
                      <a:extLst>
                        <a:ext uri="{FF2B5EF4-FFF2-40B4-BE49-F238E27FC236}">
                          <a16:creationId xmlns:a16="http://schemas.microsoft.com/office/drawing/2014/main" id="{802C9F53-99EE-4344-97CD-1BBC0C0F01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5" name="直線コネクタ 136214">
                      <a:extLst>
                        <a:ext uri="{FF2B5EF4-FFF2-40B4-BE49-F238E27FC236}">
                          <a16:creationId xmlns:a16="http://schemas.microsoft.com/office/drawing/2014/main" id="{40756363-6FCF-4B2A-8C45-652F119B93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6" name="直線コネクタ 136215">
                      <a:extLst>
                        <a:ext uri="{FF2B5EF4-FFF2-40B4-BE49-F238E27FC236}">
                          <a16:creationId xmlns:a16="http://schemas.microsoft.com/office/drawing/2014/main" id="{E72357C3-A168-4421-9CDD-B137A8DDF1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7" name="直線コネクタ 136216">
                      <a:extLst>
                        <a:ext uri="{FF2B5EF4-FFF2-40B4-BE49-F238E27FC236}">
                          <a16:creationId xmlns:a16="http://schemas.microsoft.com/office/drawing/2014/main" id="{076A9E1D-88B7-4D58-9E9B-869F409120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8" name="直線コネクタ 136217">
                      <a:extLst>
                        <a:ext uri="{FF2B5EF4-FFF2-40B4-BE49-F238E27FC236}">
                          <a16:creationId xmlns:a16="http://schemas.microsoft.com/office/drawing/2014/main" id="{6B05F2F7-572B-4D1A-A11F-5AA7E2FD4C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19" name="直線コネクタ 136218">
                      <a:extLst>
                        <a:ext uri="{FF2B5EF4-FFF2-40B4-BE49-F238E27FC236}">
                          <a16:creationId xmlns:a16="http://schemas.microsoft.com/office/drawing/2014/main" id="{74B549F2-69EC-4CF6-AC28-808A34DBF8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0" name="直線コネクタ 136219">
                      <a:extLst>
                        <a:ext uri="{FF2B5EF4-FFF2-40B4-BE49-F238E27FC236}">
                          <a16:creationId xmlns:a16="http://schemas.microsoft.com/office/drawing/2014/main" id="{60A0BDE7-4406-4B5C-A5A8-073444BB7F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1" name="直線コネクタ 136220">
                      <a:extLst>
                        <a:ext uri="{FF2B5EF4-FFF2-40B4-BE49-F238E27FC236}">
                          <a16:creationId xmlns:a16="http://schemas.microsoft.com/office/drawing/2014/main" id="{5640F10D-85D4-4618-8925-921A193EFA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2" name="直線コネクタ 136221">
                      <a:extLst>
                        <a:ext uri="{FF2B5EF4-FFF2-40B4-BE49-F238E27FC236}">
                          <a16:creationId xmlns:a16="http://schemas.microsoft.com/office/drawing/2014/main" id="{6CB38C42-10EB-4D57-99A8-636A87D191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3" name="直線コネクタ 136222">
                      <a:extLst>
                        <a:ext uri="{FF2B5EF4-FFF2-40B4-BE49-F238E27FC236}">
                          <a16:creationId xmlns:a16="http://schemas.microsoft.com/office/drawing/2014/main" id="{66057D2F-10DF-4128-A6E5-EC34B6FC34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4" name="直線コネクタ 136223">
                      <a:extLst>
                        <a:ext uri="{FF2B5EF4-FFF2-40B4-BE49-F238E27FC236}">
                          <a16:creationId xmlns:a16="http://schemas.microsoft.com/office/drawing/2014/main" id="{0D8473D1-6325-457D-B4E2-AD7A1386AA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5" name="直線コネクタ 136224">
                      <a:extLst>
                        <a:ext uri="{FF2B5EF4-FFF2-40B4-BE49-F238E27FC236}">
                          <a16:creationId xmlns:a16="http://schemas.microsoft.com/office/drawing/2014/main" id="{985FFBB4-5326-43AB-803E-7177A6E48D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6" name="直線コネクタ 136225">
                      <a:extLst>
                        <a:ext uri="{FF2B5EF4-FFF2-40B4-BE49-F238E27FC236}">
                          <a16:creationId xmlns:a16="http://schemas.microsoft.com/office/drawing/2014/main" id="{0CF94085-2AA2-4CB4-9320-21A577D38F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7" name="直線コネクタ 136226">
                      <a:extLst>
                        <a:ext uri="{FF2B5EF4-FFF2-40B4-BE49-F238E27FC236}">
                          <a16:creationId xmlns:a16="http://schemas.microsoft.com/office/drawing/2014/main" id="{EC779722-C087-4F44-9C91-A8910C2AE5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8" name="直線コネクタ 136227">
                      <a:extLst>
                        <a:ext uri="{FF2B5EF4-FFF2-40B4-BE49-F238E27FC236}">
                          <a16:creationId xmlns:a16="http://schemas.microsoft.com/office/drawing/2014/main" id="{B1394CB7-6F22-49E2-B262-B89FFE8621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29" name="直線コネクタ 136228">
                      <a:extLst>
                        <a:ext uri="{FF2B5EF4-FFF2-40B4-BE49-F238E27FC236}">
                          <a16:creationId xmlns:a16="http://schemas.microsoft.com/office/drawing/2014/main" id="{22D610CF-B2F7-492E-A7B4-F82C2AE6A4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0" name="直線コネクタ 136229">
                      <a:extLst>
                        <a:ext uri="{FF2B5EF4-FFF2-40B4-BE49-F238E27FC236}">
                          <a16:creationId xmlns:a16="http://schemas.microsoft.com/office/drawing/2014/main" id="{302CB729-95C2-4E78-AC4D-5AFF25F700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1" name="直線コネクタ 136230">
                      <a:extLst>
                        <a:ext uri="{FF2B5EF4-FFF2-40B4-BE49-F238E27FC236}">
                          <a16:creationId xmlns:a16="http://schemas.microsoft.com/office/drawing/2014/main" id="{B7BD3947-B0C0-4BFA-A607-836A67B46A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2" name="直線コネクタ 136231">
                      <a:extLst>
                        <a:ext uri="{FF2B5EF4-FFF2-40B4-BE49-F238E27FC236}">
                          <a16:creationId xmlns:a16="http://schemas.microsoft.com/office/drawing/2014/main" id="{80613EA8-A5B0-4980-B451-6319A0AA57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3" name="直線コネクタ 136232">
                      <a:extLst>
                        <a:ext uri="{FF2B5EF4-FFF2-40B4-BE49-F238E27FC236}">
                          <a16:creationId xmlns:a16="http://schemas.microsoft.com/office/drawing/2014/main" id="{BCE6DCEF-D30C-47EB-8737-BF9F8E3ADE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4" name="直線コネクタ 136233">
                      <a:extLst>
                        <a:ext uri="{FF2B5EF4-FFF2-40B4-BE49-F238E27FC236}">
                          <a16:creationId xmlns:a16="http://schemas.microsoft.com/office/drawing/2014/main" id="{846915F0-66CA-4170-8E2B-DDCAD08B9F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5" name="直線コネクタ 136234">
                      <a:extLst>
                        <a:ext uri="{FF2B5EF4-FFF2-40B4-BE49-F238E27FC236}">
                          <a16:creationId xmlns:a16="http://schemas.microsoft.com/office/drawing/2014/main" id="{68D274FE-FB70-43F8-A92F-97F24EBE73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6" name="直線コネクタ 136235">
                      <a:extLst>
                        <a:ext uri="{FF2B5EF4-FFF2-40B4-BE49-F238E27FC236}">
                          <a16:creationId xmlns:a16="http://schemas.microsoft.com/office/drawing/2014/main" id="{C775127F-FCBE-41EA-AE0A-D781606FC7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7" name="直線コネクタ 136236">
                      <a:extLst>
                        <a:ext uri="{FF2B5EF4-FFF2-40B4-BE49-F238E27FC236}">
                          <a16:creationId xmlns:a16="http://schemas.microsoft.com/office/drawing/2014/main" id="{4ED14548-61A1-4476-A9E9-C89B3FAB50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8" name="直線コネクタ 136237">
                      <a:extLst>
                        <a:ext uri="{FF2B5EF4-FFF2-40B4-BE49-F238E27FC236}">
                          <a16:creationId xmlns:a16="http://schemas.microsoft.com/office/drawing/2014/main" id="{DD29F0BD-F9B8-49E5-A656-16CBD04471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39" name="直線コネクタ 136238">
                      <a:extLst>
                        <a:ext uri="{FF2B5EF4-FFF2-40B4-BE49-F238E27FC236}">
                          <a16:creationId xmlns:a16="http://schemas.microsoft.com/office/drawing/2014/main" id="{8D138900-2D61-4573-9772-794D26604A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0" name="直線コネクタ 136239">
                      <a:extLst>
                        <a:ext uri="{FF2B5EF4-FFF2-40B4-BE49-F238E27FC236}">
                          <a16:creationId xmlns:a16="http://schemas.microsoft.com/office/drawing/2014/main" id="{E6C5AD99-8E6C-429C-9FC2-6A0C12ABE5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1" name="直線コネクタ 136240">
                      <a:extLst>
                        <a:ext uri="{FF2B5EF4-FFF2-40B4-BE49-F238E27FC236}">
                          <a16:creationId xmlns:a16="http://schemas.microsoft.com/office/drawing/2014/main" id="{AAECDF31-5024-4D41-9CE8-FD44DA0A98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2" name="直線コネクタ 136241">
                      <a:extLst>
                        <a:ext uri="{FF2B5EF4-FFF2-40B4-BE49-F238E27FC236}">
                          <a16:creationId xmlns:a16="http://schemas.microsoft.com/office/drawing/2014/main" id="{A9CFBFD5-B2E4-4AE0-ADBB-58F088FFD2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3" name="直線コネクタ 136242">
                      <a:extLst>
                        <a:ext uri="{FF2B5EF4-FFF2-40B4-BE49-F238E27FC236}">
                          <a16:creationId xmlns:a16="http://schemas.microsoft.com/office/drawing/2014/main" id="{47BEAE11-77C7-459D-A5FD-CE194C931B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4" name="直線コネクタ 136243">
                      <a:extLst>
                        <a:ext uri="{FF2B5EF4-FFF2-40B4-BE49-F238E27FC236}">
                          <a16:creationId xmlns:a16="http://schemas.microsoft.com/office/drawing/2014/main" id="{D7277F08-9BAE-4AE0-B532-0887E8336D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5" name="直線コネクタ 136244">
                      <a:extLst>
                        <a:ext uri="{FF2B5EF4-FFF2-40B4-BE49-F238E27FC236}">
                          <a16:creationId xmlns:a16="http://schemas.microsoft.com/office/drawing/2014/main" id="{A02815B0-755A-4A6F-BEDE-9653D36612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6" name="直線コネクタ 136245">
                      <a:extLst>
                        <a:ext uri="{FF2B5EF4-FFF2-40B4-BE49-F238E27FC236}">
                          <a16:creationId xmlns:a16="http://schemas.microsoft.com/office/drawing/2014/main" id="{321EA90D-C0F6-462A-8B7B-8F73889020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7" name="直線コネクタ 136246">
                      <a:extLst>
                        <a:ext uri="{FF2B5EF4-FFF2-40B4-BE49-F238E27FC236}">
                          <a16:creationId xmlns:a16="http://schemas.microsoft.com/office/drawing/2014/main" id="{EBC0BD77-7FEF-4073-94FD-15B9564E20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8" name="直線コネクタ 136247">
                      <a:extLst>
                        <a:ext uri="{FF2B5EF4-FFF2-40B4-BE49-F238E27FC236}">
                          <a16:creationId xmlns:a16="http://schemas.microsoft.com/office/drawing/2014/main" id="{AA7A3F9C-D38C-41CF-8FA5-CC94B387D5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49" name="直線コネクタ 136248">
                      <a:extLst>
                        <a:ext uri="{FF2B5EF4-FFF2-40B4-BE49-F238E27FC236}">
                          <a16:creationId xmlns:a16="http://schemas.microsoft.com/office/drawing/2014/main" id="{F6D00505-E47E-4B90-8A30-0FF7D64722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0" name="直線コネクタ 136249">
                      <a:extLst>
                        <a:ext uri="{FF2B5EF4-FFF2-40B4-BE49-F238E27FC236}">
                          <a16:creationId xmlns:a16="http://schemas.microsoft.com/office/drawing/2014/main" id="{5CE23547-E143-4311-9DFD-345963AE5D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1" name="直線コネクタ 136250">
                      <a:extLst>
                        <a:ext uri="{FF2B5EF4-FFF2-40B4-BE49-F238E27FC236}">
                          <a16:creationId xmlns:a16="http://schemas.microsoft.com/office/drawing/2014/main" id="{E61AFD5E-CB8A-462E-AB1E-7C45AEE73D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252" name="直線コネクタ 136251">
                      <a:extLst>
                        <a:ext uri="{FF2B5EF4-FFF2-40B4-BE49-F238E27FC236}">
                          <a16:creationId xmlns:a16="http://schemas.microsoft.com/office/drawing/2014/main" id="{50133B9D-8BC2-4B14-9F0B-758EECC1D9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6004" name="グループ化 136003">
                    <a:extLst>
                      <a:ext uri="{FF2B5EF4-FFF2-40B4-BE49-F238E27FC236}">
                        <a16:creationId xmlns:a16="http://schemas.microsoft.com/office/drawing/2014/main" id="{EC4D44B3-4651-41F8-AF88-5BDC9E7718F1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606962" y="559056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6130" name="直線コネクタ 136129">
                      <a:extLst>
                        <a:ext uri="{FF2B5EF4-FFF2-40B4-BE49-F238E27FC236}">
                          <a16:creationId xmlns:a16="http://schemas.microsoft.com/office/drawing/2014/main" id="{81F8E6E6-EC08-4717-868C-D08EEF604E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1" name="直線コネクタ 136130">
                      <a:extLst>
                        <a:ext uri="{FF2B5EF4-FFF2-40B4-BE49-F238E27FC236}">
                          <a16:creationId xmlns:a16="http://schemas.microsoft.com/office/drawing/2014/main" id="{B5FA66D8-94E5-435B-B1CB-2BDA91DD92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2" name="直線コネクタ 136131">
                      <a:extLst>
                        <a:ext uri="{FF2B5EF4-FFF2-40B4-BE49-F238E27FC236}">
                          <a16:creationId xmlns:a16="http://schemas.microsoft.com/office/drawing/2014/main" id="{5A569EFC-3F92-42D7-948B-C86532808B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3" name="直線コネクタ 136132">
                      <a:extLst>
                        <a:ext uri="{FF2B5EF4-FFF2-40B4-BE49-F238E27FC236}">
                          <a16:creationId xmlns:a16="http://schemas.microsoft.com/office/drawing/2014/main" id="{5337C0D9-702B-475D-BF44-4ADD221132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4" name="直線コネクタ 136133">
                      <a:extLst>
                        <a:ext uri="{FF2B5EF4-FFF2-40B4-BE49-F238E27FC236}">
                          <a16:creationId xmlns:a16="http://schemas.microsoft.com/office/drawing/2014/main" id="{AFF4AC4F-3D2C-41A5-9969-BA7B965571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5" name="直線コネクタ 136134">
                      <a:extLst>
                        <a:ext uri="{FF2B5EF4-FFF2-40B4-BE49-F238E27FC236}">
                          <a16:creationId xmlns:a16="http://schemas.microsoft.com/office/drawing/2014/main" id="{8FF32A53-0FCE-4E77-87D0-29582E02BD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6" name="直線コネクタ 136135">
                      <a:extLst>
                        <a:ext uri="{FF2B5EF4-FFF2-40B4-BE49-F238E27FC236}">
                          <a16:creationId xmlns:a16="http://schemas.microsoft.com/office/drawing/2014/main" id="{819A86E0-44E7-4EF9-B49F-A3F0588D40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7" name="直線コネクタ 136136">
                      <a:extLst>
                        <a:ext uri="{FF2B5EF4-FFF2-40B4-BE49-F238E27FC236}">
                          <a16:creationId xmlns:a16="http://schemas.microsoft.com/office/drawing/2014/main" id="{B9CE2C28-3C56-47F4-A752-3D94E24C1B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8" name="直線コネクタ 136137">
                      <a:extLst>
                        <a:ext uri="{FF2B5EF4-FFF2-40B4-BE49-F238E27FC236}">
                          <a16:creationId xmlns:a16="http://schemas.microsoft.com/office/drawing/2014/main" id="{1CEFA879-CC34-4816-B46F-EBFD0620AF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39" name="直線コネクタ 136138">
                      <a:extLst>
                        <a:ext uri="{FF2B5EF4-FFF2-40B4-BE49-F238E27FC236}">
                          <a16:creationId xmlns:a16="http://schemas.microsoft.com/office/drawing/2014/main" id="{990D9EBF-F72B-41A3-A723-FD2FC83411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0" name="直線コネクタ 136139">
                      <a:extLst>
                        <a:ext uri="{FF2B5EF4-FFF2-40B4-BE49-F238E27FC236}">
                          <a16:creationId xmlns:a16="http://schemas.microsoft.com/office/drawing/2014/main" id="{A13C1C26-AB7C-4C1B-9806-EF517165BA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1" name="直線コネクタ 136140">
                      <a:extLst>
                        <a:ext uri="{FF2B5EF4-FFF2-40B4-BE49-F238E27FC236}">
                          <a16:creationId xmlns:a16="http://schemas.microsoft.com/office/drawing/2014/main" id="{0391B315-4C5B-45E9-B03C-B018BB3CE0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2" name="直線コネクタ 136141">
                      <a:extLst>
                        <a:ext uri="{FF2B5EF4-FFF2-40B4-BE49-F238E27FC236}">
                          <a16:creationId xmlns:a16="http://schemas.microsoft.com/office/drawing/2014/main" id="{65B28813-0CC6-4675-93AC-8DD5E3068D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3" name="直線コネクタ 136142">
                      <a:extLst>
                        <a:ext uri="{FF2B5EF4-FFF2-40B4-BE49-F238E27FC236}">
                          <a16:creationId xmlns:a16="http://schemas.microsoft.com/office/drawing/2014/main" id="{1377BF07-6373-4662-8ABD-D9F9C41942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4" name="直線コネクタ 136143">
                      <a:extLst>
                        <a:ext uri="{FF2B5EF4-FFF2-40B4-BE49-F238E27FC236}">
                          <a16:creationId xmlns:a16="http://schemas.microsoft.com/office/drawing/2014/main" id="{3053B858-9543-4D2E-95E9-E676188CFD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5" name="直線コネクタ 136144">
                      <a:extLst>
                        <a:ext uri="{FF2B5EF4-FFF2-40B4-BE49-F238E27FC236}">
                          <a16:creationId xmlns:a16="http://schemas.microsoft.com/office/drawing/2014/main" id="{797F91E8-14A0-424C-9386-2FACF37120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6" name="直線コネクタ 136145">
                      <a:extLst>
                        <a:ext uri="{FF2B5EF4-FFF2-40B4-BE49-F238E27FC236}">
                          <a16:creationId xmlns:a16="http://schemas.microsoft.com/office/drawing/2014/main" id="{BEA85D48-BFF2-4B3B-BED5-9C1F7D9261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7" name="直線コネクタ 136146">
                      <a:extLst>
                        <a:ext uri="{FF2B5EF4-FFF2-40B4-BE49-F238E27FC236}">
                          <a16:creationId xmlns:a16="http://schemas.microsoft.com/office/drawing/2014/main" id="{240CD84A-73F1-46C1-ADF6-F6DDE66878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8" name="直線コネクタ 136147">
                      <a:extLst>
                        <a:ext uri="{FF2B5EF4-FFF2-40B4-BE49-F238E27FC236}">
                          <a16:creationId xmlns:a16="http://schemas.microsoft.com/office/drawing/2014/main" id="{BD554E9B-15E7-4F96-B96D-AF7612EA68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49" name="直線コネクタ 136148">
                      <a:extLst>
                        <a:ext uri="{FF2B5EF4-FFF2-40B4-BE49-F238E27FC236}">
                          <a16:creationId xmlns:a16="http://schemas.microsoft.com/office/drawing/2014/main" id="{860EDE86-2CF1-41AD-A0EA-7B6C200B14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0" name="直線コネクタ 136149">
                      <a:extLst>
                        <a:ext uri="{FF2B5EF4-FFF2-40B4-BE49-F238E27FC236}">
                          <a16:creationId xmlns:a16="http://schemas.microsoft.com/office/drawing/2014/main" id="{BF459B95-313B-48BF-B72B-482F9F6683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1" name="直線コネクタ 136150">
                      <a:extLst>
                        <a:ext uri="{FF2B5EF4-FFF2-40B4-BE49-F238E27FC236}">
                          <a16:creationId xmlns:a16="http://schemas.microsoft.com/office/drawing/2014/main" id="{E9D3F480-3407-4331-AC5E-6DF458A7F3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2" name="直線コネクタ 136151">
                      <a:extLst>
                        <a:ext uri="{FF2B5EF4-FFF2-40B4-BE49-F238E27FC236}">
                          <a16:creationId xmlns:a16="http://schemas.microsoft.com/office/drawing/2014/main" id="{E949863A-FD1D-46F5-8120-6FAEB9FF94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3" name="直線コネクタ 136152">
                      <a:extLst>
                        <a:ext uri="{FF2B5EF4-FFF2-40B4-BE49-F238E27FC236}">
                          <a16:creationId xmlns:a16="http://schemas.microsoft.com/office/drawing/2014/main" id="{0D06E784-4E5F-42A6-8075-7AE949D457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4" name="直線コネクタ 136153">
                      <a:extLst>
                        <a:ext uri="{FF2B5EF4-FFF2-40B4-BE49-F238E27FC236}">
                          <a16:creationId xmlns:a16="http://schemas.microsoft.com/office/drawing/2014/main" id="{50723BD9-7FAA-4DD6-9525-ED7D25CFD0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5" name="直線コネクタ 136154">
                      <a:extLst>
                        <a:ext uri="{FF2B5EF4-FFF2-40B4-BE49-F238E27FC236}">
                          <a16:creationId xmlns:a16="http://schemas.microsoft.com/office/drawing/2014/main" id="{4E1996A1-191F-4A7B-854F-CBCED8425D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6" name="直線コネクタ 136155">
                      <a:extLst>
                        <a:ext uri="{FF2B5EF4-FFF2-40B4-BE49-F238E27FC236}">
                          <a16:creationId xmlns:a16="http://schemas.microsoft.com/office/drawing/2014/main" id="{D342619D-221F-4607-8C49-67DAF20F51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7" name="直線コネクタ 136156">
                      <a:extLst>
                        <a:ext uri="{FF2B5EF4-FFF2-40B4-BE49-F238E27FC236}">
                          <a16:creationId xmlns:a16="http://schemas.microsoft.com/office/drawing/2014/main" id="{284D0971-17CC-4F72-A27A-D29B51E1B4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8" name="直線コネクタ 136157">
                      <a:extLst>
                        <a:ext uri="{FF2B5EF4-FFF2-40B4-BE49-F238E27FC236}">
                          <a16:creationId xmlns:a16="http://schemas.microsoft.com/office/drawing/2014/main" id="{EA4937B6-15A1-4737-8BB6-32617C8AF5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59" name="直線コネクタ 136158">
                      <a:extLst>
                        <a:ext uri="{FF2B5EF4-FFF2-40B4-BE49-F238E27FC236}">
                          <a16:creationId xmlns:a16="http://schemas.microsoft.com/office/drawing/2014/main" id="{D3C69989-AD9C-4405-B0B6-4C4BA0F49D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0" name="直線コネクタ 136159">
                      <a:extLst>
                        <a:ext uri="{FF2B5EF4-FFF2-40B4-BE49-F238E27FC236}">
                          <a16:creationId xmlns:a16="http://schemas.microsoft.com/office/drawing/2014/main" id="{85A691A6-E3B5-4724-BC19-8E5836F08E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1" name="直線コネクタ 136160">
                      <a:extLst>
                        <a:ext uri="{FF2B5EF4-FFF2-40B4-BE49-F238E27FC236}">
                          <a16:creationId xmlns:a16="http://schemas.microsoft.com/office/drawing/2014/main" id="{AA0523F1-1EC7-42DE-A764-0D0739F781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2" name="直線コネクタ 136161">
                      <a:extLst>
                        <a:ext uri="{FF2B5EF4-FFF2-40B4-BE49-F238E27FC236}">
                          <a16:creationId xmlns:a16="http://schemas.microsoft.com/office/drawing/2014/main" id="{73BE5A2F-1F7F-4B59-AF80-F0AC89D564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3" name="直線コネクタ 136162">
                      <a:extLst>
                        <a:ext uri="{FF2B5EF4-FFF2-40B4-BE49-F238E27FC236}">
                          <a16:creationId xmlns:a16="http://schemas.microsoft.com/office/drawing/2014/main" id="{185F98AC-EE89-417A-B080-E55417FB3C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4" name="直線コネクタ 136163">
                      <a:extLst>
                        <a:ext uri="{FF2B5EF4-FFF2-40B4-BE49-F238E27FC236}">
                          <a16:creationId xmlns:a16="http://schemas.microsoft.com/office/drawing/2014/main" id="{ECE7581A-1E78-4D42-9FAF-3818E5957D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5" name="直線コネクタ 136164">
                      <a:extLst>
                        <a:ext uri="{FF2B5EF4-FFF2-40B4-BE49-F238E27FC236}">
                          <a16:creationId xmlns:a16="http://schemas.microsoft.com/office/drawing/2014/main" id="{7C5D29F6-0E78-43F4-B6C0-FF3282E564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6" name="直線コネクタ 136165">
                      <a:extLst>
                        <a:ext uri="{FF2B5EF4-FFF2-40B4-BE49-F238E27FC236}">
                          <a16:creationId xmlns:a16="http://schemas.microsoft.com/office/drawing/2014/main" id="{0590B6B6-4507-4D5B-B959-FF6E1DA692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7" name="直線コネクタ 136166">
                      <a:extLst>
                        <a:ext uri="{FF2B5EF4-FFF2-40B4-BE49-F238E27FC236}">
                          <a16:creationId xmlns:a16="http://schemas.microsoft.com/office/drawing/2014/main" id="{596F7F08-7BCA-4319-AEFA-ACD5D01C8D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8" name="直線コネクタ 136167">
                      <a:extLst>
                        <a:ext uri="{FF2B5EF4-FFF2-40B4-BE49-F238E27FC236}">
                          <a16:creationId xmlns:a16="http://schemas.microsoft.com/office/drawing/2014/main" id="{1DBFB9D4-916D-44D1-88D1-973A9A65F0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69" name="直線コネクタ 136168">
                      <a:extLst>
                        <a:ext uri="{FF2B5EF4-FFF2-40B4-BE49-F238E27FC236}">
                          <a16:creationId xmlns:a16="http://schemas.microsoft.com/office/drawing/2014/main" id="{CA72B5D5-982E-4A51-8F3B-9F26C5C2E0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0" name="直線コネクタ 136169">
                      <a:extLst>
                        <a:ext uri="{FF2B5EF4-FFF2-40B4-BE49-F238E27FC236}">
                          <a16:creationId xmlns:a16="http://schemas.microsoft.com/office/drawing/2014/main" id="{F9BAA9D3-7934-4616-9751-486C448CA2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1" name="直線コネクタ 136170">
                      <a:extLst>
                        <a:ext uri="{FF2B5EF4-FFF2-40B4-BE49-F238E27FC236}">
                          <a16:creationId xmlns:a16="http://schemas.microsoft.com/office/drawing/2014/main" id="{62402A3C-6F2C-47A2-8A6C-8753FFB6DD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2" name="直線コネクタ 136171">
                      <a:extLst>
                        <a:ext uri="{FF2B5EF4-FFF2-40B4-BE49-F238E27FC236}">
                          <a16:creationId xmlns:a16="http://schemas.microsoft.com/office/drawing/2014/main" id="{AAFD112C-B389-43E5-B5AD-0E765D020B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3" name="直線コネクタ 136172">
                      <a:extLst>
                        <a:ext uri="{FF2B5EF4-FFF2-40B4-BE49-F238E27FC236}">
                          <a16:creationId xmlns:a16="http://schemas.microsoft.com/office/drawing/2014/main" id="{55C222E7-12E4-4D07-80F5-8B054CD36D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4" name="直線コネクタ 136173">
                      <a:extLst>
                        <a:ext uri="{FF2B5EF4-FFF2-40B4-BE49-F238E27FC236}">
                          <a16:creationId xmlns:a16="http://schemas.microsoft.com/office/drawing/2014/main" id="{35F73A7A-8748-49D4-A33E-A7DBE613CE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5" name="直線コネクタ 136174">
                      <a:extLst>
                        <a:ext uri="{FF2B5EF4-FFF2-40B4-BE49-F238E27FC236}">
                          <a16:creationId xmlns:a16="http://schemas.microsoft.com/office/drawing/2014/main" id="{94D960A4-2DC1-4D7A-ACC1-72C2303043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6" name="直線コネクタ 136175">
                      <a:extLst>
                        <a:ext uri="{FF2B5EF4-FFF2-40B4-BE49-F238E27FC236}">
                          <a16:creationId xmlns:a16="http://schemas.microsoft.com/office/drawing/2014/main" id="{1C6FA250-81B2-4667-95AD-92B3A984D7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7" name="直線コネクタ 136176">
                      <a:extLst>
                        <a:ext uri="{FF2B5EF4-FFF2-40B4-BE49-F238E27FC236}">
                          <a16:creationId xmlns:a16="http://schemas.microsoft.com/office/drawing/2014/main" id="{AB13B457-85EC-400D-BF2E-EE8449810B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8" name="直線コネクタ 136177">
                      <a:extLst>
                        <a:ext uri="{FF2B5EF4-FFF2-40B4-BE49-F238E27FC236}">
                          <a16:creationId xmlns:a16="http://schemas.microsoft.com/office/drawing/2014/main" id="{089367F3-D43B-4880-95A1-92DF6AD98F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79" name="直線コネクタ 136178">
                      <a:extLst>
                        <a:ext uri="{FF2B5EF4-FFF2-40B4-BE49-F238E27FC236}">
                          <a16:creationId xmlns:a16="http://schemas.microsoft.com/office/drawing/2014/main" id="{0AF4A205-BBD1-4885-BDE3-0FE3285641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0" name="直線コネクタ 136179">
                      <a:extLst>
                        <a:ext uri="{FF2B5EF4-FFF2-40B4-BE49-F238E27FC236}">
                          <a16:creationId xmlns:a16="http://schemas.microsoft.com/office/drawing/2014/main" id="{E45AC6DD-DAF9-48F2-A104-7D724A39E8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1" name="直線コネクタ 136180">
                      <a:extLst>
                        <a:ext uri="{FF2B5EF4-FFF2-40B4-BE49-F238E27FC236}">
                          <a16:creationId xmlns:a16="http://schemas.microsoft.com/office/drawing/2014/main" id="{5547904C-949A-419D-A5CF-162565FD04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2" name="直線コネクタ 136181">
                      <a:extLst>
                        <a:ext uri="{FF2B5EF4-FFF2-40B4-BE49-F238E27FC236}">
                          <a16:creationId xmlns:a16="http://schemas.microsoft.com/office/drawing/2014/main" id="{8F9566BD-6237-4A6C-A6CE-D04CDC796F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3" name="直線コネクタ 136182">
                      <a:extLst>
                        <a:ext uri="{FF2B5EF4-FFF2-40B4-BE49-F238E27FC236}">
                          <a16:creationId xmlns:a16="http://schemas.microsoft.com/office/drawing/2014/main" id="{B2EBE8F2-8412-4544-9130-4EE5F47D2E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4" name="直線コネクタ 136183">
                      <a:extLst>
                        <a:ext uri="{FF2B5EF4-FFF2-40B4-BE49-F238E27FC236}">
                          <a16:creationId xmlns:a16="http://schemas.microsoft.com/office/drawing/2014/main" id="{583FEC58-E1D1-49E4-BF7D-B0D36532F9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5" name="直線コネクタ 136184">
                      <a:extLst>
                        <a:ext uri="{FF2B5EF4-FFF2-40B4-BE49-F238E27FC236}">
                          <a16:creationId xmlns:a16="http://schemas.microsoft.com/office/drawing/2014/main" id="{8B72DF30-72F9-4C1B-9A9B-CDF0636628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6" name="直線コネクタ 136185">
                      <a:extLst>
                        <a:ext uri="{FF2B5EF4-FFF2-40B4-BE49-F238E27FC236}">
                          <a16:creationId xmlns:a16="http://schemas.microsoft.com/office/drawing/2014/main" id="{2ACB15D2-71C3-41FC-8812-59FE91CD01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7" name="直線コネクタ 136186">
                      <a:extLst>
                        <a:ext uri="{FF2B5EF4-FFF2-40B4-BE49-F238E27FC236}">
                          <a16:creationId xmlns:a16="http://schemas.microsoft.com/office/drawing/2014/main" id="{88077C53-6E1D-4D0B-96D5-3D0382F1CE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8" name="直線コネクタ 136187">
                      <a:extLst>
                        <a:ext uri="{FF2B5EF4-FFF2-40B4-BE49-F238E27FC236}">
                          <a16:creationId xmlns:a16="http://schemas.microsoft.com/office/drawing/2014/main" id="{3E8F00E8-7300-46D4-AC09-21E71C3EB1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89" name="直線コネクタ 136188">
                      <a:extLst>
                        <a:ext uri="{FF2B5EF4-FFF2-40B4-BE49-F238E27FC236}">
                          <a16:creationId xmlns:a16="http://schemas.microsoft.com/office/drawing/2014/main" id="{A03F1615-5C00-4C3A-B0A6-CC4DAD4FB1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6005" name="グループ化 136004">
                    <a:extLst>
                      <a:ext uri="{FF2B5EF4-FFF2-40B4-BE49-F238E27FC236}">
                        <a16:creationId xmlns:a16="http://schemas.microsoft.com/office/drawing/2014/main" id="{1CA558DC-F91A-4632-8E31-9EBACBBE51B4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986240" y="395192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6067" name="直線コネクタ 136066">
                      <a:extLst>
                        <a:ext uri="{FF2B5EF4-FFF2-40B4-BE49-F238E27FC236}">
                          <a16:creationId xmlns:a16="http://schemas.microsoft.com/office/drawing/2014/main" id="{40572F91-A3C6-48FC-AF29-0F9FAE57F3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8" name="直線コネクタ 136067">
                      <a:extLst>
                        <a:ext uri="{FF2B5EF4-FFF2-40B4-BE49-F238E27FC236}">
                          <a16:creationId xmlns:a16="http://schemas.microsoft.com/office/drawing/2014/main" id="{D1C4AB0E-3393-4598-AD1B-7318719F48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9" name="直線コネクタ 136068">
                      <a:extLst>
                        <a:ext uri="{FF2B5EF4-FFF2-40B4-BE49-F238E27FC236}">
                          <a16:creationId xmlns:a16="http://schemas.microsoft.com/office/drawing/2014/main" id="{5010A675-AFC1-4414-ADDA-94FAEADCD0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0" name="直線コネクタ 136069">
                      <a:extLst>
                        <a:ext uri="{FF2B5EF4-FFF2-40B4-BE49-F238E27FC236}">
                          <a16:creationId xmlns:a16="http://schemas.microsoft.com/office/drawing/2014/main" id="{7C7DCD25-4291-4FEF-A8DD-3E89BF5020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1" name="直線コネクタ 136070">
                      <a:extLst>
                        <a:ext uri="{FF2B5EF4-FFF2-40B4-BE49-F238E27FC236}">
                          <a16:creationId xmlns:a16="http://schemas.microsoft.com/office/drawing/2014/main" id="{2FFB5533-7B43-4DAF-B728-B9DD530CF4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2" name="直線コネクタ 136071">
                      <a:extLst>
                        <a:ext uri="{FF2B5EF4-FFF2-40B4-BE49-F238E27FC236}">
                          <a16:creationId xmlns:a16="http://schemas.microsoft.com/office/drawing/2014/main" id="{56377842-B5FF-4A5D-97E0-D787DBB4FA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3" name="直線コネクタ 136072">
                      <a:extLst>
                        <a:ext uri="{FF2B5EF4-FFF2-40B4-BE49-F238E27FC236}">
                          <a16:creationId xmlns:a16="http://schemas.microsoft.com/office/drawing/2014/main" id="{3C0A9E51-F83A-47E4-88FE-B5B6941CE6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4" name="直線コネクタ 136073">
                      <a:extLst>
                        <a:ext uri="{FF2B5EF4-FFF2-40B4-BE49-F238E27FC236}">
                          <a16:creationId xmlns:a16="http://schemas.microsoft.com/office/drawing/2014/main" id="{1EE17E55-1EDE-40D9-B1D4-6B67F89B24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5" name="直線コネクタ 136074">
                      <a:extLst>
                        <a:ext uri="{FF2B5EF4-FFF2-40B4-BE49-F238E27FC236}">
                          <a16:creationId xmlns:a16="http://schemas.microsoft.com/office/drawing/2014/main" id="{E9FFA91C-6E02-416B-9505-6FF335F2CA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6" name="直線コネクタ 136075">
                      <a:extLst>
                        <a:ext uri="{FF2B5EF4-FFF2-40B4-BE49-F238E27FC236}">
                          <a16:creationId xmlns:a16="http://schemas.microsoft.com/office/drawing/2014/main" id="{F1DA4240-F869-43B4-845E-8AC7EFB290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7" name="直線コネクタ 136076">
                      <a:extLst>
                        <a:ext uri="{FF2B5EF4-FFF2-40B4-BE49-F238E27FC236}">
                          <a16:creationId xmlns:a16="http://schemas.microsoft.com/office/drawing/2014/main" id="{40A22BF5-95C0-4B5B-8ED2-FDC9BDD79A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8" name="直線コネクタ 136077">
                      <a:extLst>
                        <a:ext uri="{FF2B5EF4-FFF2-40B4-BE49-F238E27FC236}">
                          <a16:creationId xmlns:a16="http://schemas.microsoft.com/office/drawing/2014/main" id="{9844AFA8-AE82-4424-A73D-18CAC36AAB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79" name="直線コネクタ 136078">
                      <a:extLst>
                        <a:ext uri="{FF2B5EF4-FFF2-40B4-BE49-F238E27FC236}">
                          <a16:creationId xmlns:a16="http://schemas.microsoft.com/office/drawing/2014/main" id="{75A3DD4A-52BD-4F1F-A4A3-8502CA1E0A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0" name="直線コネクタ 136079">
                      <a:extLst>
                        <a:ext uri="{FF2B5EF4-FFF2-40B4-BE49-F238E27FC236}">
                          <a16:creationId xmlns:a16="http://schemas.microsoft.com/office/drawing/2014/main" id="{5C2B4F6F-E92C-4839-A6A2-E6211E4DE8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1" name="直線コネクタ 136080">
                      <a:extLst>
                        <a:ext uri="{FF2B5EF4-FFF2-40B4-BE49-F238E27FC236}">
                          <a16:creationId xmlns:a16="http://schemas.microsoft.com/office/drawing/2014/main" id="{E6B38C71-2D36-4FC8-8359-547BF0EC11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2" name="直線コネクタ 136081">
                      <a:extLst>
                        <a:ext uri="{FF2B5EF4-FFF2-40B4-BE49-F238E27FC236}">
                          <a16:creationId xmlns:a16="http://schemas.microsoft.com/office/drawing/2014/main" id="{FDA76EDF-1760-4F2A-9D70-1986320602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3" name="直線コネクタ 136082">
                      <a:extLst>
                        <a:ext uri="{FF2B5EF4-FFF2-40B4-BE49-F238E27FC236}">
                          <a16:creationId xmlns:a16="http://schemas.microsoft.com/office/drawing/2014/main" id="{8E69681F-3AE3-4ADD-95A5-7F273C8B39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4" name="直線コネクタ 136083">
                      <a:extLst>
                        <a:ext uri="{FF2B5EF4-FFF2-40B4-BE49-F238E27FC236}">
                          <a16:creationId xmlns:a16="http://schemas.microsoft.com/office/drawing/2014/main" id="{05668CD1-2C27-4C81-AC6C-8D6E149DA0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5" name="直線コネクタ 136084">
                      <a:extLst>
                        <a:ext uri="{FF2B5EF4-FFF2-40B4-BE49-F238E27FC236}">
                          <a16:creationId xmlns:a16="http://schemas.microsoft.com/office/drawing/2014/main" id="{369C4C12-49E6-445B-B9FF-ABCF076AF9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6" name="直線コネクタ 136085">
                      <a:extLst>
                        <a:ext uri="{FF2B5EF4-FFF2-40B4-BE49-F238E27FC236}">
                          <a16:creationId xmlns:a16="http://schemas.microsoft.com/office/drawing/2014/main" id="{1BB35FA2-20DA-4CE9-9D84-6133F00732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7" name="直線コネクタ 136086">
                      <a:extLst>
                        <a:ext uri="{FF2B5EF4-FFF2-40B4-BE49-F238E27FC236}">
                          <a16:creationId xmlns:a16="http://schemas.microsoft.com/office/drawing/2014/main" id="{EE69DCFD-1445-4161-8026-F8949ADE25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8" name="直線コネクタ 136087">
                      <a:extLst>
                        <a:ext uri="{FF2B5EF4-FFF2-40B4-BE49-F238E27FC236}">
                          <a16:creationId xmlns:a16="http://schemas.microsoft.com/office/drawing/2014/main" id="{CA8884BA-4D5A-4B7D-B871-A54C6ABD05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89" name="直線コネクタ 136088">
                      <a:extLst>
                        <a:ext uri="{FF2B5EF4-FFF2-40B4-BE49-F238E27FC236}">
                          <a16:creationId xmlns:a16="http://schemas.microsoft.com/office/drawing/2014/main" id="{EF1B448E-A1B6-46EC-BE98-A0AA71C3A3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0" name="直線コネクタ 136089">
                      <a:extLst>
                        <a:ext uri="{FF2B5EF4-FFF2-40B4-BE49-F238E27FC236}">
                          <a16:creationId xmlns:a16="http://schemas.microsoft.com/office/drawing/2014/main" id="{981D4A73-7C54-46A5-A81C-5E0DDD14C2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1" name="直線コネクタ 136090">
                      <a:extLst>
                        <a:ext uri="{FF2B5EF4-FFF2-40B4-BE49-F238E27FC236}">
                          <a16:creationId xmlns:a16="http://schemas.microsoft.com/office/drawing/2014/main" id="{20EE1606-4C0D-4B3A-BF9E-8A27569673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2" name="直線コネクタ 136091">
                      <a:extLst>
                        <a:ext uri="{FF2B5EF4-FFF2-40B4-BE49-F238E27FC236}">
                          <a16:creationId xmlns:a16="http://schemas.microsoft.com/office/drawing/2014/main" id="{0E9256F7-EE7A-49E7-8EDD-6389E4A1B0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3" name="直線コネクタ 136092">
                      <a:extLst>
                        <a:ext uri="{FF2B5EF4-FFF2-40B4-BE49-F238E27FC236}">
                          <a16:creationId xmlns:a16="http://schemas.microsoft.com/office/drawing/2014/main" id="{6A16BF24-30FC-4704-AD48-D6FE67F0E5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4" name="直線コネクタ 136093">
                      <a:extLst>
                        <a:ext uri="{FF2B5EF4-FFF2-40B4-BE49-F238E27FC236}">
                          <a16:creationId xmlns:a16="http://schemas.microsoft.com/office/drawing/2014/main" id="{A864E230-953F-4BB8-A88D-F51C03461A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5" name="直線コネクタ 136094">
                      <a:extLst>
                        <a:ext uri="{FF2B5EF4-FFF2-40B4-BE49-F238E27FC236}">
                          <a16:creationId xmlns:a16="http://schemas.microsoft.com/office/drawing/2014/main" id="{9564923E-E791-4431-B7DB-118F3E6FC5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6" name="直線コネクタ 136095">
                      <a:extLst>
                        <a:ext uri="{FF2B5EF4-FFF2-40B4-BE49-F238E27FC236}">
                          <a16:creationId xmlns:a16="http://schemas.microsoft.com/office/drawing/2014/main" id="{5018B33E-E111-483C-A529-AF5B7F8DDD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7" name="直線コネクタ 136096">
                      <a:extLst>
                        <a:ext uri="{FF2B5EF4-FFF2-40B4-BE49-F238E27FC236}">
                          <a16:creationId xmlns:a16="http://schemas.microsoft.com/office/drawing/2014/main" id="{402EB7DF-41A1-4D65-9342-08AA450E15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8" name="直線コネクタ 136097">
                      <a:extLst>
                        <a:ext uri="{FF2B5EF4-FFF2-40B4-BE49-F238E27FC236}">
                          <a16:creationId xmlns:a16="http://schemas.microsoft.com/office/drawing/2014/main" id="{F0497B89-ED71-439B-A1A1-B3666F554B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99" name="直線コネクタ 136098">
                      <a:extLst>
                        <a:ext uri="{FF2B5EF4-FFF2-40B4-BE49-F238E27FC236}">
                          <a16:creationId xmlns:a16="http://schemas.microsoft.com/office/drawing/2014/main" id="{42FA5BD3-7A44-42AB-813B-0D12532EE2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0" name="直線コネクタ 136099">
                      <a:extLst>
                        <a:ext uri="{FF2B5EF4-FFF2-40B4-BE49-F238E27FC236}">
                          <a16:creationId xmlns:a16="http://schemas.microsoft.com/office/drawing/2014/main" id="{F8D86CB3-E372-4D6B-B11E-E553252F54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1" name="直線コネクタ 136100">
                      <a:extLst>
                        <a:ext uri="{FF2B5EF4-FFF2-40B4-BE49-F238E27FC236}">
                          <a16:creationId xmlns:a16="http://schemas.microsoft.com/office/drawing/2014/main" id="{8604F1AA-5476-41BF-8A50-1A96B86E2F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2" name="直線コネクタ 136101">
                      <a:extLst>
                        <a:ext uri="{FF2B5EF4-FFF2-40B4-BE49-F238E27FC236}">
                          <a16:creationId xmlns:a16="http://schemas.microsoft.com/office/drawing/2014/main" id="{20539027-AA64-401B-AB2A-DC1966C062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3" name="直線コネクタ 136102">
                      <a:extLst>
                        <a:ext uri="{FF2B5EF4-FFF2-40B4-BE49-F238E27FC236}">
                          <a16:creationId xmlns:a16="http://schemas.microsoft.com/office/drawing/2014/main" id="{ABC2C188-D91A-40B3-B932-6859ED550C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4" name="直線コネクタ 136103">
                      <a:extLst>
                        <a:ext uri="{FF2B5EF4-FFF2-40B4-BE49-F238E27FC236}">
                          <a16:creationId xmlns:a16="http://schemas.microsoft.com/office/drawing/2014/main" id="{FFCC6B00-7E15-4DA7-9CF0-A7608A97EF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5" name="直線コネクタ 136104">
                      <a:extLst>
                        <a:ext uri="{FF2B5EF4-FFF2-40B4-BE49-F238E27FC236}">
                          <a16:creationId xmlns:a16="http://schemas.microsoft.com/office/drawing/2014/main" id="{18284EA5-CB4A-4C82-8198-AA89A9C39D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6" name="直線コネクタ 136105">
                      <a:extLst>
                        <a:ext uri="{FF2B5EF4-FFF2-40B4-BE49-F238E27FC236}">
                          <a16:creationId xmlns:a16="http://schemas.microsoft.com/office/drawing/2014/main" id="{F759E1CA-A686-4D92-B297-71AAF88020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7" name="直線コネクタ 136106">
                      <a:extLst>
                        <a:ext uri="{FF2B5EF4-FFF2-40B4-BE49-F238E27FC236}">
                          <a16:creationId xmlns:a16="http://schemas.microsoft.com/office/drawing/2014/main" id="{39597ED0-5A4D-4D47-85B6-BDFD8B5451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8" name="直線コネクタ 136107">
                      <a:extLst>
                        <a:ext uri="{FF2B5EF4-FFF2-40B4-BE49-F238E27FC236}">
                          <a16:creationId xmlns:a16="http://schemas.microsoft.com/office/drawing/2014/main" id="{240AA9CB-F1C7-4D01-B2CD-246ACADABC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09" name="直線コネクタ 136108">
                      <a:extLst>
                        <a:ext uri="{FF2B5EF4-FFF2-40B4-BE49-F238E27FC236}">
                          <a16:creationId xmlns:a16="http://schemas.microsoft.com/office/drawing/2014/main" id="{FB2EBADC-4AC7-4381-BC08-BB1ED61187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0" name="直線コネクタ 136109">
                      <a:extLst>
                        <a:ext uri="{FF2B5EF4-FFF2-40B4-BE49-F238E27FC236}">
                          <a16:creationId xmlns:a16="http://schemas.microsoft.com/office/drawing/2014/main" id="{217A19C2-0D7A-4F0C-9A73-7BF8E9B71F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1" name="直線コネクタ 136110">
                      <a:extLst>
                        <a:ext uri="{FF2B5EF4-FFF2-40B4-BE49-F238E27FC236}">
                          <a16:creationId xmlns:a16="http://schemas.microsoft.com/office/drawing/2014/main" id="{2BF0F489-4A35-4B6E-AB54-616CAE85AB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2" name="直線コネクタ 136111">
                      <a:extLst>
                        <a:ext uri="{FF2B5EF4-FFF2-40B4-BE49-F238E27FC236}">
                          <a16:creationId xmlns:a16="http://schemas.microsoft.com/office/drawing/2014/main" id="{B19789A3-8145-460B-96CC-688FCFF5A4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3" name="直線コネクタ 136112">
                      <a:extLst>
                        <a:ext uri="{FF2B5EF4-FFF2-40B4-BE49-F238E27FC236}">
                          <a16:creationId xmlns:a16="http://schemas.microsoft.com/office/drawing/2014/main" id="{E980A791-B04D-4C62-87FF-8F9BC4BF00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4" name="直線コネクタ 136113">
                      <a:extLst>
                        <a:ext uri="{FF2B5EF4-FFF2-40B4-BE49-F238E27FC236}">
                          <a16:creationId xmlns:a16="http://schemas.microsoft.com/office/drawing/2014/main" id="{5491E9DC-BFCB-4A03-8B8A-986A63C84C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5" name="直線コネクタ 136114">
                      <a:extLst>
                        <a:ext uri="{FF2B5EF4-FFF2-40B4-BE49-F238E27FC236}">
                          <a16:creationId xmlns:a16="http://schemas.microsoft.com/office/drawing/2014/main" id="{4CFE3817-9CAD-4E38-9891-A0AA6B9107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6" name="直線コネクタ 136115">
                      <a:extLst>
                        <a:ext uri="{FF2B5EF4-FFF2-40B4-BE49-F238E27FC236}">
                          <a16:creationId xmlns:a16="http://schemas.microsoft.com/office/drawing/2014/main" id="{05637AD3-8829-439F-986A-AAF5FAE8B7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7" name="直線コネクタ 136116">
                      <a:extLst>
                        <a:ext uri="{FF2B5EF4-FFF2-40B4-BE49-F238E27FC236}">
                          <a16:creationId xmlns:a16="http://schemas.microsoft.com/office/drawing/2014/main" id="{1E2E4BB3-17E9-4C32-9493-2355568E2C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8" name="直線コネクタ 136117">
                      <a:extLst>
                        <a:ext uri="{FF2B5EF4-FFF2-40B4-BE49-F238E27FC236}">
                          <a16:creationId xmlns:a16="http://schemas.microsoft.com/office/drawing/2014/main" id="{B8479EA3-E31D-44F5-9BBF-D64478D788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19" name="直線コネクタ 136118">
                      <a:extLst>
                        <a:ext uri="{FF2B5EF4-FFF2-40B4-BE49-F238E27FC236}">
                          <a16:creationId xmlns:a16="http://schemas.microsoft.com/office/drawing/2014/main" id="{5C264A94-ECD6-4395-9DC4-9103FB8F4A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0" name="直線コネクタ 136119">
                      <a:extLst>
                        <a:ext uri="{FF2B5EF4-FFF2-40B4-BE49-F238E27FC236}">
                          <a16:creationId xmlns:a16="http://schemas.microsoft.com/office/drawing/2014/main" id="{E6DB8BEF-BACF-4309-AD31-B2D7FF5E68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1" name="直線コネクタ 136120">
                      <a:extLst>
                        <a:ext uri="{FF2B5EF4-FFF2-40B4-BE49-F238E27FC236}">
                          <a16:creationId xmlns:a16="http://schemas.microsoft.com/office/drawing/2014/main" id="{D2B38A27-75B9-4872-9B1D-D1149AE9BD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2" name="直線コネクタ 136121">
                      <a:extLst>
                        <a:ext uri="{FF2B5EF4-FFF2-40B4-BE49-F238E27FC236}">
                          <a16:creationId xmlns:a16="http://schemas.microsoft.com/office/drawing/2014/main" id="{7134DE26-8DB5-4A52-9ABB-8B56869AA4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3" name="直線コネクタ 136122">
                      <a:extLst>
                        <a:ext uri="{FF2B5EF4-FFF2-40B4-BE49-F238E27FC236}">
                          <a16:creationId xmlns:a16="http://schemas.microsoft.com/office/drawing/2014/main" id="{57240DE1-D86F-4D67-9C68-9D7723CE61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4" name="直線コネクタ 136123">
                      <a:extLst>
                        <a:ext uri="{FF2B5EF4-FFF2-40B4-BE49-F238E27FC236}">
                          <a16:creationId xmlns:a16="http://schemas.microsoft.com/office/drawing/2014/main" id="{045E993C-BA37-48F1-A613-6D51716FB6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5" name="直線コネクタ 136124">
                      <a:extLst>
                        <a:ext uri="{FF2B5EF4-FFF2-40B4-BE49-F238E27FC236}">
                          <a16:creationId xmlns:a16="http://schemas.microsoft.com/office/drawing/2014/main" id="{23D5CB60-163B-412D-8C5C-EFDDFE6E84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6" name="直線コネクタ 136125">
                      <a:extLst>
                        <a:ext uri="{FF2B5EF4-FFF2-40B4-BE49-F238E27FC236}">
                          <a16:creationId xmlns:a16="http://schemas.microsoft.com/office/drawing/2014/main" id="{44BF3E61-7DF6-4307-BA68-F92FA2727A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7" name="直線コネクタ 136126">
                      <a:extLst>
                        <a:ext uri="{FF2B5EF4-FFF2-40B4-BE49-F238E27FC236}">
                          <a16:creationId xmlns:a16="http://schemas.microsoft.com/office/drawing/2014/main" id="{37628F27-4FB5-433A-A516-B0AC9A8F4E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8" name="直線コネクタ 136127">
                      <a:extLst>
                        <a:ext uri="{FF2B5EF4-FFF2-40B4-BE49-F238E27FC236}">
                          <a16:creationId xmlns:a16="http://schemas.microsoft.com/office/drawing/2014/main" id="{F4085A2E-9FD3-4C0B-9636-EE9B2754CF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129" name="直線コネクタ 136128">
                      <a:extLst>
                        <a:ext uri="{FF2B5EF4-FFF2-40B4-BE49-F238E27FC236}">
                          <a16:creationId xmlns:a16="http://schemas.microsoft.com/office/drawing/2014/main" id="{BA9A28EA-193E-44F6-B3D4-598C3B19CE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6006" name="グループ化 136005">
                    <a:extLst>
                      <a:ext uri="{FF2B5EF4-FFF2-40B4-BE49-F238E27FC236}">
                        <a16:creationId xmlns:a16="http://schemas.microsoft.com/office/drawing/2014/main" id="{E3B05E95-3E58-4303-AB34-7D6EA074B1D8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518029" y="449042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6007" name="直線コネクタ 136006">
                      <a:extLst>
                        <a:ext uri="{FF2B5EF4-FFF2-40B4-BE49-F238E27FC236}">
                          <a16:creationId xmlns:a16="http://schemas.microsoft.com/office/drawing/2014/main" id="{86A0DC58-2461-46EA-B118-FEA8873036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08" name="直線コネクタ 136007">
                      <a:extLst>
                        <a:ext uri="{FF2B5EF4-FFF2-40B4-BE49-F238E27FC236}">
                          <a16:creationId xmlns:a16="http://schemas.microsoft.com/office/drawing/2014/main" id="{5E14CF40-4A3A-471F-906A-5C0C3518DC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09" name="直線コネクタ 136008">
                      <a:extLst>
                        <a:ext uri="{FF2B5EF4-FFF2-40B4-BE49-F238E27FC236}">
                          <a16:creationId xmlns:a16="http://schemas.microsoft.com/office/drawing/2014/main" id="{5C9ED18A-B8B5-4EDA-8AB2-52033B86D8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0" name="直線コネクタ 136009">
                      <a:extLst>
                        <a:ext uri="{FF2B5EF4-FFF2-40B4-BE49-F238E27FC236}">
                          <a16:creationId xmlns:a16="http://schemas.microsoft.com/office/drawing/2014/main" id="{DDE6B4CD-B228-43AE-BBEA-F4C8A7B9AB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1" name="直線コネクタ 136010">
                      <a:extLst>
                        <a:ext uri="{FF2B5EF4-FFF2-40B4-BE49-F238E27FC236}">
                          <a16:creationId xmlns:a16="http://schemas.microsoft.com/office/drawing/2014/main" id="{1F907D62-505E-40CC-8CC8-9B153BE424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2" name="直線コネクタ 136011">
                      <a:extLst>
                        <a:ext uri="{FF2B5EF4-FFF2-40B4-BE49-F238E27FC236}">
                          <a16:creationId xmlns:a16="http://schemas.microsoft.com/office/drawing/2014/main" id="{EC0EBB56-63DB-4D27-9CA7-B2EBF018E9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3" name="直線コネクタ 136012">
                      <a:extLst>
                        <a:ext uri="{FF2B5EF4-FFF2-40B4-BE49-F238E27FC236}">
                          <a16:creationId xmlns:a16="http://schemas.microsoft.com/office/drawing/2014/main" id="{8E5EF32F-FEBE-448C-B271-130B273ABC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4" name="直線コネクタ 136013">
                      <a:extLst>
                        <a:ext uri="{FF2B5EF4-FFF2-40B4-BE49-F238E27FC236}">
                          <a16:creationId xmlns:a16="http://schemas.microsoft.com/office/drawing/2014/main" id="{DB54CEF5-6EB8-4F99-A3EE-9FA6D3F553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5" name="直線コネクタ 136014">
                      <a:extLst>
                        <a:ext uri="{FF2B5EF4-FFF2-40B4-BE49-F238E27FC236}">
                          <a16:creationId xmlns:a16="http://schemas.microsoft.com/office/drawing/2014/main" id="{E4A613BA-A6DB-4CA0-A7ED-745D802108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6" name="直線コネクタ 136015">
                      <a:extLst>
                        <a:ext uri="{FF2B5EF4-FFF2-40B4-BE49-F238E27FC236}">
                          <a16:creationId xmlns:a16="http://schemas.microsoft.com/office/drawing/2014/main" id="{006B285F-3F50-4C3F-B32F-0C1736B643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7" name="直線コネクタ 136016">
                      <a:extLst>
                        <a:ext uri="{FF2B5EF4-FFF2-40B4-BE49-F238E27FC236}">
                          <a16:creationId xmlns:a16="http://schemas.microsoft.com/office/drawing/2014/main" id="{38F94489-25E1-4B6B-B0F9-2B0A61596A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8" name="直線コネクタ 136017">
                      <a:extLst>
                        <a:ext uri="{FF2B5EF4-FFF2-40B4-BE49-F238E27FC236}">
                          <a16:creationId xmlns:a16="http://schemas.microsoft.com/office/drawing/2014/main" id="{EE456465-758F-43D5-BB8D-7FC43FAD6B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19" name="直線コネクタ 136018">
                      <a:extLst>
                        <a:ext uri="{FF2B5EF4-FFF2-40B4-BE49-F238E27FC236}">
                          <a16:creationId xmlns:a16="http://schemas.microsoft.com/office/drawing/2014/main" id="{06323716-3734-4FFA-BCA4-5A6E6B5620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0" name="直線コネクタ 136019">
                      <a:extLst>
                        <a:ext uri="{FF2B5EF4-FFF2-40B4-BE49-F238E27FC236}">
                          <a16:creationId xmlns:a16="http://schemas.microsoft.com/office/drawing/2014/main" id="{803FFC1C-F41E-4A71-BD66-3576E2CB41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1" name="直線コネクタ 136020">
                      <a:extLst>
                        <a:ext uri="{FF2B5EF4-FFF2-40B4-BE49-F238E27FC236}">
                          <a16:creationId xmlns:a16="http://schemas.microsoft.com/office/drawing/2014/main" id="{4A18E00F-41F8-4D33-8C54-203DBEF313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2" name="直線コネクタ 136021">
                      <a:extLst>
                        <a:ext uri="{FF2B5EF4-FFF2-40B4-BE49-F238E27FC236}">
                          <a16:creationId xmlns:a16="http://schemas.microsoft.com/office/drawing/2014/main" id="{6BE11D91-A54B-4FBC-9DD7-9AA5678F55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3" name="直線コネクタ 136022">
                      <a:extLst>
                        <a:ext uri="{FF2B5EF4-FFF2-40B4-BE49-F238E27FC236}">
                          <a16:creationId xmlns:a16="http://schemas.microsoft.com/office/drawing/2014/main" id="{48A5E85F-06AC-45EE-B139-A41F22CF66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4" name="直線コネクタ 136023">
                      <a:extLst>
                        <a:ext uri="{FF2B5EF4-FFF2-40B4-BE49-F238E27FC236}">
                          <a16:creationId xmlns:a16="http://schemas.microsoft.com/office/drawing/2014/main" id="{DBA4B35F-F7AA-460A-80D4-6C387B6973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5" name="直線コネクタ 136024">
                      <a:extLst>
                        <a:ext uri="{FF2B5EF4-FFF2-40B4-BE49-F238E27FC236}">
                          <a16:creationId xmlns:a16="http://schemas.microsoft.com/office/drawing/2014/main" id="{356477D6-81DB-430B-82F0-26F06B4DED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6" name="直線コネクタ 136025">
                      <a:extLst>
                        <a:ext uri="{FF2B5EF4-FFF2-40B4-BE49-F238E27FC236}">
                          <a16:creationId xmlns:a16="http://schemas.microsoft.com/office/drawing/2014/main" id="{0D782E4B-5B6F-4CD2-8436-2181AEF7EC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7" name="直線コネクタ 136026">
                      <a:extLst>
                        <a:ext uri="{FF2B5EF4-FFF2-40B4-BE49-F238E27FC236}">
                          <a16:creationId xmlns:a16="http://schemas.microsoft.com/office/drawing/2014/main" id="{B066B5C4-7AF6-4136-BB57-03DCD28372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8" name="直線コネクタ 136027">
                      <a:extLst>
                        <a:ext uri="{FF2B5EF4-FFF2-40B4-BE49-F238E27FC236}">
                          <a16:creationId xmlns:a16="http://schemas.microsoft.com/office/drawing/2014/main" id="{FAB7F087-E7CE-4156-8BAC-041C6CAF26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29" name="直線コネクタ 136028">
                      <a:extLst>
                        <a:ext uri="{FF2B5EF4-FFF2-40B4-BE49-F238E27FC236}">
                          <a16:creationId xmlns:a16="http://schemas.microsoft.com/office/drawing/2014/main" id="{688126E3-0AA4-43C4-99E6-D33FB5AD2B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0" name="直線コネクタ 136029">
                      <a:extLst>
                        <a:ext uri="{FF2B5EF4-FFF2-40B4-BE49-F238E27FC236}">
                          <a16:creationId xmlns:a16="http://schemas.microsoft.com/office/drawing/2014/main" id="{EE477A7C-2366-46E5-8838-88DA166E97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1" name="直線コネクタ 136030">
                      <a:extLst>
                        <a:ext uri="{FF2B5EF4-FFF2-40B4-BE49-F238E27FC236}">
                          <a16:creationId xmlns:a16="http://schemas.microsoft.com/office/drawing/2014/main" id="{46C50AA1-A9EE-4C59-8473-D5FA2A5E69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2" name="直線コネクタ 136031">
                      <a:extLst>
                        <a:ext uri="{FF2B5EF4-FFF2-40B4-BE49-F238E27FC236}">
                          <a16:creationId xmlns:a16="http://schemas.microsoft.com/office/drawing/2014/main" id="{77ABED57-9358-4FCA-A2E5-4057733252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3" name="直線コネクタ 136032">
                      <a:extLst>
                        <a:ext uri="{FF2B5EF4-FFF2-40B4-BE49-F238E27FC236}">
                          <a16:creationId xmlns:a16="http://schemas.microsoft.com/office/drawing/2014/main" id="{2EFBB534-F4B0-4743-B78C-A58038590E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4" name="直線コネクタ 136033">
                      <a:extLst>
                        <a:ext uri="{FF2B5EF4-FFF2-40B4-BE49-F238E27FC236}">
                          <a16:creationId xmlns:a16="http://schemas.microsoft.com/office/drawing/2014/main" id="{BB073EF5-057F-4B11-A0C5-937503814A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5" name="直線コネクタ 136034">
                      <a:extLst>
                        <a:ext uri="{FF2B5EF4-FFF2-40B4-BE49-F238E27FC236}">
                          <a16:creationId xmlns:a16="http://schemas.microsoft.com/office/drawing/2014/main" id="{A8B351F1-3C7E-412C-94B5-B65A79ECAD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6" name="直線コネクタ 136035">
                      <a:extLst>
                        <a:ext uri="{FF2B5EF4-FFF2-40B4-BE49-F238E27FC236}">
                          <a16:creationId xmlns:a16="http://schemas.microsoft.com/office/drawing/2014/main" id="{DE380FB4-29E7-4802-9299-F0DA53998C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7" name="直線コネクタ 136036">
                      <a:extLst>
                        <a:ext uri="{FF2B5EF4-FFF2-40B4-BE49-F238E27FC236}">
                          <a16:creationId xmlns:a16="http://schemas.microsoft.com/office/drawing/2014/main" id="{5ADC0EF7-3E23-48A8-A3BD-33FCB58FD8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8" name="直線コネクタ 136037">
                      <a:extLst>
                        <a:ext uri="{FF2B5EF4-FFF2-40B4-BE49-F238E27FC236}">
                          <a16:creationId xmlns:a16="http://schemas.microsoft.com/office/drawing/2014/main" id="{FD3F0E34-E907-414E-B931-C97F6C5823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39" name="直線コネクタ 136038">
                      <a:extLst>
                        <a:ext uri="{FF2B5EF4-FFF2-40B4-BE49-F238E27FC236}">
                          <a16:creationId xmlns:a16="http://schemas.microsoft.com/office/drawing/2014/main" id="{BD71F53E-EE82-4F08-A1ED-C4CD3EC245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0" name="直線コネクタ 136039">
                      <a:extLst>
                        <a:ext uri="{FF2B5EF4-FFF2-40B4-BE49-F238E27FC236}">
                          <a16:creationId xmlns:a16="http://schemas.microsoft.com/office/drawing/2014/main" id="{274A3EED-3CA0-4CC6-83E7-246D9A966E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1" name="直線コネクタ 136040">
                      <a:extLst>
                        <a:ext uri="{FF2B5EF4-FFF2-40B4-BE49-F238E27FC236}">
                          <a16:creationId xmlns:a16="http://schemas.microsoft.com/office/drawing/2014/main" id="{D0AF4141-3A46-4756-BBF7-7C0E7CAAB00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2" name="直線コネクタ 136041">
                      <a:extLst>
                        <a:ext uri="{FF2B5EF4-FFF2-40B4-BE49-F238E27FC236}">
                          <a16:creationId xmlns:a16="http://schemas.microsoft.com/office/drawing/2014/main" id="{BD421597-8354-42D5-B21C-EE88C30F6E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3" name="直線コネクタ 136042">
                      <a:extLst>
                        <a:ext uri="{FF2B5EF4-FFF2-40B4-BE49-F238E27FC236}">
                          <a16:creationId xmlns:a16="http://schemas.microsoft.com/office/drawing/2014/main" id="{FE8AE932-2235-41EA-AB1F-7D024DDFFA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4" name="直線コネクタ 136043">
                      <a:extLst>
                        <a:ext uri="{FF2B5EF4-FFF2-40B4-BE49-F238E27FC236}">
                          <a16:creationId xmlns:a16="http://schemas.microsoft.com/office/drawing/2014/main" id="{167A5AF5-1F95-48EE-A183-AFB6A8A8CD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5" name="直線コネクタ 136044">
                      <a:extLst>
                        <a:ext uri="{FF2B5EF4-FFF2-40B4-BE49-F238E27FC236}">
                          <a16:creationId xmlns:a16="http://schemas.microsoft.com/office/drawing/2014/main" id="{842F8093-FEB1-409C-86F9-A9016E1AB2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6" name="直線コネクタ 136045">
                      <a:extLst>
                        <a:ext uri="{FF2B5EF4-FFF2-40B4-BE49-F238E27FC236}">
                          <a16:creationId xmlns:a16="http://schemas.microsoft.com/office/drawing/2014/main" id="{3A886FC7-404A-4BC7-BA37-5746F5F5D5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7" name="直線コネクタ 136046">
                      <a:extLst>
                        <a:ext uri="{FF2B5EF4-FFF2-40B4-BE49-F238E27FC236}">
                          <a16:creationId xmlns:a16="http://schemas.microsoft.com/office/drawing/2014/main" id="{74B997EC-F0F2-4E9E-B310-DE2DA708FE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8" name="直線コネクタ 136047">
                      <a:extLst>
                        <a:ext uri="{FF2B5EF4-FFF2-40B4-BE49-F238E27FC236}">
                          <a16:creationId xmlns:a16="http://schemas.microsoft.com/office/drawing/2014/main" id="{0A951ADC-D978-40D9-BF94-7A59E97C6E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49" name="直線コネクタ 136048">
                      <a:extLst>
                        <a:ext uri="{FF2B5EF4-FFF2-40B4-BE49-F238E27FC236}">
                          <a16:creationId xmlns:a16="http://schemas.microsoft.com/office/drawing/2014/main" id="{44E2FD1A-FB2A-466C-8ED2-749A9CCADC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0" name="直線コネクタ 136049">
                      <a:extLst>
                        <a:ext uri="{FF2B5EF4-FFF2-40B4-BE49-F238E27FC236}">
                          <a16:creationId xmlns:a16="http://schemas.microsoft.com/office/drawing/2014/main" id="{AEC7C897-13EE-4E8E-8146-AAFE6D24F7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1" name="直線コネクタ 136050">
                      <a:extLst>
                        <a:ext uri="{FF2B5EF4-FFF2-40B4-BE49-F238E27FC236}">
                          <a16:creationId xmlns:a16="http://schemas.microsoft.com/office/drawing/2014/main" id="{A080F5DE-66F6-4712-A22C-851ABC27F9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2" name="直線コネクタ 136051">
                      <a:extLst>
                        <a:ext uri="{FF2B5EF4-FFF2-40B4-BE49-F238E27FC236}">
                          <a16:creationId xmlns:a16="http://schemas.microsoft.com/office/drawing/2014/main" id="{6C8E6A06-3274-48AA-BF87-42AE96F718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3" name="直線コネクタ 136052">
                      <a:extLst>
                        <a:ext uri="{FF2B5EF4-FFF2-40B4-BE49-F238E27FC236}">
                          <a16:creationId xmlns:a16="http://schemas.microsoft.com/office/drawing/2014/main" id="{6B36764B-8F08-447B-894D-573E6745F1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4" name="直線コネクタ 136053">
                      <a:extLst>
                        <a:ext uri="{FF2B5EF4-FFF2-40B4-BE49-F238E27FC236}">
                          <a16:creationId xmlns:a16="http://schemas.microsoft.com/office/drawing/2014/main" id="{B01D3FE1-9BE4-48D3-8D0F-33B4C11D5D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5" name="直線コネクタ 136054">
                      <a:extLst>
                        <a:ext uri="{FF2B5EF4-FFF2-40B4-BE49-F238E27FC236}">
                          <a16:creationId xmlns:a16="http://schemas.microsoft.com/office/drawing/2014/main" id="{3039B885-96A7-4060-B9E5-60E52FE172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6" name="直線コネクタ 136055">
                      <a:extLst>
                        <a:ext uri="{FF2B5EF4-FFF2-40B4-BE49-F238E27FC236}">
                          <a16:creationId xmlns:a16="http://schemas.microsoft.com/office/drawing/2014/main" id="{3E52E093-9FE1-4880-B288-4960AF21A0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7" name="直線コネクタ 136056">
                      <a:extLst>
                        <a:ext uri="{FF2B5EF4-FFF2-40B4-BE49-F238E27FC236}">
                          <a16:creationId xmlns:a16="http://schemas.microsoft.com/office/drawing/2014/main" id="{9F489CBB-E17E-4E5D-AA9E-F002932094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8" name="直線コネクタ 136057">
                      <a:extLst>
                        <a:ext uri="{FF2B5EF4-FFF2-40B4-BE49-F238E27FC236}">
                          <a16:creationId xmlns:a16="http://schemas.microsoft.com/office/drawing/2014/main" id="{3C48A0F3-E0E5-47F6-ADCF-113528E04B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59" name="直線コネクタ 136058">
                      <a:extLst>
                        <a:ext uri="{FF2B5EF4-FFF2-40B4-BE49-F238E27FC236}">
                          <a16:creationId xmlns:a16="http://schemas.microsoft.com/office/drawing/2014/main" id="{8ACBF171-3CC1-49E4-B76D-55DFAE5EB5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0" name="直線コネクタ 136059">
                      <a:extLst>
                        <a:ext uri="{FF2B5EF4-FFF2-40B4-BE49-F238E27FC236}">
                          <a16:creationId xmlns:a16="http://schemas.microsoft.com/office/drawing/2014/main" id="{A67D6E6D-F04B-4C19-9073-8D933CE3FC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1" name="直線コネクタ 136060">
                      <a:extLst>
                        <a:ext uri="{FF2B5EF4-FFF2-40B4-BE49-F238E27FC236}">
                          <a16:creationId xmlns:a16="http://schemas.microsoft.com/office/drawing/2014/main" id="{960BD07D-D7B7-46BB-9C37-5E553068DE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2" name="直線コネクタ 136061">
                      <a:extLst>
                        <a:ext uri="{FF2B5EF4-FFF2-40B4-BE49-F238E27FC236}">
                          <a16:creationId xmlns:a16="http://schemas.microsoft.com/office/drawing/2014/main" id="{EEFB810D-063A-4F77-A3FD-C91B2970B8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3" name="直線コネクタ 136062">
                      <a:extLst>
                        <a:ext uri="{FF2B5EF4-FFF2-40B4-BE49-F238E27FC236}">
                          <a16:creationId xmlns:a16="http://schemas.microsoft.com/office/drawing/2014/main" id="{2C91E622-3F7B-48A2-BD07-D715DB964F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4" name="直線コネクタ 136063">
                      <a:extLst>
                        <a:ext uri="{FF2B5EF4-FFF2-40B4-BE49-F238E27FC236}">
                          <a16:creationId xmlns:a16="http://schemas.microsoft.com/office/drawing/2014/main" id="{7894B447-E16D-43E4-8F96-9FB3D5C1DD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5" name="直線コネクタ 136064">
                      <a:extLst>
                        <a:ext uri="{FF2B5EF4-FFF2-40B4-BE49-F238E27FC236}">
                          <a16:creationId xmlns:a16="http://schemas.microsoft.com/office/drawing/2014/main" id="{33B5207E-AC2E-403A-9A12-9E4A4F4342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6066" name="直線コネクタ 136065">
                      <a:extLst>
                        <a:ext uri="{FF2B5EF4-FFF2-40B4-BE49-F238E27FC236}">
                          <a16:creationId xmlns:a16="http://schemas.microsoft.com/office/drawing/2014/main" id="{932EEB7A-44B6-4A16-8589-6451D893AB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5577" name="グループ化 135576">
                <a:extLst>
                  <a:ext uri="{FF2B5EF4-FFF2-40B4-BE49-F238E27FC236}">
                    <a16:creationId xmlns:a16="http://schemas.microsoft.com/office/drawing/2014/main" id="{918892C9-C3F9-468E-AA47-14145E563B8E}"/>
                  </a:ext>
                </a:extLst>
              </p:cNvPr>
              <p:cNvGrpSpPr/>
              <p:nvPr/>
            </p:nvGrpSpPr>
            <p:grpSpPr>
              <a:xfrm>
                <a:off x="4560962" y="4560962"/>
                <a:ext cx="1677838" cy="1677838"/>
                <a:chOff x="4560962" y="4560962"/>
                <a:chExt cx="1677838" cy="1677838"/>
              </a:xfrm>
            </p:grpSpPr>
            <p:cxnSp>
              <p:nvCxnSpPr>
                <p:cNvPr id="135971" name="直線コネクタ 135970">
                  <a:extLst>
                    <a:ext uri="{FF2B5EF4-FFF2-40B4-BE49-F238E27FC236}">
                      <a16:creationId xmlns:a16="http://schemas.microsoft.com/office/drawing/2014/main" id="{ECC2C76C-80FB-49BF-8264-765FA8696A08}"/>
                    </a:ext>
                  </a:extLst>
                </p:cNvPr>
                <p:cNvCxnSpPr/>
                <p:nvPr/>
              </p:nvCxnSpPr>
              <p:spPr>
                <a:xfrm>
                  <a:off x="5400000" y="54000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72" name="直線コネクタ 135971">
                  <a:extLst>
                    <a:ext uri="{FF2B5EF4-FFF2-40B4-BE49-F238E27FC236}">
                      <a16:creationId xmlns:a16="http://schemas.microsoft.com/office/drawing/2014/main" id="{0F26CEEC-2E8B-4022-A2FE-9707DE4D4585}"/>
                    </a:ext>
                  </a:extLst>
                </p:cNvPr>
                <p:cNvCxnSpPr/>
                <p:nvPr/>
              </p:nvCxnSpPr>
              <p:spPr>
                <a:xfrm flipV="1">
                  <a:off x="5400000" y="5076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73" name="直線コネクタ 135972">
                  <a:extLst>
                    <a:ext uri="{FF2B5EF4-FFF2-40B4-BE49-F238E27FC236}">
                      <a16:creationId xmlns:a16="http://schemas.microsoft.com/office/drawing/2014/main" id="{6D50AF16-22BB-4529-89DF-AFFCE87536C4}"/>
                    </a:ext>
                  </a:extLst>
                </p:cNvPr>
                <p:cNvCxnSpPr/>
                <p:nvPr/>
              </p:nvCxnSpPr>
              <p:spPr>
                <a:xfrm rot="2700000">
                  <a:off x="5277042" y="569661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74" name="直線コネクタ 135973">
                  <a:extLst>
                    <a:ext uri="{FF2B5EF4-FFF2-40B4-BE49-F238E27FC236}">
                      <a16:creationId xmlns:a16="http://schemas.microsoft.com/office/drawing/2014/main" id="{68587C01-2BBF-47C3-AE43-9A6FB35BBD7D}"/>
                    </a:ext>
                  </a:extLst>
                </p:cNvPr>
                <p:cNvCxnSpPr/>
                <p:nvPr/>
              </p:nvCxnSpPr>
              <p:spPr>
                <a:xfrm rot="2700000" flipV="1">
                  <a:off x="5401083" y="5397148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75" name="直線コネクタ 135974">
                  <a:extLst>
                    <a:ext uri="{FF2B5EF4-FFF2-40B4-BE49-F238E27FC236}">
                      <a16:creationId xmlns:a16="http://schemas.microsoft.com/office/drawing/2014/main" id="{91CFF702-DB31-4389-AF89-8AD4CDEE5E27}"/>
                    </a:ext>
                  </a:extLst>
                </p:cNvPr>
                <p:cNvCxnSpPr/>
                <p:nvPr/>
              </p:nvCxnSpPr>
              <p:spPr>
                <a:xfrm rot="5400000">
                  <a:off x="4980362" y="58194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76" name="直線コネクタ 135975">
                  <a:extLst>
                    <a:ext uri="{FF2B5EF4-FFF2-40B4-BE49-F238E27FC236}">
                      <a16:creationId xmlns:a16="http://schemas.microsoft.com/office/drawing/2014/main" id="{07A08118-826A-46F3-86AC-C455EB03958D}"/>
                    </a:ext>
                  </a:extLst>
                </p:cNvPr>
                <p:cNvCxnSpPr/>
                <p:nvPr/>
              </p:nvCxnSpPr>
              <p:spPr>
                <a:xfrm rot="5400000" flipV="1">
                  <a:off x="5174762" y="5625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77" name="直線コネクタ 135976">
                  <a:extLst>
                    <a:ext uri="{FF2B5EF4-FFF2-40B4-BE49-F238E27FC236}">
                      <a16:creationId xmlns:a16="http://schemas.microsoft.com/office/drawing/2014/main" id="{F3EFA368-A625-4191-B7D8-CFA515787915}"/>
                    </a:ext>
                  </a:extLst>
                </p:cNvPr>
                <p:cNvCxnSpPr/>
                <p:nvPr/>
              </p:nvCxnSpPr>
              <p:spPr>
                <a:xfrm rot="8100000">
                  <a:off x="4683752" y="569644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78" name="直線コネクタ 135977">
                  <a:extLst>
                    <a:ext uri="{FF2B5EF4-FFF2-40B4-BE49-F238E27FC236}">
                      <a16:creationId xmlns:a16="http://schemas.microsoft.com/office/drawing/2014/main" id="{5EC38732-61A0-4863-AFF8-319536BA86A2}"/>
                    </a:ext>
                  </a:extLst>
                </p:cNvPr>
                <p:cNvCxnSpPr/>
                <p:nvPr/>
              </p:nvCxnSpPr>
              <p:spPr>
                <a:xfrm rot="8100000" flipV="1">
                  <a:off x="4853614" y="5626083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79" name="直線コネクタ 135978">
                  <a:extLst>
                    <a:ext uri="{FF2B5EF4-FFF2-40B4-BE49-F238E27FC236}">
                      <a16:creationId xmlns:a16="http://schemas.microsoft.com/office/drawing/2014/main" id="{0626E154-5F68-4A2E-957B-6944B708032F}"/>
                    </a:ext>
                  </a:extLst>
                </p:cNvPr>
                <p:cNvCxnSpPr/>
                <p:nvPr/>
              </p:nvCxnSpPr>
              <p:spPr>
                <a:xfrm rot="10800000">
                  <a:off x="4560962" y="53997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80" name="直線コネクタ 135979">
                  <a:extLst>
                    <a:ext uri="{FF2B5EF4-FFF2-40B4-BE49-F238E27FC236}">
                      <a16:creationId xmlns:a16="http://schemas.microsoft.com/office/drawing/2014/main" id="{61BB432C-024A-45E1-A7C3-E7738FAF043C}"/>
                    </a:ext>
                  </a:extLst>
                </p:cNvPr>
                <p:cNvCxnSpPr/>
                <p:nvPr/>
              </p:nvCxnSpPr>
              <p:spPr>
                <a:xfrm rot="10800000" flipV="1">
                  <a:off x="4625762" y="5399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81" name="直線コネクタ 135980">
                  <a:extLst>
                    <a:ext uri="{FF2B5EF4-FFF2-40B4-BE49-F238E27FC236}">
                      <a16:creationId xmlns:a16="http://schemas.microsoft.com/office/drawing/2014/main" id="{12F24C34-EF0F-497D-A981-EF5E91327DF5}"/>
                    </a:ext>
                  </a:extLst>
                </p:cNvPr>
                <p:cNvCxnSpPr/>
                <p:nvPr/>
              </p:nvCxnSpPr>
              <p:spPr>
                <a:xfrm rot="13500000">
                  <a:off x="4683920" y="510315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82" name="直線コネクタ 135981">
                  <a:extLst>
                    <a:ext uri="{FF2B5EF4-FFF2-40B4-BE49-F238E27FC236}">
                      <a16:creationId xmlns:a16="http://schemas.microsoft.com/office/drawing/2014/main" id="{CCC0051E-24F9-4253-9ABE-5528258D89DE}"/>
                    </a:ext>
                  </a:extLst>
                </p:cNvPr>
                <p:cNvCxnSpPr/>
                <p:nvPr/>
              </p:nvCxnSpPr>
              <p:spPr>
                <a:xfrm rot="13500000" flipV="1">
                  <a:off x="4624679" y="5078614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83" name="直線コネクタ 135982">
                  <a:extLst>
                    <a:ext uri="{FF2B5EF4-FFF2-40B4-BE49-F238E27FC236}">
                      <a16:creationId xmlns:a16="http://schemas.microsoft.com/office/drawing/2014/main" id="{3D30F97E-35B4-4921-8396-729455C7ABAB}"/>
                    </a:ext>
                  </a:extLst>
                </p:cNvPr>
                <p:cNvCxnSpPr/>
                <p:nvPr/>
              </p:nvCxnSpPr>
              <p:spPr>
                <a:xfrm rot="16200000">
                  <a:off x="4980600" y="49803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84" name="直線コネクタ 135983">
                  <a:extLst>
                    <a:ext uri="{FF2B5EF4-FFF2-40B4-BE49-F238E27FC236}">
                      <a16:creationId xmlns:a16="http://schemas.microsoft.com/office/drawing/2014/main" id="{2DE45BB1-1912-416C-8FBD-866596F94C16}"/>
                    </a:ext>
                  </a:extLst>
                </p:cNvPr>
                <p:cNvCxnSpPr/>
                <p:nvPr/>
              </p:nvCxnSpPr>
              <p:spPr>
                <a:xfrm rot="16200000" flipV="1">
                  <a:off x="4851000" y="4850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85" name="直線コネクタ 135984">
                  <a:extLst>
                    <a:ext uri="{FF2B5EF4-FFF2-40B4-BE49-F238E27FC236}">
                      <a16:creationId xmlns:a16="http://schemas.microsoft.com/office/drawing/2014/main" id="{5AD7EB2B-A8A5-40CA-91C7-0F49E1B0C8AA}"/>
                    </a:ext>
                  </a:extLst>
                </p:cNvPr>
                <p:cNvCxnSpPr/>
                <p:nvPr/>
              </p:nvCxnSpPr>
              <p:spPr>
                <a:xfrm rot="18900000">
                  <a:off x="5277210" y="510332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986" name="直線コネクタ 135985">
                  <a:extLst>
                    <a:ext uri="{FF2B5EF4-FFF2-40B4-BE49-F238E27FC236}">
                      <a16:creationId xmlns:a16="http://schemas.microsoft.com/office/drawing/2014/main" id="{137C1696-FBDF-43F1-AF8A-04D7A6BBA9A9}"/>
                    </a:ext>
                  </a:extLst>
                </p:cNvPr>
                <p:cNvCxnSpPr/>
                <p:nvPr/>
              </p:nvCxnSpPr>
              <p:spPr>
                <a:xfrm rot="18900000" flipV="1">
                  <a:off x="5172148" y="4849679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578" name="グループ化 135577">
                <a:extLst>
                  <a:ext uri="{FF2B5EF4-FFF2-40B4-BE49-F238E27FC236}">
                    <a16:creationId xmlns:a16="http://schemas.microsoft.com/office/drawing/2014/main" id="{1DE7278D-214E-44EC-A1FB-BBED49798908}"/>
                  </a:ext>
                </a:extLst>
              </p:cNvPr>
              <p:cNvGrpSpPr/>
              <p:nvPr/>
            </p:nvGrpSpPr>
            <p:grpSpPr>
              <a:xfrm>
                <a:off x="4800194" y="4800194"/>
                <a:ext cx="1199038" cy="1199038"/>
                <a:chOff x="4800194" y="4800194"/>
                <a:chExt cx="1199038" cy="1199038"/>
              </a:xfrm>
            </p:grpSpPr>
            <p:grpSp>
              <p:nvGrpSpPr>
                <p:cNvPr id="135579" name="グループ化 135578">
                  <a:extLst>
                    <a:ext uri="{FF2B5EF4-FFF2-40B4-BE49-F238E27FC236}">
                      <a16:creationId xmlns:a16="http://schemas.microsoft.com/office/drawing/2014/main" id="{EF4D6322-028A-4B3F-A5F0-6E10C17F3C43}"/>
                    </a:ext>
                  </a:extLst>
                </p:cNvPr>
                <p:cNvGrpSpPr/>
                <p:nvPr/>
              </p:nvGrpSpPr>
              <p:grpSpPr>
                <a:xfrm>
                  <a:off x="5399832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5923" name="グループ化 135922">
                    <a:extLst>
                      <a:ext uri="{FF2B5EF4-FFF2-40B4-BE49-F238E27FC236}">
                        <a16:creationId xmlns:a16="http://schemas.microsoft.com/office/drawing/2014/main" id="{A5B044D7-73E6-4636-A4BA-6379A1CB37EA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948" name="直線コネクタ 135947">
                      <a:extLst>
                        <a:ext uri="{FF2B5EF4-FFF2-40B4-BE49-F238E27FC236}">
                          <a16:creationId xmlns:a16="http://schemas.microsoft.com/office/drawing/2014/main" id="{9EA59E54-0831-4291-93D5-42D1B7AD3C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9" name="直線コネクタ 135948">
                      <a:extLst>
                        <a:ext uri="{FF2B5EF4-FFF2-40B4-BE49-F238E27FC236}">
                          <a16:creationId xmlns:a16="http://schemas.microsoft.com/office/drawing/2014/main" id="{A0850A20-54B6-46EF-A218-29B9C2B2F0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0" name="直線コネクタ 135949">
                      <a:extLst>
                        <a:ext uri="{FF2B5EF4-FFF2-40B4-BE49-F238E27FC236}">
                          <a16:creationId xmlns:a16="http://schemas.microsoft.com/office/drawing/2014/main" id="{DF643657-4D2F-4DDE-A371-A057CCBCA7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1" name="直線コネクタ 135950">
                      <a:extLst>
                        <a:ext uri="{FF2B5EF4-FFF2-40B4-BE49-F238E27FC236}">
                          <a16:creationId xmlns:a16="http://schemas.microsoft.com/office/drawing/2014/main" id="{74C04E46-4018-48CC-B0F3-6F99851126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2" name="直線コネクタ 135951">
                      <a:extLst>
                        <a:ext uri="{FF2B5EF4-FFF2-40B4-BE49-F238E27FC236}">
                          <a16:creationId xmlns:a16="http://schemas.microsoft.com/office/drawing/2014/main" id="{9FD0F80A-290F-471C-B93E-3545156DCB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3" name="直線コネクタ 135952">
                      <a:extLst>
                        <a:ext uri="{FF2B5EF4-FFF2-40B4-BE49-F238E27FC236}">
                          <a16:creationId xmlns:a16="http://schemas.microsoft.com/office/drawing/2014/main" id="{CDAA7415-87B3-4A3C-990F-BBFCEBB40B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4" name="直線コネクタ 135953">
                      <a:extLst>
                        <a:ext uri="{FF2B5EF4-FFF2-40B4-BE49-F238E27FC236}">
                          <a16:creationId xmlns:a16="http://schemas.microsoft.com/office/drawing/2014/main" id="{2CDAD09C-0FF9-4D3D-A996-ED0AC6D567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5" name="直線コネクタ 135954">
                      <a:extLst>
                        <a:ext uri="{FF2B5EF4-FFF2-40B4-BE49-F238E27FC236}">
                          <a16:creationId xmlns:a16="http://schemas.microsoft.com/office/drawing/2014/main" id="{3DB75226-6666-46A1-A48A-4C2DE54811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6" name="直線コネクタ 135955">
                      <a:extLst>
                        <a:ext uri="{FF2B5EF4-FFF2-40B4-BE49-F238E27FC236}">
                          <a16:creationId xmlns:a16="http://schemas.microsoft.com/office/drawing/2014/main" id="{1170F49D-8126-4EAA-9D01-C99269A71C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7" name="直線コネクタ 135956">
                      <a:extLst>
                        <a:ext uri="{FF2B5EF4-FFF2-40B4-BE49-F238E27FC236}">
                          <a16:creationId xmlns:a16="http://schemas.microsoft.com/office/drawing/2014/main" id="{DB6E38C5-7AB9-437D-9B45-6A1024867B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8" name="直線コネクタ 135957">
                      <a:extLst>
                        <a:ext uri="{FF2B5EF4-FFF2-40B4-BE49-F238E27FC236}">
                          <a16:creationId xmlns:a16="http://schemas.microsoft.com/office/drawing/2014/main" id="{514C1FE8-FD45-426B-B473-6FE730DBF6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59" name="直線コネクタ 135958">
                      <a:extLst>
                        <a:ext uri="{FF2B5EF4-FFF2-40B4-BE49-F238E27FC236}">
                          <a16:creationId xmlns:a16="http://schemas.microsoft.com/office/drawing/2014/main" id="{8D678BAD-3CC8-4267-8635-86F81CA9EA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0" name="直線コネクタ 135959">
                      <a:extLst>
                        <a:ext uri="{FF2B5EF4-FFF2-40B4-BE49-F238E27FC236}">
                          <a16:creationId xmlns:a16="http://schemas.microsoft.com/office/drawing/2014/main" id="{4AB16180-EC8F-439E-9BEB-B8B2348DDE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1" name="直線コネクタ 135960">
                      <a:extLst>
                        <a:ext uri="{FF2B5EF4-FFF2-40B4-BE49-F238E27FC236}">
                          <a16:creationId xmlns:a16="http://schemas.microsoft.com/office/drawing/2014/main" id="{22716193-D3F9-4CA9-A270-70D7ABEA84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2" name="直線コネクタ 135961">
                      <a:extLst>
                        <a:ext uri="{FF2B5EF4-FFF2-40B4-BE49-F238E27FC236}">
                          <a16:creationId xmlns:a16="http://schemas.microsoft.com/office/drawing/2014/main" id="{2AD6F819-4439-46EF-8F64-1C33EECA9E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3" name="直線コネクタ 135962">
                      <a:extLst>
                        <a:ext uri="{FF2B5EF4-FFF2-40B4-BE49-F238E27FC236}">
                          <a16:creationId xmlns:a16="http://schemas.microsoft.com/office/drawing/2014/main" id="{A722EE49-0757-4DF9-B4A6-204A45798D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4" name="直線コネクタ 135963">
                      <a:extLst>
                        <a:ext uri="{FF2B5EF4-FFF2-40B4-BE49-F238E27FC236}">
                          <a16:creationId xmlns:a16="http://schemas.microsoft.com/office/drawing/2014/main" id="{3C0FE6B3-6810-4D37-AB2D-05C2F1CFC1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5" name="直線コネクタ 135964">
                      <a:extLst>
                        <a:ext uri="{FF2B5EF4-FFF2-40B4-BE49-F238E27FC236}">
                          <a16:creationId xmlns:a16="http://schemas.microsoft.com/office/drawing/2014/main" id="{E47BA300-84B1-481A-9381-BC01DD127E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6" name="直線コネクタ 135965">
                      <a:extLst>
                        <a:ext uri="{FF2B5EF4-FFF2-40B4-BE49-F238E27FC236}">
                          <a16:creationId xmlns:a16="http://schemas.microsoft.com/office/drawing/2014/main" id="{F1000420-19C5-462D-AC6E-C3D5B393C1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7" name="直線コネクタ 135966">
                      <a:extLst>
                        <a:ext uri="{FF2B5EF4-FFF2-40B4-BE49-F238E27FC236}">
                          <a16:creationId xmlns:a16="http://schemas.microsoft.com/office/drawing/2014/main" id="{A0E104F4-C506-48EE-BDA4-E09E0DF1D8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8" name="直線コネクタ 135967">
                      <a:extLst>
                        <a:ext uri="{FF2B5EF4-FFF2-40B4-BE49-F238E27FC236}">
                          <a16:creationId xmlns:a16="http://schemas.microsoft.com/office/drawing/2014/main" id="{6DFBEAAE-FBCD-4E88-A9B8-B88BB0FC14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69" name="直線コネクタ 135968">
                      <a:extLst>
                        <a:ext uri="{FF2B5EF4-FFF2-40B4-BE49-F238E27FC236}">
                          <a16:creationId xmlns:a16="http://schemas.microsoft.com/office/drawing/2014/main" id="{7F930A2D-0CEF-43F1-A5D9-5112CC467C0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70" name="直線コネクタ 135969">
                      <a:extLst>
                        <a:ext uri="{FF2B5EF4-FFF2-40B4-BE49-F238E27FC236}">
                          <a16:creationId xmlns:a16="http://schemas.microsoft.com/office/drawing/2014/main" id="{CDE1836E-3886-4FE6-BED9-FF34360262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924" name="グループ化 135923">
                    <a:extLst>
                      <a:ext uri="{FF2B5EF4-FFF2-40B4-BE49-F238E27FC236}">
                        <a16:creationId xmlns:a16="http://schemas.microsoft.com/office/drawing/2014/main" id="{AECB7C6F-E113-455B-AB15-3D5B626D6F69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925" name="直線コネクタ 135924">
                      <a:extLst>
                        <a:ext uri="{FF2B5EF4-FFF2-40B4-BE49-F238E27FC236}">
                          <a16:creationId xmlns:a16="http://schemas.microsoft.com/office/drawing/2014/main" id="{D4F53B9D-91E6-4F60-8C72-455DFD2DDA0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26" name="直線コネクタ 135925">
                      <a:extLst>
                        <a:ext uri="{FF2B5EF4-FFF2-40B4-BE49-F238E27FC236}">
                          <a16:creationId xmlns:a16="http://schemas.microsoft.com/office/drawing/2014/main" id="{3704AE78-4204-4192-A49A-67571DE520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27" name="直線コネクタ 135926">
                      <a:extLst>
                        <a:ext uri="{FF2B5EF4-FFF2-40B4-BE49-F238E27FC236}">
                          <a16:creationId xmlns:a16="http://schemas.microsoft.com/office/drawing/2014/main" id="{346D73AB-080D-4BDC-81D0-542A623B56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28" name="直線コネクタ 135927">
                      <a:extLst>
                        <a:ext uri="{FF2B5EF4-FFF2-40B4-BE49-F238E27FC236}">
                          <a16:creationId xmlns:a16="http://schemas.microsoft.com/office/drawing/2014/main" id="{329FF4D1-87DE-4002-BEA0-F84A82339F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29" name="直線コネクタ 135928">
                      <a:extLst>
                        <a:ext uri="{FF2B5EF4-FFF2-40B4-BE49-F238E27FC236}">
                          <a16:creationId xmlns:a16="http://schemas.microsoft.com/office/drawing/2014/main" id="{DA4E8F3F-F7AD-4FEE-99CC-84A92E80AA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0" name="直線コネクタ 135929">
                      <a:extLst>
                        <a:ext uri="{FF2B5EF4-FFF2-40B4-BE49-F238E27FC236}">
                          <a16:creationId xmlns:a16="http://schemas.microsoft.com/office/drawing/2014/main" id="{63388EF0-738C-478B-AE19-3078A1B161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1" name="直線コネクタ 135930">
                      <a:extLst>
                        <a:ext uri="{FF2B5EF4-FFF2-40B4-BE49-F238E27FC236}">
                          <a16:creationId xmlns:a16="http://schemas.microsoft.com/office/drawing/2014/main" id="{31CB390B-C932-4BE1-B792-6D37C494C0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2" name="直線コネクタ 135931">
                      <a:extLst>
                        <a:ext uri="{FF2B5EF4-FFF2-40B4-BE49-F238E27FC236}">
                          <a16:creationId xmlns:a16="http://schemas.microsoft.com/office/drawing/2014/main" id="{87B2B210-B346-4D10-B8F7-CFF88FF455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3" name="直線コネクタ 135932">
                      <a:extLst>
                        <a:ext uri="{FF2B5EF4-FFF2-40B4-BE49-F238E27FC236}">
                          <a16:creationId xmlns:a16="http://schemas.microsoft.com/office/drawing/2014/main" id="{5A02E8AC-2A90-4D5A-B253-4B5E1083B8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4" name="直線コネクタ 135933">
                      <a:extLst>
                        <a:ext uri="{FF2B5EF4-FFF2-40B4-BE49-F238E27FC236}">
                          <a16:creationId xmlns:a16="http://schemas.microsoft.com/office/drawing/2014/main" id="{D32FA230-B5DE-4075-87D8-8BC158E66B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5" name="直線コネクタ 135934">
                      <a:extLst>
                        <a:ext uri="{FF2B5EF4-FFF2-40B4-BE49-F238E27FC236}">
                          <a16:creationId xmlns:a16="http://schemas.microsoft.com/office/drawing/2014/main" id="{9615C5D4-CEEA-4CAF-9B04-DC8A83D2F9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6" name="直線コネクタ 135935">
                      <a:extLst>
                        <a:ext uri="{FF2B5EF4-FFF2-40B4-BE49-F238E27FC236}">
                          <a16:creationId xmlns:a16="http://schemas.microsoft.com/office/drawing/2014/main" id="{37AD49BB-A959-4F38-8D70-C2C1FE800A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7" name="直線コネクタ 135936">
                      <a:extLst>
                        <a:ext uri="{FF2B5EF4-FFF2-40B4-BE49-F238E27FC236}">
                          <a16:creationId xmlns:a16="http://schemas.microsoft.com/office/drawing/2014/main" id="{9902A524-7DE2-4114-AD75-C14740E778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8" name="直線コネクタ 135937">
                      <a:extLst>
                        <a:ext uri="{FF2B5EF4-FFF2-40B4-BE49-F238E27FC236}">
                          <a16:creationId xmlns:a16="http://schemas.microsoft.com/office/drawing/2014/main" id="{6936284B-75BE-4FF4-948D-DC64F178C3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39" name="直線コネクタ 135938">
                      <a:extLst>
                        <a:ext uri="{FF2B5EF4-FFF2-40B4-BE49-F238E27FC236}">
                          <a16:creationId xmlns:a16="http://schemas.microsoft.com/office/drawing/2014/main" id="{6EEC5FB0-2AF1-4D59-A681-9A269F47E6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0" name="直線コネクタ 135939">
                      <a:extLst>
                        <a:ext uri="{FF2B5EF4-FFF2-40B4-BE49-F238E27FC236}">
                          <a16:creationId xmlns:a16="http://schemas.microsoft.com/office/drawing/2014/main" id="{BBD8A012-2FD4-4DAB-9978-3F9E342580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1" name="直線コネクタ 135940">
                      <a:extLst>
                        <a:ext uri="{FF2B5EF4-FFF2-40B4-BE49-F238E27FC236}">
                          <a16:creationId xmlns:a16="http://schemas.microsoft.com/office/drawing/2014/main" id="{2186A4D0-4A16-4A1B-BF36-F75CD1E873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2" name="直線コネクタ 135941">
                      <a:extLst>
                        <a:ext uri="{FF2B5EF4-FFF2-40B4-BE49-F238E27FC236}">
                          <a16:creationId xmlns:a16="http://schemas.microsoft.com/office/drawing/2014/main" id="{1FCF915B-E2B4-4275-9211-43BBC001C0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3" name="直線コネクタ 135942">
                      <a:extLst>
                        <a:ext uri="{FF2B5EF4-FFF2-40B4-BE49-F238E27FC236}">
                          <a16:creationId xmlns:a16="http://schemas.microsoft.com/office/drawing/2014/main" id="{CB2E9D53-FE8C-48C1-9001-356B373B36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4" name="直線コネクタ 135943">
                      <a:extLst>
                        <a:ext uri="{FF2B5EF4-FFF2-40B4-BE49-F238E27FC236}">
                          <a16:creationId xmlns:a16="http://schemas.microsoft.com/office/drawing/2014/main" id="{A31D0C25-08C8-4492-AB30-86741381D9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5" name="直線コネクタ 135944">
                      <a:extLst>
                        <a:ext uri="{FF2B5EF4-FFF2-40B4-BE49-F238E27FC236}">
                          <a16:creationId xmlns:a16="http://schemas.microsoft.com/office/drawing/2014/main" id="{A22A0C7E-6A3B-4B6A-BAD3-202374AD5C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6" name="直線コネクタ 135945">
                      <a:extLst>
                        <a:ext uri="{FF2B5EF4-FFF2-40B4-BE49-F238E27FC236}">
                          <a16:creationId xmlns:a16="http://schemas.microsoft.com/office/drawing/2014/main" id="{35F142E9-0095-4475-BE88-3DCF725463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47" name="直線コネクタ 135946">
                      <a:extLst>
                        <a:ext uri="{FF2B5EF4-FFF2-40B4-BE49-F238E27FC236}">
                          <a16:creationId xmlns:a16="http://schemas.microsoft.com/office/drawing/2014/main" id="{D92424EE-C459-4055-96D3-B1CE081662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5580" name="グループ化 135579">
                  <a:extLst>
                    <a:ext uri="{FF2B5EF4-FFF2-40B4-BE49-F238E27FC236}">
                      <a16:creationId xmlns:a16="http://schemas.microsoft.com/office/drawing/2014/main" id="{13E5E932-748C-4966-B55A-35357E74206F}"/>
                    </a:ext>
                  </a:extLst>
                </p:cNvPr>
                <p:cNvGrpSpPr/>
                <p:nvPr/>
              </p:nvGrpSpPr>
              <p:grpSpPr>
                <a:xfrm rot="18900000">
                  <a:off x="5311056" y="5075478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5875" name="グループ化 135874">
                    <a:extLst>
                      <a:ext uri="{FF2B5EF4-FFF2-40B4-BE49-F238E27FC236}">
                        <a16:creationId xmlns:a16="http://schemas.microsoft.com/office/drawing/2014/main" id="{2C712F74-C4AC-4E1D-BF30-BF94CED15EA2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900" name="直線コネクタ 135899">
                      <a:extLst>
                        <a:ext uri="{FF2B5EF4-FFF2-40B4-BE49-F238E27FC236}">
                          <a16:creationId xmlns:a16="http://schemas.microsoft.com/office/drawing/2014/main" id="{4FB09BA8-C85A-43FC-9882-6D07DA5093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1" name="直線コネクタ 135900">
                      <a:extLst>
                        <a:ext uri="{FF2B5EF4-FFF2-40B4-BE49-F238E27FC236}">
                          <a16:creationId xmlns:a16="http://schemas.microsoft.com/office/drawing/2014/main" id="{955D2AA2-8D1D-4A58-BFB1-8162B14CAD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2" name="直線コネクタ 135901">
                      <a:extLst>
                        <a:ext uri="{FF2B5EF4-FFF2-40B4-BE49-F238E27FC236}">
                          <a16:creationId xmlns:a16="http://schemas.microsoft.com/office/drawing/2014/main" id="{EB87FF49-FC44-40BB-8BF5-6AA6FA8185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3" name="直線コネクタ 135902">
                      <a:extLst>
                        <a:ext uri="{FF2B5EF4-FFF2-40B4-BE49-F238E27FC236}">
                          <a16:creationId xmlns:a16="http://schemas.microsoft.com/office/drawing/2014/main" id="{12488D60-6466-4E7E-84D6-FC44A222C3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4" name="直線コネクタ 135903">
                      <a:extLst>
                        <a:ext uri="{FF2B5EF4-FFF2-40B4-BE49-F238E27FC236}">
                          <a16:creationId xmlns:a16="http://schemas.microsoft.com/office/drawing/2014/main" id="{8532B535-44EB-4CFA-8F7F-745619ECF0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5" name="直線コネクタ 135904">
                      <a:extLst>
                        <a:ext uri="{FF2B5EF4-FFF2-40B4-BE49-F238E27FC236}">
                          <a16:creationId xmlns:a16="http://schemas.microsoft.com/office/drawing/2014/main" id="{FB37788E-0641-4096-A7A1-990671E70F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6" name="直線コネクタ 135905">
                      <a:extLst>
                        <a:ext uri="{FF2B5EF4-FFF2-40B4-BE49-F238E27FC236}">
                          <a16:creationId xmlns:a16="http://schemas.microsoft.com/office/drawing/2014/main" id="{FC9A81B3-3778-4407-B910-53C5539FC7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7" name="直線コネクタ 135906">
                      <a:extLst>
                        <a:ext uri="{FF2B5EF4-FFF2-40B4-BE49-F238E27FC236}">
                          <a16:creationId xmlns:a16="http://schemas.microsoft.com/office/drawing/2014/main" id="{12B03CDD-5795-4C8B-BEF1-60E2E5F53C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8" name="直線コネクタ 135907">
                      <a:extLst>
                        <a:ext uri="{FF2B5EF4-FFF2-40B4-BE49-F238E27FC236}">
                          <a16:creationId xmlns:a16="http://schemas.microsoft.com/office/drawing/2014/main" id="{26E390DF-6652-433E-BFD0-64856A0A1F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09" name="直線コネクタ 135908">
                      <a:extLst>
                        <a:ext uri="{FF2B5EF4-FFF2-40B4-BE49-F238E27FC236}">
                          <a16:creationId xmlns:a16="http://schemas.microsoft.com/office/drawing/2014/main" id="{3D7BFEDA-BBEF-4A32-BEE7-DE764C8093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0" name="直線コネクタ 135909">
                      <a:extLst>
                        <a:ext uri="{FF2B5EF4-FFF2-40B4-BE49-F238E27FC236}">
                          <a16:creationId xmlns:a16="http://schemas.microsoft.com/office/drawing/2014/main" id="{7274827F-D4D2-4D19-A396-120224B68C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1" name="直線コネクタ 135910">
                      <a:extLst>
                        <a:ext uri="{FF2B5EF4-FFF2-40B4-BE49-F238E27FC236}">
                          <a16:creationId xmlns:a16="http://schemas.microsoft.com/office/drawing/2014/main" id="{D042A550-73FE-4910-BEF9-6211CC98C8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2" name="直線コネクタ 135911">
                      <a:extLst>
                        <a:ext uri="{FF2B5EF4-FFF2-40B4-BE49-F238E27FC236}">
                          <a16:creationId xmlns:a16="http://schemas.microsoft.com/office/drawing/2014/main" id="{72DE7577-D4F7-4CE9-B581-6A7283FC3D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3" name="直線コネクタ 135912">
                      <a:extLst>
                        <a:ext uri="{FF2B5EF4-FFF2-40B4-BE49-F238E27FC236}">
                          <a16:creationId xmlns:a16="http://schemas.microsoft.com/office/drawing/2014/main" id="{614E0FC1-539F-4DED-BB3E-06A07F99F4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4" name="直線コネクタ 135913">
                      <a:extLst>
                        <a:ext uri="{FF2B5EF4-FFF2-40B4-BE49-F238E27FC236}">
                          <a16:creationId xmlns:a16="http://schemas.microsoft.com/office/drawing/2014/main" id="{83016CD4-9C8A-4BF5-AFA9-D14B14BBF9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5" name="直線コネクタ 135914">
                      <a:extLst>
                        <a:ext uri="{FF2B5EF4-FFF2-40B4-BE49-F238E27FC236}">
                          <a16:creationId xmlns:a16="http://schemas.microsoft.com/office/drawing/2014/main" id="{E0963AC5-D4AF-4E39-BB59-8A3BC04FDC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6" name="直線コネクタ 135915">
                      <a:extLst>
                        <a:ext uri="{FF2B5EF4-FFF2-40B4-BE49-F238E27FC236}">
                          <a16:creationId xmlns:a16="http://schemas.microsoft.com/office/drawing/2014/main" id="{45D4AA91-FE37-4AEF-8A8B-7EC5EA24AB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7" name="直線コネクタ 135916">
                      <a:extLst>
                        <a:ext uri="{FF2B5EF4-FFF2-40B4-BE49-F238E27FC236}">
                          <a16:creationId xmlns:a16="http://schemas.microsoft.com/office/drawing/2014/main" id="{3D8970F2-1699-424D-B436-D85CDEC38B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8" name="直線コネクタ 135917">
                      <a:extLst>
                        <a:ext uri="{FF2B5EF4-FFF2-40B4-BE49-F238E27FC236}">
                          <a16:creationId xmlns:a16="http://schemas.microsoft.com/office/drawing/2014/main" id="{E3569F4B-A626-4C8E-9F83-F1011D5B83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19" name="直線コネクタ 135918">
                      <a:extLst>
                        <a:ext uri="{FF2B5EF4-FFF2-40B4-BE49-F238E27FC236}">
                          <a16:creationId xmlns:a16="http://schemas.microsoft.com/office/drawing/2014/main" id="{85958C76-496E-4F61-A0FC-62C68216D7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20" name="直線コネクタ 135919">
                      <a:extLst>
                        <a:ext uri="{FF2B5EF4-FFF2-40B4-BE49-F238E27FC236}">
                          <a16:creationId xmlns:a16="http://schemas.microsoft.com/office/drawing/2014/main" id="{8B1D7AF6-51D2-48E5-860E-030049DFF3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21" name="直線コネクタ 135920">
                      <a:extLst>
                        <a:ext uri="{FF2B5EF4-FFF2-40B4-BE49-F238E27FC236}">
                          <a16:creationId xmlns:a16="http://schemas.microsoft.com/office/drawing/2014/main" id="{3EB80851-6B38-43AF-BBC8-28E3BF68AC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922" name="直線コネクタ 135921">
                      <a:extLst>
                        <a:ext uri="{FF2B5EF4-FFF2-40B4-BE49-F238E27FC236}">
                          <a16:creationId xmlns:a16="http://schemas.microsoft.com/office/drawing/2014/main" id="{B407D2FA-4F08-48FA-B718-7A5F253F12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876" name="グループ化 135875">
                    <a:extLst>
                      <a:ext uri="{FF2B5EF4-FFF2-40B4-BE49-F238E27FC236}">
                        <a16:creationId xmlns:a16="http://schemas.microsoft.com/office/drawing/2014/main" id="{C2C3CA91-C5C3-4DFE-81F9-1A287D5513EF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877" name="直線コネクタ 135876">
                      <a:extLst>
                        <a:ext uri="{FF2B5EF4-FFF2-40B4-BE49-F238E27FC236}">
                          <a16:creationId xmlns:a16="http://schemas.microsoft.com/office/drawing/2014/main" id="{3365EAAB-363A-4B1D-A8FD-34AB653760C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78" name="直線コネクタ 135877">
                      <a:extLst>
                        <a:ext uri="{FF2B5EF4-FFF2-40B4-BE49-F238E27FC236}">
                          <a16:creationId xmlns:a16="http://schemas.microsoft.com/office/drawing/2014/main" id="{82F4B183-CF4B-4EAE-881B-23CF9829B9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79" name="直線コネクタ 135878">
                      <a:extLst>
                        <a:ext uri="{FF2B5EF4-FFF2-40B4-BE49-F238E27FC236}">
                          <a16:creationId xmlns:a16="http://schemas.microsoft.com/office/drawing/2014/main" id="{9567EE85-EF32-4704-9A9E-BA4D60EC89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0" name="直線コネクタ 135879">
                      <a:extLst>
                        <a:ext uri="{FF2B5EF4-FFF2-40B4-BE49-F238E27FC236}">
                          <a16:creationId xmlns:a16="http://schemas.microsoft.com/office/drawing/2014/main" id="{B9A566F8-7B85-4D96-AE4E-1E0B4863A3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1" name="直線コネクタ 135880">
                      <a:extLst>
                        <a:ext uri="{FF2B5EF4-FFF2-40B4-BE49-F238E27FC236}">
                          <a16:creationId xmlns:a16="http://schemas.microsoft.com/office/drawing/2014/main" id="{D9D285C3-2D1A-49BE-8265-B005A214AB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2" name="直線コネクタ 135881">
                      <a:extLst>
                        <a:ext uri="{FF2B5EF4-FFF2-40B4-BE49-F238E27FC236}">
                          <a16:creationId xmlns:a16="http://schemas.microsoft.com/office/drawing/2014/main" id="{1AE9CC6E-4E53-4904-BDBC-90C574E3C0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3" name="直線コネクタ 135882">
                      <a:extLst>
                        <a:ext uri="{FF2B5EF4-FFF2-40B4-BE49-F238E27FC236}">
                          <a16:creationId xmlns:a16="http://schemas.microsoft.com/office/drawing/2014/main" id="{7BE8EFAE-6F28-4C64-8CC8-68CF9F39F1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4" name="直線コネクタ 135883">
                      <a:extLst>
                        <a:ext uri="{FF2B5EF4-FFF2-40B4-BE49-F238E27FC236}">
                          <a16:creationId xmlns:a16="http://schemas.microsoft.com/office/drawing/2014/main" id="{DFAED65C-B7DA-4053-8976-668DCA5219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5" name="直線コネクタ 135884">
                      <a:extLst>
                        <a:ext uri="{FF2B5EF4-FFF2-40B4-BE49-F238E27FC236}">
                          <a16:creationId xmlns:a16="http://schemas.microsoft.com/office/drawing/2014/main" id="{A213B497-7207-4938-A4B4-6EA2FACED1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6" name="直線コネクタ 135885">
                      <a:extLst>
                        <a:ext uri="{FF2B5EF4-FFF2-40B4-BE49-F238E27FC236}">
                          <a16:creationId xmlns:a16="http://schemas.microsoft.com/office/drawing/2014/main" id="{623AA045-E432-497A-A96F-50A675D9FF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7" name="直線コネクタ 135886">
                      <a:extLst>
                        <a:ext uri="{FF2B5EF4-FFF2-40B4-BE49-F238E27FC236}">
                          <a16:creationId xmlns:a16="http://schemas.microsoft.com/office/drawing/2014/main" id="{F28CA4C9-53E8-4496-83AF-FD507A54D6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8" name="直線コネクタ 135887">
                      <a:extLst>
                        <a:ext uri="{FF2B5EF4-FFF2-40B4-BE49-F238E27FC236}">
                          <a16:creationId xmlns:a16="http://schemas.microsoft.com/office/drawing/2014/main" id="{5CEC1C26-6D29-493B-84AC-E991FF662B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89" name="直線コネクタ 135888">
                      <a:extLst>
                        <a:ext uri="{FF2B5EF4-FFF2-40B4-BE49-F238E27FC236}">
                          <a16:creationId xmlns:a16="http://schemas.microsoft.com/office/drawing/2014/main" id="{910AA28F-EB43-4758-AA59-ADB43ABCCF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0" name="直線コネクタ 135889">
                      <a:extLst>
                        <a:ext uri="{FF2B5EF4-FFF2-40B4-BE49-F238E27FC236}">
                          <a16:creationId xmlns:a16="http://schemas.microsoft.com/office/drawing/2014/main" id="{2E551EF5-7DBF-4BB0-B168-BB4733437E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1" name="直線コネクタ 135890">
                      <a:extLst>
                        <a:ext uri="{FF2B5EF4-FFF2-40B4-BE49-F238E27FC236}">
                          <a16:creationId xmlns:a16="http://schemas.microsoft.com/office/drawing/2014/main" id="{213D2383-81DF-4C0C-AA00-63637BBA58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2" name="直線コネクタ 135891">
                      <a:extLst>
                        <a:ext uri="{FF2B5EF4-FFF2-40B4-BE49-F238E27FC236}">
                          <a16:creationId xmlns:a16="http://schemas.microsoft.com/office/drawing/2014/main" id="{ECC42DC9-29CA-417D-9814-0A967CB532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3" name="直線コネクタ 135892">
                      <a:extLst>
                        <a:ext uri="{FF2B5EF4-FFF2-40B4-BE49-F238E27FC236}">
                          <a16:creationId xmlns:a16="http://schemas.microsoft.com/office/drawing/2014/main" id="{5AA49D6B-5C84-4321-95A9-ADF1EBE91C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4" name="直線コネクタ 135893">
                      <a:extLst>
                        <a:ext uri="{FF2B5EF4-FFF2-40B4-BE49-F238E27FC236}">
                          <a16:creationId xmlns:a16="http://schemas.microsoft.com/office/drawing/2014/main" id="{1C3EFF00-EC1E-44F4-85CF-B3BBAEC52C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5" name="直線コネクタ 135894">
                      <a:extLst>
                        <a:ext uri="{FF2B5EF4-FFF2-40B4-BE49-F238E27FC236}">
                          <a16:creationId xmlns:a16="http://schemas.microsoft.com/office/drawing/2014/main" id="{1752BD8E-D261-47C5-8A5F-589B9386F3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6" name="直線コネクタ 135895">
                      <a:extLst>
                        <a:ext uri="{FF2B5EF4-FFF2-40B4-BE49-F238E27FC236}">
                          <a16:creationId xmlns:a16="http://schemas.microsoft.com/office/drawing/2014/main" id="{3FBB7796-F7E8-49AB-B386-A29E5BCBFE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7" name="直線コネクタ 135896">
                      <a:extLst>
                        <a:ext uri="{FF2B5EF4-FFF2-40B4-BE49-F238E27FC236}">
                          <a16:creationId xmlns:a16="http://schemas.microsoft.com/office/drawing/2014/main" id="{AFA2328D-18CA-42AE-A2FA-FBDF4C83D2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8" name="直線コネクタ 135897">
                      <a:extLst>
                        <a:ext uri="{FF2B5EF4-FFF2-40B4-BE49-F238E27FC236}">
                          <a16:creationId xmlns:a16="http://schemas.microsoft.com/office/drawing/2014/main" id="{1CD93C2A-8BBB-4968-8C93-79B2C58653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99" name="直線コネクタ 135898">
                      <a:extLst>
                        <a:ext uri="{FF2B5EF4-FFF2-40B4-BE49-F238E27FC236}">
                          <a16:creationId xmlns:a16="http://schemas.microsoft.com/office/drawing/2014/main" id="{341BE865-C04C-4E6B-96F9-F95353481D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5581" name="グループ化 135580">
                  <a:extLst>
                    <a:ext uri="{FF2B5EF4-FFF2-40B4-BE49-F238E27FC236}">
                      <a16:creationId xmlns:a16="http://schemas.microsoft.com/office/drawing/2014/main" id="{CB5368DB-BE18-49BF-9039-865028CDEFEC}"/>
                    </a:ext>
                  </a:extLst>
                </p:cNvPr>
                <p:cNvGrpSpPr/>
                <p:nvPr/>
              </p:nvGrpSpPr>
              <p:grpSpPr>
                <a:xfrm rot="5400000">
                  <a:off x="5100013" y="5587331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5827" name="グループ化 135826">
                    <a:extLst>
                      <a:ext uri="{FF2B5EF4-FFF2-40B4-BE49-F238E27FC236}">
                        <a16:creationId xmlns:a16="http://schemas.microsoft.com/office/drawing/2014/main" id="{D06E9BD0-6260-4601-BEC1-4CC623B39A6E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852" name="直線コネクタ 135851">
                      <a:extLst>
                        <a:ext uri="{FF2B5EF4-FFF2-40B4-BE49-F238E27FC236}">
                          <a16:creationId xmlns:a16="http://schemas.microsoft.com/office/drawing/2014/main" id="{865309D2-3AF9-4275-9C67-3833CA72165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3" name="直線コネクタ 135852">
                      <a:extLst>
                        <a:ext uri="{FF2B5EF4-FFF2-40B4-BE49-F238E27FC236}">
                          <a16:creationId xmlns:a16="http://schemas.microsoft.com/office/drawing/2014/main" id="{851D7B75-3783-476A-9A0A-75B3C0F2CB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4" name="直線コネクタ 135853">
                      <a:extLst>
                        <a:ext uri="{FF2B5EF4-FFF2-40B4-BE49-F238E27FC236}">
                          <a16:creationId xmlns:a16="http://schemas.microsoft.com/office/drawing/2014/main" id="{44C16875-8535-4C22-95E4-F931AB7C26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5" name="直線コネクタ 135854">
                      <a:extLst>
                        <a:ext uri="{FF2B5EF4-FFF2-40B4-BE49-F238E27FC236}">
                          <a16:creationId xmlns:a16="http://schemas.microsoft.com/office/drawing/2014/main" id="{CDAA9CD7-CAB6-402D-9878-15488D5DF5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6" name="直線コネクタ 135855">
                      <a:extLst>
                        <a:ext uri="{FF2B5EF4-FFF2-40B4-BE49-F238E27FC236}">
                          <a16:creationId xmlns:a16="http://schemas.microsoft.com/office/drawing/2014/main" id="{DE29C147-0FFF-4C8B-B331-4FEF6B1B72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7" name="直線コネクタ 135856">
                      <a:extLst>
                        <a:ext uri="{FF2B5EF4-FFF2-40B4-BE49-F238E27FC236}">
                          <a16:creationId xmlns:a16="http://schemas.microsoft.com/office/drawing/2014/main" id="{5B6C97EE-26DD-4226-A1D0-34710DD541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8" name="直線コネクタ 135857">
                      <a:extLst>
                        <a:ext uri="{FF2B5EF4-FFF2-40B4-BE49-F238E27FC236}">
                          <a16:creationId xmlns:a16="http://schemas.microsoft.com/office/drawing/2014/main" id="{C4464484-57FA-4680-9B6B-58B2F7EAA4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9" name="直線コネクタ 135858">
                      <a:extLst>
                        <a:ext uri="{FF2B5EF4-FFF2-40B4-BE49-F238E27FC236}">
                          <a16:creationId xmlns:a16="http://schemas.microsoft.com/office/drawing/2014/main" id="{6AFC6F59-C575-49AB-A32F-E04E019C30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0" name="直線コネクタ 135859">
                      <a:extLst>
                        <a:ext uri="{FF2B5EF4-FFF2-40B4-BE49-F238E27FC236}">
                          <a16:creationId xmlns:a16="http://schemas.microsoft.com/office/drawing/2014/main" id="{068D1FB4-5223-4628-A09C-30A29BC612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1" name="直線コネクタ 135860">
                      <a:extLst>
                        <a:ext uri="{FF2B5EF4-FFF2-40B4-BE49-F238E27FC236}">
                          <a16:creationId xmlns:a16="http://schemas.microsoft.com/office/drawing/2014/main" id="{68C4466D-BD39-4B81-9C38-0D19A0B307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2" name="直線コネクタ 135861">
                      <a:extLst>
                        <a:ext uri="{FF2B5EF4-FFF2-40B4-BE49-F238E27FC236}">
                          <a16:creationId xmlns:a16="http://schemas.microsoft.com/office/drawing/2014/main" id="{BA2C00AB-57A5-4A6F-9071-D804923E1D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3" name="直線コネクタ 135862">
                      <a:extLst>
                        <a:ext uri="{FF2B5EF4-FFF2-40B4-BE49-F238E27FC236}">
                          <a16:creationId xmlns:a16="http://schemas.microsoft.com/office/drawing/2014/main" id="{975E02C5-7766-4504-A856-9C45C1B546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4" name="直線コネクタ 135863">
                      <a:extLst>
                        <a:ext uri="{FF2B5EF4-FFF2-40B4-BE49-F238E27FC236}">
                          <a16:creationId xmlns:a16="http://schemas.microsoft.com/office/drawing/2014/main" id="{A66172C1-2066-4225-AFC0-CD79F68A7A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5" name="直線コネクタ 135864">
                      <a:extLst>
                        <a:ext uri="{FF2B5EF4-FFF2-40B4-BE49-F238E27FC236}">
                          <a16:creationId xmlns:a16="http://schemas.microsoft.com/office/drawing/2014/main" id="{28E9607F-4337-41A8-B30D-F3F3631919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6" name="直線コネクタ 135865">
                      <a:extLst>
                        <a:ext uri="{FF2B5EF4-FFF2-40B4-BE49-F238E27FC236}">
                          <a16:creationId xmlns:a16="http://schemas.microsoft.com/office/drawing/2014/main" id="{63C09616-35D6-4E27-B759-5B40FB9B9E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7" name="直線コネクタ 135866">
                      <a:extLst>
                        <a:ext uri="{FF2B5EF4-FFF2-40B4-BE49-F238E27FC236}">
                          <a16:creationId xmlns:a16="http://schemas.microsoft.com/office/drawing/2014/main" id="{1C9EB9F8-0010-4C72-BA82-893AF906E8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8" name="直線コネクタ 135867">
                      <a:extLst>
                        <a:ext uri="{FF2B5EF4-FFF2-40B4-BE49-F238E27FC236}">
                          <a16:creationId xmlns:a16="http://schemas.microsoft.com/office/drawing/2014/main" id="{0E9B6524-42AB-49E1-AB71-C8CA8BB780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69" name="直線コネクタ 135868">
                      <a:extLst>
                        <a:ext uri="{FF2B5EF4-FFF2-40B4-BE49-F238E27FC236}">
                          <a16:creationId xmlns:a16="http://schemas.microsoft.com/office/drawing/2014/main" id="{AC1D87FC-2ACF-4F63-B548-56B2F06010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70" name="直線コネクタ 135869">
                      <a:extLst>
                        <a:ext uri="{FF2B5EF4-FFF2-40B4-BE49-F238E27FC236}">
                          <a16:creationId xmlns:a16="http://schemas.microsoft.com/office/drawing/2014/main" id="{82D94145-8749-4C25-8DD8-B3961511C4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71" name="直線コネクタ 135870">
                      <a:extLst>
                        <a:ext uri="{FF2B5EF4-FFF2-40B4-BE49-F238E27FC236}">
                          <a16:creationId xmlns:a16="http://schemas.microsoft.com/office/drawing/2014/main" id="{8F85A0F4-286B-4AD7-BAEC-2EA40CB074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72" name="直線コネクタ 135871">
                      <a:extLst>
                        <a:ext uri="{FF2B5EF4-FFF2-40B4-BE49-F238E27FC236}">
                          <a16:creationId xmlns:a16="http://schemas.microsoft.com/office/drawing/2014/main" id="{23FE8A54-2E13-4987-BF0E-BF39C77DFF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73" name="直線コネクタ 135872">
                      <a:extLst>
                        <a:ext uri="{FF2B5EF4-FFF2-40B4-BE49-F238E27FC236}">
                          <a16:creationId xmlns:a16="http://schemas.microsoft.com/office/drawing/2014/main" id="{C493AD45-1F2D-49B0-8908-5F302AF860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74" name="直線コネクタ 135873">
                      <a:extLst>
                        <a:ext uri="{FF2B5EF4-FFF2-40B4-BE49-F238E27FC236}">
                          <a16:creationId xmlns:a16="http://schemas.microsoft.com/office/drawing/2014/main" id="{74817320-8845-4DE3-8177-5EA75A0AAD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828" name="グループ化 135827">
                    <a:extLst>
                      <a:ext uri="{FF2B5EF4-FFF2-40B4-BE49-F238E27FC236}">
                        <a16:creationId xmlns:a16="http://schemas.microsoft.com/office/drawing/2014/main" id="{1AEACC98-E70E-4FA7-8B94-5222E99E2984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829" name="直線コネクタ 135828">
                      <a:extLst>
                        <a:ext uri="{FF2B5EF4-FFF2-40B4-BE49-F238E27FC236}">
                          <a16:creationId xmlns:a16="http://schemas.microsoft.com/office/drawing/2014/main" id="{9F56032D-7706-446B-89DA-B814F02CC9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0" name="直線コネクタ 135829">
                      <a:extLst>
                        <a:ext uri="{FF2B5EF4-FFF2-40B4-BE49-F238E27FC236}">
                          <a16:creationId xmlns:a16="http://schemas.microsoft.com/office/drawing/2014/main" id="{3DDA5685-1644-48A8-879C-F648C70D65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1" name="直線コネクタ 135830">
                      <a:extLst>
                        <a:ext uri="{FF2B5EF4-FFF2-40B4-BE49-F238E27FC236}">
                          <a16:creationId xmlns:a16="http://schemas.microsoft.com/office/drawing/2014/main" id="{79BB39C3-3F93-412E-B10D-640C29C670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2" name="直線コネクタ 135831">
                      <a:extLst>
                        <a:ext uri="{FF2B5EF4-FFF2-40B4-BE49-F238E27FC236}">
                          <a16:creationId xmlns:a16="http://schemas.microsoft.com/office/drawing/2014/main" id="{414E3A65-EEB8-49B9-B17B-99333D824B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3" name="直線コネクタ 135832">
                      <a:extLst>
                        <a:ext uri="{FF2B5EF4-FFF2-40B4-BE49-F238E27FC236}">
                          <a16:creationId xmlns:a16="http://schemas.microsoft.com/office/drawing/2014/main" id="{E8109B13-4D7C-42EC-9120-2E776C1FDA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4" name="直線コネクタ 135833">
                      <a:extLst>
                        <a:ext uri="{FF2B5EF4-FFF2-40B4-BE49-F238E27FC236}">
                          <a16:creationId xmlns:a16="http://schemas.microsoft.com/office/drawing/2014/main" id="{E89D6035-0631-4D6E-AF8E-54E2E4CD24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5" name="直線コネクタ 135834">
                      <a:extLst>
                        <a:ext uri="{FF2B5EF4-FFF2-40B4-BE49-F238E27FC236}">
                          <a16:creationId xmlns:a16="http://schemas.microsoft.com/office/drawing/2014/main" id="{025FACA7-A244-41A3-B228-5C135EF7D5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6" name="直線コネクタ 135835">
                      <a:extLst>
                        <a:ext uri="{FF2B5EF4-FFF2-40B4-BE49-F238E27FC236}">
                          <a16:creationId xmlns:a16="http://schemas.microsoft.com/office/drawing/2014/main" id="{C7F10FC6-D01F-4601-AE35-F805FF9504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7" name="直線コネクタ 135836">
                      <a:extLst>
                        <a:ext uri="{FF2B5EF4-FFF2-40B4-BE49-F238E27FC236}">
                          <a16:creationId xmlns:a16="http://schemas.microsoft.com/office/drawing/2014/main" id="{C97890A9-B37F-49E6-B46C-690E9683F9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8" name="直線コネクタ 135837">
                      <a:extLst>
                        <a:ext uri="{FF2B5EF4-FFF2-40B4-BE49-F238E27FC236}">
                          <a16:creationId xmlns:a16="http://schemas.microsoft.com/office/drawing/2014/main" id="{1D6AF4BC-E595-49FC-BABE-AA47E8CBD2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39" name="直線コネクタ 135838">
                      <a:extLst>
                        <a:ext uri="{FF2B5EF4-FFF2-40B4-BE49-F238E27FC236}">
                          <a16:creationId xmlns:a16="http://schemas.microsoft.com/office/drawing/2014/main" id="{2386890F-1743-4C32-A482-7DF20D4832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0" name="直線コネクタ 135839">
                      <a:extLst>
                        <a:ext uri="{FF2B5EF4-FFF2-40B4-BE49-F238E27FC236}">
                          <a16:creationId xmlns:a16="http://schemas.microsoft.com/office/drawing/2014/main" id="{1EF833C8-1EB2-45DF-952C-8303B8BDB3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1" name="直線コネクタ 135840">
                      <a:extLst>
                        <a:ext uri="{FF2B5EF4-FFF2-40B4-BE49-F238E27FC236}">
                          <a16:creationId xmlns:a16="http://schemas.microsoft.com/office/drawing/2014/main" id="{8B9B9EAB-29DD-42F4-9C47-53C36DA1E7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2" name="直線コネクタ 135841">
                      <a:extLst>
                        <a:ext uri="{FF2B5EF4-FFF2-40B4-BE49-F238E27FC236}">
                          <a16:creationId xmlns:a16="http://schemas.microsoft.com/office/drawing/2014/main" id="{657D0C2A-ED16-4420-A9E0-05AEB2E2B7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3" name="直線コネクタ 135842">
                      <a:extLst>
                        <a:ext uri="{FF2B5EF4-FFF2-40B4-BE49-F238E27FC236}">
                          <a16:creationId xmlns:a16="http://schemas.microsoft.com/office/drawing/2014/main" id="{97D74630-2EB0-439C-AD24-891B609CF5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4" name="直線コネクタ 135843">
                      <a:extLst>
                        <a:ext uri="{FF2B5EF4-FFF2-40B4-BE49-F238E27FC236}">
                          <a16:creationId xmlns:a16="http://schemas.microsoft.com/office/drawing/2014/main" id="{A9C635AB-512C-468F-8A73-735A97E573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5" name="直線コネクタ 135844">
                      <a:extLst>
                        <a:ext uri="{FF2B5EF4-FFF2-40B4-BE49-F238E27FC236}">
                          <a16:creationId xmlns:a16="http://schemas.microsoft.com/office/drawing/2014/main" id="{FAF9003B-D0A0-43E7-BB2A-AB20C6DB18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6" name="直線コネクタ 135845">
                      <a:extLst>
                        <a:ext uri="{FF2B5EF4-FFF2-40B4-BE49-F238E27FC236}">
                          <a16:creationId xmlns:a16="http://schemas.microsoft.com/office/drawing/2014/main" id="{53694CE2-4BB1-4653-ADC5-559DB3B6C2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7" name="直線コネクタ 135846">
                      <a:extLst>
                        <a:ext uri="{FF2B5EF4-FFF2-40B4-BE49-F238E27FC236}">
                          <a16:creationId xmlns:a16="http://schemas.microsoft.com/office/drawing/2014/main" id="{EFF83048-9785-4BF3-8B3C-C2B1CBA95D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8" name="直線コネクタ 135847">
                      <a:extLst>
                        <a:ext uri="{FF2B5EF4-FFF2-40B4-BE49-F238E27FC236}">
                          <a16:creationId xmlns:a16="http://schemas.microsoft.com/office/drawing/2014/main" id="{9D23BFE7-8169-4B74-944B-72EA5F3C67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49" name="直線コネクタ 135848">
                      <a:extLst>
                        <a:ext uri="{FF2B5EF4-FFF2-40B4-BE49-F238E27FC236}">
                          <a16:creationId xmlns:a16="http://schemas.microsoft.com/office/drawing/2014/main" id="{68676C8E-5329-4BEB-92AF-3C7DF4CAEC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0" name="直線コネクタ 135849">
                      <a:extLst>
                        <a:ext uri="{FF2B5EF4-FFF2-40B4-BE49-F238E27FC236}">
                          <a16:creationId xmlns:a16="http://schemas.microsoft.com/office/drawing/2014/main" id="{63BF472A-A331-4A3C-BA10-61993BE26A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51" name="直線コネクタ 135850">
                      <a:extLst>
                        <a:ext uri="{FF2B5EF4-FFF2-40B4-BE49-F238E27FC236}">
                          <a16:creationId xmlns:a16="http://schemas.microsoft.com/office/drawing/2014/main" id="{C43773D7-C6F2-43E9-88D9-B1D5951142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5582" name="グループ化 135581">
                  <a:extLst>
                    <a:ext uri="{FF2B5EF4-FFF2-40B4-BE49-F238E27FC236}">
                      <a16:creationId xmlns:a16="http://schemas.microsoft.com/office/drawing/2014/main" id="{2589DE7F-ECEF-45AF-9ECA-AACCB500524C}"/>
                    </a:ext>
                  </a:extLst>
                </p:cNvPr>
                <p:cNvGrpSpPr/>
                <p:nvPr/>
              </p:nvGrpSpPr>
              <p:grpSpPr>
                <a:xfrm rot="2700000">
                  <a:off x="5312047" y="5498555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5779" name="グループ化 135778">
                    <a:extLst>
                      <a:ext uri="{FF2B5EF4-FFF2-40B4-BE49-F238E27FC236}">
                        <a16:creationId xmlns:a16="http://schemas.microsoft.com/office/drawing/2014/main" id="{EEC4DDC3-4B61-4BC7-9516-70C3A5473A12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804" name="直線コネクタ 135803">
                      <a:extLst>
                        <a:ext uri="{FF2B5EF4-FFF2-40B4-BE49-F238E27FC236}">
                          <a16:creationId xmlns:a16="http://schemas.microsoft.com/office/drawing/2014/main" id="{52C36BC8-B920-4AE9-8B87-F368DADC6B0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5" name="直線コネクタ 135804">
                      <a:extLst>
                        <a:ext uri="{FF2B5EF4-FFF2-40B4-BE49-F238E27FC236}">
                          <a16:creationId xmlns:a16="http://schemas.microsoft.com/office/drawing/2014/main" id="{953191B3-4DFA-4C6C-9D25-C273C6603C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6" name="直線コネクタ 135805">
                      <a:extLst>
                        <a:ext uri="{FF2B5EF4-FFF2-40B4-BE49-F238E27FC236}">
                          <a16:creationId xmlns:a16="http://schemas.microsoft.com/office/drawing/2014/main" id="{BA24CE2A-882C-482E-9ACF-708B60FC57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7" name="直線コネクタ 135806">
                      <a:extLst>
                        <a:ext uri="{FF2B5EF4-FFF2-40B4-BE49-F238E27FC236}">
                          <a16:creationId xmlns:a16="http://schemas.microsoft.com/office/drawing/2014/main" id="{62E6EB2F-E9F4-490C-BB93-1C49BC0A06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8" name="直線コネクタ 135807">
                      <a:extLst>
                        <a:ext uri="{FF2B5EF4-FFF2-40B4-BE49-F238E27FC236}">
                          <a16:creationId xmlns:a16="http://schemas.microsoft.com/office/drawing/2014/main" id="{29103448-CD96-4C35-A148-C95904A159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9" name="直線コネクタ 135808">
                      <a:extLst>
                        <a:ext uri="{FF2B5EF4-FFF2-40B4-BE49-F238E27FC236}">
                          <a16:creationId xmlns:a16="http://schemas.microsoft.com/office/drawing/2014/main" id="{1BDD0862-55F3-42B1-A03B-D9B0CCFA13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0" name="直線コネクタ 135809">
                      <a:extLst>
                        <a:ext uri="{FF2B5EF4-FFF2-40B4-BE49-F238E27FC236}">
                          <a16:creationId xmlns:a16="http://schemas.microsoft.com/office/drawing/2014/main" id="{19899C44-1BC5-43F6-A893-2EDF8D7727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1" name="直線コネクタ 135810">
                      <a:extLst>
                        <a:ext uri="{FF2B5EF4-FFF2-40B4-BE49-F238E27FC236}">
                          <a16:creationId xmlns:a16="http://schemas.microsoft.com/office/drawing/2014/main" id="{107D8164-E20B-4CE5-8D83-E01151D12B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2" name="直線コネクタ 135811">
                      <a:extLst>
                        <a:ext uri="{FF2B5EF4-FFF2-40B4-BE49-F238E27FC236}">
                          <a16:creationId xmlns:a16="http://schemas.microsoft.com/office/drawing/2014/main" id="{CD7BAB47-0F31-4EE6-B949-AC97AF04D8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3" name="直線コネクタ 135812">
                      <a:extLst>
                        <a:ext uri="{FF2B5EF4-FFF2-40B4-BE49-F238E27FC236}">
                          <a16:creationId xmlns:a16="http://schemas.microsoft.com/office/drawing/2014/main" id="{C7CC20F9-7E1E-4887-83AD-DBCAB672EA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4" name="直線コネクタ 135813">
                      <a:extLst>
                        <a:ext uri="{FF2B5EF4-FFF2-40B4-BE49-F238E27FC236}">
                          <a16:creationId xmlns:a16="http://schemas.microsoft.com/office/drawing/2014/main" id="{6E1BB737-A313-4312-85F4-4A0AEA5A97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5" name="直線コネクタ 135814">
                      <a:extLst>
                        <a:ext uri="{FF2B5EF4-FFF2-40B4-BE49-F238E27FC236}">
                          <a16:creationId xmlns:a16="http://schemas.microsoft.com/office/drawing/2014/main" id="{4F772A70-33DC-4CA1-8E33-5079EF3117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6" name="直線コネクタ 135815">
                      <a:extLst>
                        <a:ext uri="{FF2B5EF4-FFF2-40B4-BE49-F238E27FC236}">
                          <a16:creationId xmlns:a16="http://schemas.microsoft.com/office/drawing/2014/main" id="{BD84461D-7AC0-4F05-B332-D53FEF3F56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7" name="直線コネクタ 135816">
                      <a:extLst>
                        <a:ext uri="{FF2B5EF4-FFF2-40B4-BE49-F238E27FC236}">
                          <a16:creationId xmlns:a16="http://schemas.microsoft.com/office/drawing/2014/main" id="{06A75482-0990-4A80-B320-1316F8B5DC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8" name="直線コネクタ 135817">
                      <a:extLst>
                        <a:ext uri="{FF2B5EF4-FFF2-40B4-BE49-F238E27FC236}">
                          <a16:creationId xmlns:a16="http://schemas.microsoft.com/office/drawing/2014/main" id="{91F8AC80-AEAC-419F-B26C-91ED91925F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19" name="直線コネクタ 135818">
                      <a:extLst>
                        <a:ext uri="{FF2B5EF4-FFF2-40B4-BE49-F238E27FC236}">
                          <a16:creationId xmlns:a16="http://schemas.microsoft.com/office/drawing/2014/main" id="{C211A3D0-3D19-460B-A31A-2010C79C52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20" name="直線コネクタ 135819">
                      <a:extLst>
                        <a:ext uri="{FF2B5EF4-FFF2-40B4-BE49-F238E27FC236}">
                          <a16:creationId xmlns:a16="http://schemas.microsoft.com/office/drawing/2014/main" id="{805812CA-459B-4C11-B439-3B8416FED0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21" name="直線コネクタ 135820">
                      <a:extLst>
                        <a:ext uri="{FF2B5EF4-FFF2-40B4-BE49-F238E27FC236}">
                          <a16:creationId xmlns:a16="http://schemas.microsoft.com/office/drawing/2014/main" id="{7C3BECC0-9DBB-4F38-A470-8FE42C8EC1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22" name="直線コネクタ 135821">
                      <a:extLst>
                        <a:ext uri="{FF2B5EF4-FFF2-40B4-BE49-F238E27FC236}">
                          <a16:creationId xmlns:a16="http://schemas.microsoft.com/office/drawing/2014/main" id="{63361CE2-F367-4E5C-9EE1-4CDA06B0E7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23" name="直線コネクタ 135822">
                      <a:extLst>
                        <a:ext uri="{FF2B5EF4-FFF2-40B4-BE49-F238E27FC236}">
                          <a16:creationId xmlns:a16="http://schemas.microsoft.com/office/drawing/2014/main" id="{F17C4565-4DBD-4319-86F5-7DDF84E69C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24" name="直線コネクタ 135823">
                      <a:extLst>
                        <a:ext uri="{FF2B5EF4-FFF2-40B4-BE49-F238E27FC236}">
                          <a16:creationId xmlns:a16="http://schemas.microsoft.com/office/drawing/2014/main" id="{E49D15C9-2C18-4F76-B2A0-F0F32DA13A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25" name="直線コネクタ 135824">
                      <a:extLst>
                        <a:ext uri="{FF2B5EF4-FFF2-40B4-BE49-F238E27FC236}">
                          <a16:creationId xmlns:a16="http://schemas.microsoft.com/office/drawing/2014/main" id="{666D541C-68F1-4097-801F-8F9EE85F07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26" name="直線コネクタ 135825">
                      <a:extLst>
                        <a:ext uri="{FF2B5EF4-FFF2-40B4-BE49-F238E27FC236}">
                          <a16:creationId xmlns:a16="http://schemas.microsoft.com/office/drawing/2014/main" id="{23F29709-1E70-45B6-9738-467037266B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780" name="グループ化 135779">
                    <a:extLst>
                      <a:ext uri="{FF2B5EF4-FFF2-40B4-BE49-F238E27FC236}">
                        <a16:creationId xmlns:a16="http://schemas.microsoft.com/office/drawing/2014/main" id="{05B8B9D9-1D15-47A9-BB1A-BDBB4CC1CC76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781" name="直線コネクタ 135780">
                      <a:extLst>
                        <a:ext uri="{FF2B5EF4-FFF2-40B4-BE49-F238E27FC236}">
                          <a16:creationId xmlns:a16="http://schemas.microsoft.com/office/drawing/2014/main" id="{9104209E-9DE7-4F1D-8466-908A70C578D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82" name="直線コネクタ 135781">
                      <a:extLst>
                        <a:ext uri="{FF2B5EF4-FFF2-40B4-BE49-F238E27FC236}">
                          <a16:creationId xmlns:a16="http://schemas.microsoft.com/office/drawing/2014/main" id="{8F3610F5-3557-4A16-AE29-58B6DF1CD4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83" name="直線コネクタ 135782">
                      <a:extLst>
                        <a:ext uri="{FF2B5EF4-FFF2-40B4-BE49-F238E27FC236}">
                          <a16:creationId xmlns:a16="http://schemas.microsoft.com/office/drawing/2014/main" id="{1723E18A-6E65-4D85-AF9C-48CEF1402D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84" name="直線コネクタ 135783">
                      <a:extLst>
                        <a:ext uri="{FF2B5EF4-FFF2-40B4-BE49-F238E27FC236}">
                          <a16:creationId xmlns:a16="http://schemas.microsoft.com/office/drawing/2014/main" id="{465BD980-2DE0-4208-A53F-CE0E4EDC28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85" name="直線コネクタ 135784">
                      <a:extLst>
                        <a:ext uri="{FF2B5EF4-FFF2-40B4-BE49-F238E27FC236}">
                          <a16:creationId xmlns:a16="http://schemas.microsoft.com/office/drawing/2014/main" id="{21AE8713-34C3-4D07-B619-9FACDF206E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86" name="直線コネクタ 135785">
                      <a:extLst>
                        <a:ext uri="{FF2B5EF4-FFF2-40B4-BE49-F238E27FC236}">
                          <a16:creationId xmlns:a16="http://schemas.microsoft.com/office/drawing/2014/main" id="{69710501-90BB-4730-B65E-6982B3E817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87" name="直線コネクタ 135786">
                      <a:extLst>
                        <a:ext uri="{FF2B5EF4-FFF2-40B4-BE49-F238E27FC236}">
                          <a16:creationId xmlns:a16="http://schemas.microsoft.com/office/drawing/2014/main" id="{2075BAF1-4B6A-4AEE-817F-785DA52766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88" name="直線コネクタ 135787">
                      <a:extLst>
                        <a:ext uri="{FF2B5EF4-FFF2-40B4-BE49-F238E27FC236}">
                          <a16:creationId xmlns:a16="http://schemas.microsoft.com/office/drawing/2014/main" id="{9697E314-6BA8-4A57-A8DF-E21E827BB8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89" name="直線コネクタ 135788">
                      <a:extLst>
                        <a:ext uri="{FF2B5EF4-FFF2-40B4-BE49-F238E27FC236}">
                          <a16:creationId xmlns:a16="http://schemas.microsoft.com/office/drawing/2014/main" id="{B700B618-E1AC-4968-8AAD-936862917F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0" name="直線コネクタ 135789">
                      <a:extLst>
                        <a:ext uri="{FF2B5EF4-FFF2-40B4-BE49-F238E27FC236}">
                          <a16:creationId xmlns:a16="http://schemas.microsoft.com/office/drawing/2014/main" id="{6035D9FC-BF45-4B6C-A576-C7393040CD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1" name="直線コネクタ 135790">
                      <a:extLst>
                        <a:ext uri="{FF2B5EF4-FFF2-40B4-BE49-F238E27FC236}">
                          <a16:creationId xmlns:a16="http://schemas.microsoft.com/office/drawing/2014/main" id="{8A460C8E-2594-4F3A-90BB-5FB1E1C1CD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2" name="直線コネクタ 135791">
                      <a:extLst>
                        <a:ext uri="{FF2B5EF4-FFF2-40B4-BE49-F238E27FC236}">
                          <a16:creationId xmlns:a16="http://schemas.microsoft.com/office/drawing/2014/main" id="{954931E3-9782-4CD7-977E-32FB2EBF0B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3" name="直線コネクタ 135792">
                      <a:extLst>
                        <a:ext uri="{FF2B5EF4-FFF2-40B4-BE49-F238E27FC236}">
                          <a16:creationId xmlns:a16="http://schemas.microsoft.com/office/drawing/2014/main" id="{2B899E50-21E3-47D5-873C-AC4B0CBC52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4" name="直線コネクタ 135793">
                      <a:extLst>
                        <a:ext uri="{FF2B5EF4-FFF2-40B4-BE49-F238E27FC236}">
                          <a16:creationId xmlns:a16="http://schemas.microsoft.com/office/drawing/2014/main" id="{E85CAF98-00C3-461B-AEC2-646CCA6A9C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5" name="直線コネクタ 135794">
                      <a:extLst>
                        <a:ext uri="{FF2B5EF4-FFF2-40B4-BE49-F238E27FC236}">
                          <a16:creationId xmlns:a16="http://schemas.microsoft.com/office/drawing/2014/main" id="{2E66758A-7F56-4369-B597-7EDF6B9B10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6" name="直線コネクタ 135795">
                      <a:extLst>
                        <a:ext uri="{FF2B5EF4-FFF2-40B4-BE49-F238E27FC236}">
                          <a16:creationId xmlns:a16="http://schemas.microsoft.com/office/drawing/2014/main" id="{14624B64-C043-4582-914D-4DA7578918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7" name="直線コネクタ 135796">
                      <a:extLst>
                        <a:ext uri="{FF2B5EF4-FFF2-40B4-BE49-F238E27FC236}">
                          <a16:creationId xmlns:a16="http://schemas.microsoft.com/office/drawing/2014/main" id="{5031B376-52E2-401A-B48E-B89521A974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8" name="直線コネクタ 135797">
                      <a:extLst>
                        <a:ext uri="{FF2B5EF4-FFF2-40B4-BE49-F238E27FC236}">
                          <a16:creationId xmlns:a16="http://schemas.microsoft.com/office/drawing/2014/main" id="{A3AD5F69-AF94-4D35-A817-396E11D143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99" name="直線コネクタ 135798">
                      <a:extLst>
                        <a:ext uri="{FF2B5EF4-FFF2-40B4-BE49-F238E27FC236}">
                          <a16:creationId xmlns:a16="http://schemas.microsoft.com/office/drawing/2014/main" id="{A55787BF-C77D-4A50-BF6A-B6C3A7CB06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0" name="直線コネクタ 135799">
                      <a:extLst>
                        <a:ext uri="{FF2B5EF4-FFF2-40B4-BE49-F238E27FC236}">
                          <a16:creationId xmlns:a16="http://schemas.microsoft.com/office/drawing/2014/main" id="{E1D03744-1567-4AF5-8882-E5E1E45AAB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1" name="直線コネクタ 135800">
                      <a:extLst>
                        <a:ext uri="{FF2B5EF4-FFF2-40B4-BE49-F238E27FC236}">
                          <a16:creationId xmlns:a16="http://schemas.microsoft.com/office/drawing/2014/main" id="{B46C4930-1B62-4F67-AC24-20AE55C550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2" name="直線コネクタ 135801">
                      <a:extLst>
                        <a:ext uri="{FF2B5EF4-FFF2-40B4-BE49-F238E27FC236}">
                          <a16:creationId xmlns:a16="http://schemas.microsoft.com/office/drawing/2014/main" id="{B74405D8-BDF4-4881-AFBA-B7C563DDAA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803" name="直線コネクタ 135802">
                      <a:extLst>
                        <a:ext uri="{FF2B5EF4-FFF2-40B4-BE49-F238E27FC236}">
                          <a16:creationId xmlns:a16="http://schemas.microsoft.com/office/drawing/2014/main" id="{1D522B3D-BFEF-44EE-8014-655162FC33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5583" name="グループ化 135582">
                  <a:extLst>
                    <a:ext uri="{FF2B5EF4-FFF2-40B4-BE49-F238E27FC236}">
                      <a16:creationId xmlns:a16="http://schemas.microsoft.com/office/drawing/2014/main" id="{85793666-141D-4EDC-848D-D751915E2AD2}"/>
                    </a:ext>
                  </a:extLst>
                </p:cNvPr>
                <p:cNvGrpSpPr/>
                <p:nvPr/>
              </p:nvGrpSpPr>
              <p:grpSpPr>
                <a:xfrm rot="10800000">
                  <a:off x="4800194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5731" name="グループ化 135730">
                    <a:extLst>
                      <a:ext uri="{FF2B5EF4-FFF2-40B4-BE49-F238E27FC236}">
                        <a16:creationId xmlns:a16="http://schemas.microsoft.com/office/drawing/2014/main" id="{33C61F69-0AA5-45DB-967F-F5BBF2E3869C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756" name="直線コネクタ 135755">
                      <a:extLst>
                        <a:ext uri="{FF2B5EF4-FFF2-40B4-BE49-F238E27FC236}">
                          <a16:creationId xmlns:a16="http://schemas.microsoft.com/office/drawing/2014/main" id="{849F766C-BF86-413B-8FF1-C2D080343B9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7" name="直線コネクタ 135756">
                      <a:extLst>
                        <a:ext uri="{FF2B5EF4-FFF2-40B4-BE49-F238E27FC236}">
                          <a16:creationId xmlns:a16="http://schemas.microsoft.com/office/drawing/2014/main" id="{A4ECBEA4-A09C-4EC1-B3C7-8BB1BEB8FE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8" name="直線コネクタ 135757">
                      <a:extLst>
                        <a:ext uri="{FF2B5EF4-FFF2-40B4-BE49-F238E27FC236}">
                          <a16:creationId xmlns:a16="http://schemas.microsoft.com/office/drawing/2014/main" id="{A6E0E562-9657-4BE4-A268-E5424F7C80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9" name="直線コネクタ 135758">
                      <a:extLst>
                        <a:ext uri="{FF2B5EF4-FFF2-40B4-BE49-F238E27FC236}">
                          <a16:creationId xmlns:a16="http://schemas.microsoft.com/office/drawing/2014/main" id="{BEDDF8AC-15B7-428D-BE2B-F84F1EF03F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0" name="直線コネクタ 135759">
                      <a:extLst>
                        <a:ext uri="{FF2B5EF4-FFF2-40B4-BE49-F238E27FC236}">
                          <a16:creationId xmlns:a16="http://schemas.microsoft.com/office/drawing/2014/main" id="{861B35E2-9E7A-4C49-9002-FB5CE9EA25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1" name="直線コネクタ 135760">
                      <a:extLst>
                        <a:ext uri="{FF2B5EF4-FFF2-40B4-BE49-F238E27FC236}">
                          <a16:creationId xmlns:a16="http://schemas.microsoft.com/office/drawing/2014/main" id="{DE4DA476-E97F-4694-B45E-69301762A8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2" name="直線コネクタ 135761">
                      <a:extLst>
                        <a:ext uri="{FF2B5EF4-FFF2-40B4-BE49-F238E27FC236}">
                          <a16:creationId xmlns:a16="http://schemas.microsoft.com/office/drawing/2014/main" id="{35E016E3-0844-43B1-9EA0-62065A407A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3" name="直線コネクタ 135762">
                      <a:extLst>
                        <a:ext uri="{FF2B5EF4-FFF2-40B4-BE49-F238E27FC236}">
                          <a16:creationId xmlns:a16="http://schemas.microsoft.com/office/drawing/2014/main" id="{11E5064A-8DDD-4E7C-A10E-A2C8C0852B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4" name="直線コネクタ 135763">
                      <a:extLst>
                        <a:ext uri="{FF2B5EF4-FFF2-40B4-BE49-F238E27FC236}">
                          <a16:creationId xmlns:a16="http://schemas.microsoft.com/office/drawing/2014/main" id="{5D232D75-9B7D-4FCE-A456-5FC442A074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5" name="直線コネクタ 135764">
                      <a:extLst>
                        <a:ext uri="{FF2B5EF4-FFF2-40B4-BE49-F238E27FC236}">
                          <a16:creationId xmlns:a16="http://schemas.microsoft.com/office/drawing/2014/main" id="{201ECD57-4C80-4495-B559-0E1972D2F1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6" name="直線コネクタ 135765">
                      <a:extLst>
                        <a:ext uri="{FF2B5EF4-FFF2-40B4-BE49-F238E27FC236}">
                          <a16:creationId xmlns:a16="http://schemas.microsoft.com/office/drawing/2014/main" id="{5AB3F216-03DB-4E82-B2D9-81125B528E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7" name="直線コネクタ 135766">
                      <a:extLst>
                        <a:ext uri="{FF2B5EF4-FFF2-40B4-BE49-F238E27FC236}">
                          <a16:creationId xmlns:a16="http://schemas.microsoft.com/office/drawing/2014/main" id="{0CFF9BD0-EBD6-4782-9B60-1D4AFAEABC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8" name="直線コネクタ 135767">
                      <a:extLst>
                        <a:ext uri="{FF2B5EF4-FFF2-40B4-BE49-F238E27FC236}">
                          <a16:creationId xmlns:a16="http://schemas.microsoft.com/office/drawing/2014/main" id="{665AE1F2-DAF9-42F6-9C68-B646F9D23A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69" name="直線コネクタ 135768">
                      <a:extLst>
                        <a:ext uri="{FF2B5EF4-FFF2-40B4-BE49-F238E27FC236}">
                          <a16:creationId xmlns:a16="http://schemas.microsoft.com/office/drawing/2014/main" id="{816D147C-C7DD-4F0F-85ED-E6287783EB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0" name="直線コネクタ 135769">
                      <a:extLst>
                        <a:ext uri="{FF2B5EF4-FFF2-40B4-BE49-F238E27FC236}">
                          <a16:creationId xmlns:a16="http://schemas.microsoft.com/office/drawing/2014/main" id="{B417FC67-E0D8-42C0-A8D4-F76F1479DA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1" name="直線コネクタ 135770">
                      <a:extLst>
                        <a:ext uri="{FF2B5EF4-FFF2-40B4-BE49-F238E27FC236}">
                          <a16:creationId xmlns:a16="http://schemas.microsoft.com/office/drawing/2014/main" id="{7D549BBE-3751-4F73-86ED-FE68EE593C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2" name="直線コネクタ 135771">
                      <a:extLst>
                        <a:ext uri="{FF2B5EF4-FFF2-40B4-BE49-F238E27FC236}">
                          <a16:creationId xmlns:a16="http://schemas.microsoft.com/office/drawing/2014/main" id="{69958AA1-E689-4DCD-BD37-E4894BFFFB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3" name="直線コネクタ 135772">
                      <a:extLst>
                        <a:ext uri="{FF2B5EF4-FFF2-40B4-BE49-F238E27FC236}">
                          <a16:creationId xmlns:a16="http://schemas.microsoft.com/office/drawing/2014/main" id="{1F7E4A4F-134E-4620-B8DF-921A045C9C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4" name="直線コネクタ 135773">
                      <a:extLst>
                        <a:ext uri="{FF2B5EF4-FFF2-40B4-BE49-F238E27FC236}">
                          <a16:creationId xmlns:a16="http://schemas.microsoft.com/office/drawing/2014/main" id="{E1B30CF8-4677-43D9-B8D7-F6BA9AC02B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5" name="直線コネクタ 135774">
                      <a:extLst>
                        <a:ext uri="{FF2B5EF4-FFF2-40B4-BE49-F238E27FC236}">
                          <a16:creationId xmlns:a16="http://schemas.microsoft.com/office/drawing/2014/main" id="{A083B687-1F2D-4671-ABB2-18F936C05A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6" name="直線コネクタ 135775">
                      <a:extLst>
                        <a:ext uri="{FF2B5EF4-FFF2-40B4-BE49-F238E27FC236}">
                          <a16:creationId xmlns:a16="http://schemas.microsoft.com/office/drawing/2014/main" id="{E4DF68B9-3511-4F1B-ACC9-6930719025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7" name="直線コネクタ 135776">
                      <a:extLst>
                        <a:ext uri="{FF2B5EF4-FFF2-40B4-BE49-F238E27FC236}">
                          <a16:creationId xmlns:a16="http://schemas.microsoft.com/office/drawing/2014/main" id="{F8029FD5-6AE4-4BA1-A826-56616FAB5D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78" name="直線コネクタ 135777">
                      <a:extLst>
                        <a:ext uri="{FF2B5EF4-FFF2-40B4-BE49-F238E27FC236}">
                          <a16:creationId xmlns:a16="http://schemas.microsoft.com/office/drawing/2014/main" id="{D47F6698-2000-4C5F-AD61-8AA777543A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732" name="グループ化 135731">
                    <a:extLst>
                      <a:ext uri="{FF2B5EF4-FFF2-40B4-BE49-F238E27FC236}">
                        <a16:creationId xmlns:a16="http://schemas.microsoft.com/office/drawing/2014/main" id="{93F50F30-33C4-4FB1-AA05-D2ACF24519FB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733" name="直線コネクタ 135732">
                      <a:extLst>
                        <a:ext uri="{FF2B5EF4-FFF2-40B4-BE49-F238E27FC236}">
                          <a16:creationId xmlns:a16="http://schemas.microsoft.com/office/drawing/2014/main" id="{2534CE20-EC19-41CD-B178-45712AF790F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34" name="直線コネクタ 135733">
                      <a:extLst>
                        <a:ext uri="{FF2B5EF4-FFF2-40B4-BE49-F238E27FC236}">
                          <a16:creationId xmlns:a16="http://schemas.microsoft.com/office/drawing/2014/main" id="{7B113F46-0918-4064-B793-CD89CB6F2B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35" name="直線コネクタ 135734">
                      <a:extLst>
                        <a:ext uri="{FF2B5EF4-FFF2-40B4-BE49-F238E27FC236}">
                          <a16:creationId xmlns:a16="http://schemas.microsoft.com/office/drawing/2014/main" id="{5259718B-4353-449E-BECF-FAB0D04F8D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36" name="直線コネクタ 135735">
                      <a:extLst>
                        <a:ext uri="{FF2B5EF4-FFF2-40B4-BE49-F238E27FC236}">
                          <a16:creationId xmlns:a16="http://schemas.microsoft.com/office/drawing/2014/main" id="{0EF4211C-46D7-4679-810D-DC5CAEF7D2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37" name="直線コネクタ 135736">
                      <a:extLst>
                        <a:ext uri="{FF2B5EF4-FFF2-40B4-BE49-F238E27FC236}">
                          <a16:creationId xmlns:a16="http://schemas.microsoft.com/office/drawing/2014/main" id="{D0FC13C0-F89B-45C7-97FC-5D756717B8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38" name="直線コネクタ 135737">
                      <a:extLst>
                        <a:ext uri="{FF2B5EF4-FFF2-40B4-BE49-F238E27FC236}">
                          <a16:creationId xmlns:a16="http://schemas.microsoft.com/office/drawing/2014/main" id="{74E74F2F-70EC-4007-8C17-5977EA2A6B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39" name="直線コネクタ 135738">
                      <a:extLst>
                        <a:ext uri="{FF2B5EF4-FFF2-40B4-BE49-F238E27FC236}">
                          <a16:creationId xmlns:a16="http://schemas.microsoft.com/office/drawing/2014/main" id="{AF568B42-3863-4B51-B309-8844EA1D92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0" name="直線コネクタ 135739">
                      <a:extLst>
                        <a:ext uri="{FF2B5EF4-FFF2-40B4-BE49-F238E27FC236}">
                          <a16:creationId xmlns:a16="http://schemas.microsoft.com/office/drawing/2014/main" id="{681A6B0A-72DA-4723-BB19-6C7202013E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1" name="直線コネクタ 135740">
                      <a:extLst>
                        <a:ext uri="{FF2B5EF4-FFF2-40B4-BE49-F238E27FC236}">
                          <a16:creationId xmlns:a16="http://schemas.microsoft.com/office/drawing/2014/main" id="{3057EA5A-055C-42ED-85BB-354CB716B30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2" name="直線コネクタ 135741">
                      <a:extLst>
                        <a:ext uri="{FF2B5EF4-FFF2-40B4-BE49-F238E27FC236}">
                          <a16:creationId xmlns:a16="http://schemas.microsoft.com/office/drawing/2014/main" id="{74722EA3-8A16-48DA-9F31-B147CD73A1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3" name="直線コネクタ 135742">
                      <a:extLst>
                        <a:ext uri="{FF2B5EF4-FFF2-40B4-BE49-F238E27FC236}">
                          <a16:creationId xmlns:a16="http://schemas.microsoft.com/office/drawing/2014/main" id="{A930BEBD-5377-42CC-BD31-446AC8CE0F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4" name="直線コネクタ 135743">
                      <a:extLst>
                        <a:ext uri="{FF2B5EF4-FFF2-40B4-BE49-F238E27FC236}">
                          <a16:creationId xmlns:a16="http://schemas.microsoft.com/office/drawing/2014/main" id="{94ECAA72-7D23-4602-AB6A-AC2E390B7A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5" name="直線コネクタ 135744">
                      <a:extLst>
                        <a:ext uri="{FF2B5EF4-FFF2-40B4-BE49-F238E27FC236}">
                          <a16:creationId xmlns:a16="http://schemas.microsoft.com/office/drawing/2014/main" id="{BC7431D3-B9A4-4FF1-82FB-4CD9FF14A1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6" name="直線コネクタ 135745">
                      <a:extLst>
                        <a:ext uri="{FF2B5EF4-FFF2-40B4-BE49-F238E27FC236}">
                          <a16:creationId xmlns:a16="http://schemas.microsoft.com/office/drawing/2014/main" id="{B134217F-FD8D-41D7-A418-E54F754BAB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7" name="直線コネクタ 135746">
                      <a:extLst>
                        <a:ext uri="{FF2B5EF4-FFF2-40B4-BE49-F238E27FC236}">
                          <a16:creationId xmlns:a16="http://schemas.microsoft.com/office/drawing/2014/main" id="{804A0937-07BA-41FF-8AFF-B879CF0881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8" name="直線コネクタ 135747">
                      <a:extLst>
                        <a:ext uri="{FF2B5EF4-FFF2-40B4-BE49-F238E27FC236}">
                          <a16:creationId xmlns:a16="http://schemas.microsoft.com/office/drawing/2014/main" id="{7D457E2D-1989-4DA3-BBAB-DFA1C6D4E8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49" name="直線コネクタ 135748">
                      <a:extLst>
                        <a:ext uri="{FF2B5EF4-FFF2-40B4-BE49-F238E27FC236}">
                          <a16:creationId xmlns:a16="http://schemas.microsoft.com/office/drawing/2014/main" id="{D3C4FADA-815C-4091-BA8F-0BF53214FD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0" name="直線コネクタ 135749">
                      <a:extLst>
                        <a:ext uri="{FF2B5EF4-FFF2-40B4-BE49-F238E27FC236}">
                          <a16:creationId xmlns:a16="http://schemas.microsoft.com/office/drawing/2014/main" id="{6280BFC0-4F44-45AF-BC95-5623D4D9BD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1" name="直線コネクタ 135750">
                      <a:extLst>
                        <a:ext uri="{FF2B5EF4-FFF2-40B4-BE49-F238E27FC236}">
                          <a16:creationId xmlns:a16="http://schemas.microsoft.com/office/drawing/2014/main" id="{8E0B8E9E-1069-4A94-80ED-A8CC207BCA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2" name="直線コネクタ 135751">
                      <a:extLst>
                        <a:ext uri="{FF2B5EF4-FFF2-40B4-BE49-F238E27FC236}">
                          <a16:creationId xmlns:a16="http://schemas.microsoft.com/office/drawing/2014/main" id="{42A61A53-191F-40F1-A3B4-32B26EBA64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3" name="直線コネクタ 135752">
                      <a:extLst>
                        <a:ext uri="{FF2B5EF4-FFF2-40B4-BE49-F238E27FC236}">
                          <a16:creationId xmlns:a16="http://schemas.microsoft.com/office/drawing/2014/main" id="{2BB53615-C182-46E9-BF5F-176E07E6A9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4" name="直線コネクタ 135753">
                      <a:extLst>
                        <a:ext uri="{FF2B5EF4-FFF2-40B4-BE49-F238E27FC236}">
                          <a16:creationId xmlns:a16="http://schemas.microsoft.com/office/drawing/2014/main" id="{62388C3A-081E-4FAF-871B-0E478AA233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55" name="直線コネクタ 135754">
                      <a:extLst>
                        <a:ext uri="{FF2B5EF4-FFF2-40B4-BE49-F238E27FC236}">
                          <a16:creationId xmlns:a16="http://schemas.microsoft.com/office/drawing/2014/main" id="{991A470D-BCBE-40FB-A106-36CFEE145B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5584" name="グループ化 135583">
                  <a:extLst>
                    <a:ext uri="{FF2B5EF4-FFF2-40B4-BE49-F238E27FC236}">
                      <a16:creationId xmlns:a16="http://schemas.microsoft.com/office/drawing/2014/main" id="{DE69D4D8-577F-4C6D-A723-EBF9F47425C5}"/>
                    </a:ext>
                  </a:extLst>
                </p:cNvPr>
                <p:cNvGrpSpPr/>
                <p:nvPr/>
              </p:nvGrpSpPr>
              <p:grpSpPr>
                <a:xfrm rot="8100000">
                  <a:off x="4888970" y="5499546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5683" name="グループ化 135682">
                    <a:extLst>
                      <a:ext uri="{FF2B5EF4-FFF2-40B4-BE49-F238E27FC236}">
                        <a16:creationId xmlns:a16="http://schemas.microsoft.com/office/drawing/2014/main" id="{5E47340D-AABE-4909-AEF8-7975BEBB8DA2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708" name="直線コネクタ 135707">
                      <a:extLst>
                        <a:ext uri="{FF2B5EF4-FFF2-40B4-BE49-F238E27FC236}">
                          <a16:creationId xmlns:a16="http://schemas.microsoft.com/office/drawing/2014/main" id="{75F33B1D-8C99-4626-A6F8-93E248431A4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9" name="直線コネクタ 135708">
                      <a:extLst>
                        <a:ext uri="{FF2B5EF4-FFF2-40B4-BE49-F238E27FC236}">
                          <a16:creationId xmlns:a16="http://schemas.microsoft.com/office/drawing/2014/main" id="{F3901652-DDBD-4919-8410-CD0EB9341B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0" name="直線コネクタ 135709">
                      <a:extLst>
                        <a:ext uri="{FF2B5EF4-FFF2-40B4-BE49-F238E27FC236}">
                          <a16:creationId xmlns:a16="http://schemas.microsoft.com/office/drawing/2014/main" id="{61A699E8-8FF7-42E7-BBF0-CB91710F13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1" name="直線コネクタ 135710">
                      <a:extLst>
                        <a:ext uri="{FF2B5EF4-FFF2-40B4-BE49-F238E27FC236}">
                          <a16:creationId xmlns:a16="http://schemas.microsoft.com/office/drawing/2014/main" id="{9A706024-3178-4C09-A893-70DC0C33C4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2" name="直線コネクタ 135711">
                      <a:extLst>
                        <a:ext uri="{FF2B5EF4-FFF2-40B4-BE49-F238E27FC236}">
                          <a16:creationId xmlns:a16="http://schemas.microsoft.com/office/drawing/2014/main" id="{BCAF5BC3-AB55-4484-8965-D5BFE4668F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3" name="直線コネクタ 135712">
                      <a:extLst>
                        <a:ext uri="{FF2B5EF4-FFF2-40B4-BE49-F238E27FC236}">
                          <a16:creationId xmlns:a16="http://schemas.microsoft.com/office/drawing/2014/main" id="{62AFA33E-A0E8-4F2F-948B-184AD8D054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4" name="直線コネクタ 135713">
                      <a:extLst>
                        <a:ext uri="{FF2B5EF4-FFF2-40B4-BE49-F238E27FC236}">
                          <a16:creationId xmlns:a16="http://schemas.microsoft.com/office/drawing/2014/main" id="{A3E743B7-1582-4FE4-9AA0-1F5F7522E2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5" name="直線コネクタ 135714">
                      <a:extLst>
                        <a:ext uri="{FF2B5EF4-FFF2-40B4-BE49-F238E27FC236}">
                          <a16:creationId xmlns:a16="http://schemas.microsoft.com/office/drawing/2014/main" id="{EBFB5E76-3858-4D42-B6D3-929CB45F40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6" name="直線コネクタ 135715">
                      <a:extLst>
                        <a:ext uri="{FF2B5EF4-FFF2-40B4-BE49-F238E27FC236}">
                          <a16:creationId xmlns:a16="http://schemas.microsoft.com/office/drawing/2014/main" id="{B7471864-1EBE-4C12-8A9E-F5DBAD2197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7" name="直線コネクタ 135716">
                      <a:extLst>
                        <a:ext uri="{FF2B5EF4-FFF2-40B4-BE49-F238E27FC236}">
                          <a16:creationId xmlns:a16="http://schemas.microsoft.com/office/drawing/2014/main" id="{EE76F0A2-A096-4710-A400-C857F8F9CA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8" name="直線コネクタ 135717">
                      <a:extLst>
                        <a:ext uri="{FF2B5EF4-FFF2-40B4-BE49-F238E27FC236}">
                          <a16:creationId xmlns:a16="http://schemas.microsoft.com/office/drawing/2014/main" id="{018A62B8-1827-4866-B7CF-288A86FF9E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19" name="直線コネクタ 135718">
                      <a:extLst>
                        <a:ext uri="{FF2B5EF4-FFF2-40B4-BE49-F238E27FC236}">
                          <a16:creationId xmlns:a16="http://schemas.microsoft.com/office/drawing/2014/main" id="{F8EFD5BC-25EE-499F-A01A-0F2425BC7C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0" name="直線コネクタ 135719">
                      <a:extLst>
                        <a:ext uri="{FF2B5EF4-FFF2-40B4-BE49-F238E27FC236}">
                          <a16:creationId xmlns:a16="http://schemas.microsoft.com/office/drawing/2014/main" id="{057FDFBC-AD5F-49AB-8298-34930F2296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1" name="直線コネクタ 135720">
                      <a:extLst>
                        <a:ext uri="{FF2B5EF4-FFF2-40B4-BE49-F238E27FC236}">
                          <a16:creationId xmlns:a16="http://schemas.microsoft.com/office/drawing/2014/main" id="{39F7C51C-AD98-4965-9EEA-4907728490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2" name="直線コネクタ 135721">
                      <a:extLst>
                        <a:ext uri="{FF2B5EF4-FFF2-40B4-BE49-F238E27FC236}">
                          <a16:creationId xmlns:a16="http://schemas.microsoft.com/office/drawing/2014/main" id="{05107CCE-0251-4092-8E35-9AA5E26B51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3" name="直線コネクタ 135722">
                      <a:extLst>
                        <a:ext uri="{FF2B5EF4-FFF2-40B4-BE49-F238E27FC236}">
                          <a16:creationId xmlns:a16="http://schemas.microsoft.com/office/drawing/2014/main" id="{93F8D33B-72B1-4212-B626-F5CB9D2179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4" name="直線コネクタ 135723">
                      <a:extLst>
                        <a:ext uri="{FF2B5EF4-FFF2-40B4-BE49-F238E27FC236}">
                          <a16:creationId xmlns:a16="http://schemas.microsoft.com/office/drawing/2014/main" id="{8201E7B1-4C9C-4AC3-874F-C907386267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5" name="直線コネクタ 135724">
                      <a:extLst>
                        <a:ext uri="{FF2B5EF4-FFF2-40B4-BE49-F238E27FC236}">
                          <a16:creationId xmlns:a16="http://schemas.microsoft.com/office/drawing/2014/main" id="{B233F843-3AD4-4612-9BF3-9819311B8C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6" name="直線コネクタ 135725">
                      <a:extLst>
                        <a:ext uri="{FF2B5EF4-FFF2-40B4-BE49-F238E27FC236}">
                          <a16:creationId xmlns:a16="http://schemas.microsoft.com/office/drawing/2014/main" id="{C06A4073-2FB3-41E0-BAE0-2522C812B1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7" name="直線コネクタ 135726">
                      <a:extLst>
                        <a:ext uri="{FF2B5EF4-FFF2-40B4-BE49-F238E27FC236}">
                          <a16:creationId xmlns:a16="http://schemas.microsoft.com/office/drawing/2014/main" id="{2B86D6A0-6B95-4A73-B925-1603DFEB90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8" name="直線コネクタ 135727">
                      <a:extLst>
                        <a:ext uri="{FF2B5EF4-FFF2-40B4-BE49-F238E27FC236}">
                          <a16:creationId xmlns:a16="http://schemas.microsoft.com/office/drawing/2014/main" id="{15411423-E8A5-4A0C-9C63-02B33D76E9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29" name="直線コネクタ 135728">
                      <a:extLst>
                        <a:ext uri="{FF2B5EF4-FFF2-40B4-BE49-F238E27FC236}">
                          <a16:creationId xmlns:a16="http://schemas.microsoft.com/office/drawing/2014/main" id="{B6788327-CE43-4460-A4AE-34091A406B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30" name="直線コネクタ 135729">
                      <a:extLst>
                        <a:ext uri="{FF2B5EF4-FFF2-40B4-BE49-F238E27FC236}">
                          <a16:creationId xmlns:a16="http://schemas.microsoft.com/office/drawing/2014/main" id="{4E145A4C-4620-435C-95B2-AD3BA74BC8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684" name="グループ化 135683">
                    <a:extLst>
                      <a:ext uri="{FF2B5EF4-FFF2-40B4-BE49-F238E27FC236}">
                        <a16:creationId xmlns:a16="http://schemas.microsoft.com/office/drawing/2014/main" id="{91C92082-9DB1-4DAE-A058-FD2A627E10F7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685" name="直線コネクタ 135684">
                      <a:extLst>
                        <a:ext uri="{FF2B5EF4-FFF2-40B4-BE49-F238E27FC236}">
                          <a16:creationId xmlns:a16="http://schemas.microsoft.com/office/drawing/2014/main" id="{E5DF518A-F901-4BC6-BA1F-79373723A5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86" name="直線コネクタ 135685">
                      <a:extLst>
                        <a:ext uri="{FF2B5EF4-FFF2-40B4-BE49-F238E27FC236}">
                          <a16:creationId xmlns:a16="http://schemas.microsoft.com/office/drawing/2014/main" id="{E7D748D5-3F7D-4E5B-B5AC-E925F83B74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87" name="直線コネクタ 135686">
                      <a:extLst>
                        <a:ext uri="{FF2B5EF4-FFF2-40B4-BE49-F238E27FC236}">
                          <a16:creationId xmlns:a16="http://schemas.microsoft.com/office/drawing/2014/main" id="{D8B96C19-F20B-48F5-BAB8-C3DAA019F9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88" name="直線コネクタ 135687">
                      <a:extLst>
                        <a:ext uri="{FF2B5EF4-FFF2-40B4-BE49-F238E27FC236}">
                          <a16:creationId xmlns:a16="http://schemas.microsoft.com/office/drawing/2014/main" id="{7D178518-C200-4E0C-917E-56DE1C82B8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89" name="直線コネクタ 135688">
                      <a:extLst>
                        <a:ext uri="{FF2B5EF4-FFF2-40B4-BE49-F238E27FC236}">
                          <a16:creationId xmlns:a16="http://schemas.microsoft.com/office/drawing/2014/main" id="{3DC3CE58-655A-4176-B355-7F8BEDE76E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0" name="直線コネクタ 135689">
                      <a:extLst>
                        <a:ext uri="{FF2B5EF4-FFF2-40B4-BE49-F238E27FC236}">
                          <a16:creationId xmlns:a16="http://schemas.microsoft.com/office/drawing/2014/main" id="{3D6BB466-94F5-42EF-99DD-52064300B6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1" name="直線コネクタ 135690">
                      <a:extLst>
                        <a:ext uri="{FF2B5EF4-FFF2-40B4-BE49-F238E27FC236}">
                          <a16:creationId xmlns:a16="http://schemas.microsoft.com/office/drawing/2014/main" id="{23272240-4CA1-43BC-81F2-1905E53C28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2" name="直線コネクタ 135691">
                      <a:extLst>
                        <a:ext uri="{FF2B5EF4-FFF2-40B4-BE49-F238E27FC236}">
                          <a16:creationId xmlns:a16="http://schemas.microsoft.com/office/drawing/2014/main" id="{CD2065C0-113E-425A-BAED-B2B7F12B16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3" name="直線コネクタ 135692">
                      <a:extLst>
                        <a:ext uri="{FF2B5EF4-FFF2-40B4-BE49-F238E27FC236}">
                          <a16:creationId xmlns:a16="http://schemas.microsoft.com/office/drawing/2014/main" id="{474C2FA7-C71C-4A15-A488-8023465739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4" name="直線コネクタ 135693">
                      <a:extLst>
                        <a:ext uri="{FF2B5EF4-FFF2-40B4-BE49-F238E27FC236}">
                          <a16:creationId xmlns:a16="http://schemas.microsoft.com/office/drawing/2014/main" id="{758F04A4-AE9C-441F-B9A9-C3852585D9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5" name="直線コネクタ 135694">
                      <a:extLst>
                        <a:ext uri="{FF2B5EF4-FFF2-40B4-BE49-F238E27FC236}">
                          <a16:creationId xmlns:a16="http://schemas.microsoft.com/office/drawing/2014/main" id="{344CE388-123A-497E-879E-6E5C3A133F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6" name="直線コネクタ 135695">
                      <a:extLst>
                        <a:ext uri="{FF2B5EF4-FFF2-40B4-BE49-F238E27FC236}">
                          <a16:creationId xmlns:a16="http://schemas.microsoft.com/office/drawing/2014/main" id="{2A5D9A04-73CA-449B-B7C8-E6EE5551A1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7" name="直線コネクタ 135696">
                      <a:extLst>
                        <a:ext uri="{FF2B5EF4-FFF2-40B4-BE49-F238E27FC236}">
                          <a16:creationId xmlns:a16="http://schemas.microsoft.com/office/drawing/2014/main" id="{C8CA2B86-C207-483B-99C5-786C8A46AE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8" name="直線コネクタ 135697">
                      <a:extLst>
                        <a:ext uri="{FF2B5EF4-FFF2-40B4-BE49-F238E27FC236}">
                          <a16:creationId xmlns:a16="http://schemas.microsoft.com/office/drawing/2014/main" id="{66B5A536-3E15-4AA0-9221-A9C4568C89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99" name="直線コネクタ 135698">
                      <a:extLst>
                        <a:ext uri="{FF2B5EF4-FFF2-40B4-BE49-F238E27FC236}">
                          <a16:creationId xmlns:a16="http://schemas.microsoft.com/office/drawing/2014/main" id="{62A1347E-0736-4F89-90E3-D2CDB576DD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0" name="直線コネクタ 135699">
                      <a:extLst>
                        <a:ext uri="{FF2B5EF4-FFF2-40B4-BE49-F238E27FC236}">
                          <a16:creationId xmlns:a16="http://schemas.microsoft.com/office/drawing/2014/main" id="{A5335DFC-040A-4501-AF44-58493ECA95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1" name="直線コネクタ 135700">
                      <a:extLst>
                        <a:ext uri="{FF2B5EF4-FFF2-40B4-BE49-F238E27FC236}">
                          <a16:creationId xmlns:a16="http://schemas.microsoft.com/office/drawing/2014/main" id="{AB6309C6-7EA2-4509-B217-7AD2AB3271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2" name="直線コネクタ 135701">
                      <a:extLst>
                        <a:ext uri="{FF2B5EF4-FFF2-40B4-BE49-F238E27FC236}">
                          <a16:creationId xmlns:a16="http://schemas.microsoft.com/office/drawing/2014/main" id="{3002B2A5-3421-48A7-883B-CC415A059C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3" name="直線コネクタ 135702">
                      <a:extLst>
                        <a:ext uri="{FF2B5EF4-FFF2-40B4-BE49-F238E27FC236}">
                          <a16:creationId xmlns:a16="http://schemas.microsoft.com/office/drawing/2014/main" id="{ADEC8D4C-5F57-4B63-92A2-82080CF1D1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4" name="直線コネクタ 135703">
                      <a:extLst>
                        <a:ext uri="{FF2B5EF4-FFF2-40B4-BE49-F238E27FC236}">
                          <a16:creationId xmlns:a16="http://schemas.microsoft.com/office/drawing/2014/main" id="{BBC83B54-3644-425F-9D21-193907F6AB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5" name="直線コネクタ 135704">
                      <a:extLst>
                        <a:ext uri="{FF2B5EF4-FFF2-40B4-BE49-F238E27FC236}">
                          <a16:creationId xmlns:a16="http://schemas.microsoft.com/office/drawing/2014/main" id="{68D4AADA-DEE6-4511-B03C-08588E5E2C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6" name="直線コネクタ 135705">
                      <a:extLst>
                        <a:ext uri="{FF2B5EF4-FFF2-40B4-BE49-F238E27FC236}">
                          <a16:creationId xmlns:a16="http://schemas.microsoft.com/office/drawing/2014/main" id="{27F55F7B-B09F-4D47-84D8-9402619ECF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707" name="直線コネクタ 135706">
                      <a:extLst>
                        <a:ext uri="{FF2B5EF4-FFF2-40B4-BE49-F238E27FC236}">
                          <a16:creationId xmlns:a16="http://schemas.microsoft.com/office/drawing/2014/main" id="{76AE7460-B082-4E21-BB1A-4468E96114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5585" name="グループ化 135584">
                  <a:extLst>
                    <a:ext uri="{FF2B5EF4-FFF2-40B4-BE49-F238E27FC236}">
                      <a16:creationId xmlns:a16="http://schemas.microsoft.com/office/drawing/2014/main" id="{D43A042E-C5BE-4804-8F45-C561D0CD515B}"/>
                    </a:ext>
                  </a:extLst>
                </p:cNvPr>
                <p:cNvGrpSpPr/>
                <p:nvPr/>
              </p:nvGrpSpPr>
              <p:grpSpPr>
                <a:xfrm rot="16200000">
                  <a:off x="5100013" y="4987693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5635" name="グループ化 135634">
                    <a:extLst>
                      <a:ext uri="{FF2B5EF4-FFF2-40B4-BE49-F238E27FC236}">
                        <a16:creationId xmlns:a16="http://schemas.microsoft.com/office/drawing/2014/main" id="{63789EB5-379E-4935-B355-89F56BB6EA8F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660" name="直線コネクタ 135659">
                      <a:extLst>
                        <a:ext uri="{FF2B5EF4-FFF2-40B4-BE49-F238E27FC236}">
                          <a16:creationId xmlns:a16="http://schemas.microsoft.com/office/drawing/2014/main" id="{A80CBDE0-F255-422B-9B83-98E57C8CE56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1" name="直線コネクタ 135660">
                      <a:extLst>
                        <a:ext uri="{FF2B5EF4-FFF2-40B4-BE49-F238E27FC236}">
                          <a16:creationId xmlns:a16="http://schemas.microsoft.com/office/drawing/2014/main" id="{3587FB92-B46B-4475-9423-E37D248186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2" name="直線コネクタ 135661">
                      <a:extLst>
                        <a:ext uri="{FF2B5EF4-FFF2-40B4-BE49-F238E27FC236}">
                          <a16:creationId xmlns:a16="http://schemas.microsoft.com/office/drawing/2014/main" id="{62F81CED-5459-4519-99FB-91061ED0BD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3" name="直線コネクタ 135662">
                      <a:extLst>
                        <a:ext uri="{FF2B5EF4-FFF2-40B4-BE49-F238E27FC236}">
                          <a16:creationId xmlns:a16="http://schemas.microsoft.com/office/drawing/2014/main" id="{9B5FA890-772B-4FA1-A7AD-8551A5EA6C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4" name="直線コネクタ 135663">
                      <a:extLst>
                        <a:ext uri="{FF2B5EF4-FFF2-40B4-BE49-F238E27FC236}">
                          <a16:creationId xmlns:a16="http://schemas.microsoft.com/office/drawing/2014/main" id="{B41723AA-52F3-4EAD-8502-35BE91DB84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5" name="直線コネクタ 135664">
                      <a:extLst>
                        <a:ext uri="{FF2B5EF4-FFF2-40B4-BE49-F238E27FC236}">
                          <a16:creationId xmlns:a16="http://schemas.microsoft.com/office/drawing/2014/main" id="{4D272580-EB8F-41EF-B507-38F806ED56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6" name="直線コネクタ 135665">
                      <a:extLst>
                        <a:ext uri="{FF2B5EF4-FFF2-40B4-BE49-F238E27FC236}">
                          <a16:creationId xmlns:a16="http://schemas.microsoft.com/office/drawing/2014/main" id="{A55FFF29-A524-41D6-958A-D63025E3AD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7" name="直線コネクタ 135666">
                      <a:extLst>
                        <a:ext uri="{FF2B5EF4-FFF2-40B4-BE49-F238E27FC236}">
                          <a16:creationId xmlns:a16="http://schemas.microsoft.com/office/drawing/2014/main" id="{46BD3734-88DB-4759-AF7D-ABE4C34927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8" name="直線コネクタ 135667">
                      <a:extLst>
                        <a:ext uri="{FF2B5EF4-FFF2-40B4-BE49-F238E27FC236}">
                          <a16:creationId xmlns:a16="http://schemas.microsoft.com/office/drawing/2014/main" id="{9AF366B1-1B4A-4204-9808-16B0F0171A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69" name="直線コネクタ 135668">
                      <a:extLst>
                        <a:ext uri="{FF2B5EF4-FFF2-40B4-BE49-F238E27FC236}">
                          <a16:creationId xmlns:a16="http://schemas.microsoft.com/office/drawing/2014/main" id="{134069D2-CA8E-463E-AE3E-8FDA75837C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0" name="直線コネクタ 135669">
                      <a:extLst>
                        <a:ext uri="{FF2B5EF4-FFF2-40B4-BE49-F238E27FC236}">
                          <a16:creationId xmlns:a16="http://schemas.microsoft.com/office/drawing/2014/main" id="{91CC9963-8980-46D5-B0D6-7F5E7AD44A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1" name="直線コネクタ 135670">
                      <a:extLst>
                        <a:ext uri="{FF2B5EF4-FFF2-40B4-BE49-F238E27FC236}">
                          <a16:creationId xmlns:a16="http://schemas.microsoft.com/office/drawing/2014/main" id="{36DC4FB6-CCC1-43E4-ABC1-219F54FCC8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2" name="直線コネクタ 135671">
                      <a:extLst>
                        <a:ext uri="{FF2B5EF4-FFF2-40B4-BE49-F238E27FC236}">
                          <a16:creationId xmlns:a16="http://schemas.microsoft.com/office/drawing/2014/main" id="{004564C3-4072-46FD-8E02-828BFA9F4D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3" name="直線コネクタ 135672">
                      <a:extLst>
                        <a:ext uri="{FF2B5EF4-FFF2-40B4-BE49-F238E27FC236}">
                          <a16:creationId xmlns:a16="http://schemas.microsoft.com/office/drawing/2014/main" id="{550FAE60-4A70-4E18-8984-694FCFA31C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4" name="直線コネクタ 135673">
                      <a:extLst>
                        <a:ext uri="{FF2B5EF4-FFF2-40B4-BE49-F238E27FC236}">
                          <a16:creationId xmlns:a16="http://schemas.microsoft.com/office/drawing/2014/main" id="{0B10023A-C414-4D1E-A144-F840FCB7DC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5" name="直線コネクタ 135674">
                      <a:extLst>
                        <a:ext uri="{FF2B5EF4-FFF2-40B4-BE49-F238E27FC236}">
                          <a16:creationId xmlns:a16="http://schemas.microsoft.com/office/drawing/2014/main" id="{4AA54D61-3E83-43C0-AD4F-FC5FF91243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6" name="直線コネクタ 135675">
                      <a:extLst>
                        <a:ext uri="{FF2B5EF4-FFF2-40B4-BE49-F238E27FC236}">
                          <a16:creationId xmlns:a16="http://schemas.microsoft.com/office/drawing/2014/main" id="{90D5536E-6921-4328-AC66-CEA0428052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7" name="直線コネクタ 135676">
                      <a:extLst>
                        <a:ext uri="{FF2B5EF4-FFF2-40B4-BE49-F238E27FC236}">
                          <a16:creationId xmlns:a16="http://schemas.microsoft.com/office/drawing/2014/main" id="{26101650-4378-4278-A23B-FA32272D19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8" name="直線コネクタ 135677">
                      <a:extLst>
                        <a:ext uri="{FF2B5EF4-FFF2-40B4-BE49-F238E27FC236}">
                          <a16:creationId xmlns:a16="http://schemas.microsoft.com/office/drawing/2014/main" id="{B63071FD-0ABA-444F-B9ED-43EDD76620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79" name="直線コネクタ 135678">
                      <a:extLst>
                        <a:ext uri="{FF2B5EF4-FFF2-40B4-BE49-F238E27FC236}">
                          <a16:creationId xmlns:a16="http://schemas.microsoft.com/office/drawing/2014/main" id="{E33CE69D-3A31-47E1-8338-4EF7F5B572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80" name="直線コネクタ 135679">
                      <a:extLst>
                        <a:ext uri="{FF2B5EF4-FFF2-40B4-BE49-F238E27FC236}">
                          <a16:creationId xmlns:a16="http://schemas.microsoft.com/office/drawing/2014/main" id="{AB2E3AB6-42E2-4A4F-A9A8-D749705734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81" name="直線コネクタ 135680">
                      <a:extLst>
                        <a:ext uri="{FF2B5EF4-FFF2-40B4-BE49-F238E27FC236}">
                          <a16:creationId xmlns:a16="http://schemas.microsoft.com/office/drawing/2014/main" id="{21A89BC2-4B38-4E9F-B3FD-4535CD9B86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82" name="直線コネクタ 135681">
                      <a:extLst>
                        <a:ext uri="{FF2B5EF4-FFF2-40B4-BE49-F238E27FC236}">
                          <a16:creationId xmlns:a16="http://schemas.microsoft.com/office/drawing/2014/main" id="{DEDD08C0-DAC1-44BA-92C6-0B2AD14C04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636" name="グループ化 135635">
                    <a:extLst>
                      <a:ext uri="{FF2B5EF4-FFF2-40B4-BE49-F238E27FC236}">
                        <a16:creationId xmlns:a16="http://schemas.microsoft.com/office/drawing/2014/main" id="{93B45470-2A9A-439B-86FA-3B347C8C118C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637" name="直線コネクタ 135636">
                      <a:extLst>
                        <a:ext uri="{FF2B5EF4-FFF2-40B4-BE49-F238E27FC236}">
                          <a16:creationId xmlns:a16="http://schemas.microsoft.com/office/drawing/2014/main" id="{EF2F7818-C33E-4418-BA63-0BF49CCC08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38" name="直線コネクタ 135637">
                      <a:extLst>
                        <a:ext uri="{FF2B5EF4-FFF2-40B4-BE49-F238E27FC236}">
                          <a16:creationId xmlns:a16="http://schemas.microsoft.com/office/drawing/2014/main" id="{555856EB-C7AD-4116-ABD5-FEA2EB8BAE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39" name="直線コネクタ 135638">
                      <a:extLst>
                        <a:ext uri="{FF2B5EF4-FFF2-40B4-BE49-F238E27FC236}">
                          <a16:creationId xmlns:a16="http://schemas.microsoft.com/office/drawing/2014/main" id="{C20D444E-3747-4A0E-A258-E5EDF2DE7B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0" name="直線コネクタ 135639">
                      <a:extLst>
                        <a:ext uri="{FF2B5EF4-FFF2-40B4-BE49-F238E27FC236}">
                          <a16:creationId xmlns:a16="http://schemas.microsoft.com/office/drawing/2014/main" id="{66984A16-649B-4C53-B824-BF566D129B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1" name="直線コネクタ 135640">
                      <a:extLst>
                        <a:ext uri="{FF2B5EF4-FFF2-40B4-BE49-F238E27FC236}">
                          <a16:creationId xmlns:a16="http://schemas.microsoft.com/office/drawing/2014/main" id="{767DB8E8-4E25-48F9-855B-E5B6EB1848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2" name="直線コネクタ 135641">
                      <a:extLst>
                        <a:ext uri="{FF2B5EF4-FFF2-40B4-BE49-F238E27FC236}">
                          <a16:creationId xmlns:a16="http://schemas.microsoft.com/office/drawing/2014/main" id="{1C582168-79BD-42AD-8B3C-437D5F60A5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3" name="直線コネクタ 135642">
                      <a:extLst>
                        <a:ext uri="{FF2B5EF4-FFF2-40B4-BE49-F238E27FC236}">
                          <a16:creationId xmlns:a16="http://schemas.microsoft.com/office/drawing/2014/main" id="{559D7CDA-81B5-4650-83E5-96B5C3BCE1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4" name="直線コネクタ 135643">
                      <a:extLst>
                        <a:ext uri="{FF2B5EF4-FFF2-40B4-BE49-F238E27FC236}">
                          <a16:creationId xmlns:a16="http://schemas.microsoft.com/office/drawing/2014/main" id="{56EC48A0-FFCA-4BE8-A412-A6515CBB1F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5" name="直線コネクタ 135644">
                      <a:extLst>
                        <a:ext uri="{FF2B5EF4-FFF2-40B4-BE49-F238E27FC236}">
                          <a16:creationId xmlns:a16="http://schemas.microsoft.com/office/drawing/2014/main" id="{15C0D1CB-14F1-4C56-837F-4B6162BA02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6" name="直線コネクタ 135645">
                      <a:extLst>
                        <a:ext uri="{FF2B5EF4-FFF2-40B4-BE49-F238E27FC236}">
                          <a16:creationId xmlns:a16="http://schemas.microsoft.com/office/drawing/2014/main" id="{2D2C2A90-B52C-471A-8937-5291146A8B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7" name="直線コネクタ 135646">
                      <a:extLst>
                        <a:ext uri="{FF2B5EF4-FFF2-40B4-BE49-F238E27FC236}">
                          <a16:creationId xmlns:a16="http://schemas.microsoft.com/office/drawing/2014/main" id="{CD07D122-86CA-4309-A90E-32F8321263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8" name="直線コネクタ 135647">
                      <a:extLst>
                        <a:ext uri="{FF2B5EF4-FFF2-40B4-BE49-F238E27FC236}">
                          <a16:creationId xmlns:a16="http://schemas.microsoft.com/office/drawing/2014/main" id="{9AAC05D3-1777-40CF-AC08-E55E32E54A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49" name="直線コネクタ 135648">
                      <a:extLst>
                        <a:ext uri="{FF2B5EF4-FFF2-40B4-BE49-F238E27FC236}">
                          <a16:creationId xmlns:a16="http://schemas.microsoft.com/office/drawing/2014/main" id="{BFCEC598-1F01-4233-BCBE-B3541A4067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0" name="直線コネクタ 135649">
                      <a:extLst>
                        <a:ext uri="{FF2B5EF4-FFF2-40B4-BE49-F238E27FC236}">
                          <a16:creationId xmlns:a16="http://schemas.microsoft.com/office/drawing/2014/main" id="{BA21E9F7-C4F0-4763-97A6-F0CA70C65B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1" name="直線コネクタ 135650">
                      <a:extLst>
                        <a:ext uri="{FF2B5EF4-FFF2-40B4-BE49-F238E27FC236}">
                          <a16:creationId xmlns:a16="http://schemas.microsoft.com/office/drawing/2014/main" id="{9EB5DA02-3E27-4C6C-91FF-5848B7C186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2" name="直線コネクタ 135651">
                      <a:extLst>
                        <a:ext uri="{FF2B5EF4-FFF2-40B4-BE49-F238E27FC236}">
                          <a16:creationId xmlns:a16="http://schemas.microsoft.com/office/drawing/2014/main" id="{B47CAF16-AF9B-4859-93EE-92074058D0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3" name="直線コネクタ 135652">
                      <a:extLst>
                        <a:ext uri="{FF2B5EF4-FFF2-40B4-BE49-F238E27FC236}">
                          <a16:creationId xmlns:a16="http://schemas.microsoft.com/office/drawing/2014/main" id="{E0CDA822-9782-4D26-903E-A25CA35C0A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4" name="直線コネクタ 135653">
                      <a:extLst>
                        <a:ext uri="{FF2B5EF4-FFF2-40B4-BE49-F238E27FC236}">
                          <a16:creationId xmlns:a16="http://schemas.microsoft.com/office/drawing/2014/main" id="{C84A56A1-6029-42CD-B68E-5662DB65A8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5" name="直線コネクタ 135654">
                      <a:extLst>
                        <a:ext uri="{FF2B5EF4-FFF2-40B4-BE49-F238E27FC236}">
                          <a16:creationId xmlns:a16="http://schemas.microsoft.com/office/drawing/2014/main" id="{42CB51EE-A11A-47C6-B969-7EC74946C9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6" name="直線コネクタ 135655">
                      <a:extLst>
                        <a:ext uri="{FF2B5EF4-FFF2-40B4-BE49-F238E27FC236}">
                          <a16:creationId xmlns:a16="http://schemas.microsoft.com/office/drawing/2014/main" id="{B66B381D-64A2-4A8C-A5E9-81474A4A44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7" name="直線コネクタ 135656">
                      <a:extLst>
                        <a:ext uri="{FF2B5EF4-FFF2-40B4-BE49-F238E27FC236}">
                          <a16:creationId xmlns:a16="http://schemas.microsoft.com/office/drawing/2014/main" id="{5931B8EB-FC6A-46F8-8C4D-8FBA4734F6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8" name="直線コネクタ 135657">
                      <a:extLst>
                        <a:ext uri="{FF2B5EF4-FFF2-40B4-BE49-F238E27FC236}">
                          <a16:creationId xmlns:a16="http://schemas.microsoft.com/office/drawing/2014/main" id="{8B6F1E5E-A20A-40E4-810F-4BBAC115C9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59" name="直線コネクタ 135658">
                      <a:extLst>
                        <a:ext uri="{FF2B5EF4-FFF2-40B4-BE49-F238E27FC236}">
                          <a16:creationId xmlns:a16="http://schemas.microsoft.com/office/drawing/2014/main" id="{373DBCD9-8622-45B9-9873-D631E83383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5586" name="グループ化 135585">
                  <a:extLst>
                    <a:ext uri="{FF2B5EF4-FFF2-40B4-BE49-F238E27FC236}">
                      <a16:creationId xmlns:a16="http://schemas.microsoft.com/office/drawing/2014/main" id="{6AC841A6-6546-4757-AB93-649738FB9FB8}"/>
                    </a:ext>
                  </a:extLst>
                </p:cNvPr>
                <p:cNvGrpSpPr/>
                <p:nvPr/>
              </p:nvGrpSpPr>
              <p:grpSpPr>
                <a:xfrm rot="13500000">
                  <a:off x="4887979" y="5076469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5587" name="グループ化 135586">
                    <a:extLst>
                      <a:ext uri="{FF2B5EF4-FFF2-40B4-BE49-F238E27FC236}">
                        <a16:creationId xmlns:a16="http://schemas.microsoft.com/office/drawing/2014/main" id="{9E61DC07-3D07-4CA8-8D5C-8496F2823A94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612" name="直線コネクタ 135611">
                      <a:extLst>
                        <a:ext uri="{FF2B5EF4-FFF2-40B4-BE49-F238E27FC236}">
                          <a16:creationId xmlns:a16="http://schemas.microsoft.com/office/drawing/2014/main" id="{590A5ABD-75BE-455B-B35B-46ECBE4A591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3" name="直線コネクタ 135612">
                      <a:extLst>
                        <a:ext uri="{FF2B5EF4-FFF2-40B4-BE49-F238E27FC236}">
                          <a16:creationId xmlns:a16="http://schemas.microsoft.com/office/drawing/2014/main" id="{52D7D566-E310-4CDD-8046-15436E11A3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4" name="直線コネクタ 135613">
                      <a:extLst>
                        <a:ext uri="{FF2B5EF4-FFF2-40B4-BE49-F238E27FC236}">
                          <a16:creationId xmlns:a16="http://schemas.microsoft.com/office/drawing/2014/main" id="{E655ACF0-B515-4F0C-80D1-B0E32E9D17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5" name="直線コネクタ 135614">
                      <a:extLst>
                        <a:ext uri="{FF2B5EF4-FFF2-40B4-BE49-F238E27FC236}">
                          <a16:creationId xmlns:a16="http://schemas.microsoft.com/office/drawing/2014/main" id="{66419FD8-EB61-45B3-A99A-B1B2A871F1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6" name="直線コネクタ 135615">
                      <a:extLst>
                        <a:ext uri="{FF2B5EF4-FFF2-40B4-BE49-F238E27FC236}">
                          <a16:creationId xmlns:a16="http://schemas.microsoft.com/office/drawing/2014/main" id="{57AEB8ED-BC70-4D3B-AFD1-F6A4EAAB53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7" name="直線コネクタ 135616">
                      <a:extLst>
                        <a:ext uri="{FF2B5EF4-FFF2-40B4-BE49-F238E27FC236}">
                          <a16:creationId xmlns:a16="http://schemas.microsoft.com/office/drawing/2014/main" id="{6E73DC46-F91F-4763-8643-C5323F00EC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8" name="直線コネクタ 135617">
                      <a:extLst>
                        <a:ext uri="{FF2B5EF4-FFF2-40B4-BE49-F238E27FC236}">
                          <a16:creationId xmlns:a16="http://schemas.microsoft.com/office/drawing/2014/main" id="{6F478604-7832-4E6E-A866-F4EB58E988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9" name="直線コネクタ 135618">
                      <a:extLst>
                        <a:ext uri="{FF2B5EF4-FFF2-40B4-BE49-F238E27FC236}">
                          <a16:creationId xmlns:a16="http://schemas.microsoft.com/office/drawing/2014/main" id="{02DF4D61-CB28-4809-B9E3-DC9804EE4F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0" name="直線コネクタ 135619">
                      <a:extLst>
                        <a:ext uri="{FF2B5EF4-FFF2-40B4-BE49-F238E27FC236}">
                          <a16:creationId xmlns:a16="http://schemas.microsoft.com/office/drawing/2014/main" id="{51BC0BBA-1237-482E-BB7D-151D5D25FD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1" name="直線コネクタ 135620">
                      <a:extLst>
                        <a:ext uri="{FF2B5EF4-FFF2-40B4-BE49-F238E27FC236}">
                          <a16:creationId xmlns:a16="http://schemas.microsoft.com/office/drawing/2014/main" id="{FDD26A1C-FEFA-4929-B459-FC52B09344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2" name="直線コネクタ 135621">
                      <a:extLst>
                        <a:ext uri="{FF2B5EF4-FFF2-40B4-BE49-F238E27FC236}">
                          <a16:creationId xmlns:a16="http://schemas.microsoft.com/office/drawing/2014/main" id="{16A68462-C5AA-413F-96D1-D31909525F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3" name="直線コネクタ 135622">
                      <a:extLst>
                        <a:ext uri="{FF2B5EF4-FFF2-40B4-BE49-F238E27FC236}">
                          <a16:creationId xmlns:a16="http://schemas.microsoft.com/office/drawing/2014/main" id="{EF8DBA3D-31A6-48DD-A039-4C29BA4256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4" name="直線コネクタ 135623">
                      <a:extLst>
                        <a:ext uri="{FF2B5EF4-FFF2-40B4-BE49-F238E27FC236}">
                          <a16:creationId xmlns:a16="http://schemas.microsoft.com/office/drawing/2014/main" id="{FF0D0B2E-65A9-4136-BF58-54DE376425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5" name="直線コネクタ 135624">
                      <a:extLst>
                        <a:ext uri="{FF2B5EF4-FFF2-40B4-BE49-F238E27FC236}">
                          <a16:creationId xmlns:a16="http://schemas.microsoft.com/office/drawing/2014/main" id="{CF3D15A2-ACA9-4136-B4DE-86959D43D6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6" name="直線コネクタ 135625">
                      <a:extLst>
                        <a:ext uri="{FF2B5EF4-FFF2-40B4-BE49-F238E27FC236}">
                          <a16:creationId xmlns:a16="http://schemas.microsoft.com/office/drawing/2014/main" id="{13C86D69-6F30-4B46-B269-F87792417A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7" name="直線コネクタ 135626">
                      <a:extLst>
                        <a:ext uri="{FF2B5EF4-FFF2-40B4-BE49-F238E27FC236}">
                          <a16:creationId xmlns:a16="http://schemas.microsoft.com/office/drawing/2014/main" id="{9205CCAE-4EF7-498B-9410-24B40735FF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8" name="直線コネクタ 135627">
                      <a:extLst>
                        <a:ext uri="{FF2B5EF4-FFF2-40B4-BE49-F238E27FC236}">
                          <a16:creationId xmlns:a16="http://schemas.microsoft.com/office/drawing/2014/main" id="{C445C703-E711-43B2-89E8-BF757A605B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29" name="直線コネクタ 135628">
                      <a:extLst>
                        <a:ext uri="{FF2B5EF4-FFF2-40B4-BE49-F238E27FC236}">
                          <a16:creationId xmlns:a16="http://schemas.microsoft.com/office/drawing/2014/main" id="{24FF9895-BC40-4E91-9E60-DEB2A9A660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30" name="直線コネクタ 135629">
                      <a:extLst>
                        <a:ext uri="{FF2B5EF4-FFF2-40B4-BE49-F238E27FC236}">
                          <a16:creationId xmlns:a16="http://schemas.microsoft.com/office/drawing/2014/main" id="{46DE0DFC-1878-4477-8DD7-B684ABC4E3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31" name="直線コネクタ 135630">
                      <a:extLst>
                        <a:ext uri="{FF2B5EF4-FFF2-40B4-BE49-F238E27FC236}">
                          <a16:creationId xmlns:a16="http://schemas.microsoft.com/office/drawing/2014/main" id="{E2FE9490-3C6B-4D3E-9ADC-6EDFB94360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32" name="直線コネクタ 135631">
                      <a:extLst>
                        <a:ext uri="{FF2B5EF4-FFF2-40B4-BE49-F238E27FC236}">
                          <a16:creationId xmlns:a16="http://schemas.microsoft.com/office/drawing/2014/main" id="{27D97B60-517F-4B2A-B719-6A723A93B1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33" name="直線コネクタ 135632">
                      <a:extLst>
                        <a:ext uri="{FF2B5EF4-FFF2-40B4-BE49-F238E27FC236}">
                          <a16:creationId xmlns:a16="http://schemas.microsoft.com/office/drawing/2014/main" id="{53FCE075-B465-4ED2-823A-1C10F0AF7C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34" name="直線コネクタ 135633">
                      <a:extLst>
                        <a:ext uri="{FF2B5EF4-FFF2-40B4-BE49-F238E27FC236}">
                          <a16:creationId xmlns:a16="http://schemas.microsoft.com/office/drawing/2014/main" id="{32385212-C29A-4472-B98A-83AE050B35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88" name="グループ化 135587">
                    <a:extLst>
                      <a:ext uri="{FF2B5EF4-FFF2-40B4-BE49-F238E27FC236}">
                        <a16:creationId xmlns:a16="http://schemas.microsoft.com/office/drawing/2014/main" id="{B0797A5F-7084-4D0B-9D0C-FF28D80A83AF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5589" name="直線コネクタ 135588">
                      <a:extLst>
                        <a:ext uri="{FF2B5EF4-FFF2-40B4-BE49-F238E27FC236}">
                          <a16:creationId xmlns:a16="http://schemas.microsoft.com/office/drawing/2014/main" id="{56533931-FC0C-4CB8-AE7B-F3247736B69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0" name="直線コネクタ 135589">
                      <a:extLst>
                        <a:ext uri="{FF2B5EF4-FFF2-40B4-BE49-F238E27FC236}">
                          <a16:creationId xmlns:a16="http://schemas.microsoft.com/office/drawing/2014/main" id="{EBCFA71A-39C6-46BF-AA0B-92ABE6957D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1" name="直線コネクタ 135590">
                      <a:extLst>
                        <a:ext uri="{FF2B5EF4-FFF2-40B4-BE49-F238E27FC236}">
                          <a16:creationId xmlns:a16="http://schemas.microsoft.com/office/drawing/2014/main" id="{1823A863-DB98-407C-BA7A-B31355BB73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2" name="直線コネクタ 135591">
                      <a:extLst>
                        <a:ext uri="{FF2B5EF4-FFF2-40B4-BE49-F238E27FC236}">
                          <a16:creationId xmlns:a16="http://schemas.microsoft.com/office/drawing/2014/main" id="{AA3EEF30-B5BB-4624-8FAD-B363AC12D2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3" name="直線コネクタ 135592">
                      <a:extLst>
                        <a:ext uri="{FF2B5EF4-FFF2-40B4-BE49-F238E27FC236}">
                          <a16:creationId xmlns:a16="http://schemas.microsoft.com/office/drawing/2014/main" id="{FB85662A-3506-489E-A3EE-7F63692E7E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4" name="直線コネクタ 135593">
                      <a:extLst>
                        <a:ext uri="{FF2B5EF4-FFF2-40B4-BE49-F238E27FC236}">
                          <a16:creationId xmlns:a16="http://schemas.microsoft.com/office/drawing/2014/main" id="{FBB4B79B-C3FB-4F4D-BB38-F3FACBA1DD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5" name="直線コネクタ 135594">
                      <a:extLst>
                        <a:ext uri="{FF2B5EF4-FFF2-40B4-BE49-F238E27FC236}">
                          <a16:creationId xmlns:a16="http://schemas.microsoft.com/office/drawing/2014/main" id="{D7528562-C2E3-4CEC-86AD-32E4B824B8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6" name="直線コネクタ 135595">
                      <a:extLst>
                        <a:ext uri="{FF2B5EF4-FFF2-40B4-BE49-F238E27FC236}">
                          <a16:creationId xmlns:a16="http://schemas.microsoft.com/office/drawing/2014/main" id="{62F4BAA3-EABC-442D-9085-82E23131CB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7" name="直線コネクタ 135596">
                      <a:extLst>
                        <a:ext uri="{FF2B5EF4-FFF2-40B4-BE49-F238E27FC236}">
                          <a16:creationId xmlns:a16="http://schemas.microsoft.com/office/drawing/2014/main" id="{20FBE78E-ECD2-4F91-A1B9-F1EADAC004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8" name="直線コネクタ 135597">
                      <a:extLst>
                        <a:ext uri="{FF2B5EF4-FFF2-40B4-BE49-F238E27FC236}">
                          <a16:creationId xmlns:a16="http://schemas.microsoft.com/office/drawing/2014/main" id="{539C9A64-C171-4818-8231-B6CC1B99CC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99" name="直線コネクタ 135598">
                      <a:extLst>
                        <a:ext uri="{FF2B5EF4-FFF2-40B4-BE49-F238E27FC236}">
                          <a16:creationId xmlns:a16="http://schemas.microsoft.com/office/drawing/2014/main" id="{9005019E-49B2-4134-98FB-A432689A47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0" name="直線コネクタ 135599">
                      <a:extLst>
                        <a:ext uri="{FF2B5EF4-FFF2-40B4-BE49-F238E27FC236}">
                          <a16:creationId xmlns:a16="http://schemas.microsoft.com/office/drawing/2014/main" id="{111578E7-2DDD-4748-B345-902BA5CEBB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1" name="直線コネクタ 135600">
                      <a:extLst>
                        <a:ext uri="{FF2B5EF4-FFF2-40B4-BE49-F238E27FC236}">
                          <a16:creationId xmlns:a16="http://schemas.microsoft.com/office/drawing/2014/main" id="{9A2A3378-B590-48E4-AA34-394DEEFBC6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2" name="直線コネクタ 135601">
                      <a:extLst>
                        <a:ext uri="{FF2B5EF4-FFF2-40B4-BE49-F238E27FC236}">
                          <a16:creationId xmlns:a16="http://schemas.microsoft.com/office/drawing/2014/main" id="{DAFFE7A7-E21E-48D9-89B3-0B8D3E0820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3" name="直線コネクタ 135602">
                      <a:extLst>
                        <a:ext uri="{FF2B5EF4-FFF2-40B4-BE49-F238E27FC236}">
                          <a16:creationId xmlns:a16="http://schemas.microsoft.com/office/drawing/2014/main" id="{EFC5C9DF-AE61-449D-9F09-15A32B30CF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4" name="直線コネクタ 135603">
                      <a:extLst>
                        <a:ext uri="{FF2B5EF4-FFF2-40B4-BE49-F238E27FC236}">
                          <a16:creationId xmlns:a16="http://schemas.microsoft.com/office/drawing/2014/main" id="{380E93C2-8BCF-4B6E-83A2-6DF172DBBD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5" name="直線コネクタ 135604">
                      <a:extLst>
                        <a:ext uri="{FF2B5EF4-FFF2-40B4-BE49-F238E27FC236}">
                          <a16:creationId xmlns:a16="http://schemas.microsoft.com/office/drawing/2014/main" id="{015FDA3F-E3BD-4BE7-9F6F-0F0BB4E776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6" name="直線コネクタ 135605">
                      <a:extLst>
                        <a:ext uri="{FF2B5EF4-FFF2-40B4-BE49-F238E27FC236}">
                          <a16:creationId xmlns:a16="http://schemas.microsoft.com/office/drawing/2014/main" id="{17B18EA7-8066-4418-8FA0-D947C719E2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7" name="直線コネクタ 135606">
                      <a:extLst>
                        <a:ext uri="{FF2B5EF4-FFF2-40B4-BE49-F238E27FC236}">
                          <a16:creationId xmlns:a16="http://schemas.microsoft.com/office/drawing/2014/main" id="{7DCD5319-FDAC-42D8-B148-1571601BB6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8" name="直線コネクタ 135607">
                      <a:extLst>
                        <a:ext uri="{FF2B5EF4-FFF2-40B4-BE49-F238E27FC236}">
                          <a16:creationId xmlns:a16="http://schemas.microsoft.com/office/drawing/2014/main" id="{33C2E68B-3AA8-4C5B-B2B9-14145EBB4A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09" name="直線コネクタ 135608">
                      <a:extLst>
                        <a:ext uri="{FF2B5EF4-FFF2-40B4-BE49-F238E27FC236}">
                          <a16:creationId xmlns:a16="http://schemas.microsoft.com/office/drawing/2014/main" id="{4D2E84C5-D15C-41BC-ABD1-EA358D3A7A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0" name="直線コネクタ 135609">
                      <a:extLst>
                        <a:ext uri="{FF2B5EF4-FFF2-40B4-BE49-F238E27FC236}">
                          <a16:creationId xmlns:a16="http://schemas.microsoft.com/office/drawing/2014/main" id="{EC5A2577-DEAE-4646-9BC2-0A78499202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611" name="直線コネクタ 135610">
                      <a:extLst>
                        <a:ext uri="{FF2B5EF4-FFF2-40B4-BE49-F238E27FC236}">
                          <a16:creationId xmlns:a16="http://schemas.microsoft.com/office/drawing/2014/main" id="{40B38D14-E924-40D4-9C2D-CE5736C33C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04908" name="グループ化 104907">
              <a:extLst>
                <a:ext uri="{FF2B5EF4-FFF2-40B4-BE49-F238E27FC236}">
                  <a16:creationId xmlns:a16="http://schemas.microsoft.com/office/drawing/2014/main" id="{7217AAEF-F3C1-459C-A0AF-9668D0C16E48}"/>
                </a:ext>
              </a:extLst>
            </p:cNvPr>
            <p:cNvGrpSpPr/>
            <p:nvPr/>
          </p:nvGrpSpPr>
          <p:grpSpPr>
            <a:xfrm>
              <a:off x="7160400" y="7160400"/>
              <a:ext cx="3678384" cy="3678384"/>
              <a:chOff x="3560689" y="3560689"/>
              <a:chExt cx="3678384" cy="3678384"/>
            </a:xfrm>
          </p:grpSpPr>
          <p:grpSp>
            <p:nvGrpSpPr>
              <p:cNvPr id="133148" name="グループ化 133147">
                <a:extLst>
                  <a:ext uri="{FF2B5EF4-FFF2-40B4-BE49-F238E27FC236}">
                    <a16:creationId xmlns:a16="http://schemas.microsoft.com/office/drawing/2014/main" id="{CE2D937E-964D-4BD4-B69B-A48869FA9FDE}"/>
                  </a:ext>
                </a:extLst>
              </p:cNvPr>
              <p:cNvGrpSpPr/>
              <p:nvPr/>
            </p:nvGrpSpPr>
            <p:grpSpPr>
              <a:xfrm>
                <a:off x="3560689" y="3560689"/>
                <a:ext cx="3678384" cy="3678384"/>
                <a:chOff x="3560689" y="3560689"/>
                <a:chExt cx="3678384" cy="3678384"/>
              </a:xfrm>
            </p:grpSpPr>
            <p:grpSp>
              <p:nvGrpSpPr>
                <p:cNvPr id="133559" name="グループ化 133558">
                  <a:extLst>
                    <a:ext uri="{FF2B5EF4-FFF2-40B4-BE49-F238E27FC236}">
                      <a16:creationId xmlns:a16="http://schemas.microsoft.com/office/drawing/2014/main" id="{02682A36-241C-4226-9B09-CB47C3BC7250}"/>
                    </a:ext>
                  </a:extLst>
                </p:cNvPr>
                <p:cNvGrpSpPr/>
                <p:nvPr/>
              </p:nvGrpSpPr>
              <p:grpSpPr>
                <a:xfrm>
                  <a:off x="3600000" y="3600000"/>
                  <a:ext cx="3600000" cy="3600000"/>
                  <a:chOff x="-119" y="-119"/>
                  <a:chExt cx="3600000" cy="3600000"/>
                </a:xfrm>
              </p:grpSpPr>
              <p:sp>
                <p:nvSpPr>
                  <p:cNvPr id="135518" name="楕円 135517">
                    <a:extLst>
                      <a:ext uri="{FF2B5EF4-FFF2-40B4-BE49-F238E27FC236}">
                        <a16:creationId xmlns:a16="http://schemas.microsoft.com/office/drawing/2014/main" id="{A3D3D16B-D488-4691-B653-01F493B8B89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99762" y="1199762"/>
                    <a:ext cx="1200000" cy="12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35519" name="直線コネクタ 135518">
                    <a:extLst>
                      <a:ext uri="{FF2B5EF4-FFF2-40B4-BE49-F238E27FC236}">
                        <a16:creationId xmlns:a16="http://schemas.microsoft.com/office/drawing/2014/main" id="{C092BBA2-AACF-43FB-954B-DEC51B629566}"/>
                      </a:ext>
                    </a:extLst>
                  </p:cNvPr>
                  <p:cNvCxnSpPr>
                    <a:cxnSpLocks/>
                    <a:stCxn id="135518" idx="7"/>
                    <a:endCxn id="135518" idx="3"/>
                  </p:cNvCxnSpPr>
                  <p:nvPr/>
                </p:nvCxnSpPr>
                <p:spPr>
                  <a:xfrm flipH="1"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520" name="直線コネクタ 135519">
                    <a:extLst>
                      <a:ext uri="{FF2B5EF4-FFF2-40B4-BE49-F238E27FC236}">
                        <a16:creationId xmlns:a16="http://schemas.microsoft.com/office/drawing/2014/main" id="{66EB29C6-C02D-4CE7-9FED-AAB80BB5815C}"/>
                      </a:ext>
                    </a:extLst>
                  </p:cNvPr>
                  <p:cNvCxnSpPr>
                    <a:cxnSpLocks/>
                    <a:stCxn id="135518" idx="1"/>
                    <a:endCxn id="135518" idx="5"/>
                  </p:cNvCxnSpPr>
                  <p:nvPr/>
                </p:nvCxnSpPr>
                <p:spPr>
                  <a:xfrm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5521" name="楕円 135520">
                    <a:extLst>
                      <a:ext uri="{FF2B5EF4-FFF2-40B4-BE49-F238E27FC236}">
                        <a16:creationId xmlns:a16="http://schemas.microsoft.com/office/drawing/2014/main" id="{8D1D84BB-76C3-427E-8769-6B562A810CC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649881" y="1649881"/>
                    <a:ext cx="300000" cy="3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35522" name="直線コネクタ 135521">
                    <a:extLst>
                      <a:ext uri="{FF2B5EF4-FFF2-40B4-BE49-F238E27FC236}">
                        <a16:creationId xmlns:a16="http://schemas.microsoft.com/office/drawing/2014/main" id="{8495FA92-8451-46CF-A04E-5DB10E663494}"/>
                      </a:ext>
                    </a:extLst>
                  </p:cNvPr>
                  <p:cNvCxnSpPr>
                    <a:cxnSpLocks/>
                    <a:stCxn id="135523" idx="2"/>
                    <a:endCxn id="135523" idx="6"/>
                  </p:cNvCxnSpPr>
                  <p:nvPr/>
                </p:nvCxnSpPr>
                <p:spPr>
                  <a:xfrm>
                    <a:off x="-119" y="1799881"/>
                    <a:ext cx="3600000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5523" name="楕円 135522">
                    <a:extLst>
                      <a:ext uri="{FF2B5EF4-FFF2-40B4-BE49-F238E27FC236}">
                        <a16:creationId xmlns:a16="http://schemas.microsoft.com/office/drawing/2014/main" id="{E19A8791-AF80-4473-AA76-49E48CB1C4A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19" y="-119"/>
                    <a:ext cx="3600000" cy="36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35524" name="直線コネクタ 135523">
                    <a:extLst>
                      <a:ext uri="{FF2B5EF4-FFF2-40B4-BE49-F238E27FC236}">
                        <a16:creationId xmlns:a16="http://schemas.microsoft.com/office/drawing/2014/main" id="{642E4FB0-82A5-4624-B2D2-85ADDB0D85F5}"/>
                      </a:ext>
                    </a:extLst>
                  </p:cNvPr>
                  <p:cNvCxnSpPr>
                    <a:cxnSpLocks/>
                    <a:stCxn id="135523" idx="0"/>
                    <a:endCxn id="135523" idx="4"/>
                  </p:cNvCxnSpPr>
                  <p:nvPr/>
                </p:nvCxnSpPr>
                <p:spPr>
                  <a:xfrm>
                    <a:off x="1799881" y="-119"/>
                    <a:ext cx="0" cy="360000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5525" name="グループ化 135524">
                    <a:extLst>
                      <a:ext uri="{FF2B5EF4-FFF2-40B4-BE49-F238E27FC236}">
                        <a16:creationId xmlns:a16="http://schemas.microsoft.com/office/drawing/2014/main" id="{E17405B2-F25D-4177-99CA-2C2A057F8BE7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801325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35573" name="楕円 135572">
                      <a:extLst>
                        <a:ext uri="{FF2B5EF4-FFF2-40B4-BE49-F238E27FC236}">
                          <a16:creationId xmlns:a16="http://schemas.microsoft.com/office/drawing/2014/main" id="{BCF06B82-B956-4F5B-AAA8-DB575B5AE8B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35574" name="直線コネクタ 135573">
                      <a:extLst>
                        <a:ext uri="{FF2B5EF4-FFF2-40B4-BE49-F238E27FC236}">
                          <a16:creationId xmlns:a16="http://schemas.microsoft.com/office/drawing/2014/main" id="{65191B3B-BB64-4609-B119-12C0E612773B}"/>
                        </a:ext>
                      </a:extLst>
                    </p:cNvPr>
                    <p:cNvCxnSpPr>
                      <a:cxnSpLocks/>
                      <a:stCxn id="135573" idx="0"/>
                      <a:endCxn id="135573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75" name="直線コネクタ 135574">
                      <a:extLst>
                        <a:ext uri="{FF2B5EF4-FFF2-40B4-BE49-F238E27FC236}">
                          <a16:creationId xmlns:a16="http://schemas.microsoft.com/office/drawing/2014/main" id="{3F2CC8B1-2840-46E5-907D-D2CB0CD98AC1}"/>
                        </a:ext>
                      </a:extLst>
                    </p:cNvPr>
                    <p:cNvCxnSpPr>
                      <a:cxnSpLocks/>
                      <a:stCxn id="135573" idx="2"/>
                      <a:endCxn id="135573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26" name="グループ化 135525">
                    <a:extLst>
                      <a:ext uri="{FF2B5EF4-FFF2-40B4-BE49-F238E27FC236}">
                        <a16:creationId xmlns:a16="http://schemas.microsoft.com/office/drawing/2014/main" id="{BA84FA77-56E9-4E92-96F5-2444DCB95015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801325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35570" name="楕円 135569">
                      <a:extLst>
                        <a:ext uri="{FF2B5EF4-FFF2-40B4-BE49-F238E27FC236}">
                          <a16:creationId xmlns:a16="http://schemas.microsoft.com/office/drawing/2014/main" id="{A8E3A0D5-F36E-49C5-8767-65FB1994831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35571" name="直線コネクタ 135570">
                      <a:extLst>
                        <a:ext uri="{FF2B5EF4-FFF2-40B4-BE49-F238E27FC236}">
                          <a16:creationId xmlns:a16="http://schemas.microsoft.com/office/drawing/2014/main" id="{AD01155F-66F1-4561-A90C-9B241C66AFAF}"/>
                        </a:ext>
                      </a:extLst>
                    </p:cNvPr>
                    <p:cNvCxnSpPr>
                      <a:cxnSpLocks/>
                      <a:stCxn id="135570" idx="0"/>
                      <a:endCxn id="135570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72" name="直線コネクタ 135571">
                      <a:extLst>
                        <a:ext uri="{FF2B5EF4-FFF2-40B4-BE49-F238E27FC236}">
                          <a16:creationId xmlns:a16="http://schemas.microsoft.com/office/drawing/2014/main" id="{0D94D4B6-1293-4DAC-9BB4-243A35522C90}"/>
                        </a:ext>
                      </a:extLst>
                    </p:cNvPr>
                    <p:cNvCxnSpPr>
                      <a:cxnSpLocks/>
                      <a:stCxn id="135570" idx="2"/>
                      <a:endCxn id="135570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27" name="グループ化 135526">
                    <a:extLst>
                      <a:ext uri="{FF2B5EF4-FFF2-40B4-BE49-F238E27FC236}">
                        <a16:creationId xmlns:a16="http://schemas.microsoft.com/office/drawing/2014/main" id="{151F4516-155C-4A94-8135-CB6597C7514D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2498437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35567" name="楕円 135566">
                      <a:extLst>
                        <a:ext uri="{FF2B5EF4-FFF2-40B4-BE49-F238E27FC236}">
                          <a16:creationId xmlns:a16="http://schemas.microsoft.com/office/drawing/2014/main" id="{28663E74-D5D0-4F9C-88BD-D9D37777AB4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35568" name="直線コネクタ 135567">
                      <a:extLst>
                        <a:ext uri="{FF2B5EF4-FFF2-40B4-BE49-F238E27FC236}">
                          <a16:creationId xmlns:a16="http://schemas.microsoft.com/office/drawing/2014/main" id="{AF52989E-A77B-49FE-8EDD-715A5D7346FF}"/>
                        </a:ext>
                      </a:extLst>
                    </p:cNvPr>
                    <p:cNvCxnSpPr>
                      <a:cxnSpLocks/>
                      <a:stCxn id="135567" idx="0"/>
                      <a:endCxn id="135567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69" name="直線コネクタ 135568">
                      <a:extLst>
                        <a:ext uri="{FF2B5EF4-FFF2-40B4-BE49-F238E27FC236}">
                          <a16:creationId xmlns:a16="http://schemas.microsoft.com/office/drawing/2014/main" id="{D57191E7-2BA1-4742-84FC-BE7984B5FE00}"/>
                        </a:ext>
                      </a:extLst>
                    </p:cNvPr>
                    <p:cNvCxnSpPr>
                      <a:cxnSpLocks/>
                      <a:stCxn id="135567" idx="2"/>
                      <a:endCxn id="135567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28" name="グループ化 135527">
                    <a:extLst>
                      <a:ext uri="{FF2B5EF4-FFF2-40B4-BE49-F238E27FC236}">
                        <a16:creationId xmlns:a16="http://schemas.microsoft.com/office/drawing/2014/main" id="{0D6A7133-ED88-4455-8E0F-94A0CEE55B70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2498437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35564" name="楕円 135563">
                      <a:extLst>
                        <a:ext uri="{FF2B5EF4-FFF2-40B4-BE49-F238E27FC236}">
                          <a16:creationId xmlns:a16="http://schemas.microsoft.com/office/drawing/2014/main" id="{0CBDC3A5-CF51-4505-B51F-AB60B029CEA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35565" name="直線コネクタ 135564">
                      <a:extLst>
                        <a:ext uri="{FF2B5EF4-FFF2-40B4-BE49-F238E27FC236}">
                          <a16:creationId xmlns:a16="http://schemas.microsoft.com/office/drawing/2014/main" id="{01FFA354-54E7-4FA4-93DB-484CD6309CBA}"/>
                        </a:ext>
                      </a:extLst>
                    </p:cNvPr>
                    <p:cNvCxnSpPr>
                      <a:cxnSpLocks/>
                      <a:stCxn id="135564" idx="0"/>
                      <a:endCxn id="135564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66" name="直線コネクタ 135565">
                      <a:extLst>
                        <a:ext uri="{FF2B5EF4-FFF2-40B4-BE49-F238E27FC236}">
                          <a16:creationId xmlns:a16="http://schemas.microsoft.com/office/drawing/2014/main" id="{2916480F-D301-4100-8A48-623997F532EA}"/>
                        </a:ext>
                      </a:extLst>
                    </p:cNvPr>
                    <p:cNvCxnSpPr>
                      <a:cxnSpLocks/>
                      <a:stCxn id="135564" idx="2"/>
                      <a:endCxn id="135564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29" name="グループ化 135528">
                    <a:extLst>
                      <a:ext uri="{FF2B5EF4-FFF2-40B4-BE49-F238E27FC236}">
                        <a16:creationId xmlns:a16="http://schemas.microsoft.com/office/drawing/2014/main" id="{D3B3F626-7196-45AB-96AE-0334E3B55525}"/>
                      </a:ext>
                    </a:extLst>
                  </p:cNvPr>
                  <p:cNvGrpSpPr/>
                  <p:nvPr/>
                </p:nvGrpSpPr>
                <p:grpSpPr>
                  <a:xfrm>
                    <a:off x="1319881" y="539921"/>
                    <a:ext cx="960040" cy="120000"/>
                    <a:chOff x="3959881" y="1620000"/>
                    <a:chExt cx="2880119" cy="360000"/>
                  </a:xfrm>
                </p:grpSpPr>
                <p:cxnSp>
                  <p:nvCxnSpPr>
                    <p:cNvPr id="135560" name="直線コネクタ 135559">
                      <a:extLst>
                        <a:ext uri="{FF2B5EF4-FFF2-40B4-BE49-F238E27FC236}">
                          <a16:creationId xmlns:a16="http://schemas.microsoft.com/office/drawing/2014/main" id="{817D0EBB-0D1F-43BA-8545-F36F840499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61" name="直線コネクタ 135560">
                      <a:extLst>
                        <a:ext uri="{FF2B5EF4-FFF2-40B4-BE49-F238E27FC236}">
                          <a16:creationId xmlns:a16="http://schemas.microsoft.com/office/drawing/2014/main" id="{56C7328B-5790-4AD9-AE13-956F216846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62" name="直線コネクタ 135561">
                      <a:extLst>
                        <a:ext uri="{FF2B5EF4-FFF2-40B4-BE49-F238E27FC236}">
                          <a16:creationId xmlns:a16="http://schemas.microsoft.com/office/drawing/2014/main" id="{8B62B560-0E89-4833-B1F9-EC9943501C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63" name="直線コネクタ 135562">
                      <a:extLst>
                        <a:ext uri="{FF2B5EF4-FFF2-40B4-BE49-F238E27FC236}">
                          <a16:creationId xmlns:a16="http://schemas.microsoft.com/office/drawing/2014/main" id="{602453AC-4846-474D-9AF1-DCB13303B1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30" name="グループ化 135529">
                    <a:extLst>
                      <a:ext uri="{FF2B5EF4-FFF2-40B4-BE49-F238E27FC236}">
                        <a16:creationId xmlns:a16="http://schemas.microsoft.com/office/drawing/2014/main" id="{CC31E9A0-07FC-4B79-9635-BDD22F780C54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1319841" y="2939841"/>
                    <a:ext cx="960000" cy="120000"/>
                    <a:chOff x="3960000" y="1620000"/>
                    <a:chExt cx="2880000" cy="360000"/>
                  </a:xfrm>
                </p:grpSpPr>
                <p:cxnSp>
                  <p:nvCxnSpPr>
                    <p:cNvPr id="135558" name="直線コネクタ 135557">
                      <a:extLst>
                        <a:ext uri="{FF2B5EF4-FFF2-40B4-BE49-F238E27FC236}">
                          <a16:creationId xmlns:a16="http://schemas.microsoft.com/office/drawing/2014/main" id="{5BE2CB9C-79BF-426E-9E6A-2FFF1BD94A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59" name="直線コネクタ 135558">
                      <a:extLst>
                        <a:ext uri="{FF2B5EF4-FFF2-40B4-BE49-F238E27FC236}">
                          <a16:creationId xmlns:a16="http://schemas.microsoft.com/office/drawing/2014/main" id="{7990C755-3115-4381-83E9-7D722700F2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31" name="グループ化 135530">
                    <a:extLst>
                      <a:ext uri="{FF2B5EF4-FFF2-40B4-BE49-F238E27FC236}">
                        <a16:creationId xmlns:a16="http://schemas.microsoft.com/office/drawing/2014/main" id="{68906C97-6C20-4688-BBD8-2531E78E0D13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2519822" y="1739941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35555" name="直線コネクタ 135554">
                      <a:extLst>
                        <a:ext uri="{FF2B5EF4-FFF2-40B4-BE49-F238E27FC236}">
                          <a16:creationId xmlns:a16="http://schemas.microsoft.com/office/drawing/2014/main" id="{E332FFAA-D040-43FB-9DC8-827A74FE74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56" name="直線コネクタ 135555">
                      <a:extLst>
                        <a:ext uri="{FF2B5EF4-FFF2-40B4-BE49-F238E27FC236}">
                          <a16:creationId xmlns:a16="http://schemas.microsoft.com/office/drawing/2014/main" id="{5B8B607F-A7D3-45CC-B7A9-345C6F120B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57" name="直線コネクタ 135556">
                      <a:extLst>
                        <a:ext uri="{FF2B5EF4-FFF2-40B4-BE49-F238E27FC236}">
                          <a16:creationId xmlns:a16="http://schemas.microsoft.com/office/drawing/2014/main" id="{97EC6AC8-0EFE-440F-B163-285F972EFC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32" name="グループ化 135531">
                    <a:extLst>
                      <a:ext uri="{FF2B5EF4-FFF2-40B4-BE49-F238E27FC236}">
                        <a16:creationId xmlns:a16="http://schemas.microsoft.com/office/drawing/2014/main" id="{75E9442E-01DB-4926-8F98-D8D5F5B82E5A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119901" y="1739822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35552" name="直線コネクタ 135551">
                      <a:extLst>
                        <a:ext uri="{FF2B5EF4-FFF2-40B4-BE49-F238E27FC236}">
                          <a16:creationId xmlns:a16="http://schemas.microsoft.com/office/drawing/2014/main" id="{63C4C9EC-DF3B-4FC9-B8FD-25AC811FF4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53" name="直線コネクタ 135552">
                      <a:extLst>
                        <a:ext uri="{FF2B5EF4-FFF2-40B4-BE49-F238E27FC236}">
                          <a16:creationId xmlns:a16="http://schemas.microsoft.com/office/drawing/2014/main" id="{D198EEBD-21EF-4354-8F76-ABCF688A24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54" name="直線コネクタ 135553">
                      <a:extLst>
                        <a:ext uri="{FF2B5EF4-FFF2-40B4-BE49-F238E27FC236}">
                          <a16:creationId xmlns:a16="http://schemas.microsoft.com/office/drawing/2014/main" id="{39AD462F-60C4-42FB-9456-79EA239230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33" name="グループ化 135532">
                    <a:extLst>
                      <a:ext uri="{FF2B5EF4-FFF2-40B4-BE49-F238E27FC236}">
                        <a16:creationId xmlns:a16="http://schemas.microsoft.com/office/drawing/2014/main" id="{F3D5D242-B97A-4E91-A8A7-5B41AA08C2CF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1425521"/>
                    <a:ext cx="320400" cy="40048"/>
                    <a:chOff x="1639681" y="1425521"/>
                    <a:chExt cx="320400" cy="40048"/>
                  </a:xfrm>
                </p:grpSpPr>
                <p:cxnSp>
                  <p:nvCxnSpPr>
                    <p:cNvPr id="135549" name="直線コネクタ 135548">
                      <a:extLst>
                        <a:ext uri="{FF2B5EF4-FFF2-40B4-BE49-F238E27FC236}">
                          <a16:creationId xmlns:a16="http://schemas.microsoft.com/office/drawing/2014/main" id="{0C7F3CEE-FCEF-4B4A-A4A6-C0AA476A2B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65569"/>
                      <a:ext cx="320387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50" name="直線コネクタ 135549">
                      <a:extLst>
                        <a:ext uri="{FF2B5EF4-FFF2-40B4-BE49-F238E27FC236}">
                          <a16:creationId xmlns:a16="http://schemas.microsoft.com/office/drawing/2014/main" id="{7915CF96-1096-40B3-8C26-7894CA5D44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51" name="直線コネクタ 135550">
                      <a:extLst>
                        <a:ext uri="{FF2B5EF4-FFF2-40B4-BE49-F238E27FC236}">
                          <a16:creationId xmlns:a16="http://schemas.microsoft.com/office/drawing/2014/main" id="{F458B2C1-B9F1-4BDF-8B87-1ECAC0EC27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819912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34" name="グループ化 135533">
                    <a:extLst>
                      <a:ext uri="{FF2B5EF4-FFF2-40B4-BE49-F238E27FC236}">
                        <a16:creationId xmlns:a16="http://schemas.microsoft.com/office/drawing/2014/main" id="{82487AF6-1D93-44F5-89C1-004A9D32A18D}"/>
                      </a:ext>
                    </a:extLst>
                  </p:cNvPr>
                  <p:cNvGrpSpPr/>
                  <p:nvPr/>
                </p:nvGrpSpPr>
                <p:grpSpPr>
                  <a:xfrm>
                    <a:off x="2134641" y="1639681"/>
                    <a:ext cx="39600" cy="320399"/>
                    <a:chOff x="2134641" y="1639681"/>
                    <a:chExt cx="39600" cy="320399"/>
                  </a:xfrm>
                </p:grpSpPr>
                <p:cxnSp>
                  <p:nvCxnSpPr>
                    <p:cNvPr id="135545" name="直線コネクタ 135544">
                      <a:extLst>
                        <a:ext uri="{FF2B5EF4-FFF2-40B4-BE49-F238E27FC236}">
                          <a16:creationId xmlns:a16="http://schemas.microsoft.com/office/drawing/2014/main" id="{3041FDE1-A617-44F9-BF93-AE96E292B0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46" name="直線コネクタ 135545">
                      <a:extLst>
                        <a:ext uri="{FF2B5EF4-FFF2-40B4-BE49-F238E27FC236}">
                          <a16:creationId xmlns:a16="http://schemas.microsoft.com/office/drawing/2014/main" id="{E8717F3B-6A07-4C38-9890-9A82166B20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47" name="直線コネクタ 135546">
                      <a:extLst>
                        <a:ext uri="{FF2B5EF4-FFF2-40B4-BE49-F238E27FC236}">
                          <a16:creationId xmlns:a16="http://schemas.microsoft.com/office/drawing/2014/main" id="{F4A27349-B624-4D77-BA87-171FDA45F2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48" name="直線コネクタ 135547">
                      <a:extLst>
                        <a:ext uri="{FF2B5EF4-FFF2-40B4-BE49-F238E27FC236}">
                          <a16:creationId xmlns:a16="http://schemas.microsoft.com/office/drawing/2014/main" id="{7F59F229-B2A7-4CF9-BBB0-A967EBEEEF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5535" name="グループ化 135534">
                    <a:extLst>
                      <a:ext uri="{FF2B5EF4-FFF2-40B4-BE49-F238E27FC236}">
                        <a16:creationId xmlns:a16="http://schemas.microsoft.com/office/drawing/2014/main" id="{F2D208E8-A1BC-43DE-856C-ED9C87D3BF3F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2134641"/>
                    <a:ext cx="320400" cy="39600"/>
                    <a:chOff x="1639681" y="2134641"/>
                    <a:chExt cx="320400" cy="39600"/>
                  </a:xfrm>
                </p:grpSpPr>
                <p:cxnSp>
                  <p:nvCxnSpPr>
                    <p:cNvPr id="135542" name="直線コネクタ 135541">
                      <a:extLst>
                        <a:ext uri="{FF2B5EF4-FFF2-40B4-BE49-F238E27FC236}">
                          <a16:creationId xmlns:a16="http://schemas.microsoft.com/office/drawing/2014/main" id="{2D1202AF-E565-49D4-ACE8-110865BA8A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74241"/>
                      <a:ext cx="320400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43" name="直線コネクタ 135542">
                      <a:extLst>
                        <a:ext uri="{FF2B5EF4-FFF2-40B4-BE49-F238E27FC236}">
                          <a16:creationId xmlns:a16="http://schemas.microsoft.com/office/drawing/2014/main" id="{3F3DE867-FB94-41F2-91EA-52703D6A8D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819912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5544" name="直線コネクタ 135543">
                      <a:extLst>
                        <a:ext uri="{FF2B5EF4-FFF2-40B4-BE49-F238E27FC236}">
                          <a16:creationId xmlns:a16="http://schemas.microsoft.com/office/drawing/2014/main" id="{7E4EED18-EFA3-4796-80DA-28ED11295D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35536" name="直線コネクタ 135535">
                    <a:extLst>
                      <a:ext uri="{FF2B5EF4-FFF2-40B4-BE49-F238E27FC236}">
                        <a16:creationId xmlns:a16="http://schemas.microsoft.com/office/drawing/2014/main" id="{F03C8CBB-EB9B-44D8-A2DB-8E07C06BFE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2653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537" name="直線コネクタ 135536">
                    <a:extLst>
                      <a:ext uri="{FF2B5EF4-FFF2-40B4-BE49-F238E27FC236}">
                        <a16:creationId xmlns:a16="http://schemas.microsoft.com/office/drawing/2014/main" id="{2B5AEC27-AAAA-496F-BECE-56AD5B3C51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3049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538" name="直線コネクタ 135537">
                    <a:extLst>
                      <a:ext uri="{FF2B5EF4-FFF2-40B4-BE49-F238E27FC236}">
                        <a16:creationId xmlns:a16="http://schemas.microsoft.com/office/drawing/2014/main" id="{84CBF672-8000-4033-A5D5-69BBAE0E0380}"/>
                      </a:ext>
                    </a:extLst>
                  </p:cNvPr>
                  <p:cNvCxnSpPr>
                    <a:cxnSpLocks/>
                    <a:stCxn id="135567" idx="4"/>
                  </p:cNvCxnSpPr>
                  <p:nvPr/>
                </p:nvCxnSpPr>
                <p:spPr>
                  <a:xfrm flipV="1">
                    <a:off x="2754503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539" name="直線コネクタ 135538">
                    <a:extLst>
                      <a:ext uri="{FF2B5EF4-FFF2-40B4-BE49-F238E27FC236}">
                        <a16:creationId xmlns:a16="http://schemas.microsoft.com/office/drawing/2014/main" id="{5AC1F8ED-7027-4796-B685-ECE56B78D461}"/>
                      </a:ext>
                    </a:extLst>
                  </p:cNvPr>
                  <p:cNvCxnSpPr>
                    <a:cxnSpLocks/>
                    <a:stCxn id="135564" idx="4"/>
                  </p:cNvCxnSpPr>
                  <p:nvPr/>
                </p:nvCxnSpPr>
                <p:spPr>
                  <a:xfrm>
                    <a:off x="2754503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540" name="直線コネクタ 135539">
                    <a:extLst>
                      <a:ext uri="{FF2B5EF4-FFF2-40B4-BE49-F238E27FC236}">
                        <a16:creationId xmlns:a16="http://schemas.microsoft.com/office/drawing/2014/main" id="{2DD9A2A5-08CF-445F-BF2A-46FDDE980E49}"/>
                      </a:ext>
                    </a:extLst>
                  </p:cNvPr>
                  <p:cNvCxnSpPr>
                    <a:cxnSpLocks/>
                    <a:stCxn id="135573" idx="4"/>
                  </p:cNvCxnSpPr>
                  <p:nvPr/>
                </p:nvCxnSpPr>
                <p:spPr>
                  <a:xfrm flipH="1">
                    <a:off x="-79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541" name="直線コネクタ 135540">
                    <a:extLst>
                      <a:ext uri="{FF2B5EF4-FFF2-40B4-BE49-F238E27FC236}">
                        <a16:creationId xmlns:a16="http://schemas.microsoft.com/office/drawing/2014/main" id="{0B4AD593-6089-406C-A38B-FA8E093850B3}"/>
                      </a:ext>
                    </a:extLst>
                  </p:cNvPr>
                  <p:cNvCxnSpPr>
                    <a:cxnSpLocks/>
                    <a:stCxn id="135570" idx="4"/>
                  </p:cNvCxnSpPr>
                  <p:nvPr/>
                </p:nvCxnSpPr>
                <p:spPr>
                  <a:xfrm flipH="1" flipV="1">
                    <a:off x="-79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33560" name="正方形/長方形 133559">
                  <a:extLst>
                    <a:ext uri="{FF2B5EF4-FFF2-40B4-BE49-F238E27FC236}">
                      <a16:creationId xmlns:a16="http://schemas.microsoft.com/office/drawing/2014/main" id="{90F7EDD9-E827-4AAF-9A21-502CBB180F7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599881" y="3599881"/>
                  <a:ext cx="3600000" cy="360000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133561" name="グループ化 133560">
                  <a:extLst>
                    <a:ext uri="{FF2B5EF4-FFF2-40B4-BE49-F238E27FC236}">
                      <a16:creationId xmlns:a16="http://schemas.microsoft.com/office/drawing/2014/main" id="{FF1A8D3D-9C32-465F-9258-00DD4480B1DC}"/>
                    </a:ext>
                  </a:extLst>
                </p:cNvPr>
                <p:cNvGrpSpPr/>
                <p:nvPr/>
              </p:nvGrpSpPr>
              <p:grpSpPr>
                <a:xfrm>
                  <a:off x="4456023" y="4456022"/>
                  <a:ext cx="1887718" cy="1887718"/>
                  <a:chOff x="4456023" y="4456022"/>
                  <a:chExt cx="1887718" cy="1887718"/>
                </a:xfrm>
              </p:grpSpPr>
              <p:grpSp>
                <p:nvGrpSpPr>
                  <p:cNvPr id="134563" name="グループ化 134562">
                    <a:extLst>
                      <a:ext uri="{FF2B5EF4-FFF2-40B4-BE49-F238E27FC236}">
                        <a16:creationId xmlns:a16="http://schemas.microsoft.com/office/drawing/2014/main" id="{82EACD8D-6039-4160-87B6-5C752ED032E0}"/>
                      </a:ext>
                    </a:extLst>
                  </p:cNvPr>
                  <p:cNvGrpSpPr/>
                  <p:nvPr/>
                </p:nvGrpSpPr>
                <p:grpSpPr>
                  <a:xfrm>
                    <a:off x="5862907" y="4680000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35478" name="グループ化 135477">
                      <a:extLst>
                        <a:ext uri="{FF2B5EF4-FFF2-40B4-BE49-F238E27FC236}">
                          <a16:creationId xmlns:a16="http://schemas.microsoft.com/office/drawing/2014/main" id="{9BE8C51F-BBF4-4005-A0A7-0D1E6FA845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35515" name="楕円 135514">
                        <a:extLst>
                          <a:ext uri="{FF2B5EF4-FFF2-40B4-BE49-F238E27FC236}">
                            <a16:creationId xmlns:a16="http://schemas.microsoft.com/office/drawing/2014/main" id="{175BA582-5A28-45CA-9411-611C00CBFC6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516" name="直線コネクタ 135515">
                        <a:extLst>
                          <a:ext uri="{FF2B5EF4-FFF2-40B4-BE49-F238E27FC236}">
                            <a16:creationId xmlns:a16="http://schemas.microsoft.com/office/drawing/2014/main" id="{9C754443-0D87-4BB6-9D96-086C28EF39D7}"/>
                          </a:ext>
                        </a:extLst>
                      </p:cNvPr>
                      <p:cNvCxnSpPr>
                        <a:cxnSpLocks/>
                        <a:stCxn id="135515" idx="3"/>
                        <a:endCxn id="135515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517" name="直線コネクタ 135516">
                        <a:extLst>
                          <a:ext uri="{FF2B5EF4-FFF2-40B4-BE49-F238E27FC236}">
                            <a16:creationId xmlns:a16="http://schemas.microsoft.com/office/drawing/2014/main" id="{B5D74987-2363-479A-9B4A-0CDEAADFA171}"/>
                          </a:ext>
                        </a:extLst>
                      </p:cNvPr>
                      <p:cNvCxnSpPr>
                        <a:cxnSpLocks/>
                        <a:stCxn id="135515" idx="1"/>
                        <a:endCxn id="135515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479" name="グループ化 135478">
                      <a:extLst>
                        <a:ext uri="{FF2B5EF4-FFF2-40B4-BE49-F238E27FC236}">
                          <a16:creationId xmlns:a16="http://schemas.microsoft.com/office/drawing/2014/main" id="{823B322B-1F23-4E84-82F6-CC35AF6DD4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507" name="グループ化 135506">
                        <a:extLst>
                          <a:ext uri="{FF2B5EF4-FFF2-40B4-BE49-F238E27FC236}">
                            <a16:creationId xmlns:a16="http://schemas.microsoft.com/office/drawing/2014/main" id="{E972081B-34B7-4C64-A1C3-21166F5AF4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512" name="楕円 135511">
                          <a:extLst>
                            <a:ext uri="{FF2B5EF4-FFF2-40B4-BE49-F238E27FC236}">
                              <a16:creationId xmlns:a16="http://schemas.microsoft.com/office/drawing/2014/main" id="{95D097F9-595A-42A5-A1BD-56FC8AD80E5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513" name="直線コネクタ 135512">
                          <a:extLst>
                            <a:ext uri="{FF2B5EF4-FFF2-40B4-BE49-F238E27FC236}">
                              <a16:creationId xmlns:a16="http://schemas.microsoft.com/office/drawing/2014/main" id="{3E8FA281-9271-4A45-91B6-31A97270375B}"/>
                            </a:ext>
                          </a:extLst>
                        </p:cNvPr>
                        <p:cNvCxnSpPr>
                          <a:cxnSpLocks/>
                          <a:stCxn id="135512" idx="0"/>
                          <a:endCxn id="13551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514" name="直線コネクタ 135513">
                          <a:extLst>
                            <a:ext uri="{FF2B5EF4-FFF2-40B4-BE49-F238E27FC236}">
                              <a16:creationId xmlns:a16="http://schemas.microsoft.com/office/drawing/2014/main" id="{98FDE39A-7A38-4958-A890-6FF08E4DA6E1}"/>
                            </a:ext>
                          </a:extLst>
                        </p:cNvPr>
                        <p:cNvCxnSpPr>
                          <a:cxnSpLocks/>
                          <a:stCxn id="135512" idx="2"/>
                          <a:endCxn id="13551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508" name="楕円 135507">
                        <a:extLst>
                          <a:ext uri="{FF2B5EF4-FFF2-40B4-BE49-F238E27FC236}">
                            <a16:creationId xmlns:a16="http://schemas.microsoft.com/office/drawing/2014/main" id="{D59B43B9-0D43-4168-B7C2-1AF8B4ADB1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509" name="楕円 135508">
                        <a:extLst>
                          <a:ext uri="{FF2B5EF4-FFF2-40B4-BE49-F238E27FC236}">
                            <a16:creationId xmlns:a16="http://schemas.microsoft.com/office/drawing/2014/main" id="{EA36EC9D-1E18-4F6C-90A3-1068B8274B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510" name="楕円 135509">
                        <a:extLst>
                          <a:ext uri="{FF2B5EF4-FFF2-40B4-BE49-F238E27FC236}">
                            <a16:creationId xmlns:a16="http://schemas.microsoft.com/office/drawing/2014/main" id="{1E26F04B-E6A8-4D47-9A99-37B28C0651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511" name="楕円 135510">
                        <a:extLst>
                          <a:ext uri="{FF2B5EF4-FFF2-40B4-BE49-F238E27FC236}">
                            <a16:creationId xmlns:a16="http://schemas.microsoft.com/office/drawing/2014/main" id="{2C7CA664-3B89-46DB-8DE0-6FFC26A9789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80" name="グループ化 135479">
                      <a:extLst>
                        <a:ext uri="{FF2B5EF4-FFF2-40B4-BE49-F238E27FC236}">
                          <a16:creationId xmlns:a16="http://schemas.microsoft.com/office/drawing/2014/main" id="{61AE006B-E969-4A00-8943-AAFFE02BDC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99" name="グループ化 135498">
                        <a:extLst>
                          <a:ext uri="{FF2B5EF4-FFF2-40B4-BE49-F238E27FC236}">
                            <a16:creationId xmlns:a16="http://schemas.microsoft.com/office/drawing/2014/main" id="{60A35BB5-05A4-404B-9757-7A5CC07224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504" name="楕円 135503">
                          <a:extLst>
                            <a:ext uri="{FF2B5EF4-FFF2-40B4-BE49-F238E27FC236}">
                              <a16:creationId xmlns:a16="http://schemas.microsoft.com/office/drawing/2014/main" id="{A74DA882-1B88-454E-A8DA-A51DC61A5B9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505" name="直線コネクタ 135504">
                          <a:extLst>
                            <a:ext uri="{FF2B5EF4-FFF2-40B4-BE49-F238E27FC236}">
                              <a16:creationId xmlns:a16="http://schemas.microsoft.com/office/drawing/2014/main" id="{F55CD6B0-0140-48AE-B99D-22071CE12782}"/>
                            </a:ext>
                          </a:extLst>
                        </p:cNvPr>
                        <p:cNvCxnSpPr>
                          <a:cxnSpLocks/>
                          <a:stCxn id="135504" idx="0"/>
                          <a:endCxn id="13550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506" name="直線コネクタ 135505">
                          <a:extLst>
                            <a:ext uri="{FF2B5EF4-FFF2-40B4-BE49-F238E27FC236}">
                              <a16:creationId xmlns:a16="http://schemas.microsoft.com/office/drawing/2014/main" id="{41385F2E-9B72-4503-8DD7-8413F1391F67}"/>
                            </a:ext>
                          </a:extLst>
                        </p:cNvPr>
                        <p:cNvCxnSpPr>
                          <a:cxnSpLocks/>
                          <a:stCxn id="135504" idx="2"/>
                          <a:endCxn id="13550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500" name="楕円 135499">
                        <a:extLst>
                          <a:ext uri="{FF2B5EF4-FFF2-40B4-BE49-F238E27FC236}">
                            <a16:creationId xmlns:a16="http://schemas.microsoft.com/office/drawing/2014/main" id="{998D5D39-560A-47B8-9A64-10B662989E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501" name="楕円 135500">
                        <a:extLst>
                          <a:ext uri="{FF2B5EF4-FFF2-40B4-BE49-F238E27FC236}">
                            <a16:creationId xmlns:a16="http://schemas.microsoft.com/office/drawing/2014/main" id="{2F6D7B20-1F9A-4683-9DCA-C5F1A0FCA4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502" name="楕円 135501">
                        <a:extLst>
                          <a:ext uri="{FF2B5EF4-FFF2-40B4-BE49-F238E27FC236}">
                            <a16:creationId xmlns:a16="http://schemas.microsoft.com/office/drawing/2014/main" id="{191E1BF4-784B-4307-840B-C07982C6A3D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503" name="楕円 135502">
                        <a:extLst>
                          <a:ext uri="{FF2B5EF4-FFF2-40B4-BE49-F238E27FC236}">
                            <a16:creationId xmlns:a16="http://schemas.microsoft.com/office/drawing/2014/main" id="{CD4DB88D-98CB-44AC-AF17-C469274E744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81" name="グループ化 135480">
                      <a:extLst>
                        <a:ext uri="{FF2B5EF4-FFF2-40B4-BE49-F238E27FC236}">
                          <a16:creationId xmlns:a16="http://schemas.microsoft.com/office/drawing/2014/main" id="{CFB8A393-4B65-40D6-8C4A-B3D59F2628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91" name="グループ化 135490">
                        <a:extLst>
                          <a:ext uri="{FF2B5EF4-FFF2-40B4-BE49-F238E27FC236}">
                            <a16:creationId xmlns:a16="http://schemas.microsoft.com/office/drawing/2014/main" id="{B237D58C-6C46-42B4-92E0-78A0AA94F6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96" name="楕円 135495">
                          <a:extLst>
                            <a:ext uri="{FF2B5EF4-FFF2-40B4-BE49-F238E27FC236}">
                              <a16:creationId xmlns:a16="http://schemas.microsoft.com/office/drawing/2014/main" id="{4346CA3D-A35E-45EC-8DAE-DF1D260DAA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97" name="直線コネクタ 135496">
                          <a:extLst>
                            <a:ext uri="{FF2B5EF4-FFF2-40B4-BE49-F238E27FC236}">
                              <a16:creationId xmlns:a16="http://schemas.microsoft.com/office/drawing/2014/main" id="{AE6603F6-A3CA-40F1-A6C5-55991FF0B02F}"/>
                            </a:ext>
                          </a:extLst>
                        </p:cNvPr>
                        <p:cNvCxnSpPr>
                          <a:cxnSpLocks/>
                          <a:stCxn id="135496" idx="0"/>
                          <a:endCxn id="13549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98" name="直線コネクタ 135497">
                          <a:extLst>
                            <a:ext uri="{FF2B5EF4-FFF2-40B4-BE49-F238E27FC236}">
                              <a16:creationId xmlns:a16="http://schemas.microsoft.com/office/drawing/2014/main" id="{54476BBF-1BFC-46C8-B8F1-0F4D5127FAA4}"/>
                            </a:ext>
                          </a:extLst>
                        </p:cNvPr>
                        <p:cNvCxnSpPr>
                          <a:cxnSpLocks/>
                          <a:stCxn id="135496" idx="2"/>
                          <a:endCxn id="13549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92" name="楕円 135491">
                        <a:extLst>
                          <a:ext uri="{FF2B5EF4-FFF2-40B4-BE49-F238E27FC236}">
                            <a16:creationId xmlns:a16="http://schemas.microsoft.com/office/drawing/2014/main" id="{BB062259-F01A-4F28-975C-DAC74F77FC2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93" name="楕円 135492">
                        <a:extLst>
                          <a:ext uri="{FF2B5EF4-FFF2-40B4-BE49-F238E27FC236}">
                            <a16:creationId xmlns:a16="http://schemas.microsoft.com/office/drawing/2014/main" id="{158E23AD-ABCC-4C31-814F-380E428967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94" name="楕円 135493">
                        <a:extLst>
                          <a:ext uri="{FF2B5EF4-FFF2-40B4-BE49-F238E27FC236}">
                            <a16:creationId xmlns:a16="http://schemas.microsoft.com/office/drawing/2014/main" id="{FE31BE1E-A8A2-4996-873B-24D5894955B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95" name="楕円 135494">
                        <a:extLst>
                          <a:ext uri="{FF2B5EF4-FFF2-40B4-BE49-F238E27FC236}">
                            <a16:creationId xmlns:a16="http://schemas.microsoft.com/office/drawing/2014/main" id="{1ADA685C-5440-4D9A-908D-7E87F9CF2B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82" name="グループ化 135481">
                      <a:extLst>
                        <a:ext uri="{FF2B5EF4-FFF2-40B4-BE49-F238E27FC236}">
                          <a16:creationId xmlns:a16="http://schemas.microsoft.com/office/drawing/2014/main" id="{83FB30A9-0ABD-4D72-B4C4-D1F567712A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83" name="グループ化 135482">
                        <a:extLst>
                          <a:ext uri="{FF2B5EF4-FFF2-40B4-BE49-F238E27FC236}">
                            <a16:creationId xmlns:a16="http://schemas.microsoft.com/office/drawing/2014/main" id="{A20A3E89-95A2-4D19-B265-8A03FECE7F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88" name="楕円 135487">
                          <a:extLst>
                            <a:ext uri="{FF2B5EF4-FFF2-40B4-BE49-F238E27FC236}">
                              <a16:creationId xmlns:a16="http://schemas.microsoft.com/office/drawing/2014/main" id="{AB55874F-AB74-418B-8CB4-40964B575D0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89" name="直線コネクタ 135488">
                          <a:extLst>
                            <a:ext uri="{FF2B5EF4-FFF2-40B4-BE49-F238E27FC236}">
                              <a16:creationId xmlns:a16="http://schemas.microsoft.com/office/drawing/2014/main" id="{37F7724A-F21F-42FA-9A30-8147FCDF92B9}"/>
                            </a:ext>
                          </a:extLst>
                        </p:cNvPr>
                        <p:cNvCxnSpPr>
                          <a:cxnSpLocks/>
                          <a:stCxn id="135488" idx="0"/>
                          <a:endCxn id="13548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90" name="直線コネクタ 135489">
                          <a:extLst>
                            <a:ext uri="{FF2B5EF4-FFF2-40B4-BE49-F238E27FC236}">
                              <a16:creationId xmlns:a16="http://schemas.microsoft.com/office/drawing/2014/main" id="{72976E6A-39F0-49D1-A86B-5EA72C65A688}"/>
                            </a:ext>
                          </a:extLst>
                        </p:cNvPr>
                        <p:cNvCxnSpPr>
                          <a:cxnSpLocks/>
                          <a:stCxn id="135488" idx="2"/>
                          <a:endCxn id="13548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84" name="楕円 135483">
                        <a:extLst>
                          <a:ext uri="{FF2B5EF4-FFF2-40B4-BE49-F238E27FC236}">
                            <a16:creationId xmlns:a16="http://schemas.microsoft.com/office/drawing/2014/main" id="{2CE026D9-4924-4D58-BE35-7008CD2F20D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85" name="楕円 135484">
                        <a:extLst>
                          <a:ext uri="{FF2B5EF4-FFF2-40B4-BE49-F238E27FC236}">
                            <a16:creationId xmlns:a16="http://schemas.microsoft.com/office/drawing/2014/main" id="{329596C4-AE68-447C-91AF-7DD83C080C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86" name="楕円 135485">
                        <a:extLst>
                          <a:ext uri="{FF2B5EF4-FFF2-40B4-BE49-F238E27FC236}">
                            <a16:creationId xmlns:a16="http://schemas.microsoft.com/office/drawing/2014/main" id="{07A2EB2E-8E87-4C6C-B2A1-F5FBF189C5B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87" name="楕円 135486">
                        <a:extLst>
                          <a:ext uri="{FF2B5EF4-FFF2-40B4-BE49-F238E27FC236}">
                            <a16:creationId xmlns:a16="http://schemas.microsoft.com/office/drawing/2014/main" id="{0B2C8454-B527-4DB2-B2B7-5AA47EB3F0E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sp>
                <p:nvSpPr>
                  <p:cNvPr id="134564" name="楕円 134563">
                    <a:extLst>
                      <a:ext uri="{FF2B5EF4-FFF2-40B4-BE49-F238E27FC236}">
                        <a16:creationId xmlns:a16="http://schemas.microsoft.com/office/drawing/2014/main" id="{C6D29120-0C12-4B2D-9182-D16CEBCA21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9480000" flipH="1">
                    <a:off x="5648400" y="47351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cxnSp>
                <p:nvCxnSpPr>
                  <p:cNvPr id="134565" name="直線コネクタ 134564">
                    <a:extLst>
                      <a:ext uri="{FF2B5EF4-FFF2-40B4-BE49-F238E27FC236}">
                        <a16:creationId xmlns:a16="http://schemas.microsoft.com/office/drawing/2014/main" id="{341D1E4E-AB85-4CAD-B2E0-76FCCA8F3EA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8900000" flipH="1" flipV="1">
                    <a:off x="5828410" y="494795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66" name="直線コネクタ 134565">
                    <a:extLst>
                      <a:ext uri="{FF2B5EF4-FFF2-40B4-BE49-F238E27FC236}">
                        <a16:creationId xmlns:a16="http://schemas.microsoft.com/office/drawing/2014/main" id="{0DFBF23F-3DF2-47C2-ABFD-A258B791F148}"/>
                      </a:ext>
                    </a:extLst>
                  </p:cNvPr>
                  <p:cNvCxnSpPr>
                    <a:cxnSpLocks/>
                    <a:stCxn id="135567" idx="0"/>
                  </p:cNvCxnSpPr>
                  <p:nvPr/>
                </p:nvCxnSpPr>
                <p:spPr>
                  <a:xfrm flipH="1">
                    <a:off x="6103425" y="46575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67" name="直線コネクタ 134566">
                    <a:extLst>
                      <a:ext uri="{FF2B5EF4-FFF2-40B4-BE49-F238E27FC236}">
                        <a16:creationId xmlns:a16="http://schemas.microsoft.com/office/drawing/2014/main" id="{C12073D5-72EB-4740-A6D2-532E6B4A271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7580000" flipH="1" flipV="1">
                    <a:off x="5623200" y="4809600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68" name="直線コネクタ 134567">
                    <a:extLst>
                      <a:ext uri="{FF2B5EF4-FFF2-40B4-BE49-F238E27FC236}">
                        <a16:creationId xmlns:a16="http://schemas.microsoft.com/office/drawing/2014/main" id="{5BDAA639-78FB-4B15-8BAF-A03EF583FAB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0280000" flipH="1" flipV="1">
                    <a:off x="5968326" y="515694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69" name="直線コネクタ 134568">
                    <a:extLst>
                      <a:ext uri="{FF2B5EF4-FFF2-40B4-BE49-F238E27FC236}">
                        <a16:creationId xmlns:a16="http://schemas.microsoft.com/office/drawing/2014/main" id="{6C86D83B-9B1E-4999-9EBC-B40458580B6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700000" flipH="1" flipV="1">
                    <a:off x="5828402" y="585180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70" name="直線コネクタ 134569">
                    <a:extLst>
                      <a:ext uri="{FF2B5EF4-FFF2-40B4-BE49-F238E27FC236}">
                        <a16:creationId xmlns:a16="http://schemas.microsoft.com/office/drawing/2014/main" id="{E88BE729-652D-4634-ACB0-64CDE8313F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103172" y="61034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4571" name="グループ化 134570">
                    <a:extLst>
                      <a:ext uri="{FF2B5EF4-FFF2-40B4-BE49-F238E27FC236}">
                        <a16:creationId xmlns:a16="http://schemas.microsoft.com/office/drawing/2014/main" id="{9792C2B9-B4D4-4CC4-BF87-5A17CC93C3AC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62959" y="5862953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35438" name="グループ化 135437">
                      <a:extLst>
                        <a:ext uri="{FF2B5EF4-FFF2-40B4-BE49-F238E27FC236}">
                          <a16:creationId xmlns:a16="http://schemas.microsoft.com/office/drawing/2014/main" id="{53CAEF8E-175D-424D-BB14-CE5C86285F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35475" name="楕円 135474">
                        <a:extLst>
                          <a:ext uri="{FF2B5EF4-FFF2-40B4-BE49-F238E27FC236}">
                            <a16:creationId xmlns:a16="http://schemas.microsoft.com/office/drawing/2014/main" id="{F4494C66-D9B1-4343-B58C-D8AFB72E84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476" name="直線コネクタ 135475">
                        <a:extLst>
                          <a:ext uri="{FF2B5EF4-FFF2-40B4-BE49-F238E27FC236}">
                            <a16:creationId xmlns:a16="http://schemas.microsoft.com/office/drawing/2014/main" id="{32FA0184-57AD-4EF6-9005-54BBC0468519}"/>
                          </a:ext>
                        </a:extLst>
                      </p:cNvPr>
                      <p:cNvCxnSpPr>
                        <a:cxnSpLocks/>
                        <a:stCxn id="135475" idx="3"/>
                        <a:endCxn id="135475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477" name="直線コネクタ 135476">
                        <a:extLst>
                          <a:ext uri="{FF2B5EF4-FFF2-40B4-BE49-F238E27FC236}">
                            <a16:creationId xmlns:a16="http://schemas.microsoft.com/office/drawing/2014/main" id="{1C782D1C-9EC0-4AA4-A71A-6AC95E8B1382}"/>
                          </a:ext>
                        </a:extLst>
                      </p:cNvPr>
                      <p:cNvCxnSpPr>
                        <a:cxnSpLocks/>
                        <a:stCxn id="135475" idx="1"/>
                        <a:endCxn id="135475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439" name="グループ化 135438">
                      <a:extLst>
                        <a:ext uri="{FF2B5EF4-FFF2-40B4-BE49-F238E27FC236}">
                          <a16:creationId xmlns:a16="http://schemas.microsoft.com/office/drawing/2014/main" id="{9CAA4F16-06EA-4156-A9DE-C474B08CD5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67" name="グループ化 135466">
                        <a:extLst>
                          <a:ext uri="{FF2B5EF4-FFF2-40B4-BE49-F238E27FC236}">
                            <a16:creationId xmlns:a16="http://schemas.microsoft.com/office/drawing/2014/main" id="{AC6A0385-3896-4249-B076-D1A0C6E530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72" name="楕円 135471">
                          <a:extLst>
                            <a:ext uri="{FF2B5EF4-FFF2-40B4-BE49-F238E27FC236}">
                              <a16:creationId xmlns:a16="http://schemas.microsoft.com/office/drawing/2014/main" id="{09B9BC80-AB27-42F1-8753-5569D47B884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73" name="直線コネクタ 135472">
                          <a:extLst>
                            <a:ext uri="{FF2B5EF4-FFF2-40B4-BE49-F238E27FC236}">
                              <a16:creationId xmlns:a16="http://schemas.microsoft.com/office/drawing/2014/main" id="{74D8BCA9-6336-4ED1-AC54-9ED26151817A}"/>
                            </a:ext>
                          </a:extLst>
                        </p:cNvPr>
                        <p:cNvCxnSpPr>
                          <a:cxnSpLocks/>
                          <a:stCxn id="135472" idx="0"/>
                          <a:endCxn id="13547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74" name="直線コネクタ 135473">
                          <a:extLst>
                            <a:ext uri="{FF2B5EF4-FFF2-40B4-BE49-F238E27FC236}">
                              <a16:creationId xmlns:a16="http://schemas.microsoft.com/office/drawing/2014/main" id="{B68D93B0-24BE-4966-B858-E140213146D4}"/>
                            </a:ext>
                          </a:extLst>
                        </p:cNvPr>
                        <p:cNvCxnSpPr>
                          <a:cxnSpLocks/>
                          <a:stCxn id="135472" idx="2"/>
                          <a:endCxn id="13547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68" name="楕円 135467">
                        <a:extLst>
                          <a:ext uri="{FF2B5EF4-FFF2-40B4-BE49-F238E27FC236}">
                            <a16:creationId xmlns:a16="http://schemas.microsoft.com/office/drawing/2014/main" id="{6EB07105-3203-409C-9A4F-4D23FFC5986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69" name="楕円 135468">
                        <a:extLst>
                          <a:ext uri="{FF2B5EF4-FFF2-40B4-BE49-F238E27FC236}">
                            <a16:creationId xmlns:a16="http://schemas.microsoft.com/office/drawing/2014/main" id="{8D236FC4-9013-404C-B30F-60931B64D2D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70" name="楕円 135469">
                        <a:extLst>
                          <a:ext uri="{FF2B5EF4-FFF2-40B4-BE49-F238E27FC236}">
                            <a16:creationId xmlns:a16="http://schemas.microsoft.com/office/drawing/2014/main" id="{3A2EC872-8B26-49DA-A187-FEC2F9333B1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71" name="楕円 135470">
                        <a:extLst>
                          <a:ext uri="{FF2B5EF4-FFF2-40B4-BE49-F238E27FC236}">
                            <a16:creationId xmlns:a16="http://schemas.microsoft.com/office/drawing/2014/main" id="{2A6120C7-1602-44FF-9259-68540B3D20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40" name="グループ化 135439">
                      <a:extLst>
                        <a:ext uri="{FF2B5EF4-FFF2-40B4-BE49-F238E27FC236}">
                          <a16:creationId xmlns:a16="http://schemas.microsoft.com/office/drawing/2014/main" id="{87E58312-A843-4647-821A-F9983F29E0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59" name="グループ化 135458">
                        <a:extLst>
                          <a:ext uri="{FF2B5EF4-FFF2-40B4-BE49-F238E27FC236}">
                            <a16:creationId xmlns:a16="http://schemas.microsoft.com/office/drawing/2014/main" id="{B504B737-A953-454D-85E6-6FB861AE6D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64" name="楕円 135463">
                          <a:extLst>
                            <a:ext uri="{FF2B5EF4-FFF2-40B4-BE49-F238E27FC236}">
                              <a16:creationId xmlns:a16="http://schemas.microsoft.com/office/drawing/2014/main" id="{44AA2351-1F48-4022-BC97-A95C61BDA4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65" name="直線コネクタ 135464">
                          <a:extLst>
                            <a:ext uri="{FF2B5EF4-FFF2-40B4-BE49-F238E27FC236}">
                              <a16:creationId xmlns:a16="http://schemas.microsoft.com/office/drawing/2014/main" id="{9CA93EE4-6FBC-4598-B137-7C6E7FBF1739}"/>
                            </a:ext>
                          </a:extLst>
                        </p:cNvPr>
                        <p:cNvCxnSpPr>
                          <a:cxnSpLocks/>
                          <a:stCxn id="135464" idx="0"/>
                          <a:endCxn id="13546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66" name="直線コネクタ 135465">
                          <a:extLst>
                            <a:ext uri="{FF2B5EF4-FFF2-40B4-BE49-F238E27FC236}">
                              <a16:creationId xmlns:a16="http://schemas.microsoft.com/office/drawing/2014/main" id="{AA538CFD-D0EA-47EB-AD66-E86F8C31E4BF}"/>
                            </a:ext>
                          </a:extLst>
                        </p:cNvPr>
                        <p:cNvCxnSpPr>
                          <a:cxnSpLocks/>
                          <a:stCxn id="135464" idx="2"/>
                          <a:endCxn id="13546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60" name="楕円 135459">
                        <a:extLst>
                          <a:ext uri="{FF2B5EF4-FFF2-40B4-BE49-F238E27FC236}">
                            <a16:creationId xmlns:a16="http://schemas.microsoft.com/office/drawing/2014/main" id="{8B56E826-CA67-4F95-8143-47E6B4911C5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61" name="楕円 135460">
                        <a:extLst>
                          <a:ext uri="{FF2B5EF4-FFF2-40B4-BE49-F238E27FC236}">
                            <a16:creationId xmlns:a16="http://schemas.microsoft.com/office/drawing/2014/main" id="{C14AA841-1FE1-4E6C-BFE6-AE6E27BE49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62" name="楕円 135461">
                        <a:extLst>
                          <a:ext uri="{FF2B5EF4-FFF2-40B4-BE49-F238E27FC236}">
                            <a16:creationId xmlns:a16="http://schemas.microsoft.com/office/drawing/2014/main" id="{8FB0E46F-9FE6-497F-9ACF-207AB2E9F5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63" name="楕円 135462">
                        <a:extLst>
                          <a:ext uri="{FF2B5EF4-FFF2-40B4-BE49-F238E27FC236}">
                            <a16:creationId xmlns:a16="http://schemas.microsoft.com/office/drawing/2014/main" id="{DF0C09EA-09B6-4424-975E-EB2DF09A13F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41" name="グループ化 135440">
                      <a:extLst>
                        <a:ext uri="{FF2B5EF4-FFF2-40B4-BE49-F238E27FC236}">
                          <a16:creationId xmlns:a16="http://schemas.microsoft.com/office/drawing/2014/main" id="{A70B27A8-C94B-4022-838F-B765B07338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51" name="グループ化 135450">
                        <a:extLst>
                          <a:ext uri="{FF2B5EF4-FFF2-40B4-BE49-F238E27FC236}">
                            <a16:creationId xmlns:a16="http://schemas.microsoft.com/office/drawing/2014/main" id="{922F9BF2-BE06-4021-9BA6-AB9D3E6803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56" name="楕円 135455">
                          <a:extLst>
                            <a:ext uri="{FF2B5EF4-FFF2-40B4-BE49-F238E27FC236}">
                              <a16:creationId xmlns:a16="http://schemas.microsoft.com/office/drawing/2014/main" id="{29545163-E740-4187-811A-ED11D1FEF11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57" name="直線コネクタ 135456">
                          <a:extLst>
                            <a:ext uri="{FF2B5EF4-FFF2-40B4-BE49-F238E27FC236}">
                              <a16:creationId xmlns:a16="http://schemas.microsoft.com/office/drawing/2014/main" id="{BBF5E5DB-AA4D-4287-96D7-8A3AEAD3A74A}"/>
                            </a:ext>
                          </a:extLst>
                        </p:cNvPr>
                        <p:cNvCxnSpPr>
                          <a:cxnSpLocks/>
                          <a:stCxn id="135456" idx="0"/>
                          <a:endCxn id="13545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58" name="直線コネクタ 135457">
                          <a:extLst>
                            <a:ext uri="{FF2B5EF4-FFF2-40B4-BE49-F238E27FC236}">
                              <a16:creationId xmlns:a16="http://schemas.microsoft.com/office/drawing/2014/main" id="{381A5879-3D02-46BB-BF08-BC1B3854ED9C}"/>
                            </a:ext>
                          </a:extLst>
                        </p:cNvPr>
                        <p:cNvCxnSpPr>
                          <a:cxnSpLocks/>
                          <a:stCxn id="135456" idx="2"/>
                          <a:endCxn id="13545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52" name="楕円 135451">
                        <a:extLst>
                          <a:ext uri="{FF2B5EF4-FFF2-40B4-BE49-F238E27FC236}">
                            <a16:creationId xmlns:a16="http://schemas.microsoft.com/office/drawing/2014/main" id="{32BD9A18-D738-47E4-8B34-28B0E6876BF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53" name="楕円 135452">
                        <a:extLst>
                          <a:ext uri="{FF2B5EF4-FFF2-40B4-BE49-F238E27FC236}">
                            <a16:creationId xmlns:a16="http://schemas.microsoft.com/office/drawing/2014/main" id="{65135727-9907-4AE4-A334-63CBC1BA595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54" name="楕円 135453">
                        <a:extLst>
                          <a:ext uri="{FF2B5EF4-FFF2-40B4-BE49-F238E27FC236}">
                            <a16:creationId xmlns:a16="http://schemas.microsoft.com/office/drawing/2014/main" id="{666691F9-FA8E-4A6E-8FE9-1993BB35864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55" name="楕円 135454">
                        <a:extLst>
                          <a:ext uri="{FF2B5EF4-FFF2-40B4-BE49-F238E27FC236}">
                            <a16:creationId xmlns:a16="http://schemas.microsoft.com/office/drawing/2014/main" id="{290C22D6-4CE1-4703-8A8F-C055A403A2D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42" name="グループ化 135441">
                      <a:extLst>
                        <a:ext uri="{FF2B5EF4-FFF2-40B4-BE49-F238E27FC236}">
                          <a16:creationId xmlns:a16="http://schemas.microsoft.com/office/drawing/2014/main" id="{5B7B7012-9BDF-4D5D-9CC2-2404F7AB0E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43" name="グループ化 135442">
                        <a:extLst>
                          <a:ext uri="{FF2B5EF4-FFF2-40B4-BE49-F238E27FC236}">
                            <a16:creationId xmlns:a16="http://schemas.microsoft.com/office/drawing/2014/main" id="{AC9E9D3F-61CD-466C-A033-47FBAAFEB9C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48" name="楕円 135447">
                          <a:extLst>
                            <a:ext uri="{FF2B5EF4-FFF2-40B4-BE49-F238E27FC236}">
                              <a16:creationId xmlns:a16="http://schemas.microsoft.com/office/drawing/2014/main" id="{AFC629FF-0599-4CE8-9FC6-FAE480E5C8E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49" name="直線コネクタ 135448">
                          <a:extLst>
                            <a:ext uri="{FF2B5EF4-FFF2-40B4-BE49-F238E27FC236}">
                              <a16:creationId xmlns:a16="http://schemas.microsoft.com/office/drawing/2014/main" id="{2F574CAD-43E7-470A-9BBE-6AB8FBEBC2F2}"/>
                            </a:ext>
                          </a:extLst>
                        </p:cNvPr>
                        <p:cNvCxnSpPr>
                          <a:cxnSpLocks/>
                          <a:stCxn id="135448" idx="0"/>
                          <a:endCxn id="13544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50" name="直線コネクタ 135449">
                          <a:extLst>
                            <a:ext uri="{FF2B5EF4-FFF2-40B4-BE49-F238E27FC236}">
                              <a16:creationId xmlns:a16="http://schemas.microsoft.com/office/drawing/2014/main" id="{839F4349-EA7D-45E2-B9B0-FD593C33EA7D}"/>
                            </a:ext>
                          </a:extLst>
                        </p:cNvPr>
                        <p:cNvCxnSpPr>
                          <a:cxnSpLocks/>
                          <a:stCxn id="135448" idx="2"/>
                          <a:endCxn id="13544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44" name="楕円 135443">
                        <a:extLst>
                          <a:ext uri="{FF2B5EF4-FFF2-40B4-BE49-F238E27FC236}">
                            <a16:creationId xmlns:a16="http://schemas.microsoft.com/office/drawing/2014/main" id="{D52D4E0A-720C-4BE0-BA31-3A1734060C0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45" name="楕円 135444">
                        <a:extLst>
                          <a:ext uri="{FF2B5EF4-FFF2-40B4-BE49-F238E27FC236}">
                            <a16:creationId xmlns:a16="http://schemas.microsoft.com/office/drawing/2014/main" id="{489764BB-3D23-4F67-85C4-152D8243ECE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46" name="楕円 135445">
                        <a:extLst>
                          <a:ext uri="{FF2B5EF4-FFF2-40B4-BE49-F238E27FC236}">
                            <a16:creationId xmlns:a16="http://schemas.microsoft.com/office/drawing/2014/main" id="{D4E2D906-3E54-4043-B5B6-EDC6002977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47" name="楕円 135446">
                        <a:extLst>
                          <a:ext uri="{FF2B5EF4-FFF2-40B4-BE49-F238E27FC236}">
                            <a16:creationId xmlns:a16="http://schemas.microsoft.com/office/drawing/2014/main" id="{26F37152-6937-4D24-90AD-458BFA5932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4572" name="直線コネクタ 134571">
                    <a:extLst>
                      <a:ext uri="{FF2B5EF4-FFF2-40B4-BE49-F238E27FC236}">
                        <a16:creationId xmlns:a16="http://schemas.microsoft.com/office/drawing/2014/main" id="{2D6E2733-A42C-41C8-9F21-3DEBD3CE7F3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80000" flipH="1" flipV="1">
                    <a:off x="5966757" y="564659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73" name="直線コネクタ 134572">
                    <a:extLst>
                      <a:ext uri="{FF2B5EF4-FFF2-40B4-BE49-F238E27FC236}">
                        <a16:creationId xmlns:a16="http://schemas.microsoft.com/office/drawing/2014/main" id="{FEFF1B36-E640-4DD1-906C-DB371E024A2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4080000" flipH="1" flipV="1">
                    <a:off x="5619412" y="599172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74" name="直線コネクタ 134573">
                    <a:extLst>
                      <a:ext uri="{FF2B5EF4-FFF2-40B4-BE49-F238E27FC236}">
                        <a16:creationId xmlns:a16="http://schemas.microsoft.com/office/drawing/2014/main" id="{539DFD90-C3DF-4996-977A-2C5F30E0CC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8100000" flipH="1" flipV="1">
                    <a:off x="4924552" y="585179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75" name="直線コネクタ 134574">
                    <a:extLst>
                      <a:ext uri="{FF2B5EF4-FFF2-40B4-BE49-F238E27FC236}">
                        <a16:creationId xmlns:a16="http://schemas.microsoft.com/office/drawing/2014/main" id="{431EECF4-B43C-4D27-97EA-52C9FFAB52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657272" y="61031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4576" name="グループ化 134575">
                    <a:extLst>
                      <a:ext uri="{FF2B5EF4-FFF2-40B4-BE49-F238E27FC236}">
                        <a16:creationId xmlns:a16="http://schemas.microsoft.com/office/drawing/2014/main" id="{8BA38838-60A1-44B3-A604-D24096E53C65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680006" y="5863004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35398" name="グループ化 135397">
                      <a:extLst>
                        <a:ext uri="{FF2B5EF4-FFF2-40B4-BE49-F238E27FC236}">
                          <a16:creationId xmlns:a16="http://schemas.microsoft.com/office/drawing/2014/main" id="{7956A7D5-A3A8-4012-B2A1-B41854E6B6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35435" name="楕円 135434">
                        <a:extLst>
                          <a:ext uri="{FF2B5EF4-FFF2-40B4-BE49-F238E27FC236}">
                            <a16:creationId xmlns:a16="http://schemas.microsoft.com/office/drawing/2014/main" id="{165241E2-2278-49AE-B70A-948556F5056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436" name="直線コネクタ 135435">
                        <a:extLst>
                          <a:ext uri="{FF2B5EF4-FFF2-40B4-BE49-F238E27FC236}">
                            <a16:creationId xmlns:a16="http://schemas.microsoft.com/office/drawing/2014/main" id="{4CFEC31B-9700-47A6-87D3-201E7EE1C3B5}"/>
                          </a:ext>
                        </a:extLst>
                      </p:cNvPr>
                      <p:cNvCxnSpPr>
                        <a:cxnSpLocks/>
                        <a:stCxn id="135435" idx="3"/>
                        <a:endCxn id="135435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437" name="直線コネクタ 135436">
                        <a:extLst>
                          <a:ext uri="{FF2B5EF4-FFF2-40B4-BE49-F238E27FC236}">
                            <a16:creationId xmlns:a16="http://schemas.microsoft.com/office/drawing/2014/main" id="{32125213-AD34-46F3-8E9F-03EB5F66093F}"/>
                          </a:ext>
                        </a:extLst>
                      </p:cNvPr>
                      <p:cNvCxnSpPr>
                        <a:cxnSpLocks/>
                        <a:stCxn id="135435" idx="1"/>
                        <a:endCxn id="135435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399" name="グループ化 135398">
                      <a:extLst>
                        <a:ext uri="{FF2B5EF4-FFF2-40B4-BE49-F238E27FC236}">
                          <a16:creationId xmlns:a16="http://schemas.microsoft.com/office/drawing/2014/main" id="{E824BD7C-F792-48EA-8077-DBE137334F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27" name="グループ化 135426">
                        <a:extLst>
                          <a:ext uri="{FF2B5EF4-FFF2-40B4-BE49-F238E27FC236}">
                            <a16:creationId xmlns:a16="http://schemas.microsoft.com/office/drawing/2014/main" id="{01B5D835-F51E-4FA4-BD55-580B3B5FEA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32" name="楕円 135431">
                          <a:extLst>
                            <a:ext uri="{FF2B5EF4-FFF2-40B4-BE49-F238E27FC236}">
                              <a16:creationId xmlns:a16="http://schemas.microsoft.com/office/drawing/2014/main" id="{55796ACE-23D0-4C7F-9D3F-A009EE2109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33" name="直線コネクタ 135432">
                          <a:extLst>
                            <a:ext uri="{FF2B5EF4-FFF2-40B4-BE49-F238E27FC236}">
                              <a16:creationId xmlns:a16="http://schemas.microsoft.com/office/drawing/2014/main" id="{F2E66E35-42B1-4392-A938-03F262605BB0}"/>
                            </a:ext>
                          </a:extLst>
                        </p:cNvPr>
                        <p:cNvCxnSpPr>
                          <a:cxnSpLocks/>
                          <a:stCxn id="135432" idx="0"/>
                          <a:endCxn id="13543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34" name="直線コネクタ 135433">
                          <a:extLst>
                            <a:ext uri="{FF2B5EF4-FFF2-40B4-BE49-F238E27FC236}">
                              <a16:creationId xmlns:a16="http://schemas.microsoft.com/office/drawing/2014/main" id="{CEEC4E9A-67FF-4DD6-B4DA-5F48AD9EA1CD}"/>
                            </a:ext>
                          </a:extLst>
                        </p:cNvPr>
                        <p:cNvCxnSpPr>
                          <a:cxnSpLocks/>
                          <a:stCxn id="135432" idx="2"/>
                          <a:endCxn id="13543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28" name="楕円 135427">
                        <a:extLst>
                          <a:ext uri="{FF2B5EF4-FFF2-40B4-BE49-F238E27FC236}">
                            <a16:creationId xmlns:a16="http://schemas.microsoft.com/office/drawing/2014/main" id="{07A7F085-3C1F-4EE2-8706-80EB317B293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29" name="楕円 135428">
                        <a:extLst>
                          <a:ext uri="{FF2B5EF4-FFF2-40B4-BE49-F238E27FC236}">
                            <a16:creationId xmlns:a16="http://schemas.microsoft.com/office/drawing/2014/main" id="{CA6ABC61-AB34-461E-B870-A9D3D3BCED8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30" name="楕円 135429">
                        <a:extLst>
                          <a:ext uri="{FF2B5EF4-FFF2-40B4-BE49-F238E27FC236}">
                            <a16:creationId xmlns:a16="http://schemas.microsoft.com/office/drawing/2014/main" id="{3DCD0AD0-0100-467D-AA59-BBBFB99700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31" name="楕円 135430">
                        <a:extLst>
                          <a:ext uri="{FF2B5EF4-FFF2-40B4-BE49-F238E27FC236}">
                            <a16:creationId xmlns:a16="http://schemas.microsoft.com/office/drawing/2014/main" id="{9EE047AE-4F9A-49E0-BB28-C383310129D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00" name="グループ化 135399">
                      <a:extLst>
                        <a:ext uri="{FF2B5EF4-FFF2-40B4-BE49-F238E27FC236}">
                          <a16:creationId xmlns:a16="http://schemas.microsoft.com/office/drawing/2014/main" id="{412476C7-EAE9-418F-8C2C-1D72BE9A7A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19" name="グループ化 135418">
                        <a:extLst>
                          <a:ext uri="{FF2B5EF4-FFF2-40B4-BE49-F238E27FC236}">
                            <a16:creationId xmlns:a16="http://schemas.microsoft.com/office/drawing/2014/main" id="{FEC11002-6B18-4622-A010-3D9153AB90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24" name="楕円 135423">
                          <a:extLst>
                            <a:ext uri="{FF2B5EF4-FFF2-40B4-BE49-F238E27FC236}">
                              <a16:creationId xmlns:a16="http://schemas.microsoft.com/office/drawing/2014/main" id="{1F1C6C2F-2CC5-4B52-B398-9D1A9FBA25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25" name="直線コネクタ 135424">
                          <a:extLst>
                            <a:ext uri="{FF2B5EF4-FFF2-40B4-BE49-F238E27FC236}">
                              <a16:creationId xmlns:a16="http://schemas.microsoft.com/office/drawing/2014/main" id="{8C59A755-0F91-431A-94AF-079D19C4A0D3}"/>
                            </a:ext>
                          </a:extLst>
                        </p:cNvPr>
                        <p:cNvCxnSpPr>
                          <a:cxnSpLocks/>
                          <a:stCxn id="135424" idx="0"/>
                          <a:endCxn id="13542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26" name="直線コネクタ 135425">
                          <a:extLst>
                            <a:ext uri="{FF2B5EF4-FFF2-40B4-BE49-F238E27FC236}">
                              <a16:creationId xmlns:a16="http://schemas.microsoft.com/office/drawing/2014/main" id="{605F2B14-96E5-4AFC-A72C-5C2AB38ED011}"/>
                            </a:ext>
                          </a:extLst>
                        </p:cNvPr>
                        <p:cNvCxnSpPr>
                          <a:cxnSpLocks/>
                          <a:stCxn id="135424" idx="2"/>
                          <a:endCxn id="13542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20" name="楕円 135419">
                        <a:extLst>
                          <a:ext uri="{FF2B5EF4-FFF2-40B4-BE49-F238E27FC236}">
                            <a16:creationId xmlns:a16="http://schemas.microsoft.com/office/drawing/2014/main" id="{12F057C8-CC64-4BA7-BC99-ABC1BC3E766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21" name="楕円 135420">
                        <a:extLst>
                          <a:ext uri="{FF2B5EF4-FFF2-40B4-BE49-F238E27FC236}">
                            <a16:creationId xmlns:a16="http://schemas.microsoft.com/office/drawing/2014/main" id="{8764C9DF-12EB-4BB8-B952-B39570E217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22" name="楕円 135421">
                        <a:extLst>
                          <a:ext uri="{FF2B5EF4-FFF2-40B4-BE49-F238E27FC236}">
                            <a16:creationId xmlns:a16="http://schemas.microsoft.com/office/drawing/2014/main" id="{D0AE3E92-EAAA-4595-B2B3-DADED617DFC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23" name="楕円 135422">
                        <a:extLst>
                          <a:ext uri="{FF2B5EF4-FFF2-40B4-BE49-F238E27FC236}">
                            <a16:creationId xmlns:a16="http://schemas.microsoft.com/office/drawing/2014/main" id="{A4126819-F35D-4FBF-8F68-C98656DC5BB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01" name="グループ化 135400">
                      <a:extLst>
                        <a:ext uri="{FF2B5EF4-FFF2-40B4-BE49-F238E27FC236}">
                          <a16:creationId xmlns:a16="http://schemas.microsoft.com/office/drawing/2014/main" id="{CA855A43-E0FA-4537-B453-FC8719BFAA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11" name="グループ化 135410">
                        <a:extLst>
                          <a:ext uri="{FF2B5EF4-FFF2-40B4-BE49-F238E27FC236}">
                            <a16:creationId xmlns:a16="http://schemas.microsoft.com/office/drawing/2014/main" id="{1DE6BEED-9E2F-4E92-A0BA-1410CF3E4A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16" name="楕円 135415">
                          <a:extLst>
                            <a:ext uri="{FF2B5EF4-FFF2-40B4-BE49-F238E27FC236}">
                              <a16:creationId xmlns:a16="http://schemas.microsoft.com/office/drawing/2014/main" id="{B6A04716-A2B9-4C3F-8223-E5A8606A9E8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17" name="直線コネクタ 135416">
                          <a:extLst>
                            <a:ext uri="{FF2B5EF4-FFF2-40B4-BE49-F238E27FC236}">
                              <a16:creationId xmlns:a16="http://schemas.microsoft.com/office/drawing/2014/main" id="{BB6E30BF-A08E-45CC-9325-EF4418E7A496}"/>
                            </a:ext>
                          </a:extLst>
                        </p:cNvPr>
                        <p:cNvCxnSpPr>
                          <a:cxnSpLocks/>
                          <a:stCxn id="135416" idx="0"/>
                          <a:endCxn id="13541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18" name="直線コネクタ 135417">
                          <a:extLst>
                            <a:ext uri="{FF2B5EF4-FFF2-40B4-BE49-F238E27FC236}">
                              <a16:creationId xmlns:a16="http://schemas.microsoft.com/office/drawing/2014/main" id="{00247B02-B043-48D1-B6A0-5524ED8DDA44}"/>
                            </a:ext>
                          </a:extLst>
                        </p:cNvPr>
                        <p:cNvCxnSpPr>
                          <a:cxnSpLocks/>
                          <a:stCxn id="135416" idx="2"/>
                          <a:endCxn id="13541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12" name="楕円 135411">
                        <a:extLst>
                          <a:ext uri="{FF2B5EF4-FFF2-40B4-BE49-F238E27FC236}">
                            <a16:creationId xmlns:a16="http://schemas.microsoft.com/office/drawing/2014/main" id="{AEED0AE8-28EB-47DE-9897-6442A1FDFD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13" name="楕円 135412">
                        <a:extLst>
                          <a:ext uri="{FF2B5EF4-FFF2-40B4-BE49-F238E27FC236}">
                            <a16:creationId xmlns:a16="http://schemas.microsoft.com/office/drawing/2014/main" id="{7BADEE0A-D221-4B9B-9965-B3193F369C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14" name="楕円 135413">
                        <a:extLst>
                          <a:ext uri="{FF2B5EF4-FFF2-40B4-BE49-F238E27FC236}">
                            <a16:creationId xmlns:a16="http://schemas.microsoft.com/office/drawing/2014/main" id="{15F61185-00C5-4F03-8983-E0488EDCCE1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15" name="楕円 135414">
                        <a:extLst>
                          <a:ext uri="{FF2B5EF4-FFF2-40B4-BE49-F238E27FC236}">
                            <a16:creationId xmlns:a16="http://schemas.microsoft.com/office/drawing/2014/main" id="{B824E93C-1525-4EE7-8EF2-E21F696A22D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402" name="グループ化 135401">
                      <a:extLst>
                        <a:ext uri="{FF2B5EF4-FFF2-40B4-BE49-F238E27FC236}">
                          <a16:creationId xmlns:a16="http://schemas.microsoft.com/office/drawing/2014/main" id="{24B63CC6-52D1-4604-835A-2CE42D46ED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403" name="グループ化 135402">
                        <a:extLst>
                          <a:ext uri="{FF2B5EF4-FFF2-40B4-BE49-F238E27FC236}">
                            <a16:creationId xmlns:a16="http://schemas.microsoft.com/office/drawing/2014/main" id="{B939FD27-237A-43A4-A778-02BCB944E0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408" name="楕円 135407">
                          <a:extLst>
                            <a:ext uri="{FF2B5EF4-FFF2-40B4-BE49-F238E27FC236}">
                              <a16:creationId xmlns:a16="http://schemas.microsoft.com/office/drawing/2014/main" id="{C1B39144-283B-4ADF-94DE-4F6A71A1F22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409" name="直線コネクタ 135408">
                          <a:extLst>
                            <a:ext uri="{FF2B5EF4-FFF2-40B4-BE49-F238E27FC236}">
                              <a16:creationId xmlns:a16="http://schemas.microsoft.com/office/drawing/2014/main" id="{6BE9C7F4-F42D-4E04-B9F8-685D27776FCE}"/>
                            </a:ext>
                          </a:extLst>
                        </p:cNvPr>
                        <p:cNvCxnSpPr>
                          <a:cxnSpLocks/>
                          <a:stCxn id="135408" idx="0"/>
                          <a:endCxn id="13540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410" name="直線コネクタ 135409">
                          <a:extLst>
                            <a:ext uri="{FF2B5EF4-FFF2-40B4-BE49-F238E27FC236}">
                              <a16:creationId xmlns:a16="http://schemas.microsoft.com/office/drawing/2014/main" id="{EAAA3513-EF26-4399-A66B-DB85A5ACE769}"/>
                            </a:ext>
                          </a:extLst>
                        </p:cNvPr>
                        <p:cNvCxnSpPr>
                          <a:cxnSpLocks/>
                          <a:stCxn id="135408" idx="2"/>
                          <a:endCxn id="13540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404" name="楕円 135403">
                        <a:extLst>
                          <a:ext uri="{FF2B5EF4-FFF2-40B4-BE49-F238E27FC236}">
                            <a16:creationId xmlns:a16="http://schemas.microsoft.com/office/drawing/2014/main" id="{2E0FC14D-3799-4DDB-820D-4479C0E082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05" name="楕円 135404">
                        <a:extLst>
                          <a:ext uri="{FF2B5EF4-FFF2-40B4-BE49-F238E27FC236}">
                            <a16:creationId xmlns:a16="http://schemas.microsoft.com/office/drawing/2014/main" id="{E5D536CA-9592-46F8-8F5A-FEDDE96C803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06" name="楕円 135405">
                        <a:extLst>
                          <a:ext uri="{FF2B5EF4-FFF2-40B4-BE49-F238E27FC236}">
                            <a16:creationId xmlns:a16="http://schemas.microsoft.com/office/drawing/2014/main" id="{E3755919-8389-4DB5-A43E-D767B8A82B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407" name="楕円 135406">
                        <a:extLst>
                          <a:ext uri="{FF2B5EF4-FFF2-40B4-BE49-F238E27FC236}">
                            <a16:creationId xmlns:a16="http://schemas.microsoft.com/office/drawing/2014/main" id="{65042B6E-A0A4-407A-9503-0692E7C10B4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4577" name="直線コネクタ 134576">
                    <a:extLst>
                      <a:ext uri="{FF2B5EF4-FFF2-40B4-BE49-F238E27FC236}">
                        <a16:creationId xmlns:a16="http://schemas.microsoft.com/office/drawing/2014/main" id="{AF6F6689-FBCE-401C-A017-12BD5941803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6780000" flipH="1" flipV="1">
                    <a:off x="5129762" y="5990152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78" name="直線コネクタ 134577">
                    <a:extLst>
                      <a:ext uri="{FF2B5EF4-FFF2-40B4-BE49-F238E27FC236}">
                        <a16:creationId xmlns:a16="http://schemas.microsoft.com/office/drawing/2014/main" id="{C7F82A12-FD16-4C8C-9A8C-A93574A2B20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9480000" flipH="1" flipV="1">
                    <a:off x="4784636" y="564280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79" name="直線コネクタ 134578">
                    <a:extLst>
                      <a:ext uri="{FF2B5EF4-FFF2-40B4-BE49-F238E27FC236}">
                        <a16:creationId xmlns:a16="http://schemas.microsoft.com/office/drawing/2014/main" id="{9C26AA1E-5C1C-4994-9E3E-97419E83C64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500000" flipH="1" flipV="1">
                    <a:off x="4924560" y="494794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80" name="直線コネクタ 134579">
                    <a:extLst>
                      <a:ext uri="{FF2B5EF4-FFF2-40B4-BE49-F238E27FC236}">
                        <a16:creationId xmlns:a16="http://schemas.microsoft.com/office/drawing/2014/main" id="{B5CBE7A7-B47F-49C4-821E-E4A1CE0105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657526" y="46572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4581" name="グループ化 134580">
                    <a:extLst>
                      <a:ext uri="{FF2B5EF4-FFF2-40B4-BE49-F238E27FC236}">
                        <a16:creationId xmlns:a16="http://schemas.microsoft.com/office/drawing/2014/main" id="{F6247BF4-71EC-4FBC-991D-EC634D739D83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679955" y="4680051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35358" name="グループ化 135357">
                      <a:extLst>
                        <a:ext uri="{FF2B5EF4-FFF2-40B4-BE49-F238E27FC236}">
                          <a16:creationId xmlns:a16="http://schemas.microsoft.com/office/drawing/2014/main" id="{669674CF-7ACB-4E1C-9184-BF7C7BC9E73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35395" name="楕円 135394">
                        <a:extLst>
                          <a:ext uri="{FF2B5EF4-FFF2-40B4-BE49-F238E27FC236}">
                            <a16:creationId xmlns:a16="http://schemas.microsoft.com/office/drawing/2014/main" id="{DD0F4A5D-1845-4C41-A8D4-B12D15E528E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396" name="直線コネクタ 135395">
                        <a:extLst>
                          <a:ext uri="{FF2B5EF4-FFF2-40B4-BE49-F238E27FC236}">
                            <a16:creationId xmlns:a16="http://schemas.microsoft.com/office/drawing/2014/main" id="{A936CB2F-FF41-4681-A746-062018EB67F6}"/>
                          </a:ext>
                        </a:extLst>
                      </p:cNvPr>
                      <p:cNvCxnSpPr>
                        <a:cxnSpLocks/>
                        <a:stCxn id="135395" idx="3"/>
                        <a:endCxn id="135395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97" name="直線コネクタ 135396">
                        <a:extLst>
                          <a:ext uri="{FF2B5EF4-FFF2-40B4-BE49-F238E27FC236}">
                            <a16:creationId xmlns:a16="http://schemas.microsoft.com/office/drawing/2014/main" id="{C9B99E8C-D72F-4116-A490-876D2F5DFF70}"/>
                          </a:ext>
                        </a:extLst>
                      </p:cNvPr>
                      <p:cNvCxnSpPr>
                        <a:cxnSpLocks/>
                        <a:stCxn id="135395" idx="1"/>
                        <a:endCxn id="135395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359" name="グループ化 135358">
                      <a:extLst>
                        <a:ext uri="{FF2B5EF4-FFF2-40B4-BE49-F238E27FC236}">
                          <a16:creationId xmlns:a16="http://schemas.microsoft.com/office/drawing/2014/main" id="{8E788C49-A084-407B-BD2A-26AEB0F855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387" name="グループ化 135386">
                        <a:extLst>
                          <a:ext uri="{FF2B5EF4-FFF2-40B4-BE49-F238E27FC236}">
                            <a16:creationId xmlns:a16="http://schemas.microsoft.com/office/drawing/2014/main" id="{C22959E7-0A95-4C53-A8BB-03A40C181C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392" name="楕円 135391">
                          <a:extLst>
                            <a:ext uri="{FF2B5EF4-FFF2-40B4-BE49-F238E27FC236}">
                              <a16:creationId xmlns:a16="http://schemas.microsoft.com/office/drawing/2014/main" id="{31905765-86BF-49EA-8F0B-1540F1B5DF2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93" name="直線コネクタ 135392">
                          <a:extLst>
                            <a:ext uri="{FF2B5EF4-FFF2-40B4-BE49-F238E27FC236}">
                              <a16:creationId xmlns:a16="http://schemas.microsoft.com/office/drawing/2014/main" id="{357B60C7-9CE3-43FA-9E92-D27DD4440B8D}"/>
                            </a:ext>
                          </a:extLst>
                        </p:cNvPr>
                        <p:cNvCxnSpPr>
                          <a:cxnSpLocks/>
                          <a:stCxn id="135392" idx="0"/>
                          <a:endCxn id="135392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94" name="直線コネクタ 135393">
                          <a:extLst>
                            <a:ext uri="{FF2B5EF4-FFF2-40B4-BE49-F238E27FC236}">
                              <a16:creationId xmlns:a16="http://schemas.microsoft.com/office/drawing/2014/main" id="{FA222A17-715C-41A3-831E-27E826D59ADB}"/>
                            </a:ext>
                          </a:extLst>
                        </p:cNvPr>
                        <p:cNvCxnSpPr>
                          <a:cxnSpLocks/>
                          <a:stCxn id="135392" idx="2"/>
                          <a:endCxn id="135392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388" name="楕円 135387">
                        <a:extLst>
                          <a:ext uri="{FF2B5EF4-FFF2-40B4-BE49-F238E27FC236}">
                            <a16:creationId xmlns:a16="http://schemas.microsoft.com/office/drawing/2014/main" id="{85DD26AC-83EF-4895-89B6-C5012699356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89" name="楕円 135388">
                        <a:extLst>
                          <a:ext uri="{FF2B5EF4-FFF2-40B4-BE49-F238E27FC236}">
                            <a16:creationId xmlns:a16="http://schemas.microsoft.com/office/drawing/2014/main" id="{9AB24494-5E03-404A-932F-CDC848ED263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90" name="楕円 135389">
                        <a:extLst>
                          <a:ext uri="{FF2B5EF4-FFF2-40B4-BE49-F238E27FC236}">
                            <a16:creationId xmlns:a16="http://schemas.microsoft.com/office/drawing/2014/main" id="{53932A5D-9706-4E59-B98E-D07A731204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91" name="楕円 135390">
                        <a:extLst>
                          <a:ext uri="{FF2B5EF4-FFF2-40B4-BE49-F238E27FC236}">
                            <a16:creationId xmlns:a16="http://schemas.microsoft.com/office/drawing/2014/main" id="{621A1E7D-EE8C-49E8-A6A0-89C4B0B5A6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360" name="グループ化 135359">
                      <a:extLst>
                        <a:ext uri="{FF2B5EF4-FFF2-40B4-BE49-F238E27FC236}">
                          <a16:creationId xmlns:a16="http://schemas.microsoft.com/office/drawing/2014/main" id="{269590EC-0787-44A9-9D50-25A973FDDF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379" name="グループ化 135378">
                        <a:extLst>
                          <a:ext uri="{FF2B5EF4-FFF2-40B4-BE49-F238E27FC236}">
                            <a16:creationId xmlns:a16="http://schemas.microsoft.com/office/drawing/2014/main" id="{905D9F9B-9776-4A2A-B734-323EC51DAF6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384" name="楕円 135383">
                          <a:extLst>
                            <a:ext uri="{FF2B5EF4-FFF2-40B4-BE49-F238E27FC236}">
                              <a16:creationId xmlns:a16="http://schemas.microsoft.com/office/drawing/2014/main" id="{9A0A57A3-EB16-4C3C-85EF-FC436B110BE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85" name="直線コネクタ 135384">
                          <a:extLst>
                            <a:ext uri="{FF2B5EF4-FFF2-40B4-BE49-F238E27FC236}">
                              <a16:creationId xmlns:a16="http://schemas.microsoft.com/office/drawing/2014/main" id="{E74CD8C1-52AE-4BE4-A934-55A0425DD2CB}"/>
                            </a:ext>
                          </a:extLst>
                        </p:cNvPr>
                        <p:cNvCxnSpPr>
                          <a:cxnSpLocks/>
                          <a:stCxn id="135384" idx="0"/>
                          <a:endCxn id="135384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86" name="直線コネクタ 135385">
                          <a:extLst>
                            <a:ext uri="{FF2B5EF4-FFF2-40B4-BE49-F238E27FC236}">
                              <a16:creationId xmlns:a16="http://schemas.microsoft.com/office/drawing/2014/main" id="{3722DC4A-48B1-4435-9021-AF339B79ECA8}"/>
                            </a:ext>
                          </a:extLst>
                        </p:cNvPr>
                        <p:cNvCxnSpPr>
                          <a:cxnSpLocks/>
                          <a:stCxn id="135384" idx="2"/>
                          <a:endCxn id="135384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380" name="楕円 135379">
                        <a:extLst>
                          <a:ext uri="{FF2B5EF4-FFF2-40B4-BE49-F238E27FC236}">
                            <a16:creationId xmlns:a16="http://schemas.microsoft.com/office/drawing/2014/main" id="{7F75B424-34EE-45B5-A7F3-E9CBB687B4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81" name="楕円 135380">
                        <a:extLst>
                          <a:ext uri="{FF2B5EF4-FFF2-40B4-BE49-F238E27FC236}">
                            <a16:creationId xmlns:a16="http://schemas.microsoft.com/office/drawing/2014/main" id="{6B19A578-C937-4F91-BDFF-D48B74217DC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82" name="楕円 135381">
                        <a:extLst>
                          <a:ext uri="{FF2B5EF4-FFF2-40B4-BE49-F238E27FC236}">
                            <a16:creationId xmlns:a16="http://schemas.microsoft.com/office/drawing/2014/main" id="{FF178C58-0E81-4DDC-A0D2-866B76CA80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83" name="楕円 135382">
                        <a:extLst>
                          <a:ext uri="{FF2B5EF4-FFF2-40B4-BE49-F238E27FC236}">
                            <a16:creationId xmlns:a16="http://schemas.microsoft.com/office/drawing/2014/main" id="{08EDC594-4F0A-4C64-ABEE-B614AFFB93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361" name="グループ化 135360">
                      <a:extLst>
                        <a:ext uri="{FF2B5EF4-FFF2-40B4-BE49-F238E27FC236}">
                          <a16:creationId xmlns:a16="http://schemas.microsoft.com/office/drawing/2014/main" id="{2C1A99FB-EDBA-47AB-A3D1-EC470C6948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371" name="グループ化 135370">
                        <a:extLst>
                          <a:ext uri="{FF2B5EF4-FFF2-40B4-BE49-F238E27FC236}">
                            <a16:creationId xmlns:a16="http://schemas.microsoft.com/office/drawing/2014/main" id="{654CE6A2-A675-4FDB-8181-FE0DA92008C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376" name="楕円 135375">
                          <a:extLst>
                            <a:ext uri="{FF2B5EF4-FFF2-40B4-BE49-F238E27FC236}">
                              <a16:creationId xmlns:a16="http://schemas.microsoft.com/office/drawing/2014/main" id="{9CD047CA-E10B-4AA9-BA85-27A1EA80C8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77" name="直線コネクタ 135376">
                          <a:extLst>
                            <a:ext uri="{FF2B5EF4-FFF2-40B4-BE49-F238E27FC236}">
                              <a16:creationId xmlns:a16="http://schemas.microsoft.com/office/drawing/2014/main" id="{76D0C594-4C87-4129-93CD-738F41187571}"/>
                            </a:ext>
                          </a:extLst>
                        </p:cNvPr>
                        <p:cNvCxnSpPr>
                          <a:cxnSpLocks/>
                          <a:stCxn id="135376" idx="0"/>
                          <a:endCxn id="135376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78" name="直線コネクタ 135377">
                          <a:extLst>
                            <a:ext uri="{FF2B5EF4-FFF2-40B4-BE49-F238E27FC236}">
                              <a16:creationId xmlns:a16="http://schemas.microsoft.com/office/drawing/2014/main" id="{17E2B12C-EDE8-4DD3-9E21-E96E40D1A039}"/>
                            </a:ext>
                          </a:extLst>
                        </p:cNvPr>
                        <p:cNvCxnSpPr>
                          <a:cxnSpLocks/>
                          <a:stCxn id="135376" idx="2"/>
                          <a:endCxn id="135376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372" name="楕円 135371">
                        <a:extLst>
                          <a:ext uri="{FF2B5EF4-FFF2-40B4-BE49-F238E27FC236}">
                            <a16:creationId xmlns:a16="http://schemas.microsoft.com/office/drawing/2014/main" id="{D307D0F8-BB11-4966-B0CC-95B5E5D1A68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73" name="楕円 135372">
                        <a:extLst>
                          <a:ext uri="{FF2B5EF4-FFF2-40B4-BE49-F238E27FC236}">
                            <a16:creationId xmlns:a16="http://schemas.microsoft.com/office/drawing/2014/main" id="{854718FA-896A-417B-8274-D03B89A5C13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74" name="楕円 135373">
                        <a:extLst>
                          <a:ext uri="{FF2B5EF4-FFF2-40B4-BE49-F238E27FC236}">
                            <a16:creationId xmlns:a16="http://schemas.microsoft.com/office/drawing/2014/main" id="{0D33DA92-6F0D-4638-9192-2EAB2AEBD4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75" name="楕円 135374">
                        <a:extLst>
                          <a:ext uri="{FF2B5EF4-FFF2-40B4-BE49-F238E27FC236}">
                            <a16:creationId xmlns:a16="http://schemas.microsoft.com/office/drawing/2014/main" id="{48FE130B-1136-477E-A92B-BD4D65C702E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35362" name="グループ化 135361">
                      <a:extLst>
                        <a:ext uri="{FF2B5EF4-FFF2-40B4-BE49-F238E27FC236}">
                          <a16:creationId xmlns:a16="http://schemas.microsoft.com/office/drawing/2014/main" id="{9B981672-32FD-4A6D-A939-49AA3E0C53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35363" name="グループ化 135362">
                        <a:extLst>
                          <a:ext uri="{FF2B5EF4-FFF2-40B4-BE49-F238E27FC236}">
                            <a16:creationId xmlns:a16="http://schemas.microsoft.com/office/drawing/2014/main" id="{67816010-B609-41A8-8740-C2A95CD3A7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35368" name="楕円 135367">
                          <a:extLst>
                            <a:ext uri="{FF2B5EF4-FFF2-40B4-BE49-F238E27FC236}">
                              <a16:creationId xmlns:a16="http://schemas.microsoft.com/office/drawing/2014/main" id="{7E6B1915-5811-421B-BC94-8999E5A1891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69" name="直線コネクタ 135368">
                          <a:extLst>
                            <a:ext uri="{FF2B5EF4-FFF2-40B4-BE49-F238E27FC236}">
                              <a16:creationId xmlns:a16="http://schemas.microsoft.com/office/drawing/2014/main" id="{F153C178-4A0E-4DB7-9961-B81D1A9BC766}"/>
                            </a:ext>
                          </a:extLst>
                        </p:cNvPr>
                        <p:cNvCxnSpPr>
                          <a:cxnSpLocks/>
                          <a:stCxn id="135368" idx="0"/>
                          <a:endCxn id="135368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70" name="直線コネクタ 135369">
                          <a:extLst>
                            <a:ext uri="{FF2B5EF4-FFF2-40B4-BE49-F238E27FC236}">
                              <a16:creationId xmlns:a16="http://schemas.microsoft.com/office/drawing/2014/main" id="{B6DF4BDF-CFB3-459A-9125-FFA1E9AD4685}"/>
                            </a:ext>
                          </a:extLst>
                        </p:cNvPr>
                        <p:cNvCxnSpPr>
                          <a:cxnSpLocks/>
                          <a:stCxn id="135368" idx="2"/>
                          <a:endCxn id="135368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35364" name="楕円 135363">
                        <a:extLst>
                          <a:ext uri="{FF2B5EF4-FFF2-40B4-BE49-F238E27FC236}">
                            <a16:creationId xmlns:a16="http://schemas.microsoft.com/office/drawing/2014/main" id="{8298E4A8-2E07-441D-A6BF-77FD1AA8A8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65" name="楕円 135364">
                        <a:extLst>
                          <a:ext uri="{FF2B5EF4-FFF2-40B4-BE49-F238E27FC236}">
                            <a16:creationId xmlns:a16="http://schemas.microsoft.com/office/drawing/2014/main" id="{7DFF3227-C6DE-4A35-8272-D62F5D7A4C4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66" name="楕円 135365">
                        <a:extLst>
                          <a:ext uri="{FF2B5EF4-FFF2-40B4-BE49-F238E27FC236}">
                            <a16:creationId xmlns:a16="http://schemas.microsoft.com/office/drawing/2014/main" id="{DD257F32-D844-4425-98F7-3BC22D0392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35367" name="楕円 135366">
                        <a:extLst>
                          <a:ext uri="{FF2B5EF4-FFF2-40B4-BE49-F238E27FC236}">
                            <a16:creationId xmlns:a16="http://schemas.microsoft.com/office/drawing/2014/main" id="{D59C5044-AFBA-49CA-994B-D4CF2DE443D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34582" name="直線コネクタ 134581">
                    <a:extLst>
                      <a:ext uri="{FF2B5EF4-FFF2-40B4-BE49-F238E27FC236}">
                        <a16:creationId xmlns:a16="http://schemas.microsoft.com/office/drawing/2014/main" id="{FFE69E31-3C10-4D6B-A4D3-B5627ACF9B5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2180000" flipH="1" flipV="1">
                    <a:off x="4786205" y="515315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83" name="直線コネクタ 134582">
                    <a:extLst>
                      <a:ext uri="{FF2B5EF4-FFF2-40B4-BE49-F238E27FC236}">
                        <a16:creationId xmlns:a16="http://schemas.microsoft.com/office/drawing/2014/main" id="{E53C7D51-DE4C-4C8C-A266-6C53146A26E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4880000" flipH="1" flipV="1">
                    <a:off x="5133550" y="480803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4584" name="楕円 134583">
                    <a:extLst>
                      <a:ext uri="{FF2B5EF4-FFF2-40B4-BE49-F238E27FC236}">
                        <a16:creationId xmlns:a16="http://schemas.microsoft.com/office/drawing/2014/main" id="{11288853-D4C2-4CDA-91A9-D284A58E001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2180000" flipH="1">
                    <a:off x="6024048" y="511452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85" name="楕円 134584">
                    <a:extLst>
                      <a:ext uri="{FF2B5EF4-FFF2-40B4-BE49-F238E27FC236}">
                        <a16:creationId xmlns:a16="http://schemas.microsoft.com/office/drawing/2014/main" id="{A21F87C3-7C46-4F0B-9F97-3F3624AF47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6076355" y="5378299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86" name="楕円 134585">
                    <a:extLst>
                      <a:ext uri="{FF2B5EF4-FFF2-40B4-BE49-F238E27FC236}">
                        <a16:creationId xmlns:a16="http://schemas.microsoft.com/office/drawing/2014/main" id="{76349C17-0464-4B60-89B7-ACB4595314D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378263" y="6076355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87" name="楕円 134586">
                    <a:extLst>
                      <a:ext uri="{FF2B5EF4-FFF2-40B4-BE49-F238E27FC236}">
                        <a16:creationId xmlns:a16="http://schemas.microsoft.com/office/drawing/2014/main" id="{935FF3B0-FCE9-425C-8C47-DBDF2DF468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7580000" flipH="1">
                    <a:off x="5642042" y="60240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88" name="楕円 134587">
                    <a:extLst>
                      <a:ext uri="{FF2B5EF4-FFF2-40B4-BE49-F238E27FC236}">
                        <a16:creationId xmlns:a16="http://schemas.microsoft.com/office/drawing/2014/main" id="{BA456BCC-3D91-4A41-95BA-B2B202BF71D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4880000" flipH="1">
                    <a:off x="6021414" y="564840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89" name="楕円 134588">
                    <a:extLst>
                      <a:ext uri="{FF2B5EF4-FFF2-40B4-BE49-F238E27FC236}">
                        <a16:creationId xmlns:a16="http://schemas.microsoft.com/office/drawing/2014/main" id="{29690D48-0860-4B26-984C-FBCD8EA1E5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>
                    <a:off x="4680207" y="5378263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90" name="楕円 134589">
                    <a:extLst>
                      <a:ext uri="{FF2B5EF4-FFF2-40B4-BE49-F238E27FC236}">
                        <a16:creationId xmlns:a16="http://schemas.microsoft.com/office/drawing/2014/main" id="{BE676684-AE3A-4369-82C6-0F9F30AF779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80000" flipH="1">
                    <a:off x="4732514" y="564204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91" name="楕円 134590">
                    <a:extLst>
                      <a:ext uri="{FF2B5EF4-FFF2-40B4-BE49-F238E27FC236}">
                        <a16:creationId xmlns:a16="http://schemas.microsoft.com/office/drawing/2014/main" id="{851D5D44-B821-433B-83C9-B166DCD55D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0280000" flipH="1">
                    <a:off x="5108162" y="60214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92" name="楕円 134591">
                    <a:extLst>
                      <a:ext uri="{FF2B5EF4-FFF2-40B4-BE49-F238E27FC236}">
                        <a16:creationId xmlns:a16="http://schemas.microsoft.com/office/drawing/2014/main" id="{A559163E-2B0A-4CE2-87BC-45365986AC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6780000" flipH="1">
                    <a:off x="5114520" y="47325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93" name="楕円 134592">
                    <a:extLst>
                      <a:ext uri="{FF2B5EF4-FFF2-40B4-BE49-F238E27FC236}">
                        <a16:creationId xmlns:a16="http://schemas.microsoft.com/office/drawing/2014/main" id="{F23D3FDE-08F1-42DD-85E6-1C6B6312986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4080000" flipH="1">
                    <a:off x="4735148" y="510816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4594" name="楕円 134593">
                    <a:extLst>
                      <a:ext uri="{FF2B5EF4-FFF2-40B4-BE49-F238E27FC236}">
                        <a16:creationId xmlns:a16="http://schemas.microsoft.com/office/drawing/2014/main" id="{1B35085A-CB30-4932-9559-41554146D65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>
                    <a:off x="5378299" y="4680207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grpSp>
                <p:nvGrpSpPr>
                  <p:cNvPr id="134595" name="グループ化 134594">
                    <a:extLst>
                      <a:ext uri="{FF2B5EF4-FFF2-40B4-BE49-F238E27FC236}">
                        <a16:creationId xmlns:a16="http://schemas.microsoft.com/office/drawing/2014/main" id="{38C0DDD4-CBAF-4425-970D-6C901B9463B0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5324" name="グループ化 135323">
                      <a:extLst>
                        <a:ext uri="{FF2B5EF4-FFF2-40B4-BE49-F238E27FC236}">
                          <a16:creationId xmlns:a16="http://schemas.microsoft.com/office/drawing/2014/main" id="{1163716D-09F7-4F5B-BCEE-69A26A649A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5349" name="直線コネクタ 135348">
                        <a:extLst>
                          <a:ext uri="{FF2B5EF4-FFF2-40B4-BE49-F238E27FC236}">
                            <a16:creationId xmlns:a16="http://schemas.microsoft.com/office/drawing/2014/main" id="{83FD983B-23C5-4F14-8B9D-7A99128690F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50" name="直線コネクタ 135349">
                        <a:extLst>
                          <a:ext uri="{FF2B5EF4-FFF2-40B4-BE49-F238E27FC236}">
                            <a16:creationId xmlns:a16="http://schemas.microsoft.com/office/drawing/2014/main" id="{4807F9C7-6B65-482C-98AA-60324C30EAE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51" name="直線コネクタ 135350">
                        <a:extLst>
                          <a:ext uri="{FF2B5EF4-FFF2-40B4-BE49-F238E27FC236}">
                            <a16:creationId xmlns:a16="http://schemas.microsoft.com/office/drawing/2014/main" id="{421E8FD3-A207-4AAE-BB41-6436E6BF8C6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52" name="直線コネクタ 135351">
                        <a:extLst>
                          <a:ext uri="{FF2B5EF4-FFF2-40B4-BE49-F238E27FC236}">
                            <a16:creationId xmlns:a16="http://schemas.microsoft.com/office/drawing/2014/main" id="{D8D82D09-2FBC-491C-A7D0-92BA3289505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53" name="直線コネクタ 135352">
                        <a:extLst>
                          <a:ext uri="{FF2B5EF4-FFF2-40B4-BE49-F238E27FC236}">
                            <a16:creationId xmlns:a16="http://schemas.microsoft.com/office/drawing/2014/main" id="{70AC758D-D700-4337-8351-56B9569FC2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54" name="直線コネクタ 135353">
                        <a:extLst>
                          <a:ext uri="{FF2B5EF4-FFF2-40B4-BE49-F238E27FC236}">
                            <a16:creationId xmlns:a16="http://schemas.microsoft.com/office/drawing/2014/main" id="{910B5BF8-ED62-4C76-BFB8-799784C1CBB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55" name="直線コネクタ 135354">
                        <a:extLst>
                          <a:ext uri="{FF2B5EF4-FFF2-40B4-BE49-F238E27FC236}">
                            <a16:creationId xmlns:a16="http://schemas.microsoft.com/office/drawing/2014/main" id="{74438385-9602-44C1-980C-3403B571634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56" name="直線コネクタ 135355">
                        <a:extLst>
                          <a:ext uri="{FF2B5EF4-FFF2-40B4-BE49-F238E27FC236}">
                            <a16:creationId xmlns:a16="http://schemas.microsoft.com/office/drawing/2014/main" id="{18BDD4A9-19B9-47D0-B09B-F3E91BCA931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57" name="直線コネクタ 135356">
                        <a:extLst>
                          <a:ext uri="{FF2B5EF4-FFF2-40B4-BE49-F238E27FC236}">
                            <a16:creationId xmlns:a16="http://schemas.microsoft.com/office/drawing/2014/main" id="{6380D8FA-4E82-4C4B-ADDB-8584D6ACE46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325" name="グループ化 135324">
                      <a:extLst>
                        <a:ext uri="{FF2B5EF4-FFF2-40B4-BE49-F238E27FC236}">
                          <a16:creationId xmlns:a16="http://schemas.microsoft.com/office/drawing/2014/main" id="{62299F9D-DFB0-4CBE-A71F-A2C5FED7C7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346" name="楕円 135345">
                        <a:extLst>
                          <a:ext uri="{FF2B5EF4-FFF2-40B4-BE49-F238E27FC236}">
                            <a16:creationId xmlns:a16="http://schemas.microsoft.com/office/drawing/2014/main" id="{E4538B34-6DF7-4E19-BA24-0752445740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347" name="直線コネクタ 135346">
                        <a:extLst>
                          <a:ext uri="{FF2B5EF4-FFF2-40B4-BE49-F238E27FC236}">
                            <a16:creationId xmlns:a16="http://schemas.microsoft.com/office/drawing/2014/main" id="{1C1CF7B4-BC89-4006-A058-EC7BDDFDE182}"/>
                          </a:ext>
                        </a:extLst>
                      </p:cNvPr>
                      <p:cNvCxnSpPr>
                        <a:cxnSpLocks/>
                        <a:stCxn id="135346" idx="6"/>
                        <a:endCxn id="13534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48" name="直線コネクタ 135347">
                        <a:extLst>
                          <a:ext uri="{FF2B5EF4-FFF2-40B4-BE49-F238E27FC236}">
                            <a16:creationId xmlns:a16="http://schemas.microsoft.com/office/drawing/2014/main" id="{3B144D1E-FB58-4856-ADED-DF96400299EA}"/>
                          </a:ext>
                        </a:extLst>
                      </p:cNvPr>
                      <p:cNvCxnSpPr>
                        <a:cxnSpLocks/>
                        <a:stCxn id="135346" idx="4"/>
                        <a:endCxn id="13534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326" name="グループ化 135325">
                      <a:extLst>
                        <a:ext uri="{FF2B5EF4-FFF2-40B4-BE49-F238E27FC236}">
                          <a16:creationId xmlns:a16="http://schemas.microsoft.com/office/drawing/2014/main" id="{463BFA05-8003-40B3-AC09-C7901659DC77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343" name="楕円 135342">
                        <a:extLst>
                          <a:ext uri="{FF2B5EF4-FFF2-40B4-BE49-F238E27FC236}">
                            <a16:creationId xmlns:a16="http://schemas.microsoft.com/office/drawing/2014/main" id="{90719C9E-B3AD-42AF-BB4B-D035B4D2AC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344" name="直線コネクタ 135343">
                        <a:extLst>
                          <a:ext uri="{FF2B5EF4-FFF2-40B4-BE49-F238E27FC236}">
                            <a16:creationId xmlns:a16="http://schemas.microsoft.com/office/drawing/2014/main" id="{E1C943C9-B450-49A5-BE7D-6EC2107CCC45}"/>
                          </a:ext>
                        </a:extLst>
                      </p:cNvPr>
                      <p:cNvCxnSpPr>
                        <a:cxnSpLocks/>
                        <a:stCxn id="135343" idx="6"/>
                        <a:endCxn id="13534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45" name="直線コネクタ 135344">
                        <a:extLst>
                          <a:ext uri="{FF2B5EF4-FFF2-40B4-BE49-F238E27FC236}">
                            <a16:creationId xmlns:a16="http://schemas.microsoft.com/office/drawing/2014/main" id="{1AFA3ADC-27AE-4E70-ACCA-F9AD98202B7D}"/>
                          </a:ext>
                        </a:extLst>
                      </p:cNvPr>
                      <p:cNvCxnSpPr>
                        <a:cxnSpLocks/>
                        <a:stCxn id="135343" idx="4"/>
                        <a:endCxn id="13534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327" name="グループ化 135326">
                      <a:extLst>
                        <a:ext uri="{FF2B5EF4-FFF2-40B4-BE49-F238E27FC236}">
                          <a16:creationId xmlns:a16="http://schemas.microsoft.com/office/drawing/2014/main" id="{0A7C2A53-CB87-4F1D-9BA3-313A33A51F22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340" name="楕円 135339">
                        <a:extLst>
                          <a:ext uri="{FF2B5EF4-FFF2-40B4-BE49-F238E27FC236}">
                            <a16:creationId xmlns:a16="http://schemas.microsoft.com/office/drawing/2014/main" id="{3BBBFFA8-062A-4CC6-82C9-13F276BEE5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341" name="直線コネクタ 135340">
                        <a:extLst>
                          <a:ext uri="{FF2B5EF4-FFF2-40B4-BE49-F238E27FC236}">
                            <a16:creationId xmlns:a16="http://schemas.microsoft.com/office/drawing/2014/main" id="{F0B2C326-F9FD-4070-866D-D197BA4569CF}"/>
                          </a:ext>
                        </a:extLst>
                      </p:cNvPr>
                      <p:cNvCxnSpPr>
                        <a:cxnSpLocks/>
                        <a:stCxn id="135340" idx="6"/>
                        <a:endCxn id="13534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42" name="直線コネクタ 135341">
                        <a:extLst>
                          <a:ext uri="{FF2B5EF4-FFF2-40B4-BE49-F238E27FC236}">
                            <a16:creationId xmlns:a16="http://schemas.microsoft.com/office/drawing/2014/main" id="{B6F854B2-7E5D-4BD1-AE46-C50B97D2908F}"/>
                          </a:ext>
                        </a:extLst>
                      </p:cNvPr>
                      <p:cNvCxnSpPr>
                        <a:cxnSpLocks/>
                        <a:stCxn id="135340" idx="4"/>
                        <a:endCxn id="13534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328" name="グループ化 135327">
                      <a:extLst>
                        <a:ext uri="{FF2B5EF4-FFF2-40B4-BE49-F238E27FC236}">
                          <a16:creationId xmlns:a16="http://schemas.microsoft.com/office/drawing/2014/main" id="{157EAC59-6CB6-4845-9B1A-D794CD6D8637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337" name="楕円 135336">
                        <a:extLst>
                          <a:ext uri="{FF2B5EF4-FFF2-40B4-BE49-F238E27FC236}">
                            <a16:creationId xmlns:a16="http://schemas.microsoft.com/office/drawing/2014/main" id="{DA4B078C-0A66-412A-855B-BF70E76CA0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338" name="直線コネクタ 135337">
                        <a:extLst>
                          <a:ext uri="{FF2B5EF4-FFF2-40B4-BE49-F238E27FC236}">
                            <a16:creationId xmlns:a16="http://schemas.microsoft.com/office/drawing/2014/main" id="{91798275-50C3-42C5-9AA1-8D0A1A4F2C0D}"/>
                          </a:ext>
                        </a:extLst>
                      </p:cNvPr>
                      <p:cNvCxnSpPr>
                        <a:cxnSpLocks/>
                        <a:stCxn id="135337" idx="6"/>
                        <a:endCxn id="13533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39" name="直線コネクタ 135338">
                        <a:extLst>
                          <a:ext uri="{FF2B5EF4-FFF2-40B4-BE49-F238E27FC236}">
                            <a16:creationId xmlns:a16="http://schemas.microsoft.com/office/drawing/2014/main" id="{746426F9-6DCB-4BCA-A050-2A1DABDB6D8C}"/>
                          </a:ext>
                        </a:extLst>
                      </p:cNvPr>
                      <p:cNvCxnSpPr>
                        <a:cxnSpLocks/>
                        <a:stCxn id="135337" idx="4"/>
                        <a:endCxn id="13533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329" name="グループ化 135328">
                      <a:extLst>
                        <a:ext uri="{FF2B5EF4-FFF2-40B4-BE49-F238E27FC236}">
                          <a16:creationId xmlns:a16="http://schemas.microsoft.com/office/drawing/2014/main" id="{BE059977-E8D8-433E-A90B-1CDE290AE87A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334" name="楕円 135333">
                        <a:extLst>
                          <a:ext uri="{FF2B5EF4-FFF2-40B4-BE49-F238E27FC236}">
                            <a16:creationId xmlns:a16="http://schemas.microsoft.com/office/drawing/2014/main" id="{23284249-DA81-4167-9C2D-8AA20EE583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335" name="直線コネクタ 135334">
                        <a:extLst>
                          <a:ext uri="{FF2B5EF4-FFF2-40B4-BE49-F238E27FC236}">
                            <a16:creationId xmlns:a16="http://schemas.microsoft.com/office/drawing/2014/main" id="{251BA13E-9B23-4C3D-B21A-CFE526BAB37F}"/>
                          </a:ext>
                        </a:extLst>
                      </p:cNvPr>
                      <p:cNvCxnSpPr>
                        <a:cxnSpLocks/>
                        <a:stCxn id="135334" idx="6"/>
                        <a:endCxn id="13533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36" name="直線コネクタ 135335">
                        <a:extLst>
                          <a:ext uri="{FF2B5EF4-FFF2-40B4-BE49-F238E27FC236}">
                            <a16:creationId xmlns:a16="http://schemas.microsoft.com/office/drawing/2014/main" id="{162DBC3C-7F0C-4B3B-B891-C2657E91F972}"/>
                          </a:ext>
                        </a:extLst>
                      </p:cNvPr>
                      <p:cNvCxnSpPr>
                        <a:cxnSpLocks/>
                        <a:stCxn id="135334" idx="4"/>
                        <a:endCxn id="13533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330" name="グループ化 135329">
                      <a:extLst>
                        <a:ext uri="{FF2B5EF4-FFF2-40B4-BE49-F238E27FC236}">
                          <a16:creationId xmlns:a16="http://schemas.microsoft.com/office/drawing/2014/main" id="{A6D8DEAC-D86C-4B88-828A-019638CFA8A4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331" name="楕円 135330">
                        <a:extLst>
                          <a:ext uri="{FF2B5EF4-FFF2-40B4-BE49-F238E27FC236}">
                            <a16:creationId xmlns:a16="http://schemas.microsoft.com/office/drawing/2014/main" id="{95AD0C3A-3665-4FBB-A85A-37820EC7DA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332" name="直線コネクタ 135331">
                        <a:extLst>
                          <a:ext uri="{FF2B5EF4-FFF2-40B4-BE49-F238E27FC236}">
                            <a16:creationId xmlns:a16="http://schemas.microsoft.com/office/drawing/2014/main" id="{33D4A4DE-CF4C-460E-8B63-428B3CA5DB99}"/>
                          </a:ext>
                        </a:extLst>
                      </p:cNvPr>
                      <p:cNvCxnSpPr>
                        <a:cxnSpLocks/>
                        <a:stCxn id="135331" idx="6"/>
                        <a:endCxn id="13533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333" name="直線コネクタ 135332">
                        <a:extLst>
                          <a:ext uri="{FF2B5EF4-FFF2-40B4-BE49-F238E27FC236}">
                            <a16:creationId xmlns:a16="http://schemas.microsoft.com/office/drawing/2014/main" id="{2FA6371F-1DF6-4AE4-8067-F245461E9887}"/>
                          </a:ext>
                        </a:extLst>
                      </p:cNvPr>
                      <p:cNvCxnSpPr>
                        <a:cxnSpLocks/>
                        <a:stCxn id="135331" idx="4"/>
                        <a:endCxn id="13533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4596" name="グループ化 134595">
                    <a:extLst>
                      <a:ext uri="{FF2B5EF4-FFF2-40B4-BE49-F238E27FC236}">
                        <a16:creationId xmlns:a16="http://schemas.microsoft.com/office/drawing/2014/main" id="{C1228519-79FF-4FC5-8F99-19B73979E72F}"/>
                      </a:ext>
                    </a:extLst>
                  </p:cNvPr>
                  <p:cNvGrpSpPr/>
                  <p:nvPr/>
                </p:nvGrpSpPr>
                <p:grpSpPr>
                  <a:xfrm>
                    <a:off x="5634209" y="452689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5269" name="グループ化 135268">
                      <a:extLst>
                        <a:ext uri="{FF2B5EF4-FFF2-40B4-BE49-F238E27FC236}">
                          <a16:creationId xmlns:a16="http://schemas.microsoft.com/office/drawing/2014/main" id="{B2165D8F-7801-471A-A328-175799B44609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5298" name="グループ化 135297">
                        <a:extLst>
                          <a:ext uri="{FF2B5EF4-FFF2-40B4-BE49-F238E27FC236}">
                            <a16:creationId xmlns:a16="http://schemas.microsoft.com/office/drawing/2014/main" id="{06C06E24-637D-40B0-A8A6-CDA90EDC18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5319" name="直線コネクタ 135318">
                          <a:extLst>
                            <a:ext uri="{FF2B5EF4-FFF2-40B4-BE49-F238E27FC236}">
                              <a16:creationId xmlns:a16="http://schemas.microsoft.com/office/drawing/2014/main" id="{73E76266-3F95-40E3-BDC1-1E7E2D88447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20" name="直線コネクタ 135319">
                          <a:extLst>
                            <a:ext uri="{FF2B5EF4-FFF2-40B4-BE49-F238E27FC236}">
                              <a16:creationId xmlns:a16="http://schemas.microsoft.com/office/drawing/2014/main" id="{79A29B0B-B901-46A7-A100-E04646B0582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21" name="直線コネクタ 135320">
                          <a:extLst>
                            <a:ext uri="{FF2B5EF4-FFF2-40B4-BE49-F238E27FC236}">
                              <a16:creationId xmlns:a16="http://schemas.microsoft.com/office/drawing/2014/main" id="{92FF2B3E-9AE0-4E44-A911-AF3DC69EF93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22" name="直線コネクタ 135321">
                          <a:extLst>
                            <a:ext uri="{FF2B5EF4-FFF2-40B4-BE49-F238E27FC236}">
                              <a16:creationId xmlns:a16="http://schemas.microsoft.com/office/drawing/2014/main" id="{2B07A0D2-2914-4A6B-B231-F937397FD6E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23" name="直線コネクタ 135322">
                          <a:extLst>
                            <a:ext uri="{FF2B5EF4-FFF2-40B4-BE49-F238E27FC236}">
                              <a16:creationId xmlns:a16="http://schemas.microsoft.com/office/drawing/2014/main" id="{6A1F20F6-786A-4722-908A-097FF6596D2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99" name="グループ化 135298">
                        <a:extLst>
                          <a:ext uri="{FF2B5EF4-FFF2-40B4-BE49-F238E27FC236}">
                            <a16:creationId xmlns:a16="http://schemas.microsoft.com/office/drawing/2014/main" id="{D5DCD6DB-2FEC-40E6-B57A-1F15A1B2B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316" name="楕円 135315">
                          <a:extLst>
                            <a:ext uri="{FF2B5EF4-FFF2-40B4-BE49-F238E27FC236}">
                              <a16:creationId xmlns:a16="http://schemas.microsoft.com/office/drawing/2014/main" id="{28C45574-3513-4F15-BC9B-9D0CB66FF7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17" name="直線コネクタ 135316">
                          <a:extLst>
                            <a:ext uri="{FF2B5EF4-FFF2-40B4-BE49-F238E27FC236}">
                              <a16:creationId xmlns:a16="http://schemas.microsoft.com/office/drawing/2014/main" id="{EE6CBA04-1D5C-4045-B675-D99140F82D0A}"/>
                            </a:ext>
                          </a:extLst>
                        </p:cNvPr>
                        <p:cNvCxnSpPr>
                          <a:cxnSpLocks/>
                          <a:stCxn id="135316" idx="6"/>
                          <a:endCxn id="13531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18" name="直線コネクタ 135317">
                          <a:extLst>
                            <a:ext uri="{FF2B5EF4-FFF2-40B4-BE49-F238E27FC236}">
                              <a16:creationId xmlns:a16="http://schemas.microsoft.com/office/drawing/2014/main" id="{1BDBFB5C-68F5-4865-A7A3-905AD0BEDF3A}"/>
                            </a:ext>
                          </a:extLst>
                        </p:cNvPr>
                        <p:cNvCxnSpPr>
                          <a:cxnSpLocks/>
                          <a:stCxn id="135316" idx="4"/>
                          <a:endCxn id="13531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300" name="グループ化 135299">
                        <a:extLst>
                          <a:ext uri="{FF2B5EF4-FFF2-40B4-BE49-F238E27FC236}">
                            <a16:creationId xmlns:a16="http://schemas.microsoft.com/office/drawing/2014/main" id="{BC3D94D3-32D2-4665-9EF4-1DB8606C37C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313" name="楕円 135312">
                          <a:extLst>
                            <a:ext uri="{FF2B5EF4-FFF2-40B4-BE49-F238E27FC236}">
                              <a16:creationId xmlns:a16="http://schemas.microsoft.com/office/drawing/2014/main" id="{04137E27-1D36-4BA8-81A7-0974EFB432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14" name="直線コネクタ 135313">
                          <a:extLst>
                            <a:ext uri="{FF2B5EF4-FFF2-40B4-BE49-F238E27FC236}">
                              <a16:creationId xmlns:a16="http://schemas.microsoft.com/office/drawing/2014/main" id="{F1E9B3F0-DFAD-45BC-9566-7FAD3058240A}"/>
                            </a:ext>
                          </a:extLst>
                        </p:cNvPr>
                        <p:cNvCxnSpPr>
                          <a:cxnSpLocks/>
                          <a:stCxn id="135313" idx="6"/>
                          <a:endCxn id="13531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15" name="直線コネクタ 135314">
                          <a:extLst>
                            <a:ext uri="{FF2B5EF4-FFF2-40B4-BE49-F238E27FC236}">
                              <a16:creationId xmlns:a16="http://schemas.microsoft.com/office/drawing/2014/main" id="{534A4E1E-B71B-45DB-903E-A0CDA9FFD587}"/>
                            </a:ext>
                          </a:extLst>
                        </p:cNvPr>
                        <p:cNvCxnSpPr>
                          <a:cxnSpLocks/>
                          <a:stCxn id="135313" idx="4"/>
                          <a:endCxn id="13531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301" name="グループ化 135300">
                        <a:extLst>
                          <a:ext uri="{FF2B5EF4-FFF2-40B4-BE49-F238E27FC236}">
                            <a16:creationId xmlns:a16="http://schemas.microsoft.com/office/drawing/2014/main" id="{A3D24C52-4FC5-45BE-954C-B682D0EAFDE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310" name="楕円 135309">
                          <a:extLst>
                            <a:ext uri="{FF2B5EF4-FFF2-40B4-BE49-F238E27FC236}">
                              <a16:creationId xmlns:a16="http://schemas.microsoft.com/office/drawing/2014/main" id="{BCC06C68-B0BB-4F5E-9C27-26CB23EE7E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11" name="直線コネクタ 135310">
                          <a:extLst>
                            <a:ext uri="{FF2B5EF4-FFF2-40B4-BE49-F238E27FC236}">
                              <a16:creationId xmlns:a16="http://schemas.microsoft.com/office/drawing/2014/main" id="{38D8640A-EF5B-4AB2-8FE3-287CB386A5C2}"/>
                            </a:ext>
                          </a:extLst>
                        </p:cNvPr>
                        <p:cNvCxnSpPr>
                          <a:cxnSpLocks/>
                          <a:stCxn id="135310" idx="6"/>
                          <a:endCxn id="13531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12" name="直線コネクタ 135311">
                          <a:extLst>
                            <a:ext uri="{FF2B5EF4-FFF2-40B4-BE49-F238E27FC236}">
                              <a16:creationId xmlns:a16="http://schemas.microsoft.com/office/drawing/2014/main" id="{2E54F56C-3DBE-48AC-A1D3-EFFD6C11F4CB}"/>
                            </a:ext>
                          </a:extLst>
                        </p:cNvPr>
                        <p:cNvCxnSpPr>
                          <a:cxnSpLocks/>
                          <a:stCxn id="135310" idx="4"/>
                          <a:endCxn id="13531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302" name="グループ化 135301">
                        <a:extLst>
                          <a:ext uri="{FF2B5EF4-FFF2-40B4-BE49-F238E27FC236}">
                            <a16:creationId xmlns:a16="http://schemas.microsoft.com/office/drawing/2014/main" id="{FBFAA98B-C19C-45BE-820C-0F3EA781421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307" name="楕円 135306">
                          <a:extLst>
                            <a:ext uri="{FF2B5EF4-FFF2-40B4-BE49-F238E27FC236}">
                              <a16:creationId xmlns:a16="http://schemas.microsoft.com/office/drawing/2014/main" id="{42FCFBB5-10DE-436E-B2E2-8C99807B11E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08" name="直線コネクタ 135307">
                          <a:extLst>
                            <a:ext uri="{FF2B5EF4-FFF2-40B4-BE49-F238E27FC236}">
                              <a16:creationId xmlns:a16="http://schemas.microsoft.com/office/drawing/2014/main" id="{C08D3721-10FC-4E42-89CE-961B6D736F0E}"/>
                            </a:ext>
                          </a:extLst>
                        </p:cNvPr>
                        <p:cNvCxnSpPr>
                          <a:cxnSpLocks/>
                          <a:stCxn id="135307" idx="6"/>
                          <a:endCxn id="13530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09" name="直線コネクタ 135308">
                          <a:extLst>
                            <a:ext uri="{FF2B5EF4-FFF2-40B4-BE49-F238E27FC236}">
                              <a16:creationId xmlns:a16="http://schemas.microsoft.com/office/drawing/2014/main" id="{7EC1FB0D-C04C-419C-B8CB-C844A2747F5F}"/>
                            </a:ext>
                          </a:extLst>
                        </p:cNvPr>
                        <p:cNvCxnSpPr>
                          <a:cxnSpLocks/>
                          <a:stCxn id="135307" idx="4"/>
                          <a:endCxn id="13530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303" name="グループ化 135302">
                        <a:extLst>
                          <a:ext uri="{FF2B5EF4-FFF2-40B4-BE49-F238E27FC236}">
                            <a16:creationId xmlns:a16="http://schemas.microsoft.com/office/drawing/2014/main" id="{BC3B24BD-A53F-4B2C-A553-1C9C952E148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304" name="楕円 135303">
                          <a:extLst>
                            <a:ext uri="{FF2B5EF4-FFF2-40B4-BE49-F238E27FC236}">
                              <a16:creationId xmlns:a16="http://schemas.microsoft.com/office/drawing/2014/main" id="{1C9C5988-26DD-4AFB-A5E9-6694D5B1797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305" name="直線コネクタ 135304">
                          <a:extLst>
                            <a:ext uri="{FF2B5EF4-FFF2-40B4-BE49-F238E27FC236}">
                              <a16:creationId xmlns:a16="http://schemas.microsoft.com/office/drawing/2014/main" id="{8E8C15C1-DB85-4EF2-83BE-01FE69CDF6E5}"/>
                            </a:ext>
                          </a:extLst>
                        </p:cNvPr>
                        <p:cNvCxnSpPr>
                          <a:cxnSpLocks/>
                          <a:stCxn id="135304" idx="6"/>
                          <a:endCxn id="13530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306" name="直線コネクタ 135305">
                          <a:extLst>
                            <a:ext uri="{FF2B5EF4-FFF2-40B4-BE49-F238E27FC236}">
                              <a16:creationId xmlns:a16="http://schemas.microsoft.com/office/drawing/2014/main" id="{3B8D25AE-7994-4A5F-8D76-16079A3EF613}"/>
                            </a:ext>
                          </a:extLst>
                        </p:cNvPr>
                        <p:cNvCxnSpPr>
                          <a:cxnSpLocks/>
                          <a:stCxn id="135304" idx="4"/>
                          <a:endCxn id="13530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5270" name="楕円 135269">
                      <a:extLst>
                        <a:ext uri="{FF2B5EF4-FFF2-40B4-BE49-F238E27FC236}">
                          <a16:creationId xmlns:a16="http://schemas.microsoft.com/office/drawing/2014/main" id="{92822527-20C0-48B0-9A57-9842E351217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5271" name="グループ化 135270">
                      <a:extLst>
                        <a:ext uri="{FF2B5EF4-FFF2-40B4-BE49-F238E27FC236}">
                          <a16:creationId xmlns:a16="http://schemas.microsoft.com/office/drawing/2014/main" id="{B6DB60D8-49CD-4EDD-BD8D-3593ADF44DAD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5272" name="グループ化 135271">
                        <a:extLst>
                          <a:ext uri="{FF2B5EF4-FFF2-40B4-BE49-F238E27FC236}">
                            <a16:creationId xmlns:a16="http://schemas.microsoft.com/office/drawing/2014/main" id="{F575F897-1ADF-458B-8CF4-17EA7D2691A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5293" name="直線コネクタ 135292">
                          <a:extLst>
                            <a:ext uri="{FF2B5EF4-FFF2-40B4-BE49-F238E27FC236}">
                              <a16:creationId xmlns:a16="http://schemas.microsoft.com/office/drawing/2014/main" id="{A4759F5A-0A67-4061-9132-7BE9495537B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94" name="直線コネクタ 135293">
                          <a:extLst>
                            <a:ext uri="{FF2B5EF4-FFF2-40B4-BE49-F238E27FC236}">
                              <a16:creationId xmlns:a16="http://schemas.microsoft.com/office/drawing/2014/main" id="{459E8696-9114-438B-9532-B5C3FA49E32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95" name="直線コネクタ 135294">
                          <a:extLst>
                            <a:ext uri="{FF2B5EF4-FFF2-40B4-BE49-F238E27FC236}">
                              <a16:creationId xmlns:a16="http://schemas.microsoft.com/office/drawing/2014/main" id="{8848D115-BC38-4A44-BA04-ED6DBDBD4E3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96" name="直線コネクタ 135295">
                          <a:extLst>
                            <a:ext uri="{FF2B5EF4-FFF2-40B4-BE49-F238E27FC236}">
                              <a16:creationId xmlns:a16="http://schemas.microsoft.com/office/drawing/2014/main" id="{DAB9DD52-3450-4280-AE4C-A7722850F13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97" name="直線コネクタ 135296">
                          <a:extLst>
                            <a:ext uri="{FF2B5EF4-FFF2-40B4-BE49-F238E27FC236}">
                              <a16:creationId xmlns:a16="http://schemas.microsoft.com/office/drawing/2014/main" id="{E2E0B6B5-7F05-4D43-B181-666E5731D6A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73" name="グループ化 135272">
                        <a:extLst>
                          <a:ext uri="{FF2B5EF4-FFF2-40B4-BE49-F238E27FC236}">
                            <a16:creationId xmlns:a16="http://schemas.microsoft.com/office/drawing/2014/main" id="{BD1625B0-DBE7-4A46-82C8-B333FCD076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90" name="楕円 135289">
                          <a:extLst>
                            <a:ext uri="{FF2B5EF4-FFF2-40B4-BE49-F238E27FC236}">
                              <a16:creationId xmlns:a16="http://schemas.microsoft.com/office/drawing/2014/main" id="{E1AC2827-96F8-4819-8539-CA0BC3C56A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91" name="直線コネクタ 135290">
                          <a:extLst>
                            <a:ext uri="{FF2B5EF4-FFF2-40B4-BE49-F238E27FC236}">
                              <a16:creationId xmlns:a16="http://schemas.microsoft.com/office/drawing/2014/main" id="{431D51E1-01ED-4952-8D21-99144707F3C3}"/>
                            </a:ext>
                          </a:extLst>
                        </p:cNvPr>
                        <p:cNvCxnSpPr>
                          <a:cxnSpLocks/>
                          <a:stCxn id="135290" idx="6"/>
                          <a:endCxn id="13529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92" name="直線コネクタ 135291">
                          <a:extLst>
                            <a:ext uri="{FF2B5EF4-FFF2-40B4-BE49-F238E27FC236}">
                              <a16:creationId xmlns:a16="http://schemas.microsoft.com/office/drawing/2014/main" id="{A8976D6B-C7C5-4504-88CF-8B66B1BBE0CE}"/>
                            </a:ext>
                          </a:extLst>
                        </p:cNvPr>
                        <p:cNvCxnSpPr>
                          <a:cxnSpLocks/>
                          <a:stCxn id="135290" idx="4"/>
                          <a:endCxn id="13529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74" name="グループ化 135273">
                        <a:extLst>
                          <a:ext uri="{FF2B5EF4-FFF2-40B4-BE49-F238E27FC236}">
                            <a16:creationId xmlns:a16="http://schemas.microsoft.com/office/drawing/2014/main" id="{3CBFACCF-F07C-49D3-B246-3E6EF2163B8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87" name="楕円 135286">
                          <a:extLst>
                            <a:ext uri="{FF2B5EF4-FFF2-40B4-BE49-F238E27FC236}">
                              <a16:creationId xmlns:a16="http://schemas.microsoft.com/office/drawing/2014/main" id="{FFACEA6A-FF0D-4318-8613-5EDB6C5305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88" name="直線コネクタ 135287">
                          <a:extLst>
                            <a:ext uri="{FF2B5EF4-FFF2-40B4-BE49-F238E27FC236}">
                              <a16:creationId xmlns:a16="http://schemas.microsoft.com/office/drawing/2014/main" id="{79DF743F-0C23-450F-BD24-F3E8ED4BAD3D}"/>
                            </a:ext>
                          </a:extLst>
                        </p:cNvPr>
                        <p:cNvCxnSpPr>
                          <a:cxnSpLocks/>
                          <a:stCxn id="135287" idx="6"/>
                          <a:endCxn id="13528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89" name="直線コネクタ 135288">
                          <a:extLst>
                            <a:ext uri="{FF2B5EF4-FFF2-40B4-BE49-F238E27FC236}">
                              <a16:creationId xmlns:a16="http://schemas.microsoft.com/office/drawing/2014/main" id="{B9C41539-6E67-4FE5-A8A0-D4AB2FEBF547}"/>
                            </a:ext>
                          </a:extLst>
                        </p:cNvPr>
                        <p:cNvCxnSpPr>
                          <a:cxnSpLocks/>
                          <a:stCxn id="135287" idx="4"/>
                          <a:endCxn id="13528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75" name="グループ化 135274">
                        <a:extLst>
                          <a:ext uri="{FF2B5EF4-FFF2-40B4-BE49-F238E27FC236}">
                            <a16:creationId xmlns:a16="http://schemas.microsoft.com/office/drawing/2014/main" id="{E92293D9-A9AD-48EB-A977-53BC4747EFF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84" name="楕円 135283">
                          <a:extLst>
                            <a:ext uri="{FF2B5EF4-FFF2-40B4-BE49-F238E27FC236}">
                              <a16:creationId xmlns:a16="http://schemas.microsoft.com/office/drawing/2014/main" id="{44EC1815-D18F-4347-8CC2-45E8BC5B4A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85" name="直線コネクタ 135284">
                          <a:extLst>
                            <a:ext uri="{FF2B5EF4-FFF2-40B4-BE49-F238E27FC236}">
                              <a16:creationId xmlns:a16="http://schemas.microsoft.com/office/drawing/2014/main" id="{E7DD8A5B-A6F3-4FE5-AA13-03CBA9C496A3}"/>
                            </a:ext>
                          </a:extLst>
                        </p:cNvPr>
                        <p:cNvCxnSpPr>
                          <a:cxnSpLocks/>
                          <a:stCxn id="135284" idx="6"/>
                          <a:endCxn id="13528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86" name="直線コネクタ 135285">
                          <a:extLst>
                            <a:ext uri="{FF2B5EF4-FFF2-40B4-BE49-F238E27FC236}">
                              <a16:creationId xmlns:a16="http://schemas.microsoft.com/office/drawing/2014/main" id="{FD34BAEB-13BF-47C2-8E87-32B7FE93ECDC}"/>
                            </a:ext>
                          </a:extLst>
                        </p:cNvPr>
                        <p:cNvCxnSpPr>
                          <a:cxnSpLocks/>
                          <a:stCxn id="135284" idx="4"/>
                          <a:endCxn id="13528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76" name="グループ化 135275">
                        <a:extLst>
                          <a:ext uri="{FF2B5EF4-FFF2-40B4-BE49-F238E27FC236}">
                            <a16:creationId xmlns:a16="http://schemas.microsoft.com/office/drawing/2014/main" id="{E9A36A55-B3C3-4100-8F0C-2176CE3E7D6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81" name="楕円 135280">
                          <a:extLst>
                            <a:ext uri="{FF2B5EF4-FFF2-40B4-BE49-F238E27FC236}">
                              <a16:creationId xmlns:a16="http://schemas.microsoft.com/office/drawing/2014/main" id="{11002C86-3EAE-4B77-BCCB-DEC1AA1FB6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82" name="直線コネクタ 135281">
                          <a:extLst>
                            <a:ext uri="{FF2B5EF4-FFF2-40B4-BE49-F238E27FC236}">
                              <a16:creationId xmlns:a16="http://schemas.microsoft.com/office/drawing/2014/main" id="{C12AE9FB-9A08-491B-B50F-D3DA28247020}"/>
                            </a:ext>
                          </a:extLst>
                        </p:cNvPr>
                        <p:cNvCxnSpPr>
                          <a:cxnSpLocks/>
                          <a:stCxn id="135281" idx="6"/>
                          <a:endCxn id="13528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83" name="直線コネクタ 135282">
                          <a:extLst>
                            <a:ext uri="{FF2B5EF4-FFF2-40B4-BE49-F238E27FC236}">
                              <a16:creationId xmlns:a16="http://schemas.microsoft.com/office/drawing/2014/main" id="{CC8030B8-8124-42C7-A05D-65B330CEAE0F}"/>
                            </a:ext>
                          </a:extLst>
                        </p:cNvPr>
                        <p:cNvCxnSpPr>
                          <a:cxnSpLocks/>
                          <a:stCxn id="135281" idx="4"/>
                          <a:endCxn id="13528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77" name="グループ化 135276">
                        <a:extLst>
                          <a:ext uri="{FF2B5EF4-FFF2-40B4-BE49-F238E27FC236}">
                            <a16:creationId xmlns:a16="http://schemas.microsoft.com/office/drawing/2014/main" id="{8FB01712-3569-431A-A7C5-C6E3A2E07F1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78" name="楕円 135277">
                          <a:extLst>
                            <a:ext uri="{FF2B5EF4-FFF2-40B4-BE49-F238E27FC236}">
                              <a16:creationId xmlns:a16="http://schemas.microsoft.com/office/drawing/2014/main" id="{CBFF935A-487E-4B19-BFF9-541BB17185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79" name="直線コネクタ 135278">
                          <a:extLst>
                            <a:ext uri="{FF2B5EF4-FFF2-40B4-BE49-F238E27FC236}">
                              <a16:creationId xmlns:a16="http://schemas.microsoft.com/office/drawing/2014/main" id="{A0FF39EA-9DA6-4AC2-AE4F-31BE700BC79F}"/>
                            </a:ext>
                          </a:extLst>
                        </p:cNvPr>
                        <p:cNvCxnSpPr>
                          <a:cxnSpLocks/>
                          <a:stCxn id="135278" idx="6"/>
                          <a:endCxn id="13527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80" name="直線コネクタ 135279">
                          <a:extLst>
                            <a:ext uri="{FF2B5EF4-FFF2-40B4-BE49-F238E27FC236}">
                              <a16:creationId xmlns:a16="http://schemas.microsoft.com/office/drawing/2014/main" id="{F2EA5C18-FEB3-451C-AA6F-74CB8892B26F}"/>
                            </a:ext>
                          </a:extLst>
                        </p:cNvPr>
                        <p:cNvCxnSpPr>
                          <a:cxnSpLocks/>
                          <a:stCxn id="135278" idx="4"/>
                          <a:endCxn id="13527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4597" name="グループ化 134596">
                    <a:extLst>
                      <a:ext uri="{FF2B5EF4-FFF2-40B4-BE49-F238E27FC236}">
                        <a16:creationId xmlns:a16="http://schemas.microsoft.com/office/drawing/2014/main" id="{129AC838-90F3-45E7-A3CF-EDDAABFCD665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5235" name="グループ化 135234">
                      <a:extLst>
                        <a:ext uri="{FF2B5EF4-FFF2-40B4-BE49-F238E27FC236}">
                          <a16:creationId xmlns:a16="http://schemas.microsoft.com/office/drawing/2014/main" id="{6B6ED724-2334-4377-962F-B7A560126E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5260" name="直線コネクタ 135259">
                        <a:extLst>
                          <a:ext uri="{FF2B5EF4-FFF2-40B4-BE49-F238E27FC236}">
                            <a16:creationId xmlns:a16="http://schemas.microsoft.com/office/drawing/2014/main" id="{84F812D0-BD3E-482D-8FD9-C79DE8FE6DA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61" name="直線コネクタ 135260">
                        <a:extLst>
                          <a:ext uri="{FF2B5EF4-FFF2-40B4-BE49-F238E27FC236}">
                            <a16:creationId xmlns:a16="http://schemas.microsoft.com/office/drawing/2014/main" id="{D5CE9D44-14A6-4255-987E-CAA1ADB5370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62" name="直線コネクタ 135261">
                        <a:extLst>
                          <a:ext uri="{FF2B5EF4-FFF2-40B4-BE49-F238E27FC236}">
                            <a16:creationId xmlns:a16="http://schemas.microsoft.com/office/drawing/2014/main" id="{E21562D5-E0BE-4382-AF7E-1EF966C2374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63" name="直線コネクタ 135262">
                        <a:extLst>
                          <a:ext uri="{FF2B5EF4-FFF2-40B4-BE49-F238E27FC236}">
                            <a16:creationId xmlns:a16="http://schemas.microsoft.com/office/drawing/2014/main" id="{1F1E3184-EC48-45F9-A89A-D957D38DADC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64" name="直線コネクタ 135263">
                        <a:extLst>
                          <a:ext uri="{FF2B5EF4-FFF2-40B4-BE49-F238E27FC236}">
                            <a16:creationId xmlns:a16="http://schemas.microsoft.com/office/drawing/2014/main" id="{C0A1923F-03A7-40ED-8A9E-3D9D44A6B44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65" name="直線コネクタ 135264">
                        <a:extLst>
                          <a:ext uri="{FF2B5EF4-FFF2-40B4-BE49-F238E27FC236}">
                            <a16:creationId xmlns:a16="http://schemas.microsoft.com/office/drawing/2014/main" id="{441F57E1-D545-4FC7-A795-494BFDE26EE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66" name="直線コネクタ 135265">
                        <a:extLst>
                          <a:ext uri="{FF2B5EF4-FFF2-40B4-BE49-F238E27FC236}">
                            <a16:creationId xmlns:a16="http://schemas.microsoft.com/office/drawing/2014/main" id="{C9D55991-A3A6-4C09-9AF7-FD6607D9A76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67" name="直線コネクタ 135266">
                        <a:extLst>
                          <a:ext uri="{FF2B5EF4-FFF2-40B4-BE49-F238E27FC236}">
                            <a16:creationId xmlns:a16="http://schemas.microsoft.com/office/drawing/2014/main" id="{B0758EE7-AB5F-440F-90F3-291C8638899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68" name="直線コネクタ 135267">
                        <a:extLst>
                          <a:ext uri="{FF2B5EF4-FFF2-40B4-BE49-F238E27FC236}">
                            <a16:creationId xmlns:a16="http://schemas.microsoft.com/office/drawing/2014/main" id="{83F5D07D-C778-4319-B9DD-0FE571504D3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236" name="グループ化 135235">
                      <a:extLst>
                        <a:ext uri="{FF2B5EF4-FFF2-40B4-BE49-F238E27FC236}">
                          <a16:creationId xmlns:a16="http://schemas.microsoft.com/office/drawing/2014/main" id="{EB36A9E0-A159-44CA-9A78-8E24768FE8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257" name="楕円 135256">
                        <a:extLst>
                          <a:ext uri="{FF2B5EF4-FFF2-40B4-BE49-F238E27FC236}">
                            <a16:creationId xmlns:a16="http://schemas.microsoft.com/office/drawing/2014/main" id="{68E536C0-7CA9-45F7-A361-9ABE04F28C6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258" name="直線コネクタ 135257">
                        <a:extLst>
                          <a:ext uri="{FF2B5EF4-FFF2-40B4-BE49-F238E27FC236}">
                            <a16:creationId xmlns:a16="http://schemas.microsoft.com/office/drawing/2014/main" id="{8B3741ED-F39E-45A7-9683-BA0A66293B96}"/>
                          </a:ext>
                        </a:extLst>
                      </p:cNvPr>
                      <p:cNvCxnSpPr>
                        <a:cxnSpLocks/>
                        <a:stCxn id="135257" idx="6"/>
                        <a:endCxn id="13525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59" name="直線コネクタ 135258">
                        <a:extLst>
                          <a:ext uri="{FF2B5EF4-FFF2-40B4-BE49-F238E27FC236}">
                            <a16:creationId xmlns:a16="http://schemas.microsoft.com/office/drawing/2014/main" id="{0FD09AAE-0505-4B4D-A21C-B217939871D6}"/>
                          </a:ext>
                        </a:extLst>
                      </p:cNvPr>
                      <p:cNvCxnSpPr>
                        <a:cxnSpLocks/>
                        <a:stCxn id="135257" idx="4"/>
                        <a:endCxn id="13525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237" name="グループ化 135236">
                      <a:extLst>
                        <a:ext uri="{FF2B5EF4-FFF2-40B4-BE49-F238E27FC236}">
                          <a16:creationId xmlns:a16="http://schemas.microsoft.com/office/drawing/2014/main" id="{DC310FEA-E589-4113-B07D-E21233CB0F8E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254" name="楕円 135253">
                        <a:extLst>
                          <a:ext uri="{FF2B5EF4-FFF2-40B4-BE49-F238E27FC236}">
                            <a16:creationId xmlns:a16="http://schemas.microsoft.com/office/drawing/2014/main" id="{C1BF1F3F-E052-45E7-B659-EDD5CC6DC8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255" name="直線コネクタ 135254">
                        <a:extLst>
                          <a:ext uri="{FF2B5EF4-FFF2-40B4-BE49-F238E27FC236}">
                            <a16:creationId xmlns:a16="http://schemas.microsoft.com/office/drawing/2014/main" id="{18CCFBBC-6A2F-47A2-877A-A603D82E2AA8}"/>
                          </a:ext>
                        </a:extLst>
                      </p:cNvPr>
                      <p:cNvCxnSpPr>
                        <a:cxnSpLocks/>
                        <a:stCxn id="135254" idx="6"/>
                        <a:endCxn id="13525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56" name="直線コネクタ 135255">
                        <a:extLst>
                          <a:ext uri="{FF2B5EF4-FFF2-40B4-BE49-F238E27FC236}">
                            <a16:creationId xmlns:a16="http://schemas.microsoft.com/office/drawing/2014/main" id="{CE9B2AC1-8856-4496-B585-5465A22A0CE0}"/>
                          </a:ext>
                        </a:extLst>
                      </p:cNvPr>
                      <p:cNvCxnSpPr>
                        <a:cxnSpLocks/>
                        <a:stCxn id="135254" idx="4"/>
                        <a:endCxn id="13525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238" name="グループ化 135237">
                      <a:extLst>
                        <a:ext uri="{FF2B5EF4-FFF2-40B4-BE49-F238E27FC236}">
                          <a16:creationId xmlns:a16="http://schemas.microsoft.com/office/drawing/2014/main" id="{8DBD6F55-DCA6-403C-859F-340FD3546F02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251" name="楕円 135250">
                        <a:extLst>
                          <a:ext uri="{FF2B5EF4-FFF2-40B4-BE49-F238E27FC236}">
                            <a16:creationId xmlns:a16="http://schemas.microsoft.com/office/drawing/2014/main" id="{6747B4C9-FA06-4407-BDA0-24F29C524B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252" name="直線コネクタ 135251">
                        <a:extLst>
                          <a:ext uri="{FF2B5EF4-FFF2-40B4-BE49-F238E27FC236}">
                            <a16:creationId xmlns:a16="http://schemas.microsoft.com/office/drawing/2014/main" id="{4E16C961-DF49-4D8A-B9A0-02498B5F9F48}"/>
                          </a:ext>
                        </a:extLst>
                      </p:cNvPr>
                      <p:cNvCxnSpPr>
                        <a:cxnSpLocks/>
                        <a:stCxn id="135251" idx="6"/>
                        <a:endCxn id="13525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53" name="直線コネクタ 135252">
                        <a:extLst>
                          <a:ext uri="{FF2B5EF4-FFF2-40B4-BE49-F238E27FC236}">
                            <a16:creationId xmlns:a16="http://schemas.microsoft.com/office/drawing/2014/main" id="{EC730AFE-66ED-49F4-A719-EC2BD70F9FDC}"/>
                          </a:ext>
                        </a:extLst>
                      </p:cNvPr>
                      <p:cNvCxnSpPr>
                        <a:cxnSpLocks/>
                        <a:stCxn id="135251" idx="4"/>
                        <a:endCxn id="13525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239" name="グループ化 135238">
                      <a:extLst>
                        <a:ext uri="{FF2B5EF4-FFF2-40B4-BE49-F238E27FC236}">
                          <a16:creationId xmlns:a16="http://schemas.microsoft.com/office/drawing/2014/main" id="{6E8C9EB1-5EF6-44DB-A1A7-005E6DC057FF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248" name="楕円 135247">
                        <a:extLst>
                          <a:ext uri="{FF2B5EF4-FFF2-40B4-BE49-F238E27FC236}">
                            <a16:creationId xmlns:a16="http://schemas.microsoft.com/office/drawing/2014/main" id="{1218A1C7-C538-492B-B1BF-B8450305583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249" name="直線コネクタ 135248">
                        <a:extLst>
                          <a:ext uri="{FF2B5EF4-FFF2-40B4-BE49-F238E27FC236}">
                            <a16:creationId xmlns:a16="http://schemas.microsoft.com/office/drawing/2014/main" id="{0038564E-1881-494B-A8A8-48AFA5B232F2}"/>
                          </a:ext>
                        </a:extLst>
                      </p:cNvPr>
                      <p:cNvCxnSpPr>
                        <a:cxnSpLocks/>
                        <a:stCxn id="135248" idx="6"/>
                        <a:endCxn id="13524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50" name="直線コネクタ 135249">
                        <a:extLst>
                          <a:ext uri="{FF2B5EF4-FFF2-40B4-BE49-F238E27FC236}">
                            <a16:creationId xmlns:a16="http://schemas.microsoft.com/office/drawing/2014/main" id="{B04CF74B-9D8F-4600-A6D5-F5638F4FE2CF}"/>
                          </a:ext>
                        </a:extLst>
                      </p:cNvPr>
                      <p:cNvCxnSpPr>
                        <a:cxnSpLocks/>
                        <a:stCxn id="135248" idx="4"/>
                        <a:endCxn id="13524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240" name="グループ化 135239">
                      <a:extLst>
                        <a:ext uri="{FF2B5EF4-FFF2-40B4-BE49-F238E27FC236}">
                          <a16:creationId xmlns:a16="http://schemas.microsoft.com/office/drawing/2014/main" id="{4A8A7C67-C3ED-4E3B-A57A-1454243878B8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245" name="楕円 135244">
                        <a:extLst>
                          <a:ext uri="{FF2B5EF4-FFF2-40B4-BE49-F238E27FC236}">
                            <a16:creationId xmlns:a16="http://schemas.microsoft.com/office/drawing/2014/main" id="{B9213B6D-3BF5-4880-B9D8-320AF19F200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246" name="直線コネクタ 135245">
                        <a:extLst>
                          <a:ext uri="{FF2B5EF4-FFF2-40B4-BE49-F238E27FC236}">
                            <a16:creationId xmlns:a16="http://schemas.microsoft.com/office/drawing/2014/main" id="{D55B95BE-B5D3-4C63-8891-5705A7E137DB}"/>
                          </a:ext>
                        </a:extLst>
                      </p:cNvPr>
                      <p:cNvCxnSpPr>
                        <a:cxnSpLocks/>
                        <a:stCxn id="135245" idx="6"/>
                        <a:endCxn id="13524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47" name="直線コネクタ 135246">
                        <a:extLst>
                          <a:ext uri="{FF2B5EF4-FFF2-40B4-BE49-F238E27FC236}">
                            <a16:creationId xmlns:a16="http://schemas.microsoft.com/office/drawing/2014/main" id="{69F7F278-DE42-4189-A3F7-59E9348A76DB}"/>
                          </a:ext>
                        </a:extLst>
                      </p:cNvPr>
                      <p:cNvCxnSpPr>
                        <a:cxnSpLocks/>
                        <a:stCxn id="135245" idx="4"/>
                        <a:endCxn id="13524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241" name="グループ化 135240">
                      <a:extLst>
                        <a:ext uri="{FF2B5EF4-FFF2-40B4-BE49-F238E27FC236}">
                          <a16:creationId xmlns:a16="http://schemas.microsoft.com/office/drawing/2014/main" id="{49947A87-9831-4CF7-A38E-E6F6BA9E608F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242" name="楕円 135241">
                        <a:extLst>
                          <a:ext uri="{FF2B5EF4-FFF2-40B4-BE49-F238E27FC236}">
                            <a16:creationId xmlns:a16="http://schemas.microsoft.com/office/drawing/2014/main" id="{51DEEDEA-7F32-459A-90C6-9FD3E8374D3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243" name="直線コネクタ 135242">
                        <a:extLst>
                          <a:ext uri="{FF2B5EF4-FFF2-40B4-BE49-F238E27FC236}">
                            <a16:creationId xmlns:a16="http://schemas.microsoft.com/office/drawing/2014/main" id="{4D282615-2A70-46D5-8D40-1A0A14151E49}"/>
                          </a:ext>
                        </a:extLst>
                      </p:cNvPr>
                      <p:cNvCxnSpPr>
                        <a:cxnSpLocks/>
                        <a:stCxn id="135242" idx="6"/>
                        <a:endCxn id="13524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244" name="直線コネクタ 135243">
                        <a:extLst>
                          <a:ext uri="{FF2B5EF4-FFF2-40B4-BE49-F238E27FC236}">
                            <a16:creationId xmlns:a16="http://schemas.microsoft.com/office/drawing/2014/main" id="{65D5251E-0BB1-44C2-8C61-1FBBC3D5390F}"/>
                          </a:ext>
                        </a:extLst>
                      </p:cNvPr>
                      <p:cNvCxnSpPr>
                        <a:cxnSpLocks/>
                        <a:stCxn id="135242" idx="4"/>
                        <a:endCxn id="13524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4598" name="グループ化 134597">
                    <a:extLst>
                      <a:ext uri="{FF2B5EF4-FFF2-40B4-BE49-F238E27FC236}">
                        <a16:creationId xmlns:a16="http://schemas.microsoft.com/office/drawing/2014/main" id="{F65EAB90-EAC1-445E-BADF-C2CB57E33285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090766" y="4988129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5180" name="グループ化 135179">
                      <a:extLst>
                        <a:ext uri="{FF2B5EF4-FFF2-40B4-BE49-F238E27FC236}">
                          <a16:creationId xmlns:a16="http://schemas.microsoft.com/office/drawing/2014/main" id="{B23EDA82-B6EF-4EA7-8795-2F9321BE4CE7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5209" name="グループ化 135208">
                        <a:extLst>
                          <a:ext uri="{FF2B5EF4-FFF2-40B4-BE49-F238E27FC236}">
                            <a16:creationId xmlns:a16="http://schemas.microsoft.com/office/drawing/2014/main" id="{8A7D5F0D-1D7E-44AF-89E1-66F51BD11B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5230" name="直線コネクタ 135229">
                          <a:extLst>
                            <a:ext uri="{FF2B5EF4-FFF2-40B4-BE49-F238E27FC236}">
                              <a16:creationId xmlns:a16="http://schemas.microsoft.com/office/drawing/2014/main" id="{B41F002B-59CE-47AE-B891-E881343F985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31" name="直線コネクタ 135230">
                          <a:extLst>
                            <a:ext uri="{FF2B5EF4-FFF2-40B4-BE49-F238E27FC236}">
                              <a16:creationId xmlns:a16="http://schemas.microsoft.com/office/drawing/2014/main" id="{891F39BC-E2FD-4AC0-A270-76C9C62D00B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32" name="直線コネクタ 135231">
                          <a:extLst>
                            <a:ext uri="{FF2B5EF4-FFF2-40B4-BE49-F238E27FC236}">
                              <a16:creationId xmlns:a16="http://schemas.microsoft.com/office/drawing/2014/main" id="{46339916-2413-40EE-8428-EE0255191C5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33" name="直線コネクタ 135232">
                          <a:extLst>
                            <a:ext uri="{FF2B5EF4-FFF2-40B4-BE49-F238E27FC236}">
                              <a16:creationId xmlns:a16="http://schemas.microsoft.com/office/drawing/2014/main" id="{6771ED90-B2A9-4BBC-A1FB-62AC8BA3768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34" name="直線コネクタ 135233">
                          <a:extLst>
                            <a:ext uri="{FF2B5EF4-FFF2-40B4-BE49-F238E27FC236}">
                              <a16:creationId xmlns:a16="http://schemas.microsoft.com/office/drawing/2014/main" id="{BF99C59A-7513-4526-845F-4510BBF83D5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10" name="グループ化 135209">
                        <a:extLst>
                          <a:ext uri="{FF2B5EF4-FFF2-40B4-BE49-F238E27FC236}">
                            <a16:creationId xmlns:a16="http://schemas.microsoft.com/office/drawing/2014/main" id="{412B25BF-54A0-4285-82F1-87CFCDEEC5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27" name="楕円 135226">
                          <a:extLst>
                            <a:ext uri="{FF2B5EF4-FFF2-40B4-BE49-F238E27FC236}">
                              <a16:creationId xmlns:a16="http://schemas.microsoft.com/office/drawing/2014/main" id="{188AF956-43F0-43EB-A33B-97ADBE776F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28" name="直線コネクタ 135227">
                          <a:extLst>
                            <a:ext uri="{FF2B5EF4-FFF2-40B4-BE49-F238E27FC236}">
                              <a16:creationId xmlns:a16="http://schemas.microsoft.com/office/drawing/2014/main" id="{CA7C84FB-1A73-4361-B660-CD9AD0987B46}"/>
                            </a:ext>
                          </a:extLst>
                        </p:cNvPr>
                        <p:cNvCxnSpPr>
                          <a:cxnSpLocks/>
                          <a:stCxn id="135227" idx="6"/>
                          <a:endCxn id="13522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29" name="直線コネクタ 135228">
                          <a:extLst>
                            <a:ext uri="{FF2B5EF4-FFF2-40B4-BE49-F238E27FC236}">
                              <a16:creationId xmlns:a16="http://schemas.microsoft.com/office/drawing/2014/main" id="{2A74A1E7-0B3E-4740-A194-20EAC43DD59C}"/>
                            </a:ext>
                          </a:extLst>
                        </p:cNvPr>
                        <p:cNvCxnSpPr>
                          <a:cxnSpLocks/>
                          <a:stCxn id="135227" idx="4"/>
                          <a:endCxn id="13522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11" name="グループ化 135210">
                        <a:extLst>
                          <a:ext uri="{FF2B5EF4-FFF2-40B4-BE49-F238E27FC236}">
                            <a16:creationId xmlns:a16="http://schemas.microsoft.com/office/drawing/2014/main" id="{ABEC9A15-46F5-4F0B-A192-95D7778ADCF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24" name="楕円 135223">
                          <a:extLst>
                            <a:ext uri="{FF2B5EF4-FFF2-40B4-BE49-F238E27FC236}">
                              <a16:creationId xmlns:a16="http://schemas.microsoft.com/office/drawing/2014/main" id="{59B15999-53CA-419C-B61E-93ABFE319CE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25" name="直線コネクタ 135224">
                          <a:extLst>
                            <a:ext uri="{FF2B5EF4-FFF2-40B4-BE49-F238E27FC236}">
                              <a16:creationId xmlns:a16="http://schemas.microsoft.com/office/drawing/2014/main" id="{79F0BF80-C580-416A-8988-C18B88D83D95}"/>
                            </a:ext>
                          </a:extLst>
                        </p:cNvPr>
                        <p:cNvCxnSpPr>
                          <a:cxnSpLocks/>
                          <a:stCxn id="135224" idx="6"/>
                          <a:endCxn id="13522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26" name="直線コネクタ 135225">
                          <a:extLst>
                            <a:ext uri="{FF2B5EF4-FFF2-40B4-BE49-F238E27FC236}">
                              <a16:creationId xmlns:a16="http://schemas.microsoft.com/office/drawing/2014/main" id="{EA679AC1-2B7D-49BD-9E85-03655B25099C}"/>
                            </a:ext>
                          </a:extLst>
                        </p:cNvPr>
                        <p:cNvCxnSpPr>
                          <a:cxnSpLocks/>
                          <a:stCxn id="135224" idx="4"/>
                          <a:endCxn id="13522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12" name="グループ化 135211">
                        <a:extLst>
                          <a:ext uri="{FF2B5EF4-FFF2-40B4-BE49-F238E27FC236}">
                            <a16:creationId xmlns:a16="http://schemas.microsoft.com/office/drawing/2014/main" id="{0E7601F7-A92A-4CD7-BDC0-C30D4C7BA51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21" name="楕円 135220">
                          <a:extLst>
                            <a:ext uri="{FF2B5EF4-FFF2-40B4-BE49-F238E27FC236}">
                              <a16:creationId xmlns:a16="http://schemas.microsoft.com/office/drawing/2014/main" id="{BF94826E-27D9-4B89-8CF9-4F3013DB78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22" name="直線コネクタ 135221">
                          <a:extLst>
                            <a:ext uri="{FF2B5EF4-FFF2-40B4-BE49-F238E27FC236}">
                              <a16:creationId xmlns:a16="http://schemas.microsoft.com/office/drawing/2014/main" id="{917CCC7A-6AF6-4F4B-925A-9EE0AB65EB64}"/>
                            </a:ext>
                          </a:extLst>
                        </p:cNvPr>
                        <p:cNvCxnSpPr>
                          <a:cxnSpLocks/>
                          <a:stCxn id="135221" idx="6"/>
                          <a:endCxn id="13522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23" name="直線コネクタ 135222">
                          <a:extLst>
                            <a:ext uri="{FF2B5EF4-FFF2-40B4-BE49-F238E27FC236}">
                              <a16:creationId xmlns:a16="http://schemas.microsoft.com/office/drawing/2014/main" id="{8EFD4F06-5232-4223-9156-8EE909E04581}"/>
                            </a:ext>
                          </a:extLst>
                        </p:cNvPr>
                        <p:cNvCxnSpPr>
                          <a:cxnSpLocks/>
                          <a:stCxn id="135221" idx="4"/>
                          <a:endCxn id="13522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13" name="グループ化 135212">
                        <a:extLst>
                          <a:ext uri="{FF2B5EF4-FFF2-40B4-BE49-F238E27FC236}">
                            <a16:creationId xmlns:a16="http://schemas.microsoft.com/office/drawing/2014/main" id="{D3D6BD02-ACB3-44C2-889F-E6AF1E3C2C8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18" name="楕円 135217">
                          <a:extLst>
                            <a:ext uri="{FF2B5EF4-FFF2-40B4-BE49-F238E27FC236}">
                              <a16:creationId xmlns:a16="http://schemas.microsoft.com/office/drawing/2014/main" id="{C969FF3F-5943-4B00-915A-85249CC3067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19" name="直線コネクタ 135218">
                          <a:extLst>
                            <a:ext uri="{FF2B5EF4-FFF2-40B4-BE49-F238E27FC236}">
                              <a16:creationId xmlns:a16="http://schemas.microsoft.com/office/drawing/2014/main" id="{90A8D8F8-AE87-4423-9B3B-9C3ADDE5F60C}"/>
                            </a:ext>
                          </a:extLst>
                        </p:cNvPr>
                        <p:cNvCxnSpPr>
                          <a:cxnSpLocks/>
                          <a:stCxn id="135218" idx="6"/>
                          <a:endCxn id="13521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20" name="直線コネクタ 135219">
                          <a:extLst>
                            <a:ext uri="{FF2B5EF4-FFF2-40B4-BE49-F238E27FC236}">
                              <a16:creationId xmlns:a16="http://schemas.microsoft.com/office/drawing/2014/main" id="{C26385F2-D488-4ED8-A94A-B2EB4FB18570}"/>
                            </a:ext>
                          </a:extLst>
                        </p:cNvPr>
                        <p:cNvCxnSpPr>
                          <a:cxnSpLocks/>
                          <a:stCxn id="135218" idx="4"/>
                          <a:endCxn id="13521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214" name="グループ化 135213">
                        <a:extLst>
                          <a:ext uri="{FF2B5EF4-FFF2-40B4-BE49-F238E27FC236}">
                            <a16:creationId xmlns:a16="http://schemas.microsoft.com/office/drawing/2014/main" id="{8C197965-597B-42F3-8E5F-B782D5284D7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15" name="楕円 135214">
                          <a:extLst>
                            <a:ext uri="{FF2B5EF4-FFF2-40B4-BE49-F238E27FC236}">
                              <a16:creationId xmlns:a16="http://schemas.microsoft.com/office/drawing/2014/main" id="{279F31F5-977E-4EFB-BF2E-CA1B44C3B2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16" name="直線コネクタ 135215">
                          <a:extLst>
                            <a:ext uri="{FF2B5EF4-FFF2-40B4-BE49-F238E27FC236}">
                              <a16:creationId xmlns:a16="http://schemas.microsoft.com/office/drawing/2014/main" id="{ACDBD93B-ADB6-46A6-8ACE-BAC4CC657AB5}"/>
                            </a:ext>
                          </a:extLst>
                        </p:cNvPr>
                        <p:cNvCxnSpPr>
                          <a:cxnSpLocks/>
                          <a:stCxn id="135215" idx="6"/>
                          <a:endCxn id="13521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17" name="直線コネクタ 135216">
                          <a:extLst>
                            <a:ext uri="{FF2B5EF4-FFF2-40B4-BE49-F238E27FC236}">
                              <a16:creationId xmlns:a16="http://schemas.microsoft.com/office/drawing/2014/main" id="{C45975D2-40D3-4F56-8281-CBE547530EEC}"/>
                            </a:ext>
                          </a:extLst>
                        </p:cNvPr>
                        <p:cNvCxnSpPr>
                          <a:cxnSpLocks/>
                          <a:stCxn id="135215" idx="4"/>
                          <a:endCxn id="13521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5181" name="楕円 135180">
                      <a:extLst>
                        <a:ext uri="{FF2B5EF4-FFF2-40B4-BE49-F238E27FC236}">
                          <a16:creationId xmlns:a16="http://schemas.microsoft.com/office/drawing/2014/main" id="{32F90DB6-C95F-4F84-9F1F-FACBE476D97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5182" name="グループ化 135181">
                      <a:extLst>
                        <a:ext uri="{FF2B5EF4-FFF2-40B4-BE49-F238E27FC236}">
                          <a16:creationId xmlns:a16="http://schemas.microsoft.com/office/drawing/2014/main" id="{BCF7AF54-B659-4727-851A-193C612122B2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5183" name="グループ化 135182">
                        <a:extLst>
                          <a:ext uri="{FF2B5EF4-FFF2-40B4-BE49-F238E27FC236}">
                            <a16:creationId xmlns:a16="http://schemas.microsoft.com/office/drawing/2014/main" id="{E4B8873E-13D3-4647-BBCA-1588377F56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5204" name="直線コネクタ 135203">
                          <a:extLst>
                            <a:ext uri="{FF2B5EF4-FFF2-40B4-BE49-F238E27FC236}">
                              <a16:creationId xmlns:a16="http://schemas.microsoft.com/office/drawing/2014/main" id="{556C3A96-8D8F-4D6B-B42E-030BDAD93BD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05" name="直線コネクタ 135204">
                          <a:extLst>
                            <a:ext uri="{FF2B5EF4-FFF2-40B4-BE49-F238E27FC236}">
                              <a16:creationId xmlns:a16="http://schemas.microsoft.com/office/drawing/2014/main" id="{CCBE9212-16EE-45C9-96BF-AE6F31FC2C7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06" name="直線コネクタ 135205">
                          <a:extLst>
                            <a:ext uri="{FF2B5EF4-FFF2-40B4-BE49-F238E27FC236}">
                              <a16:creationId xmlns:a16="http://schemas.microsoft.com/office/drawing/2014/main" id="{7D794224-446D-44C0-8E76-F03B206C7A9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07" name="直線コネクタ 135206">
                          <a:extLst>
                            <a:ext uri="{FF2B5EF4-FFF2-40B4-BE49-F238E27FC236}">
                              <a16:creationId xmlns:a16="http://schemas.microsoft.com/office/drawing/2014/main" id="{83DF6A9F-5912-45E9-B646-69B7E3738FD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08" name="直線コネクタ 135207">
                          <a:extLst>
                            <a:ext uri="{FF2B5EF4-FFF2-40B4-BE49-F238E27FC236}">
                              <a16:creationId xmlns:a16="http://schemas.microsoft.com/office/drawing/2014/main" id="{1C668DEE-44C1-4DFC-A5AB-3DCD1E30AE7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84" name="グループ化 135183">
                        <a:extLst>
                          <a:ext uri="{FF2B5EF4-FFF2-40B4-BE49-F238E27FC236}">
                            <a16:creationId xmlns:a16="http://schemas.microsoft.com/office/drawing/2014/main" id="{AF6DA246-D9EF-4F1D-BEBD-7BF314C173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201" name="楕円 135200">
                          <a:extLst>
                            <a:ext uri="{FF2B5EF4-FFF2-40B4-BE49-F238E27FC236}">
                              <a16:creationId xmlns:a16="http://schemas.microsoft.com/office/drawing/2014/main" id="{D3D7F8B3-0105-4CA2-A135-52711B0F396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202" name="直線コネクタ 135201">
                          <a:extLst>
                            <a:ext uri="{FF2B5EF4-FFF2-40B4-BE49-F238E27FC236}">
                              <a16:creationId xmlns:a16="http://schemas.microsoft.com/office/drawing/2014/main" id="{2E77D753-84B7-4AA0-B161-DBE6EAFB9EC5}"/>
                            </a:ext>
                          </a:extLst>
                        </p:cNvPr>
                        <p:cNvCxnSpPr>
                          <a:cxnSpLocks/>
                          <a:stCxn id="135201" idx="6"/>
                          <a:endCxn id="13520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03" name="直線コネクタ 135202">
                          <a:extLst>
                            <a:ext uri="{FF2B5EF4-FFF2-40B4-BE49-F238E27FC236}">
                              <a16:creationId xmlns:a16="http://schemas.microsoft.com/office/drawing/2014/main" id="{0FA5379B-79B5-405E-87B9-CF7EA2A2659E}"/>
                            </a:ext>
                          </a:extLst>
                        </p:cNvPr>
                        <p:cNvCxnSpPr>
                          <a:cxnSpLocks/>
                          <a:stCxn id="135201" idx="4"/>
                          <a:endCxn id="13520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85" name="グループ化 135184">
                        <a:extLst>
                          <a:ext uri="{FF2B5EF4-FFF2-40B4-BE49-F238E27FC236}">
                            <a16:creationId xmlns:a16="http://schemas.microsoft.com/office/drawing/2014/main" id="{9DA8E81B-2573-45F0-B9F8-8077D56F778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98" name="楕円 135197">
                          <a:extLst>
                            <a:ext uri="{FF2B5EF4-FFF2-40B4-BE49-F238E27FC236}">
                              <a16:creationId xmlns:a16="http://schemas.microsoft.com/office/drawing/2014/main" id="{F7AB4CAB-031F-4D78-A9FB-31041CC487C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99" name="直線コネクタ 135198">
                          <a:extLst>
                            <a:ext uri="{FF2B5EF4-FFF2-40B4-BE49-F238E27FC236}">
                              <a16:creationId xmlns:a16="http://schemas.microsoft.com/office/drawing/2014/main" id="{C765CA50-4044-4732-9399-3CF4550220D9}"/>
                            </a:ext>
                          </a:extLst>
                        </p:cNvPr>
                        <p:cNvCxnSpPr>
                          <a:cxnSpLocks/>
                          <a:stCxn id="135198" idx="6"/>
                          <a:endCxn id="13519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200" name="直線コネクタ 135199">
                          <a:extLst>
                            <a:ext uri="{FF2B5EF4-FFF2-40B4-BE49-F238E27FC236}">
                              <a16:creationId xmlns:a16="http://schemas.microsoft.com/office/drawing/2014/main" id="{01F90AD5-CCE2-498F-AD11-540310B713F6}"/>
                            </a:ext>
                          </a:extLst>
                        </p:cNvPr>
                        <p:cNvCxnSpPr>
                          <a:cxnSpLocks/>
                          <a:stCxn id="135198" idx="4"/>
                          <a:endCxn id="13519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86" name="グループ化 135185">
                        <a:extLst>
                          <a:ext uri="{FF2B5EF4-FFF2-40B4-BE49-F238E27FC236}">
                            <a16:creationId xmlns:a16="http://schemas.microsoft.com/office/drawing/2014/main" id="{E84D4EE1-3DEE-4C98-8770-8C7273177F3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95" name="楕円 135194">
                          <a:extLst>
                            <a:ext uri="{FF2B5EF4-FFF2-40B4-BE49-F238E27FC236}">
                              <a16:creationId xmlns:a16="http://schemas.microsoft.com/office/drawing/2014/main" id="{1422407C-1F30-4FDA-A8AC-6149C06EF4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96" name="直線コネクタ 135195">
                          <a:extLst>
                            <a:ext uri="{FF2B5EF4-FFF2-40B4-BE49-F238E27FC236}">
                              <a16:creationId xmlns:a16="http://schemas.microsoft.com/office/drawing/2014/main" id="{8A0C2696-EB7A-4A2E-A40A-2DE1925255A9}"/>
                            </a:ext>
                          </a:extLst>
                        </p:cNvPr>
                        <p:cNvCxnSpPr>
                          <a:cxnSpLocks/>
                          <a:stCxn id="135195" idx="6"/>
                          <a:endCxn id="13519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97" name="直線コネクタ 135196">
                          <a:extLst>
                            <a:ext uri="{FF2B5EF4-FFF2-40B4-BE49-F238E27FC236}">
                              <a16:creationId xmlns:a16="http://schemas.microsoft.com/office/drawing/2014/main" id="{9F9A5E39-1B1D-46A8-ADB7-0E0F9AE4A9DC}"/>
                            </a:ext>
                          </a:extLst>
                        </p:cNvPr>
                        <p:cNvCxnSpPr>
                          <a:cxnSpLocks/>
                          <a:stCxn id="135195" idx="4"/>
                          <a:endCxn id="13519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87" name="グループ化 135186">
                        <a:extLst>
                          <a:ext uri="{FF2B5EF4-FFF2-40B4-BE49-F238E27FC236}">
                            <a16:creationId xmlns:a16="http://schemas.microsoft.com/office/drawing/2014/main" id="{4AC1BB0D-1F81-43B9-96C2-90AD8C37274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92" name="楕円 135191">
                          <a:extLst>
                            <a:ext uri="{FF2B5EF4-FFF2-40B4-BE49-F238E27FC236}">
                              <a16:creationId xmlns:a16="http://schemas.microsoft.com/office/drawing/2014/main" id="{3316C3A7-61F9-474D-BD19-BA6D9CCE115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93" name="直線コネクタ 135192">
                          <a:extLst>
                            <a:ext uri="{FF2B5EF4-FFF2-40B4-BE49-F238E27FC236}">
                              <a16:creationId xmlns:a16="http://schemas.microsoft.com/office/drawing/2014/main" id="{6FAD1193-4FEF-436A-A13C-BBE3CBD0E49E}"/>
                            </a:ext>
                          </a:extLst>
                        </p:cNvPr>
                        <p:cNvCxnSpPr>
                          <a:cxnSpLocks/>
                          <a:stCxn id="135192" idx="6"/>
                          <a:endCxn id="13519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94" name="直線コネクタ 135193">
                          <a:extLst>
                            <a:ext uri="{FF2B5EF4-FFF2-40B4-BE49-F238E27FC236}">
                              <a16:creationId xmlns:a16="http://schemas.microsoft.com/office/drawing/2014/main" id="{1CA9622D-A9EC-4CD7-9B36-6D93ADFE079C}"/>
                            </a:ext>
                          </a:extLst>
                        </p:cNvPr>
                        <p:cNvCxnSpPr>
                          <a:cxnSpLocks/>
                          <a:stCxn id="135192" idx="4"/>
                          <a:endCxn id="13519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88" name="グループ化 135187">
                        <a:extLst>
                          <a:ext uri="{FF2B5EF4-FFF2-40B4-BE49-F238E27FC236}">
                            <a16:creationId xmlns:a16="http://schemas.microsoft.com/office/drawing/2014/main" id="{1D6C406B-F055-483D-B161-816541EB51E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89" name="楕円 135188">
                          <a:extLst>
                            <a:ext uri="{FF2B5EF4-FFF2-40B4-BE49-F238E27FC236}">
                              <a16:creationId xmlns:a16="http://schemas.microsoft.com/office/drawing/2014/main" id="{D83BBFFF-C396-4F18-9E15-09E4D296CF5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90" name="直線コネクタ 135189">
                          <a:extLst>
                            <a:ext uri="{FF2B5EF4-FFF2-40B4-BE49-F238E27FC236}">
                              <a16:creationId xmlns:a16="http://schemas.microsoft.com/office/drawing/2014/main" id="{19217E3A-9D54-4FB4-8DB9-104B3C7F2286}"/>
                            </a:ext>
                          </a:extLst>
                        </p:cNvPr>
                        <p:cNvCxnSpPr>
                          <a:cxnSpLocks/>
                          <a:stCxn id="135189" idx="6"/>
                          <a:endCxn id="13518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91" name="直線コネクタ 135190">
                          <a:extLst>
                            <a:ext uri="{FF2B5EF4-FFF2-40B4-BE49-F238E27FC236}">
                              <a16:creationId xmlns:a16="http://schemas.microsoft.com/office/drawing/2014/main" id="{2D780A89-1AB3-461F-9898-297EEA5C707B}"/>
                            </a:ext>
                          </a:extLst>
                        </p:cNvPr>
                        <p:cNvCxnSpPr>
                          <a:cxnSpLocks/>
                          <a:stCxn id="135189" idx="4"/>
                          <a:endCxn id="13518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4599" name="グループ化 134598">
                    <a:extLst>
                      <a:ext uri="{FF2B5EF4-FFF2-40B4-BE49-F238E27FC236}">
                        <a16:creationId xmlns:a16="http://schemas.microsoft.com/office/drawing/2014/main" id="{ED91E720-3453-41B6-B728-6AD5F77DD6D4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85337" y="470003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5146" name="グループ化 135145">
                      <a:extLst>
                        <a:ext uri="{FF2B5EF4-FFF2-40B4-BE49-F238E27FC236}">
                          <a16:creationId xmlns:a16="http://schemas.microsoft.com/office/drawing/2014/main" id="{74D80BDB-BCC8-4C37-A947-6037D2EE1E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5171" name="直線コネクタ 135170">
                        <a:extLst>
                          <a:ext uri="{FF2B5EF4-FFF2-40B4-BE49-F238E27FC236}">
                            <a16:creationId xmlns:a16="http://schemas.microsoft.com/office/drawing/2014/main" id="{FEA5D6EB-1A03-407A-9692-04E63BEF9FB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2" name="直線コネクタ 135171">
                        <a:extLst>
                          <a:ext uri="{FF2B5EF4-FFF2-40B4-BE49-F238E27FC236}">
                            <a16:creationId xmlns:a16="http://schemas.microsoft.com/office/drawing/2014/main" id="{08182100-CF30-4AB3-AE7B-A6FB5C5C57C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3" name="直線コネクタ 135172">
                        <a:extLst>
                          <a:ext uri="{FF2B5EF4-FFF2-40B4-BE49-F238E27FC236}">
                            <a16:creationId xmlns:a16="http://schemas.microsoft.com/office/drawing/2014/main" id="{D2C575AC-FA6E-4DD5-A919-295FDBE87A8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4" name="直線コネクタ 135173">
                        <a:extLst>
                          <a:ext uri="{FF2B5EF4-FFF2-40B4-BE49-F238E27FC236}">
                            <a16:creationId xmlns:a16="http://schemas.microsoft.com/office/drawing/2014/main" id="{BE2E3F33-01CA-4489-965C-6123C39E820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5" name="直線コネクタ 135174">
                        <a:extLst>
                          <a:ext uri="{FF2B5EF4-FFF2-40B4-BE49-F238E27FC236}">
                            <a16:creationId xmlns:a16="http://schemas.microsoft.com/office/drawing/2014/main" id="{06D8B5FB-1939-4C22-B1A4-26A6D2D437A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6" name="直線コネクタ 135175">
                        <a:extLst>
                          <a:ext uri="{FF2B5EF4-FFF2-40B4-BE49-F238E27FC236}">
                            <a16:creationId xmlns:a16="http://schemas.microsoft.com/office/drawing/2014/main" id="{F0C6B14D-FD3F-4E2F-B149-4058BF933E2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7" name="直線コネクタ 135176">
                        <a:extLst>
                          <a:ext uri="{FF2B5EF4-FFF2-40B4-BE49-F238E27FC236}">
                            <a16:creationId xmlns:a16="http://schemas.microsoft.com/office/drawing/2014/main" id="{88F7301D-AFAB-4F15-B3D3-F7C95F3FC78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8" name="直線コネクタ 135177">
                        <a:extLst>
                          <a:ext uri="{FF2B5EF4-FFF2-40B4-BE49-F238E27FC236}">
                            <a16:creationId xmlns:a16="http://schemas.microsoft.com/office/drawing/2014/main" id="{9E5ED868-7973-43C4-BCFF-21C17FE7B4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9" name="直線コネクタ 135178">
                        <a:extLst>
                          <a:ext uri="{FF2B5EF4-FFF2-40B4-BE49-F238E27FC236}">
                            <a16:creationId xmlns:a16="http://schemas.microsoft.com/office/drawing/2014/main" id="{BF187420-3F2D-4C20-B25D-F2B54D8A80B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147" name="グループ化 135146">
                      <a:extLst>
                        <a:ext uri="{FF2B5EF4-FFF2-40B4-BE49-F238E27FC236}">
                          <a16:creationId xmlns:a16="http://schemas.microsoft.com/office/drawing/2014/main" id="{689B53E7-AA15-43F4-AD9D-749ABECD0A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168" name="楕円 135167">
                        <a:extLst>
                          <a:ext uri="{FF2B5EF4-FFF2-40B4-BE49-F238E27FC236}">
                            <a16:creationId xmlns:a16="http://schemas.microsoft.com/office/drawing/2014/main" id="{C0B3C5A7-447D-4FBF-8928-D4631A43FB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169" name="直線コネクタ 135168">
                        <a:extLst>
                          <a:ext uri="{FF2B5EF4-FFF2-40B4-BE49-F238E27FC236}">
                            <a16:creationId xmlns:a16="http://schemas.microsoft.com/office/drawing/2014/main" id="{9F9602A3-DBFC-4E33-ABF3-8E0F0E98F404}"/>
                          </a:ext>
                        </a:extLst>
                      </p:cNvPr>
                      <p:cNvCxnSpPr>
                        <a:cxnSpLocks/>
                        <a:stCxn id="135168" idx="6"/>
                        <a:endCxn id="13516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70" name="直線コネクタ 135169">
                        <a:extLst>
                          <a:ext uri="{FF2B5EF4-FFF2-40B4-BE49-F238E27FC236}">
                            <a16:creationId xmlns:a16="http://schemas.microsoft.com/office/drawing/2014/main" id="{86FC57AC-336F-439D-B557-B24FEAA1BE89}"/>
                          </a:ext>
                        </a:extLst>
                      </p:cNvPr>
                      <p:cNvCxnSpPr>
                        <a:cxnSpLocks/>
                        <a:stCxn id="135168" idx="4"/>
                        <a:endCxn id="13516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148" name="グループ化 135147">
                      <a:extLst>
                        <a:ext uri="{FF2B5EF4-FFF2-40B4-BE49-F238E27FC236}">
                          <a16:creationId xmlns:a16="http://schemas.microsoft.com/office/drawing/2014/main" id="{8AAD083A-37BC-4FF8-AD3A-5DC73FEBEA84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165" name="楕円 135164">
                        <a:extLst>
                          <a:ext uri="{FF2B5EF4-FFF2-40B4-BE49-F238E27FC236}">
                            <a16:creationId xmlns:a16="http://schemas.microsoft.com/office/drawing/2014/main" id="{25BC43A4-9BA1-433E-B091-1C5C810609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166" name="直線コネクタ 135165">
                        <a:extLst>
                          <a:ext uri="{FF2B5EF4-FFF2-40B4-BE49-F238E27FC236}">
                            <a16:creationId xmlns:a16="http://schemas.microsoft.com/office/drawing/2014/main" id="{1AEC93D7-9171-4C31-B8BB-5E05F545EF19}"/>
                          </a:ext>
                        </a:extLst>
                      </p:cNvPr>
                      <p:cNvCxnSpPr>
                        <a:cxnSpLocks/>
                        <a:stCxn id="135165" idx="6"/>
                        <a:endCxn id="13516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67" name="直線コネクタ 135166">
                        <a:extLst>
                          <a:ext uri="{FF2B5EF4-FFF2-40B4-BE49-F238E27FC236}">
                            <a16:creationId xmlns:a16="http://schemas.microsoft.com/office/drawing/2014/main" id="{8FC3802D-DB9A-431C-ACC3-2924E4AFB69D}"/>
                          </a:ext>
                        </a:extLst>
                      </p:cNvPr>
                      <p:cNvCxnSpPr>
                        <a:cxnSpLocks/>
                        <a:stCxn id="135165" idx="4"/>
                        <a:endCxn id="13516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149" name="グループ化 135148">
                      <a:extLst>
                        <a:ext uri="{FF2B5EF4-FFF2-40B4-BE49-F238E27FC236}">
                          <a16:creationId xmlns:a16="http://schemas.microsoft.com/office/drawing/2014/main" id="{E2515248-FFF2-4800-A76D-E1B6FBEBB859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162" name="楕円 135161">
                        <a:extLst>
                          <a:ext uri="{FF2B5EF4-FFF2-40B4-BE49-F238E27FC236}">
                            <a16:creationId xmlns:a16="http://schemas.microsoft.com/office/drawing/2014/main" id="{F5502BE2-0170-4013-B9BE-EC6188D6B1A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163" name="直線コネクタ 135162">
                        <a:extLst>
                          <a:ext uri="{FF2B5EF4-FFF2-40B4-BE49-F238E27FC236}">
                            <a16:creationId xmlns:a16="http://schemas.microsoft.com/office/drawing/2014/main" id="{B1C611AF-5128-4DB4-943D-3A91C37CAB0F}"/>
                          </a:ext>
                        </a:extLst>
                      </p:cNvPr>
                      <p:cNvCxnSpPr>
                        <a:cxnSpLocks/>
                        <a:stCxn id="135162" idx="6"/>
                        <a:endCxn id="13516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64" name="直線コネクタ 135163">
                        <a:extLst>
                          <a:ext uri="{FF2B5EF4-FFF2-40B4-BE49-F238E27FC236}">
                            <a16:creationId xmlns:a16="http://schemas.microsoft.com/office/drawing/2014/main" id="{C3212B00-7A37-4B6D-94F3-063F93DF2BBF}"/>
                          </a:ext>
                        </a:extLst>
                      </p:cNvPr>
                      <p:cNvCxnSpPr>
                        <a:cxnSpLocks/>
                        <a:stCxn id="135162" idx="4"/>
                        <a:endCxn id="13516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150" name="グループ化 135149">
                      <a:extLst>
                        <a:ext uri="{FF2B5EF4-FFF2-40B4-BE49-F238E27FC236}">
                          <a16:creationId xmlns:a16="http://schemas.microsoft.com/office/drawing/2014/main" id="{F0A04152-EA26-45A4-BB1A-21D46E7BDF38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159" name="楕円 135158">
                        <a:extLst>
                          <a:ext uri="{FF2B5EF4-FFF2-40B4-BE49-F238E27FC236}">
                            <a16:creationId xmlns:a16="http://schemas.microsoft.com/office/drawing/2014/main" id="{3953C666-CB9C-48E7-9C60-993BE753CE3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160" name="直線コネクタ 135159">
                        <a:extLst>
                          <a:ext uri="{FF2B5EF4-FFF2-40B4-BE49-F238E27FC236}">
                            <a16:creationId xmlns:a16="http://schemas.microsoft.com/office/drawing/2014/main" id="{587E17D3-0566-48F9-93EA-B57B0C7A243B}"/>
                          </a:ext>
                        </a:extLst>
                      </p:cNvPr>
                      <p:cNvCxnSpPr>
                        <a:cxnSpLocks/>
                        <a:stCxn id="135159" idx="6"/>
                        <a:endCxn id="13515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61" name="直線コネクタ 135160">
                        <a:extLst>
                          <a:ext uri="{FF2B5EF4-FFF2-40B4-BE49-F238E27FC236}">
                            <a16:creationId xmlns:a16="http://schemas.microsoft.com/office/drawing/2014/main" id="{76EC53BD-050E-4A07-8836-88BD3126AD43}"/>
                          </a:ext>
                        </a:extLst>
                      </p:cNvPr>
                      <p:cNvCxnSpPr>
                        <a:cxnSpLocks/>
                        <a:stCxn id="135159" idx="4"/>
                        <a:endCxn id="13515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151" name="グループ化 135150">
                      <a:extLst>
                        <a:ext uri="{FF2B5EF4-FFF2-40B4-BE49-F238E27FC236}">
                          <a16:creationId xmlns:a16="http://schemas.microsoft.com/office/drawing/2014/main" id="{711CAA75-FBA1-48D9-8955-C6C5F307D420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156" name="楕円 135155">
                        <a:extLst>
                          <a:ext uri="{FF2B5EF4-FFF2-40B4-BE49-F238E27FC236}">
                            <a16:creationId xmlns:a16="http://schemas.microsoft.com/office/drawing/2014/main" id="{2E351C3E-84E2-4A05-B162-DFD170A073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157" name="直線コネクタ 135156">
                        <a:extLst>
                          <a:ext uri="{FF2B5EF4-FFF2-40B4-BE49-F238E27FC236}">
                            <a16:creationId xmlns:a16="http://schemas.microsoft.com/office/drawing/2014/main" id="{2AD06B50-341A-4F73-85A7-543C369A5065}"/>
                          </a:ext>
                        </a:extLst>
                      </p:cNvPr>
                      <p:cNvCxnSpPr>
                        <a:cxnSpLocks/>
                        <a:stCxn id="135156" idx="6"/>
                        <a:endCxn id="13515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58" name="直線コネクタ 135157">
                        <a:extLst>
                          <a:ext uri="{FF2B5EF4-FFF2-40B4-BE49-F238E27FC236}">
                            <a16:creationId xmlns:a16="http://schemas.microsoft.com/office/drawing/2014/main" id="{D92394CD-4DDF-44FE-AD9F-F051CF050CFD}"/>
                          </a:ext>
                        </a:extLst>
                      </p:cNvPr>
                      <p:cNvCxnSpPr>
                        <a:cxnSpLocks/>
                        <a:stCxn id="135156" idx="4"/>
                        <a:endCxn id="13515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152" name="グループ化 135151">
                      <a:extLst>
                        <a:ext uri="{FF2B5EF4-FFF2-40B4-BE49-F238E27FC236}">
                          <a16:creationId xmlns:a16="http://schemas.microsoft.com/office/drawing/2014/main" id="{3283526A-0152-49C5-9F08-BB3795B32D5C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153" name="楕円 135152">
                        <a:extLst>
                          <a:ext uri="{FF2B5EF4-FFF2-40B4-BE49-F238E27FC236}">
                            <a16:creationId xmlns:a16="http://schemas.microsoft.com/office/drawing/2014/main" id="{BB97AD2F-DFA9-404A-9263-79A526995BA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154" name="直線コネクタ 135153">
                        <a:extLst>
                          <a:ext uri="{FF2B5EF4-FFF2-40B4-BE49-F238E27FC236}">
                            <a16:creationId xmlns:a16="http://schemas.microsoft.com/office/drawing/2014/main" id="{87694067-305C-4CF8-AF62-205849780827}"/>
                          </a:ext>
                        </a:extLst>
                      </p:cNvPr>
                      <p:cNvCxnSpPr>
                        <a:cxnSpLocks/>
                        <a:stCxn id="135153" idx="6"/>
                        <a:endCxn id="13515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155" name="直線コネクタ 135154">
                        <a:extLst>
                          <a:ext uri="{FF2B5EF4-FFF2-40B4-BE49-F238E27FC236}">
                            <a16:creationId xmlns:a16="http://schemas.microsoft.com/office/drawing/2014/main" id="{C074FE34-9FCC-4A25-843F-DF7226A9930D}"/>
                          </a:ext>
                        </a:extLst>
                      </p:cNvPr>
                      <p:cNvCxnSpPr>
                        <a:cxnSpLocks/>
                        <a:stCxn id="135153" idx="4"/>
                        <a:endCxn id="13515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4600" name="グループ化 134599">
                    <a:extLst>
                      <a:ext uri="{FF2B5EF4-FFF2-40B4-BE49-F238E27FC236}">
                        <a16:creationId xmlns:a16="http://schemas.microsoft.com/office/drawing/2014/main" id="{793446D8-68D5-4E82-B19E-AC193D647962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087459" y="563710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5091" name="グループ化 135090">
                      <a:extLst>
                        <a:ext uri="{FF2B5EF4-FFF2-40B4-BE49-F238E27FC236}">
                          <a16:creationId xmlns:a16="http://schemas.microsoft.com/office/drawing/2014/main" id="{E7BAC89B-33C9-43CF-87DA-99523FB71A56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5120" name="グループ化 135119">
                        <a:extLst>
                          <a:ext uri="{FF2B5EF4-FFF2-40B4-BE49-F238E27FC236}">
                            <a16:creationId xmlns:a16="http://schemas.microsoft.com/office/drawing/2014/main" id="{C81808E4-E127-46C4-B584-951ED549E06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5141" name="直線コネクタ 135140">
                          <a:extLst>
                            <a:ext uri="{FF2B5EF4-FFF2-40B4-BE49-F238E27FC236}">
                              <a16:creationId xmlns:a16="http://schemas.microsoft.com/office/drawing/2014/main" id="{94AB07FB-9262-4DE1-8DA4-39E25238C31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42" name="直線コネクタ 135141">
                          <a:extLst>
                            <a:ext uri="{FF2B5EF4-FFF2-40B4-BE49-F238E27FC236}">
                              <a16:creationId xmlns:a16="http://schemas.microsoft.com/office/drawing/2014/main" id="{6DB0D28C-ABE4-402F-A838-CD6575DDF7B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43" name="直線コネクタ 135142">
                          <a:extLst>
                            <a:ext uri="{FF2B5EF4-FFF2-40B4-BE49-F238E27FC236}">
                              <a16:creationId xmlns:a16="http://schemas.microsoft.com/office/drawing/2014/main" id="{F127C930-C9BA-4273-B321-10E6672672A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44" name="直線コネクタ 135143">
                          <a:extLst>
                            <a:ext uri="{FF2B5EF4-FFF2-40B4-BE49-F238E27FC236}">
                              <a16:creationId xmlns:a16="http://schemas.microsoft.com/office/drawing/2014/main" id="{9ACAAA3D-2068-4C57-BE5D-0C116486D4C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45" name="直線コネクタ 135144">
                          <a:extLst>
                            <a:ext uri="{FF2B5EF4-FFF2-40B4-BE49-F238E27FC236}">
                              <a16:creationId xmlns:a16="http://schemas.microsoft.com/office/drawing/2014/main" id="{2E5244E5-B205-40BA-9F28-50480E53E2D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21" name="グループ化 135120">
                        <a:extLst>
                          <a:ext uri="{FF2B5EF4-FFF2-40B4-BE49-F238E27FC236}">
                            <a16:creationId xmlns:a16="http://schemas.microsoft.com/office/drawing/2014/main" id="{90373F29-7356-45ED-914B-79F2678A5F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38" name="楕円 135137">
                          <a:extLst>
                            <a:ext uri="{FF2B5EF4-FFF2-40B4-BE49-F238E27FC236}">
                              <a16:creationId xmlns:a16="http://schemas.microsoft.com/office/drawing/2014/main" id="{2E71C50F-853B-4314-A56A-6F25E35C09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39" name="直線コネクタ 135138">
                          <a:extLst>
                            <a:ext uri="{FF2B5EF4-FFF2-40B4-BE49-F238E27FC236}">
                              <a16:creationId xmlns:a16="http://schemas.microsoft.com/office/drawing/2014/main" id="{6017D4FC-0BA4-4DCE-8EC1-BF403AA66CD6}"/>
                            </a:ext>
                          </a:extLst>
                        </p:cNvPr>
                        <p:cNvCxnSpPr>
                          <a:cxnSpLocks/>
                          <a:stCxn id="135138" idx="6"/>
                          <a:endCxn id="13513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40" name="直線コネクタ 135139">
                          <a:extLst>
                            <a:ext uri="{FF2B5EF4-FFF2-40B4-BE49-F238E27FC236}">
                              <a16:creationId xmlns:a16="http://schemas.microsoft.com/office/drawing/2014/main" id="{3674BE9A-B711-4FA9-BF5F-58E6F1501FB5}"/>
                            </a:ext>
                          </a:extLst>
                        </p:cNvPr>
                        <p:cNvCxnSpPr>
                          <a:cxnSpLocks/>
                          <a:stCxn id="135138" idx="4"/>
                          <a:endCxn id="13513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22" name="グループ化 135121">
                        <a:extLst>
                          <a:ext uri="{FF2B5EF4-FFF2-40B4-BE49-F238E27FC236}">
                            <a16:creationId xmlns:a16="http://schemas.microsoft.com/office/drawing/2014/main" id="{49925907-9A66-4F32-920E-EF95AE9D45E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35" name="楕円 135134">
                          <a:extLst>
                            <a:ext uri="{FF2B5EF4-FFF2-40B4-BE49-F238E27FC236}">
                              <a16:creationId xmlns:a16="http://schemas.microsoft.com/office/drawing/2014/main" id="{BEC046F1-11A6-4917-985F-EB573259E76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36" name="直線コネクタ 135135">
                          <a:extLst>
                            <a:ext uri="{FF2B5EF4-FFF2-40B4-BE49-F238E27FC236}">
                              <a16:creationId xmlns:a16="http://schemas.microsoft.com/office/drawing/2014/main" id="{A9E273D1-D7F3-435D-A41B-DE49CA1F376D}"/>
                            </a:ext>
                          </a:extLst>
                        </p:cNvPr>
                        <p:cNvCxnSpPr>
                          <a:cxnSpLocks/>
                          <a:stCxn id="135135" idx="6"/>
                          <a:endCxn id="13513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37" name="直線コネクタ 135136">
                          <a:extLst>
                            <a:ext uri="{FF2B5EF4-FFF2-40B4-BE49-F238E27FC236}">
                              <a16:creationId xmlns:a16="http://schemas.microsoft.com/office/drawing/2014/main" id="{C0E8DFA9-F57B-4689-A484-A20CB50A5108}"/>
                            </a:ext>
                          </a:extLst>
                        </p:cNvPr>
                        <p:cNvCxnSpPr>
                          <a:cxnSpLocks/>
                          <a:stCxn id="135135" idx="4"/>
                          <a:endCxn id="13513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23" name="グループ化 135122">
                        <a:extLst>
                          <a:ext uri="{FF2B5EF4-FFF2-40B4-BE49-F238E27FC236}">
                            <a16:creationId xmlns:a16="http://schemas.microsoft.com/office/drawing/2014/main" id="{43C5C3D1-E339-4891-9A51-F1E8B6AB52A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32" name="楕円 135131">
                          <a:extLst>
                            <a:ext uri="{FF2B5EF4-FFF2-40B4-BE49-F238E27FC236}">
                              <a16:creationId xmlns:a16="http://schemas.microsoft.com/office/drawing/2014/main" id="{BBC7A9AF-E9E6-4ECB-8979-BBA7E6875E3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33" name="直線コネクタ 135132">
                          <a:extLst>
                            <a:ext uri="{FF2B5EF4-FFF2-40B4-BE49-F238E27FC236}">
                              <a16:creationId xmlns:a16="http://schemas.microsoft.com/office/drawing/2014/main" id="{DF674B5F-3173-4B8D-BEC7-10E79A1F574B}"/>
                            </a:ext>
                          </a:extLst>
                        </p:cNvPr>
                        <p:cNvCxnSpPr>
                          <a:cxnSpLocks/>
                          <a:stCxn id="135132" idx="6"/>
                          <a:endCxn id="13513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34" name="直線コネクタ 135133">
                          <a:extLst>
                            <a:ext uri="{FF2B5EF4-FFF2-40B4-BE49-F238E27FC236}">
                              <a16:creationId xmlns:a16="http://schemas.microsoft.com/office/drawing/2014/main" id="{777ADC82-AEE8-4C82-984E-72F75BADEB52}"/>
                            </a:ext>
                          </a:extLst>
                        </p:cNvPr>
                        <p:cNvCxnSpPr>
                          <a:cxnSpLocks/>
                          <a:stCxn id="135132" idx="4"/>
                          <a:endCxn id="13513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24" name="グループ化 135123">
                        <a:extLst>
                          <a:ext uri="{FF2B5EF4-FFF2-40B4-BE49-F238E27FC236}">
                            <a16:creationId xmlns:a16="http://schemas.microsoft.com/office/drawing/2014/main" id="{9BC9CFB8-0E4B-4651-B962-6C6BDEED936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29" name="楕円 135128">
                          <a:extLst>
                            <a:ext uri="{FF2B5EF4-FFF2-40B4-BE49-F238E27FC236}">
                              <a16:creationId xmlns:a16="http://schemas.microsoft.com/office/drawing/2014/main" id="{B5B21637-A6BF-411E-B324-DA795CAF36D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30" name="直線コネクタ 135129">
                          <a:extLst>
                            <a:ext uri="{FF2B5EF4-FFF2-40B4-BE49-F238E27FC236}">
                              <a16:creationId xmlns:a16="http://schemas.microsoft.com/office/drawing/2014/main" id="{A02E95A1-4D8B-4C58-925B-999DB0A95764}"/>
                            </a:ext>
                          </a:extLst>
                        </p:cNvPr>
                        <p:cNvCxnSpPr>
                          <a:cxnSpLocks/>
                          <a:stCxn id="135129" idx="6"/>
                          <a:endCxn id="13512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31" name="直線コネクタ 135130">
                          <a:extLst>
                            <a:ext uri="{FF2B5EF4-FFF2-40B4-BE49-F238E27FC236}">
                              <a16:creationId xmlns:a16="http://schemas.microsoft.com/office/drawing/2014/main" id="{30EF7C99-22AA-4C9D-95F2-C6E2DB8910B0}"/>
                            </a:ext>
                          </a:extLst>
                        </p:cNvPr>
                        <p:cNvCxnSpPr>
                          <a:cxnSpLocks/>
                          <a:stCxn id="135129" idx="4"/>
                          <a:endCxn id="13512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125" name="グループ化 135124">
                        <a:extLst>
                          <a:ext uri="{FF2B5EF4-FFF2-40B4-BE49-F238E27FC236}">
                            <a16:creationId xmlns:a16="http://schemas.microsoft.com/office/drawing/2014/main" id="{07D4D4B0-48AA-4FD6-AF7E-7922E629774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26" name="楕円 135125">
                          <a:extLst>
                            <a:ext uri="{FF2B5EF4-FFF2-40B4-BE49-F238E27FC236}">
                              <a16:creationId xmlns:a16="http://schemas.microsoft.com/office/drawing/2014/main" id="{DB7A9961-4DEF-45DD-BC81-EBBD802FA36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27" name="直線コネクタ 135126">
                          <a:extLst>
                            <a:ext uri="{FF2B5EF4-FFF2-40B4-BE49-F238E27FC236}">
                              <a16:creationId xmlns:a16="http://schemas.microsoft.com/office/drawing/2014/main" id="{ABCE6362-87E3-49D7-9C80-BFEE9260CA32}"/>
                            </a:ext>
                          </a:extLst>
                        </p:cNvPr>
                        <p:cNvCxnSpPr>
                          <a:cxnSpLocks/>
                          <a:stCxn id="135126" idx="6"/>
                          <a:endCxn id="13512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28" name="直線コネクタ 135127">
                          <a:extLst>
                            <a:ext uri="{FF2B5EF4-FFF2-40B4-BE49-F238E27FC236}">
                              <a16:creationId xmlns:a16="http://schemas.microsoft.com/office/drawing/2014/main" id="{98B4D260-D4BB-4AAA-B919-A1B40FEF9F9C}"/>
                            </a:ext>
                          </a:extLst>
                        </p:cNvPr>
                        <p:cNvCxnSpPr>
                          <a:cxnSpLocks/>
                          <a:stCxn id="135126" idx="4"/>
                          <a:endCxn id="13512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5092" name="楕円 135091">
                      <a:extLst>
                        <a:ext uri="{FF2B5EF4-FFF2-40B4-BE49-F238E27FC236}">
                          <a16:creationId xmlns:a16="http://schemas.microsoft.com/office/drawing/2014/main" id="{A924B8B7-338C-4BAC-9465-C3149D77ACF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5093" name="グループ化 135092">
                      <a:extLst>
                        <a:ext uri="{FF2B5EF4-FFF2-40B4-BE49-F238E27FC236}">
                          <a16:creationId xmlns:a16="http://schemas.microsoft.com/office/drawing/2014/main" id="{672A1215-37E4-4B66-A8BC-EB9A5918E47D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5094" name="グループ化 135093">
                        <a:extLst>
                          <a:ext uri="{FF2B5EF4-FFF2-40B4-BE49-F238E27FC236}">
                            <a16:creationId xmlns:a16="http://schemas.microsoft.com/office/drawing/2014/main" id="{592EC5B2-C4A5-451F-B2EE-0799C39045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5115" name="直線コネクタ 135114">
                          <a:extLst>
                            <a:ext uri="{FF2B5EF4-FFF2-40B4-BE49-F238E27FC236}">
                              <a16:creationId xmlns:a16="http://schemas.microsoft.com/office/drawing/2014/main" id="{DFABBB4B-8DAC-488F-9204-88ECB8876B9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16" name="直線コネクタ 135115">
                          <a:extLst>
                            <a:ext uri="{FF2B5EF4-FFF2-40B4-BE49-F238E27FC236}">
                              <a16:creationId xmlns:a16="http://schemas.microsoft.com/office/drawing/2014/main" id="{C1E9C4E8-56D5-4C27-964A-6E290598251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17" name="直線コネクタ 135116">
                          <a:extLst>
                            <a:ext uri="{FF2B5EF4-FFF2-40B4-BE49-F238E27FC236}">
                              <a16:creationId xmlns:a16="http://schemas.microsoft.com/office/drawing/2014/main" id="{2CD289BE-FE3A-4350-A7F6-E8FE564BE50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18" name="直線コネクタ 135117">
                          <a:extLst>
                            <a:ext uri="{FF2B5EF4-FFF2-40B4-BE49-F238E27FC236}">
                              <a16:creationId xmlns:a16="http://schemas.microsoft.com/office/drawing/2014/main" id="{E8A7B890-1999-4415-AE85-0C7C68562F7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19" name="直線コネクタ 135118">
                          <a:extLst>
                            <a:ext uri="{FF2B5EF4-FFF2-40B4-BE49-F238E27FC236}">
                              <a16:creationId xmlns:a16="http://schemas.microsoft.com/office/drawing/2014/main" id="{7D676A07-4D3D-4A5F-A3C7-063A490E51B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95" name="グループ化 135094">
                        <a:extLst>
                          <a:ext uri="{FF2B5EF4-FFF2-40B4-BE49-F238E27FC236}">
                            <a16:creationId xmlns:a16="http://schemas.microsoft.com/office/drawing/2014/main" id="{6D8B58D9-1632-459C-997E-CC31C89A6E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12" name="楕円 135111">
                          <a:extLst>
                            <a:ext uri="{FF2B5EF4-FFF2-40B4-BE49-F238E27FC236}">
                              <a16:creationId xmlns:a16="http://schemas.microsoft.com/office/drawing/2014/main" id="{24EBF407-78E3-4C15-9FEA-DCCB666D0B1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13" name="直線コネクタ 135112">
                          <a:extLst>
                            <a:ext uri="{FF2B5EF4-FFF2-40B4-BE49-F238E27FC236}">
                              <a16:creationId xmlns:a16="http://schemas.microsoft.com/office/drawing/2014/main" id="{68196DE5-508D-4662-A7BB-71402118335E}"/>
                            </a:ext>
                          </a:extLst>
                        </p:cNvPr>
                        <p:cNvCxnSpPr>
                          <a:cxnSpLocks/>
                          <a:stCxn id="135112" idx="6"/>
                          <a:endCxn id="13511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14" name="直線コネクタ 135113">
                          <a:extLst>
                            <a:ext uri="{FF2B5EF4-FFF2-40B4-BE49-F238E27FC236}">
                              <a16:creationId xmlns:a16="http://schemas.microsoft.com/office/drawing/2014/main" id="{98E2C72B-B4EE-490C-B947-63FAEED7B975}"/>
                            </a:ext>
                          </a:extLst>
                        </p:cNvPr>
                        <p:cNvCxnSpPr>
                          <a:cxnSpLocks/>
                          <a:stCxn id="135112" idx="4"/>
                          <a:endCxn id="13511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96" name="グループ化 135095">
                        <a:extLst>
                          <a:ext uri="{FF2B5EF4-FFF2-40B4-BE49-F238E27FC236}">
                            <a16:creationId xmlns:a16="http://schemas.microsoft.com/office/drawing/2014/main" id="{1E2A389B-589E-452D-9B9C-E73F9BF1791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09" name="楕円 135108">
                          <a:extLst>
                            <a:ext uri="{FF2B5EF4-FFF2-40B4-BE49-F238E27FC236}">
                              <a16:creationId xmlns:a16="http://schemas.microsoft.com/office/drawing/2014/main" id="{C76318C8-466C-4D95-A88A-A8AE3376B3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10" name="直線コネクタ 135109">
                          <a:extLst>
                            <a:ext uri="{FF2B5EF4-FFF2-40B4-BE49-F238E27FC236}">
                              <a16:creationId xmlns:a16="http://schemas.microsoft.com/office/drawing/2014/main" id="{7B44E123-051E-404F-8521-5501C8865416}"/>
                            </a:ext>
                          </a:extLst>
                        </p:cNvPr>
                        <p:cNvCxnSpPr>
                          <a:cxnSpLocks/>
                          <a:stCxn id="135109" idx="6"/>
                          <a:endCxn id="13510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11" name="直線コネクタ 135110">
                          <a:extLst>
                            <a:ext uri="{FF2B5EF4-FFF2-40B4-BE49-F238E27FC236}">
                              <a16:creationId xmlns:a16="http://schemas.microsoft.com/office/drawing/2014/main" id="{96CCB2AA-5879-4602-BF4C-A156C6AC153F}"/>
                            </a:ext>
                          </a:extLst>
                        </p:cNvPr>
                        <p:cNvCxnSpPr>
                          <a:cxnSpLocks/>
                          <a:stCxn id="135109" idx="4"/>
                          <a:endCxn id="13510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97" name="グループ化 135096">
                        <a:extLst>
                          <a:ext uri="{FF2B5EF4-FFF2-40B4-BE49-F238E27FC236}">
                            <a16:creationId xmlns:a16="http://schemas.microsoft.com/office/drawing/2014/main" id="{5EC88DD8-3C22-4225-ACA8-1B9292AD026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06" name="楕円 135105">
                          <a:extLst>
                            <a:ext uri="{FF2B5EF4-FFF2-40B4-BE49-F238E27FC236}">
                              <a16:creationId xmlns:a16="http://schemas.microsoft.com/office/drawing/2014/main" id="{F0377B5F-DDDA-4987-9053-A2CF83E38B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07" name="直線コネクタ 135106">
                          <a:extLst>
                            <a:ext uri="{FF2B5EF4-FFF2-40B4-BE49-F238E27FC236}">
                              <a16:creationId xmlns:a16="http://schemas.microsoft.com/office/drawing/2014/main" id="{3E669787-1595-4DE0-AEC4-C454E2B46939}"/>
                            </a:ext>
                          </a:extLst>
                        </p:cNvPr>
                        <p:cNvCxnSpPr>
                          <a:cxnSpLocks/>
                          <a:stCxn id="135106" idx="6"/>
                          <a:endCxn id="13510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08" name="直線コネクタ 135107">
                          <a:extLst>
                            <a:ext uri="{FF2B5EF4-FFF2-40B4-BE49-F238E27FC236}">
                              <a16:creationId xmlns:a16="http://schemas.microsoft.com/office/drawing/2014/main" id="{379AD463-7B4B-4866-AF79-3790403E4393}"/>
                            </a:ext>
                          </a:extLst>
                        </p:cNvPr>
                        <p:cNvCxnSpPr>
                          <a:cxnSpLocks/>
                          <a:stCxn id="135106" idx="4"/>
                          <a:endCxn id="13510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98" name="グループ化 135097">
                        <a:extLst>
                          <a:ext uri="{FF2B5EF4-FFF2-40B4-BE49-F238E27FC236}">
                            <a16:creationId xmlns:a16="http://schemas.microsoft.com/office/drawing/2014/main" id="{D767E5EB-C950-4698-A599-7F0B5842175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03" name="楕円 135102">
                          <a:extLst>
                            <a:ext uri="{FF2B5EF4-FFF2-40B4-BE49-F238E27FC236}">
                              <a16:creationId xmlns:a16="http://schemas.microsoft.com/office/drawing/2014/main" id="{C3685642-F82B-4B7F-B230-F9D55EF2BC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04" name="直線コネクタ 135103">
                          <a:extLst>
                            <a:ext uri="{FF2B5EF4-FFF2-40B4-BE49-F238E27FC236}">
                              <a16:creationId xmlns:a16="http://schemas.microsoft.com/office/drawing/2014/main" id="{40390E4C-C94D-42FF-9262-E0850F54DD37}"/>
                            </a:ext>
                          </a:extLst>
                        </p:cNvPr>
                        <p:cNvCxnSpPr>
                          <a:cxnSpLocks/>
                          <a:stCxn id="135103" idx="6"/>
                          <a:endCxn id="13510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05" name="直線コネクタ 135104">
                          <a:extLst>
                            <a:ext uri="{FF2B5EF4-FFF2-40B4-BE49-F238E27FC236}">
                              <a16:creationId xmlns:a16="http://schemas.microsoft.com/office/drawing/2014/main" id="{C93488D7-782A-4D29-AFC5-6DBD58FC4565}"/>
                            </a:ext>
                          </a:extLst>
                        </p:cNvPr>
                        <p:cNvCxnSpPr>
                          <a:cxnSpLocks/>
                          <a:stCxn id="135103" idx="4"/>
                          <a:endCxn id="13510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99" name="グループ化 135098">
                        <a:extLst>
                          <a:ext uri="{FF2B5EF4-FFF2-40B4-BE49-F238E27FC236}">
                            <a16:creationId xmlns:a16="http://schemas.microsoft.com/office/drawing/2014/main" id="{57449A80-1D2D-43BE-AB11-CFDDA7936E2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100" name="楕円 135099">
                          <a:extLst>
                            <a:ext uri="{FF2B5EF4-FFF2-40B4-BE49-F238E27FC236}">
                              <a16:creationId xmlns:a16="http://schemas.microsoft.com/office/drawing/2014/main" id="{633B37CC-0659-4781-8072-ABCD1EE0DAF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101" name="直線コネクタ 135100">
                          <a:extLst>
                            <a:ext uri="{FF2B5EF4-FFF2-40B4-BE49-F238E27FC236}">
                              <a16:creationId xmlns:a16="http://schemas.microsoft.com/office/drawing/2014/main" id="{1601462C-815B-4C30-85EF-B6A2578CC390}"/>
                            </a:ext>
                          </a:extLst>
                        </p:cNvPr>
                        <p:cNvCxnSpPr>
                          <a:cxnSpLocks/>
                          <a:stCxn id="135100" idx="6"/>
                          <a:endCxn id="13510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102" name="直線コネクタ 135101">
                          <a:extLst>
                            <a:ext uri="{FF2B5EF4-FFF2-40B4-BE49-F238E27FC236}">
                              <a16:creationId xmlns:a16="http://schemas.microsoft.com/office/drawing/2014/main" id="{6703C52B-8CB2-4F93-84D7-1B5DF998F6F9}"/>
                            </a:ext>
                          </a:extLst>
                        </p:cNvPr>
                        <p:cNvCxnSpPr>
                          <a:cxnSpLocks/>
                          <a:stCxn id="135100" idx="4"/>
                          <a:endCxn id="13510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4601" name="グループ化 134600">
                    <a:extLst>
                      <a:ext uri="{FF2B5EF4-FFF2-40B4-BE49-F238E27FC236}">
                        <a16:creationId xmlns:a16="http://schemas.microsoft.com/office/drawing/2014/main" id="{ACA0F427-F5D9-4873-882F-1C0E7C51865D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131813" y="529159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5057" name="グループ化 135056">
                      <a:extLst>
                        <a:ext uri="{FF2B5EF4-FFF2-40B4-BE49-F238E27FC236}">
                          <a16:creationId xmlns:a16="http://schemas.microsoft.com/office/drawing/2014/main" id="{57AAF6E8-27BB-4958-9BA7-60840C6C83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5082" name="直線コネクタ 135081">
                        <a:extLst>
                          <a:ext uri="{FF2B5EF4-FFF2-40B4-BE49-F238E27FC236}">
                            <a16:creationId xmlns:a16="http://schemas.microsoft.com/office/drawing/2014/main" id="{B489E460-4E2B-48BE-939E-A7D6684574E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83" name="直線コネクタ 135082">
                        <a:extLst>
                          <a:ext uri="{FF2B5EF4-FFF2-40B4-BE49-F238E27FC236}">
                            <a16:creationId xmlns:a16="http://schemas.microsoft.com/office/drawing/2014/main" id="{E3748C05-05EB-4A4F-85DF-C1ACA6AD9AB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84" name="直線コネクタ 135083">
                        <a:extLst>
                          <a:ext uri="{FF2B5EF4-FFF2-40B4-BE49-F238E27FC236}">
                            <a16:creationId xmlns:a16="http://schemas.microsoft.com/office/drawing/2014/main" id="{DEE19BB1-BC76-424D-B77D-B61DBF53922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85" name="直線コネクタ 135084">
                        <a:extLst>
                          <a:ext uri="{FF2B5EF4-FFF2-40B4-BE49-F238E27FC236}">
                            <a16:creationId xmlns:a16="http://schemas.microsoft.com/office/drawing/2014/main" id="{340636ED-7AC4-4D13-8AC6-812858054C6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86" name="直線コネクタ 135085">
                        <a:extLst>
                          <a:ext uri="{FF2B5EF4-FFF2-40B4-BE49-F238E27FC236}">
                            <a16:creationId xmlns:a16="http://schemas.microsoft.com/office/drawing/2014/main" id="{6621C387-5379-48EB-9E65-89242ED28FF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87" name="直線コネクタ 135086">
                        <a:extLst>
                          <a:ext uri="{FF2B5EF4-FFF2-40B4-BE49-F238E27FC236}">
                            <a16:creationId xmlns:a16="http://schemas.microsoft.com/office/drawing/2014/main" id="{32BB8628-BED0-495B-9E2D-0DA84448EE5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88" name="直線コネクタ 135087">
                        <a:extLst>
                          <a:ext uri="{FF2B5EF4-FFF2-40B4-BE49-F238E27FC236}">
                            <a16:creationId xmlns:a16="http://schemas.microsoft.com/office/drawing/2014/main" id="{49B509CE-8ECF-43A1-A719-10D9A125A67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89" name="直線コネクタ 135088">
                        <a:extLst>
                          <a:ext uri="{FF2B5EF4-FFF2-40B4-BE49-F238E27FC236}">
                            <a16:creationId xmlns:a16="http://schemas.microsoft.com/office/drawing/2014/main" id="{38CBC6BD-B1D5-4D65-B2D6-417A7B3D12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90" name="直線コネクタ 135089">
                        <a:extLst>
                          <a:ext uri="{FF2B5EF4-FFF2-40B4-BE49-F238E27FC236}">
                            <a16:creationId xmlns:a16="http://schemas.microsoft.com/office/drawing/2014/main" id="{83339228-91D8-4560-AAFE-40053C2987D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058" name="グループ化 135057">
                      <a:extLst>
                        <a:ext uri="{FF2B5EF4-FFF2-40B4-BE49-F238E27FC236}">
                          <a16:creationId xmlns:a16="http://schemas.microsoft.com/office/drawing/2014/main" id="{C210CF76-75CC-4880-AA0F-C8EDCF498A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079" name="楕円 135078">
                        <a:extLst>
                          <a:ext uri="{FF2B5EF4-FFF2-40B4-BE49-F238E27FC236}">
                            <a16:creationId xmlns:a16="http://schemas.microsoft.com/office/drawing/2014/main" id="{AE65F501-8B5B-4DC6-8692-261F341472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080" name="直線コネクタ 135079">
                        <a:extLst>
                          <a:ext uri="{FF2B5EF4-FFF2-40B4-BE49-F238E27FC236}">
                            <a16:creationId xmlns:a16="http://schemas.microsoft.com/office/drawing/2014/main" id="{457429E6-57AD-49CB-A512-E323B3F0F882}"/>
                          </a:ext>
                        </a:extLst>
                      </p:cNvPr>
                      <p:cNvCxnSpPr>
                        <a:cxnSpLocks/>
                        <a:stCxn id="135079" idx="6"/>
                        <a:endCxn id="13507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81" name="直線コネクタ 135080">
                        <a:extLst>
                          <a:ext uri="{FF2B5EF4-FFF2-40B4-BE49-F238E27FC236}">
                            <a16:creationId xmlns:a16="http://schemas.microsoft.com/office/drawing/2014/main" id="{8E727776-418C-45D9-AEE3-1BDD0DBD4A63}"/>
                          </a:ext>
                        </a:extLst>
                      </p:cNvPr>
                      <p:cNvCxnSpPr>
                        <a:cxnSpLocks/>
                        <a:stCxn id="135079" idx="4"/>
                        <a:endCxn id="13507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059" name="グループ化 135058">
                      <a:extLst>
                        <a:ext uri="{FF2B5EF4-FFF2-40B4-BE49-F238E27FC236}">
                          <a16:creationId xmlns:a16="http://schemas.microsoft.com/office/drawing/2014/main" id="{7762E710-357C-40C4-84B2-453F123797DB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076" name="楕円 135075">
                        <a:extLst>
                          <a:ext uri="{FF2B5EF4-FFF2-40B4-BE49-F238E27FC236}">
                            <a16:creationId xmlns:a16="http://schemas.microsoft.com/office/drawing/2014/main" id="{A5412EC5-6F32-4DBA-9106-DE59ED03C9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077" name="直線コネクタ 135076">
                        <a:extLst>
                          <a:ext uri="{FF2B5EF4-FFF2-40B4-BE49-F238E27FC236}">
                            <a16:creationId xmlns:a16="http://schemas.microsoft.com/office/drawing/2014/main" id="{CB557CEA-69C2-4BF4-BD8C-5785711B08CF}"/>
                          </a:ext>
                        </a:extLst>
                      </p:cNvPr>
                      <p:cNvCxnSpPr>
                        <a:cxnSpLocks/>
                        <a:stCxn id="135076" idx="6"/>
                        <a:endCxn id="13507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78" name="直線コネクタ 135077">
                        <a:extLst>
                          <a:ext uri="{FF2B5EF4-FFF2-40B4-BE49-F238E27FC236}">
                            <a16:creationId xmlns:a16="http://schemas.microsoft.com/office/drawing/2014/main" id="{3DFB0E92-5307-4167-A5A4-1A704F2076AA}"/>
                          </a:ext>
                        </a:extLst>
                      </p:cNvPr>
                      <p:cNvCxnSpPr>
                        <a:cxnSpLocks/>
                        <a:stCxn id="135076" idx="4"/>
                        <a:endCxn id="13507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060" name="グループ化 135059">
                      <a:extLst>
                        <a:ext uri="{FF2B5EF4-FFF2-40B4-BE49-F238E27FC236}">
                          <a16:creationId xmlns:a16="http://schemas.microsoft.com/office/drawing/2014/main" id="{C4DCE0F9-3CB4-4F2F-87A9-0CD894A3D454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073" name="楕円 135072">
                        <a:extLst>
                          <a:ext uri="{FF2B5EF4-FFF2-40B4-BE49-F238E27FC236}">
                            <a16:creationId xmlns:a16="http://schemas.microsoft.com/office/drawing/2014/main" id="{4AA7B118-6246-439D-A9D4-B60C3899FD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074" name="直線コネクタ 135073">
                        <a:extLst>
                          <a:ext uri="{FF2B5EF4-FFF2-40B4-BE49-F238E27FC236}">
                            <a16:creationId xmlns:a16="http://schemas.microsoft.com/office/drawing/2014/main" id="{ABCDECF2-65F5-42E6-85B5-89A5C71D8C04}"/>
                          </a:ext>
                        </a:extLst>
                      </p:cNvPr>
                      <p:cNvCxnSpPr>
                        <a:cxnSpLocks/>
                        <a:stCxn id="135073" idx="6"/>
                        <a:endCxn id="13507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75" name="直線コネクタ 135074">
                        <a:extLst>
                          <a:ext uri="{FF2B5EF4-FFF2-40B4-BE49-F238E27FC236}">
                            <a16:creationId xmlns:a16="http://schemas.microsoft.com/office/drawing/2014/main" id="{3FF2BE62-3852-47AA-874D-1A4692193423}"/>
                          </a:ext>
                        </a:extLst>
                      </p:cNvPr>
                      <p:cNvCxnSpPr>
                        <a:cxnSpLocks/>
                        <a:stCxn id="135073" idx="4"/>
                        <a:endCxn id="13507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061" name="グループ化 135060">
                      <a:extLst>
                        <a:ext uri="{FF2B5EF4-FFF2-40B4-BE49-F238E27FC236}">
                          <a16:creationId xmlns:a16="http://schemas.microsoft.com/office/drawing/2014/main" id="{D8DD4A60-6397-486A-9AC9-E59ED348B400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070" name="楕円 135069">
                        <a:extLst>
                          <a:ext uri="{FF2B5EF4-FFF2-40B4-BE49-F238E27FC236}">
                            <a16:creationId xmlns:a16="http://schemas.microsoft.com/office/drawing/2014/main" id="{EFF7A4CC-E2CF-4AC3-8E06-64B51EC80B8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071" name="直線コネクタ 135070">
                        <a:extLst>
                          <a:ext uri="{FF2B5EF4-FFF2-40B4-BE49-F238E27FC236}">
                            <a16:creationId xmlns:a16="http://schemas.microsoft.com/office/drawing/2014/main" id="{D15AD729-CA2A-480D-A174-4243CEDC33CA}"/>
                          </a:ext>
                        </a:extLst>
                      </p:cNvPr>
                      <p:cNvCxnSpPr>
                        <a:cxnSpLocks/>
                        <a:stCxn id="135070" idx="6"/>
                        <a:endCxn id="13507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72" name="直線コネクタ 135071">
                        <a:extLst>
                          <a:ext uri="{FF2B5EF4-FFF2-40B4-BE49-F238E27FC236}">
                            <a16:creationId xmlns:a16="http://schemas.microsoft.com/office/drawing/2014/main" id="{8A8893B4-A585-4B3B-9786-D0F27D95E33B}"/>
                          </a:ext>
                        </a:extLst>
                      </p:cNvPr>
                      <p:cNvCxnSpPr>
                        <a:cxnSpLocks/>
                        <a:stCxn id="135070" idx="4"/>
                        <a:endCxn id="13507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062" name="グループ化 135061">
                      <a:extLst>
                        <a:ext uri="{FF2B5EF4-FFF2-40B4-BE49-F238E27FC236}">
                          <a16:creationId xmlns:a16="http://schemas.microsoft.com/office/drawing/2014/main" id="{2370C121-81C3-4236-9FE5-6855CAE1B852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067" name="楕円 135066">
                        <a:extLst>
                          <a:ext uri="{FF2B5EF4-FFF2-40B4-BE49-F238E27FC236}">
                            <a16:creationId xmlns:a16="http://schemas.microsoft.com/office/drawing/2014/main" id="{11B8FF8B-16F3-4E73-B262-BD5F94A1D8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068" name="直線コネクタ 135067">
                        <a:extLst>
                          <a:ext uri="{FF2B5EF4-FFF2-40B4-BE49-F238E27FC236}">
                            <a16:creationId xmlns:a16="http://schemas.microsoft.com/office/drawing/2014/main" id="{5E1F931A-52AF-4AFB-82FC-7E941DDE050B}"/>
                          </a:ext>
                        </a:extLst>
                      </p:cNvPr>
                      <p:cNvCxnSpPr>
                        <a:cxnSpLocks/>
                        <a:stCxn id="135067" idx="6"/>
                        <a:endCxn id="13506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69" name="直線コネクタ 135068">
                        <a:extLst>
                          <a:ext uri="{FF2B5EF4-FFF2-40B4-BE49-F238E27FC236}">
                            <a16:creationId xmlns:a16="http://schemas.microsoft.com/office/drawing/2014/main" id="{E70ECE9A-54C2-427D-AFE4-451DCDDF25F7}"/>
                          </a:ext>
                        </a:extLst>
                      </p:cNvPr>
                      <p:cNvCxnSpPr>
                        <a:cxnSpLocks/>
                        <a:stCxn id="135067" idx="4"/>
                        <a:endCxn id="13506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5063" name="グループ化 135062">
                      <a:extLst>
                        <a:ext uri="{FF2B5EF4-FFF2-40B4-BE49-F238E27FC236}">
                          <a16:creationId xmlns:a16="http://schemas.microsoft.com/office/drawing/2014/main" id="{440A570E-9B8F-4189-A0B6-C525B5155C53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5064" name="楕円 135063">
                        <a:extLst>
                          <a:ext uri="{FF2B5EF4-FFF2-40B4-BE49-F238E27FC236}">
                            <a16:creationId xmlns:a16="http://schemas.microsoft.com/office/drawing/2014/main" id="{6817ECA0-2AED-4681-9F02-9D534AB84F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5065" name="直線コネクタ 135064">
                        <a:extLst>
                          <a:ext uri="{FF2B5EF4-FFF2-40B4-BE49-F238E27FC236}">
                            <a16:creationId xmlns:a16="http://schemas.microsoft.com/office/drawing/2014/main" id="{FBEF73B7-BAA3-426D-B9CB-C98D69D51133}"/>
                          </a:ext>
                        </a:extLst>
                      </p:cNvPr>
                      <p:cNvCxnSpPr>
                        <a:cxnSpLocks/>
                        <a:stCxn id="135064" idx="6"/>
                        <a:endCxn id="13506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66" name="直線コネクタ 135065">
                        <a:extLst>
                          <a:ext uri="{FF2B5EF4-FFF2-40B4-BE49-F238E27FC236}">
                            <a16:creationId xmlns:a16="http://schemas.microsoft.com/office/drawing/2014/main" id="{3CC2A803-611A-4BA3-856C-9BCFEF09A48E}"/>
                          </a:ext>
                        </a:extLst>
                      </p:cNvPr>
                      <p:cNvCxnSpPr>
                        <a:cxnSpLocks/>
                        <a:stCxn id="135064" idx="4"/>
                        <a:endCxn id="13506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4602" name="グループ化 134601">
                    <a:extLst>
                      <a:ext uri="{FF2B5EF4-FFF2-40B4-BE49-F238E27FC236}">
                        <a16:creationId xmlns:a16="http://schemas.microsoft.com/office/drawing/2014/main" id="{ADF8C785-2AD6-4320-9B67-0474436E4D65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626225" y="6093662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5002" name="グループ化 135001">
                      <a:extLst>
                        <a:ext uri="{FF2B5EF4-FFF2-40B4-BE49-F238E27FC236}">
                          <a16:creationId xmlns:a16="http://schemas.microsoft.com/office/drawing/2014/main" id="{71107B98-CF28-4870-8383-C15F70A8D45A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5031" name="グループ化 135030">
                        <a:extLst>
                          <a:ext uri="{FF2B5EF4-FFF2-40B4-BE49-F238E27FC236}">
                            <a16:creationId xmlns:a16="http://schemas.microsoft.com/office/drawing/2014/main" id="{DCDE08F6-2775-48C7-BDD5-0265636215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5052" name="直線コネクタ 135051">
                          <a:extLst>
                            <a:ext uri="{FF2B5EF4-FFF2-40B4-BE49-F238E27FC236}">
                              <a16:creationId xmlns:a16="http://schemas.microsoft.com/office/drawing/2014/main" id="{562E7C26-C859-4F85-B204-29C764D8E72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53" name="直線コネクタ 135052">
                          <a:extLst>
                            <a:ext uri="{FF2B5EF4-FFF2-40B4-BE49-F238E27FC236}">
                              <a16:creationId xmlns:a16="http://schemas.microsoft.com/office/drawing/2014/main" id="{0BEE985A-0726-4B42-AFA3-653FC99A9D5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54" name="直線コネクタ 135053">
                          <a:extLst>
                            <a:ext uri="{FF2B5EF4-FFF2-40B4-BE49-F238E27FC236}">
                              <a16:creationId xmlns:a16="http://schemas.microsoft.com/office/drawing/2014/main" id="{593842DA-3D73-4394-AF0B-AA3F09BCC14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55" name="直線コネクタ 135054">
                          <a:extLst>
                            <a:ext uri="{FF2B5EF4-FFF2-40B4-BE49-F238E27FC236}">
                              <a16:creationId xmlns:a16="http://schemas.microsoft.com/office/drawing/2014/main" id="{9723E55A-009A-4DAC-B89E-A93E37D5E49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56" name="直線コネクタ 135055">
                          <a:extLst>
                            <a:ext uri="{FF2B5EF4-FFF2-40B4-BE49-F238E27FC236}">
                              <a16:creationId xmlns:a16="http://schemas.microsoft.com/office/drawing/2014/main" id="{126F5BC9-DDAB-4440-BF2E-2EAC78E42E8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32" name="グループ化 135031">
                        <a:extLst>
                          <a:ext uri="{FF2B5EF4-FFF2-40B4-BE49-F238E27FC236}">
                            <a16:creationId xmlns:a16="http://schemas.microsoft.com/office/drawing/2014/main" id="{7FE86538-830E-48C9-95D1-12F3B1A19A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49" name="楕円 135048">
                          <a:extLst>
                            <a:ext uri="{FF2B5EF4-FFF2-40B4-BE49-F238E27FC236}">
                              <a16:creationId xmlns:a16="http://schemas.microsoft.com/office/drawing/2014/main" id="{16069537-02B0-4825-BB18-76C7A7AAD9D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50" name="直線コネクタ 135049">
                          <a:extLst>
                            <a:ext uri="{FF2B5EF4-FFF2-40B4-BE49-F238E27FC236}">
                              <a16:creationId xmlns:a16="http://schemas.microsoft.com/office/drawing/2014/main" id="{A9CF4869-77F1-418B-851A-5E15FB2E0F98}"/>
                            </a:ext>
                          </a:extLst>
                        </p:cNvPr>
                        <p:cNvCxnSpPr>
                          <a:cxnSpLocks/>
                          <a:stCxn id="135049" idx="6"/>
                          <a:endCxn id="13504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51" name="直線コネクタ 135050">
                          <a:extLst>
                            <a:ext uri="{FF2B5EF4-FFF2-40B4-BE49-F238E27FC236}">
                              <a16:creationId xmlns:a16="http://schemas.microsoft.com/office/drawing/2014/main" id="{FA590836-5BF3-4267-8271-BFC864274A5D}"/>
                            </a:ext>
                          </a:extLst>
                        </p:cNvPr>
                        <p:cNvCxnSpPr>
                          <a:cxnSpLocks/>
                          <a:stCxn id="135049" idx="4"/>
                          <a:endCxn id="13504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33" name="グループ化 135032">
                        <a:extLst>
                          <a:ext uri="{FF2B5EF4-FFF2-40B4-BE49-F238E27FC236}">
                            <a16:creationId xmlns:a16="http://schemas.microsoft.com/office/drawing/2014/main" id="{16AEB9C9-F1C6-4515-B436-F2705136CDB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46" name="楕円 135045">
                          <a:extLst>
                            <a:ext uri="{FF2B5EF4-FFF2-40B4-BE49-F238E27FC236}">
                              <a16:creationId xmlns:a16="http://schemas.microsoft.com/office/drawing/2014/main" id="{B6A9885B-E841-40DA-8D30-3600C20700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47" name="直線コネクタ 135046">
                          <a:extLst>
                            <a:ext uri="{FF2B5EF4-FFF2-40B4-BE49-F238E27FC236}">
                              <a16:creationId xmlns:a16="http://schemas.microsoft.com/office/drawing/2014/main" id="{4FA8F5AA-C9B1-4956-B969-B59F7EA5029C}"/>
                            </a:ext>
                          </a:extLst>
                        </p:cNvPr>
                        <p:cNvCxnSpPr>
                          <a:cxnSpLocks/>
                          <a:stCxn id="135046" idx="6"/>
                          <a:endCxn id="13504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48" name="直線コネクタ 135047">
                          <a:extLst>
                            <a:ext uri="{FF2B5EF4-FFF2-40B4-BE49-F238E27FC236}">
                              <a16:creationId xmlns:a16="http://schemas.microsoft.com/office/drawing/2014/main" id="{3E32F7F1-BB96-4A4D-A43A-19C56EB2DCCA}"/>
                            </a:ext>
                          </a:extLst>
                        </p:cNvPr>
                        <p:cNvCxnSpPr>
                          <a:cxnSpLocks/>
                          <a:stCxn id="135046" idx="4"/>
                          <a:endCxn id="13504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34" name="グループ化 135033">
                        <a:extLst>
                          <a:ext uri="{FF2B5EF4-FFF2-40B4-BE49-F238E27FC236}">
                            <a16:creationId xmlns:a16="http://schemas.microsoft.com/office/drawing/2014/main" id="{68427449-8715-4AA5-A2ED-636F495AF87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43" name="楕円 135042">
                          <a:extLst>
                            <a:ext uri="{FF2B5EF4-FFF2-40B4-BE49-F238E27FC236}">
                              <a16:creationId xmlns:a16="http://schemas.microsoft.com/office/drawing/2014/main" id="{E0CF62BD-A5A2-44E7-99CE-3C68A666353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44" name="直線コネクタ 135043">
                          <a:extLst>
                            <a:ext uri="{FF2B5EF4-FFF2-40B4-BE49-F238E27FC236}">
                              <a16:creationId xmlns:a16="http://schemas.microsoft.com/office/drawing/2014/main" id="{58BF886A-8310-4F49-B428-BB03AF817553}"/>
                            </a:ext>
                          </a:extLst>
                        </p:cNvPr>
                        <p:cNvCxnSpPr>
                          <a:cxnSpLocks/>
                          <a:stCxn id="135043" idx="6"/>
                          <a:endCxn id="13504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45" name="直線コネクタ 135044">
                          <a:extLst>
                            <a:ext uri="{FF2B5EF4-FFF2-40B4-BE49-F238E27FC236}">
                              <a16:creationId xmlns:a16="http://schemas.microsoft.com/office/drawing/2014/main" id="{B067EAB1-422F-40B2-9AFE-3A0104845800}"/>
                            </a:ext>
                          </a:extLst>
                        </p:cNvPr>
                        <p:cNvCxnSpPr>
                          <a:cxnSpLocks/>
                          <a:stCxn id="135043" idx="4"/>
                          <a:endCxn id="13504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35" name="グループ化 135034">
                        <a:extLst>
                          <a:ext uri="{FF2B5EF4-FFF2-40B4-BE49-F238E27FC236}">
                            <a16:creationId xmlns:a16="http://schemas.microsoft.com/office/drawing/2014/main" id="{7FFC6028-5BCE-47D5-91DB-A506E28D6C9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40" name="楕円 135039">
                          <a:extLst>
                            <a:ext uri="{FF2B5EF4-FFF2-40B4-BE49-F238E27FC236}">
                              <a16:creationId xmlns:a16="http://schemas.microsoft.com/office/drawing/2014/main" id="{B320C074-7A2A-4713-B080-95E03B9CDE6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41" name="直線コネクタ 135040">
                          <a:extLst>
                            <a:ext uri="{FF2B5EF4-FFF2-40B4-BE49-F238E27FC236}">
                              <a16:creationId xmlns:a16="http://schemas.microsoft.com/office/drawing/2014/main" id="{9F961218-9677-4FA6-A279-6DD1434C58E4}"/>
                            </a:ext>
                          </a:extLst>
                        </p:cNvPr>
                        <p:cNvCxnSpPr>
                          <a:cxnSpLocks/>
                          <a:stCxn id="135040" idx="6"/>
                          <a:endCxn id="13504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42" name="直線コネクタ 135041">
                          <a:extLst>
                            <a:ext uri="{FF2B5EF4-FFF2-40B4-BE49-F238E27FC236}">
                              <a16:creationId xmlns:a16="http://schemas.microsoft.com/office/drawing/2014/main" id="{222D7E40-5C93-4B03-B07B-03A6878EEA41}"/>
                            </a:ext>
                          </a:extLst>
                        </p:cNvPr>
                        <p:cNvCxnSpPr>
                          <a:cxnSpLocks/>
                          <a:stCxn id="135040" idx="4"/>
                          <a:endCxn id="13504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36" name="グループ化 135035">
                        <a:extLst>
                          <a:ext uri="{FF2B5EF4-FFF2-40B4-BE49-F238E27FC236}">
                            <a16:creationId xmlns:a16="http://schemas.microsoft.com/office/drawing/2014/main" id="{BE5A9BED-33E0-49E0-84F5-A4BCF8485A6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37" name="楕円 135036">
                          <a:extLst>
                            <a:ext uri="{FF2B5EF4-FFF2-40B4-BE49-F238E27FC236}">
                              <a16:creationId xmlns:a16="http://schemas.microsoft.com/office/drawing/2014/main" id="{A33B0DA2-88A4-4C11-858E-8A43796B94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38" name="直線コネクタ 135037">
                          <a:extLst>
                            <a:ext uri="{FF2B5EF4-FFF2-40B4-BE49-F238E27FC236}">
                              <a16:creationId xmlns:a16="http://schemas.microsoft.com/office/drawing/2014/main" id="{9F36ECF9-E4AF-41CD-9D25-7B787FA74062}"/>
                            </a:ext>
                          </a:extLst>
                        </p:cNvPr>
                        <p:cNvCxnSpPr>
                          <a:cxnSpLocks/>
                          <a:stCxn id="135037" idx="6"/>
                          <a:endCxn id="13503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39" name="直線コネクタ 135038">
                          <a:extLst>
                            <a:ext uri="{FF2B5EF4-FFF2-40B4-BE49-F238E27FC236}">
                              <a16:creationId xmlns:a16="http://schemas.microsoft.com/office/drawing/2014/main" id="{7E0C0A2C-E839-4DA4-9300-54AD89297D86}"/>
                            </a:ext>
                          </a:extLst>
                        </p:cNvPr>
                        <p:cNvCxnSpPr>
                          <a:cxnSpLocks/>
                          <a:stCxn id="135037" idx="4"/>
                          <a:endCxn id="13503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5003" name="楕円 135002">
                      <a:extLst>
                        <a:ext uri="{FF2B5EF4-FFF2-40B4-BE49-F238E27FC236}">
                          <a16:creationId xmlns:a16="http://schemas.microsoft.com/office/drawing/2014/main" id="{D4E76731-252C-4CE5-9C9E-3421C93A7AE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5004" name="グループ化 135003">
                      <a:extLst>
                        <a:ext uri="{FF2B5EF4-FFF2-40B4-BE49-F238E27FC236}">
                          <a16:creationId xmlns:a16="http://schemas.microsoft.com/office/drawing/2014/main" id="{B3D779F1-A0E8-4FDD-8A51-2A51D62AD068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5005" name="グループ化 135004">
                        <a:extLst>
                          <a:ext uri="{FF2B5EF4-FFF2-40B4-BE49-F238E27FC236}">
                            <a16:creationId xmlns:a16="http://schemas.microsoft.com/office/drawing/2014/main" id="{E815BCA7-C20B-490D-B680-231A8B0602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5026" name="直線コネクタ 135025">
                          <a:extLst>
                            <a:ext uri="{FF2B5EF4-FFF2-40B4-BE49-F238E27FC236}">
                              <a16:creationId xmlns:a16="http://schemas.microsoft.com/office/drawing/2014/main" id="{29871135-A5CC-4942-AA70-4966E5E9FC5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27" name="直線コネクタ 135026">
                          <a:extLst>
                            <a:ext uri="{FF2B5EF4-FFF2-40B4-BE49-F238E27FC236}">
                              <a16:creationId xmlns:a16="http://schemas.microsoft.com/office/drawing/2014/main" id="{2F868A04-3B05-49F0-8917-27C854C8866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28" name="直線コネクタ 135027">
                          <a:extLst>
                            <a:ext uri="{FF2B5EF4-FFF2-40B4-BE49-F238E27FC236}">
                              <a16:creationId xmlns:a16="http://schemas.microsoft.com/office/drawing/2014/main" id="{4B5F8F34-190F-4365-A761-C38D96C03EF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29" name="直線コネクタ 135028">
                          <a:extLst>
                            <a:ext uri="{FF2B5EF4-FFF2-40B4-BE49-F238E27FC236}">
                              <a16:creationId xmlns:a16="http://schemas.microsoft.com/office/drawing/2014/main" id="{84A61195-1907-4F05-8551-4AC2EEE7211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30" name="直線コネクタ 135029">
                          <a:extLst>
                            <a:ext uri="{FF2B5EF4-FFF2-40B4-BE49-F238E27FC236}">
                              <a16:creationId xmlns:a16="http://schemas.microsoft.com/office/drawing/2014/main" id="{9B7572E6-797E-44E9-ACAB-C651F8F34DC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06" name="グループ化 135005">
                        <a:extLst>
                          <a:ext uri="{FF2B5EF4-FFF2-40B4-BE49-F238E27FC236}">
                            <a16:creationId xmlns:a16="http://schemas.microsoft.com/office/drawing/2014/main" id="{1B097BD5-90AE-4671-AFCD-CFE6C9A85F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23" name="楕円 135022">
                          <a:extLst>
                            <a:ext uri="{FF2B5EF4-FFF2-40B4-BE49-F238E27FC236}">
                              <a16:creationId xmlns:a16="http://schemas.microsoft.com/office/drawing/2014/main" id="{FD11C612-6064-4356-8C7E-934AE2783D9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24" name="直線コネクタ 135023">
                          <a:extLst>
                            <a:ext uri="{FF2B5EF4-FFF2-40B4-BE49-F238E27FC236}">
                              <a16:creationId xmlns:a16="http://schemas.microsoft.com/office/drawing/2014/main" id="{F11E7B95-3A67-430E-B00B-627026C552AF}"/>
                            </a:ext>
                          </a:extLst>
                        </p:cNvPr>
                        <p:cNvCxnSpPr>
                          <a:cxnSpLocks/>
                          <a:stCxn id="135023" idx="6"/>
                          <a:endCxn id="13502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25" name="直線コネクタ 135024">
                          <a:extLst>
                            <a:ext uri="{FF2B5EF4-FFF2-40B4-BE49-F238E27FC236}">
                              <a16:creationId xmlns:a16="http://schemas.microsoft.com/office/drawing/2014/main" id="{A5A1FC84-8F0B-4ADF-A440-91A9EAAAFE12}"/>
                            </a:ext>
                          </a:extLst>
                        </p:cNvPr>
                        <p:cNvCxnSpPr>
                          <a:cxnSpLocks/>
                          <a:stCxn id="135023" idx="4"/>
                          <a:endCxn id="13502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07" name="グループ化 135006">
                        <a:extLst>
                          <a:ext uri="{FF2B5EF4-FFF2-40B4-BE49-F238E27FC236}">
                            <a16:creationId xmlns:a16="http://schemas.microsoft.com/office/drawing/2014/main" id="{CA5605D9-390E-4753-8478-3B9D9AF1720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20" name="楕円 135019">
                          <a:extLst>
                            <a:ext uri="{FF2B5EF4-FFF2-40B4-BE49-F238E27FC236}">
                              <a16:creationId xmlns:a16="http://schemas.microsoft.com/office/drawing/2014/main" id="{88A33FE1-2BA0-41CD-A46C-59E6721DC4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21" name="直線コネクタ 135020">
                          <a:extLst>
                            <a:ext uri="{FF2B5EF4-FFF2-40B4-BE49-F238E27FC236}">
                              <a16:creationId xmlns:a16="http://schemas.microsoft.com/office/drawing/2014/main" id="{DEAE5E8F-891D-4997-997A-ED71E83A1E9D}"/>
                            </a:ext>
                          </a:extLst>
                        </p:cNvPr>
                        <p:cNvCxnSpPr>
                          <a:cxnSpLocks/>
                          <a:stCxn id="135020" idx="6"/>
                          <a:endCxn id="13502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22" name="直線コネクタ 135021">
                          <a:extLst>
                            <a:ext uri="{FF2B5EF4-FFF2-40B4-BE49-F238E27FC236}">
                              <a16:creationId xmlns:a16="http://schemas.microsoft.com/office/drawing/2014/main" id="{4667F2D1-DB2E-427F-8638-3C3AD90B326F}"/>
                            </a:ext>
                          </a:extLst>
                        </p:cNvPr>
                        <p:cNvCxnSpPr>
                          <a:cxnSpLocks/>
                          <a:stCxn id="135020" idx="4"/>
                          <a:endCxn id="13502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08" name="グループ化 135007">
                        <a:extLst>
                          <a:ext uri="{FF2B5EF4-FFF2-40B4-BE49-F238E27FC236}">
                            <a16:creationId xmlns:a16="http://schemas.microsoft.com/office/drawing/2014/main" id="{D49BFE78-B5FF-4876-B996-BFEB747E97E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17" name="楕円 135016">
                          <a:extLst>
                            <a:ext uri="{FF2B5EF4-FFF2-40B4-BE49-F238E27FC236}">
                              <a16:creationId xmlns:a16="http://schemas.microsoft.com/office/drawing/2014/main" id="{0DBA464C-3001-40A5-A9EC-D6BD7CB175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18" name="直線コネクタ 135017">
                          <a:extLst>
                            <a:ext uri="{FF2B5EF4-FFF2-40B4-BE49-F238E27FC236}">
                              <a16:creationId xmlns:a16="http://schemas.microsoft.com/office/drawing/2014/main" id="{DE650B8F-BAF5-4DAD-AFDF-36E5F1E7158C}"/>
                            </a:ext>
                          </a:extLst>
                        </p:cNvPr>
                        <p:cNvCxnSpPr>
                          <a:cxnSpLocks/>
                          <a:stCxn id="135017" idx="6"/>
                          <a:endCxn id="13501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19" name="直線コネクタ 135018">
                          <a:extLst>
                            <a:ext uri="{FF2B5EF4-FFF2-40B4-BE49-F238E27FC236}">
                              <a16:creationId xmlns:a16="http://schemas.microsoft.com/office/drawing/2014/main" id="{4988BD7F-4B24-40C9-8BFA-457475A89CCD}"/>
                            </a:ext>
                          </a:extLst>
                        </p:cNvPr>
                        <p:cNvCxnSpPr>
                          <a:cxnSpLocks/>
                          <a:stCxn id="135017" idx="4"/>
                          <a:endCxn id="13501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09" name="グループ化 135008">
                        <a:extLst>
                          <a:ext uri="{FF2B5EF4-FFF2-40B4-BE49-F238E27FC236}">
                            <a16:creationId xmlns:a16="http://schemas.microsoft.com/office/drawing/2014/main" id="{397150CA-B546-4D04-948C-B0131184A1D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14" name="楕円 135013">
                          <a:extLst>
                            <a:ext uri="{FF2B5EF4-FFF2-40B4-BE49-F238E27FC236}">
                              <a16:creationId xmlns:a16="http://schemas.microsoft.com/office/drawing/2014/main" id="{93AD3D94-A648-49C7-9BF2-F1889ECD4DA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15" name="直線コネクタ 135014">
                          <a:extLst>
                            <a:ext uri="{FF2B5EF4-FFF2-40B4-BE49-F238E27FC236}">
                              <a16:creationId xmlns:a16="http://schemas.microsoft.com/office/drawing/2014/main" id="{329434A3-CA70-44CB-A49C-78A5C59BDFA8}"/>
                            </a:ext>
                          </a:extLst>
                        </p:cNvPr>
                        <p:cNvCxnSpPr>
                          <a:cxnSpLocks/>
                          <a:stCxn id="135014" idx="6"/>
                          <a:endCxn id="13501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16" name="直線コネクタ 135015">
                          <a:extLst>
                            <a:ext uri="{FF2B5EF4-FFF2-40B4-BE49-F238E27FC236}">
                              <a16:creationId xmlns:a16="http://schemas.microsoft.com/office/drawing/2014/main" id="{50537C1F-7456-46B7-8BF2-0B9AB8989AD2}"/>
                            </a:ext>
                          </a:extLst>
                        </p:cNvPr>
                        <p:cNvCxnSpPr>
                          <a:cxnSpLocks/>
                          <a:stCxn id="135014" idx="4"/>
                          <a:endCxn id="13501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5010" name="グループ化 135009">
                        <a:extLst>
                          <a:ext uri="{FF2B5EF4-FFF2-40B4-BE49-F238E27FC236}">
                            <a16:creationId xmlns:a16="http://schemas.microsoft.com/office/drawing/2014/main" id="{29CC959E-35FC-47DD-9522-70362C33749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5011" name="楕円 135010">
                          <a:extLst>
                            <a:ext uri="{FF2B5EF4-FFF2-40B4-BE49-F238E27FC236}">
                              <a16:creationId xmlns:a16="http://schemas.microsoft.com/office/drawing/2014/main" id="{B2744A92-8290-497E-9F3B-3354FC9215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5012" name="直線コネクタ 135011">
                          <a:extLst>
                            <a:ext uri="{FF2B5EF4-FFF2-40B4-BE49-F238E27FC236}">
                              <a16:creationId xmlns:a16="http://schemas.microsoft.com/office/drawing/2014/main" id="{5C578200-1BEB-483F-8FB4-D9E328079A5E}"/>
                            </a:ext>
                          </a:extLst>
                        </p:cNvPr>
                        <p:cNvCxnSpPr>
                          <a:cxnSpLocks/>
                          <a:stCxn id="135011" idx="6"/>
                          <a:endCxn id="13501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5013" name="直線コネクタ 135012">
                          <a:extLst>
                            <a:ext uri="{FF2B5EF4-FFF2-40B4-BE49-F238E27FC236}">
                              <a16:creationId xmlns:a16="http://schemas.microsoft.com/office/drawing/2014/main" id="{5F801BF3-3DB0-4C1C-B41D-0DB218146905}"/>
                            </a:ext>
                          </a:extLst>
                        </p:cNvPr>
                        <p:cNvCxnSpPr>
                          <a:cxnSpLocks/>
                          <a:stCxn id="135011" idx="4"/>
                          <a:endCxn id="13501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4603" name="グループ化 134602">
                    <a:extLst>
                      <a:ext uri="{FF2B5EF4-FFF2-40B4-BE49-F238E27FC236}">
                        <a16:creationId xmlns:a16="http://schemas.microsoft.com/office/drawing/2014/main" id="{3FAB6BB5-308C-4C3A-8EAC-78861983E9EB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887799" y="5884181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4968" name="グループ化 134967">
                      <a:extLst>
                        <a:ext uri="{FF2B5EF4-FFF2-40B4-BE49-F238E27FC236}">
                          <a16:creationId xmlns:a16="http://schemas.microsoft.com/office/drawing/2014/main" id="{D6534815-E08B-45C5-BA9A-9A44C080D5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4993" name="直線コネクタ 134992">
                        <a:extLst>
                          <a:ext uri="{FF2B5EF4-FFF2-40B4-BE49-F238E27FC236}">
                            <a16:creationId xmlns:a16="http://schemas.microsoft.com/office/drawing/2014/main" id="{BA10F013-65C5-478A-A977-78CC8D8A646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94" name="直線コネクタ 134993">
                        <a:extLst>
                          <a:ext uri="{FF2B5EF4-FFF2-40B4-BE49-F238E27FC236}">
                            <a16:creationId xmlns:a16="http://schemas.microsoft.com/office/drawing/2014/main" id="{A05C146D-76C5-4B08-9BD4-690DD56F1E3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95" name="直線コネクタ 134994">
                        <a:extLst>
                          <a:ext uri="{FF2B5EF4-FFF2-40B4-BE49-F238E27FC236}">
                            <a16:creationId xmlns:a16="http://schemas.microsoft.com/office/drawing/2014/main" id="{558D7AD0-E6F2-408B-92F3-76378B7274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96" name="直線コネクタ 134995">
                        <a:extLst>
                          <a:ext uri="{FF2B5EF4-FFF2-40B4-BE49-F238E27FC236}">
                            <a16:creationId xmlns:a16="http://schemas.microsoft.com/office/drawing/2014/main" id="{7D631DE8-F4AE-46B8-B68B-190A13E9EF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97" name="直線コネクタ 134996">
                        <a:extLst>
                          <a:ext uri="{FF2B5EF4-FFF2-40B4-BE49-F238E27FC236}">
                            <a16:creationId xmlns:a16="http://schemas.microsoft.com/office/drawing/2014/main" id="{B1ED34AD-976C-4249-A5A3-8E59ADDBF46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98" name="直線コネクタ 134997">
                        <a:extLst>
                          <a:ext uri="{FF2B5EF4-FFF2-40B4-BE49-F238E27FC236}">
                            <a16:creationId xmlns:a16="http://schemas.microsoft.com/office/drawing/2014/main" id="{41680EAB-5816-41D4-B67E-0365762A640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99" name="直線コネクタ 134998">
                        <a:extLst>
                          <a:ext uri="{FF2B5EF4-FFF2-40B4-BE49-F238E27FC236}">
                            <a16:creationId xmlns:a16="http://schemas.microsoft.com/office/drawing/2014/main" id="{B1FBB862-1A40-4460-84A7-99373922B98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00" name="直線コネクタ 134999">
                        <a:extLst>
                          <a:ext uri="{FF2B5EF4-FFF2-40B4-BE49-F238E27FC236}">
                            <a16:creationId xmlns:a16="http://schemas.microsoft.com/office/drawing/2014/main" id="{34C20394-4CB8-4290-930F-0EEBE813956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5001" name="直線コネクタ 135000">
                        <a:extLst>
                          <a:ext uri="{FF2B5EF4-FFF2-40B4-BE49-F238E27FC236}">
                            <a16:creationId xmlns:a16="http://schemas.microsoft.com/office/drawing/2014/main" id="{E1EF4EF5-3D63-4A38-92F6-7F120294451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969" name="グループ化 134968">
                      <a:extLst>
                        <a:ext uri="{FF2B5EF4-FFF2-40B4-BE49-F238E27FC236}">
                          <a16:creationId xmlns:a16="http://schemas.microsoft.com/office/drawing/2014/main" id="{318C5AA2-1028-4F60-BA4F-91EC817E67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990" name="楕円 134989">
                        <a:extLst>
                          <a:ext uri="{FF2B5EF4-FFF2-40B4-BE49-F238E27FC236}">
                            <a16:creationId xmlns:a16="http://schemas.microsoft.com/office/drawing/2014/main" id="{6C22387F-5869-41EF-B6FF-5FB96117660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991" name="直線コネクタ 134990">
                        <a:extLst>
                          <a:ext uri="{FF2B5EF4-FFF2-40B4-BE49-F238E27FC236}">
                            <a16:creationId xmlns:a16="http://schemas.microsoft.com/office/drawing/2014/main" id="{1DD037CA-3085-4773-9192-8A447DAAC845}"/>
                          </a:ext>
                        </a:extLst>
                      </p:cNvPr>
                      <p:cNvCxnSpPr>
                        <a:cxnSpLocks/>
                        <a:stCxn id="134990" idx="6"/>
                        <a:endCxn id="13499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92" name="直線コネクタ 134991">
                        <a:extLst>
                          <a:ext uri="{FF2B5EF4-FFF2-40B4-BE49-F238E27FC236}">
                            <a16:creationId xmlns:a16="http://schemas.microsoft.com/office/drawing/2014/main" id="{A9C78E6D-C879-4760-B26D-140FE2F9F21E}"/>
                          </a:ext>
                        </a:extLst>
                      </p:cNvPr>
                      <p:cNvCxnSpPr>
                        <a:cxnSpLocks/>
                        <a:stCxn id="134990" idx="4"/>
                        <a:endCxn id="13499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970" name="グループ化 134969">
                      <a:extLst>
                        <a:ext uri="{FF2B5EF4-FFF2-40B4-BE49-F238E27FC236}">
                          <a16:creationId xmlns:a16="http://schemas.microsoft.com/office/drawing/2014/main" id="{8002AA37-50FB-464D-8323-9A92D4DB2225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987" name="楕円 134986">
                        <a:extLst>
                          <a:ext uri="{FF2B5EF4-FFF2-40B4-BE49-F238E27FC236}">
                            <a16:creationId xmlns:a16="http://schemas.microsoft.com/office/drawing/2014/main" id="{E0AE21EB-19F4-41D8-B5B0-9DE6D733C1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988" name="直線コネクタ 134987">
                        <a:extLst>
                          <a:ext uri="{FF2B5EF4-FFF2-40B4-BE49-F238E27FC236}">
                            <a16:creationId xmlns:a16="http://schemas.microsoft.com/office/drawing/2014/main" id="{9B153C13-49D1-4373-A519-5A3E8752BBF0}"/>
                          </a:ext>
                        </a:extLst>
                      </p:cNvPr>
                      <p:cNvCxnSpPr>
                        <a:cxnSpLocks/>
                        <a:stCxn id="134987" idx="6"/>
                        <a:endCxn id="13498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89" name="直線コネクタ 134988">
                        <a:extLst>
                          <a:ext uri="{FF2B5EF4-FFF2-40B4-BE49-F238E27FC236}">
                            <a16:creationId xmlns:a16="http://schemas.microsoft.com/office/drawing/2014/main" id="{DB5776E3-1887-4CFD-AF59-EE8D142AC464}"/>
                          </a:ext>
                        </a:extLst>
                      </p:cNvPr>
                      <p:cNvCxnSpPr>
                        <a:cxnSpLocks/>
                        <a:stCxn id="134987" idx="4"/>
                        <a:endCxn id="13498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971" name="グループ化 134970">
                      <a:extLst>
                        <a:ext uri="{FF2B5EF4-FFF2-40B4-BE49-F238E27FC236}">
                          <a16:creationId xmlns:a16="http://schemas.microsoft.com/office/drawing/2014/main" id="{5F4F5906-4DE9-4911-B5BE-7DBE8BEB2ECD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984" name="楕円 134983">
                        <a:extLst>
                          <a:ext uri="{FF2B5EF4-FFF2-40B4-BE49-F238E27FC236}">
                            <a16:creationId xmlns:a16="http://schemas.microsoft.com/office/drawing/2014/main" id="{2E1F700D-7335-4474-9B39-38DE687899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985" name="直線コネクタ 134984">
                        <a:extLst>
                          <a:ext uri="{FF2B5EF4-FFF2-40B4-BE49-F238E27FC236}">
                            <a16:creationId xmlns:a16="http://schemas.microsoft.com/office/drawing/2014/main" id="{7EAA3CE3-BE54-4D41-A3F4-7BE609C5BACE}"/>
                          </a:ext>
                        </a:extLst>
                      </p:cNvPr>
                      <p:cNvCxnSpPr>
                        <a:cxnSpLocks/>
                        <a:stCxn id="134984" idx="6"/>
                        <a:endCxn id="13498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86" name="直線コネクタ 134985">
                        <a:extLst>
                          <a:ext uri="{FF2B5EF4-FFF2-40B4-BE49-F238E27FC236}">
                            <a16:creationId xmlns:a16="http://schemas.microsoft.com/office/drawing/2014/main" id="{0B5C7727-2C95-4D24-B59D-E7E487D7D49F}"/>
                          </a:ext>
                        </a:extLst>
                      </p:cNvPr>
                      <p:cNvCxnSpPr>
                        <a:cxnSpLocks/>
                        <a:stCxn id="134984" idx="4"/>
                        <a:endCxn id="13498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972" name="グループ化 134971">
                      <a:extLst>
                        <a:ext uri="{FF2B5EF4-FFF2-40B4-BE49-F238E27FC236}">
                          <a16:creationId xmlns:a16="http://schemas.microsoft.com/office/drawing/2014/main" id="{7AA2827D-DAA7-46C4-87BD-916280D447CA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981" name="楕円 134980">
                        <a:extLst>
                          <a:ext uri="{FF2B5EF4-FFF2-40B4-BE49-F238E27FC236}">
                            <a16:creationId xmlns:a16="http://schemas.microsoft.com/office/drawing/2014/main" id="{F4D76E89-9E19-4850-A1C3-750BBB2A82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982" name="直線コネクタ 134981">
                        <a:extLst>
                          <a:ext uri="{FF2B5EF4-FFF2-40B4-BE49-F238E27FC236}">
                            <a16:creationId xmlns:a16="http://schemas.microsoft.com/office/drawing/2014/main" id="{8D18246A-F30C-480E-B610-7909EA6EE1BB}"/>
                          </a:ext>
                        </a:extLst>
                      </p:cNvPr>
                      <p:cNvCxnSpPr>
                        <a:cxnSpLocks/>
                        <a:stCxn id="134981" idx="6"/>
                        <a:endCxn id="13498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83" name="直線コネクタ 134982">
                        <a:extLst>
                          <a:ext uri="{FF2B5EF4-FFF2-40B4-BE49-F238E27FC236}">
                            <a16:creationId xmlns:a16="http://schemas.microsoft.com/office/drawing/2014/main" id="{6BE8CC1D-DC6D-482D-A304-FA69B54834C0}"/>
                          </a:ext>
                        </a:extLst>
                      </p:cNvPr>
                      <p:cNvCxnSpPr>
                        <a:cxnSpLocks/>
                        <a:stCxn id="134981" idx="4"/>
                        <a:endCxn id="13498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973" name="グループ化 134972">
                      <a:extLst>
                        <a:ext uri="{FF2B5EF4-FFF2-40B4-BE49-F238E27FC236}">
                          <a16:creationId xmlns:a16="http://schemas.microsoft.com/office/drawing/2014/main" id="{90EDE2D0-DA9E-46AE-AB2E-466ECE17A16A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978" name="楕円 134977">
                        <a:extLst>
                          <a:ext uri="{FF2B5EF4-FFF2-40B4-BE49-F238E27FC236}">
                            <a16:creationId xmlns:a16="http://schemas.microsoft.com/office/drawing/2014/main" id="{B36F9668-A564-4DE2-A32D-AF2A4DDA732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979" name="直線コネクタ 134978">
                        <a:extLst>
                          <a:ext uri="{FF2B5EF4-FFF2-40B4-BE49-F238E27FC236}">
                            <a16:creationId xmlns:a16="http://schemas.microsoft.com/office/drawing/2014/main" id="{C1ECC2DA-3AE3-4A57-A165-4114CBFC3035}"/>
                          </a:ext>
                        </a:extLst>
                      </p:cNvPr>
                      <p:cNvCxnSpPr>
                        <a:cxnSpLocks/>
                        <a:stCxn id="134978" idx="6"/>
                        <a:endCxn id="13497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80" name="直線コネクタ 134979">
                        <a:extLst>
                          <a:ext uri="{FF2B5EF4-FFF2-40B4-BE49-F238E27FC236}">
                            <a16:creationId xmlns:a16="http://schemas.microsoft.com/office/drawing/2014/main" id="{388FBB30-8DF4-466C-B2E6-BA96E252D5E3}"/>
                          </a:ext>
                        </a:extLst>
                      </p:cNvPr>
                      <p:cNvCxnSpPr>
                        <a:cxnSpLocks/>
                        <a:stCxn id="134978" idx="4"/>
                        <a:endCxn id="13497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974" name="グループ化 134973">
                      <a:extLst>
                        <a:ext uri="{FF2B5EF4-FFF2-40B4-BE49-F238E27FC236}">
                          <a16:creationId xmlns:a16="http://schemas.microsoft.com/office/drawing/2014/main" id="{9AC0068F-26F3-4AA3-A4F3-D8963C583457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975" name="楕円 134974">
                        <a:extLst>
                          <a:ext uri="{FF2B5EF4-FFF2-40B4-BE49-F238E27FC236}">
                            <a16:creationId xmlns:a16="http://schemas.microsoft.com/office/drawing/2014/main" id="{C29CC40A-DD3F-4EBD-B119-B92C472A84F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976" name="直線コネクタ 134975">
                        <a:extLst>
                          <a:ext uri="{FF2B5EF4-FFF2-40B4-BE49-F238E27FC236}">
                            <a16:creationId xmlns:a16="http://schemas.microsoft.com/office/drawing/2014/main" id="{E35B95F5-477D-47F8-A45E-06AC8614EED3}"/>
                          </a:ext>
                        </a:extLst>
                      </p:cNvPr>
                      <p:cNvCxnSpPr>
                        <a:cxnSpLocks/>
                        <a:stCxn id="134975" idx="6"/>
                        <a:endCxn id="13497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77" name="直線コネクタ 134976">
                        <a:extLst>
                          <a:ext uri="{FF2B5EF4-FFF2-40B4-BE49-F238E27FC236}">
                            <a16:creationId xmlns:a16="http://schemas.microsoft.com/office/drawing/2014/main" id="{F0888934-547A-4449-B6B5-3EB6F4620B25}"/>
                          </a:ext>
                        </a:extLst>
                      </p:cNvPr>
                      <p:cNvCxnSpPr>
                        <a:cxnSpLocks/>
                        <a:stCxn id="134975" idx="4"/>
                        <a:endCxn id="13497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4604" name="グループ化 134603">
                    <a:extLst>
                      <a:ext uri="{FF2B5EF4-FFF2-40B4-BE49-F238E27FC236}">
                        <a16:creationId xmlns:a16="http://schemas.microsoft.com/office/drawing/2014/main" id="{701E2852-78F7-4235-B33B-B7CF438A641D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977249" y="609035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4913" name="グループ化 134912">
                      <a:extLst>
                        <a:ext uri="{FF2B5EF4-FFF2-40B4-BE49-F238E27FC236}">
                          <a16:creationId xmlns:a16="http://schemas.microsoft.com/office/drawing/2014/main" id="{EF9D3756-A2CA-4E3C-B793-2670D7357AF1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4942" name="グループ化 134941">
                        <a:extLst>
                          <a:ext uri="{FF2B5EF4-FFF2-40B4-BE49-F238E27FC236}">
                            <a16:creationId xmlns:a16="http://schemas.microsoft.com/office/drawing/2014/main" id="{D0C97AF5-3FB2-4BD8-8151-71E519A589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4963" name="直線コネクタ 134962">
                          <a:extLst>
                            <a:ext uri="{FF2B5EF4-FFF2-40B4-BE49-F238E27FC236}">
                              <a16:creationId xmlns:a16="http://schemas.microsoft.com/office/drawing/2014/main" id="{EEE6B76A-5B8E-482C-B435-2C680CC22B5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64" name="直線コネクタ 134963">
                          <a:extLst>
                            <a:ext uri="{FF2B5EF4-FFF2-40B4-BE49-F238E27FC236}">
                              <a16:creationId xmlns:a16="http://schemas.microsoft.com/office/drawing/2014/main" id="{657C6157-DF65-4E66-A316-00042F5CAD9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65" name="直線コネクタ 134964">
                          <a:extLst>
                            <a:ext uri="{FF2B5EF4-FFF2-40B4-BE49-F238E27FC236}">
                              <a16:creationId xmlns:a16="http://schemas.microsoft.com/office/drawing/2014/main" id="{6C625823-FACA-4E94-B0D2-51F8D2540E2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66" name="直線コネクタ 134965">
                          <a:extLst>
                            <a:ext uri="{FF2B5EF4-FFF2-40B4-BE49-F238E27FC236}">
                              <a16:creationId xmlns:a16="http://schemas.microsoft.com/office/drawing/2014/main" id="{C07BA14F-A311-4701-810D-6C05B71FC67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67" name="直線コネクタ 134966">
                          <a:extLst>
                            <a:ext uri="{FF2B5EF4-FFF2-40B4-BE49-F238E27FC236}">
                              <a16:creationId xmlns:a16="http://schemas.microsoft.com/office/drawing/2014/main" id="{DD99C3AA-F233-446B-8A29-2155F0EB859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43" name="グループ化 134942">
                        <a:extLst>
                          <a:ext uri="{FF2B5EF4-FFF2-40B4-BE49-F238E27FC236}">
                            <a16:creationId xmlns:a16="http://schemas.microsoft.com/office/drawing/2014/main" id="{A0E85325-B3DC-4EF7-B628-333DDC02775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60" name="楕円 134959">
                          <a:extLst>
                            <a:ext uri="{FF2B5EF4-FFF2-40B4-BE49-F238E27FC236}">
                              <a16:creationId xmlns:a16="http://schemas.microsoft.com/office/drawing/2014/main" id="{F66631AC-D731-412F-965B-876E4E1D7CB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61" name="直線コネクタ 134960">
                          <a:extLst>
                            <a:ext uri="{FF2B5EF4-FFF2-40B4-BE49-F238E27FC236}">
                              <a16:creationId xmlns:a16="http://schemas.microsoft.com/office/drawing/2014/main" id="{6649890F-732A-4752-A2E0-5709C6706AED}"/>
                            </a:ext>
                          </a:extLst>
                        </p:cNvPr>
                        <p:cNvCxnSpPr>
                          <a:cxnSpLocks/>
                          <a:stCxn id="134960" idx="6"/>
                          <a:endCxn id="13496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62" name="直線コネクタ 134961">
                          <a:extLst>
                            <a:ext uri="{FF2B5EF4-FFF2-40B4-BE49-F238E27FC236}">
                              <a16:creationId xmlns:a16="http://schemas.microsoft.com/office/drawing/2014/main" id="{638A863B-E8BA-4941-9E46-F4F8E9EA33C0}"/>
                            </a:ext>
                          </a:extLst>
                        </p:cNvPr>
                        <p:cNvCxnSpPr>
                          <a:cxnSpLocks/>
                          <a:stCxn id="134960" idx="4"/>
                          <a:endCxn id="13496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44" name="グループ化 134943">
                        <a:extLst>
                          <a:ext uri="{FF2B5EF4-FFF2-40B4-BE49-F238E27FC236}">
                            <a16:creationId xmlns:a16="http://schemas.microsoft.com/office/drawing/2014/main" id="{AE8ECEB9-4D9E-4837-A49A-15859CF6475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57" name="楕円 134956">
                          <a:extLst>
                            <a:ext uri="{FF2B5EF4-FFF2-40B4-BE49-F238E27FC236}">
                              <a16:creationId xmlns:a16="http://schemas.microsoft.com/office/drawing/2014/main" id="{6E48A814-06DA-469C-943F-701304F636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58" name="直線コネクタ 134957">
                          <a:extLst>
                            <a:ext uri="{FF2B5EF4-FFF2-40B4-BE49-F238E27FC236}">
                              <a16:creationId xmlns:a16="http://schemas.microsoft.com/office/drawing/2014/main" id="{36773D08-659B-412F-B4D1-06FC56BFD217}"/>
                            </a:ext>
                          </a:extLst>
                        </p:cNvPr>
                        <p:cNvCxnSpPr>
                          <a:cxnSpLocks/>
                          <a:stCxn id="134957" idx="6"/>
                          <a:endCxn id="13495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59" name="直線コネクタ 134958">
                          <a:extLst>
                            <a:ext uri="{FF2B5EF4-FFF2-40B4-BE49-F238E27FC236}">
                              <a16:creationId xmlns:a16="http://schemas.microsoft.com/office/drawing/2014/main" id="{8003EFD4-0888-4C5D-B62E-E65AF284E730}"/>
                            </a:ext>
                          </a:extLst>
                        </p:cNvPr>
                        <p:cNvCxnSpPr>
                          <a:cxnSpLocks/>
                          <a:stCxn id="134957" idx="4"/>
                          <a:endCxn id="13495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45" name="グループ化 134944">
                        <a:extLst>
                          <a:ext uri="{FF2B5EF4-FFF2-40B4-BE49-F238E27FC236}">
                            <a16:creationId xmlns:a16="http://schemas.microsoft.com/office/drawing/2014/main" id="{0ED053CF-FAF9-4FC0-AAC7-76A3B1222A1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54" name="楕円 134953">
                          <a:extLst>
                            <a:ext uri="{FF2B5EF4-FFF2-40B4-BE49-F238E27FC236}">
                              <a16:creationId xmlns:a16="http://schemas.microsoft.com/office/drawing/2014/main" id="{F1F24AE7-46A7-4E18-91CE-5465D7B8966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55" name="直線コネクタ 134954">
                          <a:extLst>
                            <a:ext uri="{FF2B5EF4-FFF2-40B4-BE49-F238E27FC236}">
                              <a16:creationId xmlns:a16="http://schemas.microsoft.com/office/drawing/2014/main" id="{6C2005C2-A04E-4B4F-9725-171482CE5026}"/>
                            </a:ext>
                          </a:extLst>
                        </p:cNvPr>
                        <p:cNvCxnSpPr>
                          <a:cxnSpLocks/>
                          <a:stCxn id="134954" idx="6"/>
                          <a:endCxn id="13495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56" name="直線コネクタ 134955">
                          <a:extLst>
                            <a:ext uri="{FF2B5EF4-FFF2-40B4-BE49-F238E27FC236}">
                              <a16:creationId xmlns:a16="http://schemas.microsoft.com/office/drawing/2014/main" id="{276E0A33-AE85-4FE7-83CB-03F68CCF7A58}"/>
                            </a:ext>
                          </a:extLst>
                        </p:cNvPr>
                        <p:cNvCxnSpPr>
                          <a:cxnSpLocks/>
                          <a:stCxn id="134954" idx="4"/>
                          <a:endCxn id="13495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46" name="グループ化 134945">
                        <a:extLst>
                          <a:ext uri="{FF2B5EF4-FFF2-40B4-BE49-F238E27FC236}">
                            <a16:creationId xmlns:a16="http://schemas.microsoft.com/office/drawing/2014/main" id="{58CDFDE8-D1D6-4C31-8D24-57DD8E1615E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51" name="楕円 134950">
                          <a:extLst>
                            <a:ext uri="{FF2B5EF4-FFF2-40B4-BE49-F238E27FC236}">
                              <a16:creationId xmlns:a16="http://schemas.microsoft.com/office/drawing/2014/main" id="{A7AA66B2-242E-407E-AC93-F900D6D6C79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52" name="直線コネクタ 134951">
                          <a:extLst>
                            <a:ext uri="{FF2B5EF4-FFF2-40B4-BE49-F238E27FC236}">
                              <a16:creationId xmlns:a16="http://schemas.microsoft.com/office/drawing/2014/main" id="{C7C0DB07-F33C-4704-AC26-29055E3456D9}"/>
                            </a:ext>
                          </a:extLst>
                        </p:cNvPr>
                        <p:cNvCxnSpPr>
                          <a:cxnSpLocks/>
                          <a:stCxn id="134951" idx="6"/>
                          <a:endCxn id="13495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53" name="直線コネクタ 134952">
                          <a:extLst>
                            <a:ext uri="{FF2B5EF4-FFF2-40B4-BE49-F238E27FC236}">
                              <a16:creationId xmlns:a16="http://schemas.microsoft.com/office/drawing/2014/main" id="{26175157-2A39-4C10-B4FC-C6414261F532}"/>
                            </a:ext>
                          </a:extLst>
                        </p:cNvPr>
                        <p:cNvCxnSpPr>
                          <a:cxnSpLocks/>
                          <a:stCxn id="134951" idx="4"/>
                          <a:endCxn id="13495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47" name="グループ化 134946">
                        <a:extLst>
                          <a:ext uri="{FF2B5EF4-FFF2-40B4-BE49-F238E27FC236}">
                            <a16:creationId xmlns:a16="http://schemas.microsoft.com/office/drawing/2014/main" id="{F5E2B74D-2E32-4320-9EBA-7A8C159A55C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48" name="楕円 134947">
                          <a:extLst>
                            <a:ext uri="{FF2B5EF4-FFF2-40B4-BE49-F238E27FC236}">
                              <a16:creationId xmlns:a16="http://schemas.microsoft.com/office/drawing/2014/main" id="{E8B50350-B6EC-4A5A-BF06-329584DD6B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49" name="直線コネクタ 134948">
                          <a:extLst>
                            <a:ext uri="{FF2B5EF4-FFF2-40B4-BE49-F238E27FC236}">
                              <a16:creationId xmlns:a16="http://schemas.microsoft.com/office/drawing/2014/main" id="{64BA92C9-DFE6-4777-9ED9-2BDACF67F9F2}"/>
                            </a:ext>
                          </a:extLst>
                        </p:cNvPr>
                        <p:cNvCxnSpPr>
                          <a:cxnSpLocks/>
                          <a:stCxn id="134948" idx="6"/>
                          <a:endCxn id="13494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50" name="直線コネクタ 134949">
                          <a:extLst>
                            <a:ext uri="{FF2B5EF4-FFF2-40B4-BE49-F238E27FC236}">
                              <a16:creationId xmlns:a16="http://schemas.microsoft.com/office/drawing/2014/main" id="{1B0874C7-C453-4A3D-BA1F-1DD91B0F5A10}"/>
                            </a:ext>
                          </a:extLst>
                        </p:cNvPr>
                        <p:cNvCxnSpPr>
                          <a:cxnSpLocks/>
                          <a:stCxn id="134948" idx="4"/>
                          <a:endCxn id="13494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4914" name="楕円 134913">
                      <a:extLst>
                        <a:ext uri="{FF2B5EF4-FFF2-40B4-BE49-F238E27FC236}">
                          <a16:creationId xmlns:a16="http://schemas.microsoft.com/office/drawing/2014/main" id="{9A6C295B-583F-463B-AC50-9F790C85AE1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4915" name="グループ化 134914">
                      <a:extLst>
                        <a:ext uri="{FF2B5EF4-FFF2-40B4-BE49-F238E27FC236}">
                          <a16:creationId xmlns:a16="http://schemas.microsoft.com/office/drawing/2014/main" id="{B55F20AD-2139-404E-B389-05845F8FC564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4916" name="グループ化 134915">
                        <a:extLst>
                          <a:ext uri="{FF2B5EF4-FFF2-40B4-BE49-F238E27FC236}">
                            <a16:creationId xmlns:a16="http://schemas.microsoft.com/office/drawing/2014/main" id="{547287B8-E610-4E4B-BD77-E6625B61AA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4937" name="直線コネクタ 134936">
                          <a:extLst>
                            <a:ext uri="{FF2B5EF4-FFF2-40B4-BE49-F238E27FC236}">
                              <a16:creationId xmlns:a16="http://schemas.microsoft.com/office/drawing/2014/main" id="{556E42E7-BE09-4952-A4D0-F9FD4FA0B8A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38" name="直線コネクタ 134937">
                          <a:extLst>
                            <a:ext uri="{FF2B5EF4-FFF2-40B4-BE49-F238E27FC236}">
                              <a16:creationId xmlns:a16="http://schemas.microsoft.com/office/drawing/2014/main" id="{2EB2C84E-E64F-41D4-A3A2-E4F6316636A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39" name="直線コネクタ 134938">
                          <a:extLst>
                            <a:ext uri="{FF2B5EF4-FFF2-40B4-BE49-F238E27FC236}">
                              <a16:creationId xmlns:a16="http://schemas.microsoft.com/office/drawing/2014/main" id="{4AD78B8D-5005-4A1D-BC76-62A2A729727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40" name="直線コネクタ 134939">
                          <a:extLst>
                            <a:ext uri="{FF2B5EF4-FFF2-40B4-BE49-F238E27FC236}">
                              <a16:creationId xmlns:a16="http://schemas.microsoft.com/office/drawing/2014/main" id="{FE466B10-7A51-4A72-BB7E-3A202730A82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41" name="直線コネクタ 134940">
                          <a:extLst>
                            <a:ext uri="{FF2B5EF4-FFF2-40B4-BE49-F238E27FC236}">
                              <a16:creationId xmlns:a16="http://schemas.microsoft.com/office/drawing/2014/main" id="{105EA6FB-0CC9-40F9-A79C-1D349E37E7D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17" name="グループ化 134916">
                        <a:extLst>
                          <a:ext uri="{FF2B5EF4-FFF2-40B4-BE49-F238E27FC236}">
                            <a16:creationId xmlns:a16="http://schemas.microsoft.com/office/drawing/2014/main" id="{58948263-B982-425D-9D96-8D94DDAD00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34" name="楕円 134933">
                          <a:extLst>
                            <a:ext uri="{FF2B5EF4-FFF2-40B4-BE49-F238E27FC236}">
                              <a16:creationId xmlns:a16="http://schemas.microsoft.com/office/drawing/2014/main" id="{4193353A-4CF8-43CE-80A8-90A05FD06D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35" name="直線コネクタ 134934">
                          <a:extLst>
                            <a:ext uri="{FF2B5EF4-FFF2-40B4-BE49-F238E27FC236}">
                              <a16:creationId xmlns:a16="http://schemas.microsoft.com/office/drawing/2014/main" id="{01EBBE62-D3C1-4A22-99B3-836478DE28B8}"/>
                            </a:ext>
                          </a:extLst>
                        </p:cNvPr>
                        <p:cNvCxnSpPr>
                          <a:cxnSpLocks/>
                          <a:stCxn id="134934" idx="6"/>
                          <a:endCxn id="13493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36" name="直線コネクタ 134935">
                          <a:extLst>
                            <a:ext uri="{FF2B5EF4-FFF2-40B4-BE49-F238E27FC236}">
                              <a16:creationId xmlns:a16="http://schemas.microsoft.com/office/drawing/2014/main" id="{024B28E7-0B62-4C7A-9DC2-1CF2BB9B4469}"/>
                            </a:ext>
                          </a:extLst>
                        </p:cNvPr>
                        <p:cNvCxnSpPr>
                          <a:cxnSpLocks/>
                          <a:stCxn id="134934" idx="4"/>
                          <a:endCxn id="13493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18" name="グループ化 134917">
                        <a:extLst>
                          <a:ext uri="{FF2B5EF4-FFF2-40B4-BE49-F238E27FC236}">
                            <a16:creationId xmlns:a16="http://schemas.microsoft.com/office/drawing/2014/main" id="{CE3BC3DC-96FA-406B-ACD2-877A5DEF36B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31" name="楕円 134930">
                          <a:extLst>
                            <a:ext uri="{FF2B5EF4-FFF2-40B4-BE49-F238E27FC236}">
                              <a16:creationId xmlns:a16="http://schemas.microsoft.com/office/drawing/2014/main" id="{565B7C69-90C9-467F-B3FA-D82613AA04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32" name="直線コネクタ 134931">
                          <a:extLst>
                            <a:ext uri="{FF2B5EF4-FFF2-40B4-BE49-F238E27FC236}">
                              <a16:creationId xmlns:a16="http://schemas.microsoft.com/office/drawing/2014/main" id="{C9CFBCBE-4758-46AA-AAE1-939350911C43}"/>
                            </a:ext>
                          </a:extLst>
                        </p:cNvPr>
                        <p:cNvCxnSpPr>
                          <a:cxnSpLocks/>
                          <a:stCxn id="134931" idx="6"/>
                          <a:endCxn id="13493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33" name="直線コネクタ 134932">
                          <a:extLst>
                            <a:ext uri="{FF2B5EF4-FFF2-40B4-BE49-F238E27FC236}">
                              <a16:creationId xmlns:a16="http://schemas.microsoft.com/office/drawing/2014/main" id="{0BB1AF16-A22B-4574-9795-E72C69309503}"/>
                            </a:ext>
                          </a:extLst>
                        </p:cNvPr>
                        <p:cNvCxnSpPr>
                          <a:cxnSpLocks/>
                          <a:stCxn id="134931" idx="4"/>
                          <a:endCxn id="13493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19" name="グループ化 134918">
                        <a:extLst>
                          <a:ext uri="{FF2B5EF4-FFF2-40B4-BE49-F238E27FC236}">
                            <a16:creationId xmlns:a16="http://schemas.microsoft.com/office/drawing/2014/main" id="{70DD7931-4950-44F8-A8E8-B0928919484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28" name="楕円 134927">
                          <a:extLst>
                            <a:ext uri="{FF2B5EF4-FFF2-40B4-BE49-F238E27FC236}">
                              <a16:creationId xmlns:a16="http://schemas.microsoft.com/office/drawing/2014/main" id="{B89CBADB-8602-4870-8EB4-CA34E95334B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29" name="直線コネクタ 134928">
                          <a:extLst>
                            <a:ext uri="{FF2B5EF4-FFF2-40B4-BE49-F238E27FC236}">
                              <a16:creationId xmlns:a16="http://schemas.microsoft.com/office/drawing/2014/main" id="{90FDD64A-5888-48E7-9468-495F5EA3E642}"/>
                            </a:ext>
                          </a:extLst>
                        </p:cNvPr>
                        <p:cNvCxnSpPr>
                          <a:cxnSpLocks/>
                          <a:stCxn id="134928" idx="6"/>
                          <a:endCxn id="13492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30" name="直線コネクタ 134929">
                          <a:extLst>
                            <a:ext uri="{FF2B5EF4-FFF2-40B4-BE49-F238E27FC236}">
                              <a16:creationId xmlns:a16="http://schemas.microsoft.com/office/drawing/2014/main" id="{E9AE16F3-E8D6-4E58-9364-6DF430A08535}"/>
                            </a:ext>
                          </a:extLst>
                        </p:cNvPr>
                        <p:cNvCxnSpPr>
                          <a:cxnSpLocks/>
                          <a:stCxn id="134928" idx="4"/>
                          <a:endCxn id="13492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20" name="グループ化 134919">
                        <a:extLst>
                          <a:ext uri="{FF2B5EF4-FFF2-40B4-BE49-F238E27FC236}">
                            <a16:creationId xmlns:a16="http://schemas.microsoft.com/office/drawing/2014/main" id="{566FD144-8BC6-40BC-BC2E-853D357F280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25" name="楕円 134924">
                          <a:extLst>
                            <a:ext uri="{FF2B5EF4-FFF2-40B4-BE49-F238E27FC236}">
                              <a16:creationId xmlns:a16="http://schemas.microsoft.com/office/drawing/2014/main" id="{E6DAA403-2238-4E19-A405-DD43EB2A50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26" name="直線コネクタ 134925">
                          <a:extLst>
                            <a:ext uri="{FF2B5EF4-FFF2-40B4-BE49-F238E27FC236}">
                              <a16:creationId xmlns:a16="http://schemas.microsoft.com/office/drawing/2014/main" id="{15010271-3DF4-4A24-B991-3282048920F9}"/>
                            </a:ext>
                          </a:extLst>
                        </p:cNvPr>
                        <p:cNvCxnSpPr>
                          <a:cxnSpLocks/>
                          <a:stCxn id="134925" idx="6"/>
                          <a:endCxn id="13492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27" name="直線コネクタ 134926">
                          <a:extLst>
                            <a:ext uri="{FF2B5EF4-FFF2-40B4-BE49-F238E27FC236}">
                              <a16:creationId xmlns:a16="http://schemas.microsoft.com/office/drawing/2014/main" id="{51CC7463-1366-418E-8DEF-7C0B57FD7B88}"/>
                            </a:ext>
                          </a:extLst>
                        </p:cNvPr>
                        <p:cNvCxnSpPr>
                          <a:cxnSpLocks/>
                          <a:stCxn id="134925" idx="4"/>
                          <a:endCxn id="13492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921" name="グループ化 134920">
                        <a:extLst>
                          <a:ext uri="{FF2B5EF4-FFF2-40B4-BE49-F238E27FC236}">
                            <a16:creationId xmlns:a16="http://schemas.microsoft.com/office/drawing/2014/main" id="{F838B549-B1DD-493F-B0A2-78D17D5BABB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922" name="楕円 134921">
                          <a:extLst>
                            <a:ext uri="{FF2B5EF4-FFF2-40B4-BE49-F238E27FC236}">
                              <a16:creationId xmlns:a16="http://schemas.microsoft.com/office/drawing/2014/main" id="{746CF5A4-84D9-4F1B-91BF-12CADCD5ED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923" name="直線コネクタ 134922">
                          <a:extLst>
                            <a:ext uri="{FF2B5EF4-FFF2-40B4-BE49-F238E27FC236}">
                              <a16:creationId xmlns:a16="http://schemas.microsoft.com/office/drawing/2014/main" id="{ED218CC1-246F-4656-9B53-4D67EBA49E58}"/>
                            </a:ext>
                          </a:extLst>
                        </p:cNvPr>
                        <p:cNvCxnSpPr>
                          <a:cxnSpLocks/>
                          <a:stCxn id="134922" idx="6"/>
                          <a:endCxn id="13492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924" name="直線コネクタ 134923">
                          <a:extLst>
                            <a:ext uri="{FF2B5EF4-FFF2-40B4-BE49-F238E27FC236}">
                              <a16:creationId xmlns:a16="http://schemas.microsoft.com/office/drawing/2014/main" id="{F131491E-5AE4-4551-83B1-1A83B6377AD2}"/>
                            </a:ext>
                          </a:extLst>
                        </p:cNvPr>
                        <p:cNvCxnSpPr>
                          <a:cxnSpLocks/>
                          <a:stCxn id="134922" idx="4"/>
                          <a:endCxn id="13492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4605" name="グループ化 134604">
                    <a:extLst>
                      <a:ext uri="{FF2B5EF4-FFF2-40B4-BE49-F238E27FC236}">
                        <a16:creationId xmlns:a16="http://schemas.microsoft.com/office/drawing/2014/main" id="{9DF986A8-E0B0-4CD9-85A1-4FEFD8CBA37C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5296236" y="613065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4879" name="グループ化 134878">
                      <a:extLst>
                        <a:ext uri="{FF2B5EF4-FFF2-40B4-BE49-F238E27FC236}">
                          <a16:creationId xmlns:a16="http://schemas.microsoft.com/office/drawing/2014/main" id="{7DB33F7B-55EE-4AB1-9A97-807DE140EB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4904" name="直線コネクタ 134903">
                        <a:extLst>
                          <a:ext uri="{FF2B5EF4-FFF2-40B4-BE49-F238E27FC236}">
                            <a16:creationId xmlns:a16="http://schemas.microsoft.com/office/drawing/2014/main" id="{ED971891-8757-413A-9A7A-CA5ECB34EAD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05" name="直線コネクタ 134904">
                        <a:extLst>
                          <a:ext uri="{FF2B5EF4-FFF2-40B4-BE49-F238E27FC236}">
                            <a16:creationId xmlns:a16="http://schemas.microsoft.com/office/drawing/2014/main" id="{338D2D4E-F8EA-44C3-B4B7-69F246921AB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06" name="直線コネクタ 134905">
                        <a:extLst>
                          <a:ext uri="{FF2B5EF4-FFF2-40B4-BE49-F238E27FC236}">
                            <a16:creationId xmlns:a16="http://schemas.microsoft.com/office/drawing/2014/main" id="{AF6EA6F7-3A4A-4123-99A3-4E9D87BBA5E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07" name="直線コネクタ 134906">
                        <a:extLst>
                          <a:ext uri="{FF2B5EF4-FFF2-40B4-BE49-F238E27FC236}">
                            <a16:creationId xmlns:a16="http://schemas.microsoft.com/office/drawing/2014/main" id="{CB6D510D-D9D0-4D0E-9946-A83C8B1F2A3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08" name="直線コネクタ 134907">
                        <a:extLst>
                          <a:ext uri="{FF2B5EF4-FFF2-40B4-BE49-F238E27FC236}">
                            <a16:creationId xmlns:a16="http://schemas.microsoft.com/office/drawing/2014/main" id="{C2F1230C-E15E-4946-8853-6592C608383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09" name="直線コネクタ 134908">
                        <a:extLst>
                          <a:ext uri="{FF2B5EF4-FFF2-40B4-BE49-F238E27FC236}">
                            <a16:creationId xmlns:a16="http://schemas.microsoft.com/office/drawing/2014/main" id="{8A6CD33F-10FB-4C7D-A5CA-73CCC706FEB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10" name="直線コネクタ 134909">
                        <a:extLst>
                          <a:ext uri="{FF2B5EF4-FFF2-40B4-BE49-F238E27FC236}">
                            <a16:creationId xmlns:a16="http://schemas.microsoft.com/office/drawing/2014/main" id="{D6A5DB3D-4CE8-4B7D-B189-6783C22EE1A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11" name="直線コネクタ 134910">
                        <a:extLst>
                          <a:ext uri="{FF2B5EF4-FFF2-40B4-BE49-F238E27FC236}">
                            <a16:creationId xmlns:a16="http://schemas.microsoft.com/office/drawing/2014/main" id="{72526BBF-2222-429A-90F2-5E866C04841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12" name="直線コネクタ 134911">
                        <a:extLst>
                          <a:ext uri="{FF2B5EF4-FFF2-40B4-BE49-F238E27FC236}">
                            <a16:creationId xmlns:a16="http://schemas.microsoft.com/office/drawing/2014/main" id="{52CA5460-2D19-4BB7-B380-2CBEEED88CD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880" name="グループ化 134879">
                      <a:extLst>
                        <a:ext uri="{FF2B5EF4-FFF2-40B4-BE49-F238E27FC236}">
                          <a16:creationId xmlns:a16="http://schemas.microsoft.com/office/drawing/2014/main" id="{C9C7C00A-F875-4BBA-ADF8-FFADD5CA9D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901" name="楕円 134900">
                        <a:extLst>
                          <a:ext uri="{FF2B5EF4-FFF2-40B4-BE49-F238E27FC236}">
                            <a16:creationId xmlns:a16="http://schemas.microsoft.com/office/drawing/2014/main" id="{01D21394-E4A5-4B66-BEA8-C9E317DE124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902" name="直線コネクタ 134901">
                        <a:extLst>
                          <a:ext uri="{FF2B5EF4-FFF2-40B4-BE49-F238E27FC236}">
                            <a16:creationId xmlns:a16="http://schemas.microsoft.com/office/drawing/2014/main" id="{2EDA3C23-0DA3-4579-95C8-22C27848A7BC}"/>
                          </a:ext>
                        </a:extLst>
                      </p:cNvPr>
                      <p:cNvCxnSpPr>
                        <a:cxnSpLocks/>
                        <a:stCxn id="134901" idx="6"/>
                        <a:endCxn id="13490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03" name="直線コネクタ 134902">
                        <a:extLst>
                          <a:ext uri="{FF2B5EF4-FFF2-40B4-BE49-F238E27FC236}">
                            <a16:creationId xmlns:a16="http://schemas.microsoft.com/office/drawing/2014/main" id="{87FCCA74-BCDC-45D6-859C-AC269D5A7D9C}"/>
                          </a:ext>
                        </a:extLst>
                      </p:cNvPr>
                      <p:cNvCxnSpPr>
                        <a:cxnSpLocks/>
                        <a:stCxn id="134901" idx="4"/>
                        <a:endCxn id="13490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881" name="グループ化 134880">
                      <a:extLst>
                        <a:ext uri="{FF2B5EF4-FFF2-40B4-BE49-F238E27FC236}">
                          <a16:creationId xmlns:a16="http://schemas.microsoft.com/office/drawing/2014/main" id="{3835C7D4-7440-4001-A02E-B908669CB074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98" name="楕円 134897">
                        <a:extLst>
                          <a:ext uri="{FF2B5EF4-FFF2-40B4-BE49-F238E27FC236}">
                            <a16:creationId xmlns:a16="http://schemas.microsoft.com/office/drawing/2014/main" id="{32C62250-D429-4EA3-BEB1-DF6CC81721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99" name="直線コネクタ 134898">
                        <a:extLst>
                          <a:ext uri="{FF2B5EF4-FFF2-40B4-BE49-F238E27FC236}">
                            <a16:creationId xmlns:a16="http://schemas.microsoft.com/office/drawing/2014/main" id="{7F1B5947-AE90-4FD4-B0BD-8B5A4FC9A42F}"/>
                          </a:ext>
                        </a:extLst>
                      </p:cNvPr>
                      <p:cNvCxnSpPr>
                        <a:cxnSpLocks/>
                        <a:stCxn id="134898" idx="6"/>
                        <a:endCxn id="13489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900" name="直線コネクタ 134899">
                        <a:extLst>
                          <a:ext uri="{FF2B5EF4-FFF2-40B4-BE49-F238E27FC236}">
                            <a16:creationId xmlns:a16="http://schemas.microsoft.com/office/drawing/2014/main" id="{AFB54A64-DB3B-4A1F-9747-DF9EDF9D907C}"/>
                          </a:ext>
                        </a:extLst>
                      </p:cNvPr>
                      <p:cNvCxnSpPr>
                        <a:cxnSpLocks/>
                        <a:stCxn id="134898" idx="4"/>
                        <a:endCxn id="13489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882" name="グループ化 134881">
                      <a:extLst>
                        <a:ext uri="{FF2B5EF4-FFF2-40B4-BE49-F238E27FC236}">
                          <a16:creationId xmlns:a16="http://schemas.microsoft.com/office/drawing/2014/main" id="{883FE23F-6D9E-4FBB-85F8-16A153AF344B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95" name="楕円 134894">
                        <a:extLst>
                          <a:ext uri="{FF2B5EF4-FFF2-40B4-BE49-F238E27FC236}">
                            <a16:creationId xmlns:a16="http://schemas.microsoft.com/office/drawing/2014/main" id="{EC3EA5CB-0C5D-4E4A-9335-EFBD478721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96" name="直線コネクタ 134895">
                        <a:extLst>
                          <a:ext uri="{FF2B5EF4-FFF2-40B4-BE49-F238E27FC236}">
                            <a16:creationId xmlns:a16="http://schemas.microsoft.com/office/drawing/2014/main" id="{8AEB67B8-949A-43CA-BD7C-2EFCC1027689}"/>
                          </a:ext>
                        </a:extLst>
                      </p:cNvPr>
                      <p:cNvCxnSpPr>
                        <a:cxnSpLocks/>
                        <a:stCxn id="134895" idx="6"/>
                        <a:endCxn id="13489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97" name="直線コネクタ 134896">
                        <a:extLst>
                          <a:ext uri="{FF2B5EF4-FFF2-40B4-BE49-F238E27FC236}">
                            <a16:creationId xmlns:a16="http://schemas.microsoft.com/office/drawing/2014/main" id="{F513ECAC-9593-4BC9-8EFC-D60CCE058EE8}"/>
                          </a:ext>
                        </a:extLst>
                      </p:cNvPr>
                      <p:cNvCxnSpPr>
                        <a:cxnSpLocks/>
                        <a:stCxn id="134895" idx="4"/>
                        <a:endCxn id="13489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883" name="グループ化 134882">
                      <a:extLst>
                        <a:ext uri="{FF2B5EF4-FFF2-40B4-BE49-F238E27FC236}">
                          <a16:creationId xmlns:a16="http://schemas.microsoft.com/office/drawing/2014/main" id="{6A6FF4AA-EE08-42BF-AB48-9C7E3A767BE9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92" name="楕円 134891">
                        <a:extLst>
                          <a:ext uri="{FF2B5EF4-FFF2-40B4-BE49-F238E27FC236}">
                            <a16:creationId xmlns:a16="http://schemas.microsoft.com/office/drawing/2014/main" id="{CCEBCEDD-4C93-44B5-AC91-DF800B82A96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93" name="直線コネクタ 134892">
                        <a:extLst>
                          <a:ext uri="{FF2B5EF4-FFF2-40B4-BE49-F238E27FC236}">
                            <a16:creationId xmlns:a16="http://schemas.microsoft.com/office/drawing/2014/main" id="{B4324734-7754-4570-B565-C42535F1C430}"/>
                          </a:ext>
                        </a:extLst>
                      </p:cNvPr>
                      <p:cNvCxnSpPr>
                        <a:cxnSpLocks/>
                        <a:stCxn id="134892" idx="6"/>
                        <a:endCxn id="13489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94" name="直線コネクタ 134893">
                        <a:extLst>
                          <a:ext uri="{FF2B5EF4-FFF2-40B4-BE49-F238E27FC236}">
                            <a16:creationId xmlns:a16="http://schemas.microsoft.com/office/drawing/2014/main" id="{610640EA-617E-41A6-818C-3C9722B0E57F}"/>
                          </a:ext>
                        </a:extLst>
                      </p:cNvPr>
                      <p:cNvCxnSpPr>
                        <a:cxnSpLocks/>
                        <a:stCxn id="134892" idx="4"/>
                        <a:endCxn id="13489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884" name="グループ化 134883">
                      <a:extLst>
                        <a:ext uri="{FF2B5EF4-FFF2-40B4-BE49-F238E27FC236}">
                          <a16:creationId xmlns:a16="http://schemas.microsoft.com/office/drawing/2014/main" id="{4C0B466E-23A7-40F6-A6F4-27D3A89CD8E4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89" name="楕円 134888">
                        <a:extLst>
                          <a:ext uri="{FF2B5EF4-FFF2-40B4-BE49-F238E27FC236}">
                            <a16:creationId xmlns:a16="http://schemas.microsoft.com/office/drawing/2014/main" id="{7C1D5F46-7FD9-443C-BE3C-67E535304F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90" name="直線コネクタ 134889">
                        <a:extLst>
                          <a:ext uri="{FF2B5EF4-FFF2-40B4-BE49-F238E27FC236}">
                            <a16:creationId xmlns:a16="http://schemas.microsoft.com/office/drawing/2014/main" id="{24FC0F7E-9A72-4260-99EE-4EEF5B4F0201}"/>
                          </a:ext>
                        </a:extLst>
                      </p:cNvPr>
                      <p:cNvCxnSpPr>
                        <a:cxnSpLocks/>
                        <a:stCxn id="134889" idx="6"/>
                        <a:endCxn id="13488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91" name="直線コネクタ 134890">
                        <a:extLst>
                          <a:ext uri="{FF2B5EF4-FFF2-40B4-BE49-F238E27FC236}">
                            <a16:creationId xmlns:a16="http://schemas.microsoft.com/office/drawing/2014/main" id="{33A6DA84-7960-451F-9EE8-77AC0C6C80DA}"/>
                          </a:ext>
                        </a:extLst>
                      </p:cNvPr>
                      <p:cNvCxnSpPr>
                        <a:cxnSpLocks/>
                        <a:stCxn id="134889" idx="4"/>
                        <a:endCxn id="13488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885" name="グループ化 134884">
                      <a:extLst>
                        <a:ext uri="{FF2B5EF4-FFF2-40B4-BE49-F238E27FC236}">
                          <a16:creationId xmlns:a16="http://schemas.microsoft.com/office/drawing/2014/main" id="{92E4CD86-EA54-420A-93FC-6B6EBC329C6E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86" name="楕円 134885">
                        <a:extLst>
                          <a:ext uri="{FF2B5EF4-FFF2-40B4-BE49-F238E27FC236}">
                            <a16:creationId xmlns:a16="http://schemas.microsoft.com/office/drawing/2014/main" id="{0CC671BC-B80D-4677-AC1B-DAB8C21AE62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87" name="直線コネクタ 134886">
                        <a:extLst>
                          <a:ext uri="{FF2B5EF4-FFF2-40B4-BE49-F238E27FC236}">
                            <a16:creationId xmlns:a16="http://schemas.microsoft.com/office/drawing/2014/main" id="{E08FAE7B-3D03-49CB-9FB6-8132B1CF18D2}"/>
                          </a:ext>
                        </a:extLst>
                      </p:cNvPr>
                      <p:cNvCxnSpPr>
                        <a:cxnSpLocks/>
                        <a:stCxn id="134886" idx="6"/>
                        <a:endCxn id="13488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88" name="直線コネクタ 134887">
                        <a:extLst>
                          <a:ext uri="{FF2B5EF4-FFF2-40B4-BE49-F238E27FC236}">
                            <a16:creationId xmlns:a16="http://schemas.microsoft.com/office/drawing/2014/main" id="{3D5E0853-2AF4-4D04-8A48-F9AE2E112990}"/>
                          </a:ext>
                        </a:extLst>
                      </p:cNvPr>
                      <p:cNvCxnSpPr>
                        <a:cxnSpLocks/>
                        <a:stCxn id="134886" idx="4"/>
                        <a:endCxn id="13488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4606" name="グループ化 134605">
                    <a:extLst>
                      <a:ext uri="{FF2B5EF4-FFF2-40B4-BE49-F238E27FC236}">
                        <a16:creationId xmlns:a16="http://schemas.microsoft.com/office/drawing/2014/main" id="{C2699FE7-2A10-4787-A34B-0975533C16D5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520692" y="5629120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4824" name="グループ化 134823">
                      <a:extLst>
                        <a:ext uri="{FF2B5EF4-FFF2-40B4-BE49-F238E27FC236}">
                          <a16:creationId xmlns:a16="http://schemas.microsoft.com/office/drawing/2014/main" id="{E8735521-302E-46CE-81E3-D531AF445A43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4853" name="グループ化 134852">
                        <a:extLst>
                          <a:ext uri="{FF2B5EF4-FFF2-40B4-BE49-F238E27FC236}">
                            <a16:creationId xmlns:a16="http://schemas.microsoft.com/office/drawing/2014/main" id="{20D2B853-8F97-4FCA-9126-5577658E7E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4874" name="直線コネクタ 134873">
                          <a:extLst>
                            <a:ext uri="{FF2B5EF4-FFF2-40B4-BE49-F238E27FC236}">
                              <a16:creationId xmlns:a16="http://schemas.microsoft.com/office/drawing/2014/main" id="{AE5CF56E-4A91-4C9A-96D8-FA6DB4D1877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75" name="直線コネクタ 134874">
                          <a:extLst>
                            <a:ext uri="{FF2B5EF4-FFF2-40B4-BE49-F238E27FC236}">
                              <a16:creationId xmlns:a16="http://schemas.microsoft.com/office/drawing/2014/main" id="{75987FEC-2B51-4922-AB6C-FA948CF37A5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76" name="直線コネクタ 134875">
                          <a:extLst>
                            <a:ext uri="{FF2B5EF4-FFF2-40B4-BE49-F238E27FC236}">
                              <a16:creationId xmlns:a16="http://schemas.microsoft.com/office/drawing/2014/main" id="{01C0DC37-99C1-48CD-923F-7D6501DAB09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77" name="直線コネクタ 134876">
                          <a:extLst>
                            <a:ext uri="{FF2B5EF4-FFF2-40B4-BE49-F238E27FC236}">
                              <a16:creationId xmlns:a16="http://schemas.microsoft.com/office/drawing/2014/main" id="{D717D37C-3A18-4ED4-9812-631CB99F1C2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78" name="直線コネクタ 134877">
                          <a:extLst>
                            <a:ext uri="{FF2B5EF4-FFF2-40B4-BE49-F238E27FC236}">
                              <a16:creationId xmlns:a16="http://schemas.microsoft.com/office/drawing/2014/main" id="{C4E5C4AA-1581-448F-9FE2-BC1934925C7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54" name="グループ化 134853">
                        <a:extLst>
                          <a:ext uri="{FF2B5EF4-FFF2-40B4-BE49-F238E27FC236}">
                            <a16:creationId xmlns:a16="http://schemas.microsoft.com/office/drawing/2014/main" id="{4C90F308-F586-437B-9C8B-EC492C44B0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71" name="楕円 134870">
                          <a:extLst>
                            <a:ext uri="{FF2B5EF4-FFF2-40B4-BE49-F238E27FC236}">
                              <a16:creationId xmlns:a16="http://schemas.microsoft.com/office/drawing/2014/main" id="{AA1A8F61-EC5D-46AF-9747-80117ED480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72" name="直線コネクタ 134871">
                          <a:extLst>
                            <a:ext uri="{FF2B5EF4-FFF2-40B4-BE49-F238E27FC236}">
                              <a16:creationId xmlns:a16="http://schemas.microsoft.com/office/drawing/2014/main" id="{F6376AFF-B251-4432-A033-8600105AC5A4}"/>
                            </a:ext>
                          </a:extLst>
                        </p:cNvPr>
                        <p:cNvCxnSpPr>
                          <a:cxnSpLocks/>
                          <a:stCxn id="134871" idx="6"/>
                          <a:endCxn id="13487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73" name="直線コネクタ 134872">
                          <a:extLst>
                            <a:ext uri="{FF2B5EF4-FFF2-40B4-BE49-F238E27FC236}">
                              <a16:creationId xmlns:a16="http://schemas.microsoft.com/office/drawing/2014/main" id="{54C55351-7EA1-418A-AD69-FA7F0DB286BD}"/>
                            </a:ext>
                          </a:extLst>
                        </p:cNvPr>
                        <p:cNvCxnSpPr>
                          <a:cxnSpLocks/>
                          <a:stCxn id="134871" idx="4"/>
                          <a:endCxn id="13487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55" name="グループ化 134854">
                        <a:extLst>
                          <a:ext uri="{FF2B5EF4-FFF2-40B4-BE49-F238E27FC236}">
                            <a16:creationId xmlns:a16="http://schemas.microsoft.com/office/drawing/2014/main" id="{EF35F0C8-85C4-445B-9827-C074E3DA23C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68" name="楕円 134867">
                          <a:extLst>
                            <a:ext uri="{FF2B5EF4-FFF2-40B4-BE49-F238E27FC236}">
                              <a16:creationId xmlns:a16="http://schemas.microsoft.com/office/drawing/2014/main" id="{AB0B7506-6D32-4A3A-A506-298530B3AC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69" name="直線コネクタ 134868">
                          <a:extLst>
                            <a:ext uri="{FF2B5EF4-FFF2-40B4-BE49-F238E27FC236}">
                              <a16:creationId xmlns:a16="http://schemas.microsoft.com/office/drawing/2014/main" id="{2BD92B80-85AF-4335-A21B-A0A8BE6F8AA5}"/>
                            </a:ext>
                          </a:extLst>
                        </p:cNvPr>
                        <p:cNvCxnSpPr>
                          <a:cxnSpLocks/>
                          <a:stCxn id="134868" idx="6"/>
                          <a:endCxn id="13486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70" name="直線コネクタ 134869">
                          <a:extLst>
                            <a:ext uri="{FF2B5EF4-FFF2-40B4-BE49-F238E27FC236}">
                              <a16:creationId xmlns:a16="http://schemas.microsoft.com/office/drawing/2014/main" id="{CA8A1A58-E3C1-4852-BD13-3CD4808CD5F2}"/>
                            </a:ext>
                          </a:extLst>
                        </p:cNvPr>
                        <p:cNvCxnSpPr>
                          <a:cxnSpLocks/>
                          <a:stCxn id="134868" idx="4"/>
                          <a:endCxn id="13486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56" name="グループ化 134855">
                        <a:extLst>
                          <a:ext uri="{FF2B5EF4-FFF2-40B4-BE49-F238E27FC236}">
                            <a16:creationId xmlns:a16="http://schemas.microsoft.com/office/drawing/2014/main" id="{54135357-9830-4859-98C0-6362598FAEC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65" name="楕円 134864">
                          <a:extLst>
                            <a:ext uri="{FF2B5EF4-FFF2-40B4-BE49-F238E27FC236}">
                              <a16:creationId xmlns:a16="http://schemas.microsoft.com/office/drawing/2014/main" id="{6F4D77CF-E33B-456F-B527-7E5B55EF9E0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66" name="直線コネクタ 134865">
                          <a:extLst>
                            <a:ext uri="{FF2B5EF4-FFF2-40B4-BE49-F238E27FC236}">
                              <a16:creationId xmlns:a16="http://schemas.microsoft.com/office/drawing/2014/main" id="{081547A8-14BA-4E09-8F65-987C990FD14D}"/>
                            </a:ext>
                          </a:extLst>
                        </p:cNvPr>
                        <p:cNvCxnSpPr>
                          <a:cxnSpLocks/>
                          <a:stCxn id="134865" idx="6"/>
                          <a:endCxn id="13486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67" name="直線コネクタ 134866">
                          <a:extLst>
                            <a:ext uri="{FF2B5EF4-FFF2-40B4-BE49-F238E27FC236}">
                              <a16:creationId xmlns:a16="http://schemas.microsoft.com/office/drawing/2014/main" id="{9790F52C-EF98-4A5C-B1FF-4124379E351B}"/>
                            </a:ext>
                          </a:extLst>
                        </p:cNvPr>
                        <p:cNvCxnSpPr>
                          <a:cxnSpLocks/>
                          <a:stCxn id="134865" idx="4"/>
                          <a:endCxn id="13486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57" name="グループ化 134856">
                        <a:extLst>
                          <a:ext uri="{FF2B5EF4-FFF2-40B4-BE49-F238E27FC236}">
                            <a16:creationId xmlns:a16="http://schemas.microsoft.com/office/drawing/2014/main" id="{8FA49269-8FA6-4FD5-A434-F7716B4E2EE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62" name="楕円 134861">
                          <a:extLst>
                            <a:ext uri="{FF2B5EF4-FFF2-40B4-BE49-F238E27FC236}">
                              <a16:creationId xmlns:a16="http://schemas.microsoft.com/office/drawing/2014/main" id="{9F125444-C9E2-454A-8EE5-280C489B1D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63" name="直線コネクタ 134862">
                          <a:extLst>
                            <a:ext uri="{FF2B5EF4-FFF2-40B4-BE49-F238E27FC236}">
                              <a16:creationId xmlns:a16="http://schemas.microsoft.com/office/drawing/2014/main" id="{36A9C73A-6B78-4D9A-8FB6-1F63FBA6C4FB}"/>
                            </a:ext>
                          </a:extLst>
                        </p:cNvPr>
                        <p:cNvCxnSpPr>
                          <a:cxnSpLocks/>
                          <a:stCxn id="134862" idx="6"/>
                          <a:endCxn id="13486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64" name="直線コネクタ 134863">
                          <a:extLst>
                            <a:ext uri="{FF2B5EF4-FFF2-40B4-BE49-F238E27FC236}">
                              <a16:creationId xmlns:a16="http://schemas.microsoft.com/office/drawing/2014/main" id="{2B2D998C-031B-4732-80CF-62497135DC11}"/>
                            </a:ext>
                          </a:extLst>
                        </p:cNvPr>
                        <p:cNvCxnSpPr>
                          <a:cxnSpLocks/>
                          <a:stCxn id="134862" idx="4"/>
                          <a:endCxn id="13486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58" name="グループ化 134857">
                        <a:extLst>
                          <a:ext uri="{FF2B5EF4-FFF2-40B4-BE49-F238E27FC236}">
                            <a16:creationId xmlns:a16="http://schemas.microsoft.com/office/drawing/2014/main" id="{0DCFA53C-CD9F-4B08-88DE-12076AA272D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59" name="楕円 134858">
                          <a:extLst>
                            <a:ext uri="{FF2B5EF4-FFF2-40B4-BE49-F238E27FC236}">
                              <a16:creationId xmlns:a16="http://schemas.microsoft.com/office/drawing/2014/main" id="{CB9BC87A-57C1-4F84-939A-E6F47D52E5B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60" name="直線コネクタ 134859">
                          <a:extLst>
                            <a:ext uri="{FF2B5EF4-FFF2-40B4-BE49-F238E27FC236}">
                              <a16:creationId xmlns:a16="http://schemas.microsoft.com/office/drawing/2014/main" id="{7B678E50-329E-442C-BC85-1DED264108B1}"/>
                            </a:ext>
                          </a:extLst>
                        </p:cNvPr>
                        <p:cNvCxnSpPr>
                          <a:cxnSpLocks/>
                          <a:stCxn id="134859" idx="6"/>
                          <a:endCxn id="13485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61" name="直線コネクタ 134860">
                          <a:extLst>
                            <a:ext uri="{FF2B5EF4-FFF2-40B4-BE49-F238E27FC236}">
                              <a16:creationId xmlns:a16="http://schemas.microsoft.com/office/drawing/2014/main" id="{866476C2-3588-4697-A976-2F52392D4F89}"/>
                            </a:ext>
                          </a:extLst>
                        </p:cNvPr>
                        <p:cNvCxnSpPr>
                          <a:cxnSpLocks/>
                          <a:stCxn id="134859" idx="4"/>
                          <a:endCxn id="13485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4825" name="楕円 134824">
                      <a:extLst>
                        <a:ext uri="{FF2B5EF4-FFF2-40B4-BE49-F238E27FC236}">
                          <a16:creationId xmlns:a16="http://schemas.microsoft.com/office/drawing/2014/main" id="{73F03214-BE6B-4B22-A143-603B0426303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4826" name="グループ化 134825">
                      <a:extLst>
                        <a:ext uri="{FF2B5EF4-FFF2-40B4-BE49-F238E27FC236}">
                          <a16:creationId xmlns:a16="http://schemas.microsoft.com/office/drawing/2014/main" id="{FD6C4DE0-09FE-4822-82C0-4120BF61901B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4827" name="グループ化 134826">
                        <a:extLst>
                          <a:ext uri="{FF2B5EF4-FFF2-40B4-BE49-F238E27FC236}">
                            <a16:creationId xmlns:a16="http://schemas.microsoft.com/office/drawing/2014/main" id="{F9CEB162-947D-4831-83E6-7EBF19E0F4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4848" name="直線コネクタ 134847">
                          <a:extLst>
                            <a:ext uri="{FF2B5EF4-FFF2-40B4-BE49-F238E27FC236}">
                              <a16:creationId xmlns:a16="http://schemas.microsoft.com/office/drawing/2014/main" id="{A50BD46A-34E2-477A-A7C2-726C99A4618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49" name="直線コネクタ 134848">
                          <a:extLst>
                            <a:ext uri="{FF2B5EF4-FFF2-40B4-BE49-F238E27FC236}">
                              <a16:creationId xmlns:a16="http://schemas.microsoft.com/office/drawing/2014/main" id="{57705583-A8CB-4316-B3A7-CA98E3EC1DA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50" name="直線コネクタ 134849">
                          <a:extLst>
                            <a:ext uri="{FF2B5EF4-FFF2-40B4-BE49-F238E27FC236}">
                              <a16:creationId xmlns:a16="http://schemas.microsoft.com/office/drawing/2014/main" id="{B6566FA1-593E-4B0B-B67E-91F0B642AD6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51" name="直線コネクタ 134850">
                          <a:extLst>
                            <a:ext uri="{FF2B5EF4-FFF2-40B4-BE49-F238E27FC236}">
                              <a16:creationId xmlns:a16="http://schemas.microsoft.com/office/drawing/2014/main" id="{6DCBF000-2F2B-4D5E-9E2C-8C90E89F9E1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52" name="直線コネクタ 134851">
                          <a:extLst>
                            <a:ext uri="{FF2B5EF4-FFF2-40B4-BE49-F238E27FC236}">
                              <a16:creationId xmlns:a16="http://schemas.microsoft.com/office/drawing/2014/main" id="{D5892CD4-4D11-4BB2-9528-CCE6D5F9E5F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28" name="グループ化 134827">
                        <a:extLst>
                          <a:ext uri="{FF2B5EF4-FFF2-40B4-BE49-F238E27FC236}">
                            <a16:creationId xmlns:a16="http://schemas.microsoft.com/office/drawing/2014/main" id="{7557F3E8-818F-4F05-A843-B7D14F91B8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45" name="楕円 134844">
                          <a:extLst>
                            <a:ext uri="{FF2B5EF4-FFF2-40B4-BE49-F238E27FC236}">
                              <a16:creationId xmlns:a16="http://schemas.microsoft.com/office/drawing/2014/main" id="{4331489D-CC23-4B98-A627-18AB623BA1B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46" name="直線コネクタ 134845">
                          <a:extLst>
                            <a:ext uri="{FF2B5EF4-FFF2-40B4-BE49-F238E27FC236}">
                              <a16:creationId xmlns:a16="http://schemas.microsoft.com/office/drawing/2014/main" id="{C4A2882A-63B0-4567-823B-4FF1B2B7F982}"/>
                            </a:ext>
                          </a:extLst>
                        </p:cNvPr>
                        <p:cNvCxnSpPr>
                          <a:cxnSpLocks/>
                          <a:stCxn id="134845" idx="6"/>
                          <a:endCxn id="13484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47" name="直線コネクタ 134846">
                          <a:extLst>
                            <a:ext uri="{FF2B5EF4-FFF2-40B4-BE49-F238E27FC236}">
                              <a16:creationId xmlns:a16="http://schemas.microsoft.com/office/drawing/2014/main" id="{8C5B6DC1-0A24-4A3C-BAE9-231C55BB281A}"/>
                            </a:ext>
                          </a:extLst>
                        </p:cNvPr>
                        <p:cNvCxnSpPr>
                          <a:cxnSpLocks/>
                          <a:stCxn id="134845" idx="4"/>
                          <a:endCxn id="13484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29" name="グループ化 134828">
                        <a:extLst>
                          <a:ext uri="{FF2B5EF4-FFF2-40B4-BE49-F238E27FC236}">
                            <a16:creationId xmlns:a16="http://schemas.microsoft.com/office/drawing/2014/main" id="{FD192D9E-207E-4A73-B929-3AD36BAD99F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42" name="楕円 134841">
                          <a:extLst>
                            <a:ext uri="{FF2B5EF4-FFF2-40B4-BE49-F238E27FC236}">
                              <a16:creationId xmlns:a16="http://schemas.microsoft.com/office/drawing/2014/main" id="{B3645FDC-9E65-4500-9FFD-B3BB3E4903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43" name="直線コネクタ 134842">
                          <a:extLst>
                            <a:ext uri="{FF2B5EF4-FFF2-40B4-BE49-F238E27FC236}">
                              <a16:creationId xmlns:a16="http://schemas.microsoft.com/office/drawing/2014/main" id="{E31ECF6E-4F6B-45C0-A8E2-11C41174EF6E}"/>
                            </a:ext>
                          </a:extLst>
                        </p:cNvPr>
                        <p:cNvCxnSpPr>
                          <a:cxnSpLocks/>
                          <a:stCxn id="134842" idx="6"/>
                          <a:endCxn id="13484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44" name="直線コネクタ 134843">
                          <a:extLst>
                            <a:ext uri="{FF2B5EF4-FFF2-40B4-BE49-F238E27FC236}">
                              <a16:creationId xmlns:a16="http://schemas.microsoft.com/office/drawing/2014/main" id="{C0097CAA-56BD-40AF-8236-13B82CC60500}"/>
                            </a:ext>
                          </a:extLst>
                        </p:cNvPr>
                        <p:cNvCxnSpPr>
                          <a:cxnSpLocks/>
                          <a:stCxn id="134842" idx="4"/>
                          <a:endCxn id="13484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30" name="グループ化 134829">
                        <a:extLst>
                          <a:ext uri="{FF2B5EF4-FFF2-40B4-BE49-F238E27FC236}">
                            <a16:creationId xmlns:a16="http://schemas.microsoft.com/office/drawing/2014/main" id="{1B4A37CF-0BB6-4F4B-90EA-67F89B3E362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39" name="楕円 134838">
                          <a:extLst>
                            <a:ext uri="{FF2B5EF4-FFF2-40B4-BE49-F238E27FC236}">
                              <a16:creationId xmlns:a16="http://schemas.microsoft.com/office/drawing/2014/main" id="{6BD2B8AA-6E70-48F5-A8EC-0F6FD7FF164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40" name="直線コネクタ 134839">
                          <a:extLst>
                            <a:ext uri="{FF2B5EF4-FFF2-40B4-BE49-F238E27FC236}">
                              <a16:creationId xmlns:a16="http://schemas.microsoft.com/office/drawing/2014/main" id="{7DCFA4C4-6E23-46C5-9117-4A30BB249C88}"/>
                            </a:ext>
                          </a:extLst>
                        </p:cNvPr>
                        <p:cNvCxnSpPr>
                          <a:cxnSpLocks/>
                          <a:stCxn id="134839" idx="6"/>
                          <a:endCxn id="13483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41" name="直線コネクタ 134840">
                          <a:extLst>
                            <a:ext uri="{FF2B5EF4-FFF2-40B4-BE49-F238E27FC236}">
                              <a16:creationId xmlns:a16="http://schemas.microsoft.com/office/drawing/2014/main" id="{EE788454-D7FD-4B33-B6F7-3FEEEE41AB39}"/>
                            </a:ext>
                          </a:extLst>
                        </p:cNvPr>
                        <p:cNvCxnSpPr>
                          <a:cxnSpLocks/>
                          <a:stCxn id="134839" idx="4"/>
                          <a:endCxn id="13483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31" name="グループ化 134830">
                        <a:extLst>
                          <a:ext uri="{FF2B5EF4-FFF2-40B4-BE49-F238E27FC236}">
                            <a16:creationId xmlns:a16="http://schemas.microsoft.com/office/drawing/2014/main" id="{17E0EA1C-5C3E-439A-8D85-FCF9125416C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36" name="楕円 134835">
                          <a:extLst>
                            <a:ext uri="{FF2B5EF4-FFF2-40B4-BE49-F238E27FC236}">
                              <a16:creationId xmlns:a16="http://schemas.microsoft.com/office/drawing/2014/main" id="{AC63B36C-9835-4905-A94B-58C06E2B59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37" name="直線コネクタ 134836">
                          <a:extLst>
                            <a:ext uri="{FF2B5EF4-FFF2-40B4-BE49-F238E27FC236}">
                              <a16:creationId xmlns:a16="http://schemas.microsoft.com/office/drawing/2014/main" id="{C7211F3B-6BC3-44C9-840B-B9F68F43E43C}"/>
                            </a:ext>
                          </a:extLst>
                        </p:cNvPr>
                        <p:cNvCxnSpPr>
                          <a:cxnSpLocks/>
                          <a:stCxn id="134836" idx="6"/>
                          <a:endCxn id="13483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38" name="直線コネクタ 134837">
                          <a:extLst>
                            <a:ext uri="{FF2B5EF4-FFF2-40B4-BE49-F238E27FC236}">
                              <a16:creationId xmlns:a16="http://schemas.microsoft.com/office/drawing/2014/main" id="{91EBB076-0F82-46EA-B0BD-1AAD22C519CB}"/>
                            </a:ext>
                          </a:extLst>
                        </p:cNvPr>
                        <p:cNvCxnSpPr>
                          <a:cxnSpLocks/>
                          <a:stCxn id="134836" idx="4"/>
                          <a:endCxn id="13483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832" name="グループ化 134831">
                        <a:extLst>
                          <a:ext uri="{FF2B5EF4-FFF2-40B4-BE49-F238E27FC236}">
                            <a16:creationId xmlns:a16="http://schemas.microsoft.com/office/drawing/2014/main" id="{10A14CF9-5684-43C2-8477-D2C60E03042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833" name="楕円 134832">
                          <a:extLst>
                            <a:ext uri="{FF2B5EF4-FFF2-40B4-BE49-F238E27FC236}">
                              <a16:creationId xmlns:a16="http://schemas.microsoft.com/office/drawing/2014/main" id="{F43A9353-7DB9-472F-A0A7-73962D035C9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834" name="直線コネクタ 134833">
                          <a:extLst>
                            <a:ext uri="{FF2B5EF4-FFF2-40B4-BE49-F238E27FC236}">
                              <a16:creationId xmlns:a16="http://schemas.microsoft.com/office/drawing/2014/main" id="{1B53DB45-8853-43E7-BF30-58964A5DB20F}"/>
                            </a:ext>
                          </a:extLst>
                        </p:cNvPr>
                        <p:cNvCxnSpPr>
                          <a:cxnSpLocks/>
                          <a:stCxn id="134833" idx="6"/>
                          <a:endCxn id="13483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835" name="直線コネクタ 134834">
                          <a:extLst>
                            <a:ext uri="{FF2B5EF4-FFF2-40B4-BE49-F238E27FC236}">
                              <a16:creationId xmlns:a16="http://schemas.microsoft.com/office/drawing/2014/main" id="{EF679B7E-C49E-41BF-A71F-25D1A1CB8DFE}"/>
                            </a:ext>
                          </a:extLst>
                        </p:cNvPr>
                        <p:cNvCxnSpPr>
                          <a:cxnSpLocks/>
                          <a:stCxn id="134833" idx="4"/>
                          <a:endCxn id="13483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4607" name="グループ化 134606">
                    <a:extLst>
                      <a:ext uri="{FF2B5EF4-FFF2-40B4-BE49-F238E27FC236}">
                        <a16:creationId xmlns:a16="http://schemas.microsoft.com/office/drawing/2014/main" id="{6268EAD7-105D-493F-9511-9FEF56A9A114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703654" y="588664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4790" name="グループ化 134789">
                      <a:extLst>
                        <a:ext uri="{FF2B5EF4-FFF2-40B4-BE49-F238E27FC236}">
                          <a16:creationId xmlns:a16="http://schemas.microsoft.com/office/drawing/2014/main" id="{3007D1E2-EDD5-46FF-9D28-DE63E37A72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4815" name="直線コネクタ 134814">
                        <a:extLst>
                          <a:ext uri="{FF2B5EF4-FFF2-40B4-BE49-F238E27FC236}">
                            <a16:creationId xmlns:a16="http://schemas.microsoft.com/office/drawing/2014/main" id="{46AFFF85-BDCF-4C51-997F-F41B743E7AF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16" name="直線コネクタ 134815">
                        <a:extLst>
                          <a:ext uri="{FF2B5EF4-FFF2-40B4-BE49-F238E27FC236}">
                            <a16:creationId xmlns:a16="http://schemas.microsoft.com/office/drawing/2014/main" id="{1B97390F-CCC1-4098-B8F5-3CD426AE2F2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17" name="直線コネクタ 134816">
                        <a:extLst>
                          <a:ext uri="{FF2B5EF4-FFF2-40B4-BE49-F238E27FC236}">
                            <a16:creationId xmlns:a16="http://schemas.microsoft.com/office/drawing/2014/main" id="{864E4C52-E612-493D-9DFE-1CF31317D04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18" name="直線コネクタ 134817">
                        <a:extLst>
                          <a:ext uri="{FF2B5EF4-FFF2-40B4-BE49-F238E27FC236}">
                            <a16:creationId xmlns:a16="http://schemas.microsoft.com/office/drawing/2014/main" id="{0566D919-DE18-442C-8E17-38C0CDCC088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19" name="直線コネクタ 134818">
                        <a:extLst>
                          <a:ext uri="{FF2B5EF4-FFF2-40B4-BE49-F238E27FC236}">
                            <a16:creationId xmlns:a16="http://schemas.microsoft.com/office/drawing/2014/main" id="{97740E47-E755-41FE-A985-862C35D00B8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20" name="直線コネクタ 134819">
                        <a:extLst>
                          <a:ext uri="{FF2B5EF4-FFF2-40B4-BE49-F238E27FC236}">
                            <a16:creationId xmlns:a16="http://schemas.microsoft.com/office/drawing/2014/main" id="{D62DDA93-B063-4AE4-9B74-FE6100CB0D1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21" name="直線コネクタ 134820">
                        <a:extLst>
                          <a:ext uri="{FF2B5EF4-FFF2-40B4-BE49-F238E27FC236}">
                            <a16:creationId xmlns:a16="http://schemas.microsoft.com/office/drawing/2014/main" id="{E6B42E20-970B-4A09-841F-03859EB9D99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22" name="直線コネクタ 134821">
                        <a:extLst>
                          <a:ext uri="{FF2B5EF4-FFF2-40B4-BE49-F238E27FC236}">
                            <a16:creationId xmlns:a16="http://schemas.microsoft.com/office/drawing/2014/main" id="{EE21613E-41DE-4A18-A7C7-057FB679520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23" name="直線コネクタ 134822">
                        <a:extLst>
                          <a:ext uri="{FF2B5EF4-FFF2-40B4-BE49-F238E27FC236}">
                            <a16:creationId xmlns:a16="http://schemas.microsoft.com/office/drawing/2014/main" id="{280EB024-936F-46FC-B8E1-2162C012215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91" name="グループ化 134790">
                      <a:extLst>
                        <a:ext uri="{FF2B5EF4-FFF2-40B4-BE49-F238E27FC236}">
                          <a16:creationId xmlns:a16="http://schemas.microsoft.com/office/drawing/2014/main" id="{027D84F7-06D4-40F6-8A64-AF9DBC6740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12" name="楕円 134811">
                        <a:extLst>
                          <a:ext uri="{FF2B5EF4-FFF2-40B4-BE49-F238E27FC236}">
                            <a16:creationId xmlns:a16="http://schemas.microsoft.com/office/drawing/2014/main" id="{45EAC6D3-959D-4978-B9BE-27621BAAD72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13" name="直線コネクタ 134812">
                        <a:extLst>
                          <a:ext uri="{FF2B5EF4-FFF2-40B4-BE49-F238E27FC236}">
                            <a16:creationId xmlns:a16="http://schemas.microsoft.com/office/drawing/2014/main" id="{C2165508-165C-4BC6-8096-FF49A609C626}"/>
                          </a:ext>
                        </a:extLst>
                      </p:cNvPr>
                      <p:cNvCxnSpPr>
                        <a:cxnSpLocks/>
                        <a:stCxn id="134812" idx="6"/>
                        <a:endCxn id="13481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14" name="直線コネクタ 134813">
                        <a:extLst>
                          <a:ext uri="{FF2B5EF4-FFF2-40B4-BE49-F238E27FC236}">
                            <a16:creationId xmlns:a16="http://schemas.microsoft.com/office/drawing/2014/main" id="{343F1C3A-CB8E-4042-96CF-C1C40FFED9D7}"/>
                          </a:ext>
                        </a:extLst>
                      </p:cNvPr>
                      <p:cNvCxnSpPr>
                        <a:cxnSpLocks/>
                        <a:stCxn id="134812" idx="4"/>
                        <a:endCxn id="13481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92" name="グループ化 134791">
                      <a:extLst>
                        <a:ext uri="{FF2B5EF4-FFF2-40B4-BE49-F238E27FC236}">
                          <a16:creationId xmlns:a16="http://schemas.microsoft.com/office/drawing/2014/main" id="{873ECDB8-D5DB-4805-BC8F-FBE41B16AE6E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09" name="楕円 134808">
                        <a:extLst>
                          <a:ext uri="{FF2B5EF4-FFF2-40B4-BE49-F238E27FC236}">
                            <a16:creationId xmlns:a16="http://schemas.microsoft.com/office/drawing/2014/main" id="{04063596-F2CF-4FAE-9A72-0081053976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10" name="直線コネクタ 134809">
                        <a:extLst>
                          <a:ext uri="{FF2B5EF4-FFF2-40B4-BE49-F238E27FC236}">
                            <a16:creationId xmlns:a16="http://schemas.microsoft.com/office/drawing/2014/main" id="{B88E0603-5AF4-4C13-92B9-2956423199CC}"/>
                          </a:ext>
                        </a:extLst>
                      </p:cNvPr>
                      <p:cNvCxnSpPr>
                        <a:cxnSpLocks/>
                        <a:stCxn id="134809" idx="6"/>
                        <a:endCxn id="13480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11" name="直線コネクタ 134810">
                        <a:extLst>
                          <a:ext uri="{FF2B5EF4-FFF2-40B4-BE49-F238E27FC236}">
                            <a16:creationId xmlns:a16="http://schemas.microsoft.com/office/drawing/2014/main" id="{EE2DC795-BE69-413C-B12B-0ED073EA377E}"/>
                          </a:ext>
                        </a:extLst>
                      </p:cNvPr>
                      <p:cNvCxnSpPr>
                        <a:cxnSpLocks/>
                        <a:stCxn id="134809" idx="4"/>
                        <a:endCxn id="13480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93" name="グループ化 134792">
                      <a:extLst>
                        <a:ext uri="{FF2B5EF4-FFF2-40B4-BE49-F238E27FC236}">
                          <a16:creationId xmlns:a16="http://schemas.microsoft.com/office/drawing/2014/main" id="{54149600-E271-4EF3-BF3F-8BCC321B4390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06" name="楕円 134805">
                        <a:extLst>
                          <a:ext uri="{FF2B5EF4-FFF2-40B4-BE49-F238E27FC236}">
                            <a16:creationId xmlns:a16="http://schemas.microsoft.com/office/drawing/2014/main" id="{5B112C59-6854-4E01-AD13-0CBDAFA4C0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07" name="直線コネクタ 134806">
                        <a:extLst>
                          <a:ext uri="{FF2B5EF4-FFF2-40B4-BE49-F238E27FC236}">
                            <a16:creationId xmlns:a16="http://schemas.microsoft.com/office/drawing/2014/main" id="{0890BB08-7541-4283-ABF5-0340C1A00F24}"/>
                          </a:ext>
                        </a:extLst>
                      </p:cNvPr>
                      <p:cNvCxnSpPr>
                        <a:cxnSpLocks/>
                        <a:stCxn id="134806" idx="6"/>
                        <a:endCxn id="13480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08" name="直線コネクタ 134807">
                        <a:extLst>
                          <a:ext uri="{FF2B5EF4-FFF2-40B4-BE49-F238E27FC236}">
                            <a16:creationId xmlns:a16="http://schemas.microsoft.com/office/drawing/2014/main" id="{636049DA-4255-4A9B-91D9-88244B7ECDAC}"/>
                          </a:ext>
                        </a:extLst>
                      </p:cNvPr>
                      <p:cNvCxnSpPr>
                        <a:cxnSpLocks/>
                        <a:stCxn id="134806" idx="4"/>
                        <a:endCxn id="13480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94" name="グループ化 134793">
                      <a:extLst>
                        <a:ext uri="{FF2B5EF4-FFF2-40B4-BE49-F238E27FC236}">
                          <a16:creationId xmlns:a16="http://schemas.microsoft.com/office/drawing/2014/main" id="{889C038C-9B16-4539-AF5E-80A29EFB8652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03" name="楕円 134802">
                        <a:extLst>
                          <a:ext uri="{FF2B5EF4-FFF2-40B4-BE49-F238E27FC236}">
                            <a16:creationId xmlns:a16="http://schemas.microsoft.com/office/drawing/2014/main" id="{138F9F59-7DF9-4C1B-9FEF-2937EC8DA9A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04" name="直線コネクタ 134803">
                        <a:extLst>
                          <a:ext uri="{FF2B5EF4-FFF2-40B4-BE49-F238E27FC236}">
                            <a16:creationId xmlns:a16="http://schemas.microsoft.com/office/drawing/2014/main" id="{9D77CEB4-07BC-4283-81A9-BC949FAB6B60}"/>
                          </a:ext>
                        </a:extLst>
                      </p:cNvPr>
                      <p:cNvCxnSpPr>
                        <a:cxnSpLocks/>
                        <a:stCxn id="134803" idx="6"/>
                        <a:endCxn id="13480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05" name="直線コネクタ 134804">
                        <a:extLst>
                          <a:ext uri="{FF2B5EF4-FFF2-40B4-BE49-F238E27FC236}">
                            <a16:creationId xmlns:a16="http://schemas.microsoft.com/office/drawing/2014/main" id="{0A5516BA-4A51-427C-A995-208B71EF2233}"/>
                          </a:ext>
                        </a:extLst>
                      </p:cNvPr>
                      <p:cNvCxnSpPr>
                        <a:cxnSpLocks/>
                        <a:stCxn id="134803" idx="4"/>
                        <a:endCxn id="13480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95" name="グループ化 134794">
                      <a:extLst>
                        <a:ext uri="{FF2B5EF4-FFF2-40B4-BE49-F238E27FC236}">
                          <a16:creationId xmlns:a16="http://schemas.microsoft.com/office/drawing/2014/main" id="{DBE4EAE1-F35A-43A3-A839-B1DBDD3494CB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800" name="楕円 134799">
                        <a:extLst>
                          <a:ext uri="{FF2B5EF4-FFF2-40B4-BE49-F238E27FC236}">
                            <a16:creationId xmlns:a16="http://schemas.microsoft.com/office/drawing/2014/main" id="{E0AEB12F-99CE-4070-A131-FC8C703B1E1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801" name="直線コネクタ 134800">
                        <a:extLst>
                          <a:ext uri="{FF2B5EF4-FFF2-40B4-BE49-F238E27FC236}">
                            <a16:creationId xmlns:a16="http://schemas.microsoft.com/office/drawing/2014/main" id="{ED46F572-386B-4E96-A477-25BFFB4C035A}"/>
                          </a:ext>
                        </a:extLst>
                      </p:cNvPr>
                      <p:cNvCxnSpPr>
                        <a:cxnSpLocks/>
                        <a:stCxn id="134800" idx="6"/>
                        <a:endCxn id="13480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802" name="直線コネクタ 134801">
                        <a:extLst>
                          <a:ext uri="{FF2B5EF4-FFF2-40B4-BE49-F238E27FC236}">
                            <a16:creationId xmlns:a16="http://schemas.microsoft.com/office/drawing/2014/main" id="{266049DD-AF3A-4BB3-9D06-845C8B9232BD}"/>
                          </a:ext>
                        </a:extLst>
                      </p:cNvPr>
                      <p:cNvCxnSpPr>
                        <a:cxnSpLocks/>
                        <a:stCxn id="134800" idx="4"/>
                        <a:endCxn id="13480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96" name="グループ化 134795">
                      <a:extLst>
                        <a:ext uri="{FF2B5EF4-FFF2-40B4-BE49-F238E27FC236}">
                          <a16:creationId xmlns:a16="http://schemas.microsoft.com/office/drawing/2014/main" id="{4A9B2A03-CA42-477C-87E2-1604C926D87C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797" name="楕円 134796">
                        <a:extLst>
                          <a:ext uri="{FF2B5EF4-FFF2-40B4-BE49-F238E27FC236}">
                            <a16:creationId xmlns:a16="http://schemas.microsoft.com/office/drawing/2014/main" id="{1822E041-4EB4-45EA-9DE8-8257275A42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798" name="直線コネクタ 134797">
                        <a:extLst>
                          <a:ext uri="{FF2B5EF4-FFF2-40B4-BE49-F238E27FC236}">
                            <a16:creationId xmlns:a16="http://schemas.microsoft.com/office/drawing/2014/main" id="{AA63252C-BE7B-4939-820E-E2CFD8D9D743}"/>
                          </a:ext>
                        </a:extLst>
                      </p:cNvPr>
                      <p:cNvCxnSpPr>
                        <a:cxnSpLocks/>
                        <a:stCxn id="134797" idx="6"/>
                        <a:endCxn id="13479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99" name="直線コネクタ 134798">
                        <a:extLst>
                          <a:ext uri="{FF2B5EF4-FFF2-40B4-BE49-F238E27FC236}">
                            <a16:creationId xmlns:a16="http://schemas.microsoft.com/office/drawing/2014/main" id="{6F8355AF-87AB-408F-AAE6-D1F691A70B6E}"/>
                          </a:ext>
                        </a:extLst>
                      </p:cNvPr>
                      <p:cNvCxnSpPr>
                        <a:cxnSpLocks/>
                        <a:stCxn id="134797" idx="4"/>
                        <a:endCxn id="13479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4608" name="グループ化 134607">
                    <a:extLst>
                      <a:ext uri="{FF2B5EF4-FFF2-40B4-BE49-F238E27FC236}">
                        <a16:creationId xmlns:a16="http://schemas.microsoft.com/office/drawing/2014/main" id="{2745DB6C-E8C0-4FB4-A097-9E80AEC9B949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524000" y="498014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4735" name="グループ化 134734">
                      <a:extLst>
                        <a:ext uri="{FF2B5EF4-FFF2-40B4-BE49-F238E27FC236}">
                          <a16:creationId xmlns:a16="http://schemas.microsoft.com/office/drawing/2014/main" id="{DEC7B823-BDD2-4CDF-82BF-9BDD40BC17A5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4764" name="グループ化 134763">
                        <a:extLst>
                          <a:ext uri="{FF2B5EF4-FFF2-40B4-BE49-F238E27FC236}">
                            <a16:creationId xmlns:a16="http://schemas.microsoft.com/office/drawing/2014/main" id="{9521C56F-19FD-4828-BD85-C6C1E31405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4785" name="直線コネクタ 134784">
                          <a:extLst>
                            <a:ext uri="{FF2B5EF4-FFF2-40B4-BE49-F238E27FC236}">
                              <a16:creationId xmlns:a16="http://schemas.microsoft.com/office/drawing/2014/main" id="{786B869D-9DDC-4A58-A701-8BDA0265D56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86" name="直線コネクタ 134785">
                          <a:extLst>
                            <a:ext uri="{FF2B5EF4-FFF2-40B4-BE49-F238E27FC236}">
                              <a16:creationId xmlns:a16="http://schemas.microsoft.com/office/drawing/2014/main" id="{31DA1001-8102-41E5-854D-4375414EED5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87" name="直線コネクタ 134786">
                          <a:extLst>
                            <a:ext uri="{FF2B5EF4-FFF2-40B4-BE49-F238E27FC236}">
                              <a16:creationId xmlns:a16="http://schemas.microsoft.com/office/drawing/2014/main" id="{F2617D89-21D4-4161-B4EC-BE1BFC275B3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88" name="直線コネクタ 134787">
                          <a:extLst>
                            <a:ext uri="{FF2B5EF4-FFF2-40B4-BE49-F238E27FC236}">
                              <a16:creationId xmlns:a16="http://schemas.microsoft.com/office/drawing/2014/main" id="{4B844553-2BD7-454F-9DD4-B95415C6921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89" name="直線コネクタ 134788">
                          <a:extLst>
                            <a:ext uri="{FF2B5EF4-FFF2-40B4-BE49-F238E27FC236}">
                              <a16:creationId xmlns:a16="http://schemas.microsoft.com/office/drawing/2014/main" id="{D285AD35-0F67-4475-9576-904FA263F01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65" name="グループ化 134764">
                        <a:extLst>
                          <a:ext uri="{FF2B5EF4-FFF2-40B4-BE49-F238E27FC236}">
                            <a16:creationId xmlns:a16="http://schemas.microsoft.com/office/drawing/2014/main" id="{138B791C-9A31-4C47-886B-24EEBA79D74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82" name="楕円 134781">
                          <a:extLst>
                            <a:ext uri="{FF2B5EF4-FFF2-40B4-BE49-F238E27FC236}">
                              <a16:creationId xmlns:a16="http://schemas.microsoft.com/office/drawing/2014/main" id="{E3822BD0-6186-47CE-92EE-B81DBCD029E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83" name="直線コネクタ 134782">
                          <a:extLst>
                            <a:ext uri="{FF2B5EF4-FFF2-40B4-BE49-F238E27FC236}">
                              <a16:creationId xmlns:a16="http://schemas.microsoft.com/office/drawing/2014/main" id="{D6C00583-5C99-42D2-AA66-F7631F8DE556}"/>
                            </a:ext>
                          </a:extLst>
                        </p:cNvPr>
                        <p:cNvCxnSpPr>
                          <a:cxnSpLocks/>
                          <a:stCxn id="134782" idx="6"/>
                          <a:endCxn id="13478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84" name="直線コネクタ 134783">
                          <a:extLst>
                            <a:ext uri="{FF2B5EF4-FFF2-40B4-BE49-F238E27FC236}">
                              <a16:creationId xmlns:a16="http://schemas.microsoft.com/office/drawing/2014/main" id="{572FA2FB-2751-492C-87C9-83F78FFD324F}"/>
                            </a:ext>
                          </a:extLst>
                        </p:cNvPr>
                        <p:cNvCxnSpPr>
                          <a:cxnSpLocks/>
                          <a:stCxn id="134782" idx="4"/>
                          <a:endCxn id="13478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66" name="グループ化 134765">
                        <a:extLst>
                          <a:ext uri="{FF2B5EF4-FFF2-40B4-BE49-F238E27FC236}">
                            <a16:creationId xmlns:a16="http://schemas.microsoft.com/office/drawing/2014/main" id="{E3C4D887-3683-409F-871A-D9D5EDD1F69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79" name="楕円 134778">
                          <a:extLst>
                            <a:ext uri="{FF2B5EF4-FFF2-40B4-BE49-F238E27FC236}">
                              <a16:creationId xmlns:a16="http://schemas.microsoft.com/office/drawing/2014/main" id="{DBD9B28E-58FE-4D06-BE7A-68DF97951F9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80" name="直線コネクタ 134779">
                          <a:extLst>
                            <a:ext uri="{FF2B5EF4-FFF2-40B4-BE49-F238E27FC236}">
                              <a16:creationId xmlns:a16="http://schemas.microsoft.com/office/drawing/2014/main" id="{ED4C4C85-46A1-409F-BA80-92011CF0C3AA}"/>
                            </a:ext>
                          </a:extLst>
                        </p:cNvPr>
                        <p:cNvCxnSpPr>
                          <a:cxnSpLocks/>
                          <a:stCxn id="134779" idx="6"/>
                          <a:endCxn id="13477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81" name="直線コネクタ 134780">
                          <a:extLst>
                            <a:ext uri="{FF2B5EF4-FFF2-40B4-BE49-F238E27FC236}">
                              <a16:creationId xmlns:a16="http://schemas.microsoft.com/office/drawing/2014/main" id="{8ADB88E6-CC09-4CB6-9485-89C5C5ECCBA1}"/>
                            </a:ext>
                          </a:extLst>
                        </p:cNvPr>
                        <p:cNvCxnSpPr>
                          <a:cxnSpLocks/>
                          <a:stCxn id="134779" idx="4"/>
                          <a:endCxn id="13477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67" name="グループ化 134766">
                        <a:extLst>
                          <a:ext uri="{FF2B5EF4-FFF2-40B4-BE49-F238E27FC236}">
                            <a16:creationId xmlns:a16="http://schemas.microsoft.com/office/drawing/2014/main" id="{B4B60643-9966-4CD4-9636-C2AE78585A2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76" name="楕円 134775">
                          <a:extLst>
                            <a:ext uri="{FF2B5EF4-FFF2-40B4-BE49-F238E27FC236}">
                              <a16:creationId xmlns:a16="http://schemas.microsoft.com/office/drawing/2014/main" id="{73317DD5-C8CC-4351-AC07-A457CDDBE0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77" name="直線コネクタ 134776">
                          <a:extLst>
                            <a:ext uri="{FF2B5EF4-FFF2-40B4-BE49-F238E27FC236}">
                              <a16:creationId xmlns:a16="http://schemas.microsoft.com/office/drawing/2014/main" id="{330B1E8C-258D-4701-BCAC-0AF153771E60}"/>
                            </a:ext>
                          </a:extLst>
                        </p:cNvPr>
                        <p:cNvCxnSpPr>
                          <a:cxnSpLocks/>
                          <a:stCxn id="134776" idx="6"/>
                          <a:endCxn id="13477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78" name="直線コネクタ 134777">
                          <a:extLst>
                            <a:ext uri="{FF2B5EF4-FFF2-40B4-BE49-F238E27FC236}">
                              <a16:creationId xmlns:a16="http://schemas.microsoft.com/office/drawing/2014/main" id="{851D5626-CE1D-4114-93A1-2147B048338A}"/>
                            </a:ext>
                          </a:extLst>
                        </p:cNvPr>
                        <p:cNvCxnSpPr>
                          <a:cxnSpLocks/>
                          <a:stCxn id="134776" idx="4"/>
                          <a:endCxn id="13477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68" name="グループ化 134767">
                        <a:extLst>
                          <a:ext uri="{FF2B5EF4-FFF2-40B4-BE49-F238E27FC236}">
                            <a16:creationId xmlns:a16="http://schemas.microsoft.com/office/drawing/2014/main" id="{C59A0C32-63E0-4901-8140-72A93D20A67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73" name="楕円 134772">
                          <a:extLst>
                            <a:ext uri="{FF2B5EF4-FFF2-40B4-BE49-F238E27FC236}">
                              <a16:creationId xmlns:a16="http://schemas.microsoft.com/office/drawing/2014/main" id="{0C666CFE-9252-431F-9472-6B80A196AA0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74" name="直線コネクタ 134773">
                          <a:extLst>
                            <a:ext uri="{FF2B5EF4-FFF2-40B4-BE49-F238E27FC236}">
                              <a16:creationId xmlns:a16="http://schemas.microsoft.com/office/drawing/2014/main" id="{23AD9819-ADA1-40E1-90B5-C1BE127CF271}"/>
                            </a:ext>
                          </a:extLst>
                        </p:cNvPr>
                        <p:cNvCxnSpPr>
                          <a:cxnSpLocks/>
                          <a:stCxn id="134773" idx="6"/>
                          <a:endCxn id="13477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75" name="直線コネクタ 134774">
                          <a:extLst>
                            <a:ext uri="{FF2B5EF4-FFF2-40B4-BE49-F238E27FC236}">
                              <a16:creationId xmlns:a16="http://schemas.microsoft.com/office/drawing/2014/main" id="{0C480581-C098-42B1-9F2C-348561F78572}"/>
                            </a:ext>
                          </a:extLst>
                        </p:cNvPr>
                        <p:cNvCxnSpPr>
                          <a:cxnSpLocks/>
                          <a:stCxn id="134773" idx="4"/>
                          <a:endCxn id="13477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69" name="グループ化 134768">
                        <a:extLst>
                          <a:ext uri="{FF2B5EF4-FFF2-40B4-BE49-F238E27FC236}">
                            <a16:creationId xmlns:a16="http://schemas.microsoft.com/office/drawing/2014/main" id="{D2765231-9ABD-4C2E-B67A-6E3F5794CC7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70" name="楕円 134769">
                          <a:extLst>
                            <a:ext uri="{FF2B5EF4-FFF2-40B4-BE49-F238E27FC236}">
                              <a16:creationId xmlns:a16="http://schemas.microsoft.com/office/drawing/2014/main" id="{670B60D5-D6CB-478E-84F9-6BF01190A29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71" name="直線コネクタ 134770">
                          <a:extLst>
                            <a:ext uri="{FF2B5EF4-FFF2-40B4-BE49-F238E27FC236}">
                              <a16:creationId xmlns:a16="http://schemas.microsoft.com/office/drawing/2014/main" id="{2B3CA78A-FBFC-4987-BE03-1E664FEB22DE}"/>
                            </a:ext>
                          </a:extLst>
                        </p:cNvPr>
                        <p:cNvCxnSpPr>
                          <a:cxnSpLocks/>
                          <a:stCxn id="134770" idx="6"/>
                          <a:endCxn id="13477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72" name="直線コネクタ 134771">
                          <a:extLst>
                            <a:ext uri="{FF2B5EF4-FFF2-40B4-BE49-F238E27FC236}">
                              <a16:creationId xmlns:a16="http://schemas.microsoft.com/office/drawing/2014/main" id="{0D0A6FFB-8329-44E0-9551-86F2B8C8E555}"/>
                            </a:ext>
                          </a:extLst>
                        </p:cNvPr>
                        <p:cNvCxnSpPr>
                          <a:cxnSpLocks/>
                          <a:stCxn id="134770" idx="4"/>
                          <a:endCxn id="13477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4736" name="楕円 134735">
                      <a:extLst>
                        <a:ext uri="{FF2B5EF4-FFF2-40B4-BE49-F238E27FC236}">
                          <a16:creationId xmlns:a16="http://schemas.microsoft.com/office/drawing/2014/main" id="{7181DE9A-8AF4-41FD-A13B-0EACF660E16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4737" name="グループ化 134736">
                      <a:extLst>
                        <a:ext uri="{FF2B5EF4-FFF2-40B4-BE49-F238E27FC236}">
                          <a16:creationId xmlns:a16="http://schemas.microsoft.com/office/drawing/2014/main" id="{9BF80D02-A764-4341-803B-FEFDD3918DCC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4738" name="グループ化 134737">
                        <a:extLst>
                          <a:ext uri="{FF2B5EF4-FFF2-40B4-BE49-F238E27FC236}">
                            <a16:creationId xmlns:a16="http://schemas.microsoft.com/office/drawing/2014/main" id="{48FB45A3-37A2-42A9-8C51-C4CAA8C65D9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4759" name="直線コネクタ 134758">
                          <a:extLst>
                            <a:ext uri="{FF2B5EF4-FFF2-40B4-BE49-F238E27FC236}">
                              <a16:creationId xmlns:a16="http://schemas.microsoft.com/office/drawing/2014/main" id="{513F237F-BCCE-405D-9BEF-8A2EA47EF7A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60" name="直線コネクタ 134759">
                          <a:extLst>
                            <a:ext uri="{FF2B5EF4-FFF2-40B4-BE49-F238E27FC236}">
                              <a16:creationId xmlns:a16="http://schemas.microsoft.com/office/drawing/2014/main" id="{A9E805E3-30C3-4CA5-B3B4-3104934AFAB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61" name="直線コネクタ 134760">
                          <a:extLst>
                            <a:ext uri="{FF2B5EF4-FFF2-40B4-BE49-F238E27FC236}">
                              <a16:creationId xmlns:a16="http://schemas.microsoft.com/office/drawing/2014/main" id="{49AC3E58-510C-474E-B869-869412F5857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62" name="直線コネクタ 134761">
                          <a:extLst>
                            <a:ext uri="{FF2B5EF4-FFF2-40B4-BE49-F238E27FC236}">
                              <a16:creationId xmlns:a16="http://schemas.microsoft.com/office/drawing/2014/main" id="{5718576D-A53C-4B20-ABB8-C5E9B1C296B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63" name="直線コネクタ 134762">
                          <a:extLst>
                            <a:ext uri="{FF2B5EF4-FFF2-40B4-BE49-F238E27FC236}">
                              <a16:creationId xmlns:a16="http://schemas.microsoft.com/office/drawing/2014/main" id="{D8BAC6CD-EA38-4A7D-9FF9-EC9DF3BDFE9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39" name="グループ化 134738">
                        <a:extLst>
                          <a:ext uri="{FF2B5EF4-FFF2-40B4-BE49-F238E27FC236}">
                            <a16:creationId xmlns:a16="http://schemas.microsoft.com/office/drawing/2014/main" id="{9B2C0A4A-92BD-499A-A5B8-173EBFFE37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56" name="楕円 134755">
                          <a:extLst>
                            <a:ext uri="{FF2B5EF4-FFF2-40B4-BE49-F238E27FC236}">
                              <a16:creationId xmlns:a16="http://schemas.microsoft.com/office/drawing/2014/main" id="{E2818493-1997-42FC-AEF9-418B3478DC2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57" name="直線コネクタ 134756">
                          <a:extLst>
                            <a:ext uri="{FF2B5EF4-FFF2-40B4-BE49-F238E27FC236}">
                              <a16:creationId xmlns:a16="http://schemas.microsoft.com/office/drawing/2014/main" id="{C67BC73C-B10C-41F6-9165-5D42F200624C}"/>
                            </a:ext>
                          </a:extLst>
                        </p:cNvPr>
                        <p:cNvCxnSpPr>
                          <a:cxnSpLocks/>
                          <a:stCxn id="134756" idx="6"/>
                          <a:endCxn id="13475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58" name="直線コネクタ 134757">
                          <a:extLst>
                            <a:ext uri="{FF2B5EF4-FFF2-40B4-BE49-F238E27FC236}">
                              <a16:creationId xmlns:a16="http://schemas.microsoft.com/office/drawing/2014/main" id="{F494ED25-7CA6-457A-832B-15449C24AD95}"/>
                            </a:ext>
                          </a:extLst>
                        </p:cNvPr>
                        <p:cNvCxnSpPr>
                          <a:cxnSpLocks/>
                          <a:stCxn id="134756" idx="4"/>
                          <a:endCxn id="13475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40" name="グループ化 134739">
                        <a:extLst>
                          <a:ext uri="{FF2B5EF4-FFF2-40B4-BE49-F238E27FC236}">
                            <a16:creationId xmlns:a16="http://schemas.microsoft.com/office/drawing/2014/main" id="{02B585BE-E32F-41D4-BA3C-D01B0B3D136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53" name="楕円 134752">
                          <a:extLst>
                            <a:ext uri="{FF2B5EF4-FFF2-40B4-BE49-F238E27FC236}">
                              <a16:creationId xmlns:a16="http://schemas.microsoft.com/office/drawing/2014/main" id="{D97FA36E-6F15-4366-A551-9F8833F083E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54" name="直線コネクタ 134753">
                          <a:extLst>
                            <a:ext uri="{FF2B5EF4-FFF2-40B4-BE49-F238E27FC236}">
                              <a16:creationId xmlns:a16="http://schemas.microsoft.com/office/drawing/2014/main" id="{0EE2452D-CCAB-4D05-AFE7-250806B130A0}"/>
                            </a:ext>
                          </a:extLst>
                        </p:cNvPr>
                        <p:cNvCxnSpPr>
                          <a:cxnSpLocks/>
                          <a:stCxn id="134753" idx="6"/>
                          <a:endCxn id="13475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55" name="直線コネクタ 134754">
                          <a:extLst>
                            <a:ext uri="{FF2B5EF4-FFF2-40B4-BE49-F238E27FC236}">
                              <a16:creationId xmlns:a16="http://schemas.microsoft.com/office/drawing/2014/main" id="{916B817C-93F4-4969-B46F-0B06D7DFD41D}"/>
                            </a:ext>
                          </a:extLst>
                        </p:cNvPr>
                        <p:cNvCxnSpPr>
                          <a:cxnSpLocks/>
                          <a:stCxn id="134753" idx="4"/>
                          <a:endCxn id="13475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41" name="グループ化 134740">
                        <a:extLst>
                          <a:ext uri="{FF2B5EF4-FFF2-40B4-BE49-F238E27FC236}">
                            <a16:creationId xmlns:a16="http://schemas.microsoft.com/office/drawing/2014/main" id="{D935FD0F-CF3A-4E7C-82C6-4E8B79CD8C2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50" name="楕円 134749">
                          <a:extLst>
                            <a:ext uri="{FF2B5EF4-FFF2-40B4-BE49-F238E27FC236}">
                              <a16:creationId xmlns:a16="http://schemas.microsoft.com/office/drawing/2014/main" id="{857835EF-1749-497F-9B44-8C48A8CEB06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51" name="直線コネクタ 134750">
                          <a:extLst>
                            <a:ext uri="{FF2B5EF4-FFF2-40B4-BE49-F238E27FC236}">
                              <a16:creationId xmlns:a16="http://schemas.microsoft.com/office/drawing/2014/main" id="{E2C21616-E8E8-4E8B-9F2F-42D0D4240120}"/>
                            </a:ext>
                          </a:extLst>
                        </p:cNvPr>
                        <p:cNvCxnSpPr>
                          <a:cxnSpLocks/>
                          <a:stCxn id="134750" idx="6"/>
                          <a:endCxn id="13475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52" name="直線コネクタ 134751">
                          <a:extLst>
                            <a:ext uri="{FF2B5EF4-FFF2-40B4-BE49-F238E27FC236}">
                              <a16:creationId xmlns:a16="http://schemas.microsoft.com/office/drawing/2014/main" id="{0C1AAD05-B2E4-49C4-BDC9-A8184EE36F7E}"/>
                            </a:ext>
                          </a:extLst>
                        </p:cNvPr>
                        <p:cNvCxnSpPr>
                          <a:cxnSpLocks/>
                          <a:stCxn id="134750" idx="4"/>
                          <a:endCxn id="13475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42" name="グループ化 134741">
                        <a:extLst>
                          <a:ext uri="{FF2B5EF4-FFF2-40B4-BE49-F238E27FC236}">
                            <a16:creationId xmlns:a16="http://schemas.microsoft.com/office/drawing/2014/main" id="{C6A071C0-C0B9-4564-BBD9-1865CDA7FE9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47" name="楕円 134746">
                          <a:extLst>
                            <a:ext uri="{FF2B5EF4-FFF2-40B4-BE49-F238E27FC236}">
                              <a16:creationId xmlns:a16="http://schemas.microsoft.com/office/drawing/2014/main" id="{93A4487D-DF95-42EA-91F4-01672CD0D4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48" name="直線コネクタ 134747">
                          <a:extLst>
                            <a:ext uri="{FF2B5EF4-FFF2-40B4-BE49-F238E27FC236}">
                              <a16:creationId xmlns:a16="http://schemas.microsoft.com/office/drawing/2014/main" id="{BCB09A03-A600-473B-8D71-09BE6D64FB45}"/>
                            </a:ext>
                          </a:extLst>
                        </p:cNvPr>
                        <p:cNvCxnSpPr>
                          <a:cxnSpLocks/>
                          <a:stCxn id="134747" idx="6"/>
                          <a:endCxn id="13474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49" name="直線コネクタ 134748">
                          <a:extLst>
                            <a:ext uri="{FF2B5EF4-FFF2-40B4-BE49-F238E27FC236}">
                              <a16:creationId xmlns:a16="http://schemas.microsoft.com/office/drawing/2014/main" id="{97070369-827E-4714-94C8-B80DA478074F}"/>
                            </a:ext>
                          </a:extLst>
                        </p:cNvPr>
                        <p:cNvCxnSpPr>
                          <a:cxnSpLocks/>
                          <a:stCxn id="134747" idx="4"/>
                          <a:endCxn id="13474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743" name="グループ化 134742">
                        <a:extLst>
                          <a:ext uri="{FF2B5EF4-FFF2-40B4-BE49-F238E27FC236}">
                            <a16:creationId xmlns:a16="http://schemas.microsoft.com/office/drawing/2014/main" id="{36D11D25-2639-46B5-A2F2-8D5A55F9F7A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744" name="楕円 134743">
                          <a:extLst>
                            <a:ext uri="{FF2B5EF4-FFF2-40B4-BE49-F238E27FC236}">
                              <a16:creationId xmlns:a16="http://schemas.microsoft.com/office/drawing/2014/main" id="{0AE2DAEA-C5AA-4BFD-8CB5-9AA6BBC91B0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745" name="直線コネクタ 134744">
                          <a:extLst>
                            <a:ext uri="{FF2B5EF4-FFF2-40B4-BE49-F238E27FC236}">
                              <a16:creationId xmlns:a16="http://schemas.microsoft.com/office/drawing/2014/main" id="{669610BC-6E30-43FF-838D-BA48BA54071C}"/>
                            </a:ext>
                          </a:extLst>
                        </p:cNvPr>
                        <p:cNvCxnSpPr>
                          <a:cxnSpLocks/>
                          <a:stCxn id="134744" idx="6"/>
                          <a:endCxn id="13474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46" name="直線コネクタ 134745">
                          <a:extLst>
                            <a:ext uri="{FF2B5EF4-FFF2-40B4-BE49-F238E27FC236}">
                              <a16:creationId xmlns:a16="http://schemas.microsoft.com/office/drawing/2014/main" id="{124455BE-A1BB-4177-AC56-43EC841017FF}"/>
                            </a:ext>
                          </a:extLst>
                        </p:cNvPr>
                        <p:cNvCxnSpPr>
                          <a:cxnSpLocks/>
                          <a:stCxn id="134744" idx="4"/>
                          <a:endCxn id="13474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4609" name="グループ化 134608">
                    <a:extLst>
                      <a:ext uri="{FF2B5EF4-FFF2-40B4-BE49-F238E27FC236}">
                        <a16:creationId xmlns:a16="http://schemas.microsoft.com/office/drawing/2014/main" id="{C5242368-D63B-4717-B6C3-7C9EDB4911B9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457179" y="529507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4701" name="グループ化 134700">
                      <a:extLst>
                        <a:ext uri="{FF2B5EF4-FFF2-40B4-BE49-F238E27FC236}">
                          <a16:creationId xmlns:a16="http://schemas.microsoft.com/office/drawing/2014/main" id="{70C95416-2B07-4DBB-82F3-F21D5C7B8F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4726" name="直線コネクタ 134725">
                        <a:extLst>
                          <a:ext uri="{FF2B5EF4-FFF2-40B4-BE49-F238E27FC236}">
                            <a16:creationId xmlns:a16="http://schemas.microsoft.com/office/drawing/2014/main" id="{F237DEF5-BCE5-4D93-8C0B-636202F03E3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27" name="直線コネクタ 134726">
                        <a:extLst>
                          <a:ext uri="{FF2B5EF4-FFF2-40B4-BE49-F238E27FC236}">
                            <a16:creationId xmlns:a16="http://schemas.microsoft.com/office/drawing/2014/main" id="{8570D724-D39D-4B0F-A4AE-B69EE811349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28" name="直線コネクタ 134727">
                        <a:extLst>
                          <a:ext uri="{FF2B5EF4-FFF2-40B4-BE49-F238E27FC236}">
                            <a16:creationId xmlns:a16="http://schemas.microsoft.com/office/drawing/2014/main" id="{4BB91951-1433-4078-91A1-D03EB18DB76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29" name="直線コネクタ 134728">
                        <a:extLst>
                          <a:ext uri="{FF2B5EF4-FFF2-40B4-BE49-F238E27FC236}">
                            <a16:creationId xmlns:a16="http://schemas.microsoft.com/office/drawing/2014/main" id="{684430E2-8C33-4D9A-9A32-8FCB256A03F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30" name="直線コネクタ 134729">
                        <a:extLst>
                          <a:ext uri="{FF2B5EF4-FFF2-40B4-BE49-F238E27FC236}">
                            <a16:creationId xmlns:a16="http://schemas.microsoft.com/office/drawing/2014/main" id="{31F06FD7-126F-4A3B-B457-ECCCD9EC566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31" name="直線コネクタ 134730">
                        <a:extLst>
                          <a:ext uri="{FF2B5EF4-FFF2-40B4-BE49-F238E27FC236}">
                            <a16:creationId xmlns:a16="http://schemas.microsoft.com/office/drawing/2014/main" id="{998F382C-E935-4AD4-8EBA-34C71561A7B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32" name="直線コネクタ 134731">
                        <a:extLst>
                          <a:ext uri="{FF2B5EF4-FFF2-40B4-BE49-F238E27FC236}">
                            <a16:creationId xmlns:a16="http://schemas.microsoft.com/office/drawing/2014/main" id="{729B6ED1-68EA-4790-9D29-E69D8A6F7A6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33" name="直線コネクタ 134732">
                        <a:extLst>
                          <a:ext uri="{FF2B5EF4-FFF2-40B4-BE49-F238E27FC236}">
                            <a16:creationId xmlns:a16="http://schemas.microsoft.com/office/drawing/2014/main" id="{E7ADF548-5335-49F0-BBB5-1816ED8875F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34" name="直線コネクタ 134733">
                        <a:extLst>
                          <a:ext uri="{FF2B5EF4-FFF2-40B4-BE49-F238E27FC236}">
                            <a16:creationId xmlns:a16="http://schemas.microsoft.com/office/drawing/2014/main" id="{80961EA5-16B0-44FA-9F73-5217CF07F2B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02" name="グループ化 134701">
                      <a:extLst>
                        <a:ext uri="{FF2B5EF4-FFF2-40B4-BE49-F238E27FC236}">
                          <a16:creationId xmlns:a16="http://schemas.microsoft.com/office/drawing/2014/main" id="{43935158-3FD7-4CB2-84CB-261730C661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723" name="楕円 134722">
                        <a:extLst>
                          <a:ext uri="{FF2B5EF4-FFF2-40B4-BE49-F238E27FC236}">
                            <a16:creationId xmlns:a16="http://schemas.microsoft.com/office/drawing/2014/main" id="{38270EC4-983C-47F8-95EC-EC923E2CC1E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724" name="直線コネクタ 134723">
                        <a:extLst>
                          <a:ext uri="{FF2B5EF4-FFF2-40B4-BE49-F238E27FC236}">
                            <a16:creationId xmlns:a16="http://schemas.microsoft.com/office/drawing/2014/main" id="{FE676D58-EBFC-45E6-AE80-8C1122EBE4F2}"/>
                          </a:ext>
                        </a:extLst>
                      </p:cNvPr>
                      <p:cNvCxnSpPr>
                        <a:cxnSpLocks/>
                        <a:stCxn id="134723" idx="6"/>
                        <a:endCxn id="13472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25" name="直線コネクタ 134724">
                        <a:extLst>
                          <a:ext uri="{FF2B5EF4-FFF2-40B4-BE49-F238E27FC236}">
                            <a16:creationId xmlns:a16="http://schemas.microsoft.com/office/drawing/2014/main" id="{FCB771B2-2F18-4AF7-9A1E-3A3026519FA2}"/>
                          </a:ext>
                        </a:extLst>
                      </p:cNvPr>
                      <p:cNvCxnSpPr>
                        <a:cxnSpLocks/>
                        <a:stCxn id="134723" idx="4"/>
                        <a:endCxn id="13472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03" name="グループ化 134702">
                      <a:extLst>
                        <a:ext uri="{FF2B5EF4-FFF2-40B4-BE49-F238E27FC236}">
                          <a16:creationId xmlns:a16="http://schemas.microsoft.com/office/drawing/2014/main" id="{D289F2EE-E84E-4BF0-812B-A4901F33FAEE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720" name="楕円 134719">
                        <a:extLst>
                          <a:ext uri="{FF2B5EF4-FFF2-40B4-BE49-F238E27FC236}">
                            <a16:creationId xmlns:a16="http://schemas.microsoft.com/office/drawing/2014/main" id="{230E2137-0CC5-4E49-A14A-0D76DD27E15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721" name="直線コネクタ 134720">
                        <a:extLst>
                          <a:ext uri="{FF2B5EF4-FFF2-40B4-BE49-F238E27FC236}">
                            <a16:creationId xmlns:a16="http://schemas.microsoft.com/office/drawing/2014/main" id="{DDA23CB2-1CAE-44A7-BC8A-472DAC301267}"/>
                          </a:ext>
                        </a:extLst>
                      </p:cNvPr>
                      <p:cNvCxnSpPr>
                        <a:cxnSpLocks/>
                        <a:stCxn id="134720" idx="6"/>
                        <a:endCxn id="13472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22" name="直線コネクタ 134721">
                        <a:extLst>
                          <a:ext uri="{FF2B5EF4-FFF2-40B4-BE49-F238E27FC236}">
                            <a16:creationId xmlns:a16="http://schemas.microsoft.com/office/drawing/2014/main" id="{64C1AB3C-7DBE-4C6A-946D-524B263CEA49}"/>
                          </a:ext>
                        </a:extLst>
                      </p:cNvPr>
                      <p:cNvCxnSpPr>
                        <a:cxnSpLocks/>
                        <a:stCxn id="134720" idx="4"/>
                        <a:endCxn id="13472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04" name="グループ化 134703">
                      <a:extLst>
                        <a:ext uri="{FF2B5EF4-FFF2-40B4-BE49-F238E27FC236}">
                          <a16:creationId xmlns:a16="http://schemas.microsoft.com/office/drawing/2014/main" id="{B02D513F-1B79-4AB5-8450-F335151EFB44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717" name="楕円 134716">
                        <a:extLst>
                          <a:ext uri="{FF2B5EF4-FFF2-40B4-BE49-F238E27FC236}">
                            <a16:creationId xmlns:a16="http://schemas.microsoft.com/office/drawing/2014/main" id="{2C5F9449-DB3A-4822-8AA6-106330069D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718" name="直線コネクタ 134717">
                        <a:extLst>
                          <a:ext uri="{FF2B5EF4-FFF2-40B4-BE49-F238E27FC236}">
                            <a16:creationId xmlns:a16="http://schemas.microsoft.com/office/drawing/2014/main" id="{C3985CD5-F776-4009-92E0-E6F609BE827A}"/>
                          </a:ext>
                        </a:extLst>
                      </p:cNvPr>
                      <p:cNvCxnSpPr>
                        <a:cxnSpLocks/>
                        <a:stCxn id="134717" idx="6"/>
                        <a:endCxn id="13471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19" name="直線コネクタ 134718">
                        <a:extLst>
                          <a:ext uri="{FF2B5EF4-FFF2-40B4-BE49-F238E27FC236}">
                            <a16:creationId xmlns:a16="http://schemas.microsoft.com/office/drawing/2014/main" id="{CEB34D64-3146-4140-84C7-C7A366A0A65D}"/>
                          </a:ext>
                        </a:extLst>
                      </p:cNvPr>
                      <p:cNvCxnSpPr>
                        <a:cxnSpLocks/>
                        <a:stCxn id="134717" idx="4"/>
                        <a:endCxn id="13471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05" name="グループ化 134704">
                      <a:extLst>
                        <a:ext uri="{FF2B5EF4-FFF2-40B4-BE49-F238E27FC236}">
                          <a16:creationId xmlns:a16="http://schemas.microsoft.com/office/drawing/2014/main" id="{31403F3C-390D-466B-8A1A-3A004F872D95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714" name="楕円 134713">
                        <a:extLst>
                          <a:ext uri="{FF2B5EF4-FFF2-40B4-BE49-F238E27FC236}">
                            <a16:creationId xmlns:a16="http://schemas.microsoft.com/office/drawing/2014/main" id="{27988B01-BCC9-4C2C-A37A-2238E041C99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715" name="直線コネクタ 134714">
                        <a:extLst>
                          <a:ext uri="{FF2B5EF4-FFF2-40B4-BE49-F238E27FC236}">
                            <a16:creationId xmlns:a16="http://schemas.microsoft.com/office/drawing/2014/main" id="{92767A65-B243-4567-BB0A-69AA247200B2}"/>
                          </a:ext>
                        </a:extLst>
                      </p:cNvPr>
                      <p:cNvCxnSpPr>
                        <a:cxnSpLocks/>
                        <a:stCxn id="134714" idx="6"/>
                        <a:endCxn id="13471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16" name="直線コネクタ 134715">
                        <a:extLst>
                          <a:ext uri="{FF2B5EF4-FFF2-40B4-BE49-F238E27FC236}">
                            <a16:creationId xmlns:a16="http://schemas.microsoft.com/office/drawing/2014/main" id="{ADEB7CC2-B9DC-4114-A945-017467BD573C}"/>
                          </a:ext>
                        </a:extLst>
                      </p:cNvPr>
                      <p:cNvCxnSpPr>
                        <a:cxnSpLocks/>
                        <a:stCxn id="134714" idx="4"/>
                        <a:endCxn id="13471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06" name="グループ化 134705">
                      <a:extLst>
                        <a:ext uri="{FF2B5EF4-FFF2-40B4-BE49-F238E27FC236}">
                          <a16:creationId xmlns:a16="http://schemas.microsoft.com/office/drawing/2014/main" id="{1E7F5E6F-3F14-47C2-9BF6-AF38BE83DFDB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711" name="楕円 134710">
                        <a:extLst>
                          <a:ext uri="{FF2B5EF4-FFF2-40B4-BE49-F238E27FC236}">
                            <a16:creationId xmlns:a16="http://schemas.microsoft.com/office/drawing/2014/main" id="{6D12DA9A-BE17-44CF-9CB7-7DE86A05179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712" name="直線コネクタ 134711">
                        <a:extLst>
                          <a:ext uri="{FF2B5EF4-FFF2-40B4-BE49-F238E27FC236}">
                            <a16:creationId xmlns:a16="http://schemas.microsoft.com/office/drawing/2014/main" id="{381E80A8-24D4-4D00-B4E9-9F63932605F3}"/>
                          </a:ext>
                        </a:extLst>
                      </p:cNvPr>
                      <p:cNvCxnSpPr>
                        <a:cxnSpLocks/>
                        <a:stCxn id="134711" idx="6"/>
                        <a:endCxn id="13471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13" name="直線コネクタ 134712">
                        <a:extLst>
                          <a:ext uri="{FF2B5EF4-FFF2-40B4-BE49-F238E27FC236}">
                            <a16:creationId xmlns:a16="http://schemas.microsoft.com/office/drawing/2014/main" id="{6227152C-2E3E-40AE-B347-0703A18BEBF0}"/>
                          </a:ext>
                        </a:extLst>
                      </p:cNvPr>
                      <p:cNvCxnSpPr>
                        <a:cxnSpLocks/>
                        <a:stCxn id="134711" idx="4"/>
                        <a:endCxn id="13471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707" name="グループ化 134706">
                      <a:extLst>
                        <a:ext uri="{FF2B5EF4-FFF2-40B4-BE49-F238E27FC236}">
                          <a16:creationId xmlns:a16="http://schemas.microsoft.com/office/drawing/2014/main" id="{9B29D5BD-59B8-4A99-A3C5-03AE45D6B157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708" name="楕円 134707">
                        <a:extLst>
                          <a:ext uri="{FF2B5EF4-FFF2-40B4-BE49-F238E27FC236}">
                            <a16:creationId xmlns:a16="http://schemas.microsoft.com/office/drawing/2014/main" id="{4CC8FE48-F040-405D-BCB0-39648C38745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709" name="直線コネクタ 134708">
                        <a:extLst>
                          <a:ext uri="{FF2B5EF4-FFF2-40B4-BE49-F238E27FC236}">
                            <a16:creationId xmlns:a16="http://schemas.microsoft.com/office/drawing/2014/main" id="{BF079A72-FD83-4B2B-9BA4-05B3C8497EE3}"/>
                          </a:ext>
                        </a:extLst>
                      </p:cNvPr>
                      <p:cNvCxnSpPr>
                        <a:cxnSpLocks/>
                        <a:stCxn id="134708" idx="6"/>
                        <a:endCxn id="13470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710" name="直線コネクタ 134709">
                        <a:extLst>
                          <a:ext uri="{FF2B5EF4-FFF2-40B4-BE49-F238E27FC236}">
                            <a16:creationId xmlns:a16="http://schemas.microsoft.com/office/drawing/2014/main" id="{477AD714-2994-458E-86FE-8DAC1BED84BE}"/>
                          </a:ext>
                        </a:extLst>
                      </p:cNvPr>
                      <p:cNvCxnSpPr>
                        <a:cxnSpLocks/>
                        <a:stCxn id="134708" idx="4"/>
                        <a:endCxn id="13470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34610" name="グループ化 134609">
                    <a:extLst>
                      <a:ext uri="{FF2B5EF4-FFF2-40B4-BE49-F238E27FC236}">
                        <a16:creationId xmlns:a16="http://schemas.microsoft.com/office/drawing/2014/main" id="{9CEF52A5-1348-4B3B-A207-23BF235747F6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985234" y="4523587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34646" name="グループ化 134645">
                      <a:extLst>
                        <a:ext uri="{FF2B5EF4-FFF2-40B4-BE49-F238E27FC236}">
                          <a16:creationId xmlns:a16="http://schemas.microsoft.com/office/drawing/2014/main" id="{21EEE341-FACD-4A94-8624-8DC972155AC9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34675" name="グループ化 134674">
                        <a:extLst>
                          <a:ext uri="{FF2B5EF4-FFF2-40B4-BE49-F238E27FC236}">
                            <a16:creationId xmlns:a16="http://schemas.microsoft.com/office/drawing/2014/main" id="{EE953296-1626-4DAC-8BDF-52E07C5C1A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4696" name="直線コネクタ 134695">
                          <a:extLst>
                            <a:ext uri="{FF2B5EF4-FFF2-40B4-BE49-F238E27FC236}">
                              <a16:creationId xmlns:a16="http://schemas.microsoft.com/office/drawing/2014/main" id="{C332F3A4-D454-4E85-9E37-6BBC9B770DD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97" name="直線コネクタ 134696">
                          <a:extLst>
                            <a:ext uri="{FF2B5EF4-FFF2-40B4-BE49-F238E27FC236}">
                              <a16:creationId xmlns:a16="http://schemas.microsoft.com/office/drawing/2014/main" id="{DB924929-17C2-4B84-9373-D42125B2DD1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98" name="直線コネクタ 134697">
                          <a:extLst>
                            <a:ext uri="{FF2B5EF4-FFF2-40B4-BE49-F238E27FC236}">
                              <a16:creationId xmlns:a16="http://schemas.microsoft.com/office/drawing/2014/main" id="{7C1AD948-789C-48CC-9603-1A296BE8BDB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99" name="直線コネクタ 134698">
                          <a:extLst>
                            <a:ext uri="{FF2B5EF4-FFF2-40B4-BE49-F238E27FC236}">
                              <a16:creationId xmlns:a16="http://schemas.microsoft.com/office/drawing/2014/main" id="{42C4616C-A153-4A15-A4A7-8AF4873887A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700" name="直線コネクタ 134699">
                          <a:extLst>
                            <a:ext uri="{FF2B5EF4-FFF2-40B4-BE49-F238E27FC236}">
                              <a16:creationId xmlns:a16="http://schemas.microsoft.com/office/drawing/2014/main" id="{47A390E0-90C8-4C38-A830-C9D7116DB6B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76" name="グループ化 134675">
                        <a:extLst>
                          <a:ext uri="{FF2B5EF4-FFF2-40B4-BE49-F238E27FC236}">
                            <a16:creationId xmlns:a16="http://schemas.microsoft.com/office/drawing/2014/main" id="{E38F4ADA-6370-4CBB-B9C9-C51A2F451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93" name="楕円 134692">
                          <a:extLst>
                            <a:ext uri="{FF2B5EF4-FFF2-40B4-BE49-F238E27FC236}">
                              <a16:creationId xmlns:a16="http://schemas.microsoft.com/office/drawing/2014/main" id="{E784146F-EF37-48B3-B7DC-9D6D7720840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94" name="直線コネクタ 134693">
                          <a:extLst>
                            <a:ext uri="{FF2B5EF4-FFF2-40B4-BE49-F238E27FC236}">
                              <a16:creationId xmlns:a16="http://schemas.microsoft.com/office/drawing/2014/main" id="{C9B9983B-E9B8-4F8E-96EA-6FC674800FBD}"/>
                            </a:ext>
                          </a:extLst>
                        </p:cNvPr>
                        <p:cNvCxnSpPr>
                          <a:cxnSpLocks/>
                          <a:stCxn id="134693" idx="6"/>
                          <a:endCxn id="13469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95" name="直線コネクタ 134694">
                          <a:extLst>
                            <a:ext uri="{FF2B5EF4-FFF2-40B4-BE49-F238E27FC236}">
                              <a16:creationId xmlns:a16="http://schemas.microsoft.com/office/drawing/2014/main" id="{3C9E3751-62CB-4EB1-B80F-55D3811FC63F}"/>
                            </a:ext>
                          </a:extLst>
                        </p:cNvPr>
                        <p:cNvCxnSpPr>
                          <a:cxnSpLocks/>
                          <a:stCxn id="134693" idx="4"/>
                          <a:endCxn id="13469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77" name="グループ化 134676">
                        <a:extLst>
                          <a:ext uri="{FF2B5EF4-FFF2-40B4-BE49-F238E27FC236}">
                            <a16:creationId xmlns:a16="http://schemas.microsoft.com/office/drawing/2014/main" id="{EB6A9D6B-E67C-498C-BB96-9F63CDDF5BC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90" name="楕円 134689">
                          <a:extLst>
                            <a:ext uri="{FF2B5EF4-FFF2-40B4-BE49-F238E27FC236}">
                              <a16:creationId xmlns:a16="http://schemas.microsoft.com/office/drawing/2014/main" id="{F4CA431C-ABD9-4764-BF2A-02687BB8698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91" name="直線コネクタ 134690">
                          <a:extLst>
                            <a:ext uri="{FF2B5EF4-FFF2-40B4-BE49-F238E27FC236}">
                              <a16:creationId xmlns:a16="http://schemas.microsoft.com/office/drawing/2014/main" id="{2FC9DB04-3054-45F5-8693-8ADD227F322A}"/>
                            </a:ext>
                          </a:extLst>
                        </p:cNvPr>
                        <p:cNvCxnSpPr>
                          <a:cxnSpLocks/>
                          <a:stCxn id="134690" idx="6"/>
                          <a:endCxn id="13469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92" name="直線コネクタ 134691">
                          <a:extLst>
                            <a:ext uri="{FF2B5EF4-FFF2-40B4-BE49-F238E27FC236}">
                              <a16:creationId xmlns:a16="http://schemas.microsoft.com/office/drawing/2014/main" id="{7C73242E-9143-4537-BFCB-C85F9F1281A0}"/>
                            </a:ext>
                          </a:extLst>
                        </p:cNvPr>
                        <p:cNvCxnSpPr>
                          <a:cxnSpLocks/>
                          <a:stCxn id="134690" idx="4"/>
                          <a:endCxn id="13469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78" name="グループ化 134677">
                        <a:extLst>
                          <a:ext uri="{FF2B5EF4-FFF2-40B4-BE49-F238E27FC236}">
                            <a16:creationId xmlns:a16="http://schemas.microsoft.com/office/drawing/2014/main" id="{E60D1626-357D-4EF4-AAD8-283E0F1E8A2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87" name="楕円 134686">
                          <a:extLst>
                            <a:ext uri="{FF2B5EF4-FFF2-40B4-BE49-F238E27FC236}">
                              <a16:creationId xmlns:a16="http://schemas.microsoft.com/office/drawing/2014/main" id="{E7DA0FA5-0109-4DA4-AA4D-7F26DB2D56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88" name="直線コネクタ 134687">
                          <a:extLst>
                            <a:ext uri="{FF2B5EF4-FFF2-40B4-BE49-F238E27FC236}">
                              <a16:creationId xmlns:a16="http://schemas.microsoft.com/office/drawing/2014/main" id="{A94AE9CA-931D-4022-8801-24C5D2374F64}"/>
                            </a:ext>
                          </a:extLst>
                        </p:cNvPr>
                        <p:cNvCxnSpPr>
                          <a:cxnSpLocks/>
                          <a:stCxn id="134687" idx="6"/>
                          <a:endCxn id="13468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89" name="直線コネクタ 134688">
                          <a:extLst>
                            <a:ext uri="{FF2B5EF4-FFF2-40B4-BE49-F238E27FC236}">
                              <a16:creationId xmlns:a16="http://schemas.microsoft.com/office/drawing/2014/main" id="{BE932F4C-E0BA-4090-AE51-943B32148C1E}"/>
                            </a:ext>
                          </a:extLst>
                        </p:cNvPr>
                        <p:cNvCxnSpPr>
                          <a:cxnSpLocks/>
                          <a:stCxn id="134687" idx="4"/>
                          <a:endCxn id="13468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79" name="グループ化 134678">
                        <a:extLst>
                          <a:ext uri="{FF2B5EF4-FFF2-40B4-BE49-F238E27FC236}">
                            <a16:creationId xmlns:a16="http://schemas.microsoft.com/office/drawing/2014/main" id="{4A707033-E483-4879-AF19-E4FE666E40C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84" name="楕円 134683">
                          <a:extLst>
                            <a:ext uri="{FF2B5EF4-FFF2-40B4-BE49-F238E27FC236}">
                              <a16:creationId xmlns:a16="http://schemas.microsoft.com/office/drawing/2014/main" id="{8937A4A0-20FD-4703-ABD8-2CA122A29E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85" name="直線コネクタ 134684">
                          <a:extLst>
                            <a:ext uri="{FF2B5EF4-FFF2-40B4-BE49-F238E27FC236}">
                              <a16:creationId xmlns:a16="http://schemas.microsoft.com/office/drawing/2014/main" id="{44217B4F-1B7D-406A-B63F-2A0BB498F424}"/>
                            </a:ext>
                          </a:extLst>
                        </p:cNvPr>
                        <p:cNvCxnSpPr>
                          <a:cxnSpLocks/>
                          <a:stCxn id="134684" idx="6"/>
                          <a:endCxn id="13468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86" name="直線コネクタ 134685">
                          <a:extLst>
                            <a:ext uri="{FF2B5EF4-FFF2-40B4-BE49-F238E27FC236}">
                              <a16:creationId xmlns:a16="http://schemas.microsoft.com/office/drawing/2014/main" id="{DD01F0BA-6135-4B28-8E5C-8E9CD317BE51}"/>
                            </a:ext>
                          </a:extLst>
                        </p:cNvPr>
                        <p:cNvCxnSpPr>
                          <a:cxnSpLocks/>
                          <a:stCxn id="134684" idx="4"/>
                          <a:endCxn id="13468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80" name="グループ化 134679">
                        <a:extLst>
                          <a:ext uri="{FF2B5EF4-FFF2-40B4-BE49-F238E27FC236}">
                            <a16:creationId xmlns:a16="http://schemas.microsoft.com/office/drawing/2014/main" id="{AB1D3431-B833-419D-B9FA-D518A5F2718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81" name="楕円 134680">
                          <a:extLst>
                            <a:ext uri="{FF2B5EF4-FFF2-40B4-BE49-F238E27FC236}">
                              <a16:creationId xmlns:a16="http://schemas.microsoft.com/office/drawing/2014/main" id="{702478B0-73FC-4DF8-8304-5E25DC3726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82" name="直線コネクタ 134681">
                          <a:extLst>
                            <a:ext uri="{FF2B5EF4-FFF2-40B4-BE49-F238E27FC236}">
                              <a16:creationId xmlns:a16="http://schemas.microsoft.com/office/drawing/2014/main" id="{4DA40AF4-1BA4-4FB8-9FE4-3131E98ED993}"/>
                            </a:ext>
                          </a:extLst>
                        </p:cNvPr>
                        <p:cNvCxnSpPr>
                          <a:cxnSpLocks/>
                          <a:stCxn id="134681" idx="6"/>
                          <a:endCxn id="13468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83" name="直線コネクタ 134682">
                          <a:extLst>
                            <a:ext uri="{FF2B5EF4-FFF2-40B4-BE49-F238E27FC236}">
                              <a16:creationId xmlns:a16="http://schemas.microsoft.com/office/drawing/2014/main" id="{B65D4F19-F85C-486E-9C56-42155116B319}"/>
                            </a:ext>
                          </a:extLst>
                        </p:cNvPr>
                        <p:cNvCxnSpPr>
                          <a:cxnSpLocks/>
                          <a:stCxn id="134681" idx="4"/>
                          <a:endCxn id="13468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34647" name="楕円 134646">
                      <a:extLst>
                        <a:ext uri="{FF2B5EF4-FFF2-40B4-BE49-F238E27FC236}">
                          <a16:creationId xmlns:a16="http://schemas.microsoft.com/office/drawing/2014/main" id="{00FB3E04-524E-40C0-B20F-3E536A89D6B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34648" name="グループ化 134647">
                      <a:extLst>
                        <a:ext uri="{FF2B5EF4-FFF2-40B4-BE49-F238E27FC236}">
                          <a16:creationId xmlns:a16="http://schemas.microsoft.com/office/drawing/2014/main" id="{ED73AEB9-6B27-4370-97E7-3E797EED235A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34649" name="グループ化 134648">
                        <a:extLst>
                          <a:ext uri="{FF2B5EF4-FFF2-40B4-BE49-F238E27FC236}">
                            <a16:creationId xmlns:a16="http://schemas.microsoft.com/office/drawing/2014/main" id="{2A9742B7-558C-4170-B4E3-B614FB08695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34670" name="直線コネクタ 134669">
                          <a:extLst>
                            <a:ext uri="{FF2B5EF4-FFF2-40B4-BE49-F238E27FC236}">
                              <a16:creationId xmlns:a16="http://schemas.microsoft.com/office/drawing/2014/main" id="{6C4CA924-109E-4D6D-9C22-FEF90F2FE54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71" name="直線コネクタ 134670">
                          <a:extLst>
                            <a:ext uri="{FF2B5EF4-FFF2-40B4-BE49-F238E27FC236}">
                              <a16:creationId xmlns:a16="http://schemas.microsoft.com/office/drawing/2014/main" id="{C3B8C5DB-443D-47D3-8A9C-54B76EDF006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72" name="直線コネクタ 134671">
                          <a:extLst>
                            <a:ext uri="{FF2B5EF4-FFF2-40B4-BE49-F238E27FC236}">
                              <a16:creationId xmlns:a16="http://schemas.microsoft.com/office/drawing/2014/main" id="{B2C265CF-847E-4045-B8B6-CEC76106428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73" name="直線コネクタ 134672">
                          <a:extLst>
                            <a:ext uri="{FF2B5EF4-FFF2-40B4-BE49-F238E27FC236}">
                              <a16:creationId xmlns:a16="http://schemas.microsoft.com/office/drawing/2014/main" id="{4E441AB9-B73D-4899-8757-EDC77BD53C5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74" name="直線コネクタ 134673">
                          <a:extLst>
                            <a:ext uri="{FF2B5EF4-FFF2-40B4-BE49-F238E27FC236}">
                              <a16:creationId xmlns:a16="http://schemas.microsoft.com/office/drawing/2014/main" id="{307A3BCC-7048-421C-BFE4-684D315E236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50" name="グループ化 134649">
                        <a:extLst>
                          <a:ext uri="{FF2B5EF4-FFF2-40B4-BE49-F238E27FC236}">
                            <a16:creationId xmlns:a16="http://schemas.microsoft.com/office/drawing/2014/main" id="{7C61C779-F631-4C5B-9435-2F05558F33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67" name="楕円 134666">
                          <a:extLst>
                            <a:ext uri="{FF2B5EF4-FFF2-40B4-BE49-F238E27FC236}">
                              <a16:creationId xmlns:a16="http://schemas.microsoft.com/office/drawing/2014/main" id="{D4936457-420B-4DCC-9C38-2941DFB796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68" name="直線コネクタ 134667">
                          <a:extLst>
                            <a:ext uri="{FF2B5EF4-FFF2-40B4-BE49-F238E27FC236}">
                              <a16:creationId xmlns:a16="http://schemas.microsoft.com/office/drawing/2014/main" id="{DA6D26ED-EFE0-406B-AFC1-8C29F23A3039}"/>
                            </a:ext>
                          </a:extLst>
                        </p:cNvPr>
                        <p:cNvCxnSpPr>
                          <a:cxnSpLocks/>
                          <a:stCxn id="134667" idx="6"/>
                          <a:endCxn id="13466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69" name="直線コネクタ 134668">
                          <a:extLst>
                            <a:ext uri="{FF2B5EF4-FFF2-40B4-BE49-F238E27FC236}">
                              <a16:creationId xmlns:a16="http://schemas.microsoft.com/office/drawing/2014/main" id="{9F5A0631-6EE1-41D5-A933-41AFD582680B}"/>
                            </a:ext>
                          </a:extLst>
                        </p:cNvPr>
                        <p:cNvCxnSpPr>
                          <a:cxnSpLocks/>
                          <a:stCxn id="134667" idx="4"/>
                          <a:endCxn id="13466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51" name="グループ化 134650">
                        <a:extLst>
                          <a:ext uri="{FF2B5EF4-FFF2-40B4-BE49-F238E27FC236}">
                            <a16:creationId xmlns:a16="http://schemas.microsoft.com/office/drawing/2014/main" id="{5680334F-EDE2-42A0-B3A5-0832EE53147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64" name="楕円 134663">
                          <a:extLst>
                            <a:ext uri="{FF2B5EF4-FFF2-40B4-BE49-F238E27FC236}">
                              <a16:creationId xmlns:a16="http://schemas.microsoft.com/office/drawing/2014/main" id="{1254B244-060A-438B-8FEF-C80744C2F17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65" name="直線コネクタ 134664">
                          <a:extLst>
                            <a:ext uri="{FF2B5EF4-FFF2-40B4-BE49-F238E27FC236}">
                              <a16:creationId xmlns:a16="http://schemas.microsoft.com/office/drawing/2014/main" id="{570EC7A4-6318-40C1-AA95-465B29F4953E}"/>
                            </a:ext>
                          </a:extLst>
                        </p:cNvPr>
                        <p:cNvCxnSpPr>
                          <a:cxnSpLocks/>
                          <a:stCxn id="134664" idx="6"/>
                          <a:endCxn id="13466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66" name="直線コネクタ 134665">
                          <a:extLst>
                            <a:ext uri="{FF2B5EF4-FFF2-40B4-BE49-F238E27FC236}">
                              <a16:creationId xmlns:a16="http://schemas.microsoft.com/office/drawing/2014/main" id="{DF24B358-0363-4724-ADEA-FC9106CB0674}"/>
                            </a:ext>
                          </a:extLst>
                        </p:cNvPr>
                        <p:cNvCxnSpPr>
                          <a:cxnSpLocks/>
                          <a:stCxn id="134664" idx="4"/>
                          <a:endCxn id="13466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52" name="グループ化 134651">
                        <a:extLst>
                          <a:ext uri="{FF2B5EF4-FFF2-40B4-BE49-F238E27FC236}">
                            <a16:creationId xmlns:a16="http://schemas.microsoft.com/office/drawing/2014/main" id="{CEE21E65-1882-4436-9BD7-490C853F491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61" name="楕円 134660">
                          <a:extLst>
                            <a:ext uri="{FF2B5EF4-FFF2-40B4-BE49-F238E27FC236}">
                              <a16:creationId xmlns:a16="http://schemas.microsoft.com/office/drawing/2014/main" id="{41E39012-B2C1-40F6-9E5F-9324F0C092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62" name="直線コネクタ 134661">
                          <a:extLst>
                            <a:ext uri="{FF2B5EF4-FFF2-40B4-BE49-F238E27FC236}">
                              <a16:creationId xmlns:a16="http://schemas.microsoft.com/office/drawing/2014/main" id="{071C5AB3-9D8D-4634-A365-F15B72ACD84B}"/>
                            </a:ext>
                          </a:extLst>
                        </p:cNvPr>
                        <p:cNvCxnSpPr>
                          <a:cxnSpLocks/>
                          <a:stCxn id="134661" idx="6"/>
                          <a:endCxn id="13466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63" name="直線コネクタ 134662">
                          <a:extLst>
                            <a:ext uri="{FF2B5EF4-FFF2-40B4-BE49-F238E27FC236}">
                              <a16:creationId xmlns:a16="http://schemas.microsoft.com/office/drawing/2014/main" id="{C02EEA1F-D24C-4D4B-B1AF-3CFF0F204ECB}"/>
                            </a:ext>
                          </a:extLst>
                        </p:cNvPr>
                        <p:cNvCxnSpPr>
                          <a:cxnSpLocks/>
                          <a:stCxn id="134661" idx="4"/>
                          <a:endCxn id="13466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53" name="グループ化 134652">
                        <a:extLst>
                          <a:ext uri="{FF2B5EF4-FFF2-40B4-BE49-F238E27FC236}">
                            <a16:creationId xmlns:a16="http://schemas.microsoft.com/office/drawing/2014/main" id="{8031EC2C-AC41-422E-8AC9-493E263FB06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58" name="楕円 134657">
                          <a:extLst>
                            <a:ext uri="{FF2B5EF4-FFF2-40B4-BE49-F238E27FC236}">
                              <a16:creationId xmlns:a16="http://schemas.microsoft.com/office/drawing/2014/main" id="{F2C24330-2040-45D8-BC5E-544B30115A7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59" name="直線コネクタ 134658">
                          <a:extLst>
                            <a:ext uri="{FF2B5EF4-FFF2-40B4-BE49-F238E27FC236}">
                              <a16:creationId xmlns:a16="http://schemas.microsoft.com/office/drawing/2014/main" id="{B738D6D8-C35C-4D4C-AE88-42D873027915}"/>
                            </a:ext>
                          </a:extLst>
                        </p:cNvPr>
                        <p:cNvCxnSpPr>
                          <a:cxnSpLocks/>
                          <a:stCxn id="134658" idx="6"/>
                          <a:endCxn id="13465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60" name="直線コネクタ 134659">
                          <a:extLst>
                            <a:ext uri="{FF2B5EF4-FFF2-40B4-BE49-F238E27FC236}">
                              <a16:creationId xmlns:a16="http://schemas.microsoft.com/office/drawing/2014/main" id="{6DF30A57-CAEF-4D90-8801-B165727A614C}"/>
                            </a:ext>
                          </a:extLst>
                        </p:cNvPr>
                        <p:cNvCxnSpPr>
                          <a:cxnSpLocks/>
                          <a:stCxn id="134658" idx="4"/>
                          <a:endCxn id="13465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34654" name="グループ化 134653">
                        <a:extLst>
                          <a:ext uri="{FF2B5EF4-FFF2-40B4-BE49-F238E27FC236}">
                            <a16:creationId xmlns:a16="http://schemas.microsoft.com/office/drawing/2014/main" id="{E9CD4EB7-FB1A-46C9-A7DF-98804D01E17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34655" name="楕円 134654">
                          <a:extLst>
                            <a:ext uri="{FF2B5EF4-FFF2-40B4-BE49-F238E27FC236}">
                              <a16:creationId xmlns:a16="http://schemas.microsoft.com/office/drawing/2014/main" id="{E36F2776-F2FB-451F-AECD-526B69ACB6E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34656" name="直線コネクタ 134655">
                          <a:extLst>
                            <a:ext uri="{FF2B5EF4-FFF2-40B4-BE49-F238E27FC236}">
                              <a16:creationId xmlns:a16="http://schemas.microsoft.com/office/drawing/2014/main" id="{DCB55982-BD0F-4628-BE08-729D01C304FC}"/>
                            </a:ext>
                          </a:extLst>
                        </p:cNvPr>
                        <p:cNvCxnSpPr>
                          <a:cxnSpLocks/>
                          <a:stCxn id="134655" idx="6"/>
                          <a:endCxn id="13465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4657" name="直線コネクタ 134656">
                          <a:extLst>
                            <a:ext uri="{FF2B5EF4-FFF2-40B4-BE49-F238E27FC236}">
                              <a16:creationId xmlns:a16="http://schemas.microsoft.com/office/drawing/2014/main" id="{75694948-A5AF-4B12-A885-10D9B2C97F57}"/>
                            </a:ext>
                          </a:extLst>
                        </p:cNvPr>
                        <p:cNvCxnSpPr>
                          <a:cxnSpLocks/>
                          <a:stCxn id="134655" idx="4"/>
                          <a:endCxn id="13465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34611" name="グループ化 134610">
                    <a:extLst>
                      <a:ext uri="{FF2B5EF4-FFF2-40B4-BE49-F238E27FC236}">
                        <a16:creationId xmlns:a16="http://schemas.microsoft.com/office/drawing/2014/main" id="{4C8F246C-2F62-46EF-9BED-73BB626ED519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701193" y="4702497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34612" name="グループ化 134611">
                      <a:extLst>
                        <a:ext uri="{FF2B5EF4-FFF2-40B4-BE49-F238E27FC236}">
                          <a16:creationId xmlns:a16="http://schemas.microsoft.com/office/drawing/2014/main" id="{DCBFF48E-293A-463B-80AB-2B112D820B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34637" name="直線コネクタ 134636">
                        <a:extLst>
                          <a:ext uri="{FF2B5EF4-FFF2-40B4-BE49-F238E27FC236}">
                            <a16:creationId xmlns:a16="http://schemas.microsoft.com/office/drawing/2014/main" id="{C861FDB7-5B09-4085-AF6C-2E74315F716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38" name="直線コネクタ 134637">
                        <a:extLst>
                          <a:ext uri="{FF2B5EF4-FFF2-40B4-BE49-F238E27FC236}">
                            <a16:creationId xmlns:a16="http://schemas.microsoft.com/office/drawing/2014/main" id="{E0AB00BD-26EE-4064-94BB-9BC014311C5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39" name="直線コネクタ 134638">
                        <a:extLst>
                          <a:ext uri="{FF2B5EF4-FFF2-40B4-BE49-F238E27FC236}">
                            <a16:creationId xmlns:a16="http://schemas.microsoft.com/office/drawing/2014/main" id="{08C374F0-C783-4F58-A58D-8699C4F7CFC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40" name="直線コネクタ 134639">
                        <a:extLst>
                          <a:ext uri="{FF2B5EF4-FFF2-40B4-BE49-F238E27FC236}">
                            <a16:creationId xmlns:a16="http://schemas.microsoft.com/office/drawing/2014/main" id="{66A1A8BA-DBA1-4CF0-83C6-575043A1BFF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41" name="直線コネクタ 134640">
                        <a:extLst>
                          <a:ext uri="{FF2B5EF4-FFF2-40B4-BE49-F238E27FC236}">
                            <a16:creationId xmlns:a16="http://schemas.microsoft.com/office/drawing/2014/main" id="{4951DA94-D2BA-440E-860A-9EFB2D589A0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42" name="直線コネクタ 134641">
                        <a:extLst>
                          <a:ext uri="{FF2B5EF4-FFF2-40B4-BE49-F238E27FC236}">
                            <a16:creationId xmlns:a16="http://schemas.microsoft.com/office/drawing/2014/main" id="{6EAAF0EE-D17E-413B-AC95-1051D15B352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43" name="直線コネクタ 134642">
                        <a:extLst>
                          <a:ext uri="{FF2B5EF4-FFF2-40B4-BE49-F238E27FC236}">
                            <a16:creationId xmlns:a16="http://schemas.microsoft.com/office/drawing/2014/main" id="{E4BAD3DF-8E4E-41CB-A2C5-1A00597E520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44" name="直線コネクタ 134643">
                        <a:extLst>
                          <a:ext uri="{FF2B5EF4-FFF2-40B4-BE49-F238E27FC236}">
                            <a16:creationId xmlns:a16="http://schemas.microsoft.com/office/drawing/2014/main" id="{7EB5A71E-86A2-4435-8480-72B69ACEC16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45" name="直線コネクタ 134644">
                        <a:extLst>
                          <a:ext uri="{FF2B5EF4-FFF2-40B4-BE49-F238E27FC236}">
                            <a16:creationId xmlns:a16="http://schemas.microsoft.com/office/drawing/2014/main" id="{8AFD3908-3617-4010-8772-4BC4F8BCB3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613" name="グループ化 134612">
                      <a:extLst>
                        <a:ext uri="{FF2B5EF4-FFF2-40B4-BE49-F238E27FC236}">
                          <a16:creationId xmlns:a16="http://schemas.microsoft.com/office/drawing/2014/main" id="{CA7D9EDE-E7AB-4098-9C8A-CBA7F66A58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634" name="楕円 134633">
                        <a:extLst>
                          <a:ext uri="{FF2B5EF4-FFF2-40B4-BE49-F238E27FC236}">
                            <a16:creationId xmlns:a16="http://schemas.microsoft.com/office/drawing/2014/main" id="{30E2F99F-2D2C-4E47-AE14-2921D753AE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635" name="直線コネクタ 134634">
                        <a:extLst>
                          <a:ext uri="{FF2B5EF4-FFF2-40B4-BE49-F238E27FC236}">
                            <a16:creationId xmlns:a16="http://schemas.microsoft.com/office/drawing/2014/main" id="{9A75A87D-920E-48F0-BAAB-6776651485C3}"/>
                          </a:ext>
                        </a:extLst>
                      </p:cNvPr>
                      <p:cNvCxnSpPr>
                        <a:cxnSpLocks/>
                        <a:stCxn id="134634" idx="6"/>
                        <a:endCxn id="13463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36" name="直線コネクタ 134635">
                        <a:extLst>
                          <a:ext uri="{FF2B5EF4-FFF2-40B4-BE49-F238E27FC236}">
                            <a16:creationId xmlns:a16="http://schemas.microsoft.com/office/drawing/2014/main" id="{D3DBF140-ABE2-4873-B774-7D93D0BCF5D4}"/>
                          </a:ext>
                        </a:extLst>
                      </p:cNvPr>
                      <p:cNvCxnSpPr>
                        <a:cxnSpLocks/>
                        <a:stCxn id="134634" idx="4"/>
                        <a:endCxn id="13463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614" name="グループ化 134613">
                      <a:extLst>
                        <a:ext uri="{FF2B5EF4-FFF2-40B4-BE49-F238E27FC236}">
                          <a16:creationId xmlns:a16="http://schemas.microsoft.com/office/drawing/2014/main" id="{84B1EA30-85FE-4A1A-BC03-8E844608F742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631" name="楕円 134630">
                        <a:extLst>
                          <a:ext uri="{FF2B5EF4-FFF2-40B4-BE49-F238E27FC236}">
                            <a16:creationId xmlns:a16="http://schemas.microsoft.com/office/drawing/2014/main" id="{DA21A9CE-D678-4402-B1C3-A687378AF21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632" name="直線コネクタ 134631">
                        <a:extLst>
                          <a:ext uri="{FF2B5EF4-FFF2-40B4-BE49-F238E27FC236}">
                            <a16:creationId xmlns:a16="http://schemas.microsoft.com/office/drawing/2014/main" id="{047AD647-351C-4905-A9F4-CC8DFEF16517}"/>
                          </a:ext>
                        </a:extLst>
                      </p:cNvPr>
                      <p:cNvCxnSpPr>
                        <a:cxnSpLocks/>
                        <a:stCxn id="134631" idx="6"/>
                        <a:endCxn id="13463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33" name="直線コネクタ 134632">
                        <a:extLst>
                          <a:ext uri="{FF2B5EF4-FFF2-40B4-BE49-F238E27FC236}">
                            <a16:creationId xmlns:a16="http://schemas.microsoft.com/office/drawing/2014/main" id="{C17CA508-FAB1-4E55-B899-7AA14E3AF8AD}"/>
                          </a:ext>
                        </a:extLst>
                      </p:cNvPr>
                      <p:cNvCxnSpPr>
                        <a:cxnSpLocks/>
                        <a:stCxn id="134631" idx="4"/>
                        <a:endCxn id="13463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615" name="グループ化 134614">
                      <a:extLst>
                        <a:ext uri="{FF2B5EF4-FFF2-40B4-BE49-F238E27FC236}">
                          <a16:creationId xmlns:a16="http://schemas.microsoft.com/office/drawing/2014/main" id="{6263DA0B-4FF6-4DDA-AC09-511DC48B24AE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628" name="楕円 134627">
                        <a:extLst>
                          <a:ext uri="{FF2B5EF4-FFF2-40B4-BE49-F238E27FC236}">
                            <a16:creationId xmlns:a16="http://schemas.microsoft.com/office/drawing/2014/main" id="{3024DDEA-8C43-4138-B0D9-CDABDDFE253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629" name="直線コネクタ 134628">
                        <a:extLst>
                          <a:ext uri="{FF2B5EF4-FFF2-40B4-BE49-F238E27FC236}">
                            <a16:creationId xmlns:a16="http://schemas.microsoft.com/office/drawing/2014/main" id="{45CAEFE9-75F7-4B88-957B-CF1734EED437}"/>
                          </a:ext>
                        </a:extLst>
                      </p:cNvPr>
                      <p:cNvCxnSpPr>
                        <a:cxnSpLocks/>
                        <a:stCxn id="134628" idx="6"/>
                        <a:endCxn id="13462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30" name="直線コネクタ 134629">
                        <a:extLst>
                          <a:ext uri="{FF2B5EF4-FFF2-40B4-BE49-F238E27FC236}">
                            <a16:creationId xmlns:a16="http://schemas.microsoft.com/office/drawing/2014/main" id="{DC06FE74-E756-4749-8BCF-E56D0EFAF39F}"/>
                          </a:ext>
                        </a:extLst>
                      </p:cNvPr>
                      <p:cNvCxnSpPr>
                        <a:cxnSpLocks/>
                        <a:stCxn id="134628" idx="4"/>
                        <a:endCxn id="13462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616" name="グループ化 134615">
                      <a:extLst>
                        <a:ext uri="{FF2B5EF4-FFF2-40B4-BE49-F238E27FC236}">
                          <a16:creationId xmlns:a16="http://schemas.microsoft.com/office/drawing/2014/main" id="{948B9FE9-2409-4C2E-91DB-61374E138113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625" name="楕円 134624">
                        <a:extLst>
                          <a:ext uri="{FF2B5EF4-FFF2-40B4-BE49-F238E27FC236}">
                            <a16:creationId xmlns:a16="http://schemas.microsoft.com/office/drawing/2014/main" id="{49321004-4FF8-49CC-8DFC-875A628198B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626" name="直線コネクタ 134625">
                        <a:extLst>
                          <a:ext uri="{FF2B5EF4-FFF2-40B4-BE49-F238E27FC236}">
                            <a16:creationId xmlns:a16="http://schemas.microsoft.com/office/drawing/2014/main" id="{1B6EFD77-6102-4ED9-81CC-7287197F0EB8}"/>
                          </a:ext>
                        </a:extLst>
                      </p:cNvPr>
                      <p:cNvCxnSpPr>
                        <a:cxnSpLocks/>
                        <a:stCxn id="134625" idx="6"/>
                        <a:endCxn id="13462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27" name="直線コネクタ 134626">
                        <a:extLst>
                          <a:ext uri="{FF2B5EF4-FFF2-40B4-BE49-F238E27FC236}">
                            <a16:creationId xmlns:a16="http://schemas.microsoft.com/office/drawing/2014/main" id="{5A621134-46C7-4649-9F34-BD3DA967A754}"/>
                          </a:ext>
                        </a:extLst>
                      </p:cNvPr>
                      <p:cNvCxnSpPr>
                        <a:cxnSpLocks/>
                        <a:stCxn id="134625" idx="4"/>
                        <a:endCxn id="13462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617" name="グループ化 134616">
                      <a:extLst>
                        <a:ext uri="{FF2B5EF4-FFF2-40B4-BE49-F238E27FC236}">
                          <a16:creationId xmlns:a16="http://schemas.microsoft.com/office/drawing/2014/main" id="{4ACEB126-E153-4BF2-B6FE-DEF2DA2A27F7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622" name="楕円 134621">
                        <a:extLst>
                          <a:ext uri="{FF2B5EF4-FFF2-40B4-BE49-F238E27FC236}">
                            <a16:creationId xmlns:a16="http://schemas.microsoft.com/office/drawing/2014/main" id="{458690DA-3594-45B6-855D-D68600A5D1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623" name="直線コネクタ 134622">
                        <a:extLst>
                          <a:ext uri="{FF2B5EF4-FFF2-40B4-BE49-F238E27FC236}">
                            <a16:creationId xmlns:a16="http://schemas.microsoft.com/office/drawing/2014/main" id="{A9E28457-486B-4E06-8B0A-30711678C3A0}"/>
                          </a:ext>
                        </a:extLst>
                      </p:cNvPr>
                      <p:cNvCxnSpPr>
                        <a:cxnSpLocks/>
                        <a:stCxn id="134622" idx="6"/>
                        <a:endCxn id="13462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24" name="直線コネクタ 134623">
                        <a:extLst>
                          <a:ext uri="{FF2B5EF4-FFF2-40B4-BE49-F238E27FC236}">
                            <a16:creationId xmlns:a16="http://schemas.microsoft.com/office/drawing/2014/main" id="{9DEC2F07-5F7A-498C-9B78-4C2FAC8A8845}"/>
                          </a:ext>
                        </a:extLst>
                      </p:cNvPr>
                      <p:cNvCxnSpPr>
                        <a:cxnSpLocks/>
                        <a:stCxn id="134622" idx="4"/>
                        <a:endCxn id="13462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4618" name="グループ化 134617">
                      <a:extLst>
                        <a:ext uri="{FF2B5EF4-FFF2-40B4-BE49-F238E27FC236}">
                          <a16:creationId xmlns:a16="http://schemas.microsoft.com/office/drawing/2014/main" id="{FF4B3588-62E9-4C26-B7AD-1C3C9BA0B49B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34619" name="楕円 134618">
                        <a:extLst>
                          <a:ext uri="{FF2B5EF4-FFF2-40B4-BE49-F238E27FC236}">
                            <a16:creationId xmlns:a16="http://schemas.microsoft.com/office/drawing/2014/main" id="{DC0C2998-D4DE-4821-8D3D-464C4D2F364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34620" name="直線コネクタ 134619">
                        <a:extLst>
                          <a:ext uri="{FF2B5EF4-FFF2-40B4-BE49-F238E27FC236}">
                            <a16:creationId xmlns:a16="http://schemas.microsoft.com/office/drawing/2014/main" id="{431BF5A5-BFFB-45E1-971E-3E4827E02688}"/>
                          </a:ext>
                        </a:extLst>
                      </p:cNvPr>
                      <p:cNvCxnSpPr>
                        <a:cxnSpLocks/>
                        <a:stCxn id="134619" idx="6"/>
                        <a:endCxn id="13461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4621" name="直線コネクタ 134620">
                        <a:extLst>
                          <a:ext uri="{FF2B5EF4-FFF2-40B4-BE49-F238E27FC236}">
                            <a16:creationId xmlns:a16="http://schemas.microsoft.com/office/drawing/2014/main" id="{D46FBFE0-6AF2-41E7-97DD-EEEA30B25278}"/>
                          </a:ext>
                        </a:extLst>
                      </p:cNvPr>
                      <p:cNvCxnSpPr>
                        <a:cxnSpLocks/>
                        <a:stCxn id="134619" idx="4"/>
                        <a:endCxn id="13461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</p:grpSp>
            <p:grpSp>
              <p:nvGrpSpPr>
                <p:cNvPr id="133562" name="グループ化 133561">
                  <a:extLst>
                    <a:ext uri="{FF2B5EF4-FFF2-40B4-BE49-F238E27FC236}">
                      <a16:creationId xmlns:a16="http://schemas.microsoft.com/office/drawing/2014/main" id="{93B5348A-EEE8-406A-ABD2-CB4DD06B98C5}"/>
                    </a:ext>
                  </a:extLst>
                </p:cNvPr>
                <p:cNvGrpSpPr/>
                <p:nvPr/>
              </p:nvGrpSpPr>
              <p:grpSpPr>
                <a:xfrm>
                  <a:off x="3560689" y="3560689"/>
                  <a:ext cx="3678384" cy="3678384"/>
                  <a:chOff x="3560689" y="3560689"/>
                  <a:chExt cx="3678384" cy="3678384"/>
                </a:xfrm>
              </p:grpSpPr>
              <p:grpSp>
                <p:nvGrpSpPr>
                  <p:cNvPr id="133563" name="グループ化 133562">
                    <a:extLst>
                      <a:ext uri="{FF2B5EF4-FFF2-40B4-BE49-F238E27FC236}">
                        <a16:creationId xmlns:a16="http://schemas.microsoft.com/office/drawing/2014/main" id="{C8C514AA-349D-4486-8EED-11B64E6A85FA}"/>
                      </a:ext>
                    </a:extLst>
                  </p:cNvPr>
                  <p:cNvGrpSpPr/>
                  <p:nvPr/>
                </p:nvGrpSpPr>
                <p:grpSpPr>
                  <a:xfrm>
                    <a:off x="6238799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4500" name="直線コネクタ 134499">
                      <a:extLst>
                        <a:ext uri="{FF2B5EF4-FFF2-40B4-BE49-F238E27FC236}">
                          <a16:creationId xmlns:a16="http://schemas.microsoft.com/office/drawing/2014/main" id="{293D1D19-B3AD-4161-A2E9-53E2E8F5B8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1" name="直線コネクタ 134500">
                      <a:extLst>
                        <a:ext uri="{FF2B5EF4-FFF2-40B4-BE49-F238E27FC236}">
                          <a16:creationId xmlns:a16="http://schemas.microsoft.com/office/drawing/2014/main" id="{85C31A5A-224E-4F5F-AD0F-9F68082A11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2" name="直線コネクタ 134501">
                      <a:extLst>
                        <a:ext uri="{FF2B5EF4-FFF2-40B4-BE49-F238E27FC236}">
                          <a16:creationId xmlns:a16="http://schemas.microsoft.com/office/drawing/2014/main" id="{C3D42926-2284-4535-88EF-7D69FA956F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3" name="直線コネクタ 134502">
                      <a:extLst>
                        <a:ext uri="{FF2B5EF4-FFF2-40B4-BE49-F238E27FC236}">
                          <a16:creationId xmlns:a16="http://schemas.microsoft.com/office/drawing/2014/main" id="{A01A7F43-02A7-40CD-9568-8CADC0988B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4" name="直線コネクタ 134503">
                      <a:extLst>
                        <a:ext uri="{FF2B5EF4-FFF2-40B4-BE49-F238E27FC236}">
                          <a16:creationId xmlns:a16="http://schemas.microsoft.com/office/drawing/2014/main" id="{05FD3475-5F03-4CAA-98A6-A02B814310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5" name="直線コネクタ 134504">
                      <a:extLst>
                        <a:ext uri="{FF2B5EF4-FFF2-40B4-BE49-F238E27FC236}">
                          <a16:creationId xmlns:a16="http://schemas.microsoft.com/office/drawing/2014/main" id="{3B5D29A9-D167-451E-BE8F-4C987E01C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6" name="直線コネクタ 134505">
                      <a:extLst>
                        <a:ext uri="{FF2B5EF4-FFF2-40B4-BE49-F238E27FC236}">
                          <a16:creationId xmlns:a16="http://schemas.microsoft.com/office/drawing/2014/main" id="{C1E7A50C-1DDE-4AA2-A531-F993EC5A07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7" name="直線コネクタ 134506">
                      <a:extLst>
                        <a:ext uri="{FF2B5EF4-FFF2-40B4-BE49-F238E27FC236}">
                          <a16:creationId xmlns:a16="http://schemas.microsoft.com/office/drawing/2014/main" id="{178F1E56-16F5-40C3-85D2-40A03CD75F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8" name="直線コネクタ 134507">
                      <a:extLst>
                        <a:ext uri="{FF2B5EF4-FFF2-40B4-BE49-F238E27FC236}">
                          <a16:creationId xmlns:a16="http://schemas.microsoft.com/office/drawing/2014/main" id="{4FEEF58E-0458-4453-A2C2-168130E43D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09" name="直線コネクタ 134508">
                      <a:extLst>
                        <a:ext uri="{FF2B5EF4-FFF2-40B4-BE49-F238E27FC236}">
                          <a16:creationId xmlns:a16="http://schemas.microsoft.com/office/drawing/2014/main" id="{00FF1366-832D-4608-B350-4162405151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0" name="直線コネクタ 134509">
                      <a:extLst>
                        <a:ext uri="{FF2B5EF4-FFF2-40B4-BE49-F238E27FC236}">
                          <a16:creationId xmlns:a16="http://schemas.microsoft.com/office/drawing/2014/main" id="{A2E8B512-2D03-4D8D-8141-69105AF23A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1" name="直線コネクタ 134510">
                      <a:extLst>
                        <a:ext uri="{FF2B5EF4-FFF2-40B4-BE49-F238E27FC236}">
                          <a16:creationId xmlns:a16="http://schemas.microsoft.com/office/drawing/2014/main" id="{DE874078-AADE-49AD-BE74-7F9174DF3B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2" name="直線コネクタ 134511">
                      <a:extLst>
                        <a:ext uri="{FF2B5EF4-FFF2-40B4-BE49-F238E27FC236}">
                          <a16:creationId xmlns:a16="http://schemas.microsoft.com/office/drawing/2014/main" id="{C6E75082-0D45-4D5B-A500-E58CC6EDFB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3" name="直線コネクタ 134512">
                      <a:extLst>
                        <a:ext uri="{FF2B5EF4-FFF2-40B4-BE49-F238E27FC236}">
                          <a16:creationId xmlns:a16="http://schemas.microsoft.com/office/drawing/2014/main" id="{20F67733-919C-46A2-9A99-6A9419A228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4" name="直線コネクタ 134513">
                      <a:extLst>
                        <a:ext uri="{FF2B5EF4-FFF2-40B4-BE49-F238E27FC236}">
                          <a16:creationId xmlns:a16="http://schemas.microsoft.com/office/drawing/2014/main" id="{E9AAEE12-86E7-401D-8A4B-20E96E643A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5" name="直線コネクタ 134514">
                      <a:extLst>
                        <a:ext uri="{FF2B5EF4-FFF2-40B4-BE49-F238E27FC236}">
                          <a16:creationId xmlns:a16="http://schemas.microsoft.com/office/drawing/2014/main" id="{C40145D0-23A6-4714-A69E-2AC19CE89F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6" name="直線コネクタ 134515">
                      <a:extLst>
                        <a:ext uri="{FF2B5EF4-FFF2-40B4-BE49-F238E27FC236}">
                          <a16:creationId xmlns:a16="http://schemas.microsoft.com/office/drawing/2014/main" id="{BC009FF5-6A8A-40EC-8C04-08E3399543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7" name="直線コネクタ 134516">
                      <a:extLst>
                        <a:ext uri="{FF2B5EF4-FFF2-40B4-BE49-F238E27FC236}">
                          <a16:creationId xmlns:a16="http://schemas.microsoft.com/office/drawing/2014/main" id="{3503F696-CD6D-49C8-82CC-AF1DB6FC87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8" name="直線コネクタ 134517">
                      <a:extLst>
                        <a:ext uri="{FF2B5EF4-FFF2-40B4-BE49-F238E27FC236}">
                          <a16:creationId xmlns:a16="http://schemas.microsoft.com/office/drawing/2014/main" id="{E157C01B-BACD-4534-8152-D0893B1CD4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19" name="直線コネクタ 134518">
                      <a:extLst>
                        <a:ext uri="{FF2B5EF4-FFF2-40B4-BE49-F238E27FC236}">
                          <a16:creationId xmlns:a16="http://schemas.microsoft.com/office/drawing/2014/main" id="{BEB769C8-4511-4CCC-9C4F-5C4944F9BD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0" name="直線コネクタ 134519">
                      <a:extLst>
                        <a:ext uri="{FF2B5EF4-FFF2-40B4-BE49-F238E27FC236}">
                          <a16:creationId xmlns:a16="http://schemas.microsoft.com/office/drawing/2014/main" id="{AFB4D5AA-B1CE-417C-9315-6BECD74C0E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1" name="直線コネクタ 134520">
                      <a:extLst>
                        <a:ext uri="{FF2B5EF4-FFF2-40B4-BE49-F238E27FC236}">
                          <a16:creationId xmlns:a16="http://schemas.microsoft.com/office/drawing/2014/main" id="{A227D161-F6FC-476A-8DBD-D3A3E441E9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2" name="直線コネクタ 134521">
                      <a:extLst>
                        <a:ext uri="{FF2B5EF4-FFF2-40B4-BE49-F238E27FC236}">
                          <a16:creationId xmlns:a16="http://schemas.microsoft.com/office/drawing/2014/main" id="{10D28500-7BD7-47CA-B161-F40AA37BCB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3" name="直線コネクタ 134522">
                      <a:extLst>
                        <a:ext uri="{FF2B5EF4-FFF2-40B4-BE49-F238E27FC236}">
                          <a16:creationId xmlns:a16="http://schemas.microsoft.com/office/drawing/2014/main" id="{013D9B51-5C0D-45CF-B77F-463FC17F88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4" name="直線コネクタ 134523">
                      <a:extLst>
                        <a:ext uri="{FF2B5EF4-FFF2-40B4-BE49-F238E27FC236}">
                          <a16:creationId xmlns:a16="http://schemas.microsoft.com/office/drawing/2014/main" id="{56DA0B93-D720-4271-8EF8-F8433D499B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5" name="直線コネクタ 134524">
                      <a:extLst>
                        <a:ext uri="{FF2B5EF4-FFF2-40B4-BE49-F238E27FC236}">
                          <a16:creationId xmlns:a16="http://schemas.microsoft.com/office/drawing/2014/main" id="{92EA87E3-01D6-48B3-ACBB-12DE3C1636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6" name="直線コネクタ 134525">
                      <a:extLst>
                        <a:ext uri="{FF2B5EF4-FFF2-40B4-BE49-F238E27FC236}">
                          <a16:creationId xmlns:a16="http://schemas.microsoft.com/office/drawing/2014/main" id="{572CF835-7352-467E-9A4A-406801FBAA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7" name="直線コネクタ 134526">
                      <a:extLst>
                        <a:ext uri="{FF2B5EF4-FFF2-40B4-BE49-F238E27FC236}">
                          <a16:creationId xmlns:a16="http://schemas.microsoft.com/office/drawing/2014/main" id="{76EE9C8E-A7C4-41B3-B63A-505FE6FCFF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8" name="直線コネクタ 134527">
                      <a:extLst>
                        <a:ext uri="{FF2B5EF4-FFF2-40B4-BE49-F238E27FC236}">
                          <a16:creationId xmlns:a16="http://schemas.microsoft.com/office/drawing/2014/main" id="{37BEB4E8-A293-4EDB-A8F5-09192DCE28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29" name="直線コネクタ 134528">
                      <a:extLst>
                        <a:ext uri="{FF2B5EF4-FFF2-40B4-BE49-F238E27FC236}">
                          <a16:creationId xmlns:a16="http://schemas.microsoft.com/office/drawing/2014/main" id="{88B9D829-054B-4972-A06B-3D1A9CC63E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0" name="直線コネクタ 134529">
                      <a:extLst>
                        <a:ext uri="{FF2B5EF4-FFF2-40B4-BE49-F238E27FC236}">
                          <a16:creationId xmlns:a16="http://schemas.microsoft.com/office/drawing/2014/main" id="{649D0D31-7376-4E72-BC81-674FFB49DC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1" name="直線コネクタ 134530">
                      <a:extLst>
                        <a:ext uri="{FF2B5EF4-FFF2-40B4-BE49-F238E27FC236}">
                          <a16:creationId xmlns:a16="http://schemas.microsoft.com/office/drawing/2014/main" id="{821FE847-874A-4EAB-BE98-37CF7D548B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2" name="直線コネクタ 134531">
                      <a:extLst>
                        <a:ext uri="{FF2B5EF4-FFF2-40B4-BE49-F238E27FC236}">
                          <a16:creationId xmlns:a16="http://schemas.microsoft.com/office/drawing/2014/main" id="{043970E4-80B8-48F9-8717-294129E5DD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3" name="直線コネクタ 134532">
                      <a:extLst>
                        <a:ext uri="{FF2B5EF4-FFF2-40B4-BE49-F238E27FC236}">
                          <a16:creationId xmlns:a16="http://schemas.microsoft.com/office/drawing/2014/main" id="{F871EE12-1050-44B6-A62C-3A43F825BB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4" name="直線コネクタ 134533">
                      <a:extLst>
                        <a:ext uri="{FF2B5EF4-FFF2-40B4-BE49-F238E27FC236}">
                          <a16:creationId xmlns:a16="http://schemas.microsoft.com/office/drawing/2014/main" id="{0C0E702E-1878-4FAD-AC01-88791B3B9B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5" name="直線コネクタ 134534">
                      <a:extLst>
                        <a:ext uri="{FF2B5EF4-FFF2-40B4-BE49-F238E27FC236}">
                          <a16:creationId xmlns:a16="http://schemas.microsoft.com/office/drawing/2014/main" id="{E93E53E5-10DC-4C77-B562-933F608D79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6" name="直線コネクタ 134535">
                      <a:extLst>
                        <a:ext uri="{FF2B5EF4-FFF2-40B4-BE49-F238E27FC236}">
                          <a16:creationId xmlns:a16="http://schemas.microsoft.com/office/drawing/2014/main" id="{B8588C50-0AD0-4D3C-A12D-A241A61ACF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7" name="直線コネクタ 134536">
                      <a:extLst>
                        <a:ext uri="{FF2B5EF4-FFF2-40B4-BE49-F238E27FC236}">
                          <a16:creationId xmlns:a16="http://schemas.microsoft.com/office/drawing/2014/main" id="{68ECAF55-7BDE-413A-9953-98ED0AC376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8" name="直線コネクタ 134537">
                      <a:extLst>
                        <a:ext uri="{FF2B5EF4-FFF2-40B4-BE49-F238E27FC236}">
                          <a16:creationId xmlns:a16="http://schemas.microsoft.com/office/drawing/2014/main" id="{D3DDA460-FF19-4DF7-BB36-8BD78C42C4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39" name="直線コネクタ 134538">
                      <a:extLst>
                        <a:ext uri="{FF2B5EF4-FFF2-40B4-BE49-F238E27FC236}">
                          <a16:creationId xmlns:a16="http://schemas.microsoft.com/office/drawing/2014/main" id="{F36F36B3-EC34-4D1C-89C5-9F1CA0B02D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0" name="直線コネクタ 134539">
                      <a:extLst>
                        <a:ext uri="{FF2B5EF4-FFF2-40B4-BE49-F238E27FC236}">
                          <a16:creationId xmlns:a16="http://schemas.microsoft.com/office/drawing/2014/main" id="{0F73BC3E-2E68-45A5-97E4-05889A3EBD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1" name="直線コネクタ 134540">
                      <a:extLst>
                        <a:ext uri="{FF2B5EF4-FFF2-40B4-BE49-F238E27FC236}">
                          <a16:creationId xmlns:a16="http://schemas.microsoft.com/office/drawing/2014/main" id="{22F157CE-4204-45D2-9D82-28C0C1504F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2" name="直線コネクタ 134541">
                      <a:extLst>
                        <a:ext uri="{FF2B5EF4-FFF2-40B4-BE49-F238E27FC236}">
                          <a16:creationId xmlns:a16="http://schemas.microsoft.com/office/drawing/2014/main" id="{C9346A63-5496-4B0F-BC43-65C29BDC34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3" name="直線コネクタ 134542">
                      <a:extLst>
                        <a:ext uri="{FF2B5EF4-FFF2-40B4-BE49-F238E27FC236}">
                          <a16:creationId xmlns:a16="http://schemas.microsoft.com/office/drawing/2014/main" id="{E434519D-23AB-4E05-8FE9-5C0BF7E250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4" name="直線コネクタ 134543">
                      <a:extLst>
                        <a:ext uri="{FF2B5EF4-FFF2-40B4-BE49-F238E27FC236}">
                          <a16:creationId xmlns:a16="http://schemas.microsoft.com/office/drawing/2014/main" id="{3BEC9748-7866-4410-926D-4B54D56EEB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5" name="直線コネクタ 134544">
                      <a:extLst>
                        <a:ext uri="{FF2B5EF4-FFF2-40B4-BE49-F238E27FC236}">
                          <a16:creationId xmlns:a16="http://schemas.microsoft.com/office/drawing/2014/main" id="{4721114E-8400-4EEC-8D8D-76C8F71F16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6" name="直線コネクタ 134545">
                      <a:extLst>
                        <a:ext uri="{FF2B5EF4-FFF2-40B4-BE49-F238E27FC236}">
                          <a16:creationId xmlns:a16="http://schemas.microsoft.com/office/drawing/2014/main" id="{36FCC0BA-4088-4FC1-9B0A-88A74572D2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7" name="直線コネクタ 134546">
                      <a:extLst>
                        <a:ext uri="{FF2B5EF4-FFF2-40B4-BE49-F238E27FC236}">
                          <a16:creationId xmlns:a16="http://schemas.microsoft.com/office/drawing/2014/main" id="{7CDA8C50-F87D-404E-A9BE-ECC5C23E58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8" name="直線コネクタ 134547">
                      <a:extLst>
                        <a:ext uri="{FF2B5EF4-FFF2-40B4-BE49-F238E27FC236}">
                          <a16:creationId xmlns:a16="http://schemas.microsoft.com/office/drawing/2014/main" id="{DADD7BF4-FE6B-4020-827F-0693E041F2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49" name="直線コネクタ 134548">
                      <a:extLst>
                        <a:ext uri="{FF2B5EF4-FFF2-40B4-BE49-F238E27FC236}">
                          <a16:creationId xmlns:a16="http://schemas.microsoft.com/office/drawing/2014/main" id="{61721E22-5B52-4D3B-A395-877D2A7543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0" name="直線コネクタ 134549">
                      <a:extLst>
                        <a:ext uri="{FF2B5EF4-FFF2-40B4-BE49-F238E27FC236}">
                          <a16:creationId xmlns:a16="http://schemas.microsoft.com/office/drawing/2014/main" id="{DCCE7AC2-D1C7-4254-B144-600297C3D8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1" name="直線コネクタ 134550">
                      <a:extLst>
                        <a:ext uri="{FF2B5EF4-FFF2-40B4-BE49-F238E27FC236}">
                          <a16:creationId xmlns:a16="http://schemas.microsoft.com/office/drawing/2014/main" id="{6C50F4CF-D824-4EB0-B377-941DD3CC3F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2" name="直線コネクタ 134551">
                      <a:extLst>
                        <a:ext uri="{FF2B5EF4-FFF2-40B4-BE49-F238E27FC236}">
                          <a16:creationId xmlns:a16="http://schemas.microsoft.com/office/drawing/2014/main" id="{77FC8F7D-445A-4B05-977C-BF41D4F8EE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3" name="直線コネクタ 134552">
                      <a:extLst>
                        <a:ext uri="{FF2B5EF4-FFF2-40B4-BE49-F238E27FC236}">
                          <a16:creationId xmlns:a16="http://schemas.microsoft.com/office/drawing/2014/main" id="{CC7AA292-F8D5-4271-A972-9362225E13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4" name="直線コネクタ 134553">
                      <a:extLst>
                        <a:ext uri="{FF2B5EF4-FFF2-40B4-BE49-F238E27FC236}">
                          <a16:creationId xmlns:a16="http://schemas.microsoft.com/office/drawing/2014/main" id="{5E8D0D59-E376-4F9B-B2E4-8FBFE28D07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5" name="直線コネクタ 134554">
                      <a:extLst>
                        <a:ext uri="{FF2B5EF4-FFF2-40B4-BE49-F238E27FC236}">
                          <a16:creationId xmlns:a16="http://schemas.microsoft.com/office/drawing/2014/main" id="{D5FEAF77-F766-4643-BABF-EC21EEB531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6" name="直線コネクタ 134555">
                      <a:extLst>
                        <a:ext uri="{FF2B5EF4-FFF2-40B4-BE49-F238E27FC236}">
                          <a16:creationId xmlns:a16="http://schemas.microsoft.com/office/drawing/2014/main" id="{2437C384-3A28-401A-8C35-CCF083128D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7" name="直線コネクタ 134556">
                      <a:extLst>
                        <a:ext uri="{FF2B5EF4-FFF2-40B4-BE49-F238E27FC236}">
                          <a16:creationId xmlns:a16="http://schemas.microsoft.com/office/drawing/2014/main" id="{4A122121-816A-48B6-A0E4-2EF3E87364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8" name="直線コネクタ 134557">
                      <a:extLst>
                        <a:ext uri="{FF2B5EF4-FFF2-40B4-BE49-F238E27FC236}">
                          <a16:creationId xmlns:a16="http://schemas.microsoft.com/office/drawing/2014/main" id="{3DA9435C-00A2-49EC-A936-725686250F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59" name="直線コネクタ 134558">
                      <a:extLst>
                        <a:ext uri="{FF2B5EF4-FFF2-40B4-BE49-F238E27FC236}">
                          <a16:creationId xmlns:a16="http://schemas.microsoft.com/office/drawing/2014/main" id="{FD70C99C-9DAB-43D3-B327-AC1D9F0902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60" name="直線コネクタ 134559">
                      <a:extLst>
                        <a:ext uri="{FF2B5EF4-FFF2-40B4-BE49-F238E27FC236}">
                          <a16:creationId xmlns:a16="http://schemas.microsoft.com/office/drawing/2014/main" id="{7BF1EB72-8EB9-4C5C-A9B6-387D28F0A6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61" name="直線コネクタ 134560">
                      <a:extLst>
                        <a:ext uri="{FF2B5EF4-FFF2-40B4-BE49-F238E27FC236}">
                          <a16:creationId xmlns:a16="http://schemas.microsoft.com/office/drawing/2014/main" id="{C4A6C9E4-E987-406B-AC13-FF679635C3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562" name="直線コネクタ 134561">
                      <a:extLst>
                        <a:ext uri="{FF2B5EF4-FFF2-40B4-BE49-F238E27FC236}">
                          <a16:creationId xmlns:a16="http://schemas.microsoft.com/office/drawing/2014/main" id="{A6F55212-F2ED-4D14-83EA-EE5AFAB9B6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64" name="グループ化 133563">
                    <a:extLst>
                      <a:ext uri="{FF2B5EF4-FFF2-40B4-BE49-F238E27FC236}">
                        <a16:creationId xmlns:a16="http://schemas.microsoft.com/office/drawing/2014/main" id="{9F4749F1-60CE-4B56-A15D-DDAC3B6D5556}"/>
                      </a:ext>
                    </a:extLst>
                  </p:cNvPr>
                  <p:cNvGrpSpPr/>
                  <p:nvPr/>
                </p:nvGrpSpPr>
                <p:grpSpPr>
                  <a:xfrm>
                    <a:off x="6174000" y="427572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4440" name="直線コネクタ 134439">
                      <a:extLst>
                        <a:ext uri="{FF2B5EF4-FFF2-40B4-BE49-F238E27FC236}">
                          <a16:creationId xmlns:a16="http://schemas.microsoft.com/office/drawing/2014/main" id="{7D354A2C-87C7-4C73-BBA1-D41CFE5057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1" name="直線コネクタ 134440">
                      <a:extLst>
                        <a:ext uri="{FF2B5EF4-FFF2-40B4-BE49-F238E27FC236}">
                          <a16:creationId xmlns:a16="http://schemas.microsoft.com/office/drawing/2014/main" id="{2202191C-B2A3-49DD-A88E-785DD2D146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2" name="直線コネクタ 134441">
                      <a:extLst>
                        <a:ext uri="{FF2B5EF4-FFF2-40B4-BE49-F238E27FC236}">
                          <a16:creationId xmlns:a16="http://schemas.microsoft.com/office/drawing/2014/main" id="{8D8EC769-0855-4A4F-82C2-5BFF1D129E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3" name="直線コネクタ 134442">
                      <a:extLst>
                        <a:ext uri="{FF2B5EF4-FFF2-40B4-BE49-F238E27FC236}">
                          <a16:creationId xmlns:a16="http://schemas.microsoft.com/office/drawing/2014/main" id="{36CDFB46-BDE7-44FD-B8A7-C4520349C7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4" name="直線コネクタ 134443">
                      <a:extLst>
                        <a:ext uri="{FF2B5EF4-FFF2-40B4-BE49-F238E27FC236}">
                          <a16:creationId xmlns:a16="http://schemas.microsoft.com/office/drawing/2014/main" id="{38D0D7F9-438C-4FF3-8AEC-326A9DDB6C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5" name="直線コネクタ 134444">
                      <a:extLst>
                        <a:ext uri="{FF2B5EF4-FFF2-40B4-BE49-F238E27FC236}">
                          <a16:creationId xmlns:a16="http://schemas.microsoft.com/office/drawing/2014/main" id="{B9CB823D-CC5D-4E1F-A25E-93040A263A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6" name="直線コネクタ 134445">
                      <a:extLst>
                        <a:ext uri="{FF2B5EF4-FFF2-40B4-BE49-F238E27FC236}">
                          <a16:creationId xmlns:a16="http://schemas.microsoft.com/office/drawing/2014/main" id="{FDF4AD8E-DB73-45E4-96D4-79728974F3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7" name="直線コネクタ 134446">
                      <a:extLst>
                        <a:ext uri="{FF2B5EF4-FFF2-40B4-BE49-F238E27FC236}">
                          <a16:creationId xmlns:a16="http://schemas.microsoft.com/office/drawing/2014/main" id="{8A3B8D85-1D69-40E8-9448-983404E15D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8" name="直線コネクタ 134447">
                      <a:extLst>
                        <a:ext uri="{FF2B5EF4-FFF2-40B4-BE49-F238E27FC236}">
                          <a16:creationId xmlns:a16="http://schemas.microsoft.com/office/drawing/2014/main" id="{8AD83F69-BCFF-44BB-9ABE-7EEACE2C6FD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49" name="直線コネクタ 134448">
                      <a:extLst>
                        <a:ext uri="{FF2B5EF4-FFF2-40B4-BE49-F238E27FC236}">
                          <a16:creationId xmlns:a16="http://schemas.microsoft.com/office/drawing/2014/main" id="{A7ACC945-DBF9-40A9-9318-D903EE01D2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0" name="直線コネクタ 134449">
                      <a:extLst>
                        <a:ext uri="{FF2B5EF4-FFF2-40B4-BE49-F238E27FC236}">
                          <a16:creationId xmlns:a16="http://schemas.microsoft.com/office/drawing/2014/main" id="{2ADACB7C-B1BA-4690-B296-245EBE18E7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1" name="直線コネクタ 134450">
                      <a:extLst>
                        <a:ext uri="{FF2B5EF4-FFF2-40B4-BE49-F238E27FC236}">
                          <a16:creationId xmlns:a16="http://schemas.microsoft.com/office/drawing/2014/main" id="{0A4BA540-CF79-429E-B7AB-1F1C56CB6E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2" name="直線コネクタ 134451">
                      <a:extLst>
                        <a:ext uri="{FF2B5EF4-FFF2-40B4-BE49-F238E27FC236}">
                          <a16:creationId xmlns:a16="http://schemas.microsoft.com/office/drawing/2014/main" id="{B2324EC6-4158-4CD7-A4BF-C17236E016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3" name="直線コネクタ 134452">
                      <a:extLst>
                        <a:ext uri="{FF2B5EF4-FFF2-40B4-BE49-F238E27FC236}">
                          <a16:creationId xmlns:a16="http://schemas.microsoft.com/office/drawing/2014/main" id="{51C11DE0-C715-459E-A2A7-91F83C9A38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4" name="直線コネクタ 134453">
                      <a:extLst>
                        <a:ext uri="{FF2B5EF4-FFF2-40B4-BE49-F238E27FC236}">
                          <a16:creationId xmlns:a16="http://schemas.microsoft.com/office/drawing/2014/main" id="{AF084C16-05C4-4E27-A7BC-D5E2679C73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5" name="直線コネクタ 134454">
                      <a:extLst>
                        <a:ext uri="{FF2B5EF4-FFF2-40B4-BE49-F238E27FC236}">
                          <a16:creationId xmlns:a16="http://schemas.microsoft.com/office/drawing/2014/main" id="{234F9161-81E8-47A3-8804-69F92E38C1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6" name="直線コネクタ 134455">
                      <a:extLst>
                        <a:ext uri="{FF2B5EF4-FFF2-40B4-BE49-F238E27FC236}">
                          <a16:creationId xmlns:a16="http://schemas.microsoft.com/office/drawing/2014/main" id="{8BB8EDF9-AF80-4443-AC66-D5A473C63D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7" name="直線コネクタ 134456">
                      <a:extLst>
                        <a:ext uri="{FF2B5EF4-FFF2-40B4-BE49-F238E27FC236}">
                          <a16:creationId xmlns:a16="http://schemas.microsoft.com/office/drawing/2014/main" id="{927DBDC8-1915-4D60-8F24-78B6CD993F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8" name="直線コネクタ 134457">
                      <a:extLst>
                        <a:ext uri="{FF2B5EF4-FFF2-40B4-BE49-F238E27FC236}">
                          <a16:creationId xmlns:a16="http://schemas.microsoft.com/office/drawing/2014/main" id="{E3FF8605-C284-4170-8D5C-81279CDEE4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59" name="直線コネクタ 134458">
                      <a:extLst>
                        <a:ext uri="{FF2B5EF4-FFF2-40B4-BE49-F238E27FC236}">
                          <a16:creationId xmlns:a16="http://schemas.microsoft.com/office/drawing/2014/main" id="{DCC9B157-9F71-48BB-80B7-761B3050E1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0" name="直線コネクタ 134459">
                      <a:extLst>
                        <a:ext uri="{FF2B5EF4-FFF2-40B4-BE49-F238E27FC236}">
                          <a16:creationId xmlns:a16="http://schemas.microsoft.com/office/drawing/2014/main" id="{64B40A1F-AC78-4CD5-8672-F64EF64F91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1" name="直線コネクタ 134460">
                      <a:extLst>
                        <a:ext uri="{FF2B5EF4-FFF2-40B4-BE49-F238E27FC236}">
                          <a16:creationId xmlns:a16="http://schemas.microsoft.com/office/drawing/2014/main" id="{5D4CFF47-D233-4D38-A8B8-CDCCE00871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2" name="直線コネクタ 134461">
                      <a:extLst>
                        <a:ext uri="{FF2B5EF4-FFF2-40B4-BE49-F238E27FC236}">
                          <a16:creationId xmlns:a16="http://schemas.microsoft.com/office/drawing/2014/main" id="{440E0D2B-9C39-4957-A2B8-91141DD996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3" name="直線コネクタ 134462">
                      <a:extLst>
                        <a:ext uri="{FF2B5EF4-FFF2-40B4-BE49-F238E27FC236}">
                          <a16:creationId xmlns:a16="http://schemas.microsoft.com/office/drawing/2014/main" id="{2AB797D8-7448-4E3B-BCDC-9795E35F84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4" name="直線コネクタ 134463">
                      <a:extLst>
                        <a:ext uri="{FF2B5EF4-FFF2-40B4-BE49-F238E27FC236}">
                          <a16:creationId xmlns:a16="http://schemas.microsoft.com/office/drawing/2014/main" id="{2E8F9B03-E2B1-490A-B361-2FD0083716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5" name="直線コネクタ 134464">
                      <a:extLst>
                        <a:ext uri="{FF2B5EF4-FFF2-40B4-BE49-F238E27FC236}">
                          <a16:creationId xmlns:a16="http://schemas.microsoft.com/office/drawing/2014/main" id="{1A376C4A-1A49-4FC0-9F96-C23ACB5F8E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6" name="直線コネクタ 134465">
                      <a:extLst>
                        <a:ext uri="{FF2B5EF4-FFF2-40B4-BE49-F238E27FC236}">
                          <a16:creationId xmlns:a16="http://schemas.microsoft.com/office/drawing/2014/main" id="{E46EA1ED-1D24-4DDA-BA7E-C396C6004C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7" name="直線コネクタ 134466">
                      <a:extLst>
                        <a:ext uri="{FF2B5EF4-FFF2-40B4-BE49-F238E27FC236}">
                          <a16:creationId xmlns:a16="http://schemas.microsoft.com/office/drawing/2014/main" id="{BA5BBD70-1CB1-4C3F-9F83-3F99909D83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8" name="直線コネクタ 134467">
                      <a:extLst>
                        <a:ext uri="{FF2B5EF4-FFF2-40B4-BE49-F238E27FC236}">
                          <a16:creationId xmlns:a16="http://schemas.microsoft.com/office/drawing/2014/main" id="{AD6B5D32-6705-4C7D-9D3A-07E233AAD0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69" name="直線コネクタ 134468">
                      <a:extLst>
                        <a:ext uri="{FF2B5EF4-FFF2-40B4-BE49-F238E27FC236}">
                          <a16:creationId xmlns:a16="http://schemas.microsoft.com/office/drawing/2014/main" id="{CCC12DD5-11C8-461E-9377-F93235AC7E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0" name="直線コネクタ 134469">
                      <a:extLst>
                        <a:ext uri="{FF2B5EF4-FFF2-40B4-BE49-F238E27FC236}">
                          <a16:creationId xmlns:a16="http://schemas.microsoft.com/office/drawing/2014/main" id="{EA1F6E09-1212-43C0-A558-4A11EEEA00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1" name="直線コネクタ 134470">
                      <a:extLst>
                        <a:ext uri="{FF2B5EF4-FFF2-40B4-BE49-F238E27FC236}">
                          <a16:creationId xmlns:a16="http://schemas.microsoft.com/office/drawing/2014/main" id="{E6B93D57-A1F8-4008-86DA-F99B9F7C13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2" name="直線コネクタ 134471">
                      <a:extLst>
                        <a:ext uri="{FF2B5EF4-FFF2-40B4-BE49-F238E27FC236}">
                          <a16:creationId xmlns:a16="http://schemas.microsoft.com/office/drawing/2014/main" id="{BAF37B5B-2FC8-45FB-8424-AD61620562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3" name="直線コネクタ 134472">
                      <a:extLst>
                        <a:ext uri="{FF2B5EF4-FFF2-40B4-BE49-F238E27FC236}">
                          <a16:creationId xmlns:a16="http://schemas.microsoft.com/office/drawing/2014/main" id="{6DA438D9-A56B-414F-A408-7DF462A704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4" name="直線コネクタ 134473">
                      <a:extLst>
                        <a:ext uri="{FF2B5EF4-FFF2-40B4-BE49-F238E27FC236}">
                          <a16:creationId xmlns:a16="http://schemas.microsoft.com/office/drawing/2014/main" id="{1BBA4D48-44DF-4F5A-A56E-517BE799B5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5" name="直線コネクタ 134474">
                      <a:extLst>
                        <a:ext uri="{FF2B5EF4-FFF2-40B4-BE49-F238E27FC236}">
                          <a16:creationId xmlns:a16="http://schemas.microsoft.com/office/drawing/2014/main" id="{34448B02-84A8-4BEC-BC36-C98E743A67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6" name="直線コネクタ 134475">
                      <a:extLst>
                        <a:ext uri="{FF2B5EF4-FFF2-40B4-BE49-F238E27FC236}">
                          <a16:creationId xmlns:a16="http://schemas.microsoft.com/office/drawing/2014/main" id="{D63348A4-F4E7-40C2-AC91-00EB5E2777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7" name="直線コネクタ 134476">
                      <a:extLst>
                        <a:ext uri="{FF2B5EF4-FFF2-40B4-BE49-F238E27FC236}">
                          <a16:creationId xmlns:a16="http://schemas.microsoft.com/office/drawing/2014/main" id="{E2F91347-B5D9-461C-AF52-A0350476C6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8" name="直線コネクタ 134477">
                      <a:extLst>
                        <a:ext uri="{FF2B5EF4-FFF2-40B4-BE49-F238E27FC236}">
                          <a16:creationId xmlns:a16="http://schemas.microsoft.com/office/drawing/2014/main" id="{7054C057-EFFA-4BE1-9F12-5EF7E1B93B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79" name="直線コネクタ 134478">
                      <a:extLst>
                        <a:ext uri="{FF2B5EF4-FFF2-40B4-BE49-F238E27FC236}">
                          <a16:creationId xmlns:a16="http://schemas.microsoft.com/office/drawing/2014/main" id="{CB971979-994C-4251-A25E-643606D603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0" name="直線コネクタ 134479">
                      <a:extLst>
                        <a:ext uri="{FF2B5EF4-FFF2-40B4-BE49-F238E27FC236}">
                          <a16:creationId xmlns:a16="http://schemas.microsoft.com/office/drawing/2014/main" id="{188EA13F-4058-4166-B1AA-AD55B456E0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1" name="直線コネクタ 134480">
                      <a:extLst>
                        <a:ext uri="{FF2B5EF4-FFF2-40B4-BE49-F238E27FC236}">
                          <a16:creationId xmlns:a16="http://schemas.microsoft.com/office/drawing/2014/main" id="{81D0CA9A-6B80-4782-80FF-640F8EE84C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2" name="直線コネクタ 134481">
                      <a:extLst>
                        <a:ext uri="{FF2B5EF4-FFF2-40B4-BE49-F238E27FC236}">
                          <a16:creationId xmlns:a16="http://schemas.microsoft.com/office/drawing/2014/main" id="{F61C49E5-1198-47DB-A6F3-D1118FA723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3" name="直線コネクタ 134482">
                      <a:extLst>
                        <a:ext uri="{FF2B5EF4-FFF2-40B4-BE49-F238E27FC236}">
                          <a16:creationId xmlns:a16="http://schemas.microsoft.com/office/drawing/2014/main" id="{69185708-70D1-474E-88C9-6BF38F4BA5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4" name="直線コネクタ 134483">
                      <a:extLst>
                        <a:ext uri="{FF2B5EF4-FFF2-40B4-BE49-F238E27FC236}">
                          <a16:creationId xmlns:a16="http://schemas.microsoft.com/office/drawing/2014/main" id="{35084442-FAAA-4699-B768-37A4BA1952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5" name="直線コネクタ 134484">
                      <a:extLst>
                        <a:ext uri="{FF2B5EF4-FFF2-40B4-BE49-F238E27FC236}">
                          <a16:creationId xmlns:a16="http://schemas.microsoft.com/office/drawing/2014/main" id="{6107E6D4-4284-4F1E-9713-0F137DB390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6" name="直線コネクタ 134485">
                      <a:extLst>
                        <a:ext uri="{FF2B5EF4-FFF2-40B4-BE49-F238E27FC236}">
                          <a16:creationId xmlns:a16="http://schemas.microsoft.com/office/drawing/2014/main" id="{120F9C36-3019-4E94-81BA-3873DCD704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7" name="直線コネクタ 134486">
                      <a:extLst>
                        <a:ext uri="{FF2B5EF4-FFF2-40B4-BE49-F238E27FC236}">
                          <a16:creationId xmlns:a16="http://schemas.microsoft.com/office/drawing/2014/main" id="{26993E36-B5DD-491F-97FC-ABB1A9B559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8" name="直線コネクタ 134487">
                      <a:extLst>
                        <a:ext uri="{FF2B5EF4-FFF2-40B4-BE49-F238E27FC236}">
                          <a16:creationId xmlns:a16="http://schemas.microsoft.com/office/drawing/2014/main" id="{D8BDDB6E-2CD8-4DA7-820E-A9AC2E6991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89" name="直線コネクタ 134488">
                      <a:extLst>
                        <a:ext uri="{FF2B5EF4-FFF2-40B4-BE49-F238E27FC236}">
                          <a16:creationId xmlns:a16="http://schemas.microsoft.com/office/drawing/2014/main" id="{BF40CE8D-88B1-409D-968D-0DC08FC6B6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0" name="直線コネクタ 134489">
                      <a:extLst>
                        <a:ext uri="{FF2B5EF4-FFF2-40B4-BE49-F238E27FC236}">
                          <a16:creationId xmlns:a16="http://schemas.microsoft.com/office/drawing/2014/main" id="{84D8CA9F-839D-4B34-8EB4-7968539732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1" name="直線コネクタ 134490">
                      <a:extLst>
                        <a:ext uri="{FF2B5EF4-FFF2-40B4-BE49-F238E27FC236}">
                          <a16:creationId xmlns:a16="http://schemas.microsoft.com/office/drawing/2014/main" id="{C0922654-4A9F-4083-BDD2-3D497F54E2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2" name="直線コネクタ 134491">
                      <a:extLst>
                        <a:ext uri="{FF2B5EF4-FFF2-40B4-BE49-F238E27FC236}">
                          <a16:creationId xmlns:a16="http://schemas.microsoft.com/office/drawing/2014/main" id="{51174B19-BBC2-48D9-A219-5CEDAFA816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3" name="直線コネクタ 134492">
                      <a:extLst>
                        <a:ext uri="{FF2B5EF4-FFF2-40B4-BE49-F238E27FC236}">
                          <a16:creationId xmlns:a16="http://schemas.microsoft.com/office/drawing/2014/main" id="{34C925A7-7EAA-4A82-BC8B-E999D19D2D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4" name="直線コネクタ 134493">
                      <a:extLst>
                        <a:ext uri="{FF2B5EF4-FFF2-40B4-BE49-F238E27FC236}">
                          <a16:creationId xmlns:a16="http://schemas.microsoft.com/office/drawing/2014/main" id="{64E7195A-47ED-470B-BD34-7644117CD7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5" name="直線コネクタ 134494">
                      <a:extLst>
                        <a:ext uri="{FF2B5EF4-FFF2-40B4-BE49-F238E27FC236}">
                          <a16:creationId xmlns:a16="http://schemas.microsoft.com/office/drawing/2014/main" id="{400FF898-B23A-4121-8C6E-24781EA3E2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6" name="直線コネクタ 134495">
                      <a:extLst>
                        <a:ext uri="{FF2B5EF4-FFF2-40B4-BE49-F238E27FC236}">
                          <a16:creationId xmlns:a16="http://schemas.microsoft.com/office/drawing/2014/main" id="{1C427ADD-9301-474C-AC5B-1259B02F8F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7" name="直線コネクタ 134496">
                      <a:extLst>
                        <a:ext uri="{FF2B5EF4-FFF2-40B4-BE49-F238E27FC236}">
                          <a16:creationId xmlns:a16="http://schemas.microsoft.com/office/drawing/2014/main" id="{B0FF2BBE-0E11-4DCF-8890-65E62FF059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8" name="直線コネクタ 134497">
                      <a:extLst>
                        <a:ext uri="{FF2B5EF4-FFF2-40B4-BE49-F238E27FC236}">
                          <a16:creationId xmlns:a16="http://schemas.microsoft.com/office/drawing/2014/main" id="{9A0E82A3-1B61-46A3-9076-25E05E5AD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99" name="直線コネクタ 134498">
                      <a:extLst>
                        <a:ext uri="{FF2B5EF4-FFF2-40B4-BE49-F238E27FC236}">
                          <a16:creationId xmlns:a16="http://schemas.microsoft.com/office/drawing/2014/main" id="{B5E1312C-C03A-4361-BBFA-7077F1AD08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65" name="グループ化 133564">
                    <a:extLst>
                      <a:ext uri="{FF2B5EF4-FFF2-40B4-BE49-F238E27FC236}">
                        <a16:creationId xmlns:a16="http://schemas.microsoft.com/office/drawing/2014/main" id="{2D8BDAB2-3672-4D3B-8AA9-515B4BDE5AD8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52321" y="581800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4377" name="直線コネクタ 134376">
                      <a:extLst>
                        <a:ext uri="{FF2B5EF4-FFF2-40B4-BE49-F238E27FC236}">
                          <a16:creationId xmlns:a16="http://schemas.microsoft.com/office/drawing/2014/main" id="{7FB07623-11C2-403D-B6DE-805FEE6560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8" name="直線コネクタ 134377">
                      <a:extLst>
                        <a:ext uri="{FF2B5EF4-FFF2-40B4-BE49-F238E27FC236}">
                          <a16:creationId xmlns:a16="http://schemas.microsoft.com/office/drawing/2014/main" id="{A7115033-F08E-4917-A564-D11491DE9C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9" name="直線コネクタ 134378">
                      <a:extLst>
                        <a:ext uri="{FF2B5EF4-FFF2-40B4-BE49-F238E27FC236}">
                          <a16:creationId xmlns:a16="http://schemas.microsoft.com/office/drawing/2014/main" id="{1026F550-658A-4AED-8774-339FA7B7F2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0" name="直線コネクタ 134379">
                      <a:extLst>
                        <a:ext uri="{FF2B5EF4-FFF2-40B4-BE49-F238E27FC236}">
                          <a16:creationId xmlns:a16="http://schemas.microsoft.com/office/drawing/2014/main" id="{32783D4E-4BD0-4609-B401-A06F6E04A3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1" name="直線コネクタ 134380">
                      <a:extLst>
                        <a:ext uri="{FF2B5EF4-FFF2-40B4-BE49-F238E27FC236}">
                          <a16:creationId xmlns:a16="http://schemas.microsoft.com/office/drawing/2014/main" id="{D51E13C6-1F2B-42C3-A169-8CD44C6145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2" name="直線コネクタ 134381">
                      <a:extLst>
                        <a:ext uri="{FF2B5EF4-FFF2-40B4-BE49-F238E27FC236}">
                          <a16:creationId xmlns:a16="http://schemas.microsoft.com/office/drawing/2014/main" id="{F71F28C9-1013-4496-9E0F-B8A27C71E4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3" name="直線コネクタ 134382">
                      <a:extLst>
                        <a:ext uri="{FF2B5EF4-FFF2-40B4-BE49-F238E27FC236}">
                          <a16:creationId xmlns:a16="http://schemas.microsoft.com/office/drawing/2014/main" id="{047501EB-E637-40B8-A517-3F484E2238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4" name="直線コネクタ 134383">
                      <a:extLst>
                        <a:ext uri="{FF2B5EF4-FFF2-40B4-BE49-F238E27FC236}">
                          <a16:creationId xmlns:a16="http://schemas.microsoft.com/office/drawing/2014/main" id="{5C0DE6CA-7D65-4EC7-B3C5-ECEAE37AF2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5" name="直線コネクタ 134384">
                      <a:extLst>
                        <a:ext uri="{FF2B5EF4-FFF2-40B4-BE49-F238E27FC236}">
                          <a16:creationId xmlns:a16="http://schemas.microsoft.com/office/drawing/2014/main" id="{1D80AF9F-54D3-450B-B28D-14D2CD0F54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6" name="直線コネクタ 134385">
                      <a:extLst>
                        <a:ext uri="{FF2B5EF4-FFF2-40B4-BE49-F238E27FC236}">
                          <a16:creationId xmlns:a16="http://schemas.microsoft.com/office/drawing/2014/main" id="{CE08811F-2488-433C-B154-7771C8E343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7" name="直線コネクタ 134386">
                      <a:extLst>
                        <a:ext uri="{FF2B5EF4-FFF2-40B4-BE49-F238E27FC236}">
                          <a16:creationId xmlns:a16="http://schemas.microsoft.com/office/drawing/2014/main" id="{EF7B1CBD-3918-4453-BD35-85FB1AC22E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8" name="直線コネクタ 134387">
                      <a:extLst>
                        <a:ext uri="{FF2B5EF4-FFF2-40B4-BE49-F238E27FC236}">
                          <a16:creationId xmlns:a16="http://schemas.microsoft.com/office/drawing/2014/main" id="{6B7B1478-F77C-4F2F-83F2-567475A4ED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89" name="直線コネクタ 134388">
                      <a:extLst>
                        <a:ext uri="{FF2B5EF4-FFF2-40B4-BE49-F238E27FC236}">
                          <a16:creationId xmlns:a16="http://schemas.microsoft.com/office/drawing/2014/main" id="{C9295A36-27C7-42D8-86E6-0587267A67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0" name="直線コネクタ 134389">
                      <a:extLst>
                        <a:ext uri="{FF2B5EF4-FFF2-40B4-BE49-F238E27FC236}">
                          <a16:creationId xmlns:a16="http://schemas.microsoft.com/office/drawing/2014/main" id="{3E18ADFB-2ED4-4FA2-9AB6-0FCA6AFCE2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1" name="直線コネクタ 134390">
                      <a:extLst>
                        <a:ext uri="{FF2B5EF4-FFF2-40B4-BE49-F238E27FC236}">
                          <a16:creationId xmlns:a16="http://schemas.microsoft.com/office/drawing/2014/main" id="{CF1E3629-5910-4C6B-9B84-990428022E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2" name="直線コネクタ 134391">
                      <a:extLst>
                        <a:ext uri="{FF2B5EF4-FFF2-40B4-BE49-F238E27FC236}">
                          <a16:creationId xmlns:a16="http://schemas.microsoft.com/office/drawing/2014/main" id="{098FD39B-4A80-4218-88E4-27ADBB6972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3" name="直線コネクタ 134392">
                      <a:extLst>
                        <a:ext uri="{FF2B5EF4-FFF2-40B4-BE49-F238E27FC236}">
                          <a16:creationId xmlns:a16="http://schemas.microsoft.com/office/drawing/2014/main" id="{D0CA1DF3-887F-4E95-BA8F-A5A38BE335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4" name="直線コネクタ 134393">
                      <a:extLst>
                        <a:ext uri="{FF2B5EF4-FFF2-40B4-BE49-F238E27FC236}">
                          <a16:creationId xmlns:a16="http://schemas.microsoft.com/office/drawing/2014/main" id="{1B8229D2-B0F1-48CC-A38A-89636B019F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5" name="直線コネクタ 134394">
                      <a:extLst>
                        <a:ext uri="{FF2B5EF4-FFF2-40B4-BE49-F238E27FC236}">
                          <a16:creationId xmlns:a16="http://schemas.microsoft.com/office/drawing/2014/main" id="{AE6D0EA0-8CA8-499F-9A94-CEAE63BDE9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6" name="直線コネクタ 134395">
                      <a:extLst>
                        <a:ext uri="{FF2B5EF4-FFF2-40B4-BE49-F238E27FC236}">
                          <a16:creationId xmlns:a16="http://schemas.microsoft.com/office/drawing/2014/main" id="{32948490-8C53-40F8-98BE-BA7A1C334A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7" name="直線コネクタ 134396">
                      <a:extLst>
                        <a:ext uri="{FF2B5EF4-FFF2-40B4-BE49-F238E27FC236}">
                          <a16:creationId xmlns:a16="http://schemas.microsoft.com/office/drawing/2014/main" id="{CBF016A6-DD15-4BD9-92FF-2695240642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8" name="直線コネクタ 134397">
                      <a:extLst>
                        <a:ext uri="{FF2B5EF4-FFF2-40B4-BE49-F238E27FC236}">
                          <a16:creationId xmlns:a16="http://schemas.microsoft.com/office/drawing/2014/main" id="{58603E58-58B4-4E1C-9614-F2602EE423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99" name="直線コネクタ 134398">
                      <a:extLst>
                        <a:ext uri="{FF2B5EF4-FFF2-40B4-BE49-F238E27FC236}">
                          <a16:creationId xmlns:a16="http://schemas.microsoft.com/office/drawing/2014/main" id="{6403B2F8-ACE3-4E5A-ABF8-721BD3B075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0" name="直線コネクタ 134399">
                      <a:extLst>
                        <a:ext uri="{FF2B5EF4-FFF2-40B4-BE49-F238E27FC236}">
                          <a16:creationId xmlns:a16="http://schemas.microsoft.com/office/drawing/2014/main" id="{5E896B8F-AB26-426A-A64A-0DBA2ED9AE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1" name="直線コネクタ 134400">
                      <a:extLst>
                        <a:ext uri="{FF2B5EF4-FFF2-40B4-BE49-F238E27FC236}">
                          <a16:creationId xmlns:a16="http://schemas.microsoft.com/office/drawing/2014/main" id="{3A79AB3D-7C2F-48A7-9ED2-BA3A7AC26F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2" name="直線コネクタ 134401">
                      <a:extLst>
                        <a:ext uri="{FF2B5EF4-FFF2-40B4-BE49-F238E27FC236}">
                          <a16:creationId xmlns:a16="http://schemas.microsoft.com/office/drawing/2014/main" id="{7BA8B7AB-19BD-4F7A-AE20-16956CF4EB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3" name="直線コネクタ 134402">
                      <a:extLst>
                        <a:ext uri="{FF2B5EF4-FFF2-40B4-BE49-F238E27FC236}">
                          <a16:creationId xmlns:a16="http://schemas.microsoft.com/office/drawing/2014/main" id="{B927ADFE-0F08-4F9C-9399-79294B5519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4" name="直線コネクタ 134403">
                      <a:extLst>
                        <a:ext uri="{FF2B5EF4-FFF2-40B4-BE49-F238E27FC236}">
                          <a16:creationId xmlns:a16="http://schemas.microsoft.com/office/drawing/2014/main" id="{99BEF61C-DC86-45AA-B0C9-1B0C306804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5" name="直線コネクタ 134404">
                      <a:extLst>
                        <a:ext uri="{FF2B5EF4-FFF2-40B4-BE49-F238E27FC236}">
                          <a16:creationId xmlns:a16="http://schemas.microsoft.com/office/drawing/2014/main" id="{93BE7AA4-3CF0-4556-AD8E-4EECE4F7FD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6" name="直線コネクタ 134405">
                      <a:extLst>
                        <a:ext uri="{FF2B5EF4-FFF2-40B4-BE49-F238E27FC236}">
                          <a16:creationId xmlns:a16="http://schemas.microsoft.com/office/drawing/2014/main" id="{92A4DF5B-9544-4657-A884-050B1E6038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7" name="直線コネクタ 134406">
                      <a:extLst>
                        <a:ext uri="{FF2B5EF4-FFF2-40B4-BE49-F238E27FC236}">
                          <a16:creationId xmlns:a16="http://schemas.microsoft.com/office/drawing/2014/main" id="{D1025270-7B7E-4B78-AFF3-24E59739D9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8" name="直線コネクタ 134407">
                      <a:extLst>
                        <a:ext uri="{FF2B5EF4-FFF2-40B4-BE49-F238E27FC236}">
                          <a16:creationId xmlns:a16="http://schemas.microsoft.com/office/drawing/2014/main" id="{CD0093DE-38F3-4CE7-909D-65B6D0C65C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09" name="直線コネクタ 134408">
                      <a:extLst>
                        <a:ext uri="{FF2B5EF4-FFF2-40B4-BE49-F238E27FC236}">
                          <a16:creationId xmlns:a16="http://schemas.microsoft.com/office/drawing/2014/main" id="{7C63F7C0-9E3A-47AD-B123-FCDC08BF04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0" name="直線コネクタ 134409">
                      <a:extLst>
                        <a:ext uri="{FF2B5EF4-FFF2-40B4-BE49-F238E27FC236}">
                          <a16:creationId xmlns:a16="http://schemas.microsoft.com/office/drawing/2014/main" id="{4FDD0A1D-D897-4442-9EE7-93E9D4C4F9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1" name="直線コネクタ 134410">
                      <a:extLst>
                        <a:ext uri="{FF2B5EF4-FFF2-40B4-BE49-F238E27FC236}">
                          <a16:creationId xmlns:a16="http://schemas.microsoft.com/office/drawing/2014/main" id="{390D42C5-7FFC-4755-AA06-14D647AE69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2" name="直線コネクタ 134411">
                      <a:extLst>
                        <a:ext uri="{FF2B5EF4-FFF2-40B4-BE49-F238E27FC236}">
                          <a16:creationId xmlns:a16="http://schemas.microsoft.com/office/drawing/2014/main" id="{8A02DC8E-E4E0-4805-BD99-FCC20151BA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3" name="直線コネクタ 134412">
                      <a:extLst>
                        <a:ext uri="{FF2B5EF4-FFF2-40B4-BE49-F238E27FC236}">
                          <a16:creationId xmlns:a16="http://schemas.microsoft.com/office/drawing/2014/main" id="{65DA66B0-12B8-4B3F-A0D4-F488F34F8D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4" name="直線コネクタ 134413">
                      <a:extLst>
                        <a:ext uri="{FF2B5EF4-FFF2-40B4-BE49-F238E27FC236}">
                          <a16:creationId xmlns:a16="http://schemas.microsoft.com/office/drawing/2014/main" id="{2BDAF1D5-A463-4AB1-857D-E50303092D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5" name="直線コネクタ 134414">
                      <a:extLst>
                        <a:ext uri="{FF2B5EF4-FFF2-40B4-BE49-F238E27FC236}">
                          <a16:creationId xmlns:a16="http://schemas.microsoft.com/office/drawing/2014/main" id="{FFD066C8-81F1-4F63-9BAB-660229663A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6" name="直線コネクタ 134415">
                      <a:extLst>
                        <a:ext uri="{FF2B5EF4-FFF2-40B4-BE49-F238E27FC236}">
                          <a16:creationId xmlns:a16="http://schemas.microsoft.com/office/drawing/2014/main" id="{568AE518-41D0-4613-A6AB-345AA9356F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7" name="直線コネクタ 134416">
                      <a:extLst>
                        <a:ext uri="{FF2B5EF4-FFF2-40B4-BE49-F238E27FC236}">
                          <a16:creationId xmlns:a16="http://schemas.microsoft.com/office/drawing/2014/main" id="{FD7F10BA-CCDD-4A76-9FA1-7C83F533BA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8" name="直線コネクタ 134417">
                      <a:extLst>
                        <a:ext uri="{FF2B5EF4-FFF2-40B4-BE49-F238E27FC236}">
                          <a16:creationId xmlns:a16="http://schemas.microsoft.com/office/drawing/2014/main" id="{10A4BE23-C205-4518-BF1F-9EF8D7FEA8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19" name="直線コネクタ 134418">
                      <a:extLst>
                        <a:ext uri="{FF2B5EF4-FFF2-40B4-BE49-F238E27FC236}">
                          <a16:creationId xmlns:a16="http://schemas.microsoft.com/office/drawing/2014/main" id="{8C5653EB-C7B9-4E64-B893-344368D53F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0" name="直線コネクタ 134419">
                      <a:extLst>
                        <a:ext uri="{FF2B5EF4-FFF2-40B4-BE49-F238E27FC236}">
                          <a16:creationId xmlns:a16="http://schemas.microsoft.com/office/drawing/2014/main" id="{7F3CC66F-5940-4877-A964-CA71A230D2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1" name="直線コネクタ 134420">
                      <a:extLst>
                        <a:ext uri="{FF2B5EF4-FFF2-40B4-BE49-F238E27FC236}">
                          <a16:creationId xmlns:a16="http://schemas.microsoft.com/office/drawing/2014/main" id="{794BEA28-F4AD-4CC6-B13E-A6BEA2AA8E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2" name="直線コネクタ 134421">
                      <a:extLst>
                        <a:ext uri="{FF2B5EF4-FFF2-40B4-BE49-F238E27FC236}">
                          <a16:creationId xmlns:a16="http://schemas.microsoft.com/office/drawing/2014/main" id="{ED83E07E-57E5-45E7-810B-C09E27BFE0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3" name="直線コネクタ 134422">
                      <a:extLst>
                        <a:ext uri="{FF2B5EF4-FFF2-40B4-BE49-F238E27FC236}">
                          <a16:creationId xmlns:a16="http://schemas.microsoft.com/office/drawing/2014/main" id="{55722F86-31E8-4123-B6AE-31DD7A9B19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4" name="直線コネクタ 134423">
                      <a:extLst>
                        <a:ext uri="{FF2B5EF4-FFF2-40B4-BE49-F238E27FC236}">
                          <a16:creationId xmlns:a16="http://schemas.microsoft.com/office/drawing/2014/main" id="{2A9595C3-C5D4-4B12-BEB9-976FF6CB7D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5" name="直線コネクタ 134424">
                      <a:extLst>
                        <a:ext uri="{FF2B5EF4-FFF2-40B4-BE49-F238E27FC236}">
                          <a16:creationId xmlns:a16="http://schemas.microsoft.com/office/drawing/2014/main" id="{A25EA32F-4E68-423B-83E5-A5C67C569E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6" name="直線コネクタ 134425">
                      <a:extLst>
                        <a:ext uri="{FF2B5EF4-FFF2-40B4-BE49-F238E27FC236}">
                          <a16:creationId xmlns:a16="http://schemas.microsoft.com/office/drawing/2014/main" id="{49450B4E-B301-40F2-A1A8-384DBEE41B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7" name="直線コネクタ 134426">
                      <a:extLst>
                        <a:ext uri="{FF2B5EF4-FFF2-40B4-BE49-F238E27FC236}">
                          <a16:creationId xmlns:a16="http://schemas.microsoft.com/office/drawing/2014/main" id="{F9DA098E-E8F5-4EF1-8537-4853EDFE84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8" name="直線コネクタ 134427">
                      <a:extLst>
                        <a:ext uri="{FF2B5EF4-FFF2-40B4-BE49-F238E27FC236}">
                          <a16:creationId xmlns:a16="http://schemas.microsoft.com/office/drawing/2014/main" id="{DC94BFB9-62BC-4541-9B9D-8D3C2D34A5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29" name="直線コネクタ 134428">
                      <a:extLst>
                        <a:ext uri="{FF2B5EF4-FFF2-40B4-BE49-F238E27FC236}">
                          <a16:creationId xmlns:a16="http://schemas.microsoft.com/office/drawing/2014/main" id="{E4A97C5A-7DBA-4589-8072-917DCA9A4F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0" name="直線コネクタ 134429">
                      <a:extLst>
                        <a:ext uri="{FF2B5EF4-FFF2-40B4-BE49-F238E27FC236}">
                          <a16:creationId xmlns:a16="http://schemas.microsoft.com/office/drawing/2014/main" id="{69289374-9BD5-4AE3-80FB-FB5329878D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1" name="直線コネクタ 134430">
                      <a:extLst>
                        <a:ext uri="{FF2B5EF4-FFF2-40B4-BE49-F238E27FC236}">
                          <a16:creationId xmlns:a16="http://schemas.microsoft.com/office/drawing/2014/main" id="{FF60DC79-8A7C-4A6B-8083-63062494E6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2" name="直線コネクタ 134431">
                      <a:extLst>
                        <a:ext uri="{FF2B5EF4-FFF2-40B4-BE49-F238E27FC236}">
                          <a16:creationId xmlns:a16="http://schemas.microsoft.com/office/drawing/2014/main" id="{0C678F21-D392-463C-90AB-6BED37E21A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3" name="直線コネクタ 134432">
                      <a:extLst>
                        <a:ext uri="{FF2B5EF4-FFF2-40B4-BE49-F238E27FC236}">
                          <a16:creationId xmlns:a16="http://schemas.microsoft.com/office/drawing/2014/main" id="{067E9763-776B-414E-A135-3D1E4C83E9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4" name="直線コネクタ 134433">
                      <a:extLst>
                        <a:ext uri="{FF2B5EF4-FFF2-40B4-BE49-F238E27FC236}">
                          <a16:creationId xmlns:a16="http://schemas.microsoft.com/office/drawing/2014/main" id="{DF4BFBC3-6992-428B-98B2-91C8DA7873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5" name="直線コネクタ 134434">
                      <a:extLst>
                        <a:ext uri="{FF2B5EF4-FFF2-40B4-BE49-F238E27FC236}">
                          <a16:creationId xmlns:a16="http://schemas.microsoft.com/office/drawing/2014/main" id="{87C0A62E-B121-4D20-9AA3-A40FE7BA85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6" name="直線コネクタ 134435">
                      <a:extLst>
                        <a:ext uri="{FF2B5EF4-FFF2-40B4-BE49-F238E27FC236}">
                          <a16:creationId xmlns:a16="http://schemas.microsoft.com/office/drawing/2014/main" id="{571C1A19-8169-48BC-8639-608750FA4C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7" name="直線コネクタ 134436">
                      <a:extLst>
                        <a:ext uri="{FF2B5EF4-FFF2-40B4-BE49-F238E27FC236}">
                          <a16:creationId xmlns:a16="http://schemas.microsoft.com/office/drawing/2014/main" id="{1C9E9C41-163B-4C66-A313-42C1F4E505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8" name="直線コネクタ 134437">
                      <a:extLst>
                        <a:ext uri="{FF2B5EF4-FFF2-40B4-BE49-F238E27FC236}">
                          <a16:creationId xmlns:a16="http://schemas.microsoft.com/office/drawing/2014/main" id="{FDF542A8-6FE4-4327-BAB5-3CE8F274D2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439" name="直線コネクタ 134438">
                      <a:extLst>
                        <a:ext uri="{FF2B5EF4-FFF2-40B4-BE49-F238E27FC236}">
                          <a16:creationId xmlns:a16="http://schemas.microsoft.com/office/drawing/2014/main" id="{99AE95D4-AE11-46D5-8506-0A7F6E71AE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66" name="グループ化 133565">
                    <a:extLst>
                      <a:ext uri="{FF2B5EF4-FFF2-40B4-BE49-F238E27FC236}">
                        <a16:creationId xmlns:a16="http://schemas.microsoft.com/office/drawing/2014/main" id="{6AA46689-3348-4A15-BC0D-B17655B671FF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262933" y="537585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4317" name="直線コネクタ 134316">
                      <a:extLst>
                        <a:ext uri="{FF2B5EF4-FFF2-40B4-BE49-F238E27FC236}">
                          <a16:creationId xmlns:a16="http://schemas.microsoft.com/office/drawing/2014/main" id="{36034FBE-34C5-4FEF-82F8-FC1EBC0D81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8" name="直線コネクタ 134317">
                      <a:extLst>
                        <a:ext uri="{FF2B5EF4-FFF2-40B4-BE49-F238E27FC236}">
                          <a16:creationId xmlns:a16="http://schemas.microsoft.com/office/drawing/2014/main" id="{836FBEF4-E685-419B-BACD-8058F58742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9" name="直線コネクタ 134318">
                      <a:extLst>
                        <a:ext uri="{FF2B5EF4-FFF2-40B4-BE49-F238E27FC236}">
                          <a16:creationId xmlns:a16="http://schemas.microsoft.com/office/drawing/2014/main" id="{AE694D0C-B615-45F4-B5AE-C8F613005D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0" name="直線コネクタ 134319">
                      <a:extLst>
                        <a:ext uri="{FF2B5EF4-FFF2-40B4-BE49-F238E27FC236}">
                          <a16:creationId xmlns:a16="http://schemas.microsoft.com/office/drawing/2014/main" id="{07AAB72E-B4E9-4B28-91E1-650764298D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1" name="直線コネクタ 134320">
                      <a:extLst>
                        <a:ext uri="{FF2B5EF4-FFF2-40B4-BE49-F238E27FC236}">
                          <a16:creationId xmlns:a16="http://schemas.microsoft.com/office/drawing/2014/main" id="{4B78B6E3-8CC9-4C73-895A-5BC7024604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2" name="直線コネクタ 134321">
                      <a:extLst>
                        <a:ext uri="{FF2B5EF4-FFF2-40B4-BE49-F238E27FC236}">
                          <a16:creationId xmlns:a16="http://schemas.microsoft.com/office/drawing/2014/main" id="{A9090C58-DA82-438D-9742-229C6318D0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3" name="直線コネクタ 134322">
                      <a:extLst>
                        <a:ext uri="{FF2B5EF4-FFF2-40B4-BE49-F238E27FC236}">
                          <a16:creationId xmlns:a16="http://schemas.microsoft.com/office/drawing/2014/main" id="{FDE3E71F-2D42-42B1-AC20-CAB90A738D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4" name="直線コネクタ 134323">
                      <a:extLst>
                        <a:ext uri="{FF2B5EF4-FFF2-40B4-BE49-F238E27FC236}">
                          <a16:creationId xmlns:a16="http://schemas.microsoft.com/office/drawing/2014/main" id="{8C0B8BF8-6D8A-4B63-92BA-DA7D021E0B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5" name="直線コネクタ 134324">
                      <a:extLst>
                        <a:ext uri="{FF2B5EF4-FFF2-40B4-BE49-F238E27FC236}">
                          <a16:creationId xmlns:a16="http://schemas.microsoft.com/office/drawing/2014/main" id="{F5838A7A-1588-4032-847C-9F0385487FD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6" name="直線コネクタ 134325">
                      <a:extLst>
                        <a:ext uri="{FF2B5EF4-FFF2-40B4-BE49-F238E27FC236}">
                          <a16:creationId xmlns:a16="http://schemas.microsoft.com/office/drawing/2014/main" id="{BCF06137-6351-46F9-BCAD-D84150D11F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7" name="直線コネクタ 134326">
                      <a:extLst>
                        <a:ext uri="{FF2B5EF4-FFF2-40B4-BE49-F238E27FC236}">
                          <a16:creationId xmlns:a16="http://schemas.microsoft.com/office/drawing/2014/main" id="{AD34F658-34F5-4A40-B272-AB5FB0CE5E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8" name="直線コネクタ 134327">
                      <a:extLst>
                        <a:ext uri="{FF2B5EF4-FFF2-40B4-BE49-F238E27FC236}">
                          <a16:creationId xmlns:a16="http://schemas.microsoft.com/office/drawing/2014/main" id="{1A91B366-E553-44B2-ADE5-A85BAEEB4D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29" name="直線コネクタ 134328">
                      <a:extLst>
                        <a:ext uri="{FF2B5EF4-FFF2-40B4-BE49-F238E27FC236}">
                          <a16:creationId xmlns:a16="http://schemas.microsoft.com/office/drawing/2014/main" id="{CAEA454A-9937-4425-AC5A-A8123E6933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0" name="直線コネクタ 134329">
                      <a:extLst>
                        <a:ext uri="{FF2B5EF4-FFF2-40B4-BE49-F238E27FC236}">
                          <a16:creationId xmlns:a16="http://schemas.microsoft.com/office/drawing/2014/main" id="{9EA0A6ED-DC32-4242-B752-447658F203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1" name="直線コネクタ 134330">
                      <a:extLst>
                        <a:ext uri="{FF2B5EF4-FFF2-40B4-BE49-F238E27FC236}">
                          <a16:creationId xmlns:a16="http://schemas.microsoft.com/office/drawing/2014/main" id="{C7B9E5FE-F3EC-4991-80BD-52E7791608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2" name="直線コネクタ 134331">
                      <a:extLst>
                        <a:ext uri="{FF2B5EF4-FFF2-40B4-BE49-F238E27FC236}">
                          <a16:creationId xmlns:a16="http://schemas.microsoft.com/office/drawing/2014/main" id="{347A5393-B373-46FC-BC24-0C09390174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3" name="直線コネクタ 134332">
                      <a:extLst>
                        <a:ext uri="{FF2B5EF4-FFF2-40B4-BE49-F238E27FC236}">
                          <a16:creationId xmlns:a16="http://schemas.microsoft.com/office/drawing/2014/main" id="{DD988966-A826-4850-A6E0-AE4A6E93F3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4" name="直線コネクタ 134333">
                      <a:extLst>
                        <a:ext uri="{FF2B5EF4-FFF2-40B4-BE49-F238E27FC236}">
                          <a16:creationId xmlns:a16="http://schemas.microsoft.com/office/drawing/2014/main" id="{E020BFF3-B617-40E7-9BA3-4AEAEA4F36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5" name="直線コネクタ 134334">
                      <a:extLst>
                        <a:ext uri="{FF2B5EF4-FFF2-40B4-BE49-F238E27FC236}">
                          <a16:creationId xmlns:a16="http://schemas.microsoft.com/office/drawing/2014/main" id="{D56BC123-AFBA-45F2-8FBD-FF8214DC2A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6" name="直線コネクタ 134335">
                      <a:extLst>
                        <a:ext uri="{FF2B5EF4-FFF2-40B4-BE49-F238E27FC236}">
                          <a16:creationId xmlns:a16="http://schemas.microsoft.com/office/drawing/2014/main" id="{C53F3BC8-3002-465D-ACD6-6F6631652B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7" name="直線コネクタ 134336">
                      <a:extLst>
                        <a:ext uri="{FF2B5EF4-FFF2-40B4-BE49-F238E27FC236}">
                          <a16:creationId xmlns:a16="http://schemas.microsoft.com/office/drawing/2014/main" id="{284B8FB6-3D66-4E3A-AF44-A2A1B5DF67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8" name="直線コネクタ 134337">
                      <a:extLst>
                        <a:ext uri="{FF2B5EF4-FFF2-40B4-BE49-F238E27FC236}">
                          <a16:creationId xmlns:a16="http://schemas.microsoft.com/office/drawing/2014/main" id="{DB5627E2-80F4-41FC-BA4E-2587D43D9B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39" name="直線コネクタ 134338">
                      <a:extLst>
                        <a:ext uri="{FF2B5EF4-FFF2-40B4-BE49-F238E27FC236}">
                          <a16:creationId xmlns:a16="http://schemas.microsoft.com/office/drawing/2014/main" id="{79AD295C-F045-4BA7-A0C3-5CB2B6C42D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0" name="直線コネクタ 134339">
                      <a:extLst>
                        <a:ext uri="{FF2B5EF4-FFF2-40B4-BE49-F238E27FC236}">
                          <a16:creationId xmlns:a16="http://schemas.microsoft.com/office/drawing/2014/main" id="{84D90E94-75B2-4C34-9C5C-D356D3567A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1" name="直線コネクタ 134340">
                      <a:extLst>
                        <a:ext uri="{FF2B5EF4-FFF2-40B4-BE49-F238E27FC236}">
                          <a16:creationId xmlns:a16="http://schemas.microsoft.com/office/drawing/2014/main" id="{B34A04FD-E70E-47DA-8BF0-64E5E74262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2" name="直線コネクタ 134341">
                      <a:extLst>
                        <a:ext uri="{FF2B5EF4-FFF2-40B4-BE49-F238E27FC236}">
                          <a16:creationId xmlns:a16="http://schemas.microsoft.com/office/drawing/2014/main" id="{C586C081-9B62-4C2E-89B6-7FF72F7B5F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3" name="直線コネクタ 134342">
                      <a:extLst>
                        <a:ext uri="{FF2B5EF4-FFF2-40B4-BE49-F238E27FC236}">
                          <a16:creationId xmlns:a16="http://schemas.microsoft.com/office/drawing/2014/main" id="{C2404112-8BA5-4C0A-98D0-5A249279C9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4" name="直線コネクタ 134343">
                      <a:extLst>
                        <a:ext uri="{FF2B5EF4-FFF2-40B4-BE49-F238E27FC236}">
                          <a16:creationId xmlns:a16="http://schemas.microsoft.com/office/drawing/2014/main" id="{F7D4A374-8E3D-47F6-A88E-01954359BB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5" name="直線コネクタ 134344">
                      <a:extLst>
                        <a:ext uri="{FF2B5EF4-FFF2-40B4-BE49-F238E27FC236}">
                          <a16:creationId xmlns:a16="http://schemas.microsoft.com/office/drawing/2014/main" id="{D8EB6504-56B9-4282-9641-82ED4D403C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6" name="直線コネクタ 134345">
                      <a:extLst>
                        <a:ext uri="{FF2B5EF4-FFF2-40B4-BE49-F238E27FC236}">
                          <a16:creationId xmlns:a16="http://schemas.microsoft.com/office/drawing/2014/main" id="{F6A275DD-0E3C-4ABC-8FE5-F4834BDA1C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7" name="直線コネクタ 134346">
                      <a:extLst>
                        <a:ext uri="{FF2B5EF4-FFF2-40B4-BE49-F238E27FC236}">
                          <a16:creationId xmlns:a16="http://schemas.microsoft.com/office/drawing/2014/main" id="{034E7471-11E0-4117-B59F-22E218437D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8" name="直線コネクタ 134347">
                      <a:extLst>
                        <a:ext uri="{FF2B5EF4-FFF2-40B4-BE49-F238E27FC236}">
                          <a16:creationId xmlns:a16="http://schemas.microsoft.com/office/drawing/2014/main" id="{2BCB2EDA-4CE3-4C18-AACB-6C852DA17A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49" name="直線コネクタ 134348">
                      <a:extLst>
                        <a:ext uri="{FF2B5EF4-FFF2-40B4-BE49-F238E27FC236}">
                          <a16:creationId xmlns:a16="http://schemas.microsoft.com/office/drawing/2014/main" id="{F6C56344-F1A1-4C81-A5C1-6FFBB3468B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0" name="直線コネクタ 134349">
                      <a:extLst>
                        <a:ext uri="{FF2B5EF4-FFF2-40B4-BE49-F238E27FC236}">
                          <a16:creationId xmlns:a16="http://schemas.microsoft.com/office/drawing/2014/main" id="{B74E8EE6-1875-47B2-9723-245329A529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1" name="直線コネクタ 134350">
                      <a:extLst>
                        <a:ext uri="{FF2B5EF4-FFF2-40B4-BE49-F238E27FC236}">
                          <a16:creationId xmlns:a16="http://schemas.microsoft.com/office/drawing/2014/main" id="{3BC33B76-86A4-493F-A341-06419F7A06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2" name="直線コネクタ 134351">
                      <a:extLst>
                        <a:ext uri="{FF2B5EF4-FFF2-40B4-BE49-F238E27FC236}">
                          <a16:creationId xmlns:a16="http://schemas.microsoft.com/office/drawing/2014/main" id="{338A7A87-E4AA-40D0-8509-FE7CC59184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3" name="直線コネクタ 134352">
                      <a:extLst>
                        <a:ext uri="{FF2B5EF4-FFF2-40B4-BE49-F238E27FC236}">
                          <a16:creationId xmlns:a16="http://schemas.microsoft.com/office/drawing/2014/main" id="{54CE463B-39E4-4011-9FA2-E536B11DD1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4" name="直線コネクタ 134353">
                      <a:extLst>
                        <a:ext uri="{FF2B5EF4-FFF2-40B4-BE49-F238E27FC236}">
                          <a16:creationId xmlns:a16="http://schemas.microsoft.com/office/drawing/2014/main" id="{B2F9B5FA-F9EC-47BB-A20E-1A1C9D0630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5" name="直線コネクタ 134354">
                      <a:extLst>
                        <a:ext uri="{FF2B5EF4-FFF2-40B4-BE49-F238E27FC236}">
                          <a16:creationId xmlns:a16="http://schemas.microsoft.com/office/drawing/2014/main" id="{013E02F9-6070-4F1D-9CD7-1986868B46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6" name="直線コネクタ 134355">
                      <a:extLst>
                        <a:ext uri="{FF2B5EF4-FFF2-40B4-BE49-F238E27FC236}">
                          <a16:creationId xmlns:a16="http://schemas.microsoft.com/office/drawing/2014/main" id="{7498FE3D-1A7A-40D5-96CF-AB1F60BCE3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7" name="直線コネクタ 134356">
                      <a:extLst>
                        <a:ext uri="{FF2B5EF4-FFF2-40B4-BE49-F238E27FC236}">
                          <a16:creationId xmlns:a16="http://schemas.microsoft.com/office/drawing/2014/main" id="{5FBA29E0-3B83-46D4-AD4E-32C70158AF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8" name="直線コネクタ 134357">
                      <a:extLst>
                        <a:ext uri="{FF2B5EF4-FFF2-40B4-BE49-F238E27FC236}">
                          <a16:creationId xmlns:a16="http://schemas.microsoft.com/office/drawing/2014/main" id="{B9710A7D-FF57-461B-B32B-1DB776986D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59" name="直線コネクタ 134358">
                      <a:extLst>
                        <a:ext uri="{FF2B5EF4-FFF2-40B4-BE49-F238E27FC236}">
                          <a16:creationId xmlns:a16="http://schemas.microsoft.com/office/drawing/2014/main" id="{28B06619-2BD8-45E4-8EEA-5E7C576826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0" name="直線コネクタ 134359">
                      <a:extLst>
                        <a:ext uri="{FF2B5EF4-FFF2-40B4-BE49-F238E27FC236}">
                          <a16:creationId xmlns:a16="http://schemas.microsoft.com/office/drawing/2014/main" id="{944D3142-60DA-4F25-BB5A-E4121FDE26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1" name="直線コネクタ 134360">
                      <a:extLst>
                        <a:ext uri="{FF2B5EF4-FFF2-40B4-BE49-F238E27FC236}">
                          <a16:creationId xmlns:a16="http://schemas.microsoft.com/office/drawing/2014/main" id="{965F91BB-D18E-45E6-8533-60F5012C14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2" name="直線コネクタ 134361">
                      <a:extLst>
                        <a:ext uri="{FF2B5EF4-FFF2-40B4-BE49-F238E27FC236}">
                          <a16:creationId xmlns:a16="http://schemas.microsoft.com/office/drawing/2014/main" id="{DFC52BE0-6F27-4E4B-835E-C01E3A82F8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3" name="直線コネクタ 134362">
                      <a:extLst>
                        <a:ext uri="{FF2B5EF4-FFF2-40B4-BE49-F238E27FC236}">
                          <a16:creationId xmlns:a16="http://schemas.microsoft.com/office/drawing/2014/main" id="{A69810B4-B36C-4882-A6DD-635C935877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4" name="直線コネクタ 134363">
                      <a:extLst>
                        <a:ext uri="{FF2B5EF4-FFF2-40B4-BE49-F238E27FC236}">
                          <a16:creationId xmlns:a16="http://schemas.microsoft.com/office/drawing/2014/main" id="{946B1D17-4177-4F96-BFC1-473A458DF4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5" name="直線コネクタ 134364">
                      <a:extLst>
                        <a:ext uri="{FF2B5EF4-FFF2-40B4-BE49-F238E27FC236}">
                          <a16:creationId xmlns:a16="http://schemas.microsoft.com/office/drawing/2014/main" id="{02EC55C9-9CDF-4807-BF85-333F3872F3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6" name="直線コネクタ 134365">
                      <a:extLst>
                        <a:ext uri="{FF2B5EF4-FFF2-40B4-BE49-F238E27FC236}">
                          <a16:creationId xmlns:a16="http://schemas.microsoft.com/office/drawing/2014/main" id="{0D5266E4-90D4-48D2-91B7-3BAA48C798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7" name="直線コネクタ 134366">
                      <a:extLst>
                        <a:ext uri="{FF2B5EF4-FFF2-40B4-BE49-F238E27FC236}">
                          <a16:creationId xmlns:a16="http://schemas.microsoft.com/office/drawing/2014/main" id="{EF967673-677D-4C3A-AF25-6CC2F11A34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8" name="直線コネクタ 134367">
                      <a:extLst>
                        <a:ext uri="{FF2B5EF4-FFF2-40B4-BE49-F238E27FC236}">
                          <a16:creationId xmlns:a16="http://schemas.microsoft.com/office/drawing/2014/main" id="{0A00B350-528D-41BE-AD67-A0DF531244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69" name="直線コネクタ 134368">
                      <a:extLst>
                        <a:ext uri="{FF2B5EF4-FFF2-40B4-BE49-F238E27FC236}">
                          <a16:creationId xmlns:a16="http://schemas.microsoft.com/office/drawing/2014/main" id="{F8517545-F02E-48E6-B021-464B3C593F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0" name="直線コネクタ 134369">
                      <a:extLst>
                        <a:ext uri="{FF2B5EF4-FFF2-40B4-BE49-F238E27FC236}">
                          <a16:creationId xmlns:a16="http://schemas.microsoft.com/office/drawing/2014/main" id="{5CE44E5F-D4D5-49B4-83BC-9455E50B85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1" name="直線コネクタ 134370">
                      <a:extLst>
                        <a:ext uri="{FF2B5EF4-FFF2-40B4-BE49-F238E27FC236}">
                          <a16:creationId xmlns:a16="http://schemas.microsoft.com/office/drawing/2014/main" id="{3EBA881B-A0D8-4993-8952-4D21D27760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2" name="直線コネクタ 134371">
                      <a:extLst>
                        <a:ext uri="{FF2B5EF4-FFF2-40B4-BE49-F238E27FC236}">
                          <a16:creationId xmlns:a16="http://schemas.microsoft.com/office/drawing/2014/main" id="{0F2FD1C1-A9F6-4FCE-8EEA-EC1DC04EF7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3" name="直線コネクタ 134372">
                      <a:extLst>
                        <a:ext uri="{FF2B5EF4-FFF2-40B4-BE49-F238E27FC236}">
                          <a16:creationId xmlns:a16="http://schemas.microsoft.com/office/drawing/2014/main" id="{E5B769C8-9D04-4417-BC48-445BD16180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4" name="直線コネクタ 134373">
                      <a:extLst>
                        <a:ext uri="{FF2B5EF4-FFF2-40B4-BE49-F238E27FC236}">
                          <a16:creationId xmlns:a16="http://schemas.microsoft.com/office/drawing/2014/main" id="{D89C3218-C905-4D97-85CE-AFAF5E608A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5" name="直線コネクタ 134374">
                      <a:extLst>
                        <a:ext uri="{FF2B5EF4-FFF2-40B4-BE49-F238E27FC236}">
                          <a16:creationId xmlns:a16="http://schemas.microsoft.com/office/drawing/2014/main" id="{59B8DAB6-1EAA-4002-9915-3D665A8995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76" name="直線コネクタ 134375">
                      <a:extLst>
                        <a:ext uri="{FF2B5EF4-FFF2-40B4-BE49-F238E27FC236}">
                          <a16:creationId xmlns:a16="http://schemas.microsoft.com/office/drawing/2014/main" id="{733C7754-A4DA-45E3-9DB8-F425277025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67" name="グループ化 133566">
                    <a:extLst>
                      <a:ext uri="{FF2B5EF4-FFF2-40B4-BE49-F238E27FC236}">
                        <a16:creationId xmlns:a16="http://schemas.microsoft.com/office/drawing/2014/main" id="{733CB132-03BA-4AF6-95C3-499D445DD3F1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4919281" y="620448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4254" name="直線コネクタ 134253">
                      <a:extLst>
                        <a:ext uri="{FF2B5EF4-FFF2-40B4-BE49-F238E27FC236}">
                          <a16:creationId xmlns:a16="http://schemas.microsoft.com/office/drawing/2014/main" id="{ADF1E91F-79A4-4E1F-88CC-59E24962D6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5" name="直線コネクタ 134254">
                      <a:extLst>
                        <a:ext uri="{FF2B5EF4-FFF2-40B4-BE49-F238E27FC236}">
                          <a16:creationId xmlns:a16="http://schemas.microsoft.com/office/drawing/2014/main" id="{91FE5827-8BEF-41B5-B245-DF506CD078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6" name="直線コネクタ 134255">
                      <a:extLst>
                        <a:ext uri="{FF2B5EF4-FFF2-40B4-BE49-F238E27FC236}">
                          <a16:creationId xmlns:a16="http://schemas.microsoft.com/office/drawing/2014/main" id="{A97415D0-C1E5-4B06-87C7-30F6E2D9F1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7" name="直線コネクタ 134256">
                      <a:extLst>
                        <a:ext uri="{FF2B5EF4-FFF2-40B4-BE49-F238E27FC236}">
                          <a16:creationId xmlns:a16="http://schemas.microsoft.com/office/drawing/2014/main" id="{DC27A2F2-73C6-4138-BAB2-44720C2E6E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8" name="直線コネクタ 134257">
                      <a:extLst>
                        <a:ext uri="{FF2B5EF4-FFF2-40B4-BE49-F238E27FC236}">
                          <a16:creationId xmlns:a16="http://schemas.microsoft.com/office/drawing/2014/main" id="{A5EC2641-28B0-47C2-B3E7-5489E861E6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9" name="直線コネクタ 134258">
                      <a:extLst>
                        <a:ext uri="{FF2B5EF4-FFF2-40B4-BE49-F238E27FC236}">
                          <a16:creationId xmlns:a16="http://schemas.microsoft.com/office/drawing/2014/main" id="{3E6DEEE3-E857-4D59-A9C1-55AC91733B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0" name="直線コネクタ 134259">
                      <a:extLst>
                        <a:ext uri="{FF2B5EF4-FFF2-40B4-BE49-F238E27FC236}">
                          <a16:creationId xmlns:a16="http://schemas.microsoft.com/office/drawing/2014/main" id="{AEC25D2A-10AE-4F5B-84BE-3ED50A50C0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1" name="直線コネクタ 134260">
                      <a:extLst>
                        <a:ext uri="{FF2B5EF4-FFF2-40B4-BE49-F238E27FC236}">
                          <a16:creationId xmlns:a16="http://schemas.microsoft.com/office/drawing/2014/main" id="{47935012-7443-477A-9842-D10C176016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2" name="直線コネクタ 134261">
                      <a:extLst>
                        <a:ext uri="{FF2B5EF4-FFF2-40B4-BE49-F238E27FC236}">
                          <a16:creationId xmlns:a16="http://schemas.microsoft.com/office/drawing/2014/main" id="{4B32E3EB-B5BF-4C47-BBEB-4748C1B8A1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3" name="直線コネクタ 134262">
                      <a:extLst>
                        <a:ext uri="{FF2B5EF4-FFF2-40B4-BE49-F238E27FC236}">
                          <a16:creationId xmlns:a16="http://schemas.microsoft.com/office/drawing/2014/main" id="{B472ADF0-8DF7-4470-A9A3-E41DCEB590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4" name="直線コネクタ 134263">
                      <a:extLst>
                        <a:ext uri="{FF2B5EF4-FFF2-40B4-BE49-F238E27FC236}">
                          <a16:creationId xmlns:a16="http://schemas.microsoft.com/office/drawing/2014/main" id="{E2525076-1ACF-4426-8544-C44577F9CF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5" name="直線コネクタ 134264">
                      <a:extLst>
                        <a:ext uri="{FF2B5EF4-FFF2-40B4-BE49-F238E27FC236}">
                          <a16:creationId xmlns:a16="http://schemas.microsoft.com/office/drawing/2014/main" id="{1720C5E5-3052-4454-8AF7-2FFFD70967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6" name="直線コネクタ 134265">
                      <a:extLst>
                        <a:ext uri="{FF2B5EF4-FFF2-40B4-BE49-F238E27FC236}">
                          <a16:creationId xmlns:a16="http://schemas.microsoft.com/office/drawing/2014/main" id="{6604C576-01DC-4D36-9F53-995C1F65F7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7" name="直線コネクタ 134266">
                      <a:extLst>
                        <a:ext uri="{FF2B5EF4-FFF2-40B4-BE49-F238E27FC236}">
                          <a16:creationId xmlns:a16="http://schemas.microsoft.com/office/drawing/2014/main" id="{1E9A353A-3109-40D5-BFFC-F06B234C9E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8" name="直線コネクタ 134267">
                      <a:extLst>
                        <a:ext uri="{FF2B5EF4-FFF2-40B4-BE49-F238E27FC236}">
                          <a16:creationId xmlns:a16="http://schemas.microsoft.com/office/drawing/2014/main" id="{4CF7D981-682A-4B77-AE65-450C4FBE99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69" name="直線コネクタ 134268">
                      <a:extLst>
                        <a:ext uri="{FF2B5EF4-FFF2-40B4-BE49-F238E27FC236}">
                          <a16:creationId xmlns:a16="http://schemas.microsoft.com/office/drawing/2014/main" id="{1B97D552-1522-4085-A008-19A4171A00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0" name="直線コネクタ 134269">
                      <a:extLst>
                        <a:ext uri="{FF2B5EF4-FFF2-40B4-BE49-F238E27FC236}">
                          <a16:creationId xmlns:a16="http://schemas.microsoft.com/office/drawing/2014/main" id="{911600D7-8BB1-4425-A8BB-E29A6E908A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1" name="直線コネクタ 134270">
                      <a:extLst>
                        <a:ext uri="{FF2B5EF4-FFF2-40B4-BE49-F238E27FC236}">
                          <a16:creationId xmlns:a16="http://schemas.microsoft.com/office/drawing/2014/main" id="{C39BA1EF-5DA5-4C30-94AE-5D9AEEE0BC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2" name="直線コネクタ 134271">
                      <a:extLst>
                        <a:ext uri="{FF2B5EF4-FFF2-40B4-BE49-F238E27FC236}">
                          <a16:creationId xmlns:a16="http://schemas.microsoft.com/office/drawing/2014/main" id="{CBBAF4DE-9682-4272-95C6-DC0D63D792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3" name="直線コネクタ 134272">
                      <a:extLst>
                        <a:ext uri="{FF2B5EF4-FFF2-40B4-BE49-F238E27FC236}">
                          <a16:creationId xmlns:a16="http://schemas.microsoft.com/office/drawing/2014/main" id="{61BB594F-5F2B-4E33-8A12-F56BE614ED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4" name="直線コネクタ 134273">
                      <a:extLst>
                        <a:ext uri="{FF2B5EF4-FFF2-40B4-BE49-F238E27FC236}">
                          <a16:creationId xmlns:a16="http://schemas.microsoft.com/office/drawing/2014/main" id="{FFEEB7E8-35FD-4686-B647-F8D29F45E6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5" name="直線コネクタ 134274">
                      <a:extLst>
                        <a:ext uri="{FF2B5EF4-FFF2-40B4-BE49-F238E27FC236}">
                          <a16:creationId xmlns:a16="http://schemas.microsoft.com/office/drawing/2014/main" id="{8D83EB45-7165-4738-A2A5-BC865BB966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6" name="直線コネクタ 134275">
                      <a:extLst>
                        <a:ext uri="{FF2B5EF4-FFF2-40B4-BE49-F238E27FC236}">
                          <a16:creationId xmlns:a16="http://schemas.microsoft.com/office/drawing/2014/main" id="{5DF9B6CF-26D0-48C5-A97A-61CD4094F1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7" name="直線コネクタ 134276">
                      <a:extLst>
                        <a:ext uri="{FF2B5EF4-FFF2-40B4-BE49-F238E27FC236}">
                          <a16:creationId xmlns:a16="http://schemas.microsoft.com/office/drawing/2014/main" id="{568D34C4-6FCF-4D3D-8D4C-E97C19591E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8" name="直線コネクタ 134277">
                      <a:extLst>
                        <a:ext uri="{FF2B5EF4-FFF2-40B4-BE49-F238E27FC236}">
                          <a16:creationId xmlns:a16="http://schemas.microsoft.com/office/drawing/2014/main" id="{2D1121C3-399F-4860-B3B8-BCD4C8BCB4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79" name="直線コネクタ 134278">
                      <a:extLst>
                        <a:ext uri="{FF2B5EF4-FFF2-40B4-BE49-F238E27FC236}">
                          <a16:creationId xmlns:a16="http://schemas.microsoft.com/office/drawing/2014/main" id="{17509314-9ED9-4684-B597-6FCC92B92A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0" name="直線コネクタ 134279">
                      <a:extLst>
                        <a:ext uri="{FF2B5EF4-FFF2-40B4-BE49-F238E27FC236}">
                          <a16:creationId xmlns:a16="http://schemas.microsoft.com/office/drawing/2014/main" id="{54B682A2-86C0-49C5-9ACA-3E4635026A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1" name="直線コネクタ 134280">
                      <a:extLst>
                        <a:ext uri="{FF2B5EF4-FFF2-40B4-BE49-F238E27FC236}">
                          <a16:creationId xmlns:a16="http://schemas.microsoft.com/office/drawing/2014/main" id="{48B2A262-6C59-4596-904E-211DA1B46C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2" name="直線コネクタ 134281">
                      <a:extLst>
                        <a:ext uri="{FF2B5EF4-FFF2-40B4-BE49-F238E27FC236}">
                          <a16:creationId xmlns:a16="http://schemas.microsoft.com/office/drawing/2014/main" id="{21F6F675-9AA9-41B5-A049-B5806A9DFF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3" name="直線コネクタ 134282">
                      <a:extLst>
                        <a:ext uri="{FF2B5EF4-FFF2-40B4-BE49-F238E27FC236}">
                          <a16:creationId xmlns:a16="http://schemas.microsoft.com/office/drawing/2014/main" id="{0B6F7592-C425-4B7F-9127-28745BDA5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4" name="直線コネクタ 134283">
                      <a:extLst>
                        <a:ext uri="{FF2B5EF4-FFF2-40B4-BE49-F238E27FC236}">
                          <a16:creationId xmlns:a16="http://schemas.microsoft.com/office/drawing/2014/main" id="{9C4279B5-61A1-4A80-961F-FFD183605D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5" name="直線コネクタ 134284">
                      <a:extLst>
                        <a:ext uri="{FF2B5EF4-FFF2-40B4-BE49-F238E27FC236}">
                          <a16:creationId xmlns:a16="http://schemas.microsoft.com/office/drawing/2014/main" id="{9F13FD7A-7F67-43BB-8FAE-F4B2E29839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6" name="直線コネクタ 134285">
                      <a:extLst>
                        <a:ext uri="{FF2B5EF4-FFF2-40B4-BE49-F238E27FC236}">
                          <a16:creationId xmlns:a16="http://schemas.microsoft.com/office/drawing/2014/main" id="{BED0BA95-2967-4F67-8FDD-048639E282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7" name="直線コネクタ 134286">
                      <a:extLst>
                        <a:ext uri="{FF2B5EF4-FFF2-40B4-BE49-F238E27FC236}">
                          <a16:creationId xmlns:a16="http://schemas.microsoft.com/office/drawing/2014/main" id="{7DB1F907-E155-46F3-BCE9-44E12B31D2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8" name="直線コネクタ 134287">
                      <a:extLst>
                        <a:ext uri="{FF2B5EF4-FFF2-40B4-BE49-F238E27FC236}">
                          <a16:creationId xmlns:a16="http://schemas.microsoft.com/office/drawing/2014/main" id="{788334C3-5155-490C-8A60-FF812496F4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89" name="直線コネクタ 134288">
                      <a:extLst>
                        <a:ext uri="{FF2B5EF4-FFF2-40B4-BE49-F238E27FC236}">
                          <a16:creationId xmlns:a16="http://schemas.microsoft.com/office/drawing/2014/main" id="{DD879D35-1EE6-4B4E-8001-52F3220743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0" name="直線コネクタ 134289">
                      <a:extLst>
                        <a:ext uri="{FF2B5EF4-FFF2-40B4-BE49-F238E27FC236}">
                          <a16:creationId xmlns:a16="http://schemas.microsoft.com/office/drawing/2014/main" id="{7195B0EE-FF81-435E-ADF3-E392F081F5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1" name="直線コネクタ 134290">
                      <a:extLst>
                        <a:ext uri="{FF2B5EF4-FFF2-40B4-BE49-F238E27FC236}">
                          <a16:creationId xmlns:a16="http://schemas.microsoft.com/office/drawing/2014/main" id="{6FBB2552-981B-4CA7-BB6A-23EF88B34B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2" name="直線コネクタ 134291">
                      <a:extLst>
                        <a:ext uri="{FF2B5EF4-FFF2-40B4-BE49-F238E27FC236}">
                          <a16:creationId xmlns:a16="http://schemas.microsoft.com/office/drawing/2014/main" id="{6B1D9B99-4738-4772-9099-A0E3609BF5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3" name="直線コネクタ 134292">
                      <a:extLst>
                        <a:ext uri="{FF2B5EF4-FFF2-40B4-BE49-F238E27FC236}">
                          <a16:creationId xmlns:a16="http://schemas.microsoft.com/office/drawing/2014/main" id="{4F80EBE2-E555-48E7-AF7D-21C5599227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4" name="直線コネクタ 134293">
                      <a:extLst>
                        <a:ext uri="{FF2B5EF4-FFF2-40B4-BE49-F238E27FC236}">
                          <a16:creationId xmlns:a16="http://schemas.microsoft.com/office/drawing/2014/main" id="{B009E6B3-3726-43D7-97BF-563C7DA972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5" name="直線コネクタ 134294">
                      <a:extLst>
                        <a:ext uri="{FF2B5EF4-FFF2-40B4-BE49-F238E27FC236}">
                          <a16:creationId xmlns:a16="http://schemas.microsoft.com/office/drawing/2014/main" id="{E002327F-759E-4AEE-A50E-B6EFCA8BEB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6" name="直線コネクタ 134295">
                      <a:extLst>
                        <a:ext uri="{FF2B5EF4-FFF2-40B4-BE49-F238E27FC236}">
                          <a16:creationId xmlns:a16="http://schemas.microsoft.com/office/drawing/2014/main" id="{0DDE4669-5237-41AB-819D-627A94BC4B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7" name="直線コネクタ 134296">
                      <a:extLst>
                        <a:ext uri="{FF2B5EF4-FFF2-40B4-BE49-F238E27FC236}">
                          <a16:creationId xmlns:a16="http://schemas.microsoft.com/office/drawing/2014/main" id="{6FB13D27-29EC-4FEF-B6C3-8EFE9B316E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8" name="直線コネクタ 134297">
                      <a:extLst>
                        <a:ext uri="{FF2B5EF4-FFF2-40B4-BE49-F238E27FC236}">
                          <a16:creationId xmlns:a16="http://schemas.microsoft.com/office/drawing/2014/main" id="{891BB6EA-8D02-4485-9D7D-22CB42707E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99" name="直線コネクタ 134298">
                      <a:extLst>
                        <a:ext uri="{FF2B5EF4-FFF2-40B4-BE49-F238E27FC236}">
                          <a16:creationId xmlns:a16="http://schemas.microsoft.com/office/drawing/2014/main" id="{87E5FAF6-248B-43DB-9F8C-B54F7587E8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0" name="直線コネクタ 134299">
                      <a:extLst>
                        <a:ext uri="{FF2B5EF4-FFF2-40B4-BE49-F238E27FC236}">
                          <a16:creationId xmlns:a16="http://schemas.microsoft.com/office/drawing/2014/main" id="{01313436-F375-408F-B3EE-867B90BEC4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1" name="直線コネクタ 134300">
                      <a:extLst>
                        <a:ext uri="{FF2B5EF4-FFF2-40B4-BE49-F238E27FC236}">
                          <a16:creationId xmlns:a16="http://schemas.microsoft.com/office/drawing/2014/main" id="{C1633E4E-CBF6-450C-8216-09C29E1199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2" name="直線コネクタ 134301">
                      <a:extLst>
                        <a:ext uri="{FF2B5EF4-FFF2-40B4-BE49-F238E27FC236}">
                          <a16:creationId xmlns:a16="http://schemas.microsoft.com/office/drawing/2014/main" id="{47575C32-9E22-4D8D-BA81-0E8FF8B654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3" name="直線コネクタ 134302">
                      <a:extLst>
                        <a:ext uri="{FF2B5EF4-FFF2-40B4-BE49-F238E27FC236}">
                          <a16:creationId xmlns:a16="http://schemas.microsoft.com/office/drawing/2014/main" id="{0966C5E6-732B-46C3-BDE8-6B560BCE49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4" name="直線コネクタ 134303">
                      <a:extLst>
                        <a:ext uri="{FF2B5EF4-FFF2-40B4-BE49-F238E27FC236}">
                          <a16:creationId xmlns:a16="http://schemas.microsoft.com/office/drawing/2014/main" id="{17B30B61-7BF9-4738-9620-8F2707225B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5" name="直線コネクタ 134304">
                      <a:extLst>
                        <a:ext uri="{FF2B5EF4-FFF2-40B4-BE49-F238E27FC236}">
                          <a16:creationId xmlns:a16="http://schemas.microsoft.com/office/drawing/2014/main" id="{2ADEFB03-2978-446D-8EDD-F3B7A8F418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6" name="直線コネクタ 134305">
                      <a:extLst>
                        <a:ext uri="{FF2B5EF4-FFF2-40B4-BE49-F238E27FC236}">
                          <a16:creationId xmlns:a16="http://schemas.microsoft.com/office/drawing/2014/main" id="{84CDD695-6A08-4BF6-90D3-6135075DE4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7" name="直線コネクタ 134306">
                      <a:extLst>
                        <a:ext uri="{FF2B5EF4-FFF2-40B4-BE49-F238E27FC236}">
                          <a16:creationId xmlns:a16="http://schemas.microsoft.com/office/drawing/2014/main" id="{42E80302-7048-42DE-937C-27CFF30FFA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8" name="直線コネクタ 134307">
                      <a:extLst>
                        <a:ext uri="{FF2B5EF4-FFF2-40B4-BE49-F238E27FC236}">
                          <a16:creationId xmlns:a16="http://schemas.microsoft.com/office/drawing/2014/main" id="{3CA70172-D744-4237-8F16-B31EF3E7E1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09" name="直線コネクタ 134308">
                      <a:extLst>
                        <a:ext uri="{FF2B5EF4-FFF2-40B4-BE49-F238E27FC236}">
                          <a16:creationId xmlns:a16="http://schemas.microsoft.com/office/drawing/2014/main" id="{790DC1D3-4ED6-4D4B-9864-81BA345B58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0" name="直線コネクタ 134309">
                      <a:extLst>
                        <a:ext uri="{FF2B5EF4-FFF2-40B4-BE49-F238E27FC236}">
                          <a16:creationId xmlns:a16="http://schemas.microsoft.com/office/drawing/2014/main" id="{4BA29D4B-5584-40E9-B861-29711FE2B6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1" name="直線コネクタ 134310">
                      <a:extLst>
                        <a:ext uri="{FF2B5EF4-FFF2-40B4-BE49-F238E27FC236}">
                          <a16:creationId xmlns:a16="http://schemas.microsoft.com/office/drawing/2014/main" id="{FC14D9A2-F9CF-4840-998A-FA67C50BFD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2" name="直線コネクタ 134311">
                      <a:extLst>
                        <a:ext uri="{FF2B5EF4-FFF2-40B4-BE49-F238E27FC236}">
                          <a16:creationId xmlns:a16="http://schemas.microsoft.com/office/drawing/2014/main" id="{7E64F3A1-5C79-47CD-9EF1-0A571B1CD5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3" name="直線コネクタ 134312">
                      <a:extLst>
                        <a:ext uri="{FF2B5EF4-FFF2-40B4-BE49-F238E27FC236}">
                          <a16:creationId xmlns:a16="http://schemas.microsoft.com/office/drawing/2014/main" id="{0B9BC237-279E-4351-AF65-E3FAF3368D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4" name="直線コネクタ 134313">
                      <a:extLst>
                        <a:ext uri="{FF2B5EF4-FFF2-40B4-BE49-F238E27FC236}">
                          <a16:creationId xmlns:a16="http://schemas.microsoft.com/office/drawing/2014/main" id="{915E6B0D-61F8-4FB4-B0A1-41D0BDE32E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5" name="直線コネクタ 134314">
                      <a:extLst>
                        <a:ext uri="{FF2B5EF4-FFF2-40B4-BE49-F238E27FC236}">
                          <a16:creationId xmlns:a16="http://schemas.microsoft.com/office/drawing/2014/main" id="{C6368D3A-3125-40F7-87B4-2B9395027F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316" name="直線コネクタ 134315">
                      <a:extLst>
                        <a:ext uri="{FF2B5EF4-FFF2-40B4-BE49-F238E27FC236}">
                          <a16:creationId xmlns:a16="http://schemas.microsoft.com/office/drawing/2014/main" id="{4DA7BA1C-3BF0-4113-81A8-81EB147FA7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68" name="グループ化 133567">
                    <a:extLst>
                      <a:ext uri="{FF2B5EF4-FFF2-40B4-BE49-F238E27FC236}">
                        <a16:creationId xmlns:a16="http://schemas.microsoft.com/office/drawing/2014/main" id="{4ED1D405-D2ED-4A24-8113-B9493D3484D9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547902" y="621666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4194" name="直線コネクタ 134193">
                      <a:extLst>
                        <a:ext uri="{FF2B5EF4-FFF2-40B4-BE49-F238E27FC236}">
                          <a16:creationId xmlns:a16="http://schemas.microsoft.com/office/drawing/2014/main" id="{781E7149-EEDF-48BC-BA20-5E05D0B81F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5" name="直線コネクタ 134194">
                      <a:extLst>
                        <a:ext uri="{FF2B5EF4-FFF2-40B4-BE49-F238E27FC236}">
                          <a16:creationId xmlns:a16="http://schemas.microsoft.com/office/drawing/2014/main" id="{17146FF6-006E-406D-95FD-29E0E782A3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6" name="直線コネクタ 134195">
                      <a:extLst>
                        <a:ext uri="{FF2B5EF4-FFF2-40B4-BE49-F238E27FC236}">
                          <a16:creationId xmlns:a16="http://schemas.microsoft.com/office/drawing/2014/main" id="{BD065383-69CE-4276-833C-E9982D1308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7" name="直線コネクタ 134196">
                      <a:extLst>
                        <a:ext uri="{FF2B5EF4-FFF2-40B4-BE49-F238E27FC236}">
                          <a16:creationId xmlns:a16="http://schemas.microsoft.com/office/drawing/2014/main" id="{B7D0F33F-117B-4EBD-951A-6C4FFA9993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8" name="直線コネクタ 134197">
                      <a:extLst>
                        <a:ext uri="{FF2B5EF4-FFF2-40B4-BE49-F238E27FC236}">
                          <a16:creationId xmlns:a16="http://schemas.microsoft.com/office/drawing/2014/main" id="{FFDB90CE-C278-4379-9110-3113BB8E92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9" name="直線コネクタ 134198">
                      <a:extLst>
                        <a:ext uri="{FF2B5EF4-FFF2-40B4-BE49-F238E27FC236}">
                          <a16:creationId xmlns:a16="http://schemas.microsoft.com/office/drawing/2014/main" id="{96524E87-352B-49A0-A107-7623AF76C9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0" name="直線コネクタ 134199">
                      <a:extLst>
                        <a:ext uri="{FF2B5EF4-FFF2-40B4-BE49-F238E27FC236}">
                          <a16:creationId xmlns:a16="http://schemas.microsoft.com/office/drawing/2014/main" id="{C7D4B417-31EA-43CA-A414-D912D50594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1" name="直線コネクタ 134200">
                      <a:extLst>
                        <a:ext uri="{FF2B5EF4-FFF2-40B4-BE49-F238E27FC236}">
                          <a16:creationId xmlns:a16="http://schemas.microsoft.com/office/drawing/2014/main" id="{E3AC49CF-FED3-40DC-93AE-C2263C1D6D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2" name="直線コネクタ 134201">
                      <a:extLst>
                        <a:ext uri="{FF2B5EF4-FFF2-40B4-BE49-F238E27FC236}">
                          <a16:creationId xmlns:a16="http://schemas.microsoft.com/office/drawing/2014/main" id="{DE24ACEC-1387-4A4D-85B4-0EC2D4918D6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3" name="直線コネクタ 134202">
                      <a:extLst>
                        <a:ext uri="{FF2B5EF4-FFF2-40B4-BE49-F238E27FC236}">
                          <a16:creationId xmlns:a16="http://schemas.microsoft.com/office/drawing/2014/main" id="{B87D4B9F-A4AF-4BED-9529-FFD077596F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4" name="直線コネクタ 134203">
                      <a:extLst>
                        <a:ext uri="{FF2B5EF4-FFF2-40B4-BE49-F238E27FC236}">
                          <a16:creationId xmlns:a16="http://schemas.microsoft.com/office/drawing/2014/main" id="{3CAC50A2-EDDB-4D0C-91C4-1E9219AFC0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5" name="直線コネクタ 134204">
                      <a:extLst>
                        <a:ext uri="{FF2B5EF4-FFF2-40B4-BE49-F238E27FC236}">
                          <a16:creationId xmlns:a16="http://schemas.microsoft.com/office/drawing/2014/main" id="{358729A3-DBA5-49A4-857A-36E3E9CEBA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6" name="直線コネクタ 134205">
                      <a:extLst>
                        <a:ext uri="{FF2B5EF4-FFF2-40B4-BE49-F238E27FC236}">
                          <a16:creationId xmlns:a16="http://schemas.microsoft.com/office/drawing/2014/main" id="{632EC108-7588-4769-A8EE-32BDCC4922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7" name="直線コネクタ 134206">
                      <a:extLst>
                        <a:ext uri="{FF2B5EF4-FFF2-40B4-BE49-F238E27FC236}">
                          <a16:creationId xmlns:a16="http://schemas.microsoft.com/office/drawing/2014/main" id="{7DE95CE8-AEE7-49A1-B0C7-ACA0E4D9BB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8" name="直線コネクタ 134207">
                      <a:extLst>
                        <a:ext uri="{FF2B5EF4-FFF2-40B4-BE49-F238E27FC236}">
                          <a16:creationId xmlns:a16="http://schemas.microsoft.com/office/drawing/2014/main" id="{6DFD661A-3306-410C-A533-357B571301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09" name="直線コネクタ 134208">
                      <a:extLst>
                        <a:ext uri="{FF2B5EF4-FFF2-40B4-BE49-F238E27FC236}">
                          <a16:creationId xmlns:a16="http://schemas.microsoft.com/office/drawing/2014/main" id="{57357265-F40C-4903-8852-15F2F129B9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0" name="直線コネクタ 134209">
                      <a:extLst>
                        <a:ext uri="{FF2B5EF4-FFF2-40B4-BE49-F238E27FC236}">
                          <a16:creationId xmlns:a16="http://schemas.microsoft.com/office/drawing/2014/main" id="{974B8D85-A9F4-416A-BF67-C4F11F555A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1" name="直線コネクタ 134210">
                      <a:extLst>
                        <a:ext uri="{FF2B5EF4-FFF2-40B4-BE49-F238E27FC236}">
                          <a16:creationId xmlns:a16="http://schemas.microsoft.com/office/drawing/2014/main" id="{009567AD-90A6-4A5E-ABA5-F2B30DCD0A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2" name="直線コネクタ 134211">
                      <a:extLst>
                        <a:ext uri="{FF2B5EF4-FFF2-40B4-BE49-F238E27FC236}">
                          <a16:creationId xmlns:a16="http://schemas.microsoft.com/office/drawing/2014/main" id="{8F9EB67A-F0C4-4544-867B-99AD815BEB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3" name="直線コネクタ 134212">
                      <a:extLst>
                        <a:ext uri="{FF2B5EF4-FFF2-40B4-BE49-F238E27FC236}">
                          <a16:creationId xmlns:a16="http://schemas.microsoft.com/office/drawing/2014/main" id="{A52F4EC8-F1E7-449F-9D0D-3693A3956A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4" name="直線コネクタ 134213">
                      <a:extLst>
                        <a:ext uri="{FF2B5EF4-FFF2-40B4-BE49-F238E27FC236}">
                          <a16:creationId xmlns:a16="http://schemas.microsoft.com/office/drawing/2014/main" id="{ACC265DD-6B46-4A62-A204-D6A4052572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5" name="直線コネクタ 134214">
                      <a:extLst>
                        <a:ext uri="{FF2B5EF4-FFF2-40B4-BE49-F238E27FC236}">
                          <a16:creationId xmlns:a16="http://schemas.microsoft.com/office/drawing/2014/main" id="{F4D865B5-86DA-425D-BBE2-0672E17400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6" name="直線コネクタ 134215">
                      <a:extLst>
                        <a:ext uri="{FF2B5EF4-FFF2-40B4-BE49-F238E27FC236}">
                          <a16:creationId xmlns:a16="http://schemas.microsoft.com/office/drawing/2014/main" id="{F8456E0B-9DCD-4397-9B0F-08FE8F4679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7" name="直線コネクタ 134216">
                      <a:extLst>
                        <a:ext uri="{FF2B5EF4-FFF2-40B4-BE49-F238E27FC236}">
                          <a16:creationId xmlns:a16="http://schemas.microsoft.com/office/drawing/2014/main" id="{55FDA94D-E1C1-45E4-A873-4AE20903B5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8" name="直線コネクタ 134217">
                      <a:extLst>
                        <a:ext uri="{FF2B5EF4-FFF2-40B4-BE49-F238E27FC236}">
                          <a16:creationId xmlns:a16="http://schemas.microsoft.com/office/drawing/2014/main" id="{FFA4502A-32DD-4F3D-9375-8D83B17016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19" name="直線コネクタ 134218">
                      <a:extLst>
                        <a:ext uri="{FF2B5EF4-FFF2-40B4-BE49-F238E27FC236}">
                          <a16:creationId xmlns:a16="http://schemas.microsoft.com/office/drawing/2014/main" id="{182D1039-667F-4BEA-B80E-086B826677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0" name="直線コネクタ 134219">
                      <a:extLst>
                        <a:ext uri="{FF2B5EF4-FFF2-40B4-BE49-F238E27FC236}">
                          <a16:creationId xmlns:a16="http://schemas.microsoft.com/office/drawing/2014/main" id="{53B8C08A-A93D-4080-AD3D-BD4B60B703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1" name="直線コネクタ 134220">
                      <a:extLst>
                        <a:ext uri="{FF2B5EF4-FFF2-40B4-BE49-F238E27FC236}">
                          <a16:creationId xmlns:a16="http://schemas.microsoft.com/office/drawing/2014/main" id="{D50667CF-11A8-484F-A3E0-20905F9ED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2" name="直線コネクタ 134221">
                      <a:extLst>
                        <a:ext uri="{FF2B5EF4-FFF2-40B4-BE49-F238E27FC236}">
                          <a16:creationId xmlns:a16="http://schemas.microsoft.com/office/drawing/2014/main" id="{93DF69E5-789B-4D64-8718-7B75B9A1F6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3" name="直線コネクタ 134222">
                      <a:extLst>
                        <a:ext uri="{FF2B5EF4-FFF2-40B4-BE49-F238E27FC236}">
                          <a16:creationId xmlns:a16="http://schemas.microsoft.com/office/drawing/2014/main" id="{16F785F4-1B18-47B1-9382-3A53DE6E08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4" name="直線コネクタ 134223">
                      <a:extLst>
                        <a:ext uri="{FF2B5EF4-FFF2-40B4-BE49-F238E27FC236}">
                          <a16:creationId xmlns:a16="http://schemas.microsoft.com/office/drawing/2014/main" id="{FF961408-2917-4A24-B0D4-8367FDBFC6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5" name="直線コネクタ 134224">
                      <a:extLst>
                        <a:ext uri="{FF2B5EF4-FFF2-40B4-BE49-F238E27FC236}">
                          <a16:creationId xmlns:a16="http://schemas.microsoft.com/office/drawing/2014/main" id="{3D750747-F12E-49F3-ABA3-08209B9F6C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6" name="直線コネクタ 134225">
                      <a:extLst>
                        <a:ext uri="{FF2B5EF4-FFF2-40B4-BE49-F238E27FC236}">
                          <a16:creationId xmlns:a16="http://schemas.microsoft.com/office/drawing/2014/main" id="{C8B7E981-1C5E-46EB-AB72-F8FEC871A5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7" name="直線コネクタ 134226">
                      <a:extLst>
                        <a:ext uri="{FF2B5EF4-FFF2-40B4-BE49-F238E27FC236}">
                          <a16:creationId xmlns:a16="http://schemas.microsoft.com/office/drawing/2014/main" id="{1061AB91-1B45-42B1-9E1C-327B185B61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8" name="直線コネクタ 134227">
                      <a:extLst>
                        <a:ext uri="{FF2B5EF4-FFF2-40B4-BE49-F238E27FC236}">
                          <a16:creationId xmlns:a16="http://schemas.microsoft.com/office/drawing/2014/main" id="{6088C279-1A08-4689-AB6B-3A64C0DA4B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29" name="直線コネクタ 134228">
                      <a:extLst>
                        <a:ext uri="{FF2B5EF4-FFF2-40B4-BE49-F238E27FC236}">
                          <a16:creationId xmlns:a16="http://schemas.microsoft.com/office/drawing/2014/main" id="{0FD60CE4-3D72-4FA0-9077-BD7A002CA1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0" name="直線コネクタ 134229">
                      <a:extLst>
                        <a:ext uri="{FF2B5EF4-FFF2-40B4-BE49-F238E27FC236}">
                          <a16:creationId xmlns:a16="http://schemas.microsoft.com/office/drawing/2014/main" id="{44A3FB1C-3056-47D9-94D9-3A9A5EEF48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1" name="直線コネクタ 134230">
                      <a:extLst>
                        <a:ext uri="{FF2B5EF4-FFF2-40B4-BE49-F238E27FC236}">
                          <a16:creationId xmlns:a16="http://schemas.microsoft.com/office/drawing/2014/main" id="{53DB9384-3A99-4E25-935F-DA7C5642E6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2" name="直線コネクタ 134231">
                      <a:extLst>
                        <a:ext uri="{FF2B5EF4-FFF2-40B4-BE49-F238E27FC236}">
                          <a16:creationId xmlns:a16="http://schemas.microsoft.com/office/drawing/2014/main" id="{4721D8C9-B2C6-4210-92AF-B6C877A2E5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3" name="直線コネクタ 134232">
                      <a:extLst>
                        <a:ext uri="{FF2B5EF4-FFF2-40B4-BE49-F238E27FC236}">
                          <a16:creationId xmlns:a16="http://schemas.microsoft.com/office/drawing/2014/main" id="{9BEB6738-6654-4148-8ED8-5F7EE53430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4" name="直線コネクタ 134233">
                      <a:extLst>
                        <a:ext uri="{FF2B5EF4-FFF2-40B4-BE49-F238E27FC236}">
                          <a16:creationId xmlns:a16="http://schemas.microsoft.com/office/drawing/2014/main" id="{1D3B9BBE-BFAB-43D1-B761-81316D2521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5" name="直線コネクタ 134234">
                      <a:extLst>
                        <a:ext uri="{FF2B5EF4-FFF2-40B4-BE49-F238E27FC236}">
                          <a16:creationId xmlns:a16="http://schemas.microsoft.com/office/drawing/2014/main" id="{EA650A66-8187-46D8-8C95-48852BE253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6" name="直線コネクタ 134235">
                      <a:extLst>
                        <a:ext uri="{FF2B5EF4-FFF2-40B4-BE49-F238E27FC236}">
                          <a16:creationId xmlns:a16="http://schemas.microsoft.com/office/drawing/2014/main" id="{93F98EFE-7991-43DC-B4E4-658B65DBE8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7" name="直線コネクタ 134236">
                      <a:extLst>
                        <a:ext uri="{FF2B5EF4-FFF2-40B4-BE49-F238E27FC236}">
                          <a16:creationId xmlns:a16="http://schemas.microsoft.com/office/drawing/2014/main" id="{5FED244C-DBBF-4EBE-8B18-3E3A3A0B8A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8" name="直線コネクタ 134237">
                      <a:extLst>
                        <a:ext uri="{FF2B5EF4-FFF2-40B4-BE49-F238E27FC236}">
                          <a16:creationId xmlns:a16="http://schemas.microsoft.com/office/drawing/2014/main" id="{A9D79434-0023-4DEC-8BC7-11BF23C7E7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39" name="直線コネクタ 134238">
                      <a:extLst>
                        <a:ext uri="{FF2B5EF4-FFF2-40B4-BE49-F238E27FC236}">
                          <a16:creationId xmlns:a16="http://schemas.microsoft.com/office/drawing/2014/main" id="{AE9AA748-F127-47D0-8ABF-6A623B3E58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0" name="直線コネクタ 134239">
                      <a:extLst>
                        <a:ext uri="{FF2B5EF4-FFF2-40B4-BE49-F238E27FC236}">
                          <a16:creationId xmlns:a16="http://schemas.microsoft.com/office/drawing/2014/main" id="{3DE6D5C3-A51A-4190-8376-AD3BFDE627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1" name="直線コネクタ 134240">
                      <a:extLst>
                        <a:ext uri="{FF2B5EF4-FFF2-40B4-BE49-F238E27FC236}">
                          <a16:creationId xmlns:a16="http://schemas.microsoft.com/office/drawing/2014/main" id="{E89E8312-05AC-40BC-8CE7-2C56BC0B69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2" name="直線コネクタ 134241">
                      <a:extLst>
                        <a:ext uri="{FF2B5EF4-FFF2-40B4-BE49-F238E27FC236}">
                          <a16:creationId xmlns:a16="http://schemas.microsoft.com/office/drawing/2014/main" id="{3D2ABF79-BF76-4F90-948E-75C88A8E78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3" name="直線コネクタ 134242">
                      <a:extLst>
                        <a:ext uri="{FF2B5EF4-FFF2-40B4-BE49-F238E27FC236}">
                          <a16:creationId xmlns:a16="http://schemas.microsoft.com/office/drawing/2014/main" id="{A0CF382C-D558-4D79-944A-B4E204E143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4" name="直線コネクタ 134243">
                      <a:extLst>
                        <a:ext uri="{FF2B5EF4-FFF2-40B4-BE49-F238E27FC236}">
                          <a16:creationId xmlns:a16="http://schemas.microsoft.com/office/drawing/2014/main" id="{3E203DC5-B59C-43D9-AAD9-84FB9B0013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5" name="直線コネクタ 134244">
                      <a:extLst>
                        <a:ext uri="{FF2B5EF4-FFF2-40B4-BE49-F238E27FC236}">
                          <a16:creationId xmlns:a16="http://schemas.microsoft.com/office/drawing/2014/main" id="{D5F1BEDD-7E12-49D1-81D7-22224590D0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6" name="直線コネクタ 134245">
                      <a:extLst>
                        <a:ext uri="{FF2B5EF4-FFF2-40B4-BE49-F238E27FC236}">
                          <a16:creationId xmlns:a16="http://schemas.microsoft.com/office/drawing/2014/main" id="{A4994F44-D98B-439B-AE3E-5F5AF1A206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7" name="直線コネクタ 134246">
                      <a:extLst>
                        <a:ext uri="{FF2B5EF4-FFF2-40B4-BE49-F238E27FC236}">
                          <a16:creationId xmlns:a16="http://schemas.microsoft.com/office/drawing/2014/main" id="{484F2FCA-79E3-4B32-AF12-306A6148C7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8" name="直線コネクタ 134247">
                      <a:extLst>
                        <a:ext uri="{FF2B5EF4-FFF2-40B4-BE49-F238E27FC236}">
                          <a16:creationId xmlns:a16="http://schemas.microsoft.com/office/drawing/2014/main" id="{1C1CD1FA-9133-47EE-A81A-55713AAD03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49" name="直線コネクタ 134248">
                      <a:extLst>
                        <a:ext uri="{FF2B5EF4-FFF2-40B4-BE49-F238E27FC236}">
                          <a16:creationId xmlns:a16="http://schemas.microsoft.com/office/drawing/2014/main" id="{354687EE-981F-4D6B-BA24-A4EBD968D3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0" name="直線コネクタ 134249">
                      <a:extLst>
                        <a:ext uri="{FF2B5EF4-FFF2-40B4-BE49-F238E27FC236}">
                          <a16:creationId xmlns:a16="http://schemas.microsoft.com/office/drawing/2014/main" id="{DE90511F-D293-48E0-BC94-29B3CB2E22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1" name="直線コネクタ 134250">
                      <a:extLst>
                        <a:ext uri="{FF2B5EF4-FFF2-40B4-BE49-F238E27FC236}">
                          <a16:creationId xmlns:a16="http://schemas.microsoft.com/office/drawing/2014/main" id="{EDD99E4D-9BB3-43B0-9B9C-A1924595A9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2" name="直線コネクタ 134251">
                      <a:extLst>
                        <a:ext uri="{FF2B5EF4-FFF2-40B4-BE49-F238E27FC236}">
                          <a16:creationId xmlns:a16="http://schemas.microsoft.com/office/drawing/2014/main" id="{58335C71-C9F2-4316-8BF2-B2ABE163E2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253" name="直線コネクタ 134252">
                      <a:extLst>
                        <a:ext uri="{FF2B5EF4-FFF2-40B4-BE49-F238E27FC236}">
                          <a16:creationId xmlns:a16="http://schemas.microsoft.com/office/drawing/2014/main" id="{ADE65986-9D62-4F5A-8C7D-0B07FC92CA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69" name="グループ化 133568">
                    <a:extLst>
                      <a:ext uri="{FF2B5EF4-FFF2-40B4-BE49-F238E27FC236}">
                        <a16:creationId xmlns:a16="http://schemas.microsoft.com/office/drawing/2014/main" id="{651AC080-DCF2-463F-AB6E-C04FE198A90A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3986241" y="581800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4131" name="直線コネクタ 134130">
                      <a:extLst>
                        <a:ext uri="{FF2B5EF4-FFF2-40B4-BE49-F238E27FC236}">
                          <a16:creationId xmlns:a16="http://schemas.microsoft.com/office/drawing/2014/main" id="{10BD576B-443A-443D-BEB3-EBE9080964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2" name="直線コネクタ 134131">
                      <a:extLst>
                        <a:ext uri="{FF2B5EF4-FFF2-40B4-BE49-F238E27FC236}">
                          <a16:creationId xmlns:a16="http://schemas.microsoft.com/office/drawing/2014/main" id="{FE6BB7FE-AFF4-4078-AB98-D009BCC2DB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3" name="直線コネクタ 134132">
                      <a:extLst>
                        <a:ext uri="{FF2B5EF4-FFF2-40B4-BE49-F238E27FC236}">
                          <a16:creationId xmlns:a16="http://schemas.microsoft.com/office/drawing/2014/main" id="{4771D874-A7FE-43F4-A616-DEE2835648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4" name="直線コネクタ 134133">
                      <a:extLst>
                        <a:ext uri="{FF2B5EF4-FFF2-40B4-BE49-F238E27FC236}">
                          <a16:creationId xmlns:a16="http://schemas.microsoft.com/office/drawing/2014/main" id="{FDE99DE0-9915-4577-964E-AE1559EB93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5" name="直線コネクタ 134134">
                      <a:extLst>
                        <a:ext uri="{FF2B5EF4-FFF2-40B4-BE49-F238E27FC236}">
                          <a16:creationId xmlns:a16="http://schemas.microsoft.com/office/drawing/2014/main" id="{B16FC11D-79A6-49CA-A318-66A0F34380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6" name="直線コネクタ 134135">
                      <a:extLst>
                        <a:ext uri="{FF2B5EF4-FFF2-40B4-BE49-F238E27FC236}">
                          <a16:creationId xmlns:a16="http://schemas.microsoft.com/office/drawing/2014/main" id="{72A412FE-5F4B-41C4-877E-336B99DD2B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7" name="直線コネクタ 134136">
                      <a:extLst>
                        <a:ext uri="{FF2B5EF4-FFF2-40B4-BE49-F238E27FC236}">
                          <a16:creationId xmlns:a16="http://schemas.microsoft.com/office/drawing/2014/main" id="{7AF1D966-78DD-48D3-BED5-8E56E2D5E0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8" name="直線コネクタ 134137">
                      <a:extLst>
                        <a:ext uri="{FF2B5EF4-FFF2-40B4-BE49-F238E27FC236}">
                          <a16:creationId xmlns:a16="http://schemas.microsoft.com/office/drawing/2014/main" id="{5916659D-2F64-43DC-A7EF-7C466061C8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9" name="直線コネクタ 134138">
                      <a:extLst>
                        <a:ext uri="{FF2B5EF4-FFF2-40B4-BE49-F238E27FC236}">
                          <a16:creationId xmlns:a16="http://schemas.microsoft.com/office/drawing/2014/main" id="{AB6B3BFF-EF73-4AB9-AE26-B7B1D2FB58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0" name="直線コネクタ 134139">
                      <a:extLst>
                        <a:ext uri="{FF2B5EF4-FFF2-40B4-BE49-F238E27FC236}">
                          <a16:creationId xmlns:a16="http://schemas.microsoft.com/office/drawing/2014/main" id="{F4ACB1BB-7C7E-4698-A01A-E1EA66F600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1" name="直線コネクタ 134140">
                      <a:extLst>
                        <a:ext uri="{FF2B5EF4-FFF2-40B4-BE49-F238E27FC236}">
                          <a16:creationId xmlns:a16="http://schemas.microsoft.com/office/drawing/2014/main" id="{4DF3F86B-0A1C-4565-ABD9-82A5D4A826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2" name="直線コネクタ 134141">
                      <a:extLst>
                        <a:ext uri="{FF2B5EF4-FFF2-40B4-BE49-F238E27FC236}">
                          <a16:creationId xmlns:a16="http://schemas.microsoft.com/office/drawing/2014/main" id="{23596FF3-7418-4FF2-A09C-8983C155D5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3" name="直線コネクタ 134142">
                      <a:extLst>
                        <a:ext uri="{FF2B5EF4-FFF2-40B4-BE49-F238E27FC236}">
                          <a16:creationId xmlns:a16="http://schemas.microsoft.com/office/drawing/2014/main" id="{92E0522F-F68D-4C59-B71A-28B8E9B865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4" name="直線コネクタ 134143">
                      <a:extLst>
                        <a:ext uri="{FF2B5EF4-FFF2-40B4-BE49-F238E27FC236}">
                          <a16:creationId xmlns:a16="http://schemas.microsoft.com/office/drawing/2014/main" id="{BBE62D35-18FE-4141-ADED-AB9C17CB76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5" name="直線コネクタ 134144">
                      <a:extLst>
                        <a:ext uri="{FF2B5EF4-FFF2-40B4-BE49-F238E27FC236}">
                          <a16:creationId xmlns:a16="http://schemas.microsoft.com/office/drawing/2014/main" id="{E98501DB-7055-4D5E-B153-6BA4A6D9AA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6" name="直線コネクタ 134145">
                      <a:extLst>
                        <a:ext uri="{FF2B5EF4-FFF2-40B4-BE49-F238E27FC236}">
                          <a16:creationId xmlns:a16="http://schemas.microsoft.com/office/drawing/2014/main" id="{361D992F-0673-4948-9CE1-9EA65EDE02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7" name="直線コネクタ 134146">
                      <a:extLst>
                        <a:ext uri="{FF2B5EF4-FFF2-40B4-BE49-F238E27FC236}">
                          <a16:creationId xmlns:a16="http://schemas.microsoft.com/office/drawing/2014/main" id="{E23BA96B-0C5C-4367-8C98-832C47CC24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8" name="直線コネクタ 134147">
                      <a:extLst>
                        <a:ext uri="{FF2B5EF4-FFF2-40B4-BE49-F238E27FC236}">
                          <a16:creationId xmlns:a16="http://schemas.microsoft.com/office/drawing/2014/main" id="{46C90C71-FFBB-43F3-8FB8-C1AD148F9D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49" name="直線コネクタ 134148">
                      <a:extLst>
                        <a:ext uri="{FF2B5EF4-FFF2-40B4-BE49-F238E27FC236}">
                          <a16:creationId xmlns:a16="http://schemas.microsoft.com/office/drawing/2014/main" id="{FA4C421B-5208-4AE8-A351-9936046AF5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0" name="直線コネクタ 134149">
                      <a:extLst>
                        <a:ext uri="{FF2B5EF4-FFF2-40B4-BE49-F238E27FC236}">
                          <a16:creationId xmlns:a16="http://schemas.microsoft.com/office/drawing/2014/main" id="{08191336-5491-4CC6-B9FA-30CE03B3F9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1" name="直線コネクタ 134150">
                      <a:extLst>
                        <a:ext uri="{FF2B5EF4-FFF2-40B4-BE49-F238E27FC236}">
                          <a16:creationId xmlns:a16="http://schemas.microsoft.com/office/drawing/2014/main" id="{04A6FBA1-FA18-4AE7-99E7-119527568D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2" name="直線コネクタ 134151">
                      <a:extLst>
                        <a:ext uri="{FF2B5EF4-FFF2-40B4-BE49-F238E27FC236}">
                          <a16:creationId xmlns:a16="http://schemas.microsoft.com/office/drawing/2014/main" id="{8DE272A5-591C-4B95-BEEF-CF4C9DFD2B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3" name="直線コネクタ 134152">
                      <a:extLst>
                        <a:ext uri="{FF2B5EF4-FFF2-40B4-BE49-F238E27FC236}">
                          <a16:creationId xmlns:a16="http://schemas.microsoft.com/office/drawing/2014/main" id="{7DEE4379-9909-48FC-BCC8-C2AEFB9F78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4" name="直線コネクタ 134153">
                      <a:extLst>
                        <a:ext uri="{FF2B5EF4-FFF2-40B4-BE49-F238E27FC236}">
                          <a16:creationId xmlns:a16="http://schemas.microsoft.com/office/drawing/2014/main" id="{4CB849BB-5503-4559-86EC-541296C157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5" name="直線コネクタ 134154">
                      <a:extLst>
                        <a:ext uri="{FF2B5EF4-FFF2-40B4-BE49-F238E27FC236}">
                          <a16:creationId xmlns:a16="http://schemas.microsoft.com/office/drawing/2014/main" id="{CCC74DF9-ECC3-47EC-AA4E-973D6817F3F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6" name="直線コネクタ 134155">
                      <a:extLst>
                        <a:ext uri="{FF2B5EF4-FFF2-40B4-BE49-F238E27FC236}">
                          <a16:creationId xmlns:a16="http://schemas.microsoft.com/office/drawing/2014/main" id="{E93D5ADD-57DF-4CFF-B42F-24FDC63A2A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7" name="直線コネクタ 134156">
                      <a:extLst>
                        <a:ext uri="{FF2B5EF4-FFF2-40B4-BE49-F238E27FC236}">
                          <a16:creationId xmlns:a16="http://schemas.microsoft.com/office/drawing/2014/main" id="{8894B315-F00D-4DB3-A558-CFD4CE1857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8" name="直線コネクタ 134157">
                      <a:extLst>
                        <a:ext uri="{FF2B5EF4-FFF2-40B4-BE49-F238E27FC236}">
                          <a16:creationId xmlns:a16="http://schemas.microsoft.com/office/drawing/2014/main" id="{8B902CEB-C5A9-4DE8-B18D-D287D1FE71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59" name="直線コネクタ 134158">
                      <a:extLst>
                        <a:ext uri="{FF2B5EF4-FFF2-40B4-BE49-F238E27FC236}">
                          <a16:creationId xmlns:a16="http://schemas.microsoft.com/office/drawing/2014/main" id="{97614F70-096B-40CF-84DF-23766A0C70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0" name="直線コネクタ 134159">
                      <a:extLst>
                        <a:ext uri="{FF2B5EF4-FFF2-40B4-BE49-F238E27FC236}">
                          <a16:creationId xmlns:a16="http://schemas.microsoft.com/office/drawing/2014/main" id="{1F622784-C500-42F1-A8BE-9947E41477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1" name="直線コネクタ 134160">
                      <a:extLst>
                        <a:ext uri="{FF2B5EF4-FFF2-40B4-BE49-F238E27FC236}">
                          <a16:creationId xmlns:a16="http://schemas.microsoft.com/office/drawing/2014/main" id="{6D2CC2D6-CC9F-4B39-8866-93F1EE59AA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2" name="直線コネクタ 134161">
                      <a:extLst>
                        <a:ext uri="{FF2B5EF4-FFF2-40B4-BE49-F238E27FC236}">
                          <a16:creationId xmlns:a16="http://schemas.microsoft.com/office/drawing/2014/main" id="{66A949A5-A694-425B-B8CA-A0741A2D88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3" name="直線コネクタ 134162">
                      <a:extLst>
                        <a:ext uri="{FF2B5EF4-FFF2-40B4-BE49-F238E27FC236}">
                          <a16:creationId xmlns:a16="http://schemas.microsoft.com/office/drawing/2014/main" id="{1307EC4E-ED71-443F-8D2C-AF1CFA03F8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4" name="直線コネクタ 134163">
                      <a:extLst>
                        <a:ext uri="{FF2B5EF4-FFF2-40B4-BE49-F238E27FC236}">
                          <a16:creationId xmlns:a16="http://schemas.microsoft.com/office/drawing/2014/main" id="{B3FF283F-ED04-4E7B-BDC9-00B9971A60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5" name="直線コネクタ 134164">
                      <a:extLst>
                        <a:ext uri="{FF2B5EF4-FFF2-40B4-BE49-F238E27FC236}">
                          <a16:creationId xmlns:a16="http://schemas.microsoft.com/office/drawing/2014/main" id="{980A6F84-EBA7-46B9-8AF8-218D1FD301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6" name="直線コネクタ 134165">
                      <a:extLst>
                        <a:ext uri="{FF2B5EF4-FFF2-40B4-BE49-F238E27FC236}">
                          <a16:creationId xmlns:a16="http://schemas.microsoft.com/office/drawing/2014/main" id="{3A190E94-23E0-4127-A4BF-8ACC5D705C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7" name="直線コネクタ 134166">
                      <a:extLst>
                        <a:ext uri="{FF2B5EF4-FFF2-40B4-BE49-F238E27FC236}">
                          <a16:creationId xmlns:a16="http://schemas.microsoft.com/office/drawing/2014/main" id="{7D4283B7-F6E3-4AD1-B587-A619EBDB0A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8" name="直線コネクタ 134167">
                      <a:extLst>
                        <a:ext uri="{FF2B5EF4-FFF2-40B4-BE49-F238E27FC236}">
                          <a16:creationId xmlns:a16="http://schemas.microsoft.com/office/drawing/2014/main" id="{378AE37B-5BFF-4B94-AFC4-9B426C8BA4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69" name="直線コネクタ 134168">
                      <a:extLst>
                        <a:ext uri="{FF2B5EF4-FFF2-40B4-BE49-F238E27FC236}">
                          <a16:creationId xmlns:a16="http://schemas.microsoft.com/office/drawing/2014/main" id="{206E155A-B598-435F-BBFB-877898B518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0" name="直線コネクタ 134169">
                      <a:extLst>
                        <a:ext uri="{FF2B5EF4-FFF2-40B4-BE49-F238E27FC236}">
                          <a16:creationId xmlns:a16="http://schemas.microsoft.com/office/drawing/2014/main" id="{124E609D-7D6B-4643-993E-D2BCF8EA60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1" name="直線コネクタ 134170">
                      <a:extLst>
                        <a:ext uri="{FF2B5EF4-FFF2-40B4-BE49-F238E27FC236}">
                          <a16:creationId xmlns:a16="http://schemas.microsoft.com/office/drawing/2014/main" id="{E7FA129B-9C1B-4EAB-A3DA-EA9D1DC45B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2" name="直線コネクタ 134171">
                      <a:extLst>
                        <a:ext uri="{FF2B5EF4-FFF2-40B4-BE49-F238E27FC236}">
                          <a16:creationId xmlns:a16="http://schemas.microsoft.com/office/drawing/2014/main" id="{91090991-F3E5-43D2-89DB-71CCFFD322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3" name="直線コネクタ 134172">
                      <a:extLst>
                        <a:ext uri="{FF2B5EF4-FFF2-40B4-BE49-F238E27FC236}">
                          <a16:creationId xmlns:a16="http://schemas.microsoft.com/office/drawing/2014/main" id="{FF87BD84-A95C-4CD2-9B1A-CF28E10805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4" name="直線コネクタ 134173">
                      <a:extLst>
                        <a:ext uri="{FF2B5EF4-FFF2-40B4-BE49-F238E27FC236}">
                          <a16:creationId xmlns:a16="http://schemas.microsoft.com/office/drawing/2014/main" id="{A7FCECF8-9DF8-4F4D-9FC0-3A5C5F3F10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5" name="直線コネクタ 134174">
                      <a:extLst>
                        <a:ext uri="{FF2B5EF4-FFF2-40B4-BE49-F238E27FC236}">
                          <a16:creationId xmlns:a16="http://schemas.microsoft.com/office/drawing/2014/main" id="{16243138-BDF0-412C-A2A2-F689EA7AA8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6" name="直線コネクタ 134175">
                      <a:extLst>
                        <a:ext uri="{FF2B5EF4-FFF2-40B4-BE49-F238E27FC236}">
                          <a16:creationId xmlns:a16="http://schemas.microsoft.com/office/drawing/2014/main" id="{AD7D9D2E-73BD-45D2-86A5-2A06962103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7" name="直線コネクタ 134176">
                      <a:extLst>
                        <a:ext uri="{FF2B5EF4-FFF2-40B4-BE49-F238E27FC236}">
                          <a16:creationId xmlns:a16="http://schemas.microsoft.com/office/drawing/2014/main" id="{17DF7629-9ABF-4797-85B3-ED03A6953F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8" name="直線コネクタ 134177">
                      <a:extLst>
                        <a:ext uri="{FF2B5EF4-FFF2-40B4-BE49-F238E27FC236}">
                          <a16:creationId xmlns:a16="http://schemas.microsoft.com/office/drawing/2014/main" id="{EBBCCA47-ED84-4E94-A459-B54CD1DD87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79" name="直線コネクタ 134178">
                      <a:extLst>
                        <a:ext uri="{FF2B5EF4-FFF2-40B4-BE49-F238E27FC236}">
                          <a16:creationId xmlns:a16="http://schemas.microsoft.com/office/drawing/2014/main" id="{AB2F3E3D-7A76-4935-94FA-0B495B594A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0" name="直線コネクタ 134179">
                      <a:extLst>
                        <a:ext uri="{FF2B5EF4-FFF2-40B4-BE49-F238E27FC236}">
                          <a16:creationId xmlns:a16="http://schemas.microsoft.com/office/drawing/2014/main" id="{94A3EDF7-BD21-4D7D-8E8F-6F0678930F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1" name="直線コネクタ 134180">
                      <a:extLst>
                        <a:ext uri="{FF2B5EF4-FFF2-40B4-BE49-F238E27FC236}">
                          <a16:creationId xmlns:a16="http://schemas.microsoft.com/office/drawing/2014/main" id="{13D3566E-A26E-4F06-B927-4482EDC443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2" name="直線コネクタ 134181">
                      <a:extLst>
                        <a:ext uri="{FF2B5EF4-FFF2-40B4-BE49-F238E27FC236}">
                          <a16:creationId xmlns:a16="http://schemas.microsoft.com/office/drawing/2014/main" id="{52F91E6B-C0F0-4D8C-8C63-4B2DC5ED33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3" name="直線コネクタ 134182">
                      <a:extLst>
                        <a:ext uri="{FF2B5EF4-FFF2-40B4-BE49-F238E27FC236}">
                          <a16:creationId xmlns:a16="http://schemas.microsoft.com/office/drawing/2014/main" id="{2389B086-925B-4494-AEFE-D86FBB2B9D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4" name="直線コネクタ 134183">
                      <a:extLst>
                        <a:ext uri="{FF2B5EF4-FFF2-40B4-BE49-F238E27FC236}">
                          <a16:creationId xmlns:a16="http://schemas.microsoft.com/office/drawing/2014/main" id="{A62C4942-8A8E-44FC-A57A-663363E758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5" name="直線コネクタ 134184">
                      <a:extLst>
                        <a:ext uri="{FF2B5EF4-FFF2-40B4-BE49-F238E27FC236}">
                          <a16:creationId xmlns:a16="http://schemas.microsoft.com/office/drawing/2014/main" id="{C84F20C0-AB98-4269-8DFD-44F4DAB6DD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6" name="直線コネクタ 134185">
                      <a:extLst>
                        <a:ext uri="{FF2B5EF4-FFF2-40B4-BE49-F238E27FC236}">
                          <a16:creationId xmlns:a16="http://schemas.microsoft.com/office/drawing/2014/main" id="{A59B2F17-05DB-4AB8-AD28-E3FD94DE77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7" name="直線コネクタ 134186">
                      <a:extLst>
                        <a:ext uri="{FF2B5EF4-FFF2-40B4-BE49-F238E27FC236}">
                          <a16:creationId xmlns:a16="http://schemas.microsoft.com/office/drawing/2014/main" id="{CAB35395-759B-485E-9143-714DA10469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8" name="直線コネクタ 134187">
                      <a:extLst>
                        <a:ext uri="{FF2B5EF4-FFF2-40B4-BE49-F238E27FC236}">
                          <a16:creationId xmlns:a16="http://schemas.microsoft.com/office/drawing/2014/main" id="{D5FFD70A-B198-48AB-9454-F74FDFC347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89" name="直線コネクタ 134188">
                      <a:extLst>
                        <a:ext uri="{FF2B5EF4-FFF2-40B4-BE49-F238E27FC236}">
                          <a16:creationId xmlns:a16="http://schemas.microsoft.com/office/drawing/2014/main" id="{C44018B0-4973-4B13-AF21-DD989E3BB7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0" name="直線コネクタ 134189">
                      <a:extLst>
                        <a:ext uri="{FF2B5EF4-FFF2-40B4-BE49-F238E27FC236}">
                          <a16:creationId xmlns:a16="http://schemas.microsoft.com/office/drawing/2014/main" id="{C218E9C6-B797-4938-BA65-2B3F1F1283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1" name="直線コネクタ 134190">
                      <a:extLst>
                        <a:ext uri="{FF2B5EF4-FFF2-40B4-BE49-F238E27FC236}">
                          <a16:creationId xmlns:a16="http://schemas.microsoft.com/office/drawing/2014/main" id="{FA42883A-D28A-4C46-9783-502292BCEB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2" name="直線コネクタ 134191">
                      <a:extLst>
                        <a:ext uri="{FF2B5EF4-FFF2-40B4-BE49-F238E27FC236}">
                          <a16:creationId xmlns:a16="http://schemas.microsoft.com/office/drawing/2014/main" id="{C80062A5-F059-4204-90B7-2B6157EE5D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93" name="直線コネクタ 134192">
                      <a:extLst>
                        <a:ext uri="{FF2B5EF4-FFF2-40B4-BE49-F238E27FC236}">
                          <a16:creationId xmlns:a16="http://schemas.microsoft.com/office/drawing/2014/main" id="{F2835C0C-7C65-4521-9D93-040147405F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0" name="グループ化 133569">
                    <a:extLst>
                      <a:ext uri="{FF2B5EF4-FFF2-40B4-BE49-F238E27FC236}">
                        <a16:creationId xmlns:a16="http://schemas.microsoft.com/office/drawing/2014/main" id="{8D789685-B2F7-4322-9F5E-AE8A29420A99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4447763" y="630559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4071" name="直線コネクタ 134070">
                      <a:extLst>
                        <a:ext uri="{FF2B5EF4-FFF2-40B4-BE49-F238E27FC236}">
                          <a16:creationId xmlns:a16="http://schemas.microsoft.com/office/drawing/2014/main" id="{6AC977D5-727C-4423-A6E9-13D9BD14FC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2" name="直線コネクタ 134071">
                      <a:extLst>
                        <a:ext uri="{FF2B5EF4-FFF2-40B4-BE49-F238E27FC236}">
                          <a16:creationId xmlns:a16="http://schemas.microsoft.com/office/drawing/2014/main" id="{D73062B5-28E3-497F-887E-5C921C267F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3" name="直線コネクタ 134072">
                      <a:extLst>
                        <a:ext uri="{FF2B5EF4-FFF2-40B4-BE49-F238E27FC236}">
                          <a16:creationId xmlns:a16="http://schemas.microsoft.com/office/drawing/2014/main" id="{D6E22E9B-9011-489B-AD7F-79295941C1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4" name="直線コネクタ 134073">
                      <a:extLst>
                        <a:ext uri="{FF2B5EF4-FFF2-40B4-BE49-F238E27FC236}">
                          <a16:creationId xmlns:a16="http://schemas.microsoft.com/office/drawing/2014/main" id="{389BD703-9055-473E-921E-E7623E26F6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5" name="直線コネクタ 134074">
                      <a:extLst>
                        <a:ext uri="{FF2B5EF4-FFF2-40B4-BE49-F238E27FC236}">
                          <a16:creationId xmlns:a16="http://schemas.microsoft.com/office/drawing/2014/main" id="{5B3F0D49-7BE7-4B08-B34F-6FDA23CE20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6" name="直線コネクタ 134075">
                      <a:extLst>
                        <a:ext uri="{FF2B5EF4-FFF2-40B4-BE49-F238E27FC236}">
                          <a16:creationId xmlns:a16="http://schemas.microsoft.com/office/drawing/2014/main" id="{0CC8E965-B271-494F-BAF9-6D002794D9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7" name="直線コネクタ 134076">
                      <a:extLst>
                        <a:ext uri="{FF2B5EF4-FFF2-40B4-BE49-F238E27FC236}">
                          <a16:creationId xmlns:a16="http://schemas.microsoft.com/office/drawing/2014/main" id="{72A62979-26CE-4356-B675-D575464192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8" name="直線コネクタ 134077">
                      <a:extLst>
                        <a:ext uri="{FF2B5EF4-FFF2-40B4-BE49-F238E27FC236}">
                          <a16:creationId xmlns:a16="http://schemas.microsoft.com/office/drawing/2014/main" id="{7DAA778E-85B2-4859-8464-3839F7341E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9" name="直線コネクタ 134078">
                      <a:extLst>
                        <a:ext uri="{FF2B5EF4-FFF2-40B4-BE49-F238E27FC236}">
                          <a16:creationId xmlns:a16="http://schemas.microsoft.com/office/drawing/2014/main" id="{AEECDDBA-9607-430C-83DC-7AF653F2130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0" name="直線コネクタ 134079">
                      <a:extLst>
                        <a:ext uri="{FF2B5EF4-FFF2-40B4-BE49-F238E27FC236}">
                          <a16:creationId xmlns:a16="http://schemas.microsoft.com/office/drawing/2014/main" id="{0AF48968-1124-47FB-8DBD-195222DC3F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1" name="直線コネクタ 134080">
                      <a:extLst>
                        <a:ext uri="{FF2B5EF4-FFF2-40B4-BE49-F238E27FC236}">
                          <a16:creationId xmlns:a16="http://schemas.microsoft.com/office/drawing/2014/main" id="{3486452D-8E8A-4E8C-934E-EDB64EDFC8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2" name="直線コネクタ 134081">
                      <a:extLst>
                        <a:ext uri="{FF2B5EF4-FFF2-40B4-BE49-F238E27FC236}">
                          <a16:creationId xmlns:a16="http://schemas.microsoft.com/office/drawing/2014/main" id="{E5AF6101-2BA0-4CF3-9ED2-C86DCD6F6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3" name="直線コネクタ 134082">
                      <a:extLst>
                        <a:ext uri="{FF2B5EF4-FFF2-40B4-BE49-F238E27FC236}">
                          <a16:creationId xmlns:a16="http://schemas.microsoft.com/office/drawing/2014/main" id="{70B87C33-EC37-4338-AF84-F38D4F9D7C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4" name="直線コネクタ 134083">
                      <a:extLst>
                        <a:ext uri="{FF2B5EF4-FFF2-40B4-BE49-F238E27FC236}">
                          <a16:creationId xmlns:a16="http://schemas.microsoft.com/office/drawing/2014/main" id="{8786BAC9-C74D-462C-998D-54E1BF7A15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5" name="直線コネクタ 134084">
                      <a:extLst>
                        <a:ext uri="{FF2B5EF4-FFF2-40B4-BE49-F238E27FC236}">
                          <a16:creationId xmlns:a16="http://schemas.microsoft.com/office/drawing/2014/main" id="{67B45001-9896-48A2-A72C-B500455F92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6" name="直線コネクタ 134085">
                      <a:extLst>
                        <a:ext uri="{FF2B5EF4-FFF2-40B4-BE49-F238E27FC236}">
                          <a16:creationId xmlns:a16="http://schemas.microsoft.com/office/drawing/2014/main" id="{4915E88D-5E33-4E27-B5FF-505E6666D6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7" name="直線コネクタ 134086">
                      <a:extLst>
                        <a:ext uri="{FF2B5EF4-FFF2-40B4-BE49-F238E27FC236}">
                          <a16:creationId xmlns:a16="http://schemas.microsoft.com/office/drawing/2014/main" id="{D4BC97A1-80BA-4DF4-B52D-00A0F35C88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8" name="直線コネクタ 134087">
                      <a:extLst>
                        <a:ext uri="{FF2B5EF4-FFF2-40B4-BE49-F238E27FC236}">
                          <a16:creationId xmlns:a16="http://schemas.microsoft.com/office/drawing/2014/main" id="{2CC8C091-A13D-4196-978B-5AA11F8A8E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89" name="直線コネクタ 134088">
                      <a:extLst>
                        <a:ext uri="{FF2B5EF4-FFF2-40B4-BE49-F238E27FC236}">
                          <a16:creationId xmlns:a16="http://schemas.microsoft.com/office/drawing/2014/main" id="{1C837171-E330-47D3-B88D-6B1C6E9A6D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0" name="直線コネクタ 134089">
                      <a:extLst>
                        <a:ext uri="{FF2B5EF4-FFF2-40B4-BE49-F238E27FC236}">
                          <a16:creationId xmlns:a16="http://schemas.microsoft.com/office/drawing/2014/main" id="{8C314C2B-EC17-49B5-8FAD-0D88D0A594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1" name="直線コネクタ 134090">
                      <a:extLst>
                        <a:ext uri="{FF2B5EF4-FFF2-40B4-BE49-F238E27FC236}">
                          <a16:creationId xmlns:a16="http://schemas.microsoft.com/office/drawing/2014/main" id="{F39C5C10-110D-4836-B8BC-9A10EB0327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2" name="直線コネクタ 134091">
                      <a:extLst>
                        <a:ext uri="{FF2B5EF4-FFF2-40B4-BE49-F238E27FC236}">
                          <a16:creationId xmlns:a16="http://schemas.microsoft.com/office/drawing/2014/main" id="{93C4741D-E6C6-418F-A32D-73BC669C91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3" name="直線コネクタ 134092">
                      <a:extLst>
                        <a:ext uri="{FF2B5EF4-FFF2-40B4-BE49-F238E27FC236}">
                          <a16:creationId xmlns:a16="http://schemas.microsoft.com/office/drawing/2014/main" id="{17CF4CFA-B995-4CCA-9E51-20E72600C1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4" name="直線コネクタ 134093">
                      <a:extLst>
                        <a:ext uri="{FF2B5EF4-FFF2-40B4-BE49-F238E27FC236}">
                          <a16:creationId xmlns:a16="http://schemas.microsoft.com/office/drawing/2014/main" id="{DE1A29EC-32E5-4851-A2A4-93748A2A5E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5" name="直線コネクタ 134094">
                      <a:extLst>
                        <a:ext uri="{FF2B5EF4-FFF2-40B4-BE49-F238E27FC236}">
                          <a16:creationId xmlns:a16="http://schemas.microsoft.com/office/drawing/2014/main" id="{4205A850-5BE8-4DDA-B78D-A7339E18A7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6" name="直線コネクタ 134095">
                      <a:extLst>
                        <a:ext uri="{FF2B5EF4-FFF2-40B4-BE49-F238E27FC236}">
                          <a16:creationId xmlns:a16="http://schemas.microsoft.com/office/drawing/2014/main" id="{FD2D1AB1-FE39-4002-A8E3-ABC7517B40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7" name="直線コネクタ 134096">
                      <a:extLst>
                        <a:ext uri="{FF2B5EF4-FFF2-40B4-BE49-F238E27FC236}">
                          <a16:creationId xmlns:a16="http://schemas.microsoft.com/office/drawing/2014/main" id="{C7FF580E-3B1E-403F-8DF5-DB4F2071DB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8" name="直線コネクタ 134097">
                      <a:extLst>
                        <a:ext uri="{FF2B5EF4-FFF2-40B4-BE49-F238E27FC236}">
                          <a16:creationId xmlns:a16="http://schemas.microsoft.com/office/drawing/2014/main" id="{4ABDFDD1-CC92-4FB2-94FC-6A37816EF6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99" name="直線コネクタ 134098">
                      <a:extLst>
                        <a:ext uri="{FF2B5EF4-FFF2-40B4-BE49-F238E27FC236}">
                          <a16:creationId xmlns:a16="http://schemas.microsoft.com/office/drawing/2014/main" id="{21CC6BA9-90B2-44E7-8404-1B0F693403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0" name="直線コネクタ 134099">
                      <a:extLst>
                        <a:ext uri="{FF2B5EF4-FFF2-40B4-BE49-F238E27FC236}">
                          <a16:creationId xmlns:a16="http://schemas.microsoft.com/office/drawing/2014/main" id="{5BE1DB36-7747-451E-BC2E-459FCB9D2C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1" name="直線コネクタ 134100">
                      <a:extLst>
                        <a:ext uri="{FF2B5EF4-FFF2-40B4-BE49-F238E27FC236}">
                          <a16:creationId xmlns:a16="http://schemas.microsoft.com/office/drawing/2014/main" id="{33B29DBB-711D-491B-BA6C-65CB163490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2" name="直線コネクタ 134101">
                      <a:extLst>
                        <a:ext uri="{FF2B5EF4-FFF2-40B4-BE49-F238E27FC236}">
                          <a16:creationId xmlns:a16="http://schemas.microsoft.com/office/drawing/2014/main" id="{DAD543E3-BBA3-45DB-BB5A-80F2B1974E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3" name="直線コネクタ 134102">
                      <a:extLst>
                        <a:ext uri="{FF2B5EF4-FFF2-40B4-BE49-F238E27FC236}">
                          <a16:creationId xmlns:a16="http://schemas.microsoft.com/office/drawing/2014/main" id="{81A19F35-0D29-41CB-BD4C-22FED6B786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4" name="直線コネクタ 134103">
                      <a:extLst>
                        <a:ext uri="{FF2B5EF4-FFF2-40B4-BE49-F238E27FC236}">
                          <a16:creationId xmlns:a16="http://schemas.microsoft.com/office/drawing/2014/main" id="{02C26F2F-5D65-4243-9FEC-4D03783B77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5" name="直線コネクタ 134104">
                      <a:extLst>
                        <a:ext uri="{FF2B5EF4-FFF2-40B4-BE49-F238E27FC236}">
                          <a16:creationId xmlns:a16="http://schemas.microsoft.com/office/drawing/2014/main" id="{6D2D77DA-924C-406A-A279-CA28788065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6" name="直線コネクタ 134105">
                      <a:extLst>
                        <a:ext uri="{FF2B5EF4-FFF2-40B4-BE49-F238E27FC236}">
                          <a16:creationId xmlns:a16="http://schemas.microsoft.com/office/drawing/2014/main" id="{B8411B05-2183-439B-AC34-7BAB9AC8F5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7" name="直線コネクタ 134106">
                      <a:extLst>
                        <a:ext uri="{FF2B5EF4-FFF2-40B4-BE49-F238E27FC236}">
                          <a16:creationId xmlns:a16="http://schemas.microsoft.com/office/drawing/2014/main" id="{C2B09F02-B8F5-48DB-B245-B0CE94FD47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8" name="直線コネクタ 134107">
                      <a:extLst>
                        <a:ext uri="{FF2B5EF4-FFF2-40B4-BE49-F238E27FC236}">
                          <a16:creationId xmlns:a16="http://schemas.microsoft.com/office/drawing/2014/main" id="{02FE0534-C532-424E-9707-83EB4B92E8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09" name="直線コネクタ 134108">
                      <a:extLst>
                        <a:ext uri="{FF2B5EF4-FFF2-40B4-BE49-F238E27FC236}">
                          <a16:creationId xmlns:a16="http://schemas.microsoft.com/office/drawing/2014/main" id="{F019B9BC-82CD-45ED-9F3B-6E1E268C7C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0" name="直線コネクタ 134109">
                      <a:extLst>
                        <a:ext uri="{FF2B5EF4-FFF2-40B4-BE49-F238E27FC236}">
                          <a16:creationId xmlns:a16="http://schemas.microsoft.com/office/drawing/2014/main" id="{F6830E2A-854E-421A-871E-32B80B341E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1" name="直線コネクタ 134110">
                      <a:extLst>
                        <a:ext uri="{FF2B5EF4-FFF2-40B4-BE49-F238E27FC236}">
                          <a16:creationId xmlns:a16="http://schemas.microsoft.com/office/drawing/2014/main" id="{2167DC09-A429-407A-8848-C76A8822A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2" name="直線コネクタ 134111">
                      <a:extLst>
                        <a:ext uri="{FF2B5EF4-FFF2-40B4-BE49-F238E27FC236}">
                          <a16:creationId xmlns:a16="http://schemas.microsoft.com/office/drawing/2014/main" id="{CCE82A23-5F33-4E66-9957-779E58665F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3" name="直線コネクタ 134112">
                      <a:extLst>
                        <a:ext uri="{FF2B5EF4-FFF2-40B4-BE49-F238E27FC236}">
                          <a16:creationId xmlns:a16="http://schemas.microsoft.com/office/drawing/2014/main" id="{5B49B1DB-B753-4EEE-8C6D-40F521EC03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4" name="直線コネクタ 134113">
                      <a:extLst>
                        <a:ext uri="{FF2B5EF4-FFF2-40B4-BE49-F238E27FC236}">
                          <a16:creationId xmlns:a16="http://schemas.microsoft.com/office/drawing/2014/main" id="{E1E73A80-1C84-4ECE-B0C2-35E982DC2F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5" name="直線コネクタ 134114">
                      <a:extLst>
                        <a:ext uri="{FF2B5EF4-FFF2-40B4-BE49-F238E27FC236}">
                          <a16:creationId xmlns:a16="http://schemas.microsoft.com/office/drawing/2014/main" id="{2E526684-DDE7-4D9C-8DD2-C896E01958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6" name="直線コネクタ 134115">
                      <a:extLst>
                        <a:ext uri="{FF2B5EF4-FFF2-40B4-BE49-F238E27FC236}">
                          <a16:creationId xmlns:a16="http://schemas.microsoft.com/office/drawing/2014/main" id="{7D89E31A-A188-409B-80D7-11C4BE1CC0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7" name="直線コネクタ 134116">
                      <a:extLst>
                        <a:ext uri="{FF2B5EF4-FFF2-40B4-BE49-F238E27FC236}">
                          <a16:creationId xmlns:a16="http://schemas.microsoft.com/office/drawing/2014/main" id="{FA0FE301-9FC0-430A-9C22-B51D430481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8" name="直線コネクタ 134117">
                      <a:extLst>
                        <a:ext uri="{FF2B5EF4-FFF2-40B4-BE49-F238E27FC236}">
                          <a16:creationId xmlns:a16="http://schemas.microsoft.com/office/drawing/2014/main" id="{FA3A9B39-A8FE-4F20-9338-DC970D18AF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19" name="直線コネクタ 134118">
                      <a:extLst>
                        <a:ext uri="{FF2B5EF4-FFF2-40B4-BE49-F238E27FC236}">
                          <a16:creationId xmlns:a16="http://schemas.microsoft.com/office/drawing/2014/main" id="{BCBE415D-5378-4960-BF36-E727CA9401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0" name="直線コネクタ 134119">
                      <a:extLst>
                        <a:ext uri="{FF2B5EF4-FFF2-40B4-BE49-F238E27FC236}">
                          <a16:creationId xmlns:a16="http://schemas.microsoft.com/office/drawing/2014/main" id="{A3F1AFF6-C343-408E-9267-DBE5E50CCD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1" name="直線コネクタ 134120">
                      <a:extLst>
                        <a:ext uri="{FF2B5EF4-FFF2-40B4-BE49-F238E27FC236}">
                          <a16:creationId xmlns:a16="http://schemas.microsoft.com/office/drawing/2014/main" id="{31B15333-A9F0-42BE-8227-FB0558D5D5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2" name="直線コネクタ 134121">
                      <a:extLst>
                        <a:ext uri="{FF2B5EF4-FFF2-40B4-BE49-F238E27FC236}">
                          <a16:creationId xmlns:a16="http://schemas.microsoft.com/office/drawing/2014/main" id="{266B0ACB-1C71-4B2A-B573-05266D2D45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3" name="直線コネクタ 134122">
                      <a:extLst>
                        <a:ext uri="{FF2B5EF4-FFF2-40B4-BE49-F238E27FC236}">
                          <a16:creationId xmlns:a16="http://schemas.microsoft.com/office/drawing/2014/main" id="{C5BD3BB3-9B20-411A-BFFE-3A74AAF9BE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4" name="直線コネクタ 134123">
                      <a:extLst>
                        <a:ext uri="{FF2B5EF4-FFF2-40B4-BE49-F238E27FC236}">
                          <a16:creationId xmlns:a16="http://schemas.microsoft.com/office/drawing/2014/main" id="{0705869E-E0C1-4C6C-A099-CB6E5E55AB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5" name="直線コネクタ 134124">
                      <a:extLst>
                        <a:ext uri="{FF2B5EF4-FFF2-40B4-BE49-F238E27FC236}">
                          <a16:creationId xmlns:a16="http://schemas.microsoft.com/office/drawing/2014/main" id="{EF111BE3-BBA1-4BCF-90EE-4A5738D103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6" name="直線コネクタ 134125">
                      <a:extLst>
                        <a:ext uri="{FF2B5EF4-FFF2-40B4-BE49-F238E27FC236}">
                          <a16:creationId xmlns:a16="http://schemas.microsoft.com/office/drawing/2014/main" id="{3F8C9C35-6BF6-4905-8F73-6CF25527A6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7" name="直線コネクタ 134126">
                      <a:extLst>
                        <a:ext uri="{FF2B5EF4-FFF2-40B4-BE49-F238E27FC236}">
                          <a16:creationId xmlns:a16="http://schemas.microsoft.com/office/drawing/2014/main" id="{CA20475E-4B58-4A13-95B0-D4E43808AE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8" name="直線コネクタ 134127">
                      <a:extLst>
                        <a:ext uri="{FF2B5EF4-FFF2-40B4-BE49-F238E27FC236}">
                          <a16:creationId xmlns:a16="http://schemas.microsoft.com/office/drawing/2014/main" id="{F431223B-6B87-4F3D-9537-0552F2F251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29" name="直線コネクタ 134128">
                      <a:extLst>
                        <a:ext uri="{FF2B5EF4-FFF2-40B4-BE49-F238E27FC236}">
                          <a16:creationId xmlns:a16="http://schemas.microsoft.com/office/drawing/2014/main" id="{DEECB834-50FE-4453-988D-06B05CCC91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130" name="直線コネクタ 134129">
                      <a:extLst>
                        <a:ext uri="{FF2B5EF4-FFF2-40B4-BE49-F238E27FC236}">
                          <a16:creationId xmlns:a16="http://schemas.microsoft.com/office/drawing/2014/main" id="{13C062C9-FFC9-42A0-8F7A-B35D2A65E7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1" name="グループ化 133570">
                    <a:extLst>
                      <a:ext uri="{FF2B5EF4-FFF2-40B4-BE49-F238E27FC236}">
                        <a16:creationId xmlns:a16="http://schemas.microsoft.com/office/drawing/2014/main" id="{C3DAB868-8746-41C2-A936-ED5AC27D80D2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919281" y="356544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4008" name="直線コネクタ 134007">
                      <a:extLst>
                        <a:ext uri="{FF2B5EF4-FFF2-40B4-BE49-F238E27FC236}">
                          <a16:creationId xmlns:a16="http://schemas.microsoft.com/office/drawing/2014/main" id="{B5B4C5FD-BB0F-49BE-AF89-AE8DDB758D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9" name="直線コネクタ 134008">
                      <a:extLst>
                        <a:ext uri="{FF2B5EF4-FFF2-40B4-BE49-F238E27FC236}">
                          <a16:creationId xmlns:a16="http://schemas.microsoft.com/office/drawing/2014/main" id="{CAA97D78-4E9D-4A56-8A3E-CBC5EB817A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0" name="直線コネクタ 134009">
                      <a:extLst>
                        <a:ext uri="{FF2B5EF4-FFF2-40B4-BE49-F238E27FC236}">
                          <a16:creationId xmlns:a16="http://schemas.microsoft.com/office/drawing/2014/main" id="{31F69DD7-8B8D-44EB-B038-53EAADC25C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1" name="直線コネクタ 134010">
                      <a:extLst>
                        <a:ext uri="{FF2B5EF4-FFF2-40B4-BE49-F238E27FC236}">
                          <a16:creationId xmlns:a16="http://schemas.microsoft.com/office/drawing/2014/main" id="{C8F26196-5CFF-4758-8E05-A0396F056D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2" name="直線コネクタ 134011">
                      <a:extLst>
                        <a:ext uri="{FF2B5EF4-FFF2-40B4-BE49-F238E27FC236}">
                          <a16:creationId xmlns:a16="http://schemas.microsoft.com/office/drawing/2014/main" id="{7C2E7415-0284-478B-9E70-3F127D8154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3" name="直線コネクタ 134012">
                      <a:extLst>
                        <a:ext uri="{FF2B5EF4-FFF2-40B4-BE49-F238E27FC236}">
                          <a16:creationId xmlns:a16="http://schemas.microsoft.com/office/drawing/2014/main" id="{86DA0E6A-DEC7-4BB3-A2D4-F1C2F55709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4" name="直線コネクタ 134013">
                      <a:extLst>
                        <a:ext uri="{FF2B5EF4-FFF2-40B4-BE49-F238E27FC236}">
                          <a16:creationId xmlns:a16="http://schemas.microsoft.com/office/drawing/2014/main" id="{A0547803-D8E8-4D3F-9E34-051F4996CD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5" name="直線コネクタ 134014">
                      <a:extLst>
                        <a:ext uri="{FF2B5EF4-FFF2-40B4-BE49-F238E27FC236}">
                          <a16:creationId xmlns:a16="http://schemas.microsoft.com/office/drawing/2014/main" id="{76528C05-6896-4539-AB65-5F5B34147A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6" name="直線コネクタ 134015">
                      <a:extLst>
                        <a:ext uri="{FF2B5EF4-FFF2-40B4-BE49-F238E27FC236}">
                          <a16:creationId xmlns:a16="http://schemas.microsoft.com/office/drawing/2014/main" id="{2B9AD897-F132-46D3-B5D8-5E8D15DB30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7" name="直線コネクタ 134016">
                      <a:extLst>
                        <a:ext uri="{FF2B5EF4-FFF2-40B4-BE49-F238E27FC236}">
                          <a16:creationId xmlns:a16="http://schemas.microsoft.com/office/drawing/2014/main" id="{1516E1D7-CF03-4FDC-9901-7046139D2F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8" name="直線コネクタ 134017">
                      <a:extLst>
                        <a:ext uri="{FF2B5EF4-FFF2-40B4-BE49-F238E27FC236}">
                          <a16:creationId xmlns:a16="http://schemas.microsoft.com/office/drawing/2014/main" id="{C763B65B-38E3-446B-BA19-A1F133813A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19" name="直線コネクタ 134018">
                      <a:extLst>
                        <a:ext uri="{FF2B5EF4-FFF2-40B4-BE49-F238E27FC236}">
                          <a16:creationId xmlns:a16="http://schemas.microsoft.com/office/drawing/2014/main" id="{A640DB19-A0AB-4715-8970-F2FCEDEDFB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0" name="直線コネクタ 134019">
                      <a:extLst>
                        <a:ext uri="{FF2B5EF4-FFF2-40B4-BE49-F238E27FC236}">
                          <a16:creationId xmlns:a16="http://schemas.microsoft.com/office/drawing/2014/main" id="{C1997980-B481-4714-910D-F8A2E107EB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1" name="直線コネクタ 134020">
                      <a:extLst>
                        <a:ext uri="{FF2B5EF4-FFF2-40B4-BE49-F238E27FC236}">
                          <a16:creationId xmlns:a16="http://schemas.microsoft.com/office/drawing/2014/main" id="{0465FA88-4CB2-40CF-89E5-C644B40C33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2" name="直線コネクタ 134021">
                      <a:extLst>
                        <a:ext uri="{FF2B5EF4-FFF2-40B4-BE49-F238E27FC236}">
                          <a16:creationId xmlns:a16="http://schemas.microsoft.com/office/drawing/2014/main" id="{A29170BB-53D1-4E59-9FE4-1B2F05A135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3" name="直線コネクタ 134022">
                      <a:extLst>
                        <a:ext uri="{FF2B5EF4-FFF2-40B4-BE49-F238E27FC236}">
                          <a16:creationId xmlns:a16="http://schemas.microsoft.com/office/drawing/2014/main" id="{C48CCF9A-763E-4AD6-A7B8-4B2E7583CD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4" name="直線コネクタ 134023">
                      <a:extLst>
                        <a:ext uri="{FF2B5EF4-FFF2-40B4-BE49-F238E27FC236}">
                          <a16:creationId xmlns:a16="http://schemas.microsoft.com/office/drawing/2014/main" id="{7E37409E-CC37-4ECD-B26E-AA6D9C9D19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5" name="直線コネクタ 134024">
                      <a:extLst>
                        <a:ext uri="{FF2B5EF4-FFF2-40B4-BE49-F238E27FC236}">
                          <a16:creationId xmlns:a16="http://schemas.microsoft.com/office/drawing/2014/main" id="{82C304CD-EA7B-4DEA-86F6-88EC73F6DC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6" name="直線コネクタ 134025">
                      <a:extLst>
                        <a:ext uri="{FF2B5EF4-FFF2-40B4-BE49-F238E27FC236}">
                          <a16:creationId xmlns:a16="http://schemas.microsoft.com/office/drawing/2014/main" id="{2D2E8E1A-4876-42C5-BC66-DEB84294D9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7" name="直線コネクタ 134026">
                      <a:extLst>
                        <a:ext uri="{FF2B5EF4-FFF2-40B4-BE49-F238E27FC236}">
                          <a16:creationId xmlns:a16="http://schemas.microsoft.com/office/drawing/2014/main" id="{58B6EC3D-84F5-4B39-A5FE-36CC00931F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8" name="直線コネクタ 134027">
                      <a:extLst>
                        <a:ext uri="{FF2B5EF4-FFF2-40B4-BE49-F238E27FC236}">
                          <a16:creationId xmlns:a16="http://schemas.microsoft.com/office/drawing/2014/main" id="{96AB4E40-BD4F-450A-9B2F-1FB240DF48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29" name="直線コネクタ 134028">
                      <a:extLst>
                        <a:ext uri="{FF2B5EF4-FFF2-40B4-BE49-F238E27FC236}">
                          <a16:creationId xmlns:a16="http://schemas.microsoft.com/office/drawing/2014/main" id="{079073D9-2469-47ED-B706-B0D71D1129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0" name="直線コネクタ 134029">
                      <a:extLst>
                        <a:ext uri="{FF2B5EF4-FFF2-40B4-BE49-F238E27FC236}">
                          <a16:creationId xmlns:a16="http://schemas.microsoft.com/office/drawing/2014/main" id="{8F84B030-04E7-47B7-9D34-E3D6E5BB82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1" name="直線コネクタ 134030">
                      <a:extLst>
                        <a:ext uri="{FF2B5EF4-FFF2-40B4-BE49-F238E27FC236}">
                          <a16:creationId xmlns:a16="http://schemas.microsoft.com/office/drawing/2014/main" id="{A950A963-160E-473E-B02E-1ADA434F50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2" name="直線コネクタ 134031">
                      <a:extLst>
                        <a:ext uri="{FF2B5EF4-FFF2-40B4-BE49-F238E27FC236}">
                          <a16:creationId xmlns:a16="http://schemas.microsoft.com/office/drawing/2014/main" id="{76A2AA3E-87B3-4F3A-9ECB-A258844611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3" name="直線コネクタ 134032">
                      <a:extLst>
                        <a:ext uri="{FF2B5EF4-FFF2-40B4-BE49-F238E27FC236}">
                          <a16:creationId xmlns:a16="http://schemas.microsoft.com/office/drawing/2014/main" id="{2327B560-5006-4E93-9FD5-5B74E98537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4" name="直線コネクタ 134033">
                      <a:extLst>
                        <a:ext uri="{FF2B5EF4-FFF2-40B4-BE49-F238E27FC236}">
                          <a16:creationId xmlns:a16="http://schemas.microsoft.com/office/drawing/2014/main" id="{8490CCB8-3E9F-4CF3-8749-88408FC25E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5" name="直線コネクタ 134034">
                      <a:extLst>
                        <a:ext uri="{FF2B5EF4-FFF2-40B4-BE49-F238E27FC236}">
                          <a16:creationId xmlns:a16="http://schemas.microsoft.com/office/drawing/2014/main" id="{9E6DE123-8EEB-428D-BB13-9BA57A5B99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6" name="直線コネクタ 134035">
                      <a:extLst>
                        <a:ext uri="{FF2B5EF4-FFF2-40B4-BE49-F238E27FC236}">
                          <a16:creationId xmlns:a16="http://schemas.microsoft.com/office/drawing/2014/main" id="{52122862-8FB2-46E1-8BAF-BDBBFAC84E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7" name="直線コネクタ 134036">
                      <a:extLst>
                        <a:ext uri="{FF2B5EF4-FFF2-40B4-BE49-F238E27FC236}">
                          <a16:creationId xmlns:a16="http://schemas.microsoft.com/office/drawing/2014/main" id="{6B5F95D6-271B-4AA0-8696-DF306F825C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8" name="直線コネクタ 134037">
                      <a:extLst>
                        <a:ext uri="{FF2B5EF4-FFF2-40B4-BE49-F238E27FC236}">
                          <a16:creationId xmlns:a16="http://schemas.microsoft.com/office/drawing/2014/main" id="{DECBB290-356B-49EC-9078-09C9B3BB8F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39" name="直線コネクタ 134038">
                      <a:extLst>
                        <a:ext uri="{FF2B5EF4-FFF2-40B4-BE49-F238E27FC236}">
                          <a16:creationId xmlns:a16="http://schemas.microsoft.com/office/drawing/2014/main" id="{565D308B-1141-47AB-9BDC-0DDBDD555D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0" name="直線コネクタ 134039">
                      <a:extLst>
                        <a:ext uri="{FF2B5EF4-FFF2-40B4-BE49-F238E27FC236}">
                          <a16:creationId xmlns:a16="http://schemas.microsoft.com/office/drawing/2014/main" id="{BA39A3EF-4A72-4022-A390-CDCB2BE783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1" name="直線コネクタ 134040">
                      <a:extLst>
                        <a:ext uri="{FF2B5EF4-FFF2-40B4-BE49-F238E27FC236}">
                          <a16:creationId xmlns:a16="http://schemas.microsoft.com/office/drawing/2014/main" id="{BFD34D04-42B1-443A-8B05-EB4889C4B1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2" name="直線コネクタ 134041">
                      <a:extLst>
                        <a:ext uri="{FF2B5EF4-FFF2-40B4-BE49-F238E27FC236}">
                          <a16:creationId xmlns:a16="http://schemas.microsoft.com/office/drawing/2014/main" id="{2BAEBEB2-8A33-44DD-B579-86E0A890CC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3" name="直線コネクタ 134042">
                      <a:extLst>
                        <a:ext uri="{FF2B5EF4-FFF2-40B4-BE49-F238E27FC236}">
                          <a16:creationId xmlns:a16="http://schemas.microsoft.com/office/drawing/2014/main" id="{F2B0D50B-BD67-4934-AE78-67AB965568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4" name="直線コネクタ 134043">
                      <a:extLst>
                        <a:ext uri="{FF2B5EF4-FFF2-40B4-BE49-F238E27FC236}">
                          <a16:creationId xmlns:a16="http://schemas.microsoft.com/office/drawing/2014/main" id="{8ED5D8F1-A6EC-42A2-9E07-382763E20C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5" name="直線コネクタ 134044">
                      <a:extLst>
                        <a:ext uri="{FF2B5EF4-FFF2-40B4-BE49-F238E27FC236}">
                          <a16:creationId xmlns:a16="http://schemas.microsoft.com/office/drawing/2014/main" id="{5970429D-D67D-4AE0-97CA-596E73BDE7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6" name="直線コネクタ 134045">
                      <a:extLst>
                        <a:ext uri="{FF2B5EF4-FFF2-40B4-BE49-F238E27FC236}">
                          <a16:creationId xmlns:a16="http://schemas.microsoft.com/office/drawing/2014/main" id="{27FEFC44-2847-49D8-AC32-ED8EB04A64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7" name="直線コネクタ 134046">
                      <a:extLst>
                        <a:ext uri="{FF2B5EF4-FFF2-40B4-BE49-F238E27FC236}">
                          <a16:creationId xmlns:a16="http://schemas.microsoft.com/office/drawing/2014/main" id="{AB764742-7589-486F-B390-8D0359E475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8" name="直線コネクタ 134047">
                      <a:extLst>
                        <a:ext uri="{FF2B5EF4-FFF2-40B4-BE49-F238E27FC236}">
                          <a16:creationId xmlns:a16="http://schemas.microsoft.com/office/drawing/2014/main" id="{163149E2-9A3C-4E7E-B165-1DBE543514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49" name="直線コネクタ 134048">
                      <a:extLst>
                        <a:ext uri="{FF2B5EF4-FFF2-40B4-BE49-F238E27FC236}">
                          <a16:creationId xmlns:a16="http://schemas.microsoft.com/office/drawing/2014/main" id="{9B3C4F85-7B26-44D7-B322-3551E4CFB0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0" name="直線コネクタ 134049">
                      <a:extLst>
                        <a:ext uri="{FF2B5EF4-FFF2-40B4-BE49-F238E27FC236}">
                          <a16:creationId xmlns:a16="http://schemas.microsoft.com/office/drawing/2014/main" id="{9E2F7A48-351E-42BA-9C88-90F89F0D66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1" name="直線コネクタ 134050">
                      <a:extLst>
                        <a:ext uri="{FF2B5EF4-FFF2-40B4-BE49-F238E27FC236}">
                          <a16:creationId xmlns:a16="http://schemas.microsoft.com/office/drawing/2014/main" id="{265713AA-0D2D-442D-A9B9-8EABA5C47D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2" name="直線コネクタ 134051">
                      <a:extLst>
                        <a:ext uri="{FF2B5EF4-FFF2-40B4-BE49-F238E27FC236}">
                          <a16:creationId xmlns:a16="http://schemas.microsoft.com/office/drawing/2014/main" id="{12DB7F43-43AF-4871-8994-A564A964C0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3" name="直線コネクタ 134052">
                      <a:extLst>
                        <a:ext uri="{FF2B5EF4-FFF2-40B4-BE49-F238E27FC236}">
                          <a16:creationId xmlns:a16="http://schemas.microsoft.com/office/drawing/2014/main" id="{22633DB6-4352-421D-8F94-1AF66E7438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4" name="直線コネクタ 134053">
                      <a:extLst>
                        <a:ext uri="{FF2B5EF4-FFF2-40B4-BE49-F238E27FC236}">
                          <a16:creationId xmlns:a16="http://schemas.microsoft.com/office/drawing/2014/main" id="{5D1FB5C3-1B24-477F-BD51-58BF40C21A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5" name="直線コネクタ 134054">
                      <a:extLst>
                        <a:ext uri="{FF2B5EF4-FFF2-40B4-BE49-F238E27FC236}">
                          <a16:creationId xmlns:a16="http://schemas.microsoft.com/office/drawing/2014/main" id="{CFC0F385-1AF0-4A25-99D0-A9453E5BA6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6" name="直線コネクタ 134055">
                      <a:extLst>
                        <a:ext uri="{FF2B5EF4-FFF2-40B4-BE49-F238E27FC236}">
                          <a16:creationId xmlns:a16="http://schemas.microsoft.com/office/drawing/2014/main" id="{B2EE2740-E3BB-496E-8370-97BED15879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7" name="直線コネクタ 134056">
                      <a:extLst>
                        <a:ext uri="{FF2B5EF4-FFF2-40B4-BE49-F238E27FC236}">
                          <a16:creationId xmlns:a16="http://schemas.microsoft.com/office/drawing/2014/main" id="{C61672E1-F06C-4087-9BBA-8462944813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8" name="直線コネクタ 134057">
                      <a:extLst>
                        <a:ext uri="{FF2B5EF4-FFF2-40B4-BE49-F238E27FC236}">
                          <a16:creationId xmlns:a16="http://schemas.microsoft.com/office/drawing/2014/main" id="{CC9F9BB6-7565-4085-BCCE-6E5AF8B695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59" name="直線コネクタ 134058">
                      <a:extLst>
                        <a:ext uri="{FF2B5EF4-FFF2-40B4-BE49-F238E27FC236}">
                          <a16:creationId xmlns:a16="http://schemas.microsoft.com/office/drawing/2014/main" id="{0063C99C-5F41-473F-B7BB-793279D7F1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0" name="直線コネクタ 134059">
                      <a:extLst>
                        <a:ext uri="{FF2B5EF4-FFF2-40B4-BE49-F238E27FC236}">
                          <a16:creationId xmlns:a16="http://schemas.microsoft.com/office/drawing/2014/main" id="{FC45B3BD-9264-48DC-95E7-BCEB10E852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1" name="直線コネクタ 134060">
                      <a:extLst>
                        <a:ext uri="{FF2B5EF4-FFF2-40B4-BE49-F238E27FC236}">
                          <a16:creationId xmlns:a16="http://schemas.microsoft.com/office/drawing/2014/main" id="{04A5FCC6-B148-4249-BB32-B5808D04F9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2" name="直線コネクタ 134061">
                      <a:extLst>
                        <a:ext uri="{FF2B5EF4-FFF2-40B4-BE49-F238E27FC236}">
                          <a16:creationId xmlns:a16="http://schemas.microsoft.com/office/drawing/2014/main" id="{6C6EF0E9-E1C9-4DA5-9B5B-50DF4F123E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3" name="直線コネクタ 134062">
                      <a:extLst>
                        <a:ext uri="{FF2B5EF4-FFF2-40B4-BE49-F238E27FC236}">
                          <a16:creationId xmlns:a16="http://schemas.microsoft.com/office/drawing/2014/main" id="{69C948F3-2C60-47EC-9B04-8514EE9267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4" name="直線コネクタ 134063">
                      <a:extLst>
                        <a:ext uri="{FF2B5EF4-FFF2-40B4-BE49-F238E27FC236}">
                          <a16:creationId xmlns:a16="http://schemas.microsoft.com/office/drawing/2014/main" id="{E02412DD-E977-44C1-A50A-63AFE4846C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5" name="直線コネクタ 134064">
                      <a:extLst>
                        <a:ext uri="{FF2B5EF4-FFF2-40B4-BE49-F238E27FC236}">
                          <a16:creationId xmlns:a16="http://schemas.microsoft.com/office/drawing/2014/main" id="{164038ED-9DA6-49F0-A3AE-1ECCCAC233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6" name="直線コネクタ 134065">
                      <a:extLst>
                        <a:ext uri="{FF2B5EF4-FFF2-40B4-BE49-F238E27FC236}">
                          <a16:creationId xmlns:a16="http://schemas.microsoft.com/office/drawing/2014/main" id="{F1C59A94-4CE6-4A58-861F-711D1E6B28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7" name="直線コネクタ 134066">
                      <a:extLst>
                        <a:ext uri="{FF2B5EF4-FFF2-40B4-BE49-F238E27FC236}">
                          <a16:creationId xmlns:a16="http://schemas.microsoft.com/office/drawing/2014/main" id="{A3590F8D-E653-45E4-A746-8B6006518F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8" name="直線コネクタ 134067">
                      <a:extLst>
                        <a:ext uri="{FF2B5EF4-FFF2-40B4-BE49-F238E27FC236}">
                          <a16:creationId xmlns:a16="http://schemas.microsoft.com/office/drawing/2014/main" id="{BF181D9D-646D-4270-B197-434120C9ED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69" name="直線コネクタ 134068">
                      <a:extLst>
                        <a:ext uri="{FF2B5EF4-FFF2-40B4-BE49-F238E27FC236}">
                          <a16:creationId xmlns:a16="http://schemas.microsoft.com/office/drawing/2014/main" id="{65B01AA4-CDA8-4A34-AB8F-FEB45EF69B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70" name="直線コネクタ 134069">
                      <a:extLst>
                        <a:ext uri="{FF2B5EF4-FFF2-40B4-BE49-F238E27FC236}">
                          <a16:creationId xmlns:a16="http://schemas.microsoft.com/office/drawing/2014/main" id="{598D9795-AF05-4419-82AE-D5D1A5D6E3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2" name="グループ化 133571">
                    <a:extLst>
                      <a:ext uri="{FF2B5EF4-FFF2-40B4-BE49-F238E27FC236}">
                        <a16:creationId xmlns:a16="http://schemas.microsoft.com/office/drawing/2014/main" id="{22BBC97E-3BAE-4A9C-AD94-C68D69C80EB2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233060" y="364962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3948" name="直線コネクタ 133947">
                      <a:extLst>
                        <a:ext uri="{FF2B5EF4-FFF2-40B4-BE49-F238E27FC236}">
                          <a16:creationId xmlns:a16="http://schemas.microsoft.com/office/drawing/2014/main" id="{3C161E61-30BF-49C5-A4F6-6356003032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9" name="直線コネクタ 133948">
                      <a:extLst>
                        <a:ext uri="{FF2B5EF4-FFF2-40B4-BE49-F238E27FC236}">
                          <a16:creationId xmlns:a16="http://schemas.microsoft.com/office/drawing/2014/main" id="{0681F504-3F11-4CD8-B4BB-560D393338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0" name="直線コネクタ 133949">
                      <a:extLst>
                        <a:ext uri="{FF2B5EF4-FFF2-40B4-BE49-F238E27FC236}">
                          <a16:creationId xmlns:a16="http://schemas.microsoft.com/office/drawing/2014/main" id="{03187A20-5C8D-4A24-848E-8B9D69114D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1" name="直線コネクタ 133950">
                      <a:extLst>
                        <a:ext uri="{FF2B5EF4-FFF2-40B4-BE49-F238E27FC236}">
                          <a16:creationId xmlns:a16="http://schemas.microsoft.com/office/drawing/2014/main" id="{EF93427E-4066-4CEE-80BF-1767B61004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2" name="直線コネクタ 133951">
                      <a:extLst>
                        <a:ext uri="{FF2B5EF4-FFF2-40B4-BE49-F238E27FC236}">
                          <a16:creationId xmlns:a16="http://schemas.microsoft.com/office/drawing/2014/main" id="{483D7D3A-1613-4FD7-89B5-B9E2231004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3" name="直線コネクタ 133952">
                      <a:extLst>
                        <a:ext uri="{FF2B5EF4-FFF2-40B4-BE49-F238E27FC236}">
                          <a16:creationId xmlns:a16="http://schemas.microsoft.com/office/drawing/2014/main" id="{27943848-306C-4E29-8E8E-BE5281B3E1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4" name="直線コネクタ 133953">
                      <a:extLst>
                        <a:ext uri="{FF2B5EF4-FFF2-40B4-BE49-F238E27FC236}">
                          <a16:creationId xmlns:a16="http://schemas.microsoft.com/office/drawing/2014/main" id="{D98ACE97-A743-44A1-AE5E-7E38B3B906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5" name="直線コネクタ 133954">
                      <a:extLst>
                        <a:ext uri="{FF2B5EF4-FFF2-40B4-BE49-F238E27FC236}">
                          <a16:creationId xmlns:a16="http://schemas.microsoft.com/office/drawing/2014/main" id="{6D568959-5CDD-48F3-9852-D57284D350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6" name="直線コネクタ 133955">
                      <a:extLst>
                        <a:ext uri="{FF2B5EF4-FFF2-40B4-BE49-F238E27FC236}">
                          <a16:creationId xmlns:a16="http://schemas.microsoft.com/office/drawing/2014/main" id="{B433A5DB-F44C-4CDF-9166-B9A52742ACB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7" name="直線コネクタ 133956">
                      <a:extLst>
                        <a:ext uri="{FF2B5EF4-FFF2-40B4-BE49-F238E27FC236}">
                          <a16:creationId xmlns:a16="http://schemas.microsoft.com/office/drawing/2014/main" id="{724B2918-8738-4AA0-98A4-2B94D9AD56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8" name="直線コネクタ 133957">
                      <a:extLst>
                        <a:ext uri="{FF2B5EF4-FFF2-40B4-BE49-F238E27FC236}">
                          <a16:creationId xmlns:a16="http://schemas.microsoft.com/office/drawing/2014/main" id="{5FF02BD5-BB15-4857-A2DD-E377F1AFE9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59" name="直線コネクタ 133958">
                      <a:extLst>
                        <a:ext uri="{FF2B5EF4-FFF2-40B4-BE49-F238E27FC236}">
                          <a16:creationId xmlns:a16="http://schemas.microsoft.com/office/drawing/2014/main" id="{CCA47B31-2E7A-467F-9F75-56635FF7F6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0" name="直線コネクタ 133959">
                      <a:extLst>
                        <a:ext uri="{FF2B5EF4-FFF2-40B4-BE49-F238E27FC236}">
                          <a16:creationId xmlns:a16="http://schemas.microsoft.com/office/drawing/2014/main" id="{8CF9B456-A5A9-4964-9A17-07BBCBD1A6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1" name="直線コネクタ 133960">
                      <a:extLst>
                        <a:ext uri="{FF2B5EF4-FFF2-40B4-BE49-F238E27FC236}">
                          <a16:creationId xmlns:a16="http://schemas.microsoft.com/office/drawing/2014/main" id="{FE4025A2-9733-4296-819D-75BA9C37C5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2" name="直線コネクタ 133961">
                      <a:extLst>
                        <a:ext uri="{FF2B5EF4-FFF2-40B4-BE49-F238E27FC236}">
                          <a16:creationId xmlns:a16="http://schemas.microsoft.com/office/drawing/2014/main" id="{42E2E995-BD73-4516-986B-96659231D0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3" name="直線コネクタ 133962">
                      <a:extLst>
                        <a:ext uri="{FF2B5EF4-FFF2-40B4-BE49-F238E27FC236}">
                          <a16:creationId xmlns:a16="http://schemas.microsoft.com/office/drawing/2014/main" id="{EE283EF6-55A0-40FA-A07C-3422420CE5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4" name="直線コネクタ 133963">
                      <a:extLst>
                        <a:ext uri="{FF2B5EF4-FFF2-40B4-BE49-F238E27FC236}">
                          <a16:creationId xmlns:a16="http://schemas.microsoft.com/office/drawing/2014/main" id="{2DCBA38E-BD7D-49D5-8AD4-6DA03B2722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5" name="直線コネクタ 133964">
                      <a:extLst>
                        <a:ext uri="{FF2B5EF4-FFF2-40B4-BE49-F238E27FC236}">
                          <a16:creationId xmlns:a16="http://schemas.microsoft.com/office/drawing/2014/main" id="{04272946-9391-4838-8564-62231BCEBC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6" name="直線コネクタ 133965">
                      <a:extLst>
                        <a:ext uri="{FF2B5EF4-FFF2-40B4-BE49-F238E27FC236}">
                          <a16:creationId xmlns:a16="http://schemas.microsoft.com/office/drawing/2014/main" id="{5330FEFE-6CE1-4921-B09D-F677A05573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7" name="直線コネクタ 133966">
                      <a:extLst>
                        <a:ext uri="{FF2B5EF4-FFF2-40B4-BE49-F238E27FC236}">
                          <a16:creationId xmlns:a16="http://schemas.microsoft.com/office/drawing/2014/main" id="{4279CABE-BDB7-4BCB-92A2-033BCCC572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8" name="直線コネクタ 133967">
                      <a:extLst>
                        <a:ext uri="{FF2B5EF4-FFF2-40B4-BE49-F238E27FC236}">
                          <a16:creationId xmlns:a16="http://schemas.microsoft.com/office/drawing/2014/main" id="{FB86958A-1ACA-4DE0-BC2E-723D3FDFC5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69" name="直線コネクタ 133968">
                      <a:extLst>
                        <a:ext uri="{FF2B5EF4-FFF2-40B4-BE49-F238E27FC236}">
                          <a16:creationId xmlns:a16="http://schemas.microsoft.com/office/drawing/2014/main" id="{FE610CAD-FFCA-4607-B60F-98C9B027CB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0" name="直線コネクタ 133969">
                      <a:extLst>
                        <a:ext uri="{FF2B5EF4-FFF2-40B4-BE49-F238E27FC236}">
                          <a16:creationId xmlns:a16="http://schemas.microsoft.com/office/drawing/2014/main" id="{18990C29-DF7C-469D-9DAC-A134101812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1" name="直線コネクタ 133970">
                      <a:extLst>
                        <a:ext uri="{FF2B5EF4-FFF2-40B4-BE49-F238E27FC236}">
                          <a16:creationId xmlns:a16="http://schemas.microsoft.com/office/drawing/2014/main" id="{70485341-A9D5-4A5C-9A2E-B4A687A3FF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2" name="直線コネクタ 133971">
                      <a:extLst>
                        <a:ext uri="{FF2B5EF4-FFF2-40B4-BE49-F238E27FC236}">
                          <a16:creationId xmlns:a16="http://schemas.microsoft.com/office/drawing/2014/main" id="{D470CF16-6CB2-466D-9F80-9AB926CE96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3" name="直線コネクタ 133972">
                      <a:extLst>
                        <a:ext uri="{FF2B5EF4-FFF2-40B4-BE49-F238E27FC236}">
                          <a16:creationId xmlns:a16="http://schemas.microsoft.com/office/drawing/2014/main" id="{9CD371FB-C783-4F23-B8EC-1FAF398845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4" name="直線コネクタ 133973">
                      <a:extLst>
                        <a:ext uri="{FF2B5EF4-FFF2-40B4-BE49-F238E27FC236}">
                          <a16:creationId xmlns:a16="http://schemas.microsoft.com/office/drawing/2014/main" id="{431F8AD2-7845-4DC3-A52E-AE70594EEC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5" name="直線コネクタ 133974">
                      <a:extLst>
                        <a:ext uri="{FF2B5EF4-FFF2-40B4-BE49-F238E27FC236}">
                          <a16:creationId xmlns:a16="http://schemas.microsoft.com/office/drawing/2014/main" id="{9590C7D2-D2CF-4054-AEC2-25563BD1C7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6" name="直線コネクタ 133975">
                      <a:extLst>
                        <a:ext uri="{FF2B5EF4-FFF2-40B4-BE49-F238E27FC236}">
                          <a16:creationId xmlns:a16="http://schemas.microsoft.com/office/drawing/2014/main" id="{525CCCEA-3B1A-4215-B3C0-D3D6C60C0E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7" name="直線コネクタ 133976">
                      <a:extLst>
                        <a:ext uri="{FF2B5EF4-FFF2-40B4-BE49-F238E27FC236}">
                          <a16:creationId xmlns:a16="http://schemas.microsoft.com/office/drawing/2014/main" id="{ECE116A0-C41B-4391-9194-2A484BEB33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8" name="直線コネクタ 133977">
                      <a:extLst>
                        <a:ext uri="{FF2B5EF4-FFF2-40B4-BE49-F238E27FC236}">
                          <a16:creationId xmlns:a16="http://schemas.microsoft.com/office/drawing/2014/main" id="{06105793-7801-4AF8-AECD-63B65E54E7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79" name="直線コネクタ 133978">
                      <a:extLst>
                        <a:ext uri="{FF2B5EF4-FFF2-40B4-BE49-F238E27FC236}">
                          <a16:creationId xmlns:a16="http://schemas.microsoft.com/office/drawing/2014/main" id="{16B44EC3-E190-4F88-B9AF-B49D6609DD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0" name="直線コネクタ 133979">
                      <a:extLst>
                        <a:ext uri="{FF2B5EF4-FFF2-40B4-BE49-F238E27FC236}">
                          <a16:creationId xmlns:a16="http://schemas.microsoft.com/office/drawing/2014/main" id="{8F7ED9DC-F255-4AB0-B6EE-1167620CB4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1" name="直線コネクタ 133980">
                      <a:extLst>
                        <a:ext uri="{FF2B5EF4-FFF2-40B4-BE49-F238E27FC236}">
                          <a16:creationId xmlns:a16="http://schemas.microsoft.com/office/drawing/2014/main" id="{26973D28-D840-4E6B-9729-0E9BC09C84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2" name="直線コネクタ 133981">
                      <a:extLst>
                        <a:ext uri="{FF2B5EF4-FFF2-40B4-BE49-F238E27FC236}">
                          <a16:creationId xmlns:a16="http://schemas.microsoft.com/office/drawing/2014/main" id="{286FDB40-E382-4CE3-9424-0E47439AEC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3" name="直線コネクタ 133982">
                      <a:extLst>
                        <a:ext uri="{FF2B5EF4-FFF2-40B4-BE49-F238E27FC236}">
                          <a16:creationId xmlns:a16="http://schemas.microsoft.com/office/drawing/2014/main" id="{F0F9A304-A214-48A8-9C63-F64A7E4877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4" name="直線コネクタ 133983">
                      <a:extLst>
                        <a:ext uri="{FF2B5EF4-FFF2-40B4-BE49-F238E27FC236}">
                          <a16:creationId xmlns:a16="http://schemas.microsoft.com/office/drawing/2014/main" id="{5EA71DFB-9FD5-4760-847C-E343BB5033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5" name="直線コネクタ 133984">
                      <a:extLst>
                        <a:ext uri="{FF2B5EF4-FFF2-40B4-BE49-F238E27FC236}">
                          <a16:creationId xmlns:a16="http://schemas.microsoft.com/office/drawing/2014/main" id="{D6950089-75F3-4AEB-A081-3018805570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6" name="直線コネクタ 133985">
                      <a:extLst>
                        <a:ext uri="{FF2B5EF4-FFF2-40B4-BE49-F238E27FC236}">
                          <a16:creationId xmlns:a16="http://schemas.microsoft.com/office/drawing/2014/main" id="{CD789139-0A26-455D-AB56-65D92EBE6E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7" name="直線コネクタ 133986">
                      <a:extLst>
                        <a:ext uri="{FF2B5EF4-FFF2-40B4-BE49-F238E27FC236}">
                          <a16:creationId xmlns:a16="http://schemas.microsoft.com/office/drawing/2014/main" id="{9716ABC0-945C-4155-AB9E-D6D0989F2A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8" name="直線コネクタ 133987">
                      <a:extLst>
                        <a:ext uri="{FF2B5EF4-FFF2-40B4-BE49-F238E27FC236}">
                          <a16:creationId xmlns:a16="http://schemas.microsoft.com/office/drawing/2014/main" id="{4822542B-2B51-4920-BEE1-9F345FE2C0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89" name="直線コネクタ 133988">
                      <a:extLst>
                        <a:ext uri="{FF2B5EF4-FFF2-40B4-BE49-F238E27FC236}">
                          <a16:creationId xmlns:a16="http://schemas.microsoft.com/office/drawing/2014/main" id="{6E10A769-70E5-4F49-ACE4-0F73ADAFE5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0" name="直線コネクタ 133989">
                      <a:extLst>
                        <a:ext uri="{FF2B5EF4-FFF2-40B4-BE49-F238E27FC236}">
                          <a16:creationId xmlns:a16="http://schemas.microsoft.com/office/drawing/2014/main" id="{00D86C95-C69E-4988-8DB7-BD1AD80EC6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1" name="直線コネクタ 133990">
                      <a:extLst>
                        <a:ext uri="{FF2B5EF4-FFF2-40B4-BE49-F238E27FC236}">
                          <a16:creationId xmlns:a16="http://schemas.microsoft.com/office/drawing/2014/main" id="{616A8A0B-DAC1-47F0-BC54-58D469E54A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2" name="直線コネクタ 133991">
                      <a:extLst>
                        <a:ext uri="{FF2B5EF4-FFF2-40B4-BE49-F238E27FC236}">
                          <a16:creationId xmlns:a16="http://schemas.microsoft.com/office/drawing/2014/main" id="{73F5B48A-2605-4F90-B780-0E6389DBC7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3" name="直線コネクタ 133992">
                      <a:extLst>
                        <a:ext uri="{FF2B5EF4-FFF2-40B4-BE49-F238E27FC236}">
                          <a16:creationId xmlns:a16="http://schemas.microsoft.com/office/drawing/2014/main" id="{C1F02E35-0940-4EE2-BDF2-95BBA5E5C8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4" name="直線コネクタ 133993">
                      <a:extLst>
                        <a:ext uri="{FF2B5EF4-FFF2-40B4-BE49-F238E27FC236}">
                          <a16:creationId xmlns:a16="http://schemas.microsoft.com/office/drawing/2014/main" id="{6B340BBF-B810-4978-A09C-80A092AA82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5" name="直線コネクタ 133994">
                      <a:extLst>
                        <a:ext uri="{FF2B5EF4-FFF2-40B4-BE49-F238E27FC236}">
                          <a16:creationId xmlns:a16="http://schemas.microsoft.com/office/drawing/2014/main" id="{53DD2831-BBE9-4069-AA8B-D44813D0EF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6" name="直線コネクタ 133995">
                      <a:extLst>
                        <a:ext uri="{FF2B5EF4-FFF2-40B4-BE49-F238E27FC236}">
                          <a16:creationId xmlns:a16="http://schemas.microsoft.com/office/drawing/2014/main" id="{8C01FE6C-52E7-491C-8057-2FA7CAF54F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7" name="直線コネクタ 133996">
                      <a:extLst>
                        <a:ext uri="{FF2B5EF4-FFF2-40B4-BE49-F238E27FC236}">
                          <a16:creationId xmlns:a16="http://schemas.microsoft.com/office/drawing/2014/main" id="{BF4488E7-9890-43D2-AA7B-88419722BD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8" name="直線コネクタ 133997">
                      <a:extLst>
                        <a:ext uri="{FF2B5EF4-FFF2-40B4-BE49-F238E27FC236}">
                          <a16:creationId xmlns:a16="http://schemas.microsoft.com/office/drawing/2014/main" id="{EF4AA28F-4F86-4ED3-B378-98D331CF98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99" name="直線コネクタ 133998">
                      <a:extLst>
                        <a:ext uri="{FF2B5EF4-FFF2-40B4-BE49-F238E27FC236}">
                          <a16:creationId xmlns:a16="http://schemas.microsoft.com/office/drawing/2014/main" id="{8681B313-EC08-4FD1-BDF4-5F279280ED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0" name="直線コネクタ 133999">
                      <a:extLst>
                        <a:ext uri="{FF2B5EF4-FFF2-40B4-BE49-F238E27FC236}">
                          <a16:creationId xmlns:a16="http://schemas.microsoft.com/office/drawing/2014/main" id="{A55F0E3D-A234-4A96-BD0C-0D256F76B3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1" name="直線コネクタ 134000">
                      <a:extLst>
                        <a:ext uri="{FF2B5EF4-FFF2-40B4-BE49-F238E27FC236}">
                          <a16:creationId xmlns:a16="http://schemas.microsoft.com/office/drawing/2014/main" id="{36EF63F2-2CBC-41DD-A4F1-E168E4BFC3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2" name="直線コネクタ 134001">
                      <a:extLst>
                        <a:ext uri="{FF2B5EF4-FFF2-40B4-BE49-F238E27FC236}">
                          <a16:creationId xmlns:a16="http://schemas.microsoft.com/office/drawing/2014/main" id="{5D7FA63D-67A2-4906-9FFB-8EDEBB3C69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3" name="直線コネクタ 134002">
                      <a:extLst>
                        <a:ext uri="{FF2B5EF4-FFF2-40B4-BE49-F238E27FC236}">
                          <a16:creationId xmlns:a16="http://schemas.microsoft.com/office/drawing/2014/main" id="{AB8C2540-0A08-468D-8407-D873F044F4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4" name="直線コネクタ 134003">
                      <a:extLst>
                        <a:ext uri="{FF2B5EF4-FFF2-40B4-BE49-F238E27FC236}">
                          <a16:creationId xmlns:a16="http://schemas.microsoft.com/office/drawing/2014/main" id="{B002A26D-CA66-4CF7-B78B-8BB34BBB03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5" name="直線コネクタ 134004">
                      <a:extLst>
                        <a:ext uri="{FF2B5EF4-FFF2-40B4-BE49-F238E27FC236}">
                          <a16:creationId xmlns:a16="http://schemas.microsoft.com/office/drawing/2014/main" id="{6507EEEF-AF80-4B24-A4F4-1528F0AC0E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6" name="直線コネクタ 134005">
                      <a:extLst>
                        <a:ext uri="{FF2B5EF4-FFF2-40B4-BE49-F238E27FC236}">
                          <a16:creationId xmlns:a16="http://schemas.microsoft.com/office/drawing/2014/main" id="{69F0FD29-11D2-4753-A533-5470F1C2E3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4007" name="直線コネクタ 134006">
                      <a:extLst>
                        <a:ext uri="{FF2B5EF4-FFF2-40B4-BE49-F238E27FC236}">
                          <a16:creationId xmlns:a16="http://schemas.microsoft.com/office/drawing/2014/main" id="{DA661ECC-01A5-446B-AFED-B1535758A2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3" name="グループ化 133572">
                    <a:extLst>
                      <a:ext uri="{FF2B5EF4-FFF2-40B4-BE49-F238E27FC236}">
                        <a16:creationId xmlns:a16="http://schemas.microsoft.com/office/drawing/2014/main" id="{547918FF-909B-4152-ABC4-701CEE75DCB3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852321" y="395192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3885" name="直線コネクタ 133884">
                      <a:extLst>
                        <a:ext uri="{FF2B5EF4-FFF2-40B4-BE49-F238E27FC236}">
                          <a16:creationId xmlns:a16="http://schemas.microsoft.com/office/drawing/2014/main" id="{94DB30E8-1BEE-495A-A495-C0C8911784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6" name="直線コネクタ 133885">
                      <a:extLst>
                        <a:ext uri="{FF2B5EF4-FFF2-40B4-BE49-F238E27FC236}">
                          <a16:creationId xmlns:a16="http://schemas.microsoft.com/office/drawing/2014/main" id="{2DC564EC-1463-49FA-A140-BA34BBA99A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7" name="直線コネクタ 133886">
                      <a:extLst>
                        <a:ext uri="{FF2B5EF4-FFF2-40B4-BE49-F238E27FC236}">
                          <a16:creationId xmlns:a16="http://schemas.microsoft.com/office/drawing/2014/main" id="{83BF0B61-BB4E-475F-A41E-98D61A391E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8" name="直線コネクタ 133887">
                      <a:extLst>
                        <a:ext uri="{FF2B5EF4-FFF2-40B4-BE49-F238E27FC236}">
                          <a16:creationId xmlns:a16="http://schemas.microsoft.com/office/drawing/2014/main" id="{9FAEC5CB-21CE-4CF8-BC25-874F789FBA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9" name="直線コネクタ 133888">
                      <a:extLst>
                        <a:ext uri="{FF2B5EF4-FFF2-40B4-BE49-F238E27FC236}">
                          <a16:creationId xmlns:a16="http://schemas.microsoft.com/office/drawing/2014/main" id="{754A98E1-246E-46C1-B191-B26BE694AB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0" name="直線コネクタ 133889">
                      <a:extLst>
                        <a:ext uri="{FF2B5EF4-FFF2-40B4-BE49-F238E27FC236}">
                          <a16:creationId xmlns:a16="http://schemas.microsoft.com/office/drawing/2014/main" id="{BEC39BC0-41A2-4664-AC1C-287FE170D6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1" name="直線コネクタ 133890">
                      <a:extLst>
                        <a:ext uri="{FF2B5EF4-FFF2-40B4-BE49-F238E27FC236}">
                          <a16:creationId xmlns:a16="http://schemas.microsoft.com/office/drawing/2014/main" id="{65672FEF-FB2D-492A-A6B9-17F772EA96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2" name="直線コネクタ 133891">
                      <a:extLst>
                        <a:ext uri="{FF2B5EF4-FFF2-40B4-BE49-F238E27FC236}">
                          <a16:creationId xmlns:a16="http://schemas.microsoft.com/office/drawing/2014/main" id="{93F0657E-20F9-4DFE-BC22-4113B0DF78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3" name="直線コネクタ 133892">
                      <a:extLst>
                        <a:ext uri="{FF2B5EF4-FFF2-40B4-BE49-F238E27FC236}">
                          <a16:creationId xmlns:a16="http://schemas.microsoft.com/office/drawing/2014/main" id="{43E00F26-6719-41F0-BE66-AA317EF2BA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4" name="直線コネクタ 133893">
                      <a:extLst>
                        <a:ext uri="{FF2B5EF4-FFF2-40B4-BE49-F238E27FC236}">
                          <a16:creationId xmlns:a16="http://schemas.microsoft.com/office/drawing/2014/main" id="{C6746140-0965-494B-A988-E3FC4D3F2A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5" name="直線コネクタ 133894">
                      <a:extLst>
                        <a:ext uri="{FF2B5EF4-FFF2-40B4-BE49-F238E27FC236}">
                          <a16:creationId xmlns:a16="http://schemas.microsoft.com/office/drawing/2014/main" id="{390BC2AB-222A-4739-9491-312BCB7F92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6" name="直線コネクタ 133895">
                      <a:extLst>
                        <a:ext uri="{FF2B5EF4-FFF2-40B4-BE49-F238E27FC236}">
                          <a16:creationId xmlns:a16="http://schemas.microsoft.com/office/drawing/2014/main" id="{FFB0F1A8-F4FA-44B3-90BA-89727C1EAF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7" name="直線コネクタ 133896">
                      <a:extLst>
                        <a:ext uri="{FF2B5EF4-FFF2-40B4-BE49-F238E27FC236}">
                          <a16:creationId xmlns:a16="http://schemas.microsoft.com/office/drawing/2014/main" id="{D0A2C957-16CA-4063-9B3A-3F9452907D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8" name="直線コネクタ 133897">
                      <a:extLst>
                        <a:ext uri="{FF2B5EF4-FFF2-40B4-BE49-F238E27FC236}">
                          <a16:creationId xmlns:a16="http://schemas.microsoft.com/office/drawing/2014/main" id="{1B7A0B6B-AD9C-4AE6-BD6C-5BAE1B1260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99" name="直線コネクタ 133898">
                      <a:extLst>
                        <a:ext uri="{FF2B5EF4-FFF2-40B4-BE49-F238E27FC236}">
                          <a16:creationId xmlns:a16="http://schemas.microsoft.com/office/drawing/2014/main" id="{DAF60D94-E985-4A61-BD02-0AC5FF0257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0" name="直線コネクタ 133899">
                      <a:extLst>
                        <a:ext uri="{FF2B5EF4-FFF2-40B4-BE49-F238E27FC236}">
                          <a16:creationId xmlns:a16="http://schemas.microsoft.com/office/drawing/2014/main" id="{A1A43ABF-6ECA-411C-A6F5-EA35DB1FCB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1" name="直線コネクタ 133900">
                      <a:extLst>
                        <a:ext uri="{FF2B5EF4-FFF2-40B4-BE49-F238E27FC236}">
                          <a16:creationId xmlns:a16="http://schemas.microsoft.com/office/drawing/2014/main" id="{7C86224D-D800-4E9E-BD91-A481083167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2" name="直線コネクタ 133901">
                      <a:extLst>
                        <a:ext uri="{FF2B5EF4-FFF2-40B4-BE49-F238E27FC236}">
                          <a16:creationId xmlns:a16="http://schemas.microsoft.com/office/drawing/2014/main" id="{A57E3027-EA6F-45AD-9237-F610C3E751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3" name="直線コネクタ 133902">
                      <a:extLst>
                        <a:ext uri="{FF2B5EF4-FFF2-40B4-BE49-F238E27FC236}">
                          <a16:creationId xmlns:a16="http://schemas.microsoft.com/office/drawing/2014/main" id="{702BA63B-9FFD-4F6A-8915-3C564D457F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4" name="直線コネクタ 133903">
                      <a:extLst>
                        <a:ext uri="{FF2B5EF4-FFF2-40B4-BE49-F238E27FC236}">
                          <a16:creationId xmlns:a16="http://schemas.microsoft.com/office/drawing/2014/main" id="{2739745B-C71F-45E4-909A-593803D214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5" name="直線コネクタ 133904">
                      <a:extLst>
                        <a:ext uri="{FF2B5EF4-FFF2-40B4-BE49-F238E27FC236}">
                          <a16:creationId xmlns:a16="http://schemas.microsoft.com/office/drawing/2014/main" id="{547F643B-E18C-42C8-8C6C-863B93D8BB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6" name="直線コネクタ 133905">
                      <a:extLst>
                        <a:ext uri="{FF2B5EF4-FFF2-40B4-BE49-F238E27FC236}">
                          <a16:creationId xmlns:a16="http://schemas.microsoft.com/office/drawing/2014/main" id="{953ED642-D8EC-4E01-A5AB-4DC129B3CF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7" name="直線コネクタ 133906">
                      <a:extLst>
                        <a:ext uri="{FF2B5EF4-FFF2-40B4-BE49-F238E27FC236}">
                          <a16:creationId xmlns:a16="http://schemas.microsoft.com/office/drawing/2014/main" id="{250D9529-716F-4A52-820C-7B76FACC64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8" name="直線コネクタ 133907">
                      <a:extLst>
                        <a:ext uri="{FF2B5EF4-FFF2-40B4-BE49-F238E27FC236}">
                          <a16:creationId xmlns:a16="http://schemas.microsoft.com/office/drawing/2014/main" id="{3FCE4672-AE45-4B58-A134-2C2D178546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09" name="直線コネクタ 133908">
                      <a:extLst>
                        <a:ext uri="{FF2B5EF4-FFF2-40B4-BE49-F238E27FC236}">
                          <a16:creationId xmlns:a16="http://schemas.microsoft.com/office/drawing/2014/main" id="{7E7DB4A5-C441-4DE7-97B5-35F6135753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0" name="直線コネクタ 133909">
                      <a:extLst>
                        <a:ext uri="{FF2B5EF4-FFF2-40B4-BE49-F238E27FC236}">
                          <a16:creationId xmlns:a16="http://schemas.microsoft.com/office/drawing/2014/main" id="{B48BDAC0-FF97-4B7D-B3D5-60757E1199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1" name="直線コネクタ 133910">
                      <a:extLst>
                        <a:ext uri="{FF2B5EF4-FFF2-40B4-BE49-F238E27FC236}">
                          <a16:creationId xmlns:a16="http://schemas.microsoft.com/office/drawing/2014/main" id="{27CB6335-17EF-49F6-B235-0181CB66D6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2" name="直線コネクタ 133911">
                      <a:extLst>
                        <a:ext uri="{FF2B5EF4-FFF2-40B4-BE49-F238E27FC236}">
                          <a16:creationId xmlns:a16="http://schemas.microsoft.com/office/drawing/2014/main" id="{25E10885-763A-4CD3-A8F6-1A2164C09E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3" name="直線コネクタ 133912">
                      <a:extLst>
                        <a:ext uri="{FF2B5EF4-FFF2-40B4-BE49-F238E27FC236}">
                          <a16:creationId xmlns:a16="http://schemas.microsoft.com/office/drawing/2014/main" id="{D9832AD5-91CE-4F0F-AC29-0DB0C8D31A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4" name="直線コネクタ 133913">
                      <a:extLst>
                        <a:ext uri="{FF2B5EF4-FFF2-40B4-BE49-F238E27FC236}">
                          <a16:creationId xmlns:a16="http://schemas.microsoft.com/office/drawing/2014/main" id="{380C0D8D-A223-46B3-AB32-14DD2580FF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5" name="直線コネクタ 133914">
                      <a:extLst>
                        <a:ext uri="{FF2B5EF4-FFF2-40B4-BE49-F238E27FC236}">
                          <a16:creationId xmlns:a16="http://schemas.microsoft.com/office/drawing/2014/main" id="{3CD6247C-2584-4E5A-8A78-349937EA48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6" name="直線コネクタ 133915">
                      <a:extLst>
                        <a:ext uri="{FF2B5EF4-FFF2-40B4-BE49-F238E27FC236}">
                          <a16:creationId xmlns:a16="http://schemas.microsoft.com/office/drawing/2014/main" id="{99E97D3A-9817-4ECE-BD4B-55F68DB02E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7" name="直線コネクタ 133916">
                      <a:extLst>
                        <a:ext uri="{FF2B5EF4-FFF2-40B4-BE49-F238E27FC236}">
                          <a16:creationId xmlns:a16="http://schemas.microsoft.com/office/drawing/2014/main" id="{5D29826A-1699-494A-93E9-7C14DE7199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8" name="直線コネクタ 133917">
                      <a:extLst>
                        <a:ext uri="{FF2B5EF4-FFF2-40B4-BE49-F238E27FC236}">
                          <a16:creationId xmlns:a16="http://schemas.microsoft.com/office/drawing/2014/main" id="{A9458CCA-1B45-4AC1-9C14-1603D7147A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19" name="直線コネクタ 133918">
                      <a:extLst>
                        <a:ext uri="{FF2B5EF4-FFF2-40B4-BE49-F238E27FC236}">
                          <a16:creationId xmlns:a16="http://schemas.microsoft.com/office/drawing/2014/main" id="{4818B954-5CDB-4DB3-8212-C78007B392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0" name="直線コネクタ 133919">
                      <a:extLst>
                        <a:ext uri="{FF2B5EF4-FFF2-40B4-BE49-F238E27FC236}">
                          <a16:creationId xmlns:a16="http://schemas.microsoft.com/office/drawing/2014/main" id="{FF33B840-9016-4B6C-A99E-C2960B01C4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1" name="直線コネクタ 133920">
                      <a:extLst>
                        <a:ext uri="{FF2B5EF4-FFF2-40B4-BE49-F238E27FC236}">
                          <a16:creationId xmlns:a16="http://schemas.microsoft.com/office/drawing/2014/main" id="{285F8883-8B2A-413E-9334-1672144B7F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2" name="直線コネクタ 133921">
                      <a:extLst>
                        <a:ext uri="{FF2B5EF4-FFF2-40B4-BE49-F238E27FC236}">
                          <a16:creationId xmlns:a16="http://schemas.microsoft.com/office/drawing/2014/main" id="{500ED826-33C2-477B-8C6C-9E8E28C4B0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3" name="直線コネクタ 133922">
                      <a:extLst>
                        <a:ext uri="{FF2B5EF4-FFF2-40B4-BE49-F238E27FC236}">
                          <a16:creationId xmlns:a16="http://schemas.microsoft.com/office/drawing/2014/main" id="{A697D102-74CD-41E8-88D9-36C87255D8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4" name="直線コネクタ 133923">
                      <a:extLst>
                        <a:ext uri="{FF2B5EF4-FFF2-40B4-BE49-F238E27FC236}">
                          <a16:creationId xmlns:a16="http://schemas.microsoft.com/office/drawing/2014/main" id="{161BDB9F-7B09-4F9A-9C5E-468727F5BB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5" name="直線コネクタ 133924">
                      <a:extLst>
                        <a:ext uri="{FF2B5EF4-FFF2-40B4-BE49-F238E27FC236}">
                          <a16:creationId xmlns:a16="http://schemas.microsoft.com/office/drawing/2014/main" id="{BA6D90EE-31CF-4D77-BA15-16BD82D2F8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6" name="直線コネクタ 133925">
                      <a:extLst>
                        <a:ext uri="{FF2B5EF4-FFF2-40B4-BE49-F238E27FC236}">
                          <a16:creationId xmlns:a16="http://schemas.microsoft.com/office/drawing/2014/main" id="{C84D3475-452F-4DA3-8613-029E1A9F21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7" name="直線コネクタ 133926">
                      <a:extLst>
                        <a:ext uri="{FF2B5EF4-FFF2-40B4-BE49-F238E27FC236}">
                          <a16:creationId xmlns:a16="http://schemas.microsoft.com/office/drawing/2014/main" id="{689C442B-0EA5-41FF-BDE5-2E1785D5E5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8" name="直線コネクタ 133927">
                      <a:extLst>
                        <a:ext uri="{FF2B5EF4-FFF2-40B4-BE49-F238E27FC236}">
                          <a16:creationId xmlns:a16="http://schemas.microsoft.com/office/drawing/2014/main" id="{261F1F17-E9F5-41DC-9DA4-4CAFA84F63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29" name="直線コネクタ 133928">
                      <a:extLst>
                        <a:ext uri="{FF2B5EF4-FFF2-40B4-BE49-F238E27FC236}">
                          <a16:creationId xmlns:a16="http://schemas.microsoft.com/office/drawing/2014/main" id="{9AD92A3A-ED82-4F88-9205-45C20A21AB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0" name="直線コネクタ 133929">
                      <a:extLst>
                        <a:ext uri="{FF2B5EF4-FFF2-40B4-BE49-F238E27FC236}">
                          <a16:creationId xmlns:a16="http://schemas.microsoft.com/office/drawing/2014/main" id="{06BE551C-75EF-4AAB-A330-D9251964AD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1" name="直線コネクタ 133930">
                      <a:extLst>
                        <a:ext uri="{FF2B5EF4-FFF2-40B4-BE49-F238E27FC236}">
                          <a16:creationId xmlns:a16="http://schemas.microsoft.com/office/drawing/2014/main" id="{B7C76C63-84CA-4603-AF9C-A0C37164BE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2" name="直線コネクタ 133931">
                      <a:extLst>
                        <a:ext uri="{FF2B5EF4-FFF2-40B4-BE49-F238E27FC236}">
                          <a16:creationId xmlns:a16="http://schemas.microsoft.com/office/drawing/2014/main" id="{5DE682BE-B6B0-4BB9-9B48-44E1C40D15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3" name="直線コネクタ 133932">
                      <a:extLst>
                        <a:ext uri="{FF2B5EF4-FFF2-40B4-BE49-F238E27FC236}">
                          <a16:creationId xmlns:a16="http://schemas.microsoft.com/office/drawing/2014/main" id="{74E7A7C5-68C4-4F10-A02A-E47B26BD78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4" name="直線コネクタ 133933">
                      <a:extLst>
                        <a:ext uri="{FF2B5EF4-FFF2-40B4-BE49-F238E27FC236}">
                          <a16:creationId xmlns:a16="http://schemas.microsoft.com/office/drawing/2014/main" id="{B3A6DAF9-6559-43D2-BAA9-A6FE209600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5" name="直線コネクタ 133934">
                      <a:extLst>
                        <a:ext uri="{FF2B5EF4-FFF2-40B4-BE49-F238E27FC236}">
                          <a16:creationId xmlns:a16="http://schemas.microsoft.com/office/drawing/2014/main" id="{0B31C09F-199E-40F0-A71C-A918D24E92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6" name="直線コネクタ 133935">
                      <a:extLst>
                        <a:ext uri="{FF2B5EF4-FFF2-40B4-BE49-F238E27FC236}">
                          <a16:creationId xmlns:a16="http://schemas.microsoft.com/office/drawing/2014/main" id="{0001B7CB-9030-4D07-92A4-7A3BBEBDAC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7" name="直線コネクタ 133936">
                      <a:extLst>
                        <a:ext uri="{FF2B5EF4-FFF2-40B4-BE49-F238E27FC236}">
                          <a16:creationId xmlns:a16="http://schemas.microsoft.com/office/drawing/2014/main" id="{7FB89777-A553-4736-BDB3-DC6829761E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8" name="直線コネクタ 133937">
                      <a:extLst>
                        <a:ext uri="{FF2B5EF4-FFF2-40B4-BE49-F238E27FC236}">
                          <a16:creationId xmlns:a16="http://schemas.microsoft.com/office/drawing/2014/main" id="{B4E5D2E0-4F9F-40D4-84D7-B3A4850AB7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39" name="直線コネクタ 133938">
                      <a:extLst>
                        <a:ext uri="{FF2B5EF4-FFF2-40B4-BE49-F238E27FC236}">
                          <a16:creationId xmlns:a16="http://schemas.microsoft.com/office/drawing/2014/main" id="{AFA5C984-CADD-4CFD-B07B-90E374F760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0" name="直線コネクタ 133939">
                      <a:extLst>
                        <a:ext uri="{FF2B5EF4-FFF2-40B4-BE49-F238E27FC236}">
                          <a16:creationId xmlns:a16="http://schemas.microsoft.com/office/drawing/2014/main" id="{D6DCEC2C-B157-4DDD-8A6D-4FB71C53BD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1" name="直線コネクタ 133940">
                      <a:extLst>
                        <a:ext uri="{FF2B5EF4-FFF2-40B4-BE49-F238E27FC236}">
                          <a16:creationId xmlns:a16="http://schemas.microsoft.com/office/drawing/2014/main" id="{AC6DAADE-884E-4F2D-B4AA-BF21BE93B7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2" name="直線コネクタ 133941">
                      <a:extLst>
                        <a:ext uri="{FF2B5EF4-FFF2-40B4-BE49-F238E27FC236}">
                          <a16:creationId xmlns:a16="http://schemas.microsoft.com/office/drawing/2014/main" id="{DAF4106C-85ED-4DF3-8F59-347AC61686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3" name="直線コネクタ 133942">
                      <a:extLst>
                        <a:ext uri="{FF2B5EF4-FFF2-40B4-BE49-F238E27FC236}">
                          <a16:creationId xmlns:a16="http://schemas.microsoft.com/office/drawing/2014/main" id="{061112C4-DFD6-4B02-895D-0315D2E236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4" name="直線コネクタ 133943">
                      <a:extLst>
                        <a:ext uri="{FF2B5EF4-FFF2-40B4-BE49-F238E27FC236}">
                          <a16:creationId xmlns:a16="http://schemas.microsoft.com/office/drawing/2014/main" id="{FB09E22C-5E56-4CDD-A8F1-0D75F9226D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5" name="直線コネクタ 133944">
                      <a:extLst>
                        <a:ext uri="{FF2B5EF4-FFF2-40B4-BE49-F238E27FC236}">
                          <a16:creationId xmlns:a16="http://schemas.microsoft.com/office/drawing/2014/main" id="{957E84B9-3F16-4EF8-8B4B-6F8EC67820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6" name="直線コネクタ 133945">
                      <a:extLst>
                        <a:ext uri="{FF2B5EF4-FFF2-40B4-BE49-F238E27FC236}">
                          <a16:creationId xmlns:a16="http://schemas.microsoft.com/office/drawing/2014/main" id="{968790AE-9510-457D-93D4-38D33ACFA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947" name="直線コネクタ 133946">
                      <a:extLst>
                        <a:ext uri="{FF2B5EF4-FFF2-40B4-BE49-F238E27FC236}">
                          <a16:creationId xmlns:a16="http://schemas.microsoft.com/office/drawing/2014/main" id="{98FE5748-DA7A-43DA-A9D7-DDFFD32296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4" name="グループ化 133573">
                    <a:extLst>
                      <a:ext uri="{FF2B5EF4-FFF2-40B4-BE49-F238E27FC236}">
                        <a16:creationId xmlns:a16="http://schemas.microsoft.com/office/drawing/2014/main" id="{812DA381-AA20-4B78-B3E2-88E82572F1E2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333199" y="356068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3825" name="直線コネクタ 133824">
                      <a:extLst>
                        <a:ext uri="{FF2B5EF4-FFF2-40B4-BE49-F238E27FC236}">
                          <a16:creationId xmlns:a16="http://schemas.microsoft.com/office/drawing/2014/main" id="{668018B5-3FDC-40DB-A23F-5FF13A9D0E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6" name="直線コネクタ 133825">
                      <a:extLst>
                        <a:ext uri="{FF2B5EF4-FFF2-40B4-BE49-F238E27FC236}">
                          <a16:creationId xmlns:a16="http://schemas.microsoft.com/office/drawing/2014/main" id="{35D337E5-84B7-42D1-8685-7A5A6FA07C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7" name="直線コネクタ 133826">
                      <a:extLst>
                        <a:ext uri="{FF2B5EF4-FFF2-40B4-BE49-F238E27FC236}">
                          <a16:creationId xmlns:a16="http://schemas.microsoft.com/office/drawing/2014/main" id="{25920656-F274-4237-ACEE-22E3EACECC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8" name="直線コネクタ 133827">
                      <a:extLst>
                        <a:ext uri="{FF2B5EF4-FFF2-40B4-BE49-F238E27FC236}">
                          <a16:creationId xmlns:a16="http://schemas.microsoft.com/office/drawing/2014/main" id="{0A3EE763-E9DA-4E61-9B02-2030630B37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9" name="直線コネクタ 133828">
                      <a:extLst>
                        <a:ext uri="{FF2B5EF4-FFF2-40B4-BE49-F238E27FC236}">
                          <a16:creationId xmlns:a16="http://schemas.microsoft.com/office/drawing/2014/main" id="{5B32E64E-90EB-4A22-98DE-7FBC6819CA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0" name="直線コネクタ 133829">
                      <a:extLst>
                        <a:ext uri="{FF2B5EF4-FFF2-40B4-BE49-F238E27FC236}">
                          <a16:creationId xmlns:a16="http://schemas.microsoft.com/office/drawing/2014/main" id="{86733D61-604F-40C4-A093-CCEDD9ED3E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1" name="直線コネクタ 133830">
                      <a:extLst>
                        <a:ext uri="{FF2B5EF4-FFF2-40B4-BE49-F238E27FC236}">
                          <a16:creationId xmlns:a16="http://schemas.microsoft.com/office/drawing/2014/main" id="{7318EF03-FEA9-4790-AE4F-15F5D3E73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2" name="直線コネクタ 133831">
                      <a:extLst>
                        <a:ext uri="{FF2B5EF4-FFF2-40B4-BE49-F238E27FC236}">
                          <a16:creationId xmlns:a16="http://schemas.microsoft.com/office/drawing/2014/main" id="{0171E4FC-AC16-4422-95B3-E91C0A8342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3" name="直線コネクタ 133832">
                      <a:extLst>
                        <a:ext uri="{FF2B5EF4-FFF2-40B4-BE49-F238E27FC236}">
                          <a16:creationId xmlns:a16="http://schemas.microsoft.com/office/drawing/2014/main" id="{6CECCE05-933A-4A0F-AA27-615DF8EA5E1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4" name="直線コネクタ 133833">
                      <a:extLst>
                        <a:ext uri="{FF2B5EF4-FFF2-40B4-BE49-F238E27FC236}">
                          <a16:creationId xmlns:a16="http://schemas.microsoft.com/office/drawing/2014/main" id="{E0108E8F-ECB9-411D-BBF3-8D15483E95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5" name="直線コネクタ 133834">
                      <a:extLst>
                        <a:ext uri="{FF2B5EF4-FFF2-40B4-BE49-F238E27FC236}">
                          <a16:creationId xmlns:a16="http://schemas.microsoft.com/office/drawing/2014/main" id="{0932CB38-FF2C-4B56-8E70-02EA991B70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6" name="直線コネクタ 133835">
                      <a:extLst>
                        <a:ext uri="{FF2B5EF4-FFF2-40B4-BE49-F238E27FC236}">
                          <a16:creationId xmlns:a16="http://schemas.microsoft.com/office/drawing/2014/main" id="{A0E1FF37-1765-40C9-B08A-7BDECC7DED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7" name="直線コネクタ 133836">
                      <a:extLst>
                        <a:ext uri="{FF2B5EF4-FFF2-40B4-BE49-F238E27FC236}">
                          <a16:creationId xmlns:a16="http://schemas.microsoft.com/office/drawing/2014/main" id="{1F5CFADE-6473-42A7-8758-EF32CF0083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8" name="直線コネクタ 133837">
                      <a:extLst>
                        <a:ext uri="{FF2B5EF4-FFF2-40B4-BE49-F238E27FC236}">
                          <a16:creationId xmlns:a16="http://schemas.microsoft.com/office/drawing/2014/main" id="{25D2E5C5-E899-4261-92C7-456AEBABBA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39" name="直線コネクタ 133838">
                      <a:extLst>
                        <a:ext uri="{FF2B5EF4-FFF2-40B4-BE49-F238E27FC236}">
                          <a16:creationId xmlns:a16="http://schemas.microsoft.com/office/drawing/2014/main" id="{699CD80E-4382-46AF-B8AC-96B9C034B2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0" name="直線コネクタ 133839">
                      <a:extLst>
                        <a:ext uri="{FF2B5EF4-FFF2-40B4-BE49-F238E27FC236}">
                          <a16:creationId xmlns:a16="http://schemas.microsoft.com/office/drawing/2014/main" id="{F2E2C4D0-04D2-47FF-9DCB-B4B904AA63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1" name="直線コネクタ 133840">
                      <a:extLst>
                        <a:ext uri="{FF2B5EF4-FFF2-40B4-BE49-F238E27FC236}">
                          <a16:creationId xmlns:a16="http://schemas.microsoft.com/office/drawing/2014/main" id="{71A0094F-1266-493F-B4B9-E941988E0E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2" name="直線コネクタ 133841">
                      <a:extLst>
                        <a:ext uri="{FF2B5EF4-FFF2-40B4-BE49-F238E27FC236}">
                          <a16:creationId xmlns:a16="http://schemas.microsoft.com/office/drawing/2014/main" id="{7A19065B-032E-4405-B9D3-2A8971B1DF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3" name="直線コネクタ 133842">
                      <a:extLst>
                        <a:ext uri="{FF2B5EF4-FFF2-40B4-BE49-F238E27FC236}">
                          <a16:creationId xmlns:a16="http://schemas.microsoft.com/office/drawing/2014/main" id="{68D8240F-F333-42B3-9E63-4F738F003F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4" name="直線コネクタ 133843">
                      <a:extLst>
                        <a:ext uri="{FF2B5EF4-FFF2-40B4-BE49-F238E27FC236}">
                          <a16:creationId xmlns:a16="http://schemas.microsoft.com/office/drawing/2014/main" id="{E48BD281-930D-4F1B-9BB5-F925AB1F6B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5" name="直線コネクタ 133844">
                      <a:extLst>
                        <a:ext uri="{FF2B5EF4-FFF2-40B4-BE49-F238E27FC236}">
                          <a16:creationId xmlns:a16="http://schemas.microsoft.com/office/drawing/2014/main" id="{DB59F800-E83D-490D-9669-C38AD59389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6" name="直線コネクタ 133845">
                      <a:extLst>
                        <a:ext uri="{FF2B5EF4-FFF2-40B4-BE49-F238E27FC236}">
                          <a16:creationId xmlns:a16="http://schemas.microsoft.com/office/drawing/2014/main" id="{7A1F7C09-775C-4E29-AE35-AA1B854FE1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7" name="直線コネクタ 133846">
                      <a:extLst>
                        <a:ext uri="{FF2B5EF4-FFF2-40B4-BE49-F238E27FC236}">
                          <a16:creationId xmlns:a16="http://schemas.microsoft.com/office/drawing/2014/main" id="{7BF273BE-670E-4E36-BBAF-175C42102D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8" name="直線コネクタ 133847">
                      <a:extLst>
                        <a:ext uri="{FF2B5EF4-FFF2-40B4-BE49-F238E27FC236}">
                          <a16:creationId xmlns:a16="http://schemas.microsoft.com/office/drawing/2014/main" id="{F76BBBFF-3B81-4233-B380-71F00F62C6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49" name="直線コネクタ 133848">
                      <a:extLst>
                        <a:ext uri="{FF2B5EF4-FFF2-40B4-BE49-F238E27FC236}">
                          <a16:creationId xmlns:a16="http://schemas.microsoft.com/office/drawing/2014/main" id="{D2F368D2-DDAD-4513-98DE-BB385B82A1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0" name="直線コネクタ 133849">
                      <a:extLst>
                        <a:ext uri="{FF2B5EF4-FFF2-40B4-BE49-F238E27FC236}">
                          <a16:creationId xmlns:a16="http://schemas.microsoft.com/office/drawing/2014/main" id="{A60130DE-0644-41DB-9128-72B34A401A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1" name="直線コネクタ 133850">
                      <a:extLst>
                        <a:ext uri="{FF2B5EF4-FFF2-40B4-BE49-F238E27FC236}">
                          <a16:creationId xmlns:a16="http://schemas.microsoft.com/office/drawing/2014/main" id="{AF44CC5D-3BAE-47A5-AE5E-35542FC4D4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2" name="直線コネクタ 133851">
                      <a:extLst>
                        <a:ext uri="{FF2B5EF4-FFF2-40B4-BE49-F238E27FC236}">
                          <a16:creationId xmlns:a16="http://schemas.microsoft.com/office/drawing/2014/main" id="{FD5C96EA-0E80-4704-8DF1-3B00FF4E49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3" name="直線コネクタ 133852">
                      <a:extLst>
                        <a:ext uri="{FF2B5EF4-FFF2-40B4-BE49-F238E27FC236}">
                          <a16:creationId xmlns:a16="http://schemas.microsoft.com/office/drawing/2014/main" id="{D7F2AEBF-4242-4B0C-AC3D-F393856B42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4" name="直線コネクタ 133853">
                      <a:extLst>
                        <a:ext uri="{FF2B5EF4-FFF2-40B4-BE49-F238E27FC236}">
                          <a16:creationId xmlns:a16="http://schemas.microsoft.com/office/drawing/2014/main" id="{EC5A6429-A92E-4368-8C89-8BEB0CD052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5" name="直線コネクタ 133854">
                      <a:extLst>
                        <a:ext uri="{FF2B5EF4-FFF2-40B4-BE49-F238E27FC236}">
                          <a16:creationId xmlns:a16="http://schemas.microsoft.com/office/drawing/2014/main" id="{4D30CA8E-5243-444A-8316-86F76EE44B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6" name="直線コネクタ 133855">
                      <a:extLst>
                        <a:ext uri="{FF2B5EF4-FFF2-40B4-BE49-F238E27FC236}">
                          <a16:creationId xmlns:a16="http://schemas.microsoft.com/office/drawing/2014/main" id="{78A89218-F009-4C5A-BEFD-0A2B932A82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7" name="直線コネクタ 133856">
                      <a:extLst>
                        <a:ext uri="{FF2B5EF4-FFF2-40B4-BE49-F238E27FC236}">
                          <a16:creationId xmlns:a16="http://schemas.microsoft.com/office/drawing/2014/main" id="{D9387BCF-3DA8-43B0-9D8C-9FA2397736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8" name="直線コネクタ 133857">
                      <a:extLst>
                        <a:ext uri="{FF2B5EF4-FFF2-40B4-BE49-F238E27FC236}">
                          <a16:creationId xmlns:a16="http://schemas.microsoft.com/office/drawing/2014/main" id="{484AF8F1-3034-4134-B4E0-49C014D603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59" name="直線コネクタ 133858">
                      <a:extLst>
                        <a:ext uri="{FF2B5EF4-FFF2-40B4-BE49-F238E27FC236}">
                          <a16:creationId xmlns:a16="http://schemas.microsoft.com/office/drawing/2014/main" id="{9C10039D-760D-4AF5-8A7A-25D3065DF9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0" name="直線コネクタ 133859">
                      <a:extLst>
                        <a:ext uri="{FF2B5EF4-FFF2-40B4-BE49-F238E27FC236}">
                          <a16:creationId xmlns:a16="http://schemas.microsoft.com/office/drawing/2014/main" id="{4A452A91-07BE-4211-9E55-75AD8B54FD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1" name="直線コネクタ 133860">
                      <a:extLst>
                        <a:ext uri="{FF2B5EF4-FFF2-40B4-BE49-F238E27FC236}">
                          <a16:creationId xmlns:a16="http://schemas.microsoft.com/office/drawing/2014/main" id="{90108C0B-EAC2-43F9-8760-2F547061AE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2" name="直線コネクタ 133861">
                      <a:extLst>
                        <a:ext uri="{FF2B5EF4-FFF2-40B4-BE49-F238E27FC236}">
                          <a16:creationId xmlns:a16="http://schemas.microsoft.com/office/drawing/2014/main" id="{57841F42-A7FE-4516-9FBC-70227C8D2E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3" name="直線コネクタ 133862">
                      <a:extLst>
                        <a:ext uri="{FF2B5EF4-FFF2-40B4-BE49-F238E27FC236}">
                          <a16:creationId xmlns:a16="http://schemas.microsoft.com/office/drawing/2014/main" id="{42EDF002-A5C8-4861-8525-0E21BB5834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4" name="直線コネクタ 133863">
                      <a:extLst>
                        <a:ext uri="{FF2B5EF4-FFF2-40B4-BE49-F238E27FC236}">
                          <a16:creationId xmlns:a16="http://schemas.microsoft.com/office/drawing/2014/main" id="{C369C74D-A36E-4BA6-AF13-380A65D323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5" name="直線コネクタ 133864">
                      <a:extLst>
                        <a:ext uri="{FF2B5EF4-FFF2-40B4-BE49-F238E27FC236}">
                          <a16:creationId xmlns:a16="http://schemas.microsoft.com/office/drawing/2014/main" id="{0B9DB5EA-E08A-4E4E-A2C5-76D2BFC2E7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6" name="直線コネクタ 133865">
                      <a:extLst>
                        <a:ext uri="{FF2B5EF4-FFF2-40B4-BE49-F238E27FC236}">
                          <a16:creationId xmlns:a16="http://schemas.microsoft.com/office/drawing/2014/main" id="{275160D8-92AB-4684-9947-74BABAF28F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7" name="直線コネクタ 133866">
                      <a:extLst>
                        <a:ext uri="{FF2B5EF4-FFF2-40B4-BE49-F238E27FC236}">
                          <a16:creationId xmlns:a16="http://schemas.microsoft.com/office/drawing/2014/main" id="{576DB701-C5F8-4BCE-8029-AD88285A4B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8" name="直線コネクタ 133867">
                      <a:extLst>
                        <a:ext uri="{FF2B5EF4-FFF2-40B4-BE49-F238E27FC236}">
                          <a16:creationId xmlns:a16="http://schemas.microsoft.com/office/drawing/2014/main" id="{4BC73565-91D6-4703-A809-FB0232E706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69" name="直線コネクタ 133868">
                      <a:extLst>
                        <a:ext uri="{FF2B5EF4-FFF2-40B4-BE49-F238E27FC236}">
                          <a16:creationId xmlns:a16="http://schemas.microsoft.com/office/drawing/2014/main" id="{8BB4C6C9-2AD4-48E8-B5E5-96E5227836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0" name="直線コネクタ 133869">
                      <a:extLst>
                        <a:ext uri="{FF2B5EF4-FFF2-40B4-BE49-F238E27FC236}">
                          <a16:creationId xmlns:a16="http://schemas.microsoft.com/office/drawing/2014/main" id="{1C4C4645-06A7-434E-BFCD-FD037A4D8B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1" name="直線コネクタ 133870">
                      <a:extLst>
                        <a:ext uri="{FF2B5EF4-FFF2-40B4-BE49-F238E27FC236}">
                          <a16:creationId xmlns:a16="http://schemas.microsoft.com/office/drawing/2014/main" id="{34059A10-0438-4899-B1A3-4338F36F98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2" name="直線コネクタ 133871">
                      <a:extLst>
                        <a:ext uri="{FF2B5EF4-FFF2-40B4-BE49-F238E27FC236}">
                          <a16:creationId xmlns:a16="http://schemas.microsoft.com/office/drawing/2014/main" id="{4294422D-D5F8-41D1-98A7-BE331E1B34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3" name="直線コネクタ 133872">
                      <a:extLst>
                        <a:ext uri="{FF2B5EF4-FFF2-40B4-BE49-F238E27FC236}">
                          <a16:creationId xmlns:a16="http://schemas.microsoft.com/office/drawing/2014/main" id="{8461511D-BAEF-45F0-B29C-E05B4BCA32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4" name="直線コネクタ 133873">
                      <a:extLst>
                        <a:ext uri="{FF2B5EF4-FFF2-40B4-BE49-F238E27FC236}">
                          <a16:creationId xmlns:a16="http://schemas.microsoft.com/office/drawing/2014/main" id="{883E60FA-3A6F-470D-84A7-AB1C3D19F6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5" name="直線コネクタ 133874">
                      <a:extLst>
                        <a:ext uri="{FF2B5EF4-FFF2-40B4-BE49-F238E27FC236}">
                          <a16:creationId xmlns:a16="http://schemas.microsoft.com/office/drawing/2014/main" id="{96FE96CC-9A5B-4A55-93B0-066FE3EA34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6" name="直線コネクタ 133875">
                      <a:extLst>
                        <a:ext uri="{FF2B5EF4-FFF2-40B4-BE49-F238E27FC236}">
                          <a16:creationId xmlns:a16="http://schemas.microsoft.com/office/drawing/2014/main" id="{95EC8AB6-DA42-4209-910F-B323538343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7" name="直線コネクタ 133876">
                      <a:extLst>
                        <a:ext uri="{FF2B5EF4-FFF2-40B4-BE49-F238E27FC236}">
                          <a16:creationId xmlns:a16="http://schemas.microsoft.com/office/drawing/2014/main" id="{AF6246BF-95A3-4A91-AA75-973ADF3B81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8" name="直線コネクタ 133877">
                      <a:extLst>
                        <a:ext uri="{FF2B5EF4-FFF2-40B4-BE49-F238E27FC236}">
                          <a16:creationId xmlns:a16="http://schemas.microsoft.com/office/drawing/2014/main" id="{53F9C01A-5A7C-414A-A566-67AE553BBC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79" name="直線コネクタ 133878">
                      <a:extLst>
                        <a:ext uri="{FF2B5EF4-FFF2-40B4-BE49-F238E27FC236}">
                          <a16:creationId xmlns:a16="http://schemas.microsoft.com/office/drawing/2014/main" id="{D91DE334-8167-45D9-B94E-DAADBFF7D9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0" name="直線コネクタ 133879">
                      <a:extLst>
                        <a:ext uri="{FF2B5EF4-FFF2-40B4-BE49-F238E27FC236}">
                          <a16:creationId xmlns:a16="http://schemas.microsoft.com/office/drawing/2014/main" id="{A4D31085-6A5A-4BEB-AD65-F42260371D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1" name="直線コネクタ 133880">
                      <a:extLst>
                        <a:ext uri="{FF2B5EF4-FFF2-40B4-BE49-F238E27FC236}">
                          <a16:creationId xmlns:a16="http://schemas.microsoft.com/office/drawing/2014/main" id="{B222C419-51C2-4A4B-A73E-DCC02795E7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2" name="直線コネクタ 133881">
                      <a:extLst>
                        <a:ext uri="{FF2B5EF4-FFF2-40B4-BE49-F238E27FC236}">
                          <a16:creationId xmlns:a16="http://schemas.microsoft.com/office/drawing/2014/main" id="{F536AFF7-08B4-48A5-A72C-4746EA4005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3" name="直線コネクタ 133882">
                      <a:extLst>
                        <a:ext uri="{FF2B5EF4-FFF2-40B4-BE49-F238E27FC236}">
                          <a16:creationId xmlns:a16="http://schemas.microsoft.com/office/drawing/2014/main" id="{183D4BAE-D032-4698-AE37-38B42207A5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84" name="直線コネクタ 133883">
                      <a:extLst>
                        <a:ext uri="{FF2B5EF4-FFF2-40B4-BE49-F238E27FC236}">
                          <a16:creationId xmlns:a16="http://schemas.microsoft.com/office/drawing/2014/main" id="{3F4F72AD-563D-4DFC-8274-BA2A80DDE4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5" name="グループ化 133574">
                    <a:extLst>
                      <a:ext uri="{FF2B5EF4-FFF2-40B4-BE49-F238E27FC236}">
                        <a16:creationId xmlns:a16="http://schemas.microsoft.com/office/drawing/2014/main" id="{6C49FEF8-08FE-4113-8BDA-11D5DFC6822A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599762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3762" name="直線コネクタ 133761">
                      <a:extLst>
                        <a:ext uri="{FF2B5EF4-FFF2-40B4-BE49-F238E27FC236}">
                          <a16:creationId xmlns:a16="http://schemas.microsoft.com/office/drawing/2014/main" id="{E63B574D-7407-401C-AAC4-FC5653DBB9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3" name="直線コネクタ 133762">
                      <a:extLst>
                        <a:ext uri="{FF2B5EF4-FFF2-40B4-BE49-F238E27FC236}">
                          <a16:creationId xmlns:a16="http://schemas.microsoft.com/office/drawing/2014/main" id="{CF7EDC9F-568A-4079-AC6D-CF38626DCE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4" name="直線コネクタ 133763">
                      <a:extLst>
                        <a:ext uri="{FF2B5EF4-FFF2-40B4-BE49-F238E27FC236}">
                          <a16:creationId xmlns:a16="http://schemas.microsoft.com/office/drawing/2014/main" id="{BB9F7926-D5E4-490D-A01B-907E27A4C1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5" name="直線コネクタ 133764">
                      <a:extLst>
                        <a:ext uri="{FF2B5EF4-FFF2-40B4-BE49-F238E27FC236}">
                          <a16:creationId xmlns:a16="http://schemas.microsoft.com/office/drawing/2014/main" id="{D4979582-C57D-49DF-A822-C12DC4D201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6" name="直線コネクタ 133765">
                      <a:extLst>
                        <a:ext uri="{FF2B5EF4-FFF2-40B4-BE49-F238E27FC236}">
                          <a16:creationId xmlns:a16="http://schemas.microsoft.com/office/drawing/2014/main" id="{F6D2C141-9A21-4D47-990F-26B617072D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7" name="直線コネクタ 133766">
                      <a:extLst>
                        <a:ext uri="{FF2B5EF4-FFF2-40B4-BE49-F238E27FC236}">
                          <a16:creationId xmlns:a16="http://schemas.microsoft.com/office/drawing/2014/main" id="{F33A3F5F-0D67-4841-A0B5-B7B15B130C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8" name="直線コネクタ 133767">
                      <a:extLst>
                        <a:ext uri="{FF2B5EF4-FFF2-40B4-BE49-F238E27FC236}">
                          <a16:creationId xmlns:a16="http://schemas.microsoft.com/office/drawing/2014/main" id="{FC4275AD-99E0-4B16-BCED-01626E09A7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9" name="直線コネクタ 133768">
                      <a:extLst>
                        <a:ext uri="{FF2B5EF4-FFF2-40B4-BE49-F238E27FC236}">
                          <a16:creationId xmlns:a16="http://schemas.microsoft.com/office/drawing/2014/main" id="{E4B13F18-D5A4-4C9F-A0A1-9BBCF6C77B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0" name="直線コネクタ 133769">
                      <a:extLst>
                        <a:ext uri="{FF2B5EF4-FFF2-40B4-BE49-F238E27FC236}">
                          <a16:creationId xmlns:a16="http://schemas.microsoft.com/office/drawing/2014/main" id="{5E8CE00B-1101-4F12-9796-8FA3274A37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1" name="直線コネクタ 133770">
                      <a:extLst>
                        <a:ext uri="{FF2B5EF4-FFF2-40B4-BE49-F238E27FC236}">
                          <a16:creationId xmlns:a16="http://schemas.microsoft.com/office/drawing/2014/main" id="{4CD13A85-A544-4822-91FA-23BF8CF245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2" name="直線コネクタ 133771">
                      <a:extLst>
                        <a:ext uri="{FF2B5EF4-FFF2-40B4-BE49-F238E27FC236}">
                          <a16:creationId xmlns:a16="http://schemas.microsoft.com/office/drawing/2014/main" id="{FAEE3E7A-5E1F-47E0-A75C-EC3F6D9582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3" name="直線コネクタ 133772">
                      <a:extLst>
                        <a:ext uri="{FF2B5EF4-FFF2-40B4-BE49-F238E27FC236}">
                          <a16:creationId xmlns:a16="http://schemas.microsoft.com/office/drawing/2014/main" id="{6B1B3B70-A02E-441C-BA5E-231D9B21B5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4" name="直線コネクタ 133773">
                      <a:extLst>
                        <a:ext uri="{FF2B5EF4-FFF2-40B4-BE49-F238E27FC236}">
                          <a16:creationId xmlns:a16="http://schemas.microsoft.com/office/drawing/2014/main" id="{1BC9FBE2-AB4F-48A4-A58C-E3159EA584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5" name="直線コネクタ 133774">
                      <a:extLst>
                        <a:ext uri="{FF2B5EF4-FFF2-40B4-BE49-F238E27FC236}">
                          <a16:creationId xmlns:a16="http://schemas.microsoft.com/office/drawing/2014/main" id="{0A878351-4A86-4B17-B534-535187A5CB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6" name="直線コネクタ 133775">
                      <a:extLst>
                        <a:ext uri="{FF2B5EF4-FFF2-40B4-BE49-F238E27FC236}">
                          <a16:creationId xmlns:a16="http://schemas.microsoft.com/office/drawing/2014/main" id="{67AC08FA-D926-470A-8328-43CB79DC8A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7" name="直線コネクタ 133776">
                      <a:extLst>
                        <a:ext uri="{FF2B5EF4-FFF2-40B4-BE49-F238E27FC236}">
                          <a16:creationId xmlns:a16="http://schemas.microsoft.com/office/drawing/2014/main" id="{FB1A9B36-25CD-4D37-AFB4-798CD9D1A4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8" name="直線コネクタ 133777">
                      <a:extLst>
                        <a:ext uri="{FF2B5EF4-FFF2-40B4-BE49-F238E27FC236}">
                          <a16:creationId xmlns:a16="http://schemas.microsoft.com/office/drawing/2014/main" id="{48A9DF2E-8ACA-4FF1-B48D-C045BFE07D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79" name="直線コネクタ 133778">
                      <a:extLst>
                        <a:ext uri="{FF2B5EF4-FFF2-40B4-BE49-F238E27FC236}">
                          <a16:creationId xmlns:a16="http://schemas.microsoft.com/office/drawing/2014/main" id="{776A22E3-6688-41A1-B03B-62E528B4E5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0" name="直線コネクタ 133779">
                      <a:extLst>
                        <a:ext uri="{FF2B5EF4-FFF2-40B4-BE49-F238E27FC236}">
                          <a16:creationId xmlns:a16="http://schemas.microsoft.com/office/drawing/2014/main" id="{B402AF70-79F1-47D4-B701-0D79559DAD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1" name="直線コネクタ 133780">
                      <a:extLst>
                        <a:ext uri="{FF2B5EF4-FFF2-40B4-BE49-F238E27FC236}">
                          <a16:creationId xmlns:a16="http://schemas.microsoft.com/office/drawing/2014/main" id="{5C0D9A4E-32EA-490A-B172-3CFC81182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2" name="直線コネクタ 133781">
                      <a:extLst>
                        <a:ext uri="{FF2B5EF4-FFF2-40B4-BE49-F238E27FC236}">
                          <a16:creationId xmlns:a16="http://schemas.microsoft.com/office/drawing/2014/main" id="{FD05DB71-DBB2-46A8-B35A-6DBE81F473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3" name="直線コネクタ 133782">
                      <a:extLst>
                        <a:ext uri="{FF2B5EF4-FFF2-40B4-BE49-F238E27FC236}">
                          <a16:creationId xmlns:a16="http://schemas.microsoft.com/office/drawing/2014/main" id="{3DAADAB7-7D3E-4633-A18F-31CE0E1316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4" name="直線コネクタ 133783">
                      <a:extLst>
                        <a:ext uri="{FF2B5EF4-FFF2-40B4-BE49-F238E27FC236}">
                          <a16:creationId xmlns:a16="http://schemas.microsoft.com/office/drawing/2014/main" id="{B8CD02DA-29F6-4AEB-AFA6-F08D49D81E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5" name="直線コネクタ 133784">
                      <a:extLst>
                        <a:ext uri="{FF2B5EF4-FFF2-40B4-BE49-F238E27FC236}">
                          <a16:creationId xmlns:a16="http://schemas.microsoft.com/office/drawing/2014/main" id="{F53FA138-82BE-46F2-A29C-35E545BA5F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6" name="直線コネクタ 133785">
                      <a:extLst>
                        <a:ext uri="{FF2B5EF4-FFF2-40B4-BE49-F238E27FC236}">
                          <a16:creationId xmlns:a16="http://schemas.microsoft.com/office/drawing/2014/main" id="{802DFE7F-BB29-4588-B19B-A805AC344D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7" name="直線コネクタ 133786">
                      <a:extLst>
                        <a:ext uri="{FF2B5EF4-FFF2-40B4-BE49-F238E27FC236}">
                          <a16:creationId xmlns:a16="http://schemas.microsoft.com/office/drawing/2014/main" id="{74603CFF-1525-4263-BB35-D5690A8990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8" name="直線コネクタ 133787">
                      <a:extLst>
                        <a:ext uri="{FF2B5EF4-FFF2-40B4-BE49-F238E27FC236}">
                          <a16:creationId xmlns:a16="http://schemas.microsoft.com/office/drawing/2014/main" id="{A7E19B65-A812-4BBE-9494-3B01ACFA80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89" name="直線コネクタ 133788">
                      <a:extLst>
                        <a:ext uri="{FF2B5EF4-FFF2-40B4-BE49-F238E27FC236}">
                          <a16:creationId xmlns:a16="http://schemas.microsoft.com/office/drawing/2014/main" id="{533B8FD3-504A-4BB4-9CF3-001C792E4E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0" name="直線コネクタ 133789">
                      <a:extLst>
                        <a:ext uri="{FF2B5EF4-FFF2-40B4-BE49-F238E27FC236}">
                          <a16:creationId xmlns:a16="http://schemas.microsoft.com/office/drawing/2014/main" id="{F9FB16CD-815D-45AB-B38E-E47DE0A5D1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1" name="直線コネクタ 133790">
                      <a:extLst>
                        <a:ext uri="{FF2B5EF4-FFF2-40B4-BE49-F238E27FC236}">
                          <a16:creationId xmlns:a16="http://schemas.microsoft.com/office/drawing/2014/main" id="{DC6ADDB0-D778-42CA-8F45-04FE9E5615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2" name="直線コネクタ 133791">
                      <a:extLst>
                        <a:ext uri="{FF2B5EF4-FFF2-40B4-BE49-F238E27FC236}">
                          <a16:creationId xmlns:a16="http://schemas.microsoft.com/office/drawing/2014/main" id="{3F314CDA-FFB5-4D29-8FC7-57011452E8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3" name="直線コネクタ 133792">
                      <a:extLst>
                        <a:ext uri="{FF2B5EF4-FFF2-40B4-BE49-F238E27FC236}">
                          <a16:creationId xmlns:a16="http://schemas.microsoft.com/office/drawing/2014/main" id="{15ABA9D3-A3DF-4837-9A8E-BFC5A9C247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4" name="直線コネクタ 133793">
                      <a:extLst>
                        <a:ext uri="{FF2B5EF4-FFF2-40B4-BE49-F238E27FC236}">
                          <a16:creationId xmlns:a16="http://schemas.microsoft.com/office/drawing/2014/main" id="{1E1DDA8E-2225-4C14-82FA-415EB4BDB8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5" name="直線コネクタ 133794">
                      <a:extLst>
                        <a:ext uri="{FF2B5EF4-FFF2-40B4-BE49-F238E27FC236}">
                          <a16:creationId xmlns:a16="http://schemas.microsoft.com/office/drawing/2014/main" id="{12EC1EA5-B0A1-416A-82B7-1A53CC6A88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6" name="直線コネクタ 133795">
                      <a:extLst>
                        <a:ext uri="{FF2B5EF4-FFF2-40B4-BE49-F238E27FC236}">
                          <a16:creationId xmlns:a16="http://schemas.microsoft.com/office/drawing/2014/main" id="{19D2E795-8510-4CC2-AA3F-E367AAF2DD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7" name="直線コネクタ 133796">
                      <a:extLst>
                        <a:ext uri="{FF2B5EF4-FFF2-40B4-BE49-F238E27FC236}">
                          <a16:creationId xmlns:a16="http://schemas.microsoft.com/office/drawing/2014/main" id="{13D1C236-EB99-434F-94A8-A7B407D3E1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8" name="直線コネクタ 133797">
                      <a:extLst>
                        <a:ext uri="{FF2B5EF4-FFF2-40B4-BE49-F238E27FC236}">
                          <a16:creationId xmlns:a16="http://schemas.microsoft.com/office/drawing/2014/main" id="{C5AA280E-14C8-47D0-9EA6-BE1EB990D0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99" name="直線コネクタ 133798">
                      <a:extLst>
                        <a:ext uri="{FF2B5EF4-FFF2-40B4-BE49-F238E27FC236}">
                          <a16:creationId xmlns:a16="http://schemas.microsoft.com/office/drawing/2014/main" id="{C4667CC6-6BCD-41DA-9877-607A602071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0" name="直線コネクタ 133799">
                      <a:extLst>
                        <a:ext uri="{FF2B5EF4-FFF2-40B4-BE49-F238E27FC236}">
                          <a16:creationId xmlns:a16="http://schemas.microsoft.com/office/drawing/2014/main" id="{073C21A8-4AB0-4E72-891A-44F61B86E0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1" name="直線コネクタ 133800">
                      <a:extLst>
                        <a:ext uri="{FF2B5EF4-FFF2-40B4-BE49-F238E27FC236}">
                          <a16:creationId xmlns:a16="http://schemas.microsoft.com/office/drawing/2014/main" id="{1D7DF551-73AF-4244-B952-2ED9E5E1D6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2" name="直線コネクタ 133801">
                      <a:extLst>
                        <a:ext uri="{FF2B5EF4-FFF2-40B4-BE49-F238E27FC236}">
                          <a16:creationId xmlns:a16="http://schemas.microsoft.com/office/drawing/2014/main" id="{6DED3D64-6102-4E03-BBDE-0839185B0F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3" name="直線コネクタ 133802">
                      <a:extLst>
                        <a:ext uri="{FF2B5EF4-FFF2-40B4-BE49-F238E27FC236}">
                          <a16:creationId xmlns:a16="http://schemas.microsoft.com/office/drawing/2014/main" id="{671B3DE8-6922-4F84-8B24-D3B1AC8C4E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4" name="直線コネクタ 133803">
                      <a:extLst>
                        <a:ext uri="{FF2B5EF4-FFF2-40B4-BE49-F238E27FC236}">
                          <a16:creationId xmlns:a16="http://schemas.microsoft.com/office/drawing/2014/main" id="{9B0D8DFD-4C53-45EF-AD09-0F1D9138FA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5" name="直線コネクタ 133804">
                      <a:extLst>
                        <a:ext uri="{FF2B5EF4-FFF2-40B4-BE49-F238E27FC236}">
                          <a16:creationId xmlns:a16="http://schemas.microsoft.com/office/drawing/2014/main" id="{7B32AD7E-452C-4F4E-BE65-C197533FA7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6" name="直線コネクタ 133805">
                      <a:extLst>
                        <a:ext uri="{FF2B5EF4-FFF2-40B4-BE49-F238E27FC236}">
                          <a16:creationId xmlns:a16="http://schemas.microsoft.com/office/drawing/2014/main" id="{94F7759E-874A-4B2A-B416-EE434BEE53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7" name="直線コネクタ 133806">
                      <a:extLst>
                        <a:ext uri="{FF2B5EF4-FFF2-40B4-BE49-F238E27FC236}">
                          <a16:creationId xmlns:a16="http://schemas.microsoft.com/office/drawing/2014/main" id="{5F67D95A-64BE-4851-A3D9-4C00148F20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8" name="直線コネクタ 133807">
                      <a:extLst>
                        <a:ext uri="{FF2B5EF4-FFF2-40B4-BE49-F238E27FC236}">
                          <a16:creationId xmlns:a16="http://schemas.microsoft.com/office/drawing/2014/main" id="{3C5C7E5F-15E0-4407-B433-C909E79FC3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09" name="直線コネクタ 133808">
                      <a:extLst>
                        <a:ext uri="{FF2B5EF4-FFF2-40B4-BE49-F238E27FC236}">
                          <a16:creationId xmlns:a16="http://schemas.microsoft.com/office/drawing/2014/main" id="{C8A4A5F9-1400-48F8-8A21-6804815C00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0" name="直線コネクタ 133809">
                      <a:extLst>
                        <a:ext uri="{FF2B5EF4-FFF2-40B4-BE49-F238E27FC236}">
                          <a16:creationId xmlns:a16="http://schemas.microsoft.com/office/drawing/2014/main" id="{DD63063B-97DC-48BC-A814-439593B158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1" name="直線コネクタ 133810">
                      <a:extLst>
                        <a:ext uri="{FF2B5EF4-FFF2-40B4-BE49-F238E27FC236}">
                          <a16:creationId xmlns:a16="http://schemas.microsoft.com/office/drawing/2014/main" id="{D290AF9C-C721-4E3A-8195-7127E517DA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2" name="直線コネクタ 133811">
                      <a:extLst>
                        <a:ext uri="{FF2B5EF4-FFF2-40B4-BE49-F238E27FC236}">
                          <a16:creationId xmlns:a16="http://schemas.microsoft.com/office/drawing/2014/main" id="{0E550103-937C-4CE6-A27B-283CB7FB2D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3" name="直線コネクタ 133812">
                      <a:extLst>
                        <a:ext uri="{FF2B5EF4-FFF2-40B4-BE49-F238E27FC236}">
                          <a16:creationId xmlns:a16="http://schemas.microsoft.com/office/drawing/2014/main" id="{FAE6B4AE-4DD8-4C28-BE49-D35EFDFD6D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4" name="直線コネクタ 133813">
                      <a:extLst>
                        <a:ext uri="{FF2B5EF4-FFF2-40B4-BE49-F238E27FC236}">
                          <a16:creationId xmlns:a16="http://schemas.microsoft.com/office/drawing/2014/main" id="{2C4AA24E-473C-4245-9D2E-92D8C4075B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5" name="直線コネクタ 133814">
                      <a:extLst>
                        <a:ext uri="{FF2B5EF4-FFF2-40B4-BE49-F238E27FC236}">
                          <a16:creationId xmlns:a16="http://schemas.microsoft.com/office/drawing/2014/main" id="{F2C60A53-E6A9-46A2-B7D6-5DE021A6E3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6" name="直線コネクタ 133815">
                      <a:extLst>
                        <a:ext uri="{FF2B5EF4-FFF2-40B4-BE49-F238E27FC236}">
                          <a16:creationId xmlns:a16="http://schemas.microsoft.com/office/drawing/2014/main" id="{05B479C2-5240-4EC7-8473-59828B51CD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7" name="直線コネクタ 133816">
                      <a:extLst>
                        <a:ext uri="{FF2B5EF4-FFF2-40B4-BE49-F238E27FC236}">
                          <a16:creationId xmlns:a16="http://schemas.microsoft.com/office/drawing/2014/main" id="{D5C6743D-4DA8-4C14-973E-875F7B08F6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8" name="直線コネクタ 133817">
                      <a:extLst>
                        <a:ext uri="{FF2B5EF4-FFF2-40B4-BE49-F238E27FC236}">
                          <a16:creationId xmlns:a16="http://schemas.microsoft.com/office/drawing/2014/main" id="{4C4DD326-272F-431D-86F0-04F09942BA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19" name="直線コネクタ 133818">
                      <a:extLst>
                        <a:ext uri="{FF2B5EF4-FFF2-40B4-BE49-F238E27FC236}">
                          <a16:creationId xmlns:a16="http://schemas.microsoft.com/office/drawing/2014/main" id="{55857F37-CF66-4958-86E6-A9EB64F306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0" name="直線コネクタ 133819">
                      <a:extLst>
                        <a:ext uri="{FF2B5EF4-FFF2-40B4-BE49-F238E27FC236}">
                          <a16:creationId xmlns:a16="http://schemas.microsoft.com/office/drawing/2014/main" id="{88B46FDA-1C1B-41D2-8A31-D43EC7360D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1" name="直線コネクタ 133820">
                      <a:extLst>
                        <a:ext uri="{FF2B5EF4-FFF2-40B4-BE49-F238E27FC236}">
                          <a16:creationId xmlns:a16="http://schemas.microsoft.com/office/drawing/2014/main" id="{3EE6999F-1633-4A75-9054-E15F7A87CC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2" name="直線コネクタ 133821">
                      <a:extLst>
                        <a:ext uri="{FF2B5EF4-FFF2-40B4-BE49-F238E27FC236}">
                          <a16:creationId xmlns:a16="http://schemas.microsoft.com/office/drawing/2014/main" id="{3D2B7E5D-9BF5-4B19-A1CB-EE09CDDCF0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3" name="直線コネクタ 133822">
                      <a:extLst>
                        <a:ext uri="{FF2B5EF4-FFF2-40B4-BE49-F238E27FC236}">
                          <a16:creationId xmlns:a16="http://schemas.microsoft.com/office/drawing/2014/main" id="{9CD8619E-5228-4DFA-89F0-430BD66EF0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824" name="直線コネクタ 133823">
                      <a:extLst>
                        <a:ext uri="{FF2B5EF4-FFF2-40B4-BE49-F238E27FC236}">
                          <a16:creationId xmlns:a16="http://schemas.microsoft.com/office/drawing/2014/main" id="{648925EF-26ED-4406-BE50-057510DEAF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6" name="グループ化 133575">
                    <a:extLst>
                      <a:ext uri="{FF2B5EF4-FFF2-40B4-BE49-F238E27FC236}">
                        <a16:creationId xmlns:a16="http://schemas.microsoft.com/office/drawing/2014/main" id="{4349AE1D-0E64-447B-818F-1845B76CA3BA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606962" y="559056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3702" name="直線コネクタ 133701">
                      <a:extLst>
                        <a:ext uri="{FF2B5EF4-FFF2-40B4-BE49-F238E27FC236}">
                          <a16:creationId xmlns:a16="http://schemas.microsoft.com/office/drawing/2014/main" id="{6EEA61F5-F2CC-4B9A-BAF4-31D4399A3E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3" name="直線コネクタ 133702">
                      <a:extLst>
                        <a:ext uri="{FF2B5EF4-FFF2-40B4-BE49-F238E27FC236}">
                          <a16:creationId xmlns:a16="http://schemas.microsoft.com/office/drawing/2014/main" id="{C5AE3A9C-0C73-4975-B9E9-2CDB7A1C16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4" name="直線コネクタ 133703">
                      <a:extLst>
                        <a:ext uri="{FF2B5EF4-FFF2-40B4-BE49-F238E27FC236}">
                          <a16:creationId xmlns:a16="http://schemas.microsoft.com/office/drawing/2014/main" id="{7E37EC34-801E-4532-B0BE-644A64980B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5" name="直線コネクタ 133704">
                      <a:extLst>
                        <a:ext uri="{FF2B5EF4-FFF2-40B4-BE49-F238E27FC236}">
                          <a16:creationId xmlns:a16="http://schemas.microsoft.com/office/drawing/2014/main" id="{6B451327-1DCD-4CDF-91C8-DF70303FC5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6" name="直線コネクタ 133705">
                      <a:extLst>
                        <a:ext uri="{FF2B5EF4-FFF2-40B4-BE49-F238E27FC236}">
                          <a16:creationId xmlns:a16="http://schemas.microsoft.com/office/drawing/2014/main" id="{7E492BE9-9353-40F8-AAD6-42ACFF6426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7" name="直線コネクタ 133706">
                      <a:extLst>
                        <a:ext uri="{FF2B5EF4-FFF2-40B4-BE49-F238E27FC236}">
                          <a16:creationId xmlns:a16="http://schemas.microsoft.com/office/drawing/2014/main" id="{193D7923-7A4F-4A57-8CCA-07B0CA1087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8" name="直線コネクタ 133707">
                      <a:extLst>
                        <a:ext uri="{FF2B5EF4-FFF2-40B4-BE49-F238E27FC236}">
                          <a16:creationId xmlns:a16="http://schemas.microsoft.com/office/drawing/2014/main" id="{2F1441B6-86BC-460E-9B68-B74F1F8D8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9" name="直線コネクタ 133708">
                      <a:extLst>
                        <a:ext uri="{FF2B5EF4-FFF2-40B4-BE49-F238E27FC236}">
                          <a16:creationId xmlns:a16="http://schemas.microsoft.com/office/drawing/2014/main" id="{BD673A54-B020-4BC7-BE24-3835E09FAE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0" name="直線コネクタ 133709">
                      <a:extLst>
                        <a:ext uri="{FF2B5EF4-FFF2-40B4-BE49-F238E27FC236}">
                          <a16:creationId xmlns:a16="http://schemas.microsoft.com/office/drawing/2014/main" id="{4EF2FD2F-EAD7-48BE-8360-7C6C147CBC0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1" name="直線コネクタ 133710">
                      <a:extLst>
                        <a:ext uri="{FF2B5EF4-FFF2-40B4-BE49-F238E27FC236}">
                          <a16:creationId xmlns:a16="http://schemas.microsoft.com/office/drawing/2014/main" id="{B645D861-7CEF-45BF-AE53-C18931BDD1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2" name="直線コネクタ 133711">
                      <a:extLst>
                        <a:ext uri="{FF2B5EF4-FFF2-40B4-BE49-F238E27FC236}">
                          <a16:creationId xmlns:a16="http://schemas.microsoft.com/office/drawing/2014/main" id="{C841DF28-C8ED-44B4-95EA-800E9740E5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3" name="直線コネクタ 133712">
                      <a:extLst>
                        <a:ext uri="{FF2B5EF4-FFF2-40B4-BE49-F238E27FC236}">
                          <a16:creationId xmlns:a16="http://schemas.microsoft.com/office/drawing/2014/main" id="{A0B16EFE-99B9-45CC-AC39-E19BBB6D5A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4" name="直線コネクタ 133713">
                      <a:extLst>
                        <a:ext uri="{FF2B5EF4-FFF2-40B4-BE49-F238E27FC236}">
                          <a16:creationId xmlns:a16="http://schemas.microsoft.com/office/drawing/2014/main" id="{17145119-1C2C-41D3-B538-B7EB43F3DD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5" name="直線コネクタ 133714">
                      <a:extLst>
                        <a:ext uri="{FF2B5EF4-FFF2-40B4-BE49-F238E27FC236}">
                          <a16:creationId xmlns:a16="http://schemas.microsoft.com/office/drawing/2014/main" id="{8AD0C671-5B2A-4C19-91EB-E32A5DFBC6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6" name="直線コネクタ 133715">
                      <a:extLst>
                        <a:ext uri="{FF2B5EF4-FFF2-40B4-BE49-F238E27FC236}">
                          <a16:creationId xmlns:a16="http://schemas.microsoft.com/office/drawing/2014/main" id="{BA488B9F-87A6-457C-86B4-684734176A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7" name="直線コネクタ 133716">
                      <a:extLst>
                        <a:ext uri="{FF2B5EF4-FFF2-40B4-BE49-F238E27FC236}">
                          <a16:creationId xmlns:a16="http://schemas.microsoft.com/office/drawing/2014/main" id="{114FE33A-E470-4A62-B2A3-A874872879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8" name="直線コネクタ 133717">
                      <a:extLst>
                        <a:ext uri="{FF2B5EF4-FFF2-40B4-BE49-F238E27FC236}">
                          <a16:creationId xmlns:a16="http://schemas.microsoft.com/office/drawing/2014/main" id="{B14D51B1-C54F-4E74-8A13-B091CAD7AE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19" name="直線コネクタ 133718">
                      <a:extLst>
                        <a:ext uri="{FF2B5EF4-FFF2-40B4-BE49-F238E27FC236}">
                          <a16:creationId xmlns:a16="http://schemas.microsoft.com/office/drawing/2014/main" id="{1D8DA7E0-7B6B-4C49-941C-80AE4C78AC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0" name="直線コネクタ 133719">
                      <a:extLst>
                        <a:ext uri="{FF2B5EF4-FFF2-40B4-BE49-F238E27FC236}">
                          <a16:creationId xmlns:a16="http://schemas.microsoft.com/office/drawing/2014/main" id="{5BFD7911-5A90-4402-BBD1-9A0D7165C5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1" name="直線コネクタ 133720">
                      <a:extLst>
                        <a:ext uri="{FF2B5EF4-FFF2-40B4-BE49-F238E27FC236}">
                          <a16:creationId xmlns:a16="http://schemas.microsoft.com/office/drawing/2014/main" id="{29EB4F08-328C-4E34-8BD8-06854657FE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2" name="直線コネクタ 133721">
                      <a:extLst>
                        <a:ext uri="{FF2B5EF4-FFF2-40B4-BE49-F238E27FC236}">
                          <a16:creationId xmlns:a16="http://schemas.microsoft.com/office/drawing/2014/main" id="{1D26FA92-0B26-4F5C-B6DF-5C4BD11A0B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3" name="直線コネクタ 133722">
                      <a:extLst>
                        <a:ext uri="{FF2B5EF4-FFF2-40B4-BE49-F238E27FC236}">
                          <a16:creationId xmlns:a16="http://schemas.microsoft.com/office/drawing/2014/main" id="{537C96C0-D142-42C0-8280-BFAFCCEB13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4" name="直線コネクタ 133723">
                      <a:extLst>
                        <a:ext uri="{FF2B5EF4-FFF2-40B4-BE49-F238E27FC236}">
                          <a16:creationId xmlns:a16="http://schemas.microsoft.com/office/drawing/2014/main" id="{6770FF02-708D-4B75-BC33-B24A158137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5" name="直線コネクタ 133724">
                      <a:extLst>
                        <a:ext uri="{FF2B5EF4-FFF2-40B4-BE49-F238E27FC236}">
                          <a16:creationId xmlns:a16="http://schemas.microsoft.com/office/drawing/2014/main" id="{248F715F-4F97-4D5B-ADCC-D681B66379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6" name="直線コネクタ 133725">
                      <a:extLst>
                        <a:ext uri="{FF2B5EF4-FFF2-40B4-BE49-F238E27FC236}">
                          <a16:creationId xmlns:a16="http://schemas.microsoft.com/office/drawing/2014/main" id="{2EF0156F-E5D0-4112-B72E-0EEA09E37A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7" name="直線コネクタ 133726">
                      <a:extLst>
                        <a:ext uri="{FF2B5EF4-FFF2-40B4-BE49-F238E27FC236}">
                          <a16:creationId xmlns:a16="http://schemas.microsoft.com/office/drawing/2014/main" id="{83FB766F-E033-46D3-8D92-C950395987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8" name="直線コネクタ 133727">
                      <a:extLst>
                        <a:ext uri="{FF2B5EF4-FFF2-40B4-BE49-F238E27FC236}">
                          <a16:creationId xmlns:a16="http://schemas.microsoft.com/office/drawing/2014/main" id="{F0E3D971-D2F4-4ECD-A731-409AD72237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29" name="直線コネクタ 133728">
                      <a:extLst>
                        <a:ext uri="{FF2B5EF4-FFF2-40B4-BE49-F238E27FC236}">
                          <a16:creationId xmlns:a16="http://schemas.microsoft.com/office/drawing/2014/main" id="{8E92ED10-D4F4-43B8-AF6F-C5490A4E61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0" name="直線コネクタ 133729">
                      <a:extLst>
                        <a:ext uri="{FF2B5EF4-FFF2-40B4-BE49-F238E27FC236}">
                          <a16:creationId xmlns:a16="http://schemas.microsoft.com/office/drawing/2014/main" id="{09D026B5-9CBB-4A6F-AE3D-ACE51C2A7A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1" name="直線コネクタ 133730">
                      <a:extLst>
                        <a:ext uri="{FF2B5EF4-FFF2-40B4-BE49-F238E27FC236}">
                          <a16:creationId xmlns:a16="http://schemas.microsoft.com/office/drawing/2014/main" id="{FE4615DF-4CFF-44BA-9F16-069ECFF792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2" name="直線コネクタ 133731">
                      <a:extLst>
                        <a:ext uri="{FF2B5EF4-FFF2-40B4-BE49-F238E27FC236}">
                          <a16:creationId xmlns:a16="http://schemas.microsoft.com/office/drawing/2014/main" id="{C5460778-E957-4090-B307-7403F31407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3" name="直線コネクタ 133732">
                      <a:extLst>
                        <a:ext uri="{FF2B5EF4-FFF2-40B4-BE49-F238E27FC236}">
                          <a16:creationId xmlns:a16="http://schemas.microsoft.com/office/drawing/2014/main" id="{73ECFDC4-E84C-4BFC-9CD0-9AFF3AD889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4" name="直線コネクタ 133733">
                      <a:extLst>
                        <a:ext uri="{FF2B5EF4-FFF2-40B4-BE49-F238E27FC236}">
                          <a16:creationId xmlns:a16="http://schemas.microsoft.com/office/drawing/2014/main" id="{E936291B-6F3F-4ED8-8FB0-1A3FF0F574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5" name="直線コネクタ 133734">
                      <a:extLst>
                        <a:ext uri="{FF2B5EF4-FFF2-40B4-BE49-F238E27FC236}">
                          <a16:creationId xmlns:a16="http://schemas.microsoft.com/office/drawing/2014/main" id="{73860CB5-821A-4E91-8F44-70BBFB28E8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6" name="直線コネクタ 133735">
                      <a:extLst>
                        <a:ext uri="{FF2B5EF4-FFF2-40B4-BE49-F238E27FC236}">
                          <a16:creationId xmlns:a16="http://schemas.microsoft.com/office/drawing/2014/main" id="{0ACB0C4F-2160-4D2A-8F93-00DC7F8770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7" name="直線コネクタ 133736">
                      <a:extLst>
                        <a:ext uri="{FF2B5EF4-FFF2-40B4-BE49-F238E27FC236}">
                          <a16:creationId xmlns:a16="http://schemas.microsoft.com/office/drawing/2014/main" id="{8C147F99-F31B-4F74-BEA6-45A460729D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8" name="直線コネクタ 133737">
                      <a:extLst>
                        <a:ext uri="{FF2B5EF4-FFF2-40B4-BE49-F238E27FC236}">
                          <a16:creationId xmlns:a16="http://schemas.microsoft.com/office/drawing/2014/main" id="{F4ADF110-2284-4568-9838-8E3710B45B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39" name="直線コネクタ 133738">
                      <a:extLst>
                        <a:ext uri="{FF2B5EF4-FFF2-40B4-BE49-F238E27FC236}">
                          <a16:creationId xmlns:a16="http://schemas.microsoft.com/office/drawing/2014/main" id="{0D8853EF-D9F0-4903-8490-953C92F201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0" name="直線コネクタ 133739">
                      <a:extLst>
                        <a:ext uri="{FF2B5EF4-FFF2-40B4-BE49-F238E27FC236}">
                          <a16:creationId xmlns:a16="http://schemas.microsoft.com/office/drawing/2014/main" id="{01AF54E1-DE93-46F0-B03F-160527B525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1" name="直線コネクタ 133740">
                      <a:extLst>
                        <a:ext uri="{FF2B5EF4-FFF2-40B4-BE49-F238E27FC236}">
                          <a16:creationId xmlns:a16="http://schemas.microsoft.com/office/drawing/2014/main" id="{B900DE89-FDAA-49D1-97A7-C77FE921FF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2" name="直線コネクタ 133741">
                      <a:extLst>
                        <a:ext uri="{FF2B5EF4-FFF2-40B4-BE49-F238E27FC236}">
                          <a16:creationId xmlns:a16="http://schemas.microsoft.com/office/drawing/2014/main" id="{0139ACD4-83AD-41B4-AD32-FAAA4AACE9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3" name="直線コネクタ 133742">
                      <a:extLst>
                        <a:ext uri="{FF2B5EF4-FFF2-40B4-BE49-F238E27FC236}">
                          <a16:creationId xmlns:a16="http://schemas.microsoft.com/office/drawing/2014/main" id="{6E6CBC63-88E5-4B9B-8904-969B68D2CB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4" name="直線コネクタ 133743">
                      <a:extLst>
                        <a:ext uri="{FF2B5EF4-FFF2-40B4-BE49-F238E27FC236}">
                          <a16:creationId xmlns:a16="http://schemas.microsoft.com/office/drawing/2014/main" id="{A9D61FAC-13A7-4AC8-B0BE-5B80889EC6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5" name="直線コネクタ 133744">
                      <a:extLst>
                        <a:ext uri="{FF2B5EF4-FFF2-40B4-BE49-F238E27FC236}">
                          <a16:creationId xmlns:a16="http://schemas.microsoft.com/office/drawing/2014/main" id="{F7EB74EF-EC21-48EC-B2E9-F98E50D14E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6" name="直線コネクタ 133745">
                      <a:extLst>
                        <a:ext uri="{FF2B5EF4-FFF2-40B4-BE49-F238E27FC236}">
                          <a16:creationId xmlns:a16="http://schemas.microsoft.com/office/drawing/2014/main" id="{DF807F17-DCC7-4D43-89D3-B8BC6C9DC5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7" name="直線コネクタ 133746">
                      <a:extLst>
                        <a:ext uri="{FF2B5EF4-FFF2-40B4-BE49-F238E27FC236}">
                          <a16:creationId xmlns:a16="http://schemas.microsoft.com/office/drawing/2014/main" id="{416AE017-1248-4812-AA7A-62FE1E4062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8" name="直線コネクタ 133747">
                      <a:extLst>
                        <a:ext uri="{FF2B5EF4-FFF2-40B4-BE49-F238E27FC236}">
                          <a16:creationId xmlns:a16="http://schemas.microsoft.com/office/drawing/2014/main" id="{41548C88-A4BA-4F98-927D-CC79E93FA9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49" name="直線コネクタ 133748">
                      <a:extLst>
                        <a:ext uri="{FF2B5EF4-FFF2-40B4-BE49-F238E27FC236}">
                          <a16:creationId xmlns:a16="http://schemas.microsoft.com/office/drawing/2014/main" id="{DAD04218-2938-4706-8929-80D13A00C1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0" name="直線コネクタ 133749">
                      <a:extLst>
                        <a:ext uri="{FF2B5EF4-FFF2-40B4-BE49-F238E27FC236}">
                          <a16:creationId xmlns:a16="http://schemas.microsoft.com/office/drawing/2014/main" id="{A51C0D88-49E1-458D-83C5-A3B76306FC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1" name="直線コネクタ 133750">
                      <a:extLst>
                        <a:ext uri="{FF2B5EF4-FFF2-40B4-BE49-F238E27FC236}">
                          <a16:creationId xmlns:a16="http://schemas.microsoft.com/office/drawing/2014/main" id="{D6DD113F-BA86-49A3-BF14-396BCE7D31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2" name="直線コネクタ 133751">
                      <a:extLst>
                        <a:ext uri="{FF2B5EF4-FFF2-40B4-BE49-F238E27FC236}">
                          <a16:creationId xmlns:a16="http://schemas.microsoft.com/office/drawing/2014/main" id="{4A67BDAF-60D0-4871-AD39-7BD9661FB3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3" name="直線コネクタ 133752">
                      <a:extLst>
                        <a:ext uri="{FF2B5EF4-FFF2-40B4-BE49-F238E27FC236}">
                          <a16:creationId xmlns:a16="http://schemas.microsoft.com/office/drawing/2014/main" id="{A4932619-076F-426D-BBFA-7D7E397BA5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4" name="直線コネクタ 133753">
                      <a:extLst>
                        <a:ext uri="{FF2B5EF4-FFF2-40B4-BE49-F238E27FC236}">
                          <a16:creationId xmlns:a16="http://schemas.microsoft.com/office/drawing/2014/main" id="{77090E87-B237-485E-AA45-47CD24DB1C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5" name="直線コネクタ 133754">
                      <a:extLst>
                        <a:ext uri="{FF2B5EF4-FFF2-40B4-BE49-F238E27FC236}">
                          <a16:creationId xmlns:a16="http://schemas.microsoft.com/office/drawing/2014/main" id="{F51B25F3-A65F-4722-B154-845FB04C38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6" name="直線コネクタ 133755">
                      <a:extLst>
                        <a:ext uri="{FF2B5EF4-FFF2-40B4-BE49-F238E27FC236}">
                          <a16:creationId xmlns:a16="http://schemas.microsoft.com/office/drawing/2014/main" id="{E9EF9D1F-C143-48A6-BA21-C744EFFFA1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7" name="直線コネクタ 133756">
                      <a:extLst>
                        <a:ext uri="{FF2B5EF4-FFF2-40B4-BE49-F238E27FC236}">
                          <a16:creationId xmlns:a16="http://schemas.microsoft.com/office/drawing/2014/main" id="{8640F9F9-56EC-4DF4-9CAC-3B2872AC0F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8" name="直線コネクタ 133757">
                      <a:extLst>
                        <a:ext uri="{FF2B5EF4-FFF2-40B4-BE49-F238E27FC236}">
                          <a16:creationId xmlns:a16="http://schemas.microsoft.com/office/drawing/2014/main" id="{CACB1F4F-1D27-4F4F-962D-C7B9AC7184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59" name="直線コネクタ 133758">
                      <a:extLst>
                        <a:ext uri="{FF2B5EF4-FFF2-40B4-BE49-F238E27FC236}">
                          <a16:creationId xmlns:a16="http://schemas.microsoft.com/office/drawing/2014/main" id="{979EB1E7-964B-4B97-8356-F8AF7EAD90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0" name="直線コネクタ 133759">
                      <a:extLst>
                        <a:ext uri="{FF2B5EF4-FFF2-40B4-BE49-F238E27FC236}">
                          <a16:creationId xmlns:a16="http://schemas.microsoft.com/office/drawing/2014/main" id="{5D258E0C-D1EA-41BD-9171-872000B68B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61" name="直線コネクタ 133760">
                      <a:extLst>
                        <a:ext uri="{FF2B5EF4-FFF2-40B4-BE49-F238E27FC236}">
                          <a16:creationId xmlns:a16="http://schemas.microsoft.com/office/drawing/2014/main" id="{77FAED73-C696-46C5-8890-D1FE882C74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7" name="グループ化 133576">
                    <a:extLst>
                      <a:ext uri="{FF2B5EF4-FFF2-40B4-BE49-F238E27FC236}">
                        <a16:creationId xmlns:a16="http://schemas.microsoft.com/office/drawing/2014/main" id="{407C8C24-6A4C-4EDD-B35F-4179B3AB48AF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986240" y="395192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33639" name="直線コネクタ 133638">
                      <a:extLst>
                        <a:ext uri="{FF2B5EF4-FFF2-40B4-BE49-F238E27FC236}">
                          <a16:creationId xmlns:a16="http://schemas.microsoft.com/office/drawing/2014/main" id="{CCD85B2A-44A5-4CE0-885B-2993FF1A92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0" name="直線コネクタ 133639">
                      <a:extLst>
                        <a:ext uri="{FF2B5EF4-FFF2-40B4-BE49-F238E27FC236}">
                          <a16:creationId xmlns:a16="http://schemas.microsoft.com/office/drawing/2014/main" id="{7D286FC2-EE62-4169-9A73-29B43670C2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1" name="直線コネクタ 133640">
                      <a:extLst>
                        <a:ext uri="{FF2B5EF4-FFF2-40B4-BE49-F238E27FC236}">
                          <a16:creationId xmlns:a16="http://schemas.microsoft.com/office/drawing/2014/main" id="{07953F91-8D06-4A5C-A0EF-0D518656AB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2" name="直線コネクタ 133641">
                      <a:extLst>
                        <a:ext uri="{FF2B5EF4-FFF2-40B4-BE49-F238E27FC236}">
                          <a16:creationId xmlns:a16="http://schemas.microsoft.com/office/drawing/2014/main" id="{C2006601-B7FB-49CF-8756-64C6CF436D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3" name="直線コネクタ 133642">
                      <a:extLst>
                        <a:ext uri="{FF2B5EF4-FFF2-40B4-BE49-F238E27FC236}">
                          <a16:creationId xmlns:a16="http://schemas.microsoft.com/office/drawing/2014/main" id="{62DA1811-6492-4AE2-BBC9-2A20F33565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4" name="直線コネクタ 133643">
                      <a:extLst>
                        <a:ext uri="{FF2B5EF4-FFF2-40B4-BE49-F238E27FC236}">
                          <a16:creationId xmlns:a16="http://schemas.microsoft.com/office/drawing/2014/main" id="{8E3BD9C5-422C-4DE0-A526-60FAF34A92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5" name="直線コネクタ 133644">
                      <a:extLst>
                        <a:ext uri="{FF2B5EF4-FFF2-40B4-BE49-F238E27FC236}">
                          <a16:creationId xmlns:a16="http://schemas.microsoft.com/office/drawing/2014/main" id="{F2DB0FAA-5B64-401E-86E9-8A549A024E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6" name="直線コネクタ 133645">
                      <a:extLst>
                        <a:ext uri="{FF2B5EF4-FFF2-40B4-BE49-F238E27FC236}">
                          <a16:creationId xmlns:a16="http://schemas.microsoft.com/office/drawing/2014/main" id="{6EC5D39F-25EE-420E-B60E-0082826A53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7" name="直線コネクタ 133646">
                      <a:extLst>
                        <a:ext uri="{FF2B5EF4-FFF2-40B4-BE49-F238E27FC236}">
                          <a16:creationId xmlns:a16="http://schemas.microsoft.com/office/drawing/2014/main" id="{A55580C3-E736-4335-A3CE-4AA7519D24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8" name="直線コネクタ 133647">
                      <a:extLst>
                        <a:ext uri="{FF2B5EF4-FFF2-40B4-BE49-F238E27FC236}">
                          <a16:creationId xmlns:a16="http://schemas.microsoft.com/office/drawing/2014/main" id="{A99D8BB0-A280-4915-9BA9-071FCE9DFC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49" name="直線コネクタ 133648">
                      <a:extLst>
                        <a:ext uri="{FF2B5EF4-FFF2-40B4-BE49-F238E27FC236}">
                          <a16:creationId xmlns:a16="http://schemas.microsoft.com/office/drawing/2014/main" id="{3B95AD3D-2976-49AE-BC89-532193E0D6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0" name="直線コネクタ 133649">
                      <a:extLst>
                        <a:ext uri="{FF2B5EF4-FFF2-40B4-BE49-F238E27FC236}">
                          <a16:creationId xmlns:a16="http://schemas.microsoft.com/office/drawing/2014/main" id="{85D02AFA-815C-40A9-A6DC-79A561B95D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1" name="直線コネクタ 133650">
                      <a:extLst>
                        <a:ext uri="{FF2B5EF4-FFF2-40B4-BE49-F238E27FC236}">
                          <a16:creationId xmlns:a16="http://schemas.microsoft.com/office/drawing/2014/main" id="{A34EB5B9-F37F-4514-9B62-601EB05494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2" name="直線コネクタ 133651">
                      <a:extLst>
                        <a:ext uri="{FF2B5EF4-FFF2-40B4-BE49-F238E27FC236}">
                          <a16:creationId xmlns:a16="http://schemas.microsoft.com/office/drawing/2014/main" id="{E1343780-7884-42C9-B9AB-6B3A7B9F27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3" name="直線コネクタ 133652">
                      <a:extLst>
                        <a:ext uri="{FF2B5EF4-FFF2-40B4-BE49-F238E27FC236}">
                          <a16:creationId xmlns:a16="http://schemas.microsoft.com/office/drawing/2014/main" id="{37F17672-E8F4-4CB2-9DE0-5822224354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4" name="直線コネクタ 133653">
                      <a:extLst>
                        <a:ext uri="{FF2B5EF4-FFF2-40B4-BE49-F238E27FC236}">
                          <a16:creationId xmlns:a16="http://schemas.microsoft.com/office/drawing/2014/main" id="{B98D0640-795F-4BA2-97D7-F66382F7B7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5" name="直線コネクタ 133654">
                      <a:extLst>
                        <a:ext uri="{FF2B5EF4-FFF2-40B4-BE49-F238E27FC236}">
                          <a16:creationId xmlns:a16="http://schemas.microsoft.com/office/drawing/2014/main" id="{FE9DB512-C7D7-4768-B5A1-7712535FB6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6" name="直線コネクタ 133655">
                      <a:extLst>
                        <a:ext uri="{FF2B5EF4-FFF2-40B4-BE49-F238E27FC236}">
                          <a16:creationId xmlns:a16="http://schemas.microsoft.com/office/drawing/2014/main" id="{AAB38757-5AEF-434E-A19D-836D6D92CA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7" name="直線コネクタ 133656">
                      <a:extLst>
                        <a:ext uri="{FF2B5EF4-FFF2-40B4-BE49-F238E27FC236}">
                          <a16:creationId xmlns:a16="http://schemas.microsoft.com/office/drawing/2014/main" id="{C188AF25-4802-427E-BE8B-4E9F39AFF1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8" name="直線コネクタ 133657">
                      <a:extLst>
                        <a:ext uri="{FF2B5EF4-FFF2-40B4-BE49-F238E27FC236}">
                          <a16:creationId xmlns:a16="http://schemas.microsoft.com/office/drawing/2014/main" id="{9A8CA4E5-405D-43FB-8E29-9D8D5C9206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59" name="直線コネクタ 133658">
                      <a:extLst>
                        <a:ext uri="{FF2B5EF4-FFF2-40B4-BE49-F238E27FC236}">
                          <a16:creationId xmlns:a16="http://schemas.microsoft.com/office/drawing/2014/main" id="{C393BA76-3AB6-4DEC-83AF-3EA7B0F5E6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0" name="直線コネクタ 133659">
                      <a:extLst>
                        <a:ext uri="{FF2B5EF4-FFF2-40B4-BE49-F238E27FC236}">
                          <a16:creationId xmlns:a16="http://schemas.microsoft.com/office/drawing/2014/main" id="{8CC0F7DA-4391-48BC-B8DC-46F832B9CB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1" name="直線コネクタ 133660">
                      <a:extLst>
                        <a:ext uri="{FF2B5EF4-FFF2-40B4-BE49-F238E27FC236}">
                          <a16:creationId xmlns:a16="http://schemas.microsoft.com/office/drawing/2014/main" id="{53B8B368-10F5-4107-A778-A89152CA9A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2" name="直線コネクタ 133661">
                      <a:extLst>
                        <a:ext uri="{FF2B5EF4-FFF2-40B4-BE49-F238E27FC236}">
                          <a16:creationId xmlns:a16="http://schemas.microsoft.com/office/drawing/2014/main" id="{3EDDB604-BF26-4E97-9D54-D56292239B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3" name="直線コネクタ 133662">
                      <a:extLst>
                        <a:ext uri="{FF2B5EF4-FFF2-40B4-BE49-F238E27FC236}">
                          <a16:creationId xmlns:a16="http://schemas.microsoft.com/office/drawing/2014/main" id="{88EA4DC3-D409-430A-B94D-CEE4118CC6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4" name="直線コネクタ 133663">
                      <a:extLst>
                        <a:ext uri="{FF2B5EF4-FFF2-40B4-BE49-F238E27FC236}">
                          <a16:creationId xmlns:a16="http://schemas.microsoft.com/office/drawing/2014/main" id="{9DF839CC-9CF1-4E12-BDC5-4B83BF67CF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5" name="直線コネクタ 133664">
                      <a:extLst>
                        <a:ext uri="{FF2B5EF4-FFF2-40B4-BE49-F238E27FC236}">
                          <a16:creationId xmlns:a16="http://schemas.microsoft.com/office/drawing/2014/main" id="{63F0E966-1245-4E60-BEFB-76B5980AB4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6" name="直線コネクタ 133665">
                      <a:extLst>
                        <a:ext uri="{FF2B5EF4-FFF2-40B4-BE49-F238E27FC236}">
                          <a16:creationId xmlns:a16="http://schemas.microsoft.com/office/drawing/2014/main" id="{8ACAE593-7794-4754-BDB3-EA0FC5D4AB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7" name="直線コネクタ 133666">
                      <a:extLst>
                        <a:ext uri="{FF2B5EF4-FFF2-40B4-BE49-F238E27FC236}">
                          <a16:creationId xmlns:a16="http://schemas.microsoft.com/office/drawing/2014/main" id="{A2837435-35B1-4BDD-A6ED-AD57497215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8" name="直線コネクタ 133667">
                      <a:extLst>
                        <a:ext uri="{FF2B5EF4-FFF2-40B4-BE49-F238E27FC236}">
                          <a16:creationId xmlns:a16="http://schemas.microsoft.com/office/drawing/2014/main" id="{D52659FC-C7A7-4FFE-847C-755CA3843D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69" name="直線コネクタ 133668">
                      <a:extLst>
                        <a:ext uri="{FF2B5EF4-FFF2-40B4-BE49-F238E27FC236}">
                          <a16:creationId xmlns:a16="http://schemas.microsoft.com/office/drawing/2014/main" id="{9F4917B1-760B-4BA1-A152-CD5A8E6E0A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0" name="直線コネクタ 133669">
                      <a:extLst>
                        <a:ext uri="{FF2B5EF4-FFF2-40B4-BE49-F238E27FC236}">
                          <a16:creationId xmlns:a16="http://schemas.microsoft.com/office/drawing/2014/main" id="{A2C239E6-A9E7-4D0C-877C-C0CB48B544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1" name="直線コネクタ 133670">
                      <a:extLst>
                        <a:ext uri="{FF2B5EF4-FFF2-40B4-BE49-F238E27FC236}">
                          <a16:creationId xmlns:a16="http://schemas.microsoft.com/office/drawing/2014/main" id="{D5A199D9-83E5-4F6B-84DC-A123C1EA06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2" name="直線コネクタ 133671">
                      <a:extLst>
                        <a:ext uri="{FF2B5EF4-FFF2-40B4-BE49-F238E27FC236}">
                          <a16:creationId xmlns:a16="http://schemas.microsoft.com/office/drawing/2014/main" id="{F7F4D279-8765-4BB9-B1BA-3315A5EA14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3" name="直線コネクタ 133672">
                      <a:extLst>
                        <a:ext uri="{FF2B5EF4-FFF2-40B4-BE49-F238E27FC236}">
                          <a16:creationId xmlns:a16="http://schemas.microsoft.com/office/drawing/2014/main" id="{8BE9EF1B-085F-4A76-AA29-7E53DDDC90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4" name="直線コネクタ 133673">
                      <a:extLst>
                        <a:ext uri="{FF2B5EF4-FFF2-40B4-BE49-F238E27FC236}">
                          <a16:creationId xmlns:a16="http://schemas.microsoft.com/office/drawing/2014/main" id="{8411382C-A3F3-4031-B8BF-0767E8050E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5" name="直線コネクタ 133674">
                      <a:extLst>
                        <a:ext uri="{FF2B5EF4-FFF2-40B4-BE49-F238E27FC236}">
                          <a16:creationId xmlns:a16="http://schemas.microsoft.com/office/drawing/2014/main" id="{0595E820-DBB8-4376-8DCF-F4EC47B8C5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6" name="直線コネクタ 133675">
                      <a:extLst>
                        <a:ext uri="{FF2B5EF4-FFF2-40B4-BE49-F238E27FC236}">
                          <a16:creationId xmlns:a16="http://schemas.microsoft.com/office/drawing/2014/main" id="{84BB9515-87A1-4E1E-AD04-6FDC24C81F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7" name="直線コネクタ 133676">
                      <a:extLst>
                        <a:ext uri="{FF2B5EF4-FFF2-40B4-BE49-F238E27FC236}">
                          <a16:creationId xmlns:a16="http://schemas.microsoft.com/office/drawing/2014/main" id="{981B4B3B-ADDB-45D1-8080-01920570C0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8" name="直線コネクタ 133677">
                      <a:extLst>
                        <a:ext uri="{FF2B5EF4-FFF2-40B4-BE49-F238E27FC236}">
                          <a16:creationId xmlns:a16="http://schemas.microsoft.com/office/drawing/2014/main" id="{03665163-F8EC-4D26-9156-5C4ED3E849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79" name="直線コネクタ 133678">
                      <a:extLst>
                        <a:ext uri="{FF2B5EF4-FFF2-40B4-BE49-F238E27FC236}">
                          <a16:creationId xmlns:a16="http://schemas.microsoft.com/office/drawing/2014/main" id="{7A172216-FF86-43FF-847C-29B24B2CF5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0" name="直線コネクタ 133679">
                      <a:extLst>
                        <a:ext uri="{FF2B5EF4-FFF2-40B4-BE49-F238E27FC236}">
                          <a16:creationId xmlns:a16="http://schemas.microsoft.com/office/drawing/2014/main" id="{980C876D-E8C8-4B0A-847C-C3E7B2BF75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1" name="直線コネクタ 133680">
                      <a:extLst>
                        <a:ext uri="{FF2B5EF4-FFF2-40B4-BE49-F238E27FC236}">
                          <a16:creationId xmlns:a16="http://schemas.microsoft.com/office/drawing/2014/main" id="{1E838844-CD14-45AF-96E7-036B51DDBC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2" name="直線コネクタ 133681">
                      <a:extLst>
                        <a:ext uri="{FF2B5EF4-FFF2-40B4-BE49-F238E27FC236}">
                          <a16:creationId xmlns:a16="http://schemas.microsoft.com/office/drawing/2014/main" id="{C54919FB-0CF0-42EC-A61A-C428BCB988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3" name="直線コネクタ 133682">
                      <a:extLst>
                        <a:ext uri="{FF2B5EF4-FFF2-40B4-BE49-F238E27FC236}">
                          <a16:creationId xmlns:a16="http://schemas.microsoft.com/office/drawing/2014/main" id="{F431AE21-E789-41EA-944B-F37185D4DF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4" name="直線コネクタ 133683">
                      <a:extLst>
                        <a:ext uri="{FF2B5EF4-FFF2-40B4-BE49-F238E27FC236}">
                          <a16:creationId xmlns:a16="http://schemas.microsoft.com/office/drawing/2014/main" id="{16F0E818-7A71-43C9-B361-59AC2E75BD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5" name="直線コネクタ 133684">
                      <a:extLst>
                        <a:ext uri="{FF2B5EF4-FFF2-40B4-BE49-F238E27FC236}">
                          <a16:creationId xmlns:a16="http://schemas.microsoft.com/office/drawing/2014/main" id="{80E67ECF-5DC2-42E5-89F9-3059915AFA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6" name="直線コネクタ 133685">
                      <a:extLst>
                        <a:ext uri="{FF2B5EF4-FFF2-40B4-BE49-F238E27FC236}">
                          <a16:creationId xmlns:a16="http://schemas.microsoft.com/office/drawing/2014/main" id="{2FCF6637-1A6D-4ABB-AB27-05E5374FA1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7" name="直線コネクタ 133686">
                      <a:extLst>
                        <a:ext uri="{FF2B5EF4-FFF2-40B4-BE49-F238E27FC236}">
                          <a16:creationId xmlns:a16="http://schemas.microsoft.com/office/drawing/2014/main" id="{3915B3A8-7B32-463D-A971-00D4C50B40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8" name="直線コネクタ 133687">
                      <a:extLst>
                        <a:ext uri="{FF2B5EF4-FFF2-40B4-BE49-F238E27FC236}">
                          <a16:creationId xmlns:a16="http://schemas.microsoft.com/office/drawing/2014/main" id="{8D4C729F-0DDD-48A9-B3CC-0123313EB6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89" name="直線コネクタ 133688">
                      <a:extLst>
                        <a:ext uri="{FF2B5EF4-FFF2-40B4-BE49-F238E27FC236}">
                          <a16:creationId xmlns:a16="http://schemas.microsoft.com/office/drawing/2014/main" id="{98FC3822-CC3C-4F40-A1A0-19250D46E9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0" name="直線コネクタ 133689">
                      <a:extLst>
                        <a:ext uri="{FF2B5EF4-FFF2-40B4-BE49-F238E27FC236}">
                          <a16:creationId xmlns:a16="http://schemas.microsoft.com/office/drawing/2014/main" id="{E13BA839-17EB-473D-8E61-4A8B9F8A9D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1" name="直線コネクタ 133690">
                      <a:extLst>
                        <a:ext uri="{FF2B5EF4-FFF2-40B4-BE49-F238E27FC236}">
                          <a16:creationId xmlns:a16="http://schemas.microsoft.com/office/drawing/2014/main" id="{4D1202D9-D54E-4A08-B538-60812E81B7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2" name="直線コネクタ 133691">
                      <a:extLst>
                        <a:ext uri="{FF2B5EF4-FFF2-40B4-BE49-F238E27FC236}">
                          <a16:creationId xmlns:a16="http://schemas.microsoft.com/office/drawing/2014/main" id="{7B70B41A-304E-4257-873B-F356FC61D4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3" name="直線コネクタ 133692">
                      <a:extLst>
                        <a:ext uri="{FF2B5EF4-FFF2-40B4-BE49-F238E27FC236}">
                          <a16:creationId xmlns:a16="http://schemas.microsoft.com/office/drawing/2014/main" id="{2FEED627-B91C-4726-BABF-A225F09391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4" name="直線コネクタ 133693">
                      <a:extLst>
                        <a:ext uri="{FF2B5EF4-FFF2-40B4-BE49-F238E27FC236}">
                          <a16:creationId xmlns:a16="http://schemas.microsoft.com/office/drawing/2014/main" id="{34077D9C-6C72-4080-87D4-20697B2B3C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5" name="直線コネクタ 133694">
                      <a:extLst>
                        <a:ext uri="{FF2B5EF4-FFF2-40B4-BE49-F238E27FC236}">
                          <a16:creationId xmlns:a16="http://schemas.microsoft.com/office/drawing/2014/main" id="{94ABBC20-F325-4DC7-A851-0604FA575F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6" name="直線コネクタ 133695">
                      <a:extLst>
                        <a:ext uri="{FF2B5EF4-FFF2-40B4-BE49-F238E27FC236}">
                          <a16:creationId xmlns:a16="http://schemas.microsoft.com/office/drawing/2014/main" id="{9FF034F9-720E-4855-AED3-FB9DE5EA70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7" name="直線コネクタ 133696">
                      <a:extLst>
                        <a:ext uri="{FF2B5EF4-FFF2-40B4-BE49-F238E27FC236}">
                          <a16:creationId xmlns:a16="http://schemas.microsoft.com/office/drawing/2014/main" id="{56548BAD-2175-4E11-A976-A0382B66E9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8" name="直線コネクタ 133697">
                      <a:extLst>
                        <a:ext uri="{FF2B5EF4-FFF2-40B4-BE49-F238E27FC236}">
                          <a16:creationId xmlns:a16="http://schemas.microsoft.com/office/drawing/2014/main" id="{1D4D6393-3DBA-432F-8DAC-C6BB3B1FF5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99" name="直線コネクタ 133698">
                      <a:extLst>
                        <a:ext uri="{FF2B5EF4-FFF2-40B4-BE49-F238E27FC236}">
                          <a16:creationId xmlns:a16="http://schemas.microsoft.com/office/drawing/2014/main" id="{489DE233-9939-49A0-AA03-5490BC04DE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0" name="直線コネクタ 133699">
                      <a:extLst>
                        <a:ext uri="{FF2B5EF4-FFF2-40B4-BE49-F238E27FC236}">
                          <a16:creationId xmlns:a16="http://schemas.microsoft.com/office/drawing/2014/main" id="{20646873-FB54-4384-8F06-CC93A09A5E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701" name="直線コネクタ 133700">
                      <a:extLst>
                        <a:ext uri="{FF2B5EF4-FFF2-40B4-BE49-F238E27FC236}">
                          <a16:creationId xmlns:a16="http://schemas.microsoft.com/office/drawing/2014/main" id="{50506BE2-E33B-4830-98B0-44269EF99C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578" name="グループ化 133577">
                    <a:extLst>
                      <a:ext uri="{FF2B5EF4-FFF2-40B4-BE49-F238E27FC236}">
                        <a16:creationId xmlns:a16="http://schemas.microsoft.com/office/drawing/2014/main" id="{D3A1B548-3171-48F2-9048-AFACDAC16E57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518029" y="449042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33579" name="直線コネクタ 133578">
                      <a:extLst>
                        <a:ext uri="{FF2B5EF4-FFF2-40B4-BE49-F238E27FC236}">
                          <a16:creationId xmlns:a16="http://schemas.microsoft.com/office/drawing/2014/main" id="{9D351858-9DB5-4394-ABDF-F5C8F7BABC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0" name="直線コネクタ 133579">
                      <a:extLst>
                        <a:ext uri="{FF2B5EF4-FFF2-40B4-BE49-F238E27FC236}">
                          <a16:creationId xmlns:a16="http://schemas.microsoft.com/office/drawing/2014/main" id="{D71EFE7E-3487-45EE-9A35-F1D2E6918B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1" name="直線コネクタ 133580">
                      <a:extLst>
                        <a:ext uri="{FF2B5EF4-FFF2-40B4-BE49-F238E27FC236}">
                          <a16:creationId xmlns:a16="http://schemas.microsoft.com/office/drawing/2014/main" id="{20DFC4F8-8824-469D-AEC7-E5C9E96FE8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2" name="直線コネクタ 133581">
                      <a:extLst>
                        <a:ext uri="{FF2B5EF4-FFF2-40B4-BE49-F238E27FC236}">
                          <a16:creationId xmlns:a16="http://schemas.microsoft.com/office/drawing/2014/main" id="{AD70154B-47F2-4304-983A-B7008B41FF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3" name="直線コネクタ 133582">
                      <a:extLst>
                        <a:ext uri="{FF2B5EF4-FFF2-40B4-BE49-F238E27FC236}">
                          <a16:creationId xmlns:a16="http://schemas.microsoft.com/office/drawing/2014/main" id="{BAE170E9-F5FB-4A2E-B110-F3FF8E544D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4" name="直線コネクタ 133583">
                      <a:extLst>
                        <a:ext uri="{FF2B5EF4-FFF2-40B4-BE49-F238E27FC236}">
                          <a16:creationId xmlns:a16="http://schemas.microsoft.com/office/drawing/2014/main" id="{830EBCDD-F862-40A6-821B-8F908497C0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5" name="直線コネクタ 133584">
                      <a:extLst>
                        <a:ext uri="{FF2B5EF4-FFF2-40B4-BE49-F238E27FC236}">
                          <a16:creationId xmlns:a16="http://schemas.microsoft.com/office/drawing/2014/main" id="{5E59171C-53E2-4322-ADD2-D978E20EDE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6" name="直線コネクタ 133585">
                      <a:extLst>
                        <a:ext uri="{FF2B5EF4-FFF2-40B4-BE49-F238E27FC236}">
                          <a16:creationId xmlns:a16="http://schemas.microsoft.com/office/drawing/2014/main" id="{971A7B0A-40B6-4E31-A8A8-661FE02FBD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7" name="直線コネクタ 133586">
                      <a:extLst>
                        <a:ext uri="{FF2B5EF4-FFF2-40B4-BE49-F238E27FC236}">
                          <a16:creationId xmlns:a16="http://schemas.microsoft.com/office/drawing/2014/main" id="{0AEE7F49-C9E9-4A7F-B2AF-E7F54F6A35A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8" name="直線コネクタ 133587">
                      <a:extLst>
                        <a:ext uri="{FF2B5EF4-FFF2-40B4-BE49-F238E27FC236}">
                          <a16:creationId xmlns:a16="http://schemas.microsoft.com/office/drawing/2014/main" id="{F53BF2F8-5674-46B1-A4DB-4A4FE47F56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89" name="直線コネクタ 133588">
                      <a:extLst>
                        <a:ext uri="{FF2B5EF4-FFF2-40B4-BE49-F238E27FC236}">
                          <a16:creationId xmlns:a16="http://schemas.microsoft.com/office/drawing/2014/main" id="{6A6BBD39-EAA9-478C-B752-990433C04F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0" name="直線コネクタ 133589">
                      <a:extLst>
                        <a:ext uri="{FF2B5EF4-FFF2-40B4-BE49-F238E27FC236}">
                          <a16:creationId xmlns:a16="http://schemas.microsoft.com/office/drawing/2014/main" id="{A0E59482-6058-4F4B-9DB3-FC9141519E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1" name="直線コネクタ 133590">
                      <a:extLst>
                        <a:ext uri="{FF2B5EF4-FFF2-40B4-BE49-F238E27FC236}">
                          <a16:creationId xmlns:a16="http://schemas.microsoft.com/office/drawing/2014/main" id="{A96ACA51-9ACE-402F-8EF6-1FFA13BE23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2" name="直線コネクタ 133591">
                      <a:extLst>
                        <a:ext uri="{FF2B5EF4-FFF2-40B4-BE49-F238E27FC236}">
                          <a16:creationId xmlns:a16="http://schemas.microsoft.com/office/drawing/2014/main" id="{58B7E615-BF8E-448C-A3B1-1CE536BA3E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3" name="直線コネクタ 133592">
                      <a:extLst>
                        <a:ext uri="{FF2B5EF4-FFF2-40B4-BE49-F238E27FC236}">
                          <a16:creationId xmlns:a16="http://schemas.microsoft.com/office/drawing/2014/main" id="{7208EE5C-4F00-4332-A5F8-C23B077F29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4" name="直線コネクタ 133593">
                      <a:extLst>
                        <a:ext uri="{FF2B5EF4-FFF2-40B4-BE49-F238E27FC236}">
                          <a16:creationId xmlns:a16="http://schemas.microsoft.com/office/drawing/2014/main" id="{A193C7A1-70CF-4AA3-B797-E8B8B6DBA3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5" name="直線コネクタ 133594">
                      <a:extLst>
                        <a:ext uri="{FF2B5EF4-FFF2-40B4-BE49-F238E27FC236}">
                          <a16:creationId xmlns:a16="http://schemas.microsoft.com/office/drawing/2014/main" id="{C5201263-6B32-468E-92EF-F598EB4A82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6" name="直線コネクタ 133595">
                      <a:extLst>
                        <a:ext uri="{FF2B5EF4-FFF2-40B4-BE49-F238E27FC236}">
                          <a16:creationId xmlns:a16="http://schemas.microsoft.com/office/drawing/2014/main" id="{AE49B501-F3DE-43CF-8E28-6953662396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7" name="直線コネクタ 133596">
                      <a:extLst>
                        <a:ext uri="{FF2B5EF4-FFF2-40B4-BE49-F238E27FC236}">
                          <a16:creationId xmlns:a16="http://schemas.microsoft.com/office/drawing/2014/main" id="{7444B20C-5A35-482A-84B7-C6606B7ABF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8" name="直線コネクタ 133597">
                      <a:extLst>
                        <a:ext uri="{FF2B5EF4-FFF2-40B4-BE49-F238E27FC236}">
                          <a16:creationId xmlns:a16="http://schemas.microsoft.com/office/drawing/2014/main" id="{D586FDCB-CE00-44D4-9348-91341285F9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99" name="直線コネクタ 133598">
                      <a:extLst>
                        <a:ext uri="{FF2B5EF4-FFF2-40B4-BE49-F238E27FC236}">
                          <a16:creationId xmlns:a16="http://schemas.microsoft.com/office/drawing/2014/main" id="{ABA342A7-21AE-40D1-BE86-AF654CA534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0" name="直線コネクタ 133599">
                      <a:extLst>
                        <a:ext uri="{FF2B5EF4-FFF2-40B4-BE49-F238E27FC236}">
                          <a16:creationId xmlns:a16="http://schemas.microsoft.com/office/drawing/2014/main" id="{469BDC76-B42B-44D2-B794-0E88D102C4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1" name="直線コネクタ 133600">
                      <a:extLst>
                        <a:ext uri="{FF2B5EF4-FFF2-40B4-BE49-F238E27FC236}">
                          <a16:creationId xmlns:a16="http://schemas.microsoft.com/office/drawing/2014/main" id="{0BCF6A4C-8902-4858-AD6F-E8224BFA8A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2" name="直線コネクタ 133601">
                      <a:extLst>
                        <a:ext uri="{FF2B5EF4-FFF2-40B4-BE49-F238E27FC236}">
                          <a16:creationId xmlns:a16="http://schemas.microsoft.com/office/drawing/2014/main" id="{85C62BD3-0653-4835-9DA2-2AD2E8BD56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3" name="直線コネクタ 133602">
                      <a:extLst>
                        <a:ext uri="{FF2B5EF4-FFF2-40B4-BE49-F238E27FC236}">
                          <a16:creationId xmlns:a16="http://schemas.microsoft.com/office/drawing/2014/main" id="{61500573-DAA4-4F6F-98BD-AE3D8AF238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4" name="直線コネクタ 133603">
                      <a:extLst>
                        <a:ext uri="{FF2B5EF4-FFF2-40B4-BE49-F238E27FC236}">
                          <a16:creationId xmlns:a16="http://schemas.microsoft.com/office/drawing/2014/main" id="{468C88AB-428C-4DA7-8B6D-0EECF23945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5" name="直線コネクタ 133604">
                      <a:extLst>
                        <a:ext uri="{FF2B5EF4-FFF2-40B4-BE49-F238E27FC236}">
                          <a16:creationId xmlns:a16="http://schemas.microsoft.com/office/drawing/2014/main" id="{403A5948-EE60-4758-BCB9-25BA814E3D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6" name="直線コネクタ 133605">
                      <a:extLst>
                        <a:ext uri="{FF2B5EF4-FFF2-40B4-BE49-F238E27FC236}">
                          <a16:creationId xmlns:a16="http://schemas.microsoft.com/office/drawing/2014/main" id="{C2DE384A-100E-4DFD-9755-07072445FC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7" name="直線コネクタ 133606">
                      <a:extLst>
                        <a:ext uri="{FF2B5EF4-FFF2-40B4-BE49-F238E27FC236}">
                          <a16:creationId xmlns:a16="http://schemas.microsoft.com/office/drawing/2014/main" id="{98802994-F199-486F-928F-3BC756352F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8" name="直線コネクタ 133607">
                      <a:extLst>
                        <a:ext uri="{FF2B5EF4-FFF2-40B4-BE49-F238E27FC236}">
                          <a16:creationId xmlns:a16="http://schemas.microsoft.com/office/drawing/2014/main" id="{D20DCDB9-38D6-4896-A14E-289D925F93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09" name="直線コネクタ 133608">
                      <a:extLst>
                        <a:ext uri="{FF2B5EF4-FFF2-40B4-BE49-F238E27FC236}">
                          <a16:creationId xmlns:a16="http://schemas.microsoft.com/office/drawing/2014/main" id="{8A13A1E9-748C-472C-964C-D88395116A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0" name="直線コネクタ 133609">
                      <a:extLst>
                        <a:ext uri="{FF2B5EF4-FFF2-40B4-BE49-F238E27FC236}">
                          <a16:creationId xmlns:a16="http://schemas.microsoft.com/office/drawing/2014/main" id="{A4B20E5C-E280-43B6-965F-BEC5F397AC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1" name="直線コネクタ 133610">
                      <a:extLst>
                        <a:ext uri="{FF2B5EF4-FFF2-40B4-BE49-F238E27FC236}">
                          <a16:creationId xmlns:a16="http://schemas.microsoft.com/office/drawing/2014/main" id="{AB3481CD-53F8-471A-A7A1-8BF1204167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2" name="直線コネクタ 133611">
                      <a:extLst>
                        <a:ext uri="{FF2B5EF4-FFF2-40B4-BE49-F238E27FC236}">
                          <a16:creationId xmlns:a16="http://schemas.microsoft.com/office/drawing/2014/main" id="{C8253513-6DCD-44F1-AC7F-D31010A960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3" name="直線コネクタ 133612">
                      <a:extLst>
                        <a:ext uri="{FF2B5EF4-FFF2-40B4-BE49-F238E27FC236}">
                          <a16:creationId xmlns:a16="http://schemas.microsoft.com/office/drawing/2014/main" id="{41A1DD13-52D4-46DA-8C9F-6582655F96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4" name="直線コネクタ 133613">
                      <a:extLst>
                        <a:ext uri="{FF2B5EF4-FFF2-40B4-BE49-F238E27FC236}">
                          <a16:creationId xmlns:a16="http://schemas.microsoft.com/office/drawing/2014/main" id="{7C8883EA-190B-4679-B78C-1795A7A078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5" name="直線コネクタ 133614">
                      <a:extLst>
                        <a:ext uri="{FF2B5EF4-FFF2-40B4-BE49-F238E27FC236}">
                          <a16:creationId xmlns:a16="http://schemas.microsoft.com/office/drawing/2014/main" id="{E2ACF130-5F1F-4105-89BA-7786C733E6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6" name="直線コネクタ 133615">
                      <a:extLst>
                        <a:ext uri="{FF2B5EF4-FFF2-40B4-BE49-F238E27FC236}">
                          <a16:creationId xmlns:a16="http://schemas.microsoft.com/office/drawing/2014/main" id="{5F0266EE-58D8-45DC-99E5-389979C8D3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7" name="直線コネクタ 133616">
                      <a:extLst>
                        <a:ext uri="{FF2B5EF4-FFF2-40B4-BE49-F238E27FC236}">
                          <a16:creationId xmlns:a16="http://schemas.microsoft.com/office/drawing/2014/main" id="{A359D13B-9EB4-4017-9069-8446F0C27B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8" name="直線コネクタ 133617">
                      <a:extLst>
                        <a:ext uri="{FF2B5EF4-FFF2-40B4-BE49-F238E27FC236}">
                          <a16:creationId xmlns:a16="http://schemas.microsoft.com/office/drawing/2014/main" id="{63631A5A-4918-4F38-AB62-F4209D13BC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19" name="直線コネクタ 133618">
                      <a:extLst>
                        <a:ext uri="{FF2B5EF4-FFF2-40B4-BE49-F238E27FC236}">
                          <a16:creationId xmlns:a16="http://schemas.microsoft.com/office/drawing/2014/main" id="{422067C9-9C96-4CE1-B01D-445FC4579D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0" name="直線コネクタ 133619">
                      <a:extLst>
                        <a:ext uri="{FF2B5EF4-FFF2-40B4-BE49-F238E27FC236}">
                          <a16:creationId xmlns:a16="http://schemas.microsoft.com/office/drawing/2014/main" id="{D342F0AD-0425-4C1B-BDFB-09F2C42EFA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1" name="直線コネクタ 133620">
                      <a:extLst>
                        <a:ext uri="{FF2B5EF4-FFF2-40B4-BE49-F238E27FC236}">
                          <a16:creationId xmlns:a16="http://schemas.microsoft.com/office/drawing/2014/main" id="{FD53FDF6-0EB0-46A3-B316-CF512DB034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2" name="直線コネクタ 133621">
                      <a:extLst>
                        <a:ext uri="{FF2B5EF4-FFF2-40B4-BE49-F238E27FC236}">
                          <a16:creationId xmlns:a16="http://schemas.microsoft.com/office/drawing/2014/main" id="{52878C59-87DE-4B90-8699-D9992FE671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3" name="直線コネクタ 133622">
                      <a:extLst>
                        <a:ext uri="{FF2B5EF4-FFF2-40B4-BE49-F238E27FC236}">
                          <a16:creationId xmlns:a16="http://schemas.microsoft.com/office/drawing/2014/main" id="{D44C5868-28F7-4ABC-8611-C5EF47D061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4" name="直線コネクタ 133623">
                      <a:extLst>
                        <a:ext uri="{FF2B5EF4-FFF2-40B4-BE49-F238E27FC236}">
                          <a16:creationId xmlns:a16="http://schemas.microsoft.com/office/drawing/2014/main" id="{CBBFD16E-CB0D-4763-939B-F519D4A77D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5" name="直線コネクタ 133624">
                      <a:extLst>
                        <a:ext uri="{FF2B5EF4-FFF2-40B4-BE49-F238E27FC236}">
                          <a16:creationId xmlns:a16="http://schemas.microsoft.com/office/drawing/2014/main" id="{2B7382A1-82D7-4D5D-80AD-A8E90BA958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6" name="直線コネクタ 133625">
                      <a:extLst>
                        <a:ext uri="{FF2B5EF4-FFF2-40B4-BE49-F238E27FC236}">
                          <a16:creationId xmlns:a16="http://schemas.microsoft.com/office/drawing/2014/main" id="{2DE32491-E5C5-4257-8C11-8ACE5A8C0D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7" name="直線コネクタ 133626">
                      <a:extLst>
                        <a:ext uri="{FF2B5EF4-FFF2-40B4-BE49-F238E27FC236}">
                          <a16:creationId xmlns:a16="http://schemas.microsoft.com/office/drawing/2014/main" id="{B7A8206A-77D5-4BD5-A96D-4CEA283AEF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8" name="直線コネクタ 133627">
                      <a:extLst>
                        <a:ext uri="{FF2B5EF4-FFF2-40B4-BE49-F238E27FC236}">
                          <a16:creationId xmlns:a16="http://schemas.microsoft.com/office/drawing/2014/main" id="{8BEE9273-1BD2-4F85-8AC8-3B26937602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29" name="直線コネクタ 133628">
                      <a:extLst>
                        <a:ext uri="{FF2B5EF4-FFF2-40B4-BE49-F238E27FC236}">
                          <a16:creationId xmlns:a16="http://schemas.microsoft.com/office/drawing/2014/main" id="{544F9F91-F535-40C6-8D3C-CE9BC31CB3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0" name="直線コネクタ 133629">
                      <a:extLst>
                        <a:ext uri="{FF2B5EF4-FFF2-40B4-BE49-F238E27FC236}">
                          <a16:creationId xmlns:a16="http://schemas.microsoft.com/office/drawing/2014/main" id="{5654E759-DBDD-49B7-BE30-D7DBB16055A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1" name="直線コネクタ 133630">
                      <a:extLst>
                        <a:ext uri="{FF2B5EF4-FFF2-40B4-BE49-F238E27FC236}">
                          <a16:creationId xmlns:a16="http://schemas.microsoft.com/office/drawing/2014/main" id="{82A28709-F63C-4C99-8935-FB55F9CE71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2" name="直線コネクタ 133631">
                      <a:extLst>
                        <a:ext uri="{FF2B5EF4-FFF2-40B4-BE49-F238E27FC236}">
                          <a16:creationId xmlns:a16="http://schemas.microsoft.com/office/drawing/2014/main" id="{F65FD8B6-1C82-415D-B291-862C560EBB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3" name="直線コネクタ 133632">
                      <a:extLst>
                        <a:ext uri="{FF2B5EF4-FFF2-40B4-BE49-F238E27FC236}">
                          <a16:creationId xmlns:a16="http://schemas.microsoft.com/office/drawing/2014/main" id="{784029B6-DD99-4019-9676-3951777A85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4" name="直線コネクタ 133633">
                      <a:extLst>
                        <a:ext uri="{FF2B5EF4-FFF2-40B4-BE49-F238E27FC236}">
                          <a16:creationId xmlns:a16="http://schemas.microsoft.com/office/drawing/2014/main" id="{B1E5338A-FB63-460E-905F-1CDD36D2DB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5" name="直線コネクタ 133634">
                      <a:extLst>
                        <a:ext uri="{FF2B5EF4-FFF2-40B4-BE49-F238E27FC236}">
                          <a16:creationId xmlns:a16="http://schemas.microsoft.com/office/drawing/2014/main" id="{3B2BBD42-C0D1-4254-8FBF-397BDADDE7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6" name="直線コネクタ 133635">
                      <a:extLst>
                        <a:ext uri="{FF2B5EF4-FFF2-40B4-BE49-F238E27FC236}">
                          <a16:creationId xmlns:a16="http://schemas.microsoft.com/office/drawing/2014/main" id="{316561CC-D091-4EEE-A1B3-72C1BEC328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7" name="直線コネクタ 133636">
                      <a:extLst>
                        <a:ext uri="{FF2B5EF4-FFF2-40B4-BE49-F238E27FC236}">
                          <a16:creationId xmlns:a16="http://schemas.microsoft.com/office/drawing/2014/main" id="{FB2D9BD4-AB14-4EF2-8756-8728A8C6F0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638" name="直線コネクタ 133637">
                      <a:extLst>
                        <a:ext uri="{FF2B5EF4-FFF2-40B4-BE49-F238E27FC236}">
                          <a16:creationId xmlns:a16="http://schemas.microsoft.com/office/drawing/2014/main" id="{A1DEEAE7-B880-4FAB-B198-E9EC982A3C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3149" name="グループ化 133148">
                <a:extLst>
                  <a:ext uri="{FF2B5EF4-FFF2-40B4-BE49-F238E27FC236}">
                    <a16:creationId xmlns:a16="http://schemas.microsoft.com/office/drawing/2014/main" id="{BF4559E1-09B5-43FF-A4C2-5D2A15296A6C}"/>
                  </a:ext>
                </a:extLst>
              </p:cNvPr>
              <p:cNvGrpSpPr/>
              <p:nvPr/>
            </p:nvGrpSpPr>
            <p:grpSpPr>
              <a:xfrm>
                <a:off x="4560962" y="4560962"/>
                <a:ext cx="1677838" cy="1677838"/>
                <a:chOff x="4560962" y="4560962"/>
                <a:chExt cx="1677838" cy="1677838"/>
              </a:xfrm>
            </p:grpSpPr>
            <p:cxnSp>
              <p:nvCxnSpPr>
                <p:cNvPr id="133543" name="直線コネクタ 133542">
                  <a:extLst>
                    <a:ext uri="{FF2B5EF4-FFF2-40B4-BE49-F238E27FC236}">
                      <a16:creationId xmlns:a16="http://schemas.microsoft.com/office/drawing/2014/main" id="{179DDDB8-98AE-4C22-82A5-46D3CC8B2FCF}"/>
                    </a:ext>
                  </a:extLst>
                </p:cNvPr>
                <p:cNvCxnSpPr/>
                <p:nvPr/>
              </p:nvCxnSpPr>
              <p:spPr>
                <a:xfrm>
                  <a:off x="5400000" y="54000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44" name="直線コネクタ 133543">
                  <a:extLst>
                    <a:ext uri="{FF2B5EF4-FFF2-40B4-BE49-F238E27FC236}">
                      <a16:creationId xmlns:a16="http://schemas.microsoft.com/office/drawing/2014/main" id="{190E1FA4-17DD-4DE8-8DFE-A513D66525A5}"/>
                    </a:ext>
                  </a:extLst>
                </p:cNvPr>
                <p:cNvCxnSpPr/>
                <p:nvPr/>
              </p:nvCxnSpPr>
              <p:spPr>
                <a:xfrm flipV="1">
                  <a:off x="5400000" y="5076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45" name="直線コネクタ 133544">
                  <a:extLst>
                    <a:ext uri="{FF2B5EF4-FFF2-40B4-BE49-F238E27FC236}">
                      <a16:creationId xmlns:a16="http://schemas.microsoft.com/office/drawing/2014/main" id="{3EA7B7AD-4E6F-4CA1-A849-20D272DC6EA3}"/>
                    </a:ext>
                  </a:extLst>
                </p:cNvPr>
                <p:cNvCxnSpPr/>
                <p:nvPr/>
              </p:nvCxnSpPr>
              <p:spPr>
                <a:xfrm rot="2700000">
                  <a:off x="5277042" y="569661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46" name="直線コネクタ 133545">
                  <a:extLst>
                    <a:ext uri="{FF2B5EF4-FFF2-40B4-BE49-F238E27FC236}">
                      <a16:creationId xmlns:a16="http://schemas.microsoft.com/office/drawing/2014/main" id="{D44FDC60-959B-4472-A4D5-ECBDF0842058}"/>
                    </a:ext>
                  </a:extLst>
                </p:cNvPr>
                <p:cNvCxnSpPr/>
                <p:nvPr/>
              </p:nvCxnSpPr>
              <p:spPr>
                <a:xfrm rot="2700000" flipV="1">
                  <a:off x="5401083" y="5397148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47" name="直線コネクタ 133546">
                  <a:extLst>
                    <a:ext uri="{FF2B5EF4-FFF2-40B4-BE49-F238E27FC236}">
                      <a16:creationId xmlns:a16="http://schemas.microsoft.com/office/drawing/2014/main" id="{F7FD114D-CBDE-44D8-A39A-D706D3EF93AB}"/>
                    </a:ext>
                  </a:extLst>
                </p:cNvPr>
                <p:cNvCxnSpPr/>
                <p:nvPr/>
              </p:nvCxnSpPr>
              <p:spPr>
                <a:xfrm rot="5400000">
                  <a:off x="4980362" y="58194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48" name="直線コネクタ 133547">
                  <a:extLst>
                    <a:ext uri="{FF2B5EF4-FFF2-40B4-BE49-F238E27FC236}">
                      <a16:creationId xmlns:a16="http://schemas.microsoft.com/office/drawing/2014/main" id="{DF0D75F1-93AB-416B-B993-6E42905029AC}"/>
                    </a:ext>
                  </a:extLst>
                </p:cNvPr>
                <p:cNvCxnSpPr/>
                <p:nvPr/>
              </p:nvCxnSpPr>
              <p:spPr>
                <a:xfrm rot="5400000" flipV="1">
                  <a:off x="5174762" y="5625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49" name="直線コネクタ 133548">
                  <a:extLst>
                    <a:ext uri="{FF2B5EF4-FFF2-40B4-BE49-F238E27FC236}">
                      <a16:creationId xmlns:a16="http://schemas.microsoft.com/office/drawing/2014/main" id="{CFED9B27-F4B5-4858-978A-242113A03BD4}"/>
                    </a:ext>
                  </a:extLst>
                </p:cNvPr>
                <p:cNvCxnSpPr/>
                <p:nvPr/>
              </p:nvCxnSpPr>
              <p:spPr>
                <a:xfrm rot="8100000">
                  <a:off x="4683752" y="569644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0" name="直線コネクタ 133549">
                  <a:extLst>
                    <a:ext uri="{FF2B5EF4-FFF2-40B4-BE49-F238E27FC236}">
                      <a16:creationId xmlns:a16="http://schemas.microsoft.com/office/drawing/2014/main" id="{27DCEE12-2224-41DC-8CCF-904F75EBECFA}"/>
                    </a:ext>
                  </a:extLst>
                </p:cNvPr>
                <p:cNvCxnSpPr/>
                <p:nvPr/>
              </p:nvCxnSpPr>
              <p:spPr>
                <a:xfrm rot="8100000" flipV="1">
                  <a:off x="4853614" y="5626083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1" name="直線コネクタ 133550">
                  <a:extLst>
                    <a:ext uri="{FF2B5EF4-FFF2-40B4-BE49-F238E27FC236}">
                      <a16:creationId xmlns:a16="http://schemas.microsoft.com/office/drawing/2014/main" id="{6A222E49-28B9-44C6-B442-0AA7357D93CE}"/>
                    </a:ext>
                  </a:extLst>
                </p:cNvPr>
                <p:cNvCxnSpPr/>
                <p:nvPr/>
              </p:nvCxnSpPr>
              <p:spPr>
                <a:xfrm rot="10800000">
                  <a:off x="4560962" y="53997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2" name="直線コネクタ 133551">
                  <a:extLst>
                    <a:ext uri="{FF2B5EF4-FFF2-40B4-BE49-F238E27FC236}">
                      <a16:creationId xmlns:a16="http://schemas.microsoft.com/office/drawing/2014/main" id="{CAED9152-CEBA-470A-80BB-92218A4AA048}"/>
                    </a:ext>
                  </a:extLst>
                </p:cNvPr>
                <p:cNvCxnSpPr/>
                <p:nvPr/>
              </p:nvCxnSpPr>
              <p:spPr>
                <a:xfrm rot="10800000" flipV="1">
                  <a:off x="4625762" y="5399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3" name="直線コネクタ 133552">
                  <a:extLst>
                    <a:ext uri="{FF2B5EF4-FFF2-40B4-BE49-F238E27FC236}">
                      <a16:creationId xmlns:a16="http://schemas.microsoft.com/office/drawing/2014/main" id="{34952E76-6E3F-451E-B8AC-FCB7FABF0C61}"/>
                    </a:ext>
                  </a:extLst>
                </p:cNvPr>
                <p:cNvCxnSpPr/>
                <p:nvPr/>
              </p:nvCxnSpPr>
              <p:spPr>
                <a:xfrm rot="13500000">
                  <a:off x="4683920" y="510315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4" name="直線コネクタ 133553">
                  <a:extLst>
                    <a:ext uri="{FF2B5EF4-FFF2-40B4-BE49-F238E27FC236}">
                      <a16:creationId xmlns:a16="http://schemas.microsoft.com/office/drawing/2014/main" id="{15B8A686-B539-4617-B2A3-2E0CFD15093F}"/>
                    </a:ext>
                  </a:extLst>
                </p:cNvPr>
                <p:cNvCxnSpPr/>
                <p:nvPr/>
              </p:nvCxnSpPr>
              <p:spPr>
                <a:xfrm rot="13500000" flipV="1">
                  <a:off x="4624679" y="5078614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5" name="直線コネクタ 133554">
                  <a:extLst>
                    <a:ext uri="{FF2B5EF4-FFF2-40B4-BE49-F238E27FC236}">
                      <a16:creationId xmlns:a16="http://schemas.microsoft.com/office/drawing/2014/main" id="{E89C6781-D33F-450B-B12A-4AC7C2ABAAD6}"/>
                    </a:ext>
                  </a:extLst>
                </p:cNvPr>
                <p:cNvCxnSpPr/>
                <p:nvPr/>
              </p:nvCxnSpPr>
              <p:spPr>
                <a:xfrm rot="16200000">
                  <a:off x="4980600" y="49803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6" name="直線コネクタ 133555">
                  <a:extLst>
                    <a:ext uri="{FF2B5EF4-FFF2-40B4-BE49-F238E27FC236}">
                      <a16:creationId xmlns:a16="http://schemas.microsoft.com/office/drawing/2014/main" id="{7E7A1213-D3E7-4F3E-9E65-040E392516B4}"/>
                    </a:ext>
                  </a:extLst>
                </p:cNvPr>
                <p:cNvCxnSpPr/>
                <p:nvPr/>
              </p:nvCxnSpPr>
              <p:spPr>
                <a:xfrm rot="16200000" flipV="1">
                  <a:off x="4851000" y="4850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7" name="直線コネクタ 133556">
                  <a:extLst>
                    <a:ext uri="{FF2B5EF4-FFF2-40B4-BE49-F238E27FC236}">
                      <a16:creationId xmlns:a16="http://schemas.microsoft.com/office/drawing/2014/main" id="{B7E39FAE-154A-4177-801D-BCBE3244D67C}"/>
                    </a:ext>
                  </a:extLst>
                </p:cNvPr>
                <p:cNvCxnSpPr/>
                <p:nvPr/>
              </p:nvCxnSpPr>
              <p:spPr>
                <a:xfrm rot="18900000">
                  <a:off x="5277210" y="510332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558" name="直線コネクタ 133557">
                  <a:extLst>
                    <a:ext uri="{FF2B5EF4-FFF2-40B4-BE49-F238E27FC236}">
                      <a16:creationId xmlns:a16="http://schemas.microsoft.com/office/drawing/2014/main" id="{A7422F7A-49F9-485E-9B06-5C953D4E85D0}"/>
                    </a:ext>
                  </a:extLst>
                </p:cNvPr>
                <p:cNvCxnSpPr/>
                <p:nvPr/>
              </p:nvCxnSpPr>
              <p:spPr>
                <a:xfrm rot="18900000" flipV="1">
                  <a:off x="5172148" y="4849679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3150" name="グループ化 133149">
                <a:extLst>
                  <a:ext uri="{FF2B5EF4-FFF2-40B4-BE49-F238E27FC236}">
                    <a16:creationId xmlns:a16="http://schemas.microsoft.com/office/drawing/2014/main" id="{1E83483D-8F7C-4BC4-B24C-E7AC6B2FB08A}"/>
                  </a:ext>
                </a:extLst>
              </p:cNvPr>
              <p:cNvGrpSpPr/>
              <p:nvPr/>
            </p:nvGrpSpPr>
            <p:grpSpPr>
              <a:xfrm>
                <a:off x="4800194" y="4800194"/>
                <a:ext cx="1199038" cy="1199038"/>
                <a:chOff x="4800194" y="4800194"/>
                <a:chExt cx="1199038" cy="1199038"/>
              </a:xfrm>
            </p:grpSpPr>
            <p:grpSp>
              <p:nvGrpSpPr>
                <p:cNvPr id="133151" name="グループ化 133150">
                  <a:extLst>
                    <a:ext uri="{FF2B5EF4-FFF2-40B4-BE49-F238E27FC236}">
                      <a16:creationId xmlns:a16="http://schemas.microsoft.com/office/drawing/2014/main" id="{A8E09830-17EA-48CB-9496-C2FBB58CC21A}"/>
                    </a:ext>
                  </a:extLst>
                </p:cNvPr>
                <p:cNvGrpSpPr/>
                <p:nvPr/>
              </p:nvGrpSpPr>
              <p:grpSpPr>
                <a:xfrm>
                  <a:off x="5399832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3495" name="グループ化 133494">
                    <a:extLst>
                      <a:ext uri="{FF2B5EF4-FFF2-40B4-BE49-F238E27FC236}">
                        <a16:creationId xmlns:a16="http://schemas.microsoft.com/office/drawing/2014/main" id="{DFD0E5F3-BE1B-440E-AA60-59568AD2243E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520" name="直線コネクタ 133519">
                      <a:extLst>
                        <a:ext uri="{FF2B5EF4-FFF2-40B4-BE49-F238E27FC236}">
                          <a16:creationId xmlns:a16="http://schemas.microsoft.com/office/drawing/2014/main" id="{DB330229-4AD4-4279-9A51-97E73BE9665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1" name="直線コネクタ 133520">
                      <a:extLst>
                        <a:ext uri="{FF2B5EF4-FFF2-40B4-BE49-F238E27FC236}">
                          <a16:creationId xmlns:a16="http://schemas.microsoft.com/office/drawing/2014/main" id="{D60E850D-FE2B-42C0-A2FC-CDED16191C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2" name="直線コネクタ 133521">
                      <a:extLst>
                        <a:ext uri="{FF2B5EF4-FFF2-40B4-BE49-F238E27FC236}">
                          <a16:creationId xmlns:a16="http://schemas.microsoft.com/office/drawing/2014/main" id="{FFCD556F-765B-43BC-9F78-01ED179BBD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3" name="直線コネクタ 133522">
                      <a:extLst>
                        <a:ext uri="{FF2B5EF4-FFF2-40B4-BE49-F238E27FC236}">
                          <a16:creationId xmlns:a16="http://schemas.microsoft.com/office/drawing/2014/main" id="{3719FCE1-7C03-4D41-8E43-95785AA7BD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4" name="直線コネクタ 133523">
                      <a:extLst>
                        <a:ext uri="{FF2B5EF4-FFF2-40B4-BE49-F238E27FC236}">
                          <a16:creationId xmlns:a16="http://schemas.microsoft.com/office/drawing/2014/main" id="{8E41144B-F9FE-4914-A77C-78489BE186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5" name="直線コネクタ 133524">
                      <a:extLst>
                        <a:ext uri="{FF2B5EF4-FFF2-40B4-BE49-F238E27FC236}">
                          <a16:creationId xmlns:a16="http://schemas.microsoft.com/office/drawing/2014/main" id="{D7ECA029-34FD-4882-92E7-FBDE32BF17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6" name="直線コネクタ 133525">
                      <a:extLst>
                        <a:ext uri="{FF2B5EF4-FFF2-40B4-BE49-F238E27FC236}">
                          <a16:creationId xmlns:a16="http://schemas.microsoft.com/office/drawing/2014/main" id="{E8B0C4B9-004A-4382-B947-FE8F7D58F5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7" name="直線コネクタ 133526">
                      <a:extLst>
                        <a:ext uri="{FF2B5EF4-FFF2-40B4-BE49-F238E27FC236}">
                          <a16:creationId xmlns:a16="http://schemas.microsoft.com/office/drawing/2014/main" id="{323BC916-FA47-46C2-9301-A4F55C03F4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8" name="直線コネクタ 133527">
                      <a:extLst>
                        <a:ext uri="{FF2B5EF4-FFF2-40B4-BE49-F238E27FC236}">
                          <a16:creationId xmlns:a16="http://schemas.microsoft.com/office/drawing/2014/main" id="{F0C876ED-C107-4B72-9B18-3549F15809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29" name="直線コネクタ 133528">
                      <a:extLst>
                        <a:ext uri="{FF2B5EF4-FFF2-40B4-BE49-F238E27FC236}">
                          <a16:creationId xmlns:a16="http://schemas.microsoft.com/office/drawing/2014/main" id="{A81940C5-78A3-4D54-9AF6-914C5F787C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0" name="直線コネクタ 133529">
                      <a:extLst>
                        <a:ext uri="{FF2B5EF4-FFF2-40B4-BE49-F238E27FC236}">
                          <a16:creationId xmlns:a16="http://schemas.microsoft.com/office/drawing/2014/main" id="{617827EB-7104-4FA1-AA01-AEED50FDA3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1" name="直線コネクタ 133530">
                      <a:extLst>
                        <a:ext uri="{FF2B5EF4-FFF2-40B4-BE49-F238E27FC236}">
                          <a16:creationId xmlns:a16="http://schemas.microsoft.com/office/drawing/2014/main" id="{5709BAC1-9F8A-4F5A-A02B-CCE52CEFAF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2" name="直線コネクタ 133531">
                      <a:extLst>
                        <a:ext uri="{FF2B5EF4-FFF2-40B4-BE49-F238E27FC236}">
                          <a16:creationId xmlns:a16="http://schemas.microsoft.com/office/drawing/2014/main" id="{F0844153-DB47-4773-B7F9-F0AC36BA94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3" name="直線コネクタ 133532">
                      <a:extLst>
                        <a:ext uri="{FF2B5EF4-FFF2-40B4-BE49-F238E27FC236}">
                          <a16:creationId xmlns:a16="http://schemas.microsoft.com/office/drawing/2014/main" id="{ECB29ABA-B315-4DF4-9A6A-447516AACC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4" name="直線コネクタ 133533">
                      <a:extLst>
                        <a:ext uri="{FF2B5EF4-FFF2-40B4-BE49-F238E27FC236}">
                          <a16:creationId xmlns:a16="http://schemas.microsoft.com/office/drawing/2014/main" id="{E2C6E1D1-8A87-401E-B27F-7147F62DAA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5" name="直線コネクタ 133534">
                      <a:extLst>
                        <a:ext uri="{FF2B5EF4-FFF2-40B4-BE49-F238E27FC236}">
                          <a16:creationId xmlns:a16="http://schemas.microsoft.com/office/drawing/2014/main" id="{F2BFAC74-9C2E-4924-8009-C2F259120D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6" name="直線コネクタ 133535">
                      <a:extLst>
                        <a:ext uri="{FF2B5EF4-FFF2-40B4-BE49-F238E27FC236}">
                          <a16:creationId xmlns:a16="http://schemas.microsoft.com/office/drawing/2014/main" id="{C89C2A93-F7A8-48A3-87F6-6701D5F475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7" name="直線コネクタ 133536">
                      <a:extLst>
                        <a:ext uri="{FF2B5EF4-FFF2-40B4-BE49-F238E27FC236}">
                          <a16:creationId xmlns:a16="http://schemas.microsoft.com/office/drawing/2014/main" id="{83FA2CB2-704C-4E16-9DED-3B5E837BBC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8" name="直線コネクタ 133537">
                      <a:extLst>
                        <a:ext uri="{FF2B5EF4-FFF2-40B4-BE49-F238E27FC236}">
                          <a16:creationId xmlns:a16="http://schemas.microsoft.com/office/drawing/2014/main" id="{E1EFCD8A-142B-419D-B8F7-8D06F94652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39" name="直線コネクタ 133538">
                      <a:extLst>
                        <a:ext uri="{FF2B5EF4-FFF2-40B4-BE49-F238E27FC236}">
                          <a16:creationId xmlns:a16="http://schemas.microsoft.com/office/drawing/2014/main" id="{D72F25CE-2E1E-4E5A-A4C2-5FB57F5A2E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40" name="直線コネクタ 133539">
                      <a:extLst>
                        <a:ext uri="{FF2B5EF4-FFF2-40B4-BE49-F238E27FC236}">
                          <a16:creationId xmlns:a16="http://schemas.microsoft.com/office/drawing/2014/main" id="{A8B95ACD-8535-4783-B2BE-D61D6112D8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41" name="直線コネクタ 133540">
                      <a:extLst>
                        <a:ext uri="{FF2B5EF4-FFF2-40B4-BE49-F238E27FC236}">
                          <a16:creationId xmlns:a16="http://schemas.microsoft.com/office/drawing/2014/main" id="{17BAA8C8-0393-49FC-935D-7D92B2F406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42" name="直線コネクタ 133541">
                      <a:extLst>
                        <a:ext uri="{FF2B5EF4-FFF2-40B4-BE49-F238E27FC236}">
                          <a16:creationId xmlns:a16="http://schemas.microsoft.com/office/drawing/2014/main" id="{096E2A24-18D7-4A78-9959-467784BA15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496" name="グループ化 133495">
                    <a:extLst>
                      <a:ext uri="{FF2B5EF4-FFF2-40B4-BE49-F238E27FC236}">
                        <a16:creationId xmlns:a16="http://schemas.microsoft.com/office/drawing/2014/main" id="{F8947963-5A82-491A-A0A2-4A4D00413AF3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497" name="直線コネクタ 133496">
                      <a:extLst>
                        <a:ext uri="{FF2B5EF4-FFF2-40B4-BE49-F238E27FC236}">
                          <a16:creationId xmlns:a16="http://schemas.microsoft.com/office/drawing/2014/main" id="{19CD9C3C-53EC-4A2D-B0BB-D66075B3FF8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98" name="直線コネクタ 133497">
                      <a:extLst>
                        <a:ext uri="{FF2B5EF4-FFF2-40B4-BE49-F238E27FC236}">
                          <a16:creationId xmlns:a16="http://schemas.microsoft.com/office/drawing/2014/main" id="{91C72938-639A-4F09-985C-85D11B036C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99" name="直線コネクタ 133498">
                      <a:extLst>
                        <a:ext uri="{FF2B5EF4-FFF2-40B4-BE49-F238E27FC236}">
                          <a16:creationId xmlns:a16="http://schemas.microsoft.com/office/drawing/2014/main" id="{C805C822-F966-487C-809C-4A0CACFA0E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0" name="直線コネクタ 133499">
                      <a:extLst>
                        <a:ext uri="{FF2B5EF4-FFF2-40B4-BE49-F238E27FC236}">
                          <a16:creationId xmlns:a16="http://schemas.microsoft.com/office/drawing/2014/main" id="{45E6334C-0482-408E-8F75-90787F5009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1" name="直線コネクタ 133500">
                      <a:extLst>
                        <a:ext uri="{FF2B5EF4-FFF2-40B4-BE49-F238E27FC236}">
                          <a16:creationId xmlns:a16="http://schemas.microsoft.com/office/drawing/2014/main" id="{4261BCE6-93B4-46C6-B4D1-54C601325E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2" name="直線コネクタ 133501">
                      <a:extLst>
                        <a:ext uri="{FF2B5EF4-FFF2-40B4-BE49-F238E27FC236}">
                          <a16:creationId xmlns:a16="http://schemas.microsoft.com/office/drawing/2014/main" id="{92147D00-15B1-49AC-9DCD-2519786740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3" name="直線コネクタ 133502">
                      <a:extLst>
                        <a:ext uri="{FF2B5EF4-FFF2-40B4-BE49-F238E27FC236}">
                          <a16:creationId xmlns:a16="http://schemas.microsoft.com/office/drawing/2014/main" id="{89740AF6-9032-46AA-A693-2B577A09F6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4" name="直線コネクタ 133503">
                      <a:extLst>
                        <a:ext uri="{FF2B5EF4-FFF2-40B4-BE49-F238E27FC236}">
                          <a16:creationId xmlns:a16="http://schemas.microsoft.com/office/drawing/2014/main" id="{38CE50E5-1ED0-42F6-9E70-8149CAEE9E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5" name="直線コネクタ 133504">
                      <a:extLst>
                        <a:ext uri="{FF2B5EF4-FFF2-40B4-BE49-F238E27FC236}">
                          <a16:creationId xmlns:a16="http://schemas.microsoft.com/office/drawing/2014/main" id="{069843B6-8041-4EA3-8E90-294D2B28C7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6" name="直線コネクタ 133505">
                      <a:extLst>
                        <a:ext uri="{FF2B5EF4-FFF2-40B4-BE49-F238E27FC236}">
                          <a16:creationId xmlns:a16="http://schemas.microsoft.com/office/drawing/2014/main" id="{0B5825AF-B56E-49B2-A3FD-D8B2CAB16B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7" name="直線コネクタ 133506">
                      <a:extLst>
                        <a:ext uri="{FF2B5EF4-FFF2-40B4-BE49-F238E27FC236}">
                          <a16:creationId xmlns:a16="http://schemas.microsoft.com/office/drawing/2014/main" id="{0473280C-B7D6-470F-AAD2-88035A04FA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8" name="直線コネクタ 133507">
                      <a:extLst>
                        <a:ext uri="{FF2B5EF4-FFF2-40B4-BE49-F238E27FC236}">
                          <a16:creationId xmlns:a16="http://schemas.microsoft.com/office/drawing/2014/main" id="{2252913E-C2CE-4ACC-876E-EC94628D0B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09" name="直線コネクタ 133508">
                      <a:extLst>
                        <a:ext uri="{FF2B5EF4-FFF2-40B4-BE49-F238E27FC236}">
                          <a16:creationId xmlns:a16="http://schemas.microsoft.com/office/drawing/2014/main" id="{175CA3CB-5953-4D1E-B075-8C6C7B8B04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0" name="直線コネクタ 133509">
                      <a:extLst>
                        <a:ext uri="{FF2B5EF4-FFF2-40B4-BE49-F238E27FC236}">
                          <a16:creationId xmlns:a16="http://schemas.microsoft.com/office/drawing/2014/main" id="{D0C5318F-9948-44A5-BA8F-B9ADB13F68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1" name="直線コネクタ 133510">
                      <a:extLst>
                        <a:ext uri="{FF2B5EF4-FFF2-40B4-BE49-F238E27FC236}">
                          <a16:creationId xmlns:a16="http://schemas.microsoft.com/office/drawing/2014/main" id="{2699E6E2-42DC-4133-8863-5804351CF1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2" name="直線コネクタ 133511">
                      <a:extLst>
                        <a:ext uri="{FF2B5EF4-FFF2-40B4-BE49-F238E27FC236}">
                          <a16:creationId xmlns:a16="http://schemas.microsoft.com/office/drawing/2014/main" id="{46B7F743-4AC0-4906-9EE3-D5FC699E9D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3" name="直線コネクタ 133512">
                      <a:extLst>
                        <a:ext uri="{FF2B5EF4-FFF2-40B4-BE49-F238E27FC236}">
                          <a16:creationId xmlns:a16="http://schemas.microsoft.com/office/drawing/2014/main" id="{AC9393EC-6AFB-4F4A-BCBE-775C6E0A9A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4" name="直線コネクタ 133513">
                      <a:extLst>
                        <a:ext uri="{FF2B5EF4-FFF2-40B4-BE49-F238E27FC236}">
                          <a16:creationId xmlns:a16="http://schemas.microsoft.com/office/drawing/2014/main" id="{F3E795BE-ED71-44C8-960D-E38D52D330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5" name="直線コネクタ 133514">
                      <a:extLst>
                        <a:ext uri="{FF2B5EF4-FFF2-40B4-BE49-F238E27FC236}">
                          <a16:creationId xmlns:a16="http://schemas.microsoft.com/office/drawing/2014/main" id="{AACB64FB-E5AB-406E-9694-69812B818A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6" name="直線コネクタ 133515">
                      <a:extLst>
                        <a:ext uri="{FF2B5EF4-FFF2-40B4-BE49-F238E27FC236}">
                          <a16:creationId xmlns:a16="http://schemas.microsoft.com/office/drawing/2014/main" id="{74AFEF10-8E2C-4F4D-9846-7732E3C12E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7" name="直線コネクタ 133516">
                      <a:extLst>
                        <a:ext uri="{FF2B5EF4-FFF2-40B4-BE49-F238E27FC236}">
                          <a16:creationId xmlns:a16="http://schemas.microsoft.com/office/drawing/2014/main" id="{8CC1D995-3403-45F0-AFE3-E8089A5690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8" name="直線コネクタ 133517">
                      <a:extLst>
                        <a:ext uri="{FF2B5EF4-FFF2-40B4-BE49-F238E27FC236}">
                          <a16:creationId xmlns:a16="http://schemas.microsoft.com/office/drawing/2014/main" id="{D97E2091-3598-43E2-9862-B78C47518C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519" name="直線コネクタ 133518">
                      <a:extLst>
                        <a:ext uri="{FF2B5EF4-FFF2-40B4-BE49-F238E27FC236}">
                          <a16:creationId xmlns:a16="http://schemas.microsoft.com/office/drawing/2014/main" id="{4BC3265D-FD8A-4CB6-AB78-1B1BCAC32B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3152" name="グループ化 133151">
                  <a:extLst>
                    <a:ext uri="{FF2B5EF4-FFF2-40B4-BE49-F238E27FC236}">
                      <a16:creationId xmlns:a16="http://schemas.microsoft.com/office/drawing/2014/main" id="{44391E56-786F-4894-9B26-DD518A5B9DC4}"/>
                    </a:ext>
                  </a:extLst>
                </p:cNvPr>
                <p:cNvGrpSpPr/>
                <p:nvPr/>
              </p:nvGrpSpPr>
              <p:grpSpPr>
                <a:xfrm rot="18900000">
                  <a:off x="5311056" y="5075478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3447" name="グループ化 133446">
                    <a:extLst>
                      <a:ext uri="{FF2B5EF4-FFF2-40B4-BE49-F238E27FC236}">
                        <a16:creationId xmlns:a16="http://schemas.microsoft.com/office/drawing/2014/main" id="{FD44B4E6-42E9-43A6-8318-98FFB9626A57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472" name="直線コネクタ 133471">
                      <a:extLst>
                        <a:ext uri="{FF2B5EF4-FFF2-40B4-BE49-F238E27FC236}">
                          <a16:creationId xmlns:a16="http://schemas.microsoft.com/office/drawing/2014/main" id="{8BA610C7-29A8-4EEB-AD3F-B1AB8D2E51B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3" name="直線コネクタ 133472">
                      <a:extLst>
                        <a:ext uri="{FF2B5EF4-FFF2-40B4-BE49-F238E27FC236}">
                          <a16:creationId xmlns:a16="http://schemas.microsoft.com/office/drawing/2014/main" id="{FB0F59F5-D73F-4A3E-95F5-746CC0F7A5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4" name="直線コネクタ 133473">
                      <a:extLst>
                        <a:ext uri="{FF2B5EF4-FFF2-40B4-BE49-F238E27FC236}">
                          <a16:creationId xmlns:a16="http://schemas.microsoft.com/office/drawing/2014/main" id="{2119ED54-DB43-4CAD-B00A-2C7EE9AB86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5" name="直線コネクタ 133474">
                      <a:extLst>
                        <a:ext uri="{FF2B5EF4-FFF2-40B4-BE49-F238E27FC236}">
                          <a16:creationId xmlns:a16="http://schemas.microsoft.com/office/drawing/2014/main" id="{B6E9D909-598A-4D69-B1AF-C5ECC7FC61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6" name="直線コネクタ 133475">
                      <a:extLst>
                        <a:ext uri="{FF2B5EF4-FFF2-40B4-BE49-F238E27FC236}">
                          <a16:creationId xmlns:a16="http://schemas.microsoft.com/office/drawing/2014/main" id="{AF3B1CED-7783-4F40-B684-9CA03BB91B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7" name="直線コネクタ 133476">
                      <a:extLst>
                        <a:ext uri="{FF2B5EF4-FFF2-40B4-BE49-F238E27FC236}">
                          <a16:creationId xmlns:a16="http://schemas.microsoft.com/office/drawing/2014/main" id="{F27305E5-F95A-470B-A915-BE6BD87608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8" name="直線コネクタ 133477">
                      <a:extLst>
                        <a:ext uri="{FF2B5EF4-FFF2-40B4-BE49-F238E27FC236}">
                          <a16:creationId xmlns:a16="http://schemas.microsoft.com/office/drawing/2014/main" id="{E55ACB83-309C-4DEC-8001-EA29837CF6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9" name="直線コネクタ 133478">
                      <a:extLst>
                        <a:ext uri="{FF2B5EF4-FFF2-40B4-BE49-F238E27FC236}">
                          <a16:creationId xmlns:a16="http://schemas.microsoft.com/office/drawing/2014/main" id="{E3C3B6FA-55B4-4161-B173-57564DFB7D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0" name="直線コネクタ 133479">
                      <a:extLst>
                        <a:ext uri="{FF2B5EF4-FFF2-40B4-BE49-F238E27FC236}">
                          <a16:creationId xmlns:a16="http://schemas.microsoft.com/office/drawing/2014/main" id="{21E96C93-8242-496A-BDCF-80400EB8A2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1" name="直線コネクタ 133480">
                      <a:extLst>
                        <a:ext uri="{FF2B5EF4-FFF2-40B4-BE49-F238E27FC236}">
                          <a16:creationId xmlns:a16="http://schemas.microsoft.com/office/drawing/2014/main" id="{18E0D1DE-CAB0-41C2-8CE0-327BE7DEA2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2" name="直線コネクタ 133481">
                      <a:extLst>
                        <a:ext uri="{FF2B5EF4-FFF2-40B4-BE49-F238E27FC236}">
                          <a16:creationId xmlns:a16="http://schemas.microsoft.com/office/drawing/2014/main" id="{EDEF7A9C-88CE-46B3-AB65-CC55A656C3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3" name="直線コネクタ 133482">
                      <a:extLst>
                        <a:ext uri="{FF2B5EF4-FFF2-40B4-BE49-F238E27FC236}">
                          <a16:creationId xmlns:a16="http://schemas.microsoft.com/office/drawing/2014/main" id="{88146B9C-900D-4D4B-90A1-E5CE94D5B7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4" name="直線コネクタ 133483">
                      <a:extLst>
                        <a:ext uri="{FF2B5EF4-FFF2-40B4-BE49-F238E27FC236}">
                          <a16:creationId xmlns:a16="http://schemas.microsoft.com/office/drawing/2014/main" id="{CD9DE82F-922A-42CB-8BFA-33F59D6320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5" name="直線コネクタ 133484">
                      <a:extLst>
                        <a:ext uri="{FF2B5EF4-FFF2-40B4-BE49-F238E27FC236}">
                          <a16:creationId xmlns:a16="http://schemas.microsoft.com/office/drawing/2014/main" id="{ED6E082E-45BF-4ADC-BF91-059608615E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6" name="直線コネクタ 133485">
                      <a:extLst>
                        <a:ext uri="{FF2B5EF4-FFF2-40B4-BE49-F238E27FC236}">
                          <a16:creationId xmlns:a16="http://schemas.microsoft.com/office/drawing/2014/main" id="{04CFB0E3-3BDD-43BA-8455-86109FF488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7" name="直線コネクタ 133486">
                      <a:extLst>
                        <a:ext uri="{FF2B5EF4-FFF2-40B4-BE49-F238E27FC236}">
                          <a16:creationId xmlns:a16="http://schemas.microsoft.com/office/drawing/2014/main" id="{60524B20-D958-4BCB-A758-DB2FE1D743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8" name="直線コネクタ 133487">
                      <a:extLst>
                        <a:ext uri="{FF2B5EF4-FFF2-40B4-BE49-F238E27FC236}">
                          <a16:creationId xmlns:a16="http://schemas.microsoft.com/office/drawing/2014/main" id="{E6170D0F-9503-4F98-8814-B57B85A218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89" name="直線コネクタ 133488">
                      <a:extLst>
                        <a:ext uri="{FF2B5EF4-FFF2-40B4-BE49-F238E27FC236}">
                          <a16:creationId xmlns:a16="http://schemas.microsoft.com/office/drawing/2014/main" id="{651A589B-D4F5-43EA-AB55-9000751239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90" name="直線コネクタ 133489">
                      <a:extLst>
                        <a:ext uri="{FF2B5EF4-FFF2-40B4-BE49-F238E27FC236}">
                          <a16:creationId xmlns:a16="http://schemas.microsoft.com/office/drawing/2014/main" id="{A7AECA6F-FCF3-465E-86E9-DBE09723D0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91" name="直線コネクタ 133490">
                      <a:extLst>
                        <a:ext uri="{FF2B5EF4-FFF2-40B4-BE49-F238E27FC236}">
                          <a16:creationId xmlns:a16="http://schemas.microsoft.com/office/drawing/2014/main" id="{89D202CA-67EC-4C85-ACDE-6544692943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92" name="直線コネクタ 133491">
                      <a:extLst>
                        <a:ext uri="{FF2B5EF4-FFF2-40B4-BE49-F238E27FC236}">
                          <a16:creationId xmlns:a16="http://schemas.microsoft.com/office/drawing/2014/main" id="{AFD169AC-73C4-4093-8E05-3FF0298EC4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93" name="直線コネクタ 133492">
                      <a:extLst>
                        <a:ext uri="{FF2B5EF4-FFF2-40B4-BE49-F238E27FC236}">
                          <a16:creationId xmlns:a16="http://schemas.microsoft.com/office/drawing/2014/main" id="{AF5FEBE7-1783-494A-8226-3EBE4BA6BA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94" name="直線コネクタ 133493">
                      <a:extLst>
                        <a:ext uri="{FF2B5EF4-FFF2-40B4-BE49-F238E27FC236}">
                          <a16:creationId xmlns:a16="http://schemas.microsoft.com/office/drawing/2014/main" id="{6B3485CC-EA6D-42F3-98D1-C700EC9150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448" name="グループ化 133447">
                    <a:extLst>
                      <a:ext uri="{FF2B5EF4-FFF2-40B4-BE49-F238E27FC236}">
                        <a16:creationId xmlns:a16="http://schemas.microsoft.com/office/drawing/2014/main" id="{5AB0152A-BB69-4D97-87AD-73E21B9D4FF7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449" name="直線コネクタ 133448">
                      <a:extLst>
                        <a:ext uri="{FF2B5EF4-FFF2-40B4-BE49-F238E27FC236}">
                          <a16:creationId xmlns:a16="http://schemas.microsoft.com/office/drawing/2014/main" id="{A343DAF0-7D82-4DB2-84CC-732AEE32020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0" name="直線コネクタ 133449">
                      <a:extLst>
                        <a:ext uri="{FF2B5EF4-FFF2-40B4-BE49-F238E27FC236}">
                          <a16:creationId xmlns:a16="http://schemas.microsoft.com/office/drawing/2014/main" id="{B75973DB-82C0-4DB6-A399-3E147C8029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1" name="直線コネクタ 133450">
                      <a:extLst>
                        <a:ext uri="{FF2B5EF4-FFF2-40B4-BE49-F238E27FC236}">
                          <a16:creationId xmlns:a16="http://schemas.microsoft.com/office/drawing/2014/main" id="{CE827708-8BD8-4BE7-8941-DE233EAE17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2" name="直線コネクタ 133451">
                      <a:extLst>
                        <a:ext uri="{FF2B5EF4-FFF2-40B4-BE49-F238E27FC236}">
                          <a16:creationId xmlns:a16="http://schemas.microsoft.com/office/drawing/2014/main" id="{248DAAED-688D-451F-850C-186931DA99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3" name="直線コネクタ 133452">
                      <a:extLst>
                        <a:ext uri="{FF2B5EF4-FFF2-40B4-BE49-F238E27FC236}">
                          <a16:creationId xmlns:a16="http://schemas.microsoft.com/office/drawing/2014/main" id="{8A8BA372-9316-4F54-8038-2905054C53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4" name="直線コネクタ 133453">
                      <a:extLst>
                        <a:ext uri="{FF2B5EF4-FFF2-40B4-BE49-F238E27FC236}">
                          <a16:creationId xmlns:a16="http://schemas.microsoft.com/office/drawing/2014/main" id="{ECE04B22-B3D9-4D03-A367-BA0B44BF4B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5" name="直線コネクタ 133454">
                      <a:extLst>
                        <a:ext uri="{FF2B5EF4-FFF2-40B4-BE49-F238E27FC236}">
                          <a16:creationId xmlns:a16="http://schemas.microsoft.com/office/drawing/2014/main" id="{342B52C0-A1BF-4E68-840F-E90E9C9AF6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6" name="直線コネクタ 133455">
                      <a:extLst>
                        <a:ext uri="{FF2B5EF4-FFF2-40B4-BE49-F238E27FC236}">
                          <a16:creationId xmlns:a16="http://schemas.microsoft.com/office/drawing/2014/main" id="{F122DC04-17F1-40DC-8812-C67C6A7DEA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7" name="直線コネクタ 133456">
                      <a:extLst>
                        <a:ext uri="{FF2B5EF4-FFF2-40B4-BE49-F238E27FC236}">
                          <a16:creationId xmlns:a16="http://schemas.microsoft.com/office/drawing/2014/main" id="{A6497EC5-9597-4125-9A8F-90E15969DE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8" name="直線コネクタ 133457">
                      <a:extLst>
                        <a:ext uri="{FF2B5EF4-FFF2-40B4-BE49-F238E27FC236}">
                          <a16:creationId xmlns:a16="http://schemas.microsoft.com/office/drawing/2014/main" id="{F5E9755C-8EE8-4DC2-95AA-3BF6813216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59" name="直線コネクタ 133458">
                      <a:extLst>
                        <a:ext uri="{FF2B5EF4-FFF2-40B4-BE49-F238E27FC236}">
                          <a16:creationId xmlns:a16="http://schemas.microsoft.com/office/drawing/2014/main" id="{4B9EF921-EA69-4353-B2FE-BC2BE5117B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0" name="直線コネクタ 133459">
                      <a:extLst>
                        <a:ext uri="{FF2B5EF4-FFF2-40B4-BE49-F238E27FC236}">
                          <a16:creationId xmlns:a16="http://schemas.microsoft.com/office/drawing/2014/main" id="{F6B8B395-BFBB-4D8D-95A3-B39189FA13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1" name="直線コネクタ 133460">
                      <a:extLst>
                        <a:ext uri="{FF2B5EF4-FFF2-40B4-BE49-F238E27FC236}">
                          <a16:creationId xmlns:a16="http://schemas.microsoft.com/office/drawing/2014/main" id="{48FEBA09-1452-45D7-86A2-5D52143754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2" name="直線コネクタ 133461">
                      <a:extLst>
                        <a:ext uri="{FF2B5EF4-FFF2-40B4-BE49-F238E27FC236}">
                          <a16:creationId xmlns:a16="http://schemas.microsoft.com/office/drawing/2014/main" id="{73826304-9940-4B13-958C-DDF24B08A7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3" name="直線コネクタ 133462">
                      <a:extLst>
                        <a:ext uri="{FF2B5EF4-FFF2-40B4-BE49-F238E27FC236}">
                          <a16:creationId xmlns:a16="http://schemas.microsoft.com/office/drawing/2014/main" id="{BC8D948A-79CF-4D57-BF77-5BF916EB76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4" name="直線コネクタ 133463">
                      <a:extLst>
                        <a:ext uri="{FF2B5EF4-FFF2-40B4-BE49-F238E27FC236}">
                          <a16:creationId xmlns:a16="http://schemas.microsoft.com/office/drawing/2014/main" id="{9F5AED9E-980A-4E00-91EF-F975EAD5D9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5" name="直線コネクタ 133464">
                      <a:extLst>
                        <a:ext uri="{FF2B5EF4-FFF2-40B4-BE49-F238E27FC236}">
                          <a16:creationId xmlns:a16="http://schemas.microsoft.com/office/drawing/2014/main" id="{D84A4FDE-82B0-43B6-8967-93A96C7B27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6" name="直線コネクタ 133465">
                      <a:extLst>
                        <a:ext uri="{FF2B5EF4-FFF2-40B4-BE49-F238E27FC236}">
                          <a16:creationId xmlns:a16="http://schemas.microsoft.com/office/drawing/2014/main" id="{3D30113E-E6B4-458B-AB48-760C6253FB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7" name="直線コネクタ 133466">
                      <a:extLst>
                        <a:ext uri="{FF2B5EF4-FFF2-40B4-BE49-F238E27FC236}">
                          <a16:creationId xmlns:a16="http://schemas.microsoft.com/office/drawing/2014/main" id="{51EAEA0A-778D-4590-ADE5-81AEDA4C8E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8" name="直線コネクタ 133467">
                      <a:extLst>
                        <a:ext uri="{FF2B5EF4-FFF2-40B4-BE49-F238E27FC236}">
                          <a16:creationId xmlns:a16="http://schemas.microsoft.com/office/drawing/2014/main" id="{6760AEA4-4C70-42FD-82B3-9C37FA0993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69" name="直線コネクタ 133468">
                      <a:extLst>
                        <a:ext uri="{FF2B5EF4-FFF2-40B4-BE49-F238E27FC236}">
                          <a16:creationId xmlns:a16="http://schemas.microsoft.com/office/drawing/2014/main" id="{1F06B798-493D-4271-9D4D-D732484836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0" name="直線コネクタ 133469">
                      <a:extLst>
                        <a:ext uri="{FF2B5EF4-FFF2-40B4-BE49-F238E27FC236}">
                          <a16:creationId xmlns:a16="http://schemas.microsoft.com/office/drawing/2014/main" id="{3AF07316-9C16-4547-B4B5-73C7B40A5C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71" name="直線コネクタ 133470">
                      <a:extLst>
                        <a:ext uri="{FF2B5EF4-FFF2-40B4-BE49-F238E27FC236}">
                          <a16:creationId xmlns:a16="http://schemas.microsoft.com/office/drawing/2014/main" id="{F15CB9DD-4AE8-4F3D-AA15-869024CB83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3153" name="グループ化 133152">
                  <a:extLst>
                    <a:ext uri="{FF2B5EF4-FFF2-40B4-BE49-F238E27FC236}">
                      <a16:creationId xmlns:a16="http://schemas.microsoft.com/office/drawing/2014/main" id="{18212BAE-FCF0-4159-BF99-B95EF68A0DD2}"/>
                    </a:ext>
                  </a:extLst>
                </p:cNvPr>
                <p:cNvGrpSpPr/>
                <p:nvPr/>
              </p:nvGrpSpPr>
              <p:grpSpPr>
                <a:xfrm rot="5400000">
                  <a:off x="5100013" y="5587331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3399" name="グループ化 133398">
                    <a:extLst>
                      <a:ext uri="{FF2B5EF4-FFF2-40B4-BE49-F238E27FC236}">
                        <a16:creationId xmlns:a16="http://schemas.microsoft.com/office/drawing/2014/main" id="{7469C9FD-E68F-4B5C-AAB6-FE2AF0A01931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424" name="直線コネクタ 133423">
                      <a:extLst>
                        <a:ext uri="{FF2B5EF4-FFF2-40B4-BE49-F238E27FC236}">
                          <a16:creationId xmlns:a16="http://schemas.microsoft.com/office/drawing/2014/main" id="{EFBE29AC-A0B2-4D57-9876-45B7977887E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5" name="直線コネクタ 133424">
                      <a:extLst>
                        <a:ext uri="{FF2B5EF4-FFF2-40B4-BE49-F238E27FC236}">
                          <a16:creationId xmlns:a16="http://schemas.microsoft.com/office/drawing/2014/main" id="{86794961-F476-4602-91EB-E5B1CC0839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6" name="直線コネクタ 133425">
                      <a:extLst>
                        <a:ext uri="{FF2B5EF4-FFF2-40B4-BE49-F238E27FC236}">
                          <a16:creationId xmlns:a16="http://schemas.microsoft.com/office/drawing/2014/main" id="{231CFB5D-59B9-4A5F-A0C7-82D0AC4805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7" name="直線コネクタ 133426">
                      <a:extLst>
                        <a:ext uri="{FF2B5EF4-FFF2-40B4-BE49-F238E27FC236}">
                          <a16:creationId xmlns:a16="http://schemas.microsoft.com/office/drawing/2014/main" id="{E99227EB-96EA-4040-B49C-A554E3899E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8" name="直線コネクタ 133427">
                      <a:extLst>
                        <a:ext uri="{FF2B5EF4-FFF2-40B4-BE49-F238E27FC236}">
                          <a16:creationId xmlns:a16="http://schemas.microsoft.com/office/drawing/2014/main" id="{D39C2322-B815-494F-867A-44F674F6AB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9" name="直線コネクタ 133428">
                      <a:extLst>
                        <a:ext uri="{FF2B5EF4-FFF2-40B4-BE49-F238E27FC236}">
                          <a16:creationId xmlns:a16="http://schemas.microsoft.com/office/drawing/2014/main" id="{4A5C018F-6AA4-4F6E-96E0-C4A344D039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0" name="直線コネクタ 133429">
                      <a:extLst>
                        <a:ext uri="{FF2B5EF4-FFF2-40B4-BE49-F238E27FC236}">
                          <a16:creationId xmlns:a16="http://schemas.microsoft.com/office/drawing/2014/main" id="{05098F5F-9CE6-4602-A8D2-AB6EDD31564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1" name="直線コネクタ 133430">
                      <a:extLst>
                        <a:ext uri="{FF2B5EF4-FFF2-40B4-BE49-F238E27FC236}">
                          <a16:creationId xmlns:a16="http://schemas.microsoft.com/office/drawing/2014/main" id="{E6060F59-3FEE-414D-A4B7-F2A8F3808D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2" name="直線コネクタ 133431">
                      <a:extLst>
                        <a:ext uri="{FF2B5EF4-FFF2-40B4-BE49-F238E27FC236}">
                          <a16:creationId xmlns:a16="http://schemas.microsoft.com/office/drawing/2014/main" id="{54A327E6-BF10-4750-8D91-2658823254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3" name="直線コネクタ 133432">
                      <a:extLst>
                        <a:ext uri="{FF2B5EF4-FFF2-40B4-BE49-F238E27FC236}">
                          <a16:creationId xmlns:a16="http://schemas.microsoft.com/office/drawing/2014/main" id="{CE3CED68-088E-41AE-B058-639823F68C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4" name="直線コネクタ 133433">
                      <a:extLst>
                        <a:ext uri="{FF2B5EF4-FFF2-40B4-BE49-F238E27FC236}">
                          <a16:creationId xmlns:a16="http://schemas.microsoft.com/office/drawing/2014/main" id="{23385818-50D9-4B6B-BE91-DDFDC52189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5" name="直線コネクタ 133434">
                      <a:extLst>
                        <a:ext uri="{FF2B5EF4-FFF2-40B4-BE49-F238E27FC236}">
                          <a16:creationId xmlns:a16="http://schemas.microsoft.com/office/drawing/2014/main" id="{DD27EB5D-627F-48AF-9023-B83B2EADE9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6" name="直線コネクタ 133435">
                      <a:extLst>
                        <a:ext uri="{FF2B5EF4-FFF2-40B4-BE49-F238E27FC236}">
                          <a16:creationId xmlns:a16="http://schemas.microsoft.com/office/drawing/2014/main" id="{78FB388A-DA2A-441A-95DD-6308918D81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7" name="直線コネクタ 133436">
                      <a:extLst>
                        <a:ext uri="{FF2B5EF4-FFF2-40B4-BE49-F238E27FC236}">
                          <a16:creationId xmlns:a16="http://schemas.microsoft.com/office/drawing/2014/main" id="{F2B0D84C-2731-49E7-9975-CC18FCF8A3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8" name="直線コネクタ 133437">
                      <a:extLst>
                        <a:ext uri="{FF2B5EF4-FFF2-40B4-BE49-F238E27FC236}">
                          <a16:creationId xmlns:a16="http://schemas.microsoft.com/office/drawing/2014/main" id="{0F4F0D89-1D1A-4E77-9727-7F21C4DD2E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39" name="直線コネクタ 133438">
                      <a:extLst>
                        <a:ext uri="{FF2B5EF4-FFF2-40B4-BE49-F238E27FC236}">
                          <a16:creationId xmlns:a16="http://schemas.microsoft.com/office/drawing/2014/main" id="{6510310A-B26A-4BC7-85CF-F6CF483621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40" name="直線コネクタ 133439">
                      <a:extLst>
                        <a:ext uri="{FF2B5EF4-FFF2-40B4-BE49-F238E27FC236}">
                          <a16:creationId xmlns:a16="http://schemas.microsoft.com/office/drawing/2014/main" id="{725D3867-831A-40BF-8FC1-048DACA124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41" name="直線コネクタ 133440">
                      <a:extLst>
                        <a:ext uri="{FF2B5EF4-FFF2-40B4-BE49-F238E27FC236}">
                          <a16:creationId xmlns:a16="http://schemas.microsoft.com/office/drawing/2014/main" id="{926F28C5-D353-43CB-9E78-16D9897457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42" name="直線コネクタ 133441">
                      <a:extLst>
                        <a:ext uri="{FF2B5EF4-FFF2-40B4-BE49-F238E27FC236}">
                          <a16:creationId xmlns:a16="http://schemas.microsoft.com/office/drawing/2014/main" id="{5AB4D83A-E856-4590-BB15-1EF427114A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43" name="直線コネクタ 133442">
                      <a:extLst>
                        <a:ext uri="{FF2B5EF4-FFF2-40B4-BE49-F238E27FC236}">
                          <a16:creationId xmlns:a16="http://schemas.microsoft.com/office/drawing/2014/main" id="{5C62D8E8-4AF6-4AC3-A75B-0F1ED80A0D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44" name="直線コネクタ 133443">
                      <a:extLst>
                        <a:ext uri="{FF2B5EF4-FFF2-40B4-BE49-F238E27FC236}">
                          <a16:creationId xmlns:a16="http://schemas.microsoft.com/office/drawing/2014/main" id="{33F68B11-A7C5-4524-B70B-AD7E187192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45" name="直線コネクタ 133444">
                      <a:extLst>
                        <a:ext uri="{FF2B5EF4-FFF2-40B4-BE49-F238E27FC236}">
                          <a16:creationId xmlns:a16="http://schemas.microsoft.com/office/drawing/2014/main" id="{8DD7D334-C9D3-44CF-8ACA-4380F5A123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46" name="直線コネクタ 133445">
                      <a:extLst>
                        <a:ext uri="{FF2B5EF4-FFF2-40B4-BE49-F238E27FC236}">
                          <a16:creationId xmlns:a16="http://schemas.microsoft.com/office/drawing/2014/main" id="{E50D4220-03AC-44D1-8CAF-3AD9D1275B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400" name="グループ化 133399">
                    <a:extLst>
                      <a:ext uri="{FF2B5EF4-FFF2-40B4-BE49-F238E27FC236}">
                        <a16:creationId xmlns:a16="http://schemas.microsoft.com/office/drawing/2014/main" id="{FDBBDEC5-C603-4CF2-850F-9D76C4B0D482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401" name="直線コネクタ 133400">
                      <a:extLst>
                        <a:ext uri="{FF2B5EF4-FFF2-40B4-BE49-F238E27FC236}">
                          <a16:creationId xmlns:a16="http://schemas.microsoft.com/office/drawing/2014/main" id="{F09C7B12-C11D-469D-BA97-12335AFE99D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02" name="直線コネクタ 133401">
                      <a:extLst>
                        <a:ext uri="{FF2B5EF4-FFF2-40B4-BE49-F238E27FC236}">
                          <a16:creationId xmlns:a16="http://schemas.microsoft.com/office/drawing/2014/main" id="{C21FA953-D5D8-4795-BBE4-FD8B9F1FE0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03" name="直線コネクタ 133402">
                      <a:extLst>
                        <a:ext uri="{FF2B5EF4-FFF2-40B4-BE49-F238E27FC236}">
                          <a16:creationId xmlns:a16="http://schemas.microsoft.com/office/drawing/2014/main" id="{29017D4E-DE8D-4731-BEFB-3E2F186F71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04" name="直線コネクタ 133403">
                      <a:extLst>
                        <a:ext uri="{FF2B5EF4-FFF2-40B4-BE49-F238E27FC236}">
                          <a16:creationId xmlns:a16="http://schemas.microsoft.com/office/drawing/2014/main" id="{4E6B1D72-39E0-4B3F-A083-0343749E44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05" name="直線コネクタ 133404">
                      <a:extLst>
                        <a:ext uri="{FF2B5EF4-FFF2-40B4-BE49-F238E27FC236}">
                          <a16:creationId xmlns:a16="http://schemas.microsoft.com/office/drawing/2014/main" id="{1D7E2724-76D3-47B0-8E0B-20599AF95B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06" name="直線コネクタ 133405">
                      <a:extLst>
                        <a:ext uri="{FF2B5EF4-FFF2-40B4-BE49-F238E27FC236}">
                          <a16:creationId xmlns:a16="http://schemas.microsoft.com/office/drawing/2014/main" id="{1E3CEDFF-B431-467F-806F-41A0A8401C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07" name="直線コネクタ 133406">
                      <a:extLst>
                        <a:ext uri="{FF2B5EF4-FFF2-40B4-BE49-F238E27FC236}">
                          <a16:creationId xmlns:a16="http://schemas.microsoft.com/office/drawing/2014/main" id="{4D15AB9B-8B42-4DF2-BFD1-DF6F90BCBA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08" name="直線コネクタ 133407">
                      <a:extLst>
                        <a:ext uri="{FF2B5EF4-FFF2-40B4-BE49-F238E27FC236}">
                          <a16:creationId xmlns:a16="http://schemas.microsoft.com/office/drawing/2014/main" id="{EC10B2AD-DF03-4FB6-9187-8131D17A4A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09" name="直線コネクタ 133408">
                      <a:extLst>
                        <a:ext uri="{FF2B5EF4-FFF2-40B4-BE49-F238E27FC236}">
                          <a16:creationId xmlns:a16="http://schemas.microsoft.com/office/drawing/2014/main" id="{E262EBBF-2E6C-4002-ACB3-736D381CA4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0" name="直線コネクタ 133409">
                      <a:extLst>
                        <a:ext uri="{FF2B5EF4-FFF2-40B4-BE49-F238E27FC236}">
                          <a16:creationId xmlns:a16="http://schemas.microsoft.com/office/drawing/2014/main" id="{D92B402A-46EB-4A2C-9A80-2A51F20379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1" name="直線コネクタ 133410">
                      <a:extLst>
                        <a:ext uri="{FF2B5EF4-FFF2-40B4-BE49-F238E27FC236}">
                          <a16:creationId xmlns:a16="http://schemas.microsoft.com/office/drawing/2014/main" id="{F8530155-DEBB-4ABA-A0EC-BD47FA2951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2" name="直線コネクタ 133411">
                      <a:extLst>
                        <a:ext uri="{FF2B5EF4-FFF2-40B4-BE49-F238E27FC236}">
                          <a16:creationId xmlns:a16="http://schemas.microsoft.com/office/drawing/2014/main" id="{ABA6B3AC-7544-4ED0-99ED-580AD79003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3" name="直線コネクタ 133412">
                      <a:extLst>
                        <a:ext uri="{FF2B5EF4-FFF2-40B4-BE49-F238E27FC236}">
                          <a16:creationId xmlns:a16="http://schemas.microsoft.com/office/drawing/2014/main" id="{7ACCAE61-1FEE-4F68-AE23-245568B54A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4" name="直線コネクタ 133413">
                      <a:extLst>
                        <a:ext uri="{FF2B5EF4-FFF2-40B4-BE49-F238E27FC236}">
                          <a16:creationId xmlns:a16="http://schemas.microsoft.com/office/drawing/2014/main" id="{74034FE6-FB10-40A7-9ED1-AAD8E9BDF4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5" name="直線コネクタ 133414">
                      <a:extLst>
                        <a:ext uri="{FF2B5EF4-FFF2-40B4-BE49-F238E27FC236}">
                          <a16:creationId xmlns:a16="http://schemas.microsoft.com/office/drawing/2014/main" id="{BC181F7D-B077-4D1F-8BDA-7F26FDD68D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6" name="直線コネクタ 133415">
                      <a:extLst>
                        <a:ext uri="{FF2B5EF4-FFF2-40B4-BE49-F238E27FC236}">
                          <a16:creationId xmlns:a16="http://schemas.microsoft.com/office/drawing/2014/main" id="{A78279E4-D044-48C9-9213-67F967BD4D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7" name="直線コネクタ 133416">
                      <a:extLst>
                        <a:ext uri="{FF2B5EF4-FFF2-40B4-BE49-F238E27FC236}">
                          <a16:creationId xmlns:a16="http://schemas.microsoft.com/office/drawing/2014/main" id="{C0E7DE50-FB9B-4796-A335-A8A0C64058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8" name="直線コネクタ 133417">
                      <a:extLst>
                        <a:ext uri="{FF2B5EF4-FFF2-40B4-BE49-F238E27FC236}">
                          <a16:creationId xmlns:a16="http://schemas.microsoft.com/office/drawing/2014/main" id="{695CA843-630B-42E1-8306-6D6E762FEC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19" name="直線コネクタ 133418">
                      <a:extLst>
                        <a:ext uri="{FF2B5EF4-FFF2-40B4-BE49-F238E27FC236}">
                          <a16:creationId xmlns:a16="http://schemas.microsoft.com/office/drawing/2014/main" id="{B8C5297C-438E-4BD9-BB39-CF1A54FFC8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0" name="直線コネクタ 133419">
                      <a:extLst>
                        <a:ext uri="{FF2B5EF4-FFF2-40B4-BE49-F238E27FC236}">
                          <a16:creationId xmlns:a16="http://schemas.microsoft.com/office/drawing/2014/main" id="{914DDF43-9424-450C-BBE1-AEA1E233C6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1" name="直線コネクタ 133420">
                      <a:extLst>
                        <a:ext uri="{FF2B5EF4-FFF2-40B4-BE49-F238E27FC236}">
                          <a16:creationId xmlns:a16="http://schemas.microsoft.com/office/drawing/2014/main" id="{EA14EC9E-37AB-417F-BBAE-BCD98CBEF5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2" name="直線コネクタ 133421">
                      <a:extLst>
                        <a:ext uri="{FF2B5EF4-FFF2-40B4-BE49-F238E27FC236}">
                          <a16:creationId xmlns:a16="http://schemas.microsoft.com/office/drawing/2014/main" id="{CA65B0AC-6C95-4EBC-81C9-F1E86254B1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423" name="直線コネクタ 133422">
                      <a:extLst>
                        <a:ext uri="{FF2B5EF4-FFF2-40B4-BE49-F238E27FC236}">
                          <a16:creationId xmlns:a16="http://schemas.microsoft.com/office/drawing/2014/main" id="{4861E0B2-C723-4651-B837-34E2099803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3154" name="グループ化 133153">
                  <a:extLst>
                    <a:ext uri="{FF2B5EF4-FFF2-40B4-BE49-F238E27FC236}">
                      <a16:creationId xmlns:a16="http://schemas.microsoft.com/office/drawing/2014/main" id="{2CC85D18-90DA-4D00-9862-CA87D32BBFAA}"/>
                    </a:ext>
                  </a:extLst>
                </p:cNvPr>
                <p:cNvGrpSpPr/>
                <p:nvPr/>
              </p:nvGrpSpPr>
              <p:grpSpPr>
                <a:xfrm rot="2700000">
                  <a:off x="5312047" y="5498555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3351" name="グループ化 133350">
                    <a:extLst>
                      <a:ext uri="{FF2B5EF4-FFF2-40B4-BE49-F238E27FC236}">
                        <a16:creationId xmlns:a16="http://schemas.microsoft.com/office/drawing/2014/main" id="{91A97428-4534-4C0E-93CC-91F4C294C40A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376" name="直線コネクタ 133375">
                      <a:extLst>
                        <a:ext uri="{FF2B5EF4-FFF2-40B4-BE49-F238E27FC236}">
                          <a16:creationId xmlns:a16="http://schemas.microsoft.com/office/drawing/2014/main" id="{B1299C37-9145-4BE6-ACD3-357C45674C7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7" name="直線コネクタ 133376">
                      <a:extLst>
                        <a:ext uri="{FF2B5EF4-FFF2-40B4-BE49-F238E27FC236}">
                          <a16:creationId xmlns:a16="http://schemas.microsoft.com/office/drawing/2014/main" id="{D1FAACFB-6654-440B-B9CB-1A91EC52CB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8" name="直線コネクタ 133377">
                      <a:extLst>
                        <a:ext uri="{FF2B5EF4-FFF2-40B4-BE49-F238E27FC236}">
                          <a16:creationId xmlns:a16="http://schemas.microsoft.com/office/drawing/2014/main" id="{8ACF4A0C-AB21-4F00-A299-520AB5C015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9" name="直線コネクタ 133378">
                      <a:extLst>
                        <a:ext uri="{FF2B5EF4-FFF2-40B4-BE49-F238E27FC236}">
                          <a16:creationId xmlns:a16="http://schemas.microsoft.com/office/drawing/2014/main" id="{29D574D5-9957-40F9-A0CC-DD73BCA3F6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0" name="直線コネクタ 133379">
                      <a:extLst>
                        <a:ext uri="{FF2B5EF4-FFF2-40B4-BE49-F238E27FC236}">
                          <a16:creationId xmlns:a16="http://schemas.microsoft.com/office/drawing/2014/main" id="{45929A66-593E-40FD-A49C-627548E97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1" name="直線コネクタ 133380">
                      <a:extLst>
                        <a:ext uri="{FF2B5EF4-FFF2-40B4-BE49-F238E27FC236}">
                          <a16:creationId xmlns:a16="http://schemas.microsoft.com/office/drawing/2014/main" id="{D26017A4-0C31-4AC1-BAE8-8B9631809B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2" name="直線コネクタ 133381">
                      <a:extLst>
                        <a:ext uri="{FF2B5EF4-FFF2-40B4-BE49-F238E27FC236}">
                          <a16:creationId xmlns:a16="http://schemas.microsoft.com/office/drawing/2014/main" id="{3859585C-F640-40E3-B483-C758C45650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3" name="直線コネクタ 133382">
                      <a:extLst>
                        <a:ext uri="{FF2B5EF4-FFF2-40B4-BE49-F238E27FC236}">
                          <a16:creationId xmlns:a16="http://schemas.microsoft.com/office/drawing/2014/main" id="{12D0D63B-5A89-49E3-8C5C-112216C01E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4" name="直線コネクタ 133383">
                      <a:extLst>
                        <a:ext uri="{FF2B5EF4-FFF2-40B4-BE49-F238E27FC236}">
                          <a16:creationId xmlns:a16="http://schemas.microsoft.com/office/drawing/2014/main" id="{0C4604C9-17C4-4DD1-91C5-DF467B3D0F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5" name="直線コネクタ 133384">
                      <a:extLst>
                        <a:ext uri="{FF2B5EF4-FFF2-40B4-BE49-F238E27FC236}">
                          <a16:creationId xmlns:a16="http://schemas.microsoft.com/office/drawing/2014/main" id="{49F3D718-070D-4838-8A71-4E74A093B1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6" name="直線コネクタ 133385">
                      <a:extLst>
                        <a:ext uri="{FF2B5EF4-FFF2-40B4-BE49-F238E27FC236}">
                          <a16:creationId xmlns:a16="http://schemas.microsoft.com/office/drawing/2014/main" id="{F9DA1AFC-BAED-49B6-B06E-A46DA2B5E2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7" name="直線コネクタ 133386">
                      <a:extLst>
                        <a:ext uri="{FF2B5EF4-FFF2-40B4-BE49-F238E27FC236}">
                          <a16:creationId xmlns:a16="http://schemas.microsoft.com/office/drawing/2014/main" id="{64EAF67A-FD74-4C17-B307-06C72C8C58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8" name="直線コネクタ 133387">
                      <a:extLst>
                        <a:ext uri="{FF2B5EF4-FFF2-40B4-BE49-F238E27FC236}">
                          <a16:creationId xmlns:a16="http://schemas.microsoft.com/office/drawing/2014/main" id="{D5A23520-CD62-4677-B122-E4ECC830A9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89" name="直線コネクタ 133388">
                      <a:extLst>
                        <a:ext uri="{FF2B5EF4-FFF2-40B4-BE49-F238E27FC236}">
                          <a16:creationId xmlns:a16="http://schemas.microsoft.com/office/drawing/2014/main" id="{F6D4CA0B-1085-4A3C-8584-B801EF9421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0" name="直線コネクタ 133389">
                      <a:extLst>
                        <a:ext uri="{FF2B5EF4-FFF2-40B4-BE49-F238E27FC236}">
                          <a16:creationId xmlns:a16="http://schemas.microsoft.com/office/drawing/2014/main" id="{11EE5107-03AD-41A1-92B7-79B338E578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1" name="直線コネクタ 133390">
                      <a:extLst>
                        <a:ext uri="{FF2B5EF4-FFF2-40B4-BE49-F238E27FC236}">
                          <a16:creationId xmlns:a16="http://schemas.microsoft.com/office/drawing/2014/main" id="{94CC559F-0FDA-4427-B916-3A9F55CD7D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2" name="直線コネクタ 133391">
                      <a:extLst>
                        <a:ext uri="{FF2B5EF4-FFF2-40B4-BE49-F238E27FC236}">
                          <a16:creationId xmlns:a16="http://schemas.microsoft.com/office/drawing/2014/main" id="{F15CA193-8AEB-4739-BC44-D7D2C554D7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3" name="直線コネクタ 133392">
                      <a:extLst>
                        <a:ext uri="{FF2B5EF4-FFF2-40B4-BE49-F238E27FC236}">
                          <a16:creationId xmlns:a16="http://schemas.microsoft.com/office/drawing/2014/main" id="{E032BBBD-6DAD-4555-9883-B71ACD2E38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4" name="直線コネクタ 133393">
                      <a:extLst>
                        <a:ext uri="{FF2B5EF4-FFF2-40B4-BE49-F238E27FC236}">
                          <a16:creationId xmlns:a16="http://schemas.microsoft.com/office/drawing/2014/main" id="{B4F4051E-FE50-416E-BBAB-9FBEE4AEE8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5" name="直線コネクタ 133394">
                      <a:extLst>
                        <a:ext uri="{FF2B5EF4-FFF2-40B4-BE49-F238E27FC236}">
                          <a16:creationId xmlns:a16="http://schemas.microsoft.com/office/drawing/2014/main" id="{632182FD-AA0C-4B11-8DEB-B8034340BE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6" name="直線コネクタ 133395">
                      <a:extLst>
                        <a:ext uri="{FF2B5EF4-FFF2-40B4-BE49-F238E27FC236}">
                          <a16:creationId xmlns:a16="http://schemas.microsoft.com/office/drawing/2014/main" id="{0374775B-4647-414C-B5A2-881B426A4C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7" name="直線コネクタ 133396">
                      <a:extLst>
                        <a:ext uri="{FF2B5EF4-FFF2-40B4-BE49-F238E27FC236}">
                          <a16:creationId xmlns:a16="http://schemas.microsoft.com/office/drawing/2014/main" id="{DB444409-2E25-4095-8FED-E80F8A1D97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98" name="直線コネクタ 133397">
                      <a:extLst>
                        <a:ext uri="{FF2B5EF4-FFF2-40B4-BE49-F238E27FC236}">
                          <a16:creationId xmlns:a16="http://schemas.microsoft.com/office/drawing/2014/main" id="{D2507994-8E6D-4266-BCE2-A2E752212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352" name="グループ化 133351">
                    <a:extLst>
                      <a:ext uri="{FF2B5EF4-FFF2-40B4-BE49-F238E27FC236}">
                        <a16:creationId xmlns:a16="http://schemas.microsoft.com/office/drawing/2014/main" id="{3A0FEEA8-A98A-484C-B9BF-A687FA3EFBFC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353" name="直線コネクタ 133352">
                      <a:extLst>
                        <a:ext uri="{FF2B5EF4-FFF2-40B4-BE49-F238E27FC236}">
                          <a16:creationId xmlns:a16="http://schemas.microsoft.com/office/drawing/2014/main" id="{742AB9D8-F761-499F-B1E5-513B293DB0B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54" name="直線コネクタ 133353">
                      <a:extLst>
                        <a:ext uri="{FF2B5EF4-FFF2-40B4-BE49-F238E27FC236}">
                          <a16:creationId xmlns:a16="http://schemas.microsoft.com/office/drawing/2014/main" id="{B1415D81-58EC-4109-B15F-5A426532E1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55" name="直線コネクタ 133354">
                      <a:extLst>
                        <a:ext uri="{FF2B5EF4-FFF2-40B4-BE49-F238E27FC236}">
                          <a16:creationId xmlns:a16="http://schemas.microsoft.com/office/drawing/2014/main" id="{C2D14517-D0DD-452A-9086-E1633C6F0B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56" name="直線コネクタ 133355">
                      <a:extLst>
                        <a:ext uri="{FF2B5EF4-FFF2-40B4-BE49-F238E27FC236}">
                          <a16:creationId xmlns:a16="http://schemas.microsoft.com/office/drawing/2014/main" id="{AFA7EF8D-DAD3-4368-A0DA-7C31CA6549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57" name="直線コネクタ 133356">
                      <a:extLst>
                        <a:ext uri="{FF2B5EF4-FFF2-40B4-BE49-F238E27FC236}">
                          <a16:creationId xmlns:a16="http://schemas.microsoft.com/office/drawing/2014/main" id="{EF68972D-77C1-46CB-826B-48164C51EB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58" name="直線コネクタ 133357">
                      <a:extLst>
                        <a:ext uri="{FF2B5EF4-FFF2-40B4-BE49-F238E27FC236}">
                          <a16:creationId xmlns:a16="http://schemas.microsoft.com/office/drawing/2014/main" id="{31CD79AF-FEDA-4AA8-BEA9-13337426B8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59" name="直線コネクタ 133358">
                      <a:extLst>
                        <a:ext uri="{FF2B5EF4-FFF2-40B4-BE49-F238E27FC236}">
                          <a16:creationId xmlns:a16="http://schemas.microsoft.com/office/drawing/2014/main" id="{11BAB393-B410-4CD0-A010-40FD43AF46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0" name="直線コネクタ 133359">
                      <a:extLst>
                        <a:ext uri="{FF2B5EF4-FFF2-40B4-BE49-F238E27FC236}">
                          <a16:creationId xmlns:a16="http://schemas.microsoft.com/office/drawing/2014/main" id="{B12A7A37-971A-494B-AF76-147F289662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1" name="直線コネクタ 133360">
                      <a:extLst>
                        <a:ext uri="{FF2B5EF4-FFF2-40B4-BE49-F238E27FC236}">
                          <a16:creationId xmlns:a16="http://schemas.microsoft.com/office/drawing/2014/main" id="{C8A4EF42-F704-461A-BC1A-8A6B87852A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2" name="直線コネクタ 133361">
                      <a:extLst>
                        <a:ext uri="{FF2B5EF4-FFF2-40B4-BE49-F238E27FC236}">
                          <a16:creationId xmlns:a16="http://schemas.microsoft.com/office/drawing/2014/main" id="{23A4632D-3467-4DC0-B9E0-AAD58430B6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3" name="直線コネクタ 133362">
                      <a:extLst>
                        <a:ext uri="{FF2B5EF4-FFF2-40B4-BE49-F238E27FC236}">
                          <a16:creationId xmlns:a16="http://schemas.microsoft.com/office/drawing/2014/main" id="{194DD558-C932-44C5-AB5D-D6CC4568CB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4" name="直線コネクタ 133363">
                      <a:extLst>
                        <a:ext uri="{FF2B5EF4-FFF2-40B4-BE49-F238E27FC236}">
                          <a16:creationId xmlns:a16="http://schemas.microsoft.com/office/drawing/2014/main" id="{A75132F4-014F-4424-912D-E462CEDDE0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5" name="直線コネクタ 133364">
                      <a:extLst>
                        <a:ext uri="{FF2B5EF4-FFF2-40B4-BE49-F238E27FC236}">
                          <a16:creationId xmlns:a16="http://schemas.microsoft.com/office/drawing/2014/main" id="{DA750665-EFF7-48A3-A793-F28E731E83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6" name="直線コネクタ 133365">
                      <a:extLst>
                        <a:ext uri="{FF2B5EF4-FFF2-40B4-BE49-F238E27FC236}">
                          <a16:creationId xmlns:a16="http://schemas.microsoft.com/office/drawing/2014/main" id="{8FE1C044-F4B2-40E6-9A90-DE9266A241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7" name="直線コネクタ 133366">
                      <a:extLst>
                        <a:ext uri="{FF2B5EF4-FFF2-40B4-BE49-F238E27FC236}">
                          <a16:creationId xmlns:a16="http://schemas.microsoft.com/office/drawing/2014/main" id="{CF0C9729-16B3-4C80-B0CC-0C5FDB56A6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8" name="直線コネクタ 133367">
                      <a:extLst>
                        <a:ext uri="{FF2B5EF4-FFF2-40B4-BE49-F238E27FC236}">
                          <a16:creationId xmlns:a16="http://schemas.microsoft.com/office/drawing/2014/main" id="{38804FDB-0874-4C65-BCAB-8D9F2FD543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69" name="直線コネクタ 133368">
                      <a:extLst>
                        <a:ext uri="{FF2B5EF4-FFF2-40B4-BE49-F238E27FC236}">
                          <a16:creationId xmlns:a16="http://schemas.microsoft.com/office/drawing/2014/main" id="{A92ECC4A-C480-4234-877B-3762CAD383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0" name="直線コネクタ 133369">
                      <a:extLst>
                        <a:ext uri="{FF2B5EF4-FFF2-40B4-BE49-F238E27FC236}">
                          <a16:creationId xmlns:a16="http://schemas.microsoft.com/office/drawing/2014/main" id="{2D109D58-93BC-4239-B18A-18B47C9604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1" name="直線コネクタ 133370">
                      <a:extLst>
                        <a:ext uri="{FF2B5EF4-FFF2-40B4-BE49-F238E27FC236}">
                          <a16:creationId xmlns:a16="http://schemas.microsoft.com/office/drawing/2014/main" id="{385938B6-05A6-45B1-A96D-C05E4F0259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2" name="直線コネクタ 133371">
                      <a:extLst>
                        <a:ext uri="{FF2B5EF4-FFF2-40B4-BE49-F238E27FC236}">
                          <a16:creationId xmlns:a16="http://schemas.microsoft.com/office/drawing/2014/main" id="{E87B374C-CA4F-47FD-ADAB-38537EC36B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3" name="直線コネクタ 133372">
                      <a:extLst>
                        <a:ext uri="{FF2B5EF4-FFF2-40B4-BE49-F238E27FC236}">
                          <a16:creationId xmlns:a16="http://schemas.microsoft.com/office/drawing/2014/main" id="{CB805672-6D7F-405B-BDE5-BF29BE6FB8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4" name="直線コネクタ 133373">
                      <a:extLst>
                        <a:ext uri="{FF2B5EF4-FFF2-40B4-BE49-F238E27FC236}">
                          <a16:creationId xmlns:a16="http://schemas.microsoft.com/office/drawing/2014/main" id="{EB851118-381A-4A59-83CC-B4887D5AA9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75" name="直線コネクタ 133374">
                      <a:extLst>
                        <a:ext uri="{FF2B5EF4-FFF2-40B4-BE49-F238E27FC236}">
                          <a16:creationId xmlns:a16="http://schemas.microsoft.com/office/drawing/2014/main" id="{C8AC3A6B-B5F7-405F-B8E2-EA8FBDE0C6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3155" name="グループ化 133154">
                  <a:extLst>
                    <a:ext uri="{FF2B5EF4-FFF2-40B4-BE49-F238E27FC236}">
                      <a16:creationId xmlns:a16="http://schemas.microsoft.com/office/drawing/2014/main" id="{E9EB868A-BDB3-4BCA-966F-2D724CAE30C7}"/>
                    </a:ext>
                  </a:extLst>
                </p:cNvPr>
                <p:cNvGrpSpPr/>
                <p:nvPr/>
              </p:nvGrpSpPr>
              <p:grpSpPr>
                <a:xfrm rot="10800000">
                  <a:off x="4800194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3303" name="グループ化 133302">
                    <a:extLst>
                      <a:ext uri="{FF2B5EF4-FFF2-40B4-BE49-F238E27FC236}">
                        <a16:creationId xmlns:a16="http://schemas.microsoft.com/office/drawing/2014/main" id="{4F20BC57-3474-448D-AD70-2C94000B19AD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328" name="直線コネクタ 133327">
                      <a:extLst>
                        <a:ext uri="{FF2B5EF4-FFF2-40B4-BE49-F238E27FC236}">
                          <a16:creationId xmlns:a16="http://schemas.microsoft.com/office/drawing/2014/main" id="{1935C820-51CD-43E5-86DC-00A0CB0B412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9" name="直線コネクタ 133328">
                      <a:extLst>
                        <a:ext uri="{FF2B5EF4-FFF2-40B4-BE49-F238E27FC236}">
                          <a16:creationId xmlns:a16="http://schemas.microsoft.com/office/drawing/2014/main" id="{DEC57800-9EE5-41C3-80C0-42CABC868A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0" name="直線コネクタ 133329">
                      <a:extLst>
                        <a:ext uri="{FF2B5EF4-FFF2-40B4-BE49-F238E27FC236}">
                          <a16:creationId xmlns:a16="http://schemas.microsoft.com/office/drawing/2014/main" id="{B04B0D95-E570-434B-98EB-2A1C33E380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1" name="直線コネクタ 133330">
                      <a:extLst>
                        <a:ext uri="{FF2B5EF4-FFF2-40B4-BE49-F238E27FC236}">
                          <a16:creationId xmlns:a16="http://schemas.microsoft.com/office/drawing/2014/main" id="{0161F40C-90DC-4F10-974B-8C02A4A840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2" name="直線コネクタ 133331">
                      <a:extLst>
                        <a:ext uri="{FF2B5EF4-FFF2-40B4-BE49-F238E27FC236}">
                          <a16:creationId xmlns:a16="http://schemas.microsoft.com/office/drawing/2014/main" id="{56916FCD-989D-48D6-9795-65B0496CB9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3" name="直線コネクタ 133332">
                      <a:extLst>
                        <a:ext uri="{FF2B5EF4-FFF2-40B4-BE49-F238E27FC236}">
                          <a16:creationId xmlns:a16="http://schemas.microsoft.com/office/drawing/2014/main" id="{96457D54-9278-42E0-90A8-D20C7172CA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4" name="直線コネクタ 133333">
                      <a:extLst>
                        <a:ext uri="{FF2B5EF4-FFF2-40B4-BE49-F238E27FC236}">
                          <a16:creationId xmlns:a16="http://schemas.microsoft.com/office/drawing/2014/main" id="{704385E3-31F0-428D-93F6-463AEE0691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5" name="直線コネクタ 133334">
                      <a:extLst>
                        <a:ext uri="{FF2B5EF4-FFF2-40B4-BE49-F238E27FC236}">
                          <a16:creationId xmlns:a16="http://schemas.microsoft.com/office/drawing/2014/main" id="{03FAB445-B1E4-4252-BAB1-F6ADD25564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6" name="直線コネクタ 133335">
                      <a:extLst>
                        <a:ext uri="{FF2B5EF4-FFF2-40B4-BE49-F238E27FC236}">
                          <a16:creationId xmlns:a16="http://schemas.microsoft.com/office/drawing/2014/main" id="{CDC29AD0-C699-46B6-AE27-395C124BA5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7" name="直線コネクタ 133336">
                      <a:extLst>
                        <a:ext uri="{FF2B5EF4-FFF2-40B4-BE49-F238E27FC236}">
                          <a16:creationId xmlns:a16="http://schemas.microsoft.com/office/drawing/2014/main" id="{B143FEB0-BA2C-4C22-8514-1DC0E8C4A1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8" name="直線コネクタ 133337">
                      <a:extLst>
                        <a:ext uri="{FF2B5EF4-FFF2-40B4-BE49-F238E27FC236}">
                          <a16:creationId xmlns:a16="http://schemas.microsoft.com/office/drawing/2014/main" id="{8FA79A38-D0CC-417A-8AC6-99CBAC46B8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39" name="直線コネクタ 133338">
                      <a:extLst>
                        <a:ext uri="{FF2B5EF4-FFF2-40B4-BE49-F238E27FC236}">
                          <a16:creationId xmlns:a16="http://schemas.microsoft.com/office/drawing/2014/main" id="{8309F0ED-0A45-40B1-9972-230CF94DFF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0" name="直線コネクタ 133339">
                      <a:extLst>
                        <a:ext uri="{FF2B5EF4-FFF2-40B4-BE49-F238E27FC236}">
                          <a16:creationId xmlns:a16="http://schemas.microsoft.com/office/drawing/2014/main" id="{E0FFCCEE-284F-42EA-BA5C-59F5E0CCDF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1" name="直線コネクタ 133340">
                      <a:extLst>
                        <a:ext uri="{FF2B5EF4-FFF2-40B4-BE49-F238E27FC236}">
                          <a16:creationId xmlns:a16="http://schemas.microsoft.com/office/drawing/2014/main" id="{2F063D6C-1DD0-45F9-9CC0-8FAED413F3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2" name="直線コネクタ 133341">
                      <a:extLst>
                        <a:ext uri="{FF2B5EF4-FFF2-40B4-BE49-F238E27FC236}">
                          <a16:creationId xmlns:a16="http://schemas.microsoft.com/office/drawing/2014/main" id="{17DC8E30-ABFF-46BA-8A1B-1A6F564D8C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3" name="直線コネクタ 133342">
                      <a:extLst>
                        <a:ext uri="{FF2B5EF4-FFF2-40B4-BE49-F238E27FC236}">
                          <a16:creationId xmlns:a16="http://schemas.microsoft.com/office/drawing/2014/main" id="{99A0CD57-CDFC-49B7-88E9-CAA8FD9CB4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4" name="直線コネクタ 133343">
                      <a:extLst>
                        <a:ext uri="{FF2B5EF4-FFF2-40B4-BE49-F238E27FC236}">
                          <a16:creationId xmlns:a16="http://schemas.microsoft.com/office/drawing/2014/main" id="{D64945A0-A528-4AC9-BD8D-11CD6BEB9A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5" name="直線コネクタ 133344">
                      <a:extLst>
                        <a:ext uri="{FF2B5EF4-FFF2-40B4-BE49-F238E27FC236}">
                          <a16:creationId xmlns:a16="http://schemas.microsoft.com/office/drawing/2014/main" id="{39AE6ECB-C7EB-4C06-BB22-5E05572CCF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6" name="直線コネクタ 133345">
                      <a:extLst>
                        <a:ext uri="{FF2B5EF4-FFF2-40B4-BE49-F238E27FC236}">
                          <a16:creationId xmlns:a16="http://schemas.microsoft.com/office/drawing/2014/main" id="{9C2FCA62-2278-4973-B20C-D4E76063D7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7" name="直線コネクタ 133346">
                      <a:extLst>
                        <a:ext uri="{FF2B5EF4-FFF2-40B4-BE49-F238E27FC236}">
                          <a16:creationId xmlns:a16="http://schemas.microsoft.com/office/drawing/2014/main" id="{363E7103-F06A-4E7A-A86E-1F87B12B33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8" name="直線コネクタ 133347">
                      <a:extLst>
                        <a:ext uri="{FF2B5EF4-FFF2-40B4-BE49-F238E27FC236}">
                          <a16:creationId xmlns:a16="http://schemas.microsoft.com/office/drawing/2014/main" id="{C4DFF0AA-9A52-41CD-B086-2D3ADA473A0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49" name="直線コネクタ 133348">
                      <a:extLst>
                        <a:ext uri="{FF2B5EF4-FFF2-40B4-BE49-F238E27FC236}">
                          <a16:creationId xmlns:a16="http://schemas.microsoft.com/office/drawing/2014/main" id="{374EE437-9F16-4153-A6F4-172641DBD6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50" name="直線コネクタ 133349">
                      <a:extLst>
                        <a:ext uri="{FF2B5EF4-FFF2-40B4-BE49-F238E27FC236}">
                          <a16:creationId xmlns:a16="http://schemas.microsoft.com/office/drawing/2014/main" id="{2835B09B-4264-4615-B861-876926DFF6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304" name="グループ化 133303">
                    <a:extLst>
                      <a:ext uri="{FF2B5EF4-FFF2-40B4-BE49-F238E27FC236}">
                        <a16:creationId xmlns:a16="http://schemas.microsoft.com/office/drawing/2014/main" id="{CFD97CEF-3E94-4454-8F9F-2C32BF43A260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305" name="直線コネクタ 133304">
                      <a:extLst>
                        <a:ext uri="{FF2B5EF4-FFF2-40B4-BE49-F238E27FC236}">
                          <a16:creationId xmlns:a16="http://schemas.microsoft.com/office/drawing/2014/main" id="{E78DE155-2EE5-4858-A347-F59C4CC0ADF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06" name="直線コネクタ 133305">
                      <a:extLst>
                        <a:ext uri="{FF2B5EF4-FFF2-40B4-BE49-F238E27FC236}">
                          <a16:creationId xmlns:a16="http://schemas.microsoft.com/office/drawing/2014/main" id="{FAE961D2-CE5E-460B-AC20-C37A7586B5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07" name="直線コネクタ 133306">
                      <a:extLst>
                        <a:ext uri="{FF2B5EF4-FFF2-40B4-BE49-F238E27FC236}">
                          <a16:creationId xmlns:a16="http://schemas.microsoft.com/office/drawing/2014/main" id="{2AF536FD-7160-44F6-B25A-13638CEFE2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08" name="直線コネクタ 133307">
                      <a:extLst>
                        <a:ext uri="{FF2B5EF4-FFF2-40B4-BE49-F238E27FC236}">
                          <a16:creationId xmlns:a16="http://schemas.microsoft.com/office/drawing/2014/main" id="{7716E834-56D3-49F7-8A95-15E866BF6E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09" name="直線コネクタ 133308">
                      <a:extLst>
                        <a:ext uri="{FF2B5EF4-FFF2-40B4-BE49-F238E27FC236}">
                          <a16:creationId xmlns:a16="http://schemas.microsoft.com/office/drawing/2014/main" id="{7B925C38-5ED6-4764-87A9-5D51ED9D41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0" name="直線コネクタ 133309">
                      <a:extLst>
                        <a:ext uri="{FF2B5EF4-FFF2-40B4-BE49-F238E27FC236}">
                          <a16:creationId xmlns:a16="http://schemas.microsoft.com/office/drawing/2014/main" id="{A2062164-00CE-4E59-9D4B-8FCA7C3E0C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1" name="直線コネクタ 133310">
                      <a:extLst>
                        <a:ext uri="{FF2B5EF4-FFF2-40B4-BE49-F238E27FC236}">
                          <a16:creationId xmlns:a16="http://schemas.microsoft.com/office/drawing/2014/main" id="{9E3BF08D-EFB4-4993-80ED-860D045271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2" name="直線コネクタ 133311">
                      <a:extLst>
                        <a:ext uri="{FF2B5EF4-FFF2-40B4-BE49-F238E27FC236}">
                          <a16:creationId xmlns:a16="http://schemas.microsoft.com/office/drawing/2014/main" id="{11D46794-91CB-47ED-8F0C-C98056D279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3" name="直線コネクタ 133312">
                      <a:extLst>
                        <a:ext uri="{FF2B5EF4-FFF2-40B4-BE49-F238E27FC236}">
                          <a16:creationId xmlns:a16="http://schemas.microsoft.com/office/drawing/2014/main" id="{222C4857-31E4-4483-A861-32FA4484A5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4" name="直線コネクタ 133313">
                      <a:extLst>
                        <a:ext uri="{FF2B5EF4-FFF2-40B4-BE49-F238E27FC236}">
                          <a16:creationId xmlns:a16="http://schemas.microsoft.com/office/drawing/2014/main" id="{9E13EC85-F691-4673-8DE7-2CAF217DC5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5" name="直線コネクタ 133314">
                      <a:extLst>
                        <a:ext uri="{FF2B5EF4-FFF2-40B4-BE49-F238E27FC236}">
                          <a16:creationId xmlns:a16="http://schemas.microsoft.com/office/drawing/2014/main" id="{957E0AD6-314C-4851-90D1-FF5A8928B9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6" name="直線コネクタ 133315">
                      <a:extLst>
                        <a:ext uri="{FF2B5EF4-FFF2-40B4-BE49-F238E27FC236}">
                          <a16:creationId xmlns:a16="http://schemas.microsoft.com/office/drawing/2014/main" id="{97A2C4CD-ECEE-4326-8409-AE279475A3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7" name="直線コネクタ 133316">
                      <a:extLst>
                        <a:ext uri="{FF2B5EF4-FFF2-40B4-BE49-F238E27FC236}">
                          <a16:creationId xmlns:a16="http://schemas.microsoft.com/office/drawing/2014/main" id="{CC3AA881-D125-4A07-B5DD-A89368547A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8" name="直線コネクタ 133317">
                      <a:extLst>
                        <a:ext uri="{FF2B5EF4-FFF2-40B4-BE49-F238E27FC236}">
                          <a16:creationId xmlns:a16="http://schemas.microsoft.com/office/drawing/2014/main" id="{CE93589A-2EA7-4059-BBC9-78A2769486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19" name="直線コネクタ 133318">
                      <a:extLst>
                        <a:ext uri="{FF2B5EF4-FFF2-40B4-BE49-F238E27FC236}">
                          <a16:creationId xmlns:a16="http://schemas.microsoft.com/office/drawing/2014/main" id="{234482C0-E9F5-4BD0-8612-FD66ECC3BD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0" name="直線コネクタ 133319">
                      <a:extLst>
                        <a:ext uri="{FF2B5EF4-FFF2-40B4-BE49-F238E27FC236}">
                          <a16:creationId xmlns:a16="http://schemas.microsoft.com/office/drawing/2014/main" id="{484656C9-9452-4A1F-84DF-0EABE569E0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1" name="直線コネクタ 133320">
                      <a:extLst>
                        <a:ext uri="{FF2B5EF4-FFF2-40B4-BE49-F238E27FC236}">
                          <a16:creationId xmlns:a16="http://schemas.microsoft.com/office/drawing/2014/main" id="{07C0950A-F731-4591-B786-CD0D9E39AC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2" name="直線コネクタ 133321">
                      <a:extLst>
                        <a:ext uri="{FF2B5EF4-FFF2-40B4-BE49-F238E27FC236}">
                          <a16:creationId xmlns:a16="http://schemas.microsoft.com/office/drawing/2014/main" id="{7BCD9B07-1447-4149-BE0B-9399FBB438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3" name="直線コネクタ 133322">
                      <a:extLst>
                        <a:ext uri="{FF2B5EF4-FFF2-40B4-BE49-F238E27FC236}">
                          <a16:creationId xmlns:a16="http://schemas.microsoft.com/office/drawing/2014/main" id="{216021E7-A9E6-4B7F-89F8-0EF9D2885F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4" name="直線コネクタ 133323">
                      <a:extLst>
                        <a:ext uri="{FF2B5EF4-FFF2-40B4-BE49-F238E27FC236}">
                          <a16:creationId xmlns:a16="http://schemas.microsoft.com/office/drawing/2014/main" id="{E65B0EF3-51A8-44B4-B4D4-33E31FEFFC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5" name="直線コネクタ 133324">
                      <a:extLst>
                        <a:ext uri="{FF2B5EF4-FFF2-40B4-BE49-F238E27FC236}">
                          <a16:creationId xmlns:a16="http://schemas.microsoft.com/office/drawing/2014/main" id="{6184A646-8A34-43D3-BFC5-967BC57CF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6" name="直線コネクタ 133325">
                      <a:extLst>
                        <a:ext uri="{FF2B5EF4-FFF2-40B4-BE49-F238E27FC236}">
                          <a16:creationId xmlns:a16="http://schemas.microsoft.com/office/drawing/2014/main" id="{3D59BEE2-CC43-4175-AA21-099E5445DF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27" name="直線コネクタ 133326">
                      <a:extLst>
                        <a:ext uri="{FF2B5EF4-FFF2-40B4-BE49-F238E27FC236}">
                          <a16:creationId xmlns:a16="http://schemas.microsoft.com/office/drawing/2014/main" id="{79733E4F-F321-4BF4-9BEF-BBF653FBF7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3156" name="グループ化 133155">
                  <a:extLst>
                    <a:ext uri="{FF2B5EF4-FFF2-40B4-BE49-F238E27FC236}">
                      <a16:creationId xmlns:a16="http://schemas.microsoft.com/office/drawing/2014/main" id="{E6166D85-41A4-4A5F-B54F-A31A824BFFCE}"/>
                    </a:ext>
                  </a:extLst>
                </p:cNvPr>
                <p:cNvGrpSpPr/>
                <p:nvPr/>
              </p:nvGrpSpPr>
              <p:grpSpPr>
                <a:xfrm rot="8100000">
                  <a:off x="4888970" y="5499546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3255" name="グループ化 133254">
                    <a:extLst>
                      <a:ext uri="{FF2B5EF4-FFF2-40B4-BE49-F238E27FC236}">
                        <a16:creationId xmlns:a16="http://schemas.microsoft.com/office/drawing/2014/main" id="{B72FBBD1-D7F2-4E70-B616-E10025F6EF89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280" name="直線コネクタ 133279">
                      <a:extLst>
                        <a:ext uri="{FF2B5EF4-FFF2-40B4-BE49-F238E27FC236}">
                          <a16:creationId xmlns:a16="http://schemas.microsoft.com/office/drawing/2014/main" id="{DDDE4BA9-638C-4FAD-B629-282A08FA39B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1" name="直線コネクタ 133280">
                      <a:extLst>
                        <a:ext uri="{FF2B5EF4-FFF2-40B4-BE49-F238E27FC236}">
                          <a16:creationId xmlns:a16="http://schemas.microsoft.com/office/drawing/2014/main" id="{4BD0108D-F8AA-4F3D-B221-F734E277A0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2" name="直線コネクタ 133281">
                      <a:extLst>
                        <a:ext uri="{FF2B5EF4-FFF2-40B4-BE49-F238E27FC236}">
                          <a16:creationId xmlns:a16="http://schemas.microsoft.com/office/drawing/2014/main" id="{43D2CAC8-0A1F-47AF-AF88-A2CFC413C3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3" name="直線コネクタ 133282">
                      <a:extLst>
                        <a:ext uri="{FF2B5EF4-FFF2-40B4-BE49-F238E27FC236}">
                          <a16:creationId xmlns:a16="http://schemas.microsoft.com/office/drawing/2014/main" id="{90C9D6DB-9D22-4E92-AD72-3FD90F3507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4" name="直線コネクタ 133283">
                      <a:extLst>
                        <a:ext uri="{FF2B5EF4-FFF2-40B4-BE49-F238E27FC236}">
                          <a16:creationId xmlns:a16="http://schemas.microsoft.com/office/drawing/2014/main" id="{3A277158-643E-4CC0-8B15-81EF358EF8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5" name="直線コネクタ 133284">
                      <a:extLst>
                        <a:ext uri="{FF2B5EF4-FFF2-40B4-BE49-F238E27FC236}">
                          <a16:creationId xmlns:a16="http://schemas.microsoft.com/office/drawing/2014/main" id="{B86806B8-27AA-4B85-9404-B2FEF732C5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6" name="直線コネクタ 133285">
                      <a:extLst>
                        <a:ext uri="{FF2B5EF4-FFF2-40B4-BE49-F238E27FC236}">
                          <a16:creationId xmlns:a16="http://schemas.microsoft.com/office/drawing/2014/main" id="{1AA8B61F-9423-4E6F-8C15-C08C70E8183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7" name="直線コネクタ 133286">
                      <a:extLst>
                        <a:ext uri="{FF2B5EF4-FFF2-40B4-BE49-F238E27FC236}">
                          <a16:creationId xmlns:a16="http://schemas.microsoft.com/office/drawing/2014/main" id="{194011D5-7F40-4B40-9946-30DAEB5639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8" name="直線コネクタ 133287">
                      <a:extLst>
                        <a:ext uri="{FF2B5EF4-FFF2-40B4-BE49-F238E27FC236}">
                          <a16:creationId xmlns:a16="http://schemas.microsoft.com/office/drawing/2014/main" id="{EB54A55C-89B4-42F7-83CD-4055E2D27F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89" name="直線コネクタ 133288">
                      <a:extLst>
                        <a:ext uri="{FF2B5EF4-FFF2-40B4-BE49-F238E27FC236}">
                          <a16:creationId xmlns:a16="http://schemas.microsoft.com/office/drawing/2014/main" id="{60E0AADD-B3F3-4B2D-9EB9-B54BA79360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0" name="直線コネクタ 133289">
                      <a:extLst>
                        <a:ext uri="{FF2B5EF4-FFF2-40B4-BE49-F238E27FC236}">
                          <a16:creationId xmlns:a16="http://schemas.microsoft.com/office/drawing/2014/main" id="{3AFBD0FE-99D9-4458-8E52-DC5EFEDA95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1" name="直線コネクタ 133290">
                      <a:extLst>
                        <a:ext uri="{FF2B5EF4-FFF2-40B4-BE49-F238E27FC236}">
                          <a16:creationId xmlns:a16="http://schemas.microsoft.com/office/drawing/2014/main" id="{F1B3A1EE-F856-4673-AA1D-5D7F629AA6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2" name="直線コネクタ 133291">
                      <a:extLst>
                        <a:ext uri="{FF2B5EF4-FFF2-40B4-BE49-F238E27FC236}">
                          <a16:creationId xmlns:a16="http://schemas.microsoft.com/office/drawing/2014/main" id="{237318BC-A456-479F-B08C-AD101D3091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3" name="直線コネクタ 133292">
                      <a:extLst>
                        <a:ext uri="{FF2B5EF4-FFF2-40B4-BE49-F238E27FC236}">
                          <a16:creationId xmlns:a16="http://schemas.microsoft.com/office/drawing/2014/main" id="{8229B09E-6336-485B-83F1-48BDDC1D88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4" name="直線コネクタ 133293">
                      <a:extLst>
                        <a:ext uri="{FF2B5EF4-FFF2-40B4-BE49-F238E27FC236}">
                          <a16:creationId xmlns:a16="http://schemas.microsoft.com/office/drawing/2014/main" id="{5E7902E5-A677-4803-9C9F-8EFF16A8D3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5" name="直線コネクタ 133294">
                      <a:extLst>
                        <a:ext uri="{FF2B5EF4-FFF2-40B4-BE49-F238E27FC236}">
                          <a16:creationId xmlns:a16="http://schemas.microsoft.com/office/drawing/2014/main" id="{6B495E7C-DA30-4AF2-9B76-8D8A3582B4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6" name="直線コネクタ 133295">
                      <a:extLst>
                        <a:ext uri="{FF2B5EF4-FFF2-40B4-BE49-F238E27FC236}">
                          <a16:creationId xmlns:a16="http://schemas.microsoft.com/office/drawing/2014/main" id="{060E6FC3-620F-4075-BC3F-55DEDBD552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7" name="直線コネクタ 133296">
                      <a:extLst>
                        <a:ext uri="{FF2B5EF4-FFF2-40B4-BE49-F238E27FC236}">
                          <a16:creationId xmlns:a16="http://schemas.microsoft.com/office/drawing/2014/main" id="{ACD82302-93FA-4F75-9192-4B7E184EB6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8" name="直線コネクタ 133297">
                      <a:extLst>
                        <a:ext uri="{FF2B5EF4-FFF2-40B4-BE49-F238E27FC236}">
                          <a16:creationId xmlns:a16="http://schemas.microsoft.com/office/drawing/2014/main" id="{3B25099F-A195-4806-8760-9B68A41A86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99" name="直線コネクタ 133298">
                      <a:extLst>
                        <a:ext uri="{FF2B5EF4-FFF2-40B4-BE49-F238E27FC236}">
                          <a16:creationId xmlns:a16="http://schemas.microsoft.com/office/drawing/2014/main" id="{0247BC0E-5ADC-4781-AB78-CBCD11DC29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00" name="直線コネクタ 133299">
                      <a:extLst>
                        <a:ext uri="{FF2B5EF4-FFF2-40B4-BE49-F238E27FC236}">
                          <a16:creationId xmlns:a16="http://schemas.microsoft.com/office/drawing/2014/main" id="{167BB71E-EDB3-4BEF-8005-C72ECE2190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01" name="直線コネクタ 133300">
                      <a:extLst>
                        <a:ext uri="{FF2B5EF4-FFF2-40B4-BE49-F238E27FC236}">
                          <a16:creationId xmlns:a16="http://schemas.microsoft.com/office/drawing/2014/main" id="{A212FEFD-59C9-4E8A-B52B-4A7176F9D4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302" name="直線コネクタ 133301">
                      <a:extLst>
                        <a:ext uri="{FF2B5EF4-FFF2-40B4-BE49-F238E27FC236}">
                          <a16:creationId xmlns:a16="http://schemas.microsoft.com/office/drawing/2014/main" id="{012E6A15-841E-478C-BD37-9F6350CF27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256" name="グループ化 133255">
                    <a:extLst>
                      <a:ext uri="{FF2B5EF4-FFF2-40B4-BE49-F238E27FC236}">
                        <a16:creationId xmlns:a16="http://schemas.microsoft.com/office/drawing/2014/main" id="{E169E10A-EF9A-4C75-87A0-73BB1F46A4CF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257" name="直線コネクタ 133256">
                      <a:extLst>
                        <a:ext uri="{FF2B5EF4-FFF2-40B4-BE49-F238E27FC236}">
                          <a16:creationId xmlns:a16="http://schemas.microsoft.com/office/drawing/2014/main" id="{FDD16A00-ACCD-4D27-8DF2-045A72636B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58" name="直線コネクタ 133257">
                      <a:extLst>
                        <a:ext uri="{FF2B5EF4-FFF2-40B4-BE49-F238E27FC236}">
                          <a16:creationId xmlns:a16="http://schemas.microsoft.com/office/drawing/2014/main" id="{C111E308-9FA7-4DF5-96A7-B6BC3FED91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59" name="直線コネクタ 133258">
                      <a:extLst>
                        <a:ext uri="{FF2B5EF4-FFF2-40B4-BE49-F238E27FC236}">
                          <a16:creationId xmlns:a16="http://schemas.microsoft.com/office/drawing/2014/main" id="{1BB04C6D-607C-45CC-8799-1911A2592A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0" name="直線コネクタ 133259">
                      <a:extLst>
                        <a:ext uri="{FF2B5EF4-FFF2-40B4-BE49-F238E27FC236}">
                          <a16:creationId xmlns:a16="http://schemas.microsoft.com/office/drawing/2014/main" id="{B987E000-6EA6-47B5-A11A-169ACAB34B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1" name="直線コネクタ 133260">
                      <a:extLst>
                        <a:ext uri="{FF2B5EF4-FFF2-40B4-BE49-F238E27FC236}">
                          <a16:creationId xmlns:a16="http://schemas.microsoft.com/office/drawing/2014/main" id="{A4D4A59C-59B6-4086-9D4C-13DDEB5145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2" name="直線コネクタ 133261">
                      <a:extLst>
                        <a:ext uri="{FF2B5EF4-FFF2-40B4-BE49-F238E27FC236}">
                          <a16:creationId xmlns:a16="http://schemas.microsoft.com/office/drawing/2014/main" id="{C40D5866-2111-45FE-A62B-B4F02C4933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3" name="直線コネクタ 133262">
                      <a:extLst>
                        <a:ext uri="{FF2B5EF4-FFF2-40B4-BE49-F238E27FC236}">
                          <a16:creationId xmlns:a16="http://schemas.microsoft.com/office/drawing/2014/main" id="{18D4FA0D-15E4-4D86-ABF8-FDE6DD4909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4" name="直線コネクタ 133263">
                      <a:extLst>
                        <a:ext uri="{FF2B5EF4-FFF2-40B4-BE49-F238E27FC236}">
                          <a16:creationId xmlns:a16="http://schemas.microsoft.com/office/drawing/2014/main" id="{3C817B17-3693-4CAA-A8BA-E64A4362A6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5" name="直線コネクタ 133264">
                      <a:extLst>
                        <a:ext uri="{FF2B5EF4-FFF2-40B4-BE49-F238E27FC236}">
                          <a16:creationId xmlns:a16="http://schemas.microsoft.com/office/drawing/2014/main" id="{D52A3023-5189-4EBB-BA5C-5D2D6AB075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6" name="直線コネクタ 133265">
                      <a:extLst>
                        <a:ext uri="{FF2B5EF4-FFF2-40B4-BE49-F238E27FC236}">
                          <a16:creationId xmlns:a16="http://schemas.microsoft.com/office/drawing/2014/main" id="{9D42A50F-20FE-495D-B3CF-DFAAEF4419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7" name="直線コネクタ 133266">
                      <a:extLst>
                        <a:ext uri="{FF2B5EF4-FFF2-40B4-BE49-F238E27FC236}">
                          <a16:creationId xmlns:a16="http://schemas.microsoft.com/office/drawing/2014/main" id="{3547505B-51F2-483B-A675-8840B5173B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8" name="直線コネクタ 133267">
                      <a:extLst>
                        <a:ext uri="{FF2B5EF4-FFF2-40B4-BE49-F238E27FC236}">
                          <a16:creationId xmlns:a16="http://schemas.microsoft.com/office/drawing/2014/main" id="{5AA33433-622D-406E-AD0C-D0DEA6A187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69" name="直線コネクタ 133268">
                      <a:extLst>
                        <a:ext uri="{FF2B5EF4-FFF2-40B4-BE49-F238E27FC236}">
                          <a16:creationId xmlns:a16="http://schemas.microsoft.com/office/drawing/2014/main" id="{EC47BD38-F955-4313-8812-B685E43C93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0" name="直線コネクタ 133269">
                      <a:extLst>
                        <a:ext uri="{FF2B5EF4-FFF2-40B4-BE49-F238E27FC236}">
                          <a16:creationId xmlns:a16="http://schemas.microsoft.com/office/drawing/2014/main" id="{2B3A6379-588F-4B53-A2CC-402DD2C587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1" name="直線コネクタ 133270">
                      <a:extLst>
                        <a:ext uri="{FF2B5EF4-FFF2-40B4-BE49-F238E27FC236}">
                          <a16:creationId xmlns:a16="http://schemas.microsoft.com/office/drawing/2014/main" id="{77062FAD-3395-40BC-B517-1672C124C7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2" name="直線コネクタ 133271">
                      <a:extLst>
                        <a:ext uri="{FF2B5EF4-FFF2-40B4-BE49-F238E27FC236}">
                          <a16:creationId xmlns:a16="http://schemas.microsoft.com/office/drawing/2014/main" id="{37ABA3FA-67E1-4419-9045-81D3954639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3" name="直線コネクタ 133272">
                      <a:extLst>
                        <a:ext uri="{FF2B5EF4-FFF2-40B4-BE49-F238E27FC236}">
                          <a16:creationId xmlns:a16="http://schemas.microsoft.com/office/drawing/2014/main" id="{FF2E8283-3E72-46CB-89E7-4226E6A70B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4" name="直線コネクタ 133273">
                      <a:extLst>
                        <a:ext uri="{FF2B5EF4-FFF2-40B4-BE49-F238E27FC236}">
                          <a16:creationId xmlns:a16="http://schemas.microsoft.com/office/drawing/2014/main" id="{9C01D4F8-FD61-4966-A230-059FBF39FB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5" name="直線コネクタ 133274">
                      <a:extLst>
                        <a:ext uri="{FF2B5EF4-FFF2-40B4-BE49-F238E27FC236}">
                          <a16:creationId xmlns:a16="http://schemas.microsoft.com/office/drawing/2014/main" id="{685C9E83-5355-43AB-8342-2FC929858B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6" name="直線コネクタ 133275">
                      <a:extLst>
                        <a:ext uri="{FF2B5EF4-FFF2-40B4-BE49-F238E27FC236}">
                          <a16:creationId xmlns:a16="http://schemas.microsoft.com/office/drawing/2014/main" id="{578D071C-16C2-4378-B956-CF3E4FD2F3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7" name="直線コネクタ 133276">
                      <a:extLst>
                        <a:ext uri="{FF2B5EF4-FFF2-40B4-BE49-F238E27FC236}">
                          <a16:creationId xmlns:a16="http://schemas.microsoft.com/office/drawing/2014/main" id="{633B9F13-CB54-4F1C-91DF-183D181596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8" name="直線コネクタ 133277">
                      <a:extLst>
                        <a:ext uri="{FF2B5EF4-FFF2-40B4-BE49-F238E27FC236}">
                          <a16:creationId xmlns:a16="http://schemas.microsoft.com/office/drawing/2014/main" id="{39E1586D-4010-4A01-8798-CFD0A8E11F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79" name="直線コネクタ 133278">
                      <a:extLst>
                        <a:ext uri="{FF2B5EF4-FFF2-40B4-BE49-F238E27FC236}">
                          <a16:creationId xmlns:a16="http://schemas.microsoft.com/office/drawing/2014/main" id="{460C02D7-367B-4EB0-A958-FE13A839CC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3157" name="グループ化 133156">
                  <a:extLst>
                    <a:ext uri="{FF2B5EF4-FFF2-40B4-BE49-F238E27FC236}">
                      <a16:creationId xmlns:a16="http://schemas.microsoft.com/office/drawing/2014/main" id="{888A9299-D718-4062-AFEA-F3A0214DE02A}"/>
                    </a:ext>
                  </a:extLst>
                </p:cNvPr>
                <p:cNvGrpSpPr/>
                <p:nvPr/>
              </p:nvGrpSpPr>
              <p:grpSpPr>
                <a:xfrm rot="16200000">
                  <a:off x="5100013" y="4987693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3207" name="グループ化 133206">
                    <a:extLst>
                      <a:ext uri="{FF2B5EF4-FFF2-40B4-BE49-F238E27FC236}">
                        <a16:creationId xmlns:a16="http://schemas.microsoft.com/office/drawing/2014/main" id="{7F4E9B11-D975-4B6C-8679-82A56A3E9684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232" name="直線コネクタ 133231">
                      <a:extLst>
                        <a:ext uri="{FF2B5EF4-FFF2-40B4-BE49-F238E27FC236}">
                          <a16:creationId xmlns:a16="http://schemas.microsoft.com/office/drawing/2014/main" id="{7037DF53-4969-402B-A0A3-FF2F063CE7E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3" name="直線コネクタ 133232">
                      <a:extLst>
                        <a:ext uri="{FF2B5EF4-FFF2-40B4-BE49-F238E27FC236}">
                          <a16:creationId xmlns:a16="http://schemas.microsoft.com/office/drawing/2014/main" id="{DB6D1DFD-275A-44F8-8997-EBC5048022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4" name="直線コネクタ 133233">
                      <a:extLst>
                        <a:ext uri="{FF2B5EF4-FFF2-40B4-BE49-F238E27FC236}">
                          <a16:creationId xmlns:a16="http://schemas.microsoft.com/office/drawing/2014/main" id="{2AB74E98-52BA-4CBD-A6B5-5420AAFFA3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5" name="直線コネクタ 133234">
                      <a:extLst>
                        <a:ext uri="{FF2B5EF4-FFF2-40B4-BE49-F238E27FC236}">
                          <a16:creationId xmlns:a16="http://schemas.microsoft.com/office/drawing/2014/main" id="{881A9A38-2F9D-4D98-A597-AE20713F03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6" name="直線コネクタ 133235">
                      <a:extLst>
                        <a:ext uri="{FF2B5EF4-FFF2-40B4-BE49-F238E27FC236}">
                          <a16:creationId xmlns:a16="http://schemas.microsoft.com/office/drawing/2014/main" id="{9D1E0921-85E5-4F6C-8087-9D48E26593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7" name="直線コネクタ 133236">
                      <a:extLst>
                        <a:ext uri="{FF2B5EF4-FFF2-40B4-BE49-F238E27FC236}">
                          <a16:creationId xmlns:a16="http://schemas.microsoft.com/office/drawing/2014/main" id="{9A14ED62-937B-4403-9280-0AE1E2DF81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8" name="直線コネクタ 133237">
                      <a:extLst>
                        <a:ext uri="{FF2B5EF4-FFF2-40B4-BE49-F238E27FC236}">
                          <a16:creationId xmlns:a16="http://schemas.microsoft.com/office/drawing/2014/main" id="{C00432DB-9092-435E-BE46-FBE7526397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9" name="直線コネクタ 133238">
                      <a:extLst>
                        <a:ext uri="{FF2B5EF4-FFF2-40B4-BE49-F238E27FC236}">
                          <a16:creationId xmlns:a16="http://schemas.microsoft.com/office/drawing/2014/main" id="{C33E54D4-5716-4C6A-A4AC-8C6F36ED57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0" name="直線コネクタ 133239">
                      <a:extLst>
                        <a:ext uri="{FF2B5EF4-FFF2-40B4-BE49-F238E27FC236}">
                          <a16:creationId xmlns:a16="http://schemas.microsoft.com/office/drawing/2014/main" id="{0B3AB99E-EA98-4AA8-A92B-FC65E8EA09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1" name="直線コネクタ 133240">
                      <a:extLst>
                        <a:ext uri="{FF2B5EF4-FFF2-40B4-BE49-F238E27FC236}">
                          <a16:creationId xmlns:a16="http://schemas.microsoft.com/office/drawing/2014/main" id="{E0A2A99B-B914-4B21-BBB5-B7870E4197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2" name="直線コネクタ 133241">
                      <a:extLst>
                        <a:ext uri="{FF2B5EF4-FFF2-40B4-BE49-F238E27FC236}">
                          <a16:creationId xmlns:a16="http://schemas.microsoft.com/office/drawing/2014/main" id="{E0EEC3BC-561D-4A8D-A4A7-B53CFAE986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3" name="直線コネクタ 133242">
                      <a:extLst>
                        <a:ext uri="{FF2B5EF4-FFF2-40B4-BE49-F238E27FC236}">
                          <a16:creationId xmlns:a16="http://schemas.microsoft.com/office/drawing/2014/main" id="{4569B80E-EBF0-4F80-8723-41D6F8CA9A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4" name="直線コネクタ 133243">
                      <a:extLst>
                        <a:ext uri="{FF2B5EF4-FFF2-40B4-BE49-F238E27FC236}">
                          <a16:creationId xmlns:a16="http://schemas.microsoft.com/office/drawing/2014/main" id="{AA7D168A-6AFF-412D-99BE-38229714D7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5" name="直線コネクタ 133244">
                      <a:extLst>
                        <a:ext uri="{FF2B5EF4-FFF2-40B4-BE49-F238E27FC236}">
                          <a16:creationId xmlns:a16="http://schemas.microsoft.com/office/drawing/2014/main" id="{CE12FC24-E89A-4D4F-B7BA-A702EAC16D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6" name="直線コネクタ 133245">
                      <a:extLst>
                        <a:ext uri="{FF2B5EF4-FFF2-40B4-BE49-F238E27FC236}">
                          <a16:creationId xmlns:a16="http://schemas.microsoft.com/office/drawing/2014/main" id="{578234D3-0678-4F41-876A-629C18EF23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7" name="直線コネクタ 133246">
                      <a:extLst>
                        <a:ext uri="{FF2B5EF4-FFF2-40B4-BE49-F238E27FC236}">
                          <a16:creationId xmlns:a16="http://schemas.microsoft.com/office/drawing/2014/main" id="{EE65BCCF-22B6-4D4A-AB1D-361710B652D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8" name="直線コネクタ 133247">
                      <a:extLst>
                        <a:ext uri="{FF2B5EF4-FFF2-40B4-BE49-F238E27FC236}">
                          <a16:creationId xmlns:a16="http://schemas.microsoft.com/office/drawing/2014/main" id="{F082EAE6-CA90-4A97-A6F4-B10B535E8E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49" name="直線コネクタ 133248">
                      <a:extLst>
                        <a:ext uri="{FF2B5EF4-FFF2-40B4-BE49-F238E27FC236}">
                          <a16:creationId xmlns:a16="http://schemas.microsoft.com/office/drawing/2014/main" id="{B9E65B26-394F-4CAE-9071-B7B34194FA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50" name="直線コネクタ 133249">
                      <a:extLst>
                        <a:ext uri="{FF2B5EF4-FFF2-40B4-BE49-F238E27FC236}">
                          <a16:creationId xmlns:a16="http://schemas.microsoft.com/office/drawing/2014/main" id="{42A56613-45B8-4E3B-B14F-74BC385C00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51" name="直線コネクタ 133250">
                      <a:extLst>
                        <a:ext uri="{FF2B5EF4-FFF2-40B4-BE49-F238E27FC236}">
                          <a16:creationId xmlns:a16="http://schemas.microsoft.com/office/drawing/2014/main" id="{CBCAD414-D843-4DC5-82F3-3024692C96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52" name="直線コネクタ 133251">
                      <a:extLst>
                        <a:ext uri="{FF2B5EF4-FFF2-40B4-BE49-F238E27FC236}">
                          <a16:creationId xmlns:a16="http://schemas.microsoft.com/office/drawing/2014/main" id="{668E72F7-038A-4FB5-999A-1175821090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53" name="直線コネクタ 133252">
                      <a:extLst>
                        <a:ext uri="{FF2B5EF4-FFF2-40B4-BE49-F238E27FC236}">
                          <a16:creationId xmlns:a16="http://schemas.microsoft.com/office/drawing/2014/main" id="{DDA328F2-DA56-44A9-B5E7-86551E3BC5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54" name="直線コネクタ 133253">
                      <a:extLst>
                        <a:ext uri="{FF2B5EF4-FFF2-40B4-BE49-F238E27FC236}">
                          <a16:creationId xmlns:a16="http://schemas.microsoft.com/office/drawing/2014/main" id="{08903E47-B00C-4E16-988A-BC9439E48E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208" name="グループ化 133207">
                    <a:extLst>
                      <a:ext uri="{FF2B5EF4-FFF2-40B4-BE49-F238E27FC236}">
                        <a16:creationId xmlns:a16="http://schemas.microsoft.com/office/drawing/2014/main" id="{A3A48CE2-6145-4493-AF6A-17F5442B4B52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209" name="直線コネクタ 133208">
                      <a:extLst>
                        <a:ext uri="{FF2B5EF4-FFF2-40B4-BE49-F238E27FC236}">
                          <a16:creationId xmlns:a16="http://schemas.microsoft.com/office/drawing/2014/main" id="{D6470F3E-2EE7-4616-91C5-FADD77E6F59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0" name="直線コネクタ 133209">
                      <a:extLst>
                        <a:ext uri="{FF2B5EF4-FFF2-40B4-BE49-F238E27FC236}">
                          <a16:creationId xmlns:a16="http://schemas.microsoft.com/office/drawing/2014/main" id="{48C50329-41BE-44FF-A177-D6F14D5E9E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1" name="直線コネクタ 133210">
                      <a:extLst>
                        <a:ext uri="{FF2B5EF4-FFF2-40B4-BE49-F238E27FC236}">
                          <a16:creationId xmlns:a16="http://schemas.microsoft.com/office/drawing/2014/main" id="{37DFD78B-FBCB-4B2B-B7D5-15D3A9FF3A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2" name="直線コネクタ 133211">
                      <a:extLst>
                        <a:ext uri="{FF2B5EF4-FFF2-40B4-BE49-F238E27FC236}">
                          <a16:creationId xmlns:a16="http://schemas.microsoft.com/office/drawing/2014/main" id="{0062C8CA-D1B8-441A-8E99-DFB5061DAC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3" name="直線コネクタ 133212">
                      <a:extLst>
                        <a:ext uri="{FF2B5EF4-FFF2-40B4-BE49-F238E27FC236}">
                          <a16:creationId xmlns:a16="http://schemas.microsoft.com/office/drawing/2014/main" id="{19975FA3-36A9-479E-9128-7D22599F98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4" name="直線コネクタ 133213">
                      <a:extLst>
                        <a:ext uri="{FF2B5EF4-FFF2-40B4-BE49-F238E27FC236}">
                          <a16:creationId xmlns:a16="http://schemas.microsoft.com/office/drawing/2014/main" id="{55DB2E65-5497-4923-8F9D-F0CD2A9106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5" name="直線コネクタ 133214">
                      <a:extLst>
                        <a:ext uri="{FF2B5EF4-FFF2-40B4-BE49-F238E27FC236}">
                          <a16:creationId xmlns:a16="http://schemas.microsoft.com/office/drawing/2014/main" id="{C3E14E04-18B2-48C1-9E96-E51FCF044F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6" name="直線コネクタ 133215">
                      <a:extLst>
                        <a:ext uri="{FF2B5EF4-FFF2-40B4-BE49-F238E27FC236}">
                          <a16:creationId xmlns:a16="http://schemas.microsoft.com/office/drawing/2014/main" id="{A0547AB2-03E2-45B3-B98F-2C42D5A37D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7" name="直線コネクタ 133216">
                      <a:extLst>
                        <a:ext uri="{FF2B5EF4-FFF2-40B4-BE49-F238E27FC236}">
                          <a16:creationId xmlns:a16="http://schemas.microsoft.com/office/drawing/2014/main" id="{FD48DDCA-B53E-4E37-B00C-3FD13E9107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8" name="直線コネクタ 133217">
                      <a:extLst>
                        <a:ext uri="{FF2B5EF4-FFF2-40B4-BE49-F238E27FC236}">
                          <a16:creationId xmlns:a16="http://schemas.microsoft.com/office/drawing/2014/main" id="{92A98ACA-675E-4672-923C-5915DDEC70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19" name="直線コネクタ 133218">
                      <a:extLst>
                        <a:ext uri="{FF2B5EF4-FFF2-40B4-BE49-F238E27FC236}">
                          <a16:creationId xmlns:a16="http://schemas.microsoft.com/office/drawing/2014/main" id="{5EA948F0-E271-434A-8848-AA7C17FF6B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0" name="直線コネクタ 133219">
                      <a:extLst>
                        <a:ext uri="{FF2B5EF4-FFF2-40B4-BE49-F238E27FC236}">
                          <a16:creationId xmlns:a16="http://schemas.microsoft.com/office/drawing/2014/main" id="{F05D938C-CBE0-47B3-AEB3-67DA5BF663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1" name="直線コネクタ 133220">
                      <a:extLst>
                        <a:ext uri="{FF2B5EF4-FFF2-40B4-BE49-F238E27FC236}">
                          <a16:creationId xmlns:a16="http://schemas.microsoft.com/office/drawing/2014/main" id="{B6BE3A83-8205-445B-B2A1-BBCD1014E3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2" name="直線コネクタ 133221">
                      <a:extLst>
                        <a:ext uri="{FF2B5EF4-FFF2-40B4-BE49-F238E27FC236}">
                          <a16:creationId xmlns:a16="http://schemas.microsoft.com/office/drawing/2014/main" id="{1A415AE2-34B1-4A70-8860-9DF57A6100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3" name="直線コネクタ 133222">
                      <a:extLst>
                        <a:ext uri="{FF2B5EF4-FFF2-40B4-BE49-F238E27FC236}">
                          <a16:creationId xmlns:a16="http://schemas.microsoft.com/office/drawing/2014/main" id="{B586C779-9038-4B42-8A82-B05C60DACE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4" name="直線コネクタ 133223">
                      <a:extLst>
                        <a:ext uri="{FF2B5EF4-FFF2-40B4-BE49-F238E27FC236}">
                          <a16:creationId xmlns:a16="http://schemas.microsoft.com/office/drawing/2014/main" id="{5D436D0B-5536-4E6E-AD0B-551CC7ED71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5" name="直線コネクタ 133224">
                      <a:extLst>
                        <a:ext uri="{FF2B5EF4-FFF2-40B4-BE49-F238E27FC236}">
                          <a16:creationId xmlns:a16="http://schemas.microsoft.com/office/drawing/2014/main" id="{62FDBDA4-416D-47B2-91E0-842BED485F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6" name="直線コネクタ 133225">
                      <a:extLst>
                        <a:ext uri="{FF2B5EF4-FFF2-40B4-BE49-F238E27FC236}">
                          <a16:creationId xmlns:a16="http://schemas.microsoft.com/office/drawing/2014/main" id="{DD8636EF-D781-4086-AB32-DD6B3895B8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7" name="直線コネクタ 133226">
                      <a:extLst>
                        <a:ext uri="{FF2B5EF4-FFF2-40B4-BE49-F238E27FC236}">
                          <a16:creationId xmlns:a16="http://schemas.microsoft.com/office/drawing/2014/main" id="{C79CCF85-10F2-41D4-BB41-A2C658588B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8" name="直線コネクタ 133227">
                      <a:extLst>
                        <a:ext uri="{FF2B5EF4-FFF2-40B4-BE49-F238E27FC236}">
                          <a16:creationId xmlns:a16="http://schemas.microsoft.com/office/drawing/2014/main" id="{45EA8566-68FE-4C72-BE6C-8B0B22B42F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29" name="直線コネクタ 133228">
                      <a:extLst>
                        <a:ext uri="{FF2B5EF4-FFF2-40B4-BE49-F238E27FC236}">
                          <a16:creationId xmlns:a16="http://schemas.microsoft.com/office/drawing/2014/main" id="{C8BB4DC9-328E-420A-8F9F-C8138B4A0C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0" name="直線コネクタ 133229">
                      <a:extLst>
                        <a:ext uri="{FF2B5EF4-FFF2-40B4-BE49-F238E27FC236}">
                          <a16:creationId xmlns:a16="http://schemas.microsoft.com/office/drawing/2014/main" id="{056F9949-9E61-4BDE-8E3D-A926404F17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31" name="直線コネクタ 133230">
                      <a:extLst>
                        <a:ext uri="{FF2B5EF4-FFF2-40B4-BE49-F238E27FC236}">
                          <a16:creationId xmlns:a16="http://schemas.microsoft.com/office/drawing/2014/main" id="{F439CA60-30F8-4AE1-BB2F-47188530EE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33158" name="グループ化 133157">
                  <a:extLst>
                    <a:ext uri="{FF2B5EF4-FFF2-40B4-BE49-F238E27FC236}">
                      <a16:creationId xmlns:a16="http://schemas.microsoft.com/office/drawing/2014/main" id="{478223C1-A12C-4B33-8B24-530E4B506629}"/>
                    </a:ext>
                  </a:extLst>
                </p:cNvPr>
                <p:cNvGrpSpPr/>
                <p:nvPr/>
              </p:nvGrpSpPr>
              <p:grpSpPr>
                <a:xfrm rot="13500000">
                  <a:off x="4887979" y="5076469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33159" name="グループ化 133158">
                    <a:extLst>
                      <a:ext uri="{FF2B5EF4-FFF2-40B4-BE49-F238E27FC236}">
                        <a16:creationId xmlns:a16="http://schemas.microsoft.com/office/drawing/2014/main" id="{44254BE8-7B92-4905-B490-B40635041E69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184" name="直線コネクタ 133183">
                      <a:extLst>
                        <a:ext uri="{FF2B5EF4-FFF2-40B4-BE49-F238E27FC236}">
                          <a16:creationId xmlns:a16="http://schemas.microsoft.com/office/drawing/2014/main" id="{1F7AF0F2-4292-4483-B372-424C9AED5B1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5" name="直線コネクタ 133184">
                      <a:extLst>
                        <a:ext uri="{FF2B5EF4-FFF2-40B4-BE49-F238E27FC236}">
                          <a16:creationId xmlns:a16="http://schemas.microsoft.com/office/drawing/2014/main" id="{EF7D9343-40C7-4F94-8EFE-C29417EF3A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6" name="直線コネクタ 133185">
                      <a:extLst>
                        <a:ext uri="{FF2B5EF4-FFF2-40B4-BE49-F238E27FC236}">
                          <a16:creationId xmlns:a16="http://schemas.microsoft.com/office/drawing/2014/main" id="{E8603B05-1CAB-4196-9A39-92719ECC6B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7" name="直線コネクタ 133186">
                      <a:extLst>
                        <a:ext uri="{FF2B5EF4-FFF2-40B4-BE49-F238E27FC236}">
                          <a16:creationId xmlns:a16="http://schemas.microsoft.com/office/drawing/2014/main" id="{FF784AFF-5901-48B4-A313-5ADEE8C2AF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8" name="直線コネクタ 133187">
                      <a:extLst>
                        <a:ext uri="{FF2B5EF4-FFF2-40B4-BE49-F238E27FC236}">
                          <a16:creationId xmlns:a16="http://schemas.microsoft.com/office/drawing/2014/main" id="{FE744D09-7014-4304-8328-BB24A6664D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9" name="直線コネクタ 133188">
                      <a:extLst>
                        <a:ext uri="{FF2B5EF4-FFF2-40B4-BE49-F238E27FC236}">
                          <a16:creationId xmlns:a16="http://schemas.microsoft.com/office/drawing/2014/main" id="{97AE8BB3-8FF4-49A0-A80A-9A4DF5BDE7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0" name="直線コネクタ 133189">
                      <a:extLst>
                        <a:ext uri="{FF2B5EF4-FFF2-40B4-BE49-F238E27FC236}">
                          <a16:creationId xmlns:a16="http://schemas.microsoft.com/office/drawing/2014/main" id="{A9C00C2D-6115-43E6-95EF-C77702A4C8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1" name="直線コネクタ 133190">
                      <a:extLst>
                        <a:ext uri="{FF2B5EF4-FFF2-40B4-BE49-F238E27FC236}">
                          <a16:creationId xmlns:a16="http://schemas.microsoft.com/office/drawing/2014/main" id="{6ED65C85-8885-45FF-83F4-4AF3FFD9EF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2" name="直線コネクタ 133191">
                      <a:extLst>
                        <a:ext uri="{FF2B5EF4-FFF2-40B4-BE49-F238E27FC236}">
                          <a16:creationId xmlns:a16="http://schemas.microsoft.com/office/drawing/2014/main" id="{D09B0CE8-92DE-458C-AF1D-EC418E30CE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3" name="直線コネクタ 133192">
                      <a:extLst>
                        <a:ext uri="{FF2B5EF4-FFF2-40B4-BE49-F238E27FC236}">
                          <a16:creationId xmlns:a16="http://schemas.microsoft.com/office/drawing/2014/main" id="{F40350AA-3D14-44CB-AA50-08C2A64448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4" name="直線コネクタ 133193">
                      <a:extLst>
                        <a:ext uri="{FF2B5EF4-FFF2-40B4-BE49-F238E27FC236}">
                          <a16:creationId xmlns:a16="http://schemas.microsoft.com/office/drawing/2014/main" id="{854E2906-F453-4942-A8C2-652E49089F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5" name="直線コネクタ 133194">
                      <a:extLst>
                        <a:ext uri="{FF2B5EF4-FFF2-40B4-BE49-F238E27FC236}">
                          <a16:creationId xmlns:a16="http://schemas.microsoft.com/office/drawing/2014/main" id="{746A74F7-125A-41EF-8869-955281C3A0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6" name="直線コネクタ 133195">
                      <a:extLst>
                        <a:ext uri="{FF2B5EF4-FFF2-40B4-BE49-F238E27FC236}">
                          <a16:creationId xmlns:a16="http://schemas.microsoft.com/office/drawing/2014/main" id="{6601F39B-735C-4B72-A4AF-E70B4DF21B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7" name="直線コネクタ 133196">
                      <a:extLst>
                        <a:ext uri="{FF2B5EF4-FFF2-40B4-BE49-F238E27FC236}">
                          <a16:creationId xmlns:a16="http://schemas.microsoft.com/office/drawing/2014/main" id="{6C657472-0479-4DB2-88B0-FBC8150D0C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8" name="直線コネクタ 133197">
                      <a:extLst>
                        <a:ext uri="{FF2B5EF4-FFF2-40B4-BE49-F238E27FC236}">
                          <a16:creationId xmlns:a16="http://schemas.microsoft.com/office/drawing/2014/main" id="{09C37648-B44E-495D-9A86-6A5945663F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99" name="直線コネクタ 133198">
                      <a:extLst>
                        <a:ext uri="{FF2B5EF4-FFF2-40B4-BE49-F238E27FC236}">
                          <a16:creationId xmlns:a16="http://schemas.microsoft.com/office/drawing/2014/main" id="{AA9696F2-3469-4EA1-AAF3-01452CCECE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00" name="直線コネクタ 133199">
                      <a:extLst>
                        <a:ext uri="{FF2B5EF4-FFF2-40B4-BE49-F238E27FC236}">
                          <a16:creationId xmlns:a16="http://schemas.microsoft.com/office/drawing/2014/main" id="{DA3ACD3A-1203-440E-9A7D-F36F13FE37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01" name="直線コネクタ 133200">
                      <a:extLst>
                        <a:ext uri="{FF2B5EF4-FFF2-40B4-BE49-F238E27FC236}">
                          <a16:creationId xmlns:a16="http://schemas.microsoft.com/office/drawing/2014/main" id="{7D502894-3CF5-4D58-B20F-7FCEF1C372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02" name="直線コネクタ 133201">
                      <a:extLst>
                        <a:ext uri="{FF2B5EF4-FFF2-40B4-BE49-F238E27FC236}">
                          <a16:creationId xmlns:a16="http://schemas.microsoft.com/office/drawing/2014/main" id="{758139C9-833B-4AD9-A50B-64B3AF852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03" name="直線コネクタ 133202">
                      <a:extLst>
                        <a:ext uri="{FF2B5EF4-FFF2-40B4-BE49-F238E27FC236}">
                          <a16:creationId xmlns:a16="http://schemas.microsoft.com/office/drawing/2014/main" id="{DADF96D0-C46B-4B59-BA32-9A12FB06C7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04" name="直線コネクタ 133203">
                      <a:extLst>
                        <a:ext uri="{FF2B5EF4-FFF2-40B4-BE49-F238E27FC236}">
                          <a16:creationId xmlns:a16="http://schemas.microsoft.com/office/drawing/2014/main" id="{597D5CA7-A095-43FE-B120-06759FFA8A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05" name="直線コネクタ 133204">
                      <a:extLst>
                        <a:ext uri="{FF2B5EF4-FFF2-40B4-BE49-F238E27FC236}">
                          <a16:creationId xmlns:a16="http://schemas.microsoft.com/office/drawing/2014/main" id="{916E468B-C945-4545-82E8-DB33A88F24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206" name="直線コネクタ 133205">
                      <a:extLst>
                        <a:ext uri="{FF2B5EF4-FFF2-40B4-BE49-F238E27FC236}">
                          <a16:creationId xmlns:a16="http://schemas.microsoft.com/office/drawing/2014/main" id="{C20A0B30-8DCE-4076-82E7-4A10D5AFE4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3160" name="グループ化 133159">
                    <a:extLst>
                      <a:ext uri="{FF2B5EF4-FFF2-40B4-BE49-F238E27FC236}">
                        <a16:creationId xmlns:a16="http://schemas.microsoft.com/office/drawing/2014/main" id="{B85FFEA5-5872-4336-92E8-8EB9D9949CCB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33161" name="直線コネクタ 133160">
                      <a:extLst>
                        <a:ext uri="{FF2B5EF4-FFF2-40B4-BE49-F238E27FC236}">
                          <a16:creationId xmlns:a16="http://schemas.microsoft.com/office/drawing/2014/main" id="{A03DD8FC-5232-497C-B54C-832978823A8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62" name="直線コネクタ 133161">
                      <a:extLst>
                        <a:ext uri="{FF2B5EF4-FFF2-40B4-BE49-F238E27FC236}">
                          <a16:creationId xmlns:a16="http://schemas.microsoft.com/office/drawing/2014/main" id="{0F878633-3E57-4DFC-89E9-663763C910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63" name="直線コネクタ 133162">
                      <a:extLst>
                        <a:ext uri="{FF2B5EF4-FFF2-40B4-BE49-F238E27FC236}">
                          <a16:creationId xmlns:a16="http://schemas.microsoft.com/office/drawing/2014/main" id="{C7EB6CE9-BE4E-471E-998E-8C427A6DE7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64" name="直線コネクタ 133163">
                      <a:extLst>
                        <a:ext uri="{FF2B5EF4-FFF2-40B4-BE49-F238E27FC236}">
                          <a16:creationId xmlns:a16="http://schemas.microsoft.com/office/drawing/2014/main" id="{0C52AD54-FEBF-4820-8358-C8114E9D80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65" name="直線コネクタ 133164">
                      <a:extLst>
                        <a:ext uri="{FF2B5EF4-FFF2-40B4-BE49-F238E27FC236}">
                          <a16:creationId xmlns:a16="http://schemas.microsoft.com/office/drawing/2014/main" id="{7E72760C-0712-49ED-AFFE-E47D520598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66" name="直線コネクタ 133165">
                      <a:extLst>
                        <a:ext uri="{FF2B5EF4-FFF2-40B4-BE49-F238E27FC236}">
                          <a16:creationId xmlns:a16="http://schemas.microsoft.com/office/drawing/2014/main" id="{E2B4C83B-A167-4159-9225-3A430AF52F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67" name="直線コネクタ 133166">
                      <a:extLst>
                        <a:ext uri="{FF2B5EF4-FFF2-40B4-BE49-F238E27FC236}">
                          <a16:creationId xmlns:a16="http://schemas.microsoft.com/office/drawing/2014/main" id="{3C370548-FACE-440B-A2ED-76AF6D4024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68" name="直線コネクタ 133167">
                      <a:extLst>
                        <a:ext uri="{FF2B5EF4-FFF2-40B4-BE49-F238E27FC236}">
                          <a16:creationId xmlns:a16="http://schemas.microsoft.com/office/drawing/2014/main" id="{5AB5B86A-C9D5-445E-887A-FED9097D10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69" name="直線コネクタ 133168">
                      <a:extLst>
                        <a:ext uri="{FF2B5EF4-FFF2-40B4-BE49-F238E27FC236}">
                          <a16:creationId xmlns:a16="http://schemas.microsoft.com/office/drawing/2014/main" id="{16E3F464-FFD6-4109-A30C-C1096E3ECE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0" name="直線コネクタ 133169">
                      <a:extLst>
                        <a:ext uri="{FF2B5EF4-FFF2-40B4-BE49-F238E27FC236}">
                          <a16:creationId xmlns:a16="http://schemas.microsoft.com/office/drawing/2014/main" id="{D28E8A48-6AB9-4145-84A4-6CFA19B371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1" name="直線コネクタ 133170">
                      <a:extLst>
                        <a:ext uri="{FF2B5EF4-FFF2-40B4-BE49-F238E27FC236}">
                          <a16:creationId xmlns:a16="http://schemas.microsoft.com/office/drawing/2014/main" id="{BCA4648E-08BC-4DDA-8885-F22DD89664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2" name="直線コネクタ 133171">
                      <a:extLst>
                        <a:ext uri="{FF2B5EF4-FFF2-40B4-BE49-F238E27FC236}">
                          <a16:creationId xmlns:a16="http://schemas.microsoft.com/office/drawing/2014/main" id="{18AD580F-157F-4ACB-BEFB-213913AFB5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3" name="直線コネクタ 133172">
                      <a:extLst>
                        <a:ext uri="{FF2B5EF4-FFF2-40B4-BE49-F238E27FC236}">
                          <a16:creationId xmlns:a16="http://schemas.microsoft.com/office/drawing/2014/main" id="{24D4F201-CFD1-498A-88A5-2B2E7BC4F0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4" name="直線コネクタ 133173">
                      <a:extLst>
                        <a:ext uri="{FF2B5EF4-FFF2-40B4-BE49-F238E27FC236}">
                          <a16:creationId xmlns:a16="http://schemas.microsoft.com/office/drawing/2014/main" id="{4D67AA49-2760-4AEC-BCFC-ED0C0276BA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5" name="直線コネクタ 133174">
                      <a:extLst>
                        <a:ext uri="{FF2B5EF4-FFF2-40B4-BE49-F238E27FC236}">
                          <a16:creationId xmlns:a16="http://schemas.microsoft.com/office/drawing/2014/main" id="{330BFBED-8E7C-41BC-BF56-87DF6193B6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6" name="直線コネクタ 133175">
                      <a:extLst>
                        <a:ext uri="{FF2B5EF4-FFF2-40B4-BE49-F238E27FC236}">
                          <a16:creationId xmlns:a16="http://schemas.microsoft.com/office/drawing/2014/main" id="{87E830B1-AE3D-43D6-92D4-CE778DC0AC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7" name="直線コネクタ 133176">
                      <a:extLst>
                        <a:ext uri="{FF2B5EF4-FFF2-40B4-BE49-F238E27FC236}">
                          <a16:creationId xmlns:a16="http://schemas.microsoft.com/office/drawing/2014/main" id="{F3C2867C-7B48-4860-B1A5-96938308DF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8" name="直線コネクタ 133177">
                      <a:extLst>
                        <a:ext uri="{FF2B5EF4-FFF2-40B4-BE49-F238E27FC236}">
                          <a16:creationId xmlns:a16="http://schemas.microsoft.com/office/drawing/2014/main" id="{FD228A29-50B1-4F68-81E7-F8ECB7A87F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79" name="直線コネクタ 133178">
                      <a:extLst>
                        <a:ext uri="{FF2B5EF4-FFF2-40B4-BE49-F238E27FC236}">
                          <a16:creationId xmlns:a16="http://schemas.microsoft.com/office/drawing/2014/main" id="{CEF7DAAC-9311-498E-BFBF-20DE6C97A9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0" name="直線コネクタ 133179">
                      <a:extLst>
                        <a:ext uri="{FF2B5EF4-FFF2-40B4-BE49-F238E27FC236}">
                          <a16:creationId xmlns:a16="http://schemas.microsoft.com/office/drawing/2014/main" id="{90ACD823-53F1-4B8C-B836-15DF493B35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1" name="直線コネクタ 133180">
                      <a:extLst>
                        <a:ext uri="{FF2B5EF4-FFF2-40B4-BE49-F238E27FC236}">
                          <a16:creationId xmlns:a16="http://schemas.microsoft.com/office/drawing/2014/main" id="{B5911557-1A31-427E-ACEF-27C71466F3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2" name="直線コネクタ 133181">
                      <a:extLst>
                        <a:ext uri="{FF2B5EF4-FFF2-40B4-BE49-F238E27FC236}">
                          <a16:creationId xmlns:a16="http://schemas.microsoft.com/office/drawing/2014/main" id="{F2FE15F6-BDED-41F3-9C26-FADEE2F369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3183" name="直線コネクタ 133182">
                      <a:extLst>
                        <a:ext uri="{FF2B5EF4-FFF2-40B4-BE49-F238E27FC236}">
                          <a16:creationId xmlns:a16="http://schemas.microsoft.com/office/drawing/2014/main" id="{D0C965A1-367B-45DD-9425-ACE4259DBE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04909" name="グループ化 104908">
              <a:extLst>
                <a:ext uri="{FF2B5EF4-FFF2-40B4-BE49-F238E27FC236}">
                  <a16:creationId xmlns:a16="http://schemas.microsoft.com/office/drawing/2014/main" id="{D720EF24-D985-48E3-B610-D6194B85F7EE}"/>
                </a:ext>
              </a:extLst>
            </p:cNvPr>
            <p:cNvGrpSpPr/>
            <p:nvPr/>
          </p:nvGrpSpPr>
          <p:grpSpPr>
            <a:xfrm>
              <a:off x="7200000" y="3598920"/>
              <a:ext cx="3600000" cy="3602160"/>
              <a:chOff x="7200000" y="3598920"/>
              <a:chExt cx="3600000" cy="3602160"/>
            </a:xfrm>
          </p:grpSpPr>
          <p:grpSp>
            <p:nvGrpSpPr>
              <p:cNvPr id="127907" name="グループ化 127906">
                <a:extLst>
                  <a:ext uri="{FF2B5EF4-FFF2-40B4-BE49-F238E27FC236}">
                    <a16:creationId xmlns:a16="http://schemas.microsoft.com/office/drawing/2014/main" id="{D5446CA5-6727-47C4-977F-C9D652A25CF5}"/>
                  </a:ext>
                </a:extLst>
              </p:cNvPr>
              <p:cNvGrpSpPr/>
              <p:nvPr/>
            </p:nvGrpSpPr>
            <p:grpSpPr>
              <a:xfrm flipH="1">
                <a:off x="7200000" y="359892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32907" name="直線コネクタ 132906">
                  <a:extLst>
                    <a:ext uri="{FF2B5EF4-FFF2-40B4-BE49-F238E27FC236}">
                      <a16:creationId xmlns:a16="http://schemas.microsoft.com/office/drawing/2014/main" id="{DB65A509-46B8-49D8-8450-DCCF2593E8B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8" name="直線コネクタ 132907">
                  <a:extLst>
                    <a:ext uri="{FF2B5EF4-FFF2-40B4-BE49-F238E27FC236}">
                      <a16:creationId xmlns:a16="http://schemas.microsoft.com/office/drawing/2014/main" id="{4EB45068-2C20-4C4C-A199-B528EA26DF4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9" name="直線コネクタ 132908">
                  <a:extLst>
                    <a:ext uri="{FF2B5EF4-FFF2-40B4-BE49-F238E27FC236}">
                      <a16:creationId xmlns:a16="http://schemas.microsoft.com/office/drawing/2014/main" id="{EE76B6ED-6791-4C16-BF7A-B28BD4153D50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0" name="直線コネクタ 132909">
                  <a:extLst>
                    <a:ext uri="{FF2B5EF4-FFF2-40B4-BE49-F238E27FC236}">
                      <a16:creationId xmlns:a16="http://schemas.microsoft.com/office/drawing/2014/main" id="{FD086B81-EA5D-4C16-A533-56590A468B4B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1" name="直線コネクタ 132910">
                  <a:extLst>
                    <a:ext uri="{FF2B5EF4-FFF2-40B4-BE49-F238E27FC236}">
                      <a16:creationId xmlns:a16="http://schemas.microsoft.com/office/drawing/2014/main" id="{3317E2BA-B51B-4D42-8692-8D2E228147F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2" name="直線コネクタ 132911">
                  <a:extLst>
                    <a:ext uri="{FF2B5EF4-FFF2-40B4-BE49-F238E27FC236}">
                      <a16:creationId xmlns:a16="http://schemas.microsoft.com/office/drawing/2014/main" id="{0A7B11E2-721E-444F-BB78-1E233A89F8D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3" name="直線コネクタ 132912">
                  <a:extLst>
                    <a:ext uri="{FF2B5EF4-FFF2-40B4-BE49-F238E27FC236}">
                      <a16:creationId xmlns:a16="http://schemas.microsoft.com/office/drawing/2014/main" id="{487E3F71-4567-4C90-93EC-ADB4DFE4321D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4" name="直線コネクタ 132913">
                  <a:extLst>
                    <a:ext uri="{FF2B5EF4-FFF2-40B4-BE49-F238E27FC236}">
                      <a16:creationId xmlns:a16="http://schemas.microsoft.com/office/drawing/2014/main" id="{FAEC6511-D936-482F-912A-65B3605CE97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5" name="直線コネクタ 132914">
                  <a:extLst>
                    <a:ext uri="{FF2B5EF4-FFF2-40B4-BE49-F238E27FC236}">
                      <a16:creationId xmlns:a16="http://schemas.microsoft.com/office/drawing/2014/main" id="{76AD6285-1389-496A-8080-BD5ECB43BFA5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6" name="直線コネクタ 132915">
                  <a:extLst>
                    <a:ext uri="{FF2B5EF4-FFF2-40B4-BE49-F238E27FC236}">
                      <a16:creationId xmlns:a16="http://schemas.microsoft.com/office/drawing/2014/main" id="{12AAD5B4-0F23-43BB-9C1E-262D68E78542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7" name="直線コネクタ 132916">
                  <a:extLst>
                    <a:ext uri="{FF2B5EF4-FFF2-40B4-BE49-F238E27FC236}">
                      <a16:creationId xmlns:a16="http://schemas.microsoft.com/office/drawing/2014/main" id="{931789E3-F8BB-4EF7-AA62-EA90E762B958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8" name="直線コネクタ 132917">
                  <a:extLst>
                    <a:ext uri="{FF2B5EF4-FFF2-40B4-BE49-F238E27FC236}">
                      <a16:creationId xmlns:a16="http://schemas.microsoft.com/office/drawing/2014/main" id="{E6E4F17F-C81C-477B-A794-59A956F40178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19" name="直線コネクタ 132918">
                  <a:extLst>
                    <a:ext uri="{FF2B5EF4-FFF2-40B4-BE49-F238E27FC236}">
                      <a16:creationId xmlns:a16="http://schemas.microsoft.com/office/drawing/2014/main" id="{EC730FC6-E0F7-4398-99D7-69744FB99198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0" name="直線コネクタ 132919">
                  <a:extLst>
                    <a:ext uri="{FF2B5EF4-FFF2-40B4-BE49-F238E27FC236}">
                      <a16:creationId xmlns:a16="http://schemas.microsoft.com/office/drawing/2014/main" id="{67E2B11E-6950-450E-8118-B2DB22148E00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1" name="直線コネクタ 132920">
                  <a:extLst>
                    <a:ext uri="{FF2B5EF4-FFF2-40B4-BE49-F238E27FC236}">
                      <a16:creationId xmlns:a16="http://schemas.microsoft.com/office/drawing/2014/main" id="{19F54842-2910-4027-8C87-0465A8DD130A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2" name="直線コネクタ 132921">
                  <a:extLst>
                    <a:ext uri="{FF2B5EF4-FFF2-40B4-BE49-F238E27FC236}">
                      <a16:creationId xmlns:a16="http://schemas.microsoft.com/office/drawing/2014/main" id="{E9C5304C-A546-4131-8646-1A747D5A23CB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3" name="直線コネクタ 132922">
                  <a:extLst>
                    <a:ext uri="{FF2B5EF4-FFF2-40B4-BE49-F238E27FC236}">
                      <a16:creationId xmlns:a16="http://schemas.microsoft.com/office/drawing/2014/main" id="{17505AD5-4AF5-402D-98E0-A84DB1C17E3E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4" name="直線コネクタ 132923">
                  <a:extLst>
                    <a:ext uri="{FF2B5EF4-FFF2-40B4-BE49-F238E27FC236}">
                      <a16:creationId xmlns:a16="http://schemas.microsoft.com/office/drawing/2014/main" id="{57E03BE8-D85B-4651-A033-E83732F877B2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5" name="直線コネクタ 132924">
                  <a:extLst>
                    <a:ext uri="{FF2B5EF4-FFF2-40B4-BE49-F238E27FC236}">
                      <a16:creationId xmlns:a16="http://schemas.microsoft.com/office/drawing/2014/main" id="{B9D48562-FDD0-4797-AF07-CE263F68FC27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6" name="直線コネクタ 132925">
                  <a:extLst>
                    <a:ext uri="{FF2B5EF4-FFF2-40B4-BE49-F238E27FC236}">
                      <a16:creationId xmlns:a16="http://schemas.microsoft.com/office/drawing/2014/main" id="{4BFCBD92-571F-4393-A277-FBC74424BC77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7" name="直線コネクタ 132926">
                  <a:extLst>
                    <a:ext uri="{FF2B5EF4-FFF2-40B4-BE49-F238E27FC236}">
                      <a16:creationId xmlns:a16="http://schemas.microsoft.com/office/drawing/2014/main" id="{3CEB9F48-5A0C-4BD4-BEDD-4F1C6F252193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8" name="直線コネクタ 132927">
                  <a:extLst>
                    <a:ext uri="{FF2B5EF4-FFF2-40B4-BE49-F238E27FC236}">
                      <a16:creationId xmlns:a16="http://schemas.microsoft.com/office/drawing/2014/main" id="{1CF84672-6FAB-41ED-8CAD-BF3A7403610A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29" name="直線コネクタ 132928">
                  <a:extLst>
                    <a:ext uri="{FF2B5EF4-FFF2-40B4-BE49-F238E27FC236}">
                      <a16:creationId xmlns:a16="http://schemas.microsoft.com/office/drawing/2014/main" id="{45CFECEE-F92A-481D-B878-DD6A0102E8D8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0" name="直線コネクタ 132929">
                  <a:extLst>
                    <a:ext uri="{FF2B5EF4-FFF2-40B4-BE49-F238E27FC236}">
                      <a16:creationId xmlns:a16="http://schemas.microsoft.com/office/drawing/2014/main" id="{935E4334-8D7C-4C19-9267-064475109129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1" name="直線コネクタ 132930">
                  <a:extLst>
                    <a:ext uri="{FF2B5EF4-FFF2-40B4-BE49-F238E27FC236}">
                      <a16:creationId xmlns:a16="http://schemas.microsoft.com/office/drawing/2014/main" id="{811FDC8C-9C3C-4BBD-9BC1-76418B120C25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2" name="直線コネクタ 132931">
                  <a:extLst>
                    <a:ext uri="{FF2B5EF4-FFF2-40B4-BE49-F238E27FC236}">
                      <a16:creationId xmlns:a16="http://schemas.microsoft.com/office/drawing/2014/main" id="{9FDFC6F6-530E-4F48-9F99-0FF2A57C2DCA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3" name="直線コネクタ 132932">
                  <a:extLst>
                    <a:ext uri="{FF2B5EF4-FFF2-40B4-BE49-F238E27FC236}">
                      <a16:creationId xmlns:a16="http://schemas.microsoft.com/office/drawing/2014/main" id="{852E5E9C-8083-4DAA-AA76-F7757B1A2D97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4" name="直線コネクタ 132933">
                  <a:extLst>
                    <a:ext uri="{FF2B5EF4-FFF2-40B4-BE49-F238E27FC236}">
                      <a16:creationId xmlns:a16="http://schemas.microsoft.com/office/drawing/2014/main" id="{7549877B-2780-41F8-A197-4C2F1B051420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5" name="直線コネクタ 132934">
                  <a:extLst>
                    <a:ext uri="{FF2B5EF4-FFF2-40B4-BE49-F238E27FC236}">
                      <a16:creationId xmlns:a16="http://schemas.microsoft.com/office/drawing/2014/main" id="{250A2130-3967-468A-BBE3-A80A7EFF5BFD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6" name="直線コネクタ 132935">
                  <a:extLst>
                    <a:ext uri="{FF2B5EF4-FFF2-40B4-BE49-F238E27FC236}">
                      <a16:creationId xmlns:a16="http://schemas.microsoft.com/office/drawing/2014/main" id="{546DFA38-2DB6-4D4D-9D72-602ABAD4C588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7" name="直線コネクタ 132936">
                  <a:extLst>
                    <a:ext uri="{FF2B5EF4-FFF2-40B4-BE49-F238E27FC236}">
                      <a16:creationId xmlns:a16="http://schemas.microsoft.com/office/drawing/2014/main" id="{74257BBA-AE3B-4C55-BA85-20ADA2401BDE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8" name="直線コネクタ 132937">
                  <a:extLst>
                    <a:ext uri="{FF2B5EF4-FFF2-40B4-BE49-F238E27FC236}">
                      <a16:creationId xmlns:a16="http://schemas.microsoft.com/office/drawing/2014/main" id="{EDB424C9-F0A1-45CF-881A-485417942017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39" name="直線コネクタ 132938">
                  <a:extLst>
                    <a:ext uri="{FF2B5EF4-FFF2-40B4-BE49-F238E27FC236}">
                      <a16:creationId xmlns:a16="http://schemas.microsoft.com/office/drawing/2014/main" id="{A13C43AD-8EFF-4BB0-8825-55C62FD82CCB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0" name="直線コネクタ 132939">
                  <a:extLst>
                    <a:ext uri="{FF2B5EF4-FFF2-40B4-BE49-F238E27FC236}">
                      <a16:creationId xmlns:a16="http://schemas.microsoft.com/office/drawing/2014/main" id="{CBC8C1F8-FC6B-4CA8-9144-E5AC4E484F69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1" name="直線コネクタ 132940">
                  <a:extLst>
                    <a:ext uri="{FF2B5EF4-FFF2-40B4-BE49-F238E27FC236}">
                      <a16:creationId xmlns:a16="http://schemas.microsoft.com/office/drawing/2014/main" id="{6B582E0E-60E6-4F1F-BD0C-3BD386A5FB42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2" name="直線コネクタ 132941">
                  <a:extLst>
                    <a:ext uri="{FF2B5EF4-FFF2-40B4-BE49-F238E27FC236}">
                      <a16:creationId xmlns:a16="http://schemas.microsoft.com/office/drawing/2014/main" id="{63B42A1C-F2A9-4669-9E37-D49919A15077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3" name="直線コネクタ 132942">
                  <a:extLst>
                    <a:ext uri="{FF2B5EF4-FFF2-40B4-BE49-F238E27FC236}">
                      <a16:creationId xmlns:a16="http://schemas.microsoft.com/office/drawing/2014/main" id="{EBA16B00-3B29-4944-B2FF-0328E0BD1640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4" name="直線コネクタ 132943">
                  <a:extLst>
                    <a:ext uri="{FF2B5EF4-FFF2-40B4-BE49-F238E27FC236}">
                      <a16:creationId xmlns:a16="http://schemas.microsoft.com/office/drawing/2014/main" id="{07ABFE77-4D92-4814-BAEF-03DFCB8E0CB9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5" name="直線コネクタ 132944">
                  <a:extLst>
                    <a:ext uri="{FF2B5EF4-FFF2-40B4-BE49-F238E27FC236}">
                      <a16:creationId xmlns:a16="http://schemas.microsoft.com/office/drawing/2014/main" id="{330DF406-6401-4AD6-8E36-31566A923BEA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6" name="直線コネクタ 132945">
                  <a:extLst>
                    <a:ext uri="{FF2B5EF4-FFF2-40B4-BE49-F238E27FC236}">
                      <a16:creationId xmlns:a16="http://schemas.microsoft.com/office/drawing/2014/main" id="{E849C359-F800-4F3A-ACB9-8B1E0C30E860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7" name="直線コネクタ 132946">
                  <a:extLst>
                    <a:ext uri="{FF2B5EF4-FFF2-40B4-BE49-F238E27FC236}">
                      <a16:creationId xmlns:a16="http://schemas.microsoft.com/office/drawing/2014/main" id="{15AB20F9-0A29-489A-9A36-91038563B1C1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8" name="直線コネクタ 132947">
                  <a:extLst>
                    <a:ext uri="{FF2B5EF4-FFF2-40B4-BE49-F238E27FC236}">
                      <a16:creationId xmlns:a16="http://schemas.microsoft.com/office/drawing/2014/main" id="{47B59786-67E7-4055-92ED-F0A82FA7FD10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49" name="直線コネクタ 132948">
                  <a:extLst>
                    <a:ext uri="{FF2B5EF4-FFF2-40B4-BE49-F238E27FC236}">
                      <a16:creationId xmlns:a16="http://schemas.microsoft.com/office/drawing/2014/main" id="{CA10A683-9C65-49B9-AEC0-70E16CD7D480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0" name="直線コネクタ 132949">
                  <a:extLst>
                    <a:ext uri="{FF2B5EF4-FFF2-40B4-BE49-F238E27FC236}">
                      <a16:creationId xmlns:a16="http://schemas.microsoft.com/office/drawing/2014/main" id="{583EC83D-0FDA-4234-BE07-992369A5551A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1" name="直線コネクタ 132950">
                  <a:extLst>
                    <a:ext uri="{FF2B5EF4-FFF2-40B4-BE49-F238E27FC236}">
                      <a16:creationId xmlns:a16="http://schemas.microsoft.com/office/drawing/2014/main" id="{2B270FC8-E33E-4BE9-9A95-22F96CAAC1A7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2" name="直線コネクタ 132951">
                  <a:extLst>
                    <a:ext uri="{FF2B5EF4-FFF2-40B4-BE49-F238E27FC236}">
                      <a16:creationId xmlns:a16="http://schemas.microsoft.com/office/drawing/2014/main" id="{20822D3D-7550-4A2B-9C50-0012B50703CC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3" name="直線コネクタ 132952">
                  <a:extLst>
                    <a:ext uri="{FF2B5EF4-FFF2-40B4-BE49-F238E27FC236}">
                      <a16:creationId xmlns:a16="http://schemas.microsoft.com/office/drawing/2014/main" id="{4E11D080-D938-4BFA-B47E-3B9C0CCA9A23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4" name="直線コネクタ 132953">
                  <a:extLst>
                    <a:ext uri="{FF2B5EF4-FFF2-40B4-BE49-F238E27FC236}">
                      <a16:creationId xmlns:a16="http://schemas.microsoft.com/office/drawing/2014/main" id="{2FA5D3A8-F2DA-4D46-AFB5-DD512847F253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5" name="直線コネクタ 132954">
                  <a:extLst>
                    <a:ext uri="{FF2B5EF4-FFF2-40B4-BE49-F238E27FC236}">
                      <a16:creationId xmlns:a16="http://schemas.microsoft.com/office/drawing/2014/main" id="{88C9F951-6DA0-4196-A3B0-3B7BDE1B7692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6" name="直線コネクタ 132955">
                  <a:extLst>
                    <a:ext uri="{FF2B5EF4-FFF2-40B4-BE49-F238E27FC236}">
                      <a16:creationId xmlns:a16="http://schemas.microsoft.com/office/drawing/2014/main" id="{DA0ADF83-F43D-4CC0-A1FB-A49A2D7AF57F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7" name="直線コネクタ 132956">
                  <a:extLst>
                    <a:ext uri="{FF2B5EF4-FFF2-40B4-BE49-F238E27FC236}">
                      <a16:creationId xmlns:a16="http://schemas.microsoft.com/office/drawing/2014/main" id="{FA692167-4258-46EC-8BF9-5542DB152C3B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8" name="直線コネクタ 132957">
                  <a:extLst>
                    <a:ext uri="{FF2B5EF4-FFF2-40B4-BE49-F238E27FC236}">
                      <a16:creationId xmlns:a16="http://schemas.microsoft.com/office/drawing/2014/main" id="{44123F37-F118-486C-AC67-52433519569A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59" name="直線コネクタ 132958">
                  <a:extLst>
                    <a:ext uri="{FF2B5EF4-FFF2-40B4-BE49-F238E27FC236}">
                      <a16:creationId xmlns:a16="http://schemas.microsoft.com/office/drawing/2014/main" id="{2BA0414C-0259-4B33-ABAF-EE1FB05494DF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0" name="直線コネクタ 132959">
                  <a:extLst>
                    <a:ext uri="{FF2B5EF4-FFF2-40B4-BE49-F238E27FC236}">
                      <a16:creationId xmlns:a16="http://schemas.microsoft.com/office/drawing/2014/main" id="{E62E8365-CC80-40D1-A5DB-C1588A84536F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1" name="直線コネクタ 132960">
                  <a:extLst>
                    <a:ext uri="{FF2B5EF4-FFF2-40B4-BE49-F238E27FC236}">
                      <a16:creationId xmlns:a16="http://schemas.microsoft.com/office/drawing/2014/main" id="{C606F368-0390-4E60-A5DC-9BA332AC049F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2" name="直線コネクタ 132961">
                  <a:extLst>
                    <a:ext uri="{FF2B5EF4-FFF2-40B4-BE49-F238E27FC236}">
                      <a16:creationId xmlns:a16="http://schemas.microsoft.com/office/drawing/2014/main" id="{6F421634-40C3-4366-8AA9-9D70B5FA2A24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3" name="直線コネクタ 132962">
                  <a:extLst>
                    <a:ext uri="{FF2B5EF4-FFF2-40B4-BE49-F238E27FC236}">
                      <a16:creationId xmlns:a16="http://schemas.microsoft.com/office/drawing/2014/main" id="{1366994C-7672-400B-8BCD-9D84F134C6DB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4" name="直線コネクタ 132963">
                  <a:extLst>
                    <a:ext uri="{FF2B5EF4-FFF2-40B4-BE49-F238E27FC236}">
                      <a16:creationId xmlns:a16="http://schemas.microsoft.com/office/drawing/2014/main" id="{CAC40E20-4018-47C2-B46F-A3D69277249F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5" name="直線コネクタ 132964">
                  <a:extLst>
                    <a:ext uri="{FF2B5EF4-FFF2-40B4-BE49-F238E27FC236}">
                      <a16:creationId xmlns:a16="http://schemas.microsoft.com/office/drawing/2014/main" id="{5E5048F0-B814-428D-B583-861868B284E1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6" name="直線コネクタ 132965">
                  <a:extLst>
                    <a:ext uri="{FF2B5EF4-FFF2-40B4-BE49-F238E27FC236}">
                      <a16:creationId xmlns:a16="http://schemas.microsoft.com/office/drawing/2014/main" id="{C9CF8F79-1EE3-4A4E-A237-FC96D03F759B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7" name="直線コネクタ 132966">
                  <a:extLst>
                    <a:ext uri="{FF2B5EF4-FFF2-40B4-BE49-F238E27FC236}">
                      <a16:creationId xmlns:a16="http://schemas.microsoft.com/office/drawing/2014/main" id="{26902EA3-5BDF-4011-8673-C645DEFE75DD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8" name="直線コネクタ 132967">
                  <a:extLst>
                    <a:ext uri="{FF2B5EF4-FFF2-40B4-BE49-F238E27FC236}">
                      <a16:creationId xmlns:a16="http://schemas.microsoft.com/office/drawing/2014/main" id="{ABBC4025-2B67-45E5-BD3F-20E67040E481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69" name="直線コネクタ 132968">
                  <a:extLst>
                    <a:ext uri="{FF2B5EF4-FFF2-40B4-BE49-F238E27FC236}">
                      <a16:creationId xmlns:a16="http://schemas.microsoft.com/office/drawing/2014/main" id="{1EF14006-1937-46E9-B202-E9161F87CD12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0" name="直線コネクタ 132969">
                  <a:extLst>
                    <a:ext uri="{FF2B5EF4-FFF2-40B4-BE49-F238E27FC236}">
                      <a16:creationId xmlns:a16="http://schemas.microsoft.com/office/drawing/2014/main" id="{203E63C2-8262-4B3A-AACB-15795852E8B6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1" name="直線コネクタ 132970">
                  <a:extLst>
                    <a:ext uri="{FF2B5EF4-FFF2-40B4-BE49-F238E27FC236}">
                      <a16:creationId xmlns:a16="http://schemas.microsoft.com/office/drawing/2014/main" id="{3B280530-E4C3-4A4C-8F55-791228ADF4DC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2" name="直線コネクタ 132971">
                  <a:extLst>
                    <a:ext uri="{FF2B5EF4-FFF2-40B4-BE49-F238E27FC236}">
                      <a16:creationId xmlns:a16="http://schemas.microsoft.com/office/drawing/2014/main" id="{5DB4DE14-1056-442C-AF4E-151A55FD6ACF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3" name="直線コネクタ 132972">
                  <a:extLst>
                    <a:ext uri="{FF2B5EF4-FFF2-40B4-BE49-F238E27FC236}">
                      <a16:creationId xmlns:a16="http://schemas.microsoft.com/office/drawing/2014/main" id="{24B0F02D-5A09-4158-97A8-422EC73A9478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4" name="直線コネクタ 132973">
                  <a:extLst>
                    <a:ext uri="{FF2B5EF4-FFF2-40B4-BE49-F238E27FC236}">
                      <a16:creationId xmlns:a16="http://schemas.microsoft.com/office/drawing/2014/main" id="{E49C05E9-9244-4339-ADDB-93877128F118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5" name="直線コネクタ 132974">
                  <a:extLst>
                    <a:ext uri="{FF2B5EF4-FFF2-40B4-BE49-F238E27FC236}">
                      <a16:creationId xmlns:a16="http://schemas.microsoft.com/office/drawing/2014/main" id="{37EAD142-ED1C-41FC-B038-A76B1F49089F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6" name="直線コネクタ 132975">
                  <a:extLst>
                    <a:ext uri="{FF2B5EF4-FFF2-40B4-BE49-F238E27FC236}">
                      <a16:creationId xmlns:a16="http://schemas.microsoft.com/office/drawing/2014/main" id="{2C19C38F-02DA-4AC7-922C-46626F5A4EB3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7" name="直線コネクタ 132976">
                  <a:extLst>
                    <a:ext uri="{FF2B5EF4-FFF2-40B4-BE49-F238E27FC236}">
                      <a16:creationId xmlns:a16="http://schemas.microsoft.com/office/drawing/2014/main" id="{89F5B0FB-F6D5-4669-A908-F273AC070AE5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8" name="直線コネクタ 132977">
                  <a:extLst>
                    <a:ext uri="{FF2B5EF4-FFF2-40B4-BE49-F238E27FC236}">
                      <a16:creationId xmlns:a16="http://schemas.microsoft.com/office/drawing/2014/main" id="{33DFADED-4255-4032-81E7-65FF8D24E0F1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79" name="直線コネクタ 132978">
                  <a:extLst>
                    <a:ext uri="{FF2B5EF4-FFF2-40B4-BE49-F238E27FC236}">
                      <a16:creationId xmlns:a16="http://schemas.microsoft.com/office/drawing/2014/main" id="{FAEA2FA0-15A2-4D7C-84C5-CE27A5578E00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0" name="直線コネクタ 132979">
                  <a:extLst>
                    <a:ext uri="{FF2B5EF4-FFF2-40B4-BE49-F238E27FC236}">
                      <a16:creationId xmlns:a16="http://schemas.microsoft.com/office/drawing/2014/main" id="{1ECBC490-EE62-4E6C-872D-37C0E66D201A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1" name="直線コネクタ 132980">
                  <a:extLst>
                    <a:ext uri="{FF2B5EF4-FFF2-40B4-BE49-F238E27FC236}">
                      <a16:creationId xmlns:a16="http://schemas.microsoft.com/office/drawing/2014/main" id="{4D579C53-56D7-4B30-A4AA-411899B8ECA9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2" name="直線コネクタ 132981">
                  <a:extLst>
                    <a:ext uri="{FF2B5EF4-FFF2-40B4-BE49-F238E27FC236}">
                      <a16:creationId xmlns:a16="http://schemas.microsoft.com/office/drawing/2014/main" id="{78A153E3-65C6-4F0C-B862-B1519609D624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3" name="直線コネクタ 132982">
                  <a:extLst>
                    <a:ext uri="{FF2B5EF4-FFF2-40B4-BE49-F238E27FC236}">
                      <a16:creationId xmlns:a16="http://schemas.microsoft.com/office/drawing/2014/main" id="{B3609487-61EA-403F-8CAF-96EB731055CA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4" name="直線コネクタ 132983">
                  <a:extLst>
                    <a:ext uri="{FF2B5EF4-FFF2-40B4-BE49-F238E27FC236}">
                      <a16:creationId xmlns:a16="http://schemas.microsoft.com/office/drawing/2014/main" id="{6FDDA61E-D247-4225-BDD3-6FCD5AF797FD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5" name="直線コネクタ 132984">
                  <a:extLst>
                    <a:ext uri="{FF2B5EF4-FFF2-40B4-BE49-F238E27FC236}">
                      <a16:creationId xmlns:a16="http://schemas.microsoft.com/office/drawing/2014/main" id="{8276FDA4-9372-4D17-8BDE-3658D833D3C1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6" name="直線コネクタ 132985">
                  <a:extLst>
                    <a:ext uri="{FF2B5EF4-FFF2-40B4-BE49-F238E27FC236}">
                      <a16:creationId xmlns:a16="http://schemas.microsoft.com/office/drawing/2014/main" id="{CBD6B6DE-C966-4095-83E7-E527C0CDF41A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7" name="直線コネクタ 132986">
                  <a:extLst>
                    <a:ext uri="{FF2B5EF4-FFF2-40B4-BE49-F238E27FC236}">
                      <a16:creationId xmlns:a16="http://schemas.microsoft.com/office/drawing/2014/main" id="{CA1D0203-D49E-4BB4-AEB6-2CE5ABD1913F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8" name="直線コネクタ 132987">
                  <a:extLst>
                    <a:ext uri="{FF2B5EF4-FFF2-40B4-BE49-F238E27FC236}">
                      <a16:creationId xmlns:a16="http://schemas.microsoft.com/office/drawing/2014/main" id="{617F6758-2D5C-4CAF-9BAC-25B7CD833496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89" name="直線コネクタ 132988">
                  <a:extLst>
                    <a:ext uri="{FF2B5EF4-FFF2-40B4-BE49-F238E27FC236}">
                      <a16:creationId xmlns:a16="http://schemas.microsoft.com/office/drawing/2014/main" id="{349075A1-6FD7-4242-8C16-D88EB86D7028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0" name="直線コネクタ 132989">
                  <a:extLst>
                    <a:ext uri="{FF2B5EF4-FFF2-40B4-BE49-F238E27FC236}">
                      <a16:creationId xmlns:a16="http://schemas.microsoft.com/office/drawing/2014/main" id="{1754DD94-7C1B-4040-886E-F5AB73377EF0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1" name="直線コネクタ 132990">
                  <a:extLst>
                    <a:ext uri="{FF2B5EF4-FFF2-40B4-BE49-F238E27FC236}">
                      <a16:creationId xmlns:a16="http://schemas.microsoft.com/office/drawing/2014/main" id="{CCC29909-7D68-4D41-929C-403CE834A898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2" name="直線コネクタ 132991">
                  <a:extLst>
                    <a:ext uri="{FF2B5EF4-FFF2-40B4-BE49-F238E27FC236}">
                      <a16:creationId xmlns:a16="http://schemas.microsoft.com/office/drawing/2014/main" id="{19E571DE-16E0-4A09-8BA4-4C91B884ED0C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3" name="直線コネクタ 132992">
                  <a:extLst>
                    <a:ext uri="{FF2B5EF4-FFF2-40B4-BE49-F238E27FC236}">
                      <a16:creationId xmlns:a16="http://schemas.microsoft.com/office/drawing/2014/main" id="{2D598A5A-E09A-4B5E-8E66-D7718108E387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4" name="直線コネクタ 132993">
                  <a:extLst>
                    <a:ext uri="{FF2B5EF4-FFF2-40B4-BE49-F238E27FC236}">
                      <a16:creationId xmlns:a16="http://schemas.microsoft.com/office/drawing/2014/main" id="{ED049B34-9EE4-46AB-BA78-D85ACEA0D0D6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5" name="直線コネクタ 132994">
                  <a:extLst>
                    <a:ext uri="{FF2B5EF4-FFF2-40B4-BE49-F238E27FC236}">
                      <a16:creationId xmlns:a16="http://schemas.microsoft.com/office/drawing/2014/main" id="{3497385E-1BCE-4BC9-9FC9-A3C7DBFB5B67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6" name="直線コネクタ 132995">
                  <a:extLst>
                    <a:ext uri="{FF2B5EF4-FFF2-40B4-BE49-F238E27FC236}">
                      <a16:creationId xmlns:a16="http://schemas.microsoft.com/office/drawing/2014/main" id="{9B82D01C-365C-4C17-8C67-0EF32D66B6EC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7" name="直線コネクタ 132996">
                  <a:extLst>
                    <a:ext uri="{FF2B5EF4-FFF2-40B4-BE49-F238E27FC236}">
                      <a16:creationId xmlns:a16="http://schemas.microsoft.com/office/drawing/2014/main" id="{C9BF6614-8BF9-410C-96FB-A8C6227E8B6A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8" name="直線コネクタ 132997">
                  <a:extLst>
                    <a:ext uri="{FF2B5EF4-FFF2-40B4-BE49-F238E27FC236}">
                      <a16:creationId xmlns:a16="http://schemas.microsoft.com/office/drawing/2014/main" id="{383F4786-C3BD-48F5-956C-4A3A77AF579A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99" name="直線コネクタ 132998">
                  <a:extLst>
                    <a:ext uri="{FF2B5EF4-FFF2-40B4-BE49-F238E27FC236}">
                      <a16:creationId xmlns:a16="http://schemas.microsoft.com/office/drawing/2014/main" id="{D8F7B7BC-7A19-4AEC-8C0D-8EE398067854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0" name="直線コネクタ 132999">
                  <a:extLst>
                    <a:ext uri="{FF2B5EF4-FFF2-40B4-BE49-F238E27FC236}">
                      <a16:creationId xmlns:a16="http://schemas.microsoft.com/office/drawing/2014/main" id="{BA0E2B35-1D2E-4D91-9DAD-9E0ED63C5F1A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1" name="直線コネクタ 133000">
                  <a:extLst>
                    <a:ext uri="{FF2B5EF4-FFF2-40B4-BE49-F238E27FC236}">
                      <a16:creationId xmlns:a16="http://schemas.microsoft.com/office/drawing/2014/main" id="{9A37ADA1-9F76-4A9A-8718-9F918AF2A802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2" name="直線コネクタ 133001">
                  <a:extLst>
                    <a:ext uri="{FF2B5EF4-FFF2-40B4-BE49-F238E27FC236}">
                      <a16:creationId xmlns:a16="http://schemas.microsoft.com/office/drawing/2014/main" id="{C85F40DB-F4CF-4677-BFD7-BBC0EE6CB12F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3" name="直線コネクタ 133002">
                  <a:extLst>
                    <a:ext uri="{FF2B5EF4-FFF2-40B4-BE49-F238E27FC236}">
                      <a16:creationId xmlns:a16="http://schemas.microsoft.com/office/drawing/2014/main" id="{1EFED1D7-C979-4E5C-98EA-EDDD4B3A0D4B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4" name="直線コネクタ 133003">
                  <a:extLst>
                    <a:ext uri="{FF2B5EF4-FFF2-40B4-BE49-F238E27FC236}">
                      <a16:creationId xmlns:a16="http://schemas.microsoft.com/office/drawing/2014/main" id="{B0C50F05-89DF-4892-A1DA-B0E1FD69A54F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5" name="直線コネクタ 133004">
                  <a:extLst>
                    <a:ext uri="{FF2B5EF4-FFF2-40B4-BE49-F238E27FC236}">
                      <a16:creationId xmlns:a16="http://schemas.microsoft.com/office/drawing/2014/main" id="{0BFC618D-0FC0-4BB3-86FE-0CCCBBB9F105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6" name="直線コネクタ 133005">
                  <a:extLst>
                    <a:ext uri="{FF2B5EF4-FFF2-40B4-BE49-F238E27FC236}">
                      <a16:creationId xmlns:a16="http://schemas.microsoft.com/office/drawing/2014/main" id="{DA862887-0801-4022-B764-DDE685F87A45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7" name="直線コネクタ 133006">
                  <a:extLst>
                    <a:ext uri="{FF2B5EF4-FFF2-40B4-BE49-F238E27FC236}">
                      <a16:creationId xmlns:a16="http://schemas.microsoft.com/office/drawing/2014/main" id="{A975BFA3-AB0A-4A40-8D6B-D11EB0D1B5A4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8" name="直線コネクタ 133007">
                  <a:extLst>
                    <a:ext uri="{FF2B5EF4-FFF2-40B4-BE49-F238E27FC236}">
                      <a16:creationId xmlns:a16="http://schemas.microsoft.com/office/drawing/2014/main" id="{6375B6A3-ADB0-4DDC-BAFC-34D1FD87E9B7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09" name="直線コネクタ 133008">
                  <a:extLst>
                    <a:ext uri="{FF2B5EF4-FFF2-40B4-BE49-F238E27FC236}">
                      <a16:creationId xmlns:a16="http://schemas.microsoft.com/office/drawing/2014/main" id="{F955A188-EF8B-4698-8530-9C53035D9B2F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0" name="直線コネクタ 133009">
                  <a:extLst>
                    <a:ext uri="{FF2B5EF4-FFF2-40B4-BE49-F238E27FC236}">
                      <a16:creationId xmlns:a16="http://schemas.microsoft.com/office/drawing/2014/main" id="{AE4A8618-ACFE-4EFC-93CF-0D71D6364499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1" name="直線コネクタ 133010">
                  <a:extLst>
                    <a:ext uri="{FF2B5EF4-FFF2-40B4-BE49-F238E27FC236}">
                      <a16:creationId xmlns:a16="http://schemas.microsoft.com/office/drawing/2014/main" id="{40E54378-D76C-470D-B6C7-C4FD755C4357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2" name="直線コネクタ 133011">
                  <a:extLst>
                    <a:ext uri="{FF2B5EF4-FFF2-40B4-BE49-F238E27FC236}">
                      <a16:creationId xmlns:a16="http://schemas.microsoft.com/office/drawing/2014/main" id="{18FC82A4-2255-4001-89F4-9878B6312D0A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3" name="直線コネクタ 133012">
                  <a:extLst>
                    <a:ext uri="{FF2B5EF4-FFF2-40B4-BE49-F238E27FC236}">
                      <a16:creationId xmlns:a16="http://schemas.microsoft.com/office/drawing/2014/main" id="{1F71598C-E24F-48E4-9D2C-DFA38A65D203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4" name="直線コネクタ 133013">
                  <a:extLst>
                    <a:ext uri="{FF2B5EF4-FFF2-40B4-BE49-F238E27FC236}">
                      <a16:creationId xmlns:a16="http://schemas.microsoft.com/office/drawing/2014/main" id="{DD3BB690-7FA9-45BF-ADE4-B031B123796D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5" name="直線コネクタ 133014">
                  <a:extLst>
                    <a:ext uri="{FF2B5EF4-FFF2-40B4-BE49-F238E27FC236}">
                      <a16:creationId xmlns:a16="http://schemas.microsoft.com/office/drawing/2014/main" id="{D506929D-E184-4919-8A0C-9D7204D6791B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6" name="直線コネクタ 133015">
                  <a:extLst>
                    <a:ext uri="{FF2B5EF4-FFF2-40B4-BE49-F238E27FC236}">
                      <a16:creationId xmlns:a16="http://schemas.microsoft.com/office/drawing/2014/main" id="{7B601A94-B2CA-44D9-92D0-AC37C75B5CE6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7" name="直線コネクタ 133016">
                  <a:extLst>
                    <a:ext uri="{FF2B5EF4-FFF2-40B4-BE49-F238E27FC236}">
                      <a16:creationId xmlns:a16="http://schemas.microsoft.com/office/drawing/2014/main" id="{3A3999A2-330B-440D-9A97-1DD71F37CB09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8" name="直線コネクタ 133017">
                  <a:extLst>
                    <a:ext uri="{FF2B5EF4-FFF2-40B4-BE49-F238E27FC236}">
                      <a16:creationId xmlns:a16="http://schemas.microsoft.com/office/drawing/2014/main" id="{D1FCC9F9-456B-4578-9BDB-9EB3FC1AE9AA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19" name="直線コネクタ 133018">
                  <a:extLst>
                    <a:ext uri="{FF2B5EF4-FFF2-40B4-BE49-F238E27FC236}">
                      <a16:creationId xmlns:a16="http://schemas.microsoft.com/office/drawing/2014/main" id="{9D285AFE-8EA7-4E8E-A1ED-9CB1C0A6B304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0" name="直線コネクタ 133019">
                  <a:extLst>
                    <a:ext uri="{FF2B5EF4-FFF2-40B4-BE49-F238E27FC236}">
                      <a16:creationId xmlns:a16="http://schemas.microsoft.com/office/drawing/2014/main" id="{06FF763B-4B99-40CD-86E0-63937EE62C94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1" name="直線コネクタ 133020">
                  <a:extLst>
                    <a:ext uri="{FF2B5EF4-FFF2-40B4-BE49-F238E27FC236}">
                      <a16:creationId xmlns:a16="http://schemas.microsoft.com/office/drawing/2014/main" id="{753B7D6C-2525-499B-BCC3-7CE2CE9BBFA3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2" name="直線コネクタ 133021">
                  <a:extLst>
                    <a:ext uri="{FF2B5EF4-FFF2-40B4-BE49-F238E27FC236}">
                      <a16:creationId xmlns:a16="http://schemas.microsoft.com/office/drawing/2014/main" id="{2A9631EB-8B75-421E-B039-56672E6AA7B4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3" name="直線コネクタ 133022">
                  <a:extLst>
                    <a:ext uri="{FF2B5EF4-FFF2-40B4-BE49-F238E27FC236}">
                      <a16:creationId xmlns:a16="http://schemas.microsoft.com/office/drawing/2014/main" id="{99D27DD6-34F2-4E73-87DA-CF5AC3781678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4" name="直線コネクタ 133023">
                  <a:extLst>
                    <a:ext uri="{FF2B5EF4-FFF2-40B4-BE49-F238E27FC236}">
                      <a16:creationId xmlns:a16="http://schemas.microsoft.com/office/drawing/2014/main" id="{B1FBE6F8-F969-4107-B1BD-842539885366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5" name="直線コネクタ 133024">
                  <a:extLst>
                    <a:ext uri="{FF2B5EF4-FFF2-40B4-BE49-F238E27FC236}">
                      <a16:creationId xmlns:a16="http://schemas.microsoft.com/office/drawing/2014/main" id="{CC54F526-FA9A-4405-94FA-9AD8917177FC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6" name="直線コネクタ 133025">
                  <a:extLst>
                    <a:ext uri="{FF2B5EF4-FFF2-40B4-BE49-F238E27FC236}">
                      <a16:creationId xmlns:a16="http://schemas.microsoft.com/office/drawing/2014/main" id="{E1F6C110-AC08-4C9F-8DD5-C5009EF624C1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7" name="直線コネクタ 133026">
                  <a:extLst>
                    <a:ext uri="{FF2B5EF4-FFF2-40B4-BE49-F238E27FC236}">
                      <a16:creationId xmlns:a16="http://schemas.microsoft.com/office/drawing/2014/main" id="{3D334513-2E2B-4282-B88A-90F3C3DF2C67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8" name="直線コネクタ 133027">
                  <a:extLst>
                    <a:ext uri="{FF2B5EF4-FFF2-40B4-BE49-F238E27FC236}">
                      <a16:creationId xmlns:a16="http://schemas.microsoft.com/office/drawing/2014/main" id="{FCBBF8DA-B242-4BAD-9393-6C5A4551F3FB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29" name="直線コネクタ 133028">
                  <a:extLst>
                    <a:ext uri="{FF2B5EF4-FFF2-40B4-BE49-F238E27FC236}">
                      <a16:creationId xmlns:a16="http://schemas.microsoft.com/office/drawing/2014/main" id="{177D60E1-AC60-48DA-B984-6A321B29CFA2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0" name="直線コネクタ 133029">
                  <a:extLst>
                    <a:ext uri="{FF2B5EF4-FFF2-40B4-BE49-F238E27FC236}">
                      <a16:creationId xmlns:a16="http://schemas.microsoft.com/office/drawing/2014/main" id="{C4B623AB-FBF1-4D04-ACC9-0D6611C24461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1" name="直線コネクタ 133030">
                  <a:extLst>
                    <a:ext uri="{FF2B5EF4-FFF2-40B4-BE49-F238E27FC236}">
                      <a16:creationId xmlns:a16="http://schemas.microsoft.com/office/drawing/2014/main" id="{D7CEF2D2-7854-4D44-B092-1454DFCEB018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2" name="直線コネクタ 133031">
                  <a:extLst>
                    <a:ext uri="{FF2B5EF4-FFF2-40B4-BE49-F238E27FC236}">
                      <a16:creationId xmlns:a16="http://schemas.microsoft.com/office/drawing/2014/main" id="{99D64D50-FB36-414C-9587-7497DF4A6B09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3" name="直線コネクタ 133032">
                  <a:extLst>
                    <a:ext uri="{FF2B5EF4-FFF2-40B4-BE49-F238E27FC236}">
                      <a16:creationId xmlns:a16="http://schemas.microsoft.com/office/drawing/2014/main" id="{BC8D3EE1-C3F0-4492-80F0-A08AF6BAFE6B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4" name="直線コネクタ 133033">
                  <a:extLst>
                    <a:ext uri="{FF2B5EF4-FFF2-40B4-BE49-F238E27FC236}">
                      <a16:creationId xmlns:a16="http://schemas.microsoft.com/office/drawing/2014/main" id="{560BAC5A-D7B8-48B2-8905-ADD558637026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5" name="直線コネクタ 133034">
                  <a:extLst>
                    <a:ext uri="{FF2B5EF4-FFF2-40B4-BE49-F238E27FC236}">
                      <a16:creationId xmlns:a16="http://schemas.microsoft.com/office/drawing/2014/main" id="{1CF149D9-C45D-4BBD-BABF-93D2E0F53BD0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6" name="直線コネクタ 133035">
                  <a:extLst>
                    <a:ext uri="{FF2B5EF4-FFF2-40B4-BE49-F238E27FC236}">
                      <a16:creationId xmlns:a16="http://schemas.microsoft.com/office/drawing/2014/main" id="{363999E9-3842-4B73-96CD-9EE9AB05E8A9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7" name="直線コネクタ 133036">
                  <a:extLst>
                    <a:ext uri="{FF2B5EF4-FFF2-40B4-BE49-F238E27FC236}">
                      <a16:creationId xmlns:a16="http://schemas.microsoft.com/office/drawing/2014/main" id="{08A5A7C0-A80D-4FE3-8602-996CC00D00AE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8" name="直線コネクタ 133037">
                  <a:extLst>
                    <a:ext uri="{FF2B5EF4-FFF2-40B4-BE49-F238E27FC236}">
                      <a16:creationId xmlns:a16="http://schemas.microsoft.com/office/drawing/2014/main" id="{D48903F4-D39C-4532-9407-2EA446EEBE0D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39" name="直線コネクタ 133038">
                  <a:extLst>
                    <a:ext uri="{FF2B5EF4-FFF2-40B4-BE49-F238E27FC236}">
                      <a16:creationId xmlns:a16="http://schemas.microsoft.com/office/drawing/2014/main" id="{129D0C63-DABC-48B2-BFA1-9D677201EE4F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0" name="直線コネクタ 133039">
                  <a:extLst>
                    <a:ext uri="{FF2B5EF4-FFF2-40B4-BE49-F238E27FC236}">
                      <a16:creationId xmlns:a16="http://schemas.microsoft.com/office/drawing/2014/main" id="{953064E0-DA62-4549-B2EB-DEEF6458E505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1" name="直線コネクタ 133040">
                  <a:extLst>
                    <a:ext uri="{FF2B5EF4-FFF2-40B4-BE49-F238E27FC236}">
                      <a16:creationId xmlns:a16="http://schemas.microsoft.com/office/drawing/2014/main" id="{E0C3F293-F378-40C0-B77E-C9E4FD370F59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2" name="直線コネクタ 133041">
                  <a:extLst>
                    <a:ext uri="{FF2B5EF4-FFF2-40B4-BE49-F238E27FC236}">
                      <a16:creationId xmlns:a16="http://schemas.microsoft.com/office/drawing/2014/main" id="{4F6F6061-B16A-4E3A-A125-9E1D07E32DE0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3" name="直線コネクタ 133042">
                  <a:extLst>
                    <a:ext uri="{FF2B5EF4-FFF2-40B4-BE49-F238E27FC236}">
                      <a16:creationId xmlns:a16="http://schemas.microsoft.com/office/drawing/2014/main" id="{482BCBCE-46A8-4620-A754-7E5DB75FD9BF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4" name="直線コネクタ 133043">
                  <a:extLst>
                    <a:ext uri="{FF2B5EF4-FFF2-40B4-BE49-F238E27FC236}">
                      <a16:creationId xmlns:a16="http://schemas.microsoft.com/office/drawing/2014/main" id="{764FB616-61CC-42ED-BD7D-264A8BC5B31F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5" name="直線コネクタ 133044">
                  <a:extLst>
                    <a:ext uri="{FF2B5EF4-FFF2-40B4-BE49-F238E27FC236}">
                      <a16:creationId xmlns:a16="http://schemas.microsoft.com/office/drawing/2014/main" id="{079EB0F4-3D4C-4692-B454-E0309607E53D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6" name="直線コネクタ 133045">
                  <a:extLst>
                    <a:ext uri="{FF2B5EF4-FFF2-40B4-BE49-F238E27FC236}">
                      <a16:creationId xmlns:a16="http://schemas.microsoft.com/office/drawing/2014/main" id="{2FA10546-2075-45AD-AC26-18B1F8563DD2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7" name="直線コネクタ 133046">
                  <a:extLst>
                    <a:ext uri="{FF2B5EF4-FFF2-40B4-BE49-F238E27FC236}">
                      <a16:creationId xmlns:a16="http://schemas.microsoft.com/office/drawing/2014/main" id="{2F01EC9E-2671-47F0-83A6-42A02993E04C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8" name="直線コネクタ 133047">
                  <a:extLst>
                    <a:ext uri="{FF2B5EF4-FFF2-40B4-BE49-F238E27FC236}">
                      <a16:creationId xmlns:a16="http://schemas.microsoft.com/office/drawing/2014/main" id="{5D5FC124-CDE6-48C5-8BF0-6EC4C1E8B934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49" name="直線コネクタ 133048">
                  <a:extLst>
                    <a:ext uri="{FF2B5EF4-FFF2-40B4-BE49-F238E27FC236}">
                      <a16:creationId xmlns:a16="http://schemas.microsoft.com/office/drawing/2014/main" id="{C4620B94-F1B0-477D-9B63-BADB2FF95C77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0" name="直線コネクタ 133049">
                  <a:extLst>
                    <a:ext uri="{FF2B5EF4-FFF2-40B4-BE49-F238E27FC236}">
                      <a16:creationId xmlns:a16="http://schemas.microsoft.com/office/drawing/2014/main" id="{826B3F24-2151-4D29-A80C-52529C36F13F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1" name="直線コネクタ 133050">
                  <a:extLst>
                    <a:ext uri="{FF2B5EF4-FFF2-40B4-BE49-F238E27FC236}">
                      <a16:creationId xmlns:a16="http://schemas.microsoft.com/office/drawing/2014/main" id="{8EC5916D-241C-4651-8CD7-370761C60C49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2" name="直線コネクタ 133051">
                  <a:extLst>
                    <a:ext uri="{FF2B5EF4-FFF2-40B4-BE49-F238E27FC236}">
                      <a16:creationId xmlns:a16="http://schemas.microsoft.com/office/drawing/2014/main" id="{C1FF5CF5-E802-4E41-8753-6ADD71636BC7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3" name="直線コネクタ 133052">
                  <a:extLst>
                    <a:ext uri="{FF2B5EF4-FFF2-40B4-BE49-F238E27FC236}">
                      <a16:creationId xmlns:a16="http://schemas.microsoft.com/office/drawing/2014/main" id="{6F9C9302-909B-4AE3-8F81-7CDC2179EF84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4" name="直線コネクタ 133053">
                  <a:extLst>
                    <a:ext uri="{FF2B5EF4-FFF2-40B4-BE49-F238E27FC236}">
                      <a16:creationId xmlns:a16="http://schemas.microsoft.com/office/drawing/2014/main" id="{7883F6B8-C182-40E2-B709-515E582EB02B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5" name="直線コネクタ 133054">
                  <a:extLst>
                    <a:ext uri="{FF2B5EF4-FFF2-40B4-BE49-F238E27FC236}">
                      <a16:creationId xmlns:a16="http://schemas.microsoft.com/office/drawing/2014/main" id="{87626D91-E45F-4164-80C4-5C0ABE33B4CD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6" name="直線コネクタ 133055">
                  <a:extLst>
                    <a:ext uri="{FF2B5EF4-FFF2-40B4-BE49-F238E27FC236}">
                      <a16:creationId xmlns:a16="http://schemas.microsoft.com/office/drawing/2014/main" id="{C6359709-D228-41DB-8EE3-7A05F142F3A2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7" name="直線コネクタ 133056">
                  <a:extLst>
                    <a:ext uri="{FF2B5EF4-FFF2-40B4-BE49-F238E27FC236}">
                      <a16:creationId xmlns:a16="http://schemas.microsoft.com/office/drawing/2014/main" id="{52650DC6-7EF8-4D94-8A49-74A10920B342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8" name="直線コネクタ 133057">
                  <a:extLst>
                    <a:ext uri="{FF2B5EF4-FFF2-40B4-BE49-F238E27FC236}">
                      <a16:creationId xmlns:a16="http://schemas.microsoft.com/office/drawing/2014/main" id="{79BEE164-70A7-45EC-95EA-E968258ED6A1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59" name="直線コネクタ 133058">
                  <a:extLst>
                    <a:ext uri="{FF2B5EF4-FFF2-40B4-BE49-F238E27FC236}">
                      <a16:creationId xmlns:a16="http://schemas.microsoft.com/office/drawing/2014/main" id="{0E0BC5BD-1A8E-4C1E-B96C-8EB7E79976D4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0" name="直線コネクタ 133059">
                  <a:extLst>
                    <a:ext uri="{FF2B5EF4-FFF2-40B4-BE49-F238E27FC236}">
                      <a16:creationId xmlns:a16="http://schemas.microsoft.com/office/drawing/2014/main" id="{FD9C37EB-5166-4652-A3C8-8D3020B6CA9F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1" name="直線コネクタ 133060">
                  <a:extLst>
                    <a:ext uri="{FF2B5EF4-FFF2-40B4-BE49-F238E27FC236}">
                      <a16:creationId xmlns:a16="http://schemas.microsoft.com/office/drawing/2014/main" id="{483D4927-7963-431D-95D5-B4578012B602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2" name="直線コネクタ 133061">
                  <a:extLst>
                    <a:ext uri="{FF2B5EF4-FFF2-40B4-BE49-F238E27FC236}">
                      <a16:creationId xmlns:a16="http://schemas.microsoft.com/office/drawing/2014/main" id="{70549D24-391B-4931-A8ED-A9684FEAE93C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3" name="直線コネクタ 133062">
                  <a:extLst>
                    <a:ext uri="{FF2B5EF4-FFF2-40B4-BE49-F238E27FC236}">
                      <a16:creationId xmlns:a16="http://schemas.microsoft.com/office/drawing/2014/main" id="{1D9A7376-08B4-4081-850C-5A51379B1A72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4" name="直線コネクタ 133063">
                  <a:extLst>
                    <a:ext uri="{FF2B5EF4-FFF2-40B4-BE49-F238E27FC236}">
                      <a16:creationId xmlns:a16="http://schemas.microsoft.com/office/drawing/2014/main" id="{4FA1B0C2-9716-48C4-A51F-C87A295F5CF0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5" name="直線コネクタ 133064">
                  <a:extLst>
                    <a:ext uri="{FF2B5EF4-FFF2-40B4-BE49-F238E27FC236}">
                      <a16:creationId xmlns:a16="http://schemas.microsoft.com/office/drawing/2014/main" id="{9C3D4EF1-1A36-4058-B4A5-AEED155ADE9C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6" name="直線コネクタ 133065">
                  <a:extLst>
                    <a:ext uri="{FF2B5EF4-FFF2-40B4-BE49-F238E27FC236}">
                      <a16:creationId xmlns:a16="http://schemas.microsoft.com/office/drawing/2014/main" id="{F535B754-0BD0-429C-B76E-9B96136C040E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7" name="直線コネクタ 133066">
                  <a:extLst>
                    <a:ext uri="{FF2B5EF4-FFF2-40B4-BE49-F238E27FC236}">
                      <a16:creationId xmlns:a16="http://schemas.microsoft.com/office/drawing/2014/main" id="{4466AD82-EA52-4A78-B8A3-D79CE7992C0A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8" name="直線コネクタ 133067">
                  <a:extLst>
                    <a:ext uri="{FF2B5EF4-FFF2-40B4-BE49-F238E27FC236}">
                      <a16:creationId xmlns:a16="http://schemas.microsoft.com/office/drawing/2014/main" id="{C9C0BE06-0DB8-4A19-B907-683EA1861AB0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69" name="直線コネクタ 133068">
                  <a:extLst>
                    <a:ext uri="{FF2B5EF4-FFF2-40B4-BE49-F238E27FC236}">
                      <a16:creationId xmlns:a16="http://schemas.microsoft.com/office/drawing/2014/main" id="{591FC849-14C4-4AF4-A2F2-8E782F25A708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0" name="直線コネクタ 133069">
                  <a:extLst>
                    <a:ext uri="{FF2B5EF4-FFF2-40B4-BE49-F238E27FC236}">
                      <a16:creationId xmlns:a16="http://schemas.microsoft.com/office/drawing/2014/main" id="{8C43D511-AEA7-4DA0-92FC-559B92C1AEB5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1" name="直線コネクタ 133070">
                  <a:extLst>
                    <a:ext uri="{FF2B5EF4-FFF2-40B4-BE49-F238E27FC236}">
                      <a16:creationId xmlns:a16="http://schemas.microsoft.com/office/drawing/2014/main" id="{F7EE60EB-815D-4C39-9ABF-72252253D24F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2" name="直線コネクタ 133071">
                  <a:extLst>
                    <a:ext uri="{FF2B5EF4-FFF2-40B4-BE49-F238E27FC236}">
                      <a16:creationId xmlns:a16="http://schemas.microsoft.com/office/drawing/2014/main" id="{DD2FD274-4AB3-4A30-B3F3-05D3E748DAAA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3" name="直線コネクタ 133072">
                  <a:extLst>
                    <a:ext uri="{FF2B5EF4-FFF2-40B4-BE49-F238E27FC236}">
                      <a16:creationId xmlns:a16="http://schemas.microsoft.com/office/drawing/2014/main" id="{C1C11E18-0FA5-4B80-AB4A-7DF145700C32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4" name="直線コネクタ 133073">
                  <a:extLst>
                    <a:ext uri="{FF2B5EF4-FFF2-40B4-BE49-F238E27FC236}">
                      <a16:creationId xmlns:a16="http://schemas.microsoft.com/office/drawing/2014/main" id="{1DFB2DDE-CE22-405C-AF69-AF06AAA8349C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5" name="直線コネクタ 133074">
                  <a:extLst>
                    <a:ext uri="{FF2B5EF4-FFF2-40B4-BE49-F238E27FC236}">
                      <a16:creationId xmlns:a16="http://schemas.microsoft.com/office/drawing/2014/main" id="{FA899E93-D0C2-42D1-BF5B-F39C9A4793BE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6" name="直線コネクタ 133075">
                  <a:extLst>
                    <a:ext uri="{FF2B5EF4-FFF2-40B4-BE49-F238E27FC236}">
                      <a16:creationId xmlns:a16="http://schemas.microsoft.com/office/drawing/2014/main" id="{C5B725BB-5454-4E9E-A2A4-FF482856181B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7" name="直線コネクタ 133076">
                  <a:extLst>
                    <a:ext uri="{FF2B5EF4-FFF2-40B4-BE49-F238E27FC236}">
                      <a16:creationId xmlns:a16="http://schemas.microsoft.com/office/drawing/2014/main" id="{99C6255B-045A-45E6-90ED-82C752C219AA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8" name="直線コネクタ 133077">
                  <a:extLst>
                    <a:ext uri="{FF2B5EF4-FFF2-40B4-BE49-F238E27FC236}">
                      <a16:creationId xmlns:a16="http://schemas.microsoft.com/office/drawing/2014/main" id="{3DC89BBE-B276-4F7B-ADF7-05A2EC765189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79" name="直線コネクタ 133078">
                  <a:extLst>
                    <a:ext uri="{FF2B5EF4-FFF2-40B4-BE49-F238E27FC236}">
                      <a16:creationId xmlns:a16="http://schemas.microsoft.com/office/drawing/2014/main" id="{55CFD935-6BBD-48D7-8DDA-3541C95362B4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0" name="直線コネクタ 133079">
                  <a:extLst>
                    <a:ext uri="{FF2B5EF4-FFF2-40B4-BE49-F238E27FC236}">
                      <a16:creationId xmlns:a16="http://schemas.microsoft.com/office/drawing/2014/main" id="{B6AD0C8E-4D35-49C1-9589-4E293E0AD5D3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1" name="直線コネクタ 133080">
                  <a:extLst>
                    <a:ext uri="{FF2B5EF4-FFF2-40B4-BE49-F238E27FC236}">
                      <a16:creationId xmlns:a16="http://schemas.microsoft.com/office/drawing/2014/main" id="{6249098C-B890-46A7-8BB7-65DA8C48E9C0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2" name="直線コネクタ 133081">
                  <a:extLst>
                    <a:ext uri="{FF2B5EF4-FFF2-40B4-BE49-F238E27FC236}">
                      <a16:creationId xmlns:a16="http://schemas.microsoft.com/office/drawing/2014/main" id="{AE7C17BD-1A37-4990-A7CB-5F8F59456F8C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3" name="直線コネクタ 133082">
                  <a:extLst>
                    <a:ext uri="{FF2B5EF4-FFF2-40B4-BE49-F238E27FC236}">
                      <a16:creationId xmlns:a16="http://schemas.microsoft.com/office/drawing/2014/main" id="{D5EBA82D-2C4A-4F43-B0B9-83C4D107D24A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4" name="直線コネクタ 133083">
                  <a:extLst>
                    <a:ext uri="{FF2B5EF4-FFF2-40B4-BE49-F238E27FC236}">
                      <a16:creationId xmlns:a16="http://schemas.microsoft.com/office/drawing/2014/main" id="{38CB4208-F2C3-4139-9746-767D75B8FD92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5" name="直線コネクタ 133084">
                  <a:extLst>
                    <a:ext uri="{FF2B5EF4-FFF2-40B4-BE49-F238E27FC236}">
                      <a16:creationId xmlns:a16="http://schemas.microsoft.com/office/drawing/2014/main" id="{4CC97384-83DD-4FB5-8867-543A356D5CC9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6" name="直線コネクタ 133085">
                  <a:extLst>
                    <a:ext uri="{FF2B5EF4-FFF2-40B4-BE49-F238E27FC236}">
                      <a16:creationId xmlns:a16="http://schemas.microsoft.com/office/drawing/2014/main" id="{4037B54E-B836-4FC9-80FA-C3BFCBFE0328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7" name="直線コネクタ 133086">
                  <a:extLst>
                    <a:ext uri="{FF2B5EF4-FFF2-40B4-BE49-F238E27FC236}">
                      <a16:creationId xmlns:a16="http://schemas.microsoft.com/office/drawing/2014/main" id="{E7B3E691-8E4F-40B9-BD07-6F4984E08788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8" name="直線コネクタ 133087">
                  <a:extLst>
                    <a:ext uri="{FF2B5EF4-FFF2-40B4-BE49-F238E27FC236}">
                      <a16:creationId xmlns:a16="http://schemas.microsoft.com/office/drawing/2014/main" id="{12BEC887-1D11-4C9B-8280-C41B7EA95CC0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89" name="直線コネクタ 133088">
                  <a:extLst>
                    <a:ext uri="{FF2B5EF4-FFF2-40B4-BE49-F238E27FC236}">
                      <a16:creationId xmlns:a16="http://schemas.microsoft.com/office/drawing/2014/main" id="{327E058D-F050-4CCB-A3C7-8AFAE0765D85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0" name="直線コネクタ 133089">
                  <a:extLst>
                    <a:ext uri="{FF2B5EF4-FFF2-40B4-BE49-F238E27FC236}">
                      <a16:creationId xmlns:a16="http://schemas.microsoft.com/office/drawing/2014/main" id="{79E9D181-0F78-41D4-B124-CD49DFF3B93A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1" name="直線コネクタ 133090">
                  <a:extLst>
                    <a:ext uri="{FF2B5EF4-FFF2-40B4-BE49-F238E27FC236}">
                      <a16:creationId xmlns:a16="http://schemas.microsoft.com/office/drawing/2014/main" id="{358E6076-7CA4-4A42-BA81-B7872BA938D7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2" name="直線コネクタ 133091">
                  <a:extLst>
                    <a:ext uri="{FF2B5EF4-FFF2-40B4-BE49-F238E27FC236}">
                      <a16:creationId xmlns:a16="http://schemas.microsoft.com/office/drawing/2014/main" id="{299A2F97-A198-43AD-8356-7F2BEB2B784C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3" name="直線コネクタ 133092">
                  <a:extLst>
                    <a:ext uri="{FF2B5EF4-FFF2-40B4-BE49-F238E27FC236}">
                      <a16:creationId xmlns:a16="http://schemas.microsoft.com/office/drawing/2014/main" id="{F45A07C9-3EDA-48F1-A8FA-9EC76A092507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4" name="直線コネクタ 133093">
                  <a:extLst>
                    <a:ext uri="{FF2B5EF4-FFF2-40B4-BE49-F238E27FC236}">
                      <a16:creationId xmlns:a16="http://schemas.microsoft.com/office/drawing/2014/main" id="{74B16691-903F-4DC5-B355-975BBB5E7B80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5" name="直線コネクタ 133094">
                  <a:extLst>
                    <a:ext uri="{FF2B5EF4-FFF2-40B4-BE49-F238E27FC236}">
                      <a16:creationId xmlns:a16="http://schemas.microsoft.com/office/drawing/2014/main" id="{92ACAAF5-60BA-4BC6-A2AB-A46E59535B31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6" name="直線コネクタ 133095">
                  <a:extLst>
                    <a:ext uri="{FF2B5EF4-FFF2-40B4-BE49-F238E27FC236}">
                      <a16:creationId xmlns:a16="http://schemas.microsoft.com/office/drawing/2014/main" id="{6547224F-229D-47CC-9BB6-EDB24752836F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7" name="直線コネクタ 133096">
                  <a:extLst>
                    <a:ext uri="{FF2B5EF4-FFF2-40B4-BE49-F238E27FC236}">
                      <a16:creationId xmlns:a16="http://schemas.microsoft.com/office/drawing/2014/main" id="{B2439DEC-6FCD-4687-8523-12035352446E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8" name="直線コネクタ 133097">
                  <a:extLst>
                    <a:ext uri="{FF2B5EF4-FFF2-40B4-BE49-F238E27FC236}">
                      <a16:creationId xmlns:a16="http://schemas.microsoft.com/office/drawing/2014/main" id="{0C9350C3-7972-4722-ABAB-5936206922A7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099" name="直線コネクタ 133098">
                  <a:extLst>
                    <a:ext uri="{FF2B5EF4-FFF2-40B4-BE49-F238E27FC236}">
                      <a16:creationId xmlns:a16="http://schemas.microsoft.com/office/drawing/2014/main" id="{5444F6AE-780E-4C09-ADAA-0A3FE59ACC56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0" name="直線コネクタ 133099">
                  <a:extLst>
                    <a:ext uri="{FF2B5EF4-FFF2-40B4-BE49-F238E27FC236}">
                      <a16:creationId xmlns:a16="http://schemas.microsoft.com/office/drawing/2014/main" id="{B21D291C-5BB3-45F0-899C-5F6CFBF0AC89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1" name="直線コネクタ 133100">
                  <a:extLst>
                    <a:ext uri="{FF2B5EF4-FFF2-40B4-BE49-F238E27FC236}">
                      <a16:creationId xmlns:a16="http://schemas.microsoft.com/office/drawing/2014/main" id="{2A787EDE-FF39-4D0A-8D71-6CB5559E116B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2" name="直線コネクタ 133101">
                  <a:extLst>
                    <a:ext uri="{FF2B5EF4-FFF2-40B4-BE49-F238E27FC236}">
                      <a16:creationId xmlns:a16="http://schemas.microsoft.com/office/drawing/2014/main" id="{9A7A57E2-B7BD-451E-994F-915B0018BF45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3" name="直線コネクタ 133102">
                  <a:extLst>
                    <a:ext uri="{FF2B5EF4-FFF2-40B4-BE49-F238E27FC236}">
                      <a16:creationId xmlns:a16="http://schemas.microsoft.com/office/drawing/2014/main" id="{D9E8E103-413A-45D6-BDA2-7BC528F96607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4" name="直線コネクタ 133103">
                  <a:extLst>
                    <a:ext uri="{FF2B5EF4-FFF2-40B4-BE49-F238E27FC236}">
                      <a16:creationId xmlns:a16="http://schemas.microsoft.com/office/drawing/2014/main" id="{78B1100C-C4FB-4BE3-91DF-F7A5DB39B677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5" name="直線コネクタ 133104">
                  <a:extLst>
                    <a:ext uri="{FF2B5EF4-FFF2-40B4-BE49-F238E27FC236}">
                      <a16:creationId xmlns:a16="http://schemas.microsoft.com/office/drawing/2014/main" id="{250D217D-F971-452C-875B-6F225DE8CF42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6" name="直線コネクタ 133105">
                  <a:extLst>
                    <a:ext uri="{FF2B5EF4-FFF2-40B4-BE49-F238E27FC236}">
                      <a16:creationId xmlns:a16="http://schemas.microsoft.com/office/drawing/2014/main" id="{A08E9B49-F5BF-452F-A098-9652E8069797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7" name="直線コネクタ 133106">
                  <a:extLst>
                    <a:ext uri="{FF2B5EF4-FFF2-40B4-BE49-F238E27FC236}">
                      <a16:creationId xmlns:a16="http://schemas.microsoft.com/office/drawing/2014/main" id="{17B6608F-515D-4F29-B9CE-B845E322ADA5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8" name="直線コネクタ 133107">
                  <a:extLst>
                    <a:ext uri="{FF2B5EF4-FFF2-40B4-BE49-F238E27FC236}">
                      <a16:creationId xmlns:a16="http://schemas.microsoft.com/office/drawing/2014/main" id="{4D28012E-5420-4DF2-805A-58A2DDAF9ED3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09" name="直線コネクタ 133108">
                  <a:extLst>
                    <a:ext uri="{FF2B5EF4-FFF2-40B4-BE49-F238E27FC236}">
                      <a16:creationId xmlns:a16="http://schemas.microsoft.com/office/drawing/2014/main" id="{969F182F-255B-47CA-B3F7-57A671CB2AD1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0" name="直線コネクタ 133109">
                  <a:extLst>
                    <a:ext uri="{FF2B5EF4-FFF2-40B4-BE49-F238E27FC236}">
                      <a16:creationId xmlns:a16="http://schemas.microsoft.com/office/drawing/2014/main" id="{D90634D2-FDD0-4550-97BB-8C2BDBC9A4F4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1" name="直線コネクタ 133110">
                  <a:extLst>
                    <a:ext uri="{FF2B5EF4-FFF2-40B4-BE49-F238E27FC236}">
                      <a16:creationId xmlns:a16="http://schemas.microsoft.com/office/drawing/2014/main" id="{435D2F3E-E701-4F02-BEF6-B68AD5633EB1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2" name="直線コネクタ 133111">
                  <a:extLst>
                    <a:ext uri="{FF2B5EF4-FFF2-40B4-BE49-F238E27FC236}">
                      <a16:creationId xmlns:a16="http://schemas.microsoft.com/office/drawing/2014/main" id="{259B74A1-ED01-4E06-8A0A-198E7406677A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3" name="直線コネクタ 133112">
                  <a:extLst>
                    <a:ext uri="{FF2B5EF4-FFF2-40B4-BE49-F238E27FC236}">
                      <a16:creationId xmlns:a16="http://schemas.microsoft.com/office/drawing/2014/main" id="{961CFE8D-CDE8-4C83-B42D-6447481DDEE6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4" name="直線コネクタ 133113">
                  <a:extLst>
                    <a:ext uri="{FF2B5EF4-FFF2-40B4-BE49-F238E27FC236}">
                      <a16:creationId xmlns:a16="http://schemas.microsoft.com/office/drawing/2014/main" id="{4129E9B8-5448-44FA-B499-9E53A5D010FE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5" name="直線コネクタ 133114">
                  <a:extLst>
                    <a:ext uri="{FF2B5EF4-FFF2-40B4-BE49-F238E27FC236}">
                      <a16:creationId xmlns:a16="http://schemas.microsoft.com/office/drawing/2014/main" id="{3BE519EF-BB3A-4E8D-93D1-EA8A7B603132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6" name="直線コネクタ 133115">
                  <a:extLst>
                    <a:ext uri="{FF2B5EF4-FFF2-40B4-BE49-F238E27FC236}">
                      <a16:creationId xmlns:a16="http://schemas.microsoft.com/office/drawing/2014/main" id="{F786EC9C-EF67-4F2C-BDF4-9B8ADA4740A5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7" name="直線コネクタ 133116">
                  <a:extLst>
                    <a:ext uri="{FF2B5EF4-FFF2-40B4-BE49-F238E27FC236}">
                      <a16:creationId xmlns:a16="http://schemas.microsoft.com/office/drawing/2014/main" id="{A105B6EA-75D3-4B6E-BB24-A16CB16B0AC0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8" name="直線コネクタ 133117">
                  <a:extLst>
                    <a:ext uri="{FF2B5EF4-FFF2-40B4-BE49-F238E27FC236}">
                      <a16:creationId xmlns:a16="http://schemas.microsoft.com/office/drawing/2014/main" id="{44287FA4-6B8A-4893-ACE5-D381A75E76BC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19" name="直線コネクタ 133118">
                  <a:extLst>
                    <a:ext uri="{FF2B5EF4-FFF2-40B4-BE49-F238E27FC236}">
                      <a16:creationId xmlns:a16="http://schemas.microsoft.com/office/drawing/2014/main" id="{600809BA-D084-44D9-BDE3-C8936A16E95A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0" name="直線コネクタ 133119">
                  <a:extLst>
                    <a:ext uri="{FF2B5EF4-FFF2-40B4-BE49-F238E27FC236}">
                      <a16:creationId xmlns:a16="http://schemas.microsoft.com/office/drawing/2014/main" id="{9C33C855-EA7D-480D-B067-A4CFE495B333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1" name="直線コネクタ 133120">
                  <a:extLst>
                    <a:ext uri="{FF2B5EF4-FFF2-40B4-BE49-F238E27FC236}">
                      <a16:creationId xmlns:a16="http://schemas.microsoft.com/office/drawing/2014/main" id="{8B089920-A69D-46C7-AE84-7E15650ACF3B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2" name="直線コネクタ 133121">
                  <a:extLst>
                    <a:ext uri="{FF2B5EF4-FFF2-40B4-BE49-F238E27FC236}">
                      <a16:creationId xmlns:a16="http://schemas.microsoft.com/office/drawing/2014/main" id="{04BE7E0D-7191-4C3A-BF5A-6EE6D95EFF89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3" name="直線コネクタ 133122">
                  <a:extLst>
                    <a:ext uri="{FF2B5EF4-FFF2-40B4-BE49-F238E27FC236}">
                      <a16:creationId xmlns:a16="http://schemas.microsoft.com/office/drawing/2014/main" id="{56790F58-0A53-49C3-B11C-95802FE54AA2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4" name="直線コネクタ 133123">
                  <a:extLst>
                    <a:ext uri="{FF2B5EF4-FFF2-40B4-BE49-F238E27FC236}">
                      <a16:creationId xmlns:a16="http://schemas.microsoft.com/office/drawing/2014/main" id="{DFB570A1-8830-4377-8656-F6DD8DB4F39C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5" name="直線コネクタ 133124">
                  <a:extLst>
                    <a:ext uri="{FF2B5EF4-FFF2-40B4-BE49-F238E27FC236}">
                      <a16:creationId xmlns:a16="http://schemas.microsoft.com/office/drawing/2014/main" id="{CF7BF247-032E-4DA2-A8B3-46603220C6FB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6" name="直線コネクタ 133125">
                  <a:extLst>
                    <a:ext uri="{FF2B5EF4-FFF2-40B4-BE49-F238E27FC236}">
                      <a16:creationId xmlns:a16="http://schemas.microsoft.com/office/drawing/2014/main" id="{AC1A8263-E9A2-43AF-8ECA-DB6346707BF6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7" name="直線コネクタ 133126">
                  <a:extLst>
                    <a:ext uri="{FF2B5EF4-FFF2-40B4-BE49-F238E27FC236}">
                      <a16:creationId xmlns:a16="http://schemas.microsoft.com/office/drawing/2014/main" id="{3A7CCDF9-2C02-4F4A-A80A-F3772697656E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8" name="直線コネクタ 133127">
                  <a:extLst>
                    <a:ext uri="{FF2B5EF4-FFF2-40B4-BE49-F238E27FC236}">
                      <a16:creationId xmlns:a16="http://schemas.microsoft.com/office/drawing/2014/main" id="{114204E9-EF4C-4469-98A0-2111B3E47284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29" name="直線コネクタ 133128">
                  <a:extLst>
                    <a:ext uri="{FF2B5EF4-FFF2-40B4-BE49-F238E27FC236}">
                      <a16:creationId xmlns:a16="http://schemas.microsoft.com/office/drawing/2014/main" id="{7E38CD8B-84E5-4FCD-9A58-74C659259EDF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0" name="直線コネクタ 133129">
                  <a:extLst>
                    <a:ext uri="{FF2B5EF4-FFF2-40B4-BE49-F238E27FC236}">
                      <a16:creationId xmlns:a16="http://schemas.microsoft.com/office/drawing/2014/main" id="{151745B2-B908-43C0-B64A-C12141BE11E9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1" name="直線コネクタ 133130">
                  <a:extLst>
                    <a:ext uri="{FF2B5EF4-FFF2-40B4-BE49-F238E27FC236}">
                      <a16:creationId xmlns:a16="http://schemas.microsoft.com/office/drawing/2014/main" id="{C510EE2E-550F-48CB-91DA-AA496C7FFD4C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2" name="直線コネクタ 133131">
                  <a:extLst>
                    <a:ext uri="{FF2B5EF4-FFF2-40B4-BE49-F238E27FC236}">
                      <a16:creationId xmlns:a16="http://schemas.microsoft.com/office/drawing/2014/main" id="{5E2BF111-9C36-4C61-9A57-3895843BE0AF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3" name="直線コネクタ 133132">
                  <a:extLst>
                    <a:ext uri="{FF2B5EF4-FFF2-40B4-BE49-F238E27FC236}">
                      <a16:creationId xmlns:a16="http://schemas.microsoft.com/office/drawing/2014/main" id="{DF7E8349-9261-4889-86A8-053506AC79AF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4" name="直線コネクタ 133133">
                  <a:extLst>
                    <a:ext uri="{FF2B5EF4-FFF2-40B4-BE49-F238E27FC236}">
                      <a16:creationId xmlns:a16="http://schemas.microsoft.com/office/drawing/2014/main" id="{D31A3F98-B160-4180-BA58-F4B27F79A857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5" name="直線コネクタ 133134">
                  <a:extLst>
                    <a:ext uri="{FF2B5EF4-FFF2-40B4-BE49-F238E27FC236}">
                      <a16:creationId xmlns:a16="http://schemas.microsoft.com/office/drawing/2014/main" id="{432AD8DF-712D-4C16-88E8-6B7796A2BC23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6" name="直線コネクタ 133135">
                  <a:extLst>
                    <a:ext uri="{FF2B5EF4-FFF2-40B4-BE49-F238E27FC236}">
                      <a16:creationId xmlns:a16="http://schemas.microsoft.com/office/drawing/2014/main" id="{82E18326-24F1-4312-9447-04417F4394DD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7" name="直線コネクタ 133136">
                  <a:extLst>
                    <a:ext uri="{FF2B5EF4-FFF2-40B4-BE49-F238E27FC236}">
                      <a16:creationId xmlns:a16="http://schemas.microsoft.com/office/drawing/2014/main" id="{F5E3EAD7-3541-4886-BBA5-D4A108DF657E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8" name="直線コネクタ 133137">
                  <a:extLst>
                    <a:ext uri="{FF2B5EF4-FFF2-40B4-BE49-F238E27FC236}">
                      <a16:creationId xmlns:a16="http://schemas.microsoft.com/office/drawing/2014/main" id="{991B2965-06CB-4FFE-9850-DC620B73F6A5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39" name="直線コネクタ 133138">
                  <a:extLst>
                    <a:ext uri="{FF2B5EF4-FFF2-40B4-BE49-F238E27FC236}">
                      <a16:creationId xmlns:a16="http://schemas.microsoft.com/office/drawing/2014/main" id="{65E4CFC7-7F02-4B7A-9D5F-880CE0A03C4F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40" name="直線コネクタ 133139">
                  <a:extLst>
                    <a:ext uri="{FF2B5EF4-FFF2-40B4-BE49-F238E27FC236}">
                      <a16:creationId xmlns:a16="http://schemas.microsoft.com/office/drawing/2014/main" id="{4DD3684E-9C08-40EA-8B14-F8DC9CCA3349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41" name="直線コネクタ 133140">
                  <a:extLst>
                    <a:ext uri="{FF2B5EF4-FFF2-40B4-BE49-F238E27FC236}">
                      <a16:creationId xmlns:a16="http://schemas.microsoft.com/office/drawing/2014/main" id="{061BA768-DEA6-4EA1-BB78-6A555EFB72AE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42" name="直線コネクタ 133141">
                  <a:extLst>
                    <a:ext uri="{FF2B5EF4-FFF2-40B4-BE49-F238E27FC236}">
                      <a16:creationId xmlns:a16="http://schemas.microsoft.com/office/drawing/2014/main" id="{598B00A5-7FE7-49F9-9343-C65031ABB479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43" name="直線コネクタ 133142">
                  <a:extLst>
                    <a:ext uri="{FF2B5EF4-FFF2-40B4-BE49-F238E27FC236}">
                      <a16:creationId xmlns:a16="http://schemas.microsoft.com/office/drawing/2014/main" id="{C29F461C-5CD4-438A-8230-59F20D449EFC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44" name="直線コネクタ 133143">
                  <a:extLst>
                    <a:ext uri="{FF2B5EF4-FFF2-40B4-BE49-F238E27FC236}">
                      <a16:creationId xmlns:a16="http://schemas.microsoft.com/office/drawing/2014/main" id="{34624DD0-8E41-4611-BC30-C724DC3C3248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45" name="直線コネクタ 133144">
                  <a:extLst>
                    <a:ext uri="{FF2B5EF4-FFF2-40B4-BE49-F238E27FC236}">
                      <a16:creationId xmlns:a16="http://schemas.microsoft.com/office/drawing/2014/main" id="{09EA3F73-8FE6-41C7-A888-92936B58CAFE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46" name="直線コネクタ 133145">
                  <a:extLst>
                    <a:ext uri="{FF2B5EF4-FFF2-40B4-BE49-F238E27FC236}">
                      <a16:creationId xmlns:a16="http://schemas.microsoft.com/office/drawing/2014/main" id="{C0ADAB73-2305-4335-8C89-152457F8FE36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147" name="直線コネクタ 133146">
                  <a:extLst>
                    <a:ext uri="{FF2B5EF4-FFF2-40B4-BE49-F238E27FC236}">
                      <a16:creationId xmlns:a16="http://schemas.microsoft.com/office/drawing/2014/main" id="{8228AD67-E516-4F88-83DB-E8417F40C8D3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908" name="グループ化 127907">
                <a:extLst>
                  <a:ext uri="{FF2B5EF4-FFF2-40B4-BE49-F238E27FC236}">
                    <a16:creationId xmlns:a16="http://schemas.microsoft.com/office/drawing/2014/main" id="{C81B039F-27AF-46C6-B502-03C8E5EE3C03}"/>
                  </a:ext>
                </a:extLst>
              </p:cNvPr>
              <p:cNvGrpSpPr/>
              <p:nvPr/>
            </p:nvGrpSpPr>
            <p:grpSpPr>
              <a:xfrm flipH="1" flipV="1">
                <a:off x="72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32666" name="直線コネクタ 132665">
                  <a:extLst>
                    <a:ext uri="{FF2B5EF4-FFF2-40B4-BE49-F238E27FC236}">
                      <a16:creationId xmlns:a16="http://schemas.microsoft.com/office/drawing/2014/main" id="{7ECE9307-59AB-4F41-96B9-6B4DA3EF8A7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67" name="直線コネクタ 132666">
                  <a:extLst>
                    <a:ext uri="{FF2B5EF4-FFF2-40B4-BE49-F238E27FC236}">
                      <a16:creationId xmlns:a16="http://schemas.microsoft.com/office/drawing/2014/main" id="{5E125EB0-53CD-42AB-96D0-5201C35DC81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68" name="直線コネクタ 132667">
                  <a:extLst>
                    <a:ext uri="{FF2B5EF4-FFF2-40B4-BE49-F238E27FC236}">
                      <a16:creationId xmlns:a16="http://schemas.microsoft.com/office/drawing/2014/main" id="{EDCD4258-5CBB-49D5-B25F-A4478AF6BCF1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69" name="直線コネクタ 132668">
                  <a:extLst>
                    <a:ext uri="{FF2B5EF4-FFF2-40B4-BE49-F238E27FC236}">
                      <a16:creationId xmlns:a16="http://schemas.microsoft.com/office/drawing/2014/main" id="{D76CBF9E-1A4B-4F1D-BBFA-E39EFD84B812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0" name="直線コネクタ 132669">
                  <a:extLst>
                    <a:ext uri="{FF2B5EF4-FFF2-40B4-BE49-F238E27FC236}">
                      <a16:creationId xmlns:a16="http://schemas.microsoft.com/office/drawing/2014/main" id="{EEC81154-3169-427A-A85B-04EA972F518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1" name="直線コネクタ 132670">
                  <a:extLst>
                    <a:ext uri="{FF2B5EF4-FFF2-40B4-BE49-F238E27FC236}">
                      <a16:creationId xmlns:a16="http://schemas.microsoft.com/office/drawing/2014/main" id="{39CF4F09-80E9-4951-9492-D46F60BFD63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2" name="直線コネクタ 132671">
                  <a:extLst>
                    <a:ext uri="{FF2B5EF4-FFF2-40B4-BE49-F238E27FC236}">
                      <a16:creationId xmlns:a16="http://schemas.microsoft.com/office/drawing/2014/main" id="{656218B5-1C85-4908-9259-3A6C072B2571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3" name="直線コネクタ 132672">
                  <a:extLst>
                    <a:ext uri="{FF2B5EF4-FFF2-40B4-BE49-F238E27FC236}">
                      <a16:creationId xmlns:a16="http://schemas.microsoft.com/office/drawing/2014/main" id="{F6281217-8E6C-4974-9033-753214A1ECA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4" name="直線コネクタ 132673">
                  <a:extLst>
                    <a:ext uri="{FF2B5EF4-FFF2-40B4-BE49-F238E27FC236}">
                      <a16:creationId xmlns:a16="http://schemas.microsoft.com/office/drawing/2014/main" id="{AFAD20FF-E347-43B8-8398-F495E372FB80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5" name="直線コネクタ 132674">
                  <a:extLst>
                    <a:ext uri="{FF2B5EF4-FFF2-40B4-BE49-F238E27FC236}">
                      <a16:creationId xmlns:a16="http://schemas.microsoft.com/office/drawing/2014/main" id="{B677C4CB-2A8B-42AB-A05E-7EDC628B88A6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6" name="直線コネクタ 132675">
                  <a:extLst>
                    <a:ext uri="{FF2B5EF4-FFF2-40B4-BE49-F238E27FC236}">
                      <a16:creationId xmlns:a16="http://schemas.microsoft.com/office/drawing/2014/main" id="{54AE16AF-5781-4393-9F1E-67A5427EECF6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7" name="直線コネクタ 132676">
                  <a:extLst>
                    <a:ext uri="{FF2B5EF4-FFF2-40B4-BE49-F238E27FC236}">
                      <a16:creationId xmlns:a16="http://schemas.microsoft.com/office/drawing/2014/main" id="{E8C6BA68-552C-4375-9B1E-3DDE5F30C7AE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8" name="直線コネクタ 132677">
                  <a:extLst>
                    <a:ext uri="{FF2B5EF4-FFF2-40B4-BE49-F238E27FC236}">
                      <a16:creationId xmlns:a16="http://schemas.microsoft.com/office/drawing/2014/main" id="{1A3DAB81-F5C6-47EC-BF3C-60FBBD412E54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79" name="直線コネクタ 132678">
                  <a:extLst>
                    <a:ext uri="{FF2B5EF4-FFF2-40B4-BE49-F238E27FC236}">
                      <a16:creationId xmlns:a16="http://schemas.microsoft.com/office/drawing/2014/main" id="{CC4EBF63-BCB6-4CCE-84B8-D0140C0860F5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0" name="直線コネクタ 132679">
                  <a:extLst>
                    <a:ext uri="{FF2B5EF4-FFF2-40B4-BE49-F238E27FC236}">
                      <a16:creationId xmlns:a16="http://schemas.microsoft.com/office/drawing/2014/main" id="{260319A1-5E59-4578-B7D8-6D87457DF0F0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1" name="直線コネクタ 132680">
                  <a:extLst>
                    <a:ext uri="{FF2B5EF4-FFF2-40B4-BE49-F238E27FC236}">
                      <a16:creationId xmlns:a16="http://schemas.microsoft.com/office/drawing/2014/main" id="{7E9112FF-EC42-464E-B850-95864DE0F79A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2" name="直線コネクタ 132681">
                  <a:extLst>
                    <a:ext uri="{FF2B5EF4-FFF2-40B4-BE49-F238E27FC236}">
                      <a16:creationId xmlns:a16="http://schemas.microsoft.com/office/drawing/2014/main" id="{09E49E59-DF06-437A-A732-242CAE05AE2B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3" name="直線コネクタ 132682">
                  <a:extLst>
                    <a:ext uri="{FF2B5EF4-FFF2-40B4-BE49-F238E27FC236}">
                      <a16:creationId xmlns:a16="http://schemas.microsoft.com/office/drawing/2014/main" id="{71160873-2B3D-4E55-AD26-782781C054A4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4" name="直線コネクタ 132683">
                  <a:extLst>
                    <a:ext uri="{FF2B5EF4-FFF2-40B4-BE49-F238E27FC236}">
                      <a16:creationId xmlns:a16="http://schemas.microsoft.com/office/drawing/2014/main" id="{BC40DFE1-2C27-4009-8D61-E816838D7B56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5" name="直線コネクタ 132684">
                  <a:extLst>
                    <a:ext uri="{FF2B5EF4-FFF2-40B4-BE49-F238E27FC236}">
                      <a16:creationId xmlns:a16="http://schemas.microsoft.com/office/drawing/2014/main" id="{A1B21672-4B90-43B0-8E13-52D0D15AA414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6" name="直線コネクタ 132685">
                  <a:extLst>
                    <a:ext uri="{FF2B5EF4-FFF2-40B4-BE49-F238E27FC236}">
                      <a16:creationId xmlns:a16="http://schemas.microsoft.com/office/drawing/2014/main" id="{4A3E4C21-26F7-47C7-9002-06754C0F6F22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7" name="直線コネクタ 132686">
                  <a:extLst>
                    <a:ext uri="{FF2B5EF4-FFF2-40B4-BE49-F238E27FC236}">
                      <a16:creationId xmlns:a16="http://schemas.microsoft.com/office/drawing/2014/main" id="{32DAD01B-B13A-4919-B904-C9C32769B18F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8" name="直線コネクタ 132687">
                  <a:extLst>
                    <a:ext uri="{FF2B5EF4-FFF2-40B4-BE49-F238E27FC236}">
                      <a16:creationId xmlns:a16="http://schemas.microsoft.com/office/drawing/2014/main" id="{3DD81CA1-D7FA-4B35-A212-8CFD8857748F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89" name="直線コネクタ 132688">
                  <a:extLst>
                    <a:ext uri="{FF2B5EF4-FFF2-40B4-BE49-F238E27FC236}">
                      <a16:creationId xmlns:a16="http://schemas.microsoft.com/office/drawing/2014/main" id="{D1A72698-BA43-49A3-8B02-B5FF0C1B821A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0" name="直線コネクタ 132689">
                  <a:extLst>
                    <a:ext uri="{FF2B5EF4-FFF2-40B4-BE49-F238E27FC236}">
                      <a16:creationId xmlns:a16="http://schemas.microsoft.com/office/drawing/2014/main" id="{BFE7B121-B4D0-4EEE-8FCC-C5ECE821C3CE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1" name="直線コネクタ 132690">
                  <a:extLst>
                    <a:ext uri="{FF2B5EF4-FFF2-40B4-BE49-F238E27FC236}">
                      <a16:creationId xmlns:a16="http://schemas.microsoft.com/office/drawing/2014/main" id="{36423A9E-43CD-4E3E-82BB-31FAEB55A7B7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2" name="直線コネクタ 132691">
                  <a:extLst>
                    <a:ext uri="{FF2B5EF4-FFF2-40B4-BE49-F238E27FC236}">
                      <a16:creationId xmlns:a16="http://schemas.microsoft.com/office/drawing/2014/main" id="{2573BB7F-2C40-461B-B35A-9737FCF40D84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3" name="直線コネクタ 132692">
                  <a:extLst>
                    <a:ext uri="{FF2B5EF4-FFF2-40B4-BE49-F238E27FC236}">
                      <a16:creationId xmlns:a16="http://schemas.microsoft.com/office/drawing/2014/main" id="{C2B00942-59FA-479C-A395-75B52C0E4686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4" name="直線コネクタ 132693">
                  <a:extLst>
                    <a:ext uri="{FF2B5EF4-FFF2-40B4-BE49-F238E27FC236}">
                      <a16:creationId xmlns:a16="http://schemas.microsoft.com/office/drawing/2014/main" id="{A5366E9C-AD8D-4CB3-B887-C8C72A4291A5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5" name="直線コネクタ 132694">
                  <a:extLst>
                    <a:ext uri="{FF2B5EF4-FFF2-40B4-BE49-F238E27FC236}">
                      <a16:creationId xmlns:a16="http://schemas.microsoft.com/office/drawing/2014/main" id="{626B70B6-3C83-41B7-B0D8-35573D6F08E5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6" name="直線コネクタ 132695">
                  <a:extLst>
                    <a:ext uri="{FF2B5EF4-FFF2-40B4-BE49-F238E27FC236}">
                      <a16:creationId xmlns:a16="http://schemas.microsoft.com/office/drawing/2014/main" id="{897251C9-C47B-4974-AD6E-8BED8C200902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7" name="直線コネクタ 132696">
                  <a:extLst>
                    <a:ext uri="{FF2B5EF4-FFF2-40B4-BE49-F238E27FC236}">
                      <a16:creationId xmlns:a16="http://schemas.microsoft.com/office/drawing/2014/main" id="{2F727FFA-A41B-4EF2-A3C6-91137BAFCB46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8" name="直線コネクタ 132697">
                  <a:extLst>
                    <a:ext uri="{FF2B5EF4-FFF2-40B4-BE49-F238E27FC236}">
                      <a16:creationId xmlns:a16="http://schemas.microsoft.com/office/drawing/2014/main" id="{E5C888DF-168E-4061-8379-C63F94F97826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699" name="直線コネクタ 132698">
                  <a:extLst>
                    <a:ext uri="{FF2B5EF4-FFF2-40B4-BE49-F238E27FC236}">
                      <a16:creationId xmlns:a16="http://schemas.microsoft.com/office/drawing/2014/main" id="{9AFFDBCF-A546-4FB6-AF2F-F44E59B2545F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0" name="直線コネクタ 132699">
                  <a:extLst>
                    <a:ext uri="{FF2B5EF4-FFF2-40B4-BE49-F238E27FC236}">
                      <a16:creationId xmlns:a16="http://schemas.microsoft.com/office/drawing/2014/main" id="{728936AC-B3B8-4BC5-A85C-4048792E25E6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1" name="直線コネクタ 132700">
                  <a:extLst>
                    <a:ext uri="{FF2B5EF4-FFF2-40B4-BE49-F238E27FC236}">
                      <a16:creationId xmlns:a16="http://schemas.microsoft.com/office/drawing/2014/main" id="{276C4518-BE86-44BC-8E7D-33451046CEE3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2" name="直線コネクタ 132701">
                  <a:extLst>
                    <a:ext uri="{FF2B5EF4-FFF2-40B4-BE49-F238E27FC236}">
                      <a16:creationId xmlns:a16="http://schemas.microsoft.com/office/drawing/2014/main" id="{6E128BBF-6740-455E-9969-F6FF7B73098C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3" name="直線コネクタ 132702">
                  <a:extLst>
                    <a:ext uri="{FF2B5EF4-FFF2-40B4-BE49-F238E27FC236}">
                      <a16:creationId xmlns:a16="http://schemas.microsoft.com/office/drawing/2014/main" id="{66CE856A-BEA7-4262-855B-2C5DCF7EEE5B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4" name="直線コネクタ 132703">
                  <a:extLst>
                    <a:ext uri="{FF2B5EF4-FFF2-40B4-BE49-F238E27FC236}">
                      <a16:creationId xmlns:a16="http://schemas.microsoft.com/office/drawing/2014/main" id="{306E6C6E-8893-4709-B835-2D5F787B30C9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5" name="直線コネクタ 132704">
                  <a:extLst>
                    <a:ext uri="{FF2B5EF4-FFF2-40B4-BE49-F238E27FC236}">
                      <a16:creationId xmlns:a16="http://schemas.microsoft.com/office/drawing/2014/main" id="{77FFBC8A-BE25-4979-97DC-19D24B929527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6" name="直線コネクタ 132705">
                  <a:extLst>
                    <a:ext uri="{FF2B5EF4-FFF2-40B4-BE49-F238E27FC236}">
                      <a16:creationId xmlns:a16="http://schemas.microsoft.com/office/drawing/2014/main" id="{F54E7CA8-5AF0-4213-9104-67A2F7A78675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7" name="直線コネクタ 132706">
                  <a:extLst>
                    <a:ext uri="{FF2B5EF4-FFF2-40B4-BE49-F238E27FC236}">
                      <a16:creationId xmlns:a16="http://schemas.microsoft.com/office/drawing/2014/main" id="{489D29A6-EF79-4BE6-861C-F1E816295910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8" name="直線コネクタ 132707">
                  <a:extLst>
                    <a:ext uri="{FF2B5EF4-FFF2-40B4-BE49-F238E27FC236}">
                      <a16:creationId xmlns:a16="http://schemas.microsoft.com/office/drawing/2014/main" id="{F5B07ED3-9729-4815-9C34-6DAC38C4875C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09" name="直線コネクタ 132708">
                  <a:extLst>
                    <a:ext uri="{FF2B5EF4-FFF2-40B4-BE49-F238E27FC236}">
                      <a16:creationId xmlns:a16="http://schemas.microsoft.com/office/drawing/2014/main" id="{2D3CE229-D977-4D43-B7D6-F14ACDB0CFD7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0" name="直線コネクタ 132709">
                  <a:extLst>
                    <a:ext uri="{FF2B5EF4-FFF2-40B4-BE49-F238E27FC236}">
                      <a16:creationId xmlns:a16="http://schemas.microsoft.com/office/drawing/2014/main" id="{2A6A747D-8FCF-4D64-B6B5-1C3C33DDA2D6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1" name="直線コネクタ 132710">
                  <a:extLst>
                    <a:ext uri="{FF2B5EF4-FFF2-40B4-BE49-F238E27FC236}">
                      <a16:creationId xmlns:a16="http://schemas.microsoft.com/office/drawing/2014/main" id="{F561BD3B-EFC5-4C60-8F4D-015615B1A58C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2" name="直線コネクタ 132711">
                  <a:extLst>
                    <a:ext uri="{FF2B5EF4-FFF2-40B4-BE49-F238E27FC236}">
                      <a16:creationId xmlns:a16="http://schemas.microsoft.com/office/drawing/2014/main" id="{D6AB632A-5368-49E5-9B52-2BA8334C3AAF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3" name="直線コネクタ 132712">
                  <a:extLst>
                    <a:ext uri="{FF2B5EF4-FFF2-40B4-BE49-F238E27FC236}">
                      <a16:creationId xmlns:a16="http://schemas.microsoft.com/office/drawing/2014/main" id="{38742B83-6D3B-4CB5-B64F-5BC1F175A97E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4" name="直線コネクタ 132713">
                  <a:extLst>
                    <a:ext uri="{FF2B5EF4-FFF2-40B4-BE49-F238E27FC236}">
                      <a16:creationId xmlns:a16="http://schemas.microsoft.com/office/drawing/2014/main" id="{140AFB28-6CE9-4E7A-B993-9D6CE3D91A02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5" name="直線コネクタ 132714">
                  <a:extLst>
                    <a:ext uri="{FF2B5EF4-FFF2-40B4-BE49-F238E27FC236}">
                      <a16:creationId xmlns:a16="http://schemas.microsoft.com/office/drawing/2014/main" id="{7DCA9C23-900D-4DFA-8AF5-15C52B567A3A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6" name="直線コネクタ 132715">
                  <a:extLst>
                    <a:ext uri="{FF2B5EF4-FFF2-40B4-BE49-F238E27FC236}">
                      <a16:creationId xmlns:a16="http://schemas.microsoft.com/office/drawing/2014/main" id="{26AC85EA-43C0-4063-92CD-84324488DB92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7" name="直線コネクタ 132716">
                  <a:extLst>
                    <a:ext uri="{FF2B5EF4-FFF2-40B4-BE49-F238E27FC236}">
                      <a16:creationId xmlns:a16="http://schemas.microsoft.com/office/drawing/2014/main" id="{39FF239D-7181-4DF8-A3D6-9FA5CD624E6A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8" name="直線コネクタ 132717">
                  <a:extLst>
                    <a:ext uri="{FF2B5EF4-FFF2-40B4-BE49-F238E27FC236}">
                      <a16:creationId xmlns:a16="http://schemas.microsoft.com/office/drawing/2014/main" id="{A623AFCA-34B1-4DC3-ACE4-0BFB4A082853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19" name="直線コネクタ 132718">
                  <a:extLst>
                    <a:ext uri="{FF2B5EF4-FFF2-40B4-BE49-F238E27FC236}">
                      <a16:creationId xmlns:a16="http://schemas.microsoft.com/office/drawing/2014/main" id="{7EFCC848-FCD5-41E4-AAAE-4847A240033B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0" name="直線コネクタ 132719">
                  <a:extLst>
                    <a:ext uri="{FF2B5EF4-FFF2-40B4-BE49-F238E27FC236}">
                      <a16:creationId xmlns:a16="http://schemas.microsoft.com/office/drawing/2014/main" id="{78B51606-AC82-4AA1-93F9-D807E64A36C6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1" name="直線コネクタ 132720">
                  <a:extLst>
                    <a:ext uri="{FF2B5EF4-FFF2-40B4-BE49-F238E27FC236}">
                      <a16:creationId xmlns:a16="http://schemas.microsoft.com/office/drawing/2014/main" id="{64FD4C74-1E9E-4D4E-B200-EB4C64D29AF9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2" name="直線コネクタ 132721">
                  <a:extLst>
                    <a:ext uri="{FF2B5EF4-FFF2-40B4-BE49-F238E27FC236}">
                      <a16:creationId xmlns:a16="http://schemas.microsoft.com/office/drawing/2014/main" id="{B5D3E185-913F-433B-91F6-9AB595B3AA20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3" name="直線コネクタ 132722">
                  <a:extLst>
                    <a:ext uri="{FF2B5EF4-FFF2-40B4-BE49-F238E27FC236}">
                      <a16:creationId xmlns:a16="http://schemas.microsoft.com/office/drawing/2014/main" id="{8A880E42-C168-4B58-B239-377D99A62C59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4" name="直線コネクタ 132723">
                  <a:extLst>
                    <a:ext uri="{FF2B5EF4-FFF2-40B4-BE49-F238E27FC236}">
                      <a16:creationId xmlns:a16="http://schemas.microsoft.com/office/drawing/2014/main" id="{7B1FD6A5-EAE5-41CC-A916-C9119FDE087C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5" name="直線コネクタ 132724">
                  <a:extLst>
                    <a:ext uri="{FF2B5EF4-FFF2-40B4-BE49-F238E27FC236}">
                      <a16:creationId xmlns:a16="http://schemas.microsoft.com/office/drawing/2014/main" id="{84ABAC7E-D3A1-47E3-BAEE-5351F3BAD7BA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6" name="直線コネクタ 132725">
                  <a:extLst>
                    <a:ext uri="{FF2B5EF4-FFF2-40B4-BE49-F238E27FC236}">
                      <a16:creationId xmlns:a16="http://schemas.microsoft.com/office/drawing/2014/main" id="{7BB58CA4-688C-484E-96DD-8124559EF254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7" name="直線コネクタ 132726">
                  <a:extLst>
                    <a:ext uri="{FF2B5EF4-FFF2-40B4-BE49-F238E27FC236}">
                      <a16:creationId xmlns:a16="http://schemas.microsoft.com/office/drawing/2014/main" id="{4B626BDC-9C8C-4BA0-9A2E-E060DBBD6278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8" name="直線コネクタ 132727">
                  <a:extLst>
                    <a:ext uri="{FF2B5EF4-FFF2-40B4-BE49-F238E27FC236}">
                      <a16:creationId xmlns:a16="http://schemas.microsoft.com/office/drawing/2014/main" id="{98C2D2FB-67E8-44F3-A4EB-8F5EED9DFBF3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29" name="直線コネクタ 132728">
                  <a:extLst>
                    <a:ext uri="{FF2B5EF4-FFF2-40B4-BE49-F238E27FC236}">
                      <a16:creationId xmlns:a16="http://schemas.microsoft.com/office/drawing/2014/main" id="{E987A782-BF12-4833-9FFB-7A472177CF85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0" name="直線コネクタ 132729">
                  <a:extLst>
                    <a:ext uri="{FF2B5EF4-FFF2-40B4-BE49-F238E27FC236}">
                      <a16:creationId xmlns:a16="http://schemas.microsoft.com/office/drawing/2014/main" id="{825E5DE6-2F57-4F4D-A58E-CF719DCAD94C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1" name="直線コネクタ 132730">
                  <a:extLst>
                    <a:ext uri="{FF2B5EF4-FFF2-40B4-BE49-F238E27FC236}">
                      <a16:creationId xmlns:a16="http://schemas.microsoft.com/office/drawing/2014/main" id="{1FB5AB85-7615-452B-B568-A6D626642188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2" name="直線コネクタ 132731">
                  <a:extLst>
                    <a:ext uri="{FF2B5EF4-FFF2-40B4-BE49-F238E27FC236}">
                      <a16:creationId xmlns:a16="http://schemas.microsoft.com/office/drawing/2014/main" id="{349BABD8-81B8-430A-A7C9-4A8C19C42727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3" name="直線コネクタ 132732">
                  <a:extLst>
                    <a:ext uri="{FF2B5EF4-FFF2-40B4-BE49-F238E27FC236}">
                      <a16:creationId xmlns:a16="http://schemas.microsoft.com/office/drawing/2014/main" id="{11B14108-2FCD-4D10-9518-9C1C2DF06ACF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4" name="直線コネクタ 132733">
                  <a:extLst>
                    <a:ext uri="{FF2B5EF4-FFF2-40B4-BE49-F238E27FC236}">
                      <a16:creationId xmlns:a16="http://schemas.microsoft.com/office/drawing/2014/main" id="{0C02A24A-51B9-49C6-A6AF-CE49DE171DA1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5" name="直線コネクタ 132734">
                  <a:extLst>
                    <a:ext uri="{FF2B5EF4-FFF2-40B4-BE49-F238E27FC236}">
                      <a16:creationId xmlns:a16="http://schemas.microsoft.com/office/drawing/2014/main" id="{69C9386E-1134-422D-8415-18509A63CA8F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6" name="直線コネクタ 132735">
                  <a:extLst>
                    <a:ext uri="{FF2B5EF4-FFF2-40B4-BE49-F238E27FC236}">
                      <a16:creationId xmlns:a16="http://schemas.microsoft.com/office/drawing/2014/main" id="{6D25E916-BC2E-41BE-9769-BD5976F9CEFE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7" name="直線コネクタ 132736">
                  <a:extLst>
                    <a:ext uri="{FF2B5EF4-FFF2-40B4-BE49-F238E27FC236}">
                      <a16:creationId xmlns:a16="http://schemas.microsoft.com/office/drawing/2014/main" id="{0E105284-31D9-4DB6-B764-8589A11CD42B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8" name="直線コネクタ 132737">
                  <a:extLst>
                    <a:ext uri="{FF2B5EF4-FFF2-40B4-BE49-F238E27FC236}">
                      <a16:creationId xmlns:a16="http://schemas.microsoft.com/office/drawing/2014/main" id="{177762D6-B812-40BE-B273-A3FF083CB5EB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39" name="直線コネクタ 132738">
                  <a:extLst>
                    <a:ext uri="{FF2B5EF4-FFF2-40B4-BE49-F238E27FC236}">
                      <a16:creationId xmlns:a16="http://schemas.microsoft.com/office/drawing/2014/main" id="{76E293F5-94CD-4135-BD8A-03E82180710E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0" name="直線コネクタ 132739">
                  <a:extLst>
                    <a:ext uri="{FF2B5EF4-FFF2-40B4-BE49-F238E27FC236}">
                      <a16:creationId xmlns:a16="http://schemas.microsoft.com/office/drawing/2014/main" id="{C593068B-FEF0-4858-8C39-46012553EEA0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1" name="直線コネクタ 132740">
                  <a:extLst>
                    <a:ext uri="{FF2B5EF4-FFF2-40B4-BE49-F238E27FC236}">
                      <a16:creationId xmlns:a16="http://schemas.microsoft.com/office/drawing/2014/main" id="{7BC832A2-42E1-45C2-9A9B-3569FB06B761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2" name="直線コネクタ 132741">
                  <a:extLst>
                    <a:ext uri="{FF2B5EF4-FFF2-40B4-BE49-F238E27FC236}">
                      <a16:creationId xmlns:a16="http://schemas.microsoft.com/office/drawing/2014/main" id="{D60CD03C-BD1E-4A22-A423-877915D0532A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3" name="直線コネクタ 132742">
                  <a:extLst>
                    <a:ext uri="{FF2B5EF4-FFF2-40B4-BE49-F238E27FC236}">
                      <a16:creationId xmlns:a16="http://schemas.microsoft.com/office/drawing/2014/main" id="{23F80503-AD69-4D9E-B150-82280196C46F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4" name="直線コネクタ 132743">
                  <a:extLst>
                    <a:ext uri="{FF2B5EF4-FFF2-40B4-BE49-F238E27FC236}">
                      <a16:creationId xmlns:a16="http://schemas.microsoft.com/office/drawing/2014/main" id="{9A4B08C1-5F62-46C8-ACE4-E96B107513B3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5" name="直線コネクタ 132744">
                  <a:extLst>
                    <a:ext uri="{FF2B5EF4-FFF2-40B4-BE49-F238E27FC236}">
                      <a16:creationId xmlns:a16="http://schemas.microsoft.com/office/drawing/2014/main" id="{A1F50101-B4DC-41D2-B97D-6AE4009CC62D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6" name="直線コネクタ 132745">
                  <a:extLst>
                    <a:ext uri="{FF2B5EF4-FFF2-40B4-BE49-F238E27FC236}">
                      <a16:creationId xmlns:a16="http://schemas.microsoft.com/office/drawing/2014/main" id="{1014E99A-86F5-45FF-BE11-49873CB70720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7" name="直線コネクタ 132746">
                  <a:extLst>
                    <a:ext uri="{FF2B5EF4-FFF2-40B4-BE49-F238E27FC236}">
                      <a16:creationId xmlns:a16="http://schemas.microsoft.com/office/drawing/2014/main" id="{EC3E5045-DB8F-476F-A4A0-934697FB6A58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8" name="直線コネクタ 132747">
                  <a:extLst>
                    <a:ext uri="{FF2B5EF4-FFF2-40B4-BE49-F238E27FC236}">
                      <a16:creationId xmlns:a16="http://schemas.microsoft.com/office/drawing/2014/main" id="{40481F98-D49D-4546-ACE3-DD6B955AB25E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49" name="直線コネクタ 132748">
                  <a:extLst>
                    <a:ext uri="{FF2B5EF4-FFF2-40B4-BE49-F238E27FC236}">
                      <a16:creationId xmlns:a16="http://schemas.microsoft.com/office/drawing/2014/main" id="{0E098D05-4980-4019-910C-01645FFCFD97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0" name="直線コネクタ 132749">
                  <a:extLst>
                    <a:ext uri="{FF2B5EF4-FFF2-40B4-BE49-F238E27FC236}">
                      <a16:creationId xmlns:a16="http://schemas.microsoft.com/office/drawing/2014/main" id="{D125E498-EB02-48A8-9F13-C8733C02A105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1" name="直線コネクタ 132750">
                  <a:extLst>
                    <a:ext uri="{FF2B5EF4-FFF2-40B4-BE49-F238E27FC236}">
                      <a16:creationId xmlns:a16="http://schemas.microsoft.com/office/drawing/2014/main" id="{F49F312C-B234-41C1-8832-6DF3B08D851B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2" name="直線コネクタ 132751">
                  <a:extLst>
                    <a:ext uri="{FF2B5EF4-FFF2-40B4-BE49-F238E27FC236}">
                      <a16:creationId xmlns:a16="http://schemas.microsoft.com/office/drawing/2014/main" id="{542314DE-544A-4A5F-BA93-B6B8A5EA87DA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3" name="直線コネクタ 132752">
                  <a:extLst>
                    <a:ext uri="{FF2B5EF4-FFF2-40B4-BE49-F238E27FC236}">
                      <a16:creationId xmlns:a16="http://schemas.microsoft.com/office/drawing/2014/main" id="{5C3F7180-B983-4674-B896-BFDF976C9C1E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4" name="直線コネクタ 132753">
                  <a:extLst>
                    <a:ext uri="{FF2B5EF4-FFF2-40B4-BE49-F238E27FC236}">
                      <a16:creationId xmlns:a16="http://schemas.microsoft.com/office/drawing/2014/main" id="{CD0B73E7-4614-4EF1-BF0E-5E19D01D36E7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5" name="直線コネクタ 132754">
                  <a:extLst>
                    <a:ext uri="{FF2B5EF4-FFF2-40B4-BE49-F238E27FC236}">
                      <a16:creationId xmlns:a16="http://schemas.microsoft.com/office/drawing/2014/main" id="{A1C2F769-BBFF-43CA-AEB1-146DEF6B5EC8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6" name="直線コネクタ 132755">
                  <a:extLst>
                    <a:ext uri="{FF2B5EF4-FFF2-40B4-BE49-F238E27FC236}">
                      <a16:creationId xmlns:a16="http://schemas.microsoft.com/office/drawing/2014/main" id="{4B2F21F0-C42F-4E78-9576-111C8AC7A7BB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7" name="直線コネクタ 132756">
                  <a:extLst>
                    <a:ext uri="{FF2B5EF4-FFF2-40B4-BE49-F238E27FC236}">
                      <a16:creationId xmlns:a16="http://schemas.microsoft.com/office/drawing/2014/main" id="{6507420E-1E41-430E-87E1-3BC5C5D99D25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8" name="直線コネクタ 132757">
                  <a:extLst>
                    <a:ext uri="{FF2B5EF4-FFF2-40B4-BE49-F238E27FC236}">
                      <a16:creationId xmlns:a16="http://schemas.microsoft.com/office/drawing/2014/main" id="{4792ADFA-D84F-4C69-8AC9-B35FBCB4E1CD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59" name="直線コネクタ 132758">
                  <a:extLst>
                    <a:ext uri="{FF2B5EF4-FFF2-40B4-BE49-F238E27FC236}">
                      <a16:creationId xmlns:a16="http://schemas.microsoft.com/office/drawing/2014/main" id="{7E50B3A0-6964-446F-8354-884B2FDA3D89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0" name="直線コネクタ 132759">
                  <a:extLst>
                    <a:ext uri="{FF2B5EF4-FFF2-40B4-BE49-F238E27FC236}">
                      <a16:creationId xmlns:a16="http://schemas.microsoft.com/office/drawing/2014/main" id="{824BFDB9-257E-4309-8CE3-E4CA38A97A2A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1" name="直線コネクタ 132760">
                  <a:extLst>
                    <a:ext uri="{FF2B5EF4-FFF2-40B4-BE49-F238E27FC236}">
                      <a16:creationId xmlns:a16="http://schemas.microsoft.com/office/drawing/2014/main" id="{CD7DB39F-A4B0-49BA-9085-DE2CF74CF553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2" name="直線コネクタ 132761">
                  <a:extLst>
                    <a:ext uri="{FF2B5EF4-FFF2-40B4-BE49-F238E27FC236}">
                      <a16:creationId xmlns:a16="http://schemas.microsoft.com/office/drawing/2014/main" id="{5B7BCFCD-BBDE-4500-89DE-07D2FF2D3B0A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3" name="直線コネクタ 132762">
                  <a:extLst>
                    <a:ext uri="{FF2B5EF4-FFF2-40B4-BE49-F238E27FC236}">
                      <a16:creationId xmlns:a16="http://schemas.microsoft.com/office/drawing/2014/main" id="{6AE6A9E3-F24D-465C-BB4A-15E9B4DBEDA3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4" name="直線コネクタ 132763">
                  <a:extLst>
                    <a:ext uri="{FF2B5EF4-FFF2-40B4-BE49-F238E27FC236}">
                      <a16:creationId xmlns:a16="http://schemas.microsoft.com/office/drawing/2014/main" id="{EDB9982B-2924-47F4-955E-6CE8056FAA92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5" name="直線コネクタ 132764">
                  <a:extLst>
                    <a:ext uri="{FF2B5EF4-FFF2-40B4-BE49-F238E27FC236}">
                      <a16:creationId xmlns:a16="http://schemas.microsoft.com/office/drawing/2014/main" id="{AB69B3E5-CC40-4078-A7E1-3DFA3BD77954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6" name="直線コネクタ 132765">
                  <a:extLst>
                    <a:ext uri="{FF2B5EF4-FFF2-40B4-BE49-F238E27FC236}">
                      <a16:creationId xmlns:a16="http://schemas.microsoft.com/office/drawing/2014/main" id="{9D9353FA-4721-4EC9-ABCA-25987815BBE9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7" name="直線コネクタ 132766">
                  <a:extLst>
                    <a:ext uri="{FF2B5EF4-FFF2-40B4-BE49-F238E27FC236}">
                      <a16:creationId xmlns:a16="http://schemas.microsoft.com/office/drawing/2014/main" id="{9FCC72A3-1055-427D-9303-87DBEC4A2597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8" name="直線コネクタ 132767">
                  <a:extLst>
                    <a:ext uri="{FF2B5EF4-FFF2-40B4-BE49-F238E27FC236}">
                      <a16:creationId xmlns:a16="http://schemas.microsoft.com/office/drawing/2014/main" id="{AD0FA148-FE91-4F7C-841C-EDD71B161316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69" name="直線コネクタ 132768">
                  <a:extLst>
                    <a:ext uri="{FF2B5EF4-FFF2-40B4-BE49-F238E27FC236}">
                      <a16:creationId xmlns:a16="http://schemas.microsoft.com/office/drawing/2014/main" id="{F406D079-9022-4509-8D63-754241BDEC4B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0" name="直線コネクタ 132769">
                  <a:extLst>
                    <a:ext uri="{FF2B5EF4-FFF2-40B4-BE49-F238E27FC236}">
                      <a16:creationId xmlns:a16="http://schemas.microsoft.com/office/drawing/2014/main" id="{90F9C9B6-518E-4AC0-A080-03D35DB09655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1" name="直線コネクタ 132770">
                  <a:extLst>
                    <a:ext uri="{FF2B5EF4-FFF2-40B4-BE49-F238E27FC236}">
                      <a16:creationId xmlns:a16="http://schemas.microsoft.com/office/drawing/2014/main" id="{C17C2649-B9EF-4D5E-8B6B-9C786648FC45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2" name="直線コネクタ 132771">
                  <a:extLst>
                    <a:ext uri="{FF2B5EF4-FFF2-40B4-BE49-F238E27FC236}">
                      <a16:creationId xmlns:a16="http://schemas.microsoft.com/office/drawing/2014/main" id="{68108DCC-6263-40AF-9A9C-61E3BCF6D560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3" name="直線コネクタ 132772">
                  <a:extLst>
                    <a:ext uri="{FF2B5EF4-FFF2-40B4-BE49-F238E27FC236}">
                      <a16:creationId xmlns:a16="http://schemas.microsoft.com/office/drawing/2014/main" id="{C3CA9FAC-B418-4D93-AA8D-B1D77B42E4A3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4" name="直線コネクタ 132773">
                  <a:extLst>
                    <a:ext uri="{FF2B5EF4-FFF2-40B4-BE49-F238E27FC236}">
                      <a16:creationId xmlns:a16="http://schemas.microsoft.com/office/drawing/2014/main" id="{A9F4CF62-67B7-4E2A-A52B-B0B67EF080C7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5" name="直線コネクタ 132774">
                  <a:extLst>
                    <a:ext uri="{FF2B5EF4-FFF2-40B4-BE49-F238E27FC236}">
                      <a16:creationId xmlns:a16="http://schemas.microsoft.com/office/drawing/2014/main" id="{52C7AFEF-96B6-444C-BDD5-B12635A1638D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6" name="直線コネクタ 132775">
                  <a:extLst>
                    <a:ext uri="{FF2B5EF4-FFF2-40B4-BE49-F238E27FC236}">
                      <a16:creationId xmlns:a16="http://schemas.microsoft.com/office/drawing/2014/main" id="{C4792D47-D73A-44EB-8731-007EA5BECA20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7" name="直線コネクタ 132776">
                  <a:extLst>
                    <a:ext uri="{FF2B5EF4-FFF2-40B4-BE49-F238E27FC236}">
                      <a16:creationId xmlns:a16="http://schemas.microsoft.com/office/drawing/2014/main" id="{3B11C960-AA18-4197-BF1B-C1FF15FDFC02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8" name="直線コネクタ 132777">
                  <a:extLst>
                    <a:ext uri="{FF2B5EF4-FFF2-40B4-BE49-F238E27FC236}">
                      <a16:creationId xmlns:a16="http://schemas.microsoft.com/office/drawing/2014/main" id="{4128ADC6-5626-4B50-A024-EE9FD420AAFB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79" name="直線コネクタ 132778">
                  <a:extLst>
                    <a:ext uri="{FF2B5EF4-FFF2-40B4-BE49-F238E27FC236}">
                      <a16:creationId xmlns:a16="http://schemas.microsoft.com/office/drawing/2014/main" id="{F6ED5D52-E077-480E-BB97-2E132C75EC24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0" name="直線コネクタ 132779">
                  <a:extLst>
                    <a:ext uri="{FF2B5EF4-FFF2-40B4-BE49-F238E27FC236}">
                      <a16:creationId xmlns:a16="http://schemas.microsoft.com/office/drawing/2014/main" id="{DE420EF0-3F8B-4894-B594-06B57CEC0AB0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1" name="直線コネクタ 132780">
                  <a:extLst>
                    <a:ext uri="{FF2B5EF4-FFF2-40B4-BE49-F238E27FC236}">
                      <a16:creationId xmlns:a16="http://schemas.microsoft.com/office/drawing/2014/main" id="{443AB691-2E5E-458A-A06E-E946C401909C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2" name="直線コネクタ 132781">
                  <a:extLst>
                    <a:ext uri="{FF2B5EF4-FFF2-40B4-BE49-F238E27FC236}">
                      <a16:creationId xmlns:a16="http://schemas.microsoft.com/office/drawing/2014/main" id="{DBFE7B7C-6747-45A1-8C3E-BF1FD91C980D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3" name="直線コネクタ 132782">
                  <a:extLst>
                    <a:ext uri="{FF2B5EF4-FFF2-40B4-BE49-F238E27FC236}">
                      <a16:creationId xmlns:a16="http://schemas.microsoft.com/office/drawing/2014/main" id="{38EF18F1-2EB2-4C77-B184-E91546028878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4" name="直線コネクタ 132783">
                  <a:extLst>
                    <a:ext uri="{FF2B5EF4-FFF2-40B4-BE49-F238E27FC236}">
                      <a16:creationId xmlns:a16="http://schemas.microsoft.com/office/drawing/2014/main" id="{B39D2D52-32EE-4BAA-ADC2-3EB60087F1C2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5" name="直線コネクタ 132784">
                  <a:extLst>
                    <a:ext uri="{FF2B5EF4-FFF2-40B4-BE49-F238E27FC236}">
                      <a16:creationId xmlns:a16="http://schemas.microsoft.com/office/drawing/2014/main" id="{B34C889F-7D21-4AE1-8B65-ED99D2DB130F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6" name="直線コネクタ 132785">
                  <a:extLst>
                    <a:ext uri="{FF2B5EF4-FFF2-40B4-BE49-F238E27FC236}">
                      <a16:creationId xmlns:a16="http://schemas.microsoft.com/office/drawing/2014/main" id="{A99DEF5E-0B83-40B6-A9B2-584B16F50F16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7" name="直線コネクタ 132786">
                  <a:extLst>
                    <a:ext uri="{FF2B5EF4-FFF2-40B4-BE49-F238E27FC236}">
                      <a16:creationId xmlns:a16="http://schemas.microsoft.com/office/drawing/2014/main" id="{C38753B3-FF3E-483B-82F2-F09DFEFCE139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8" name="直線コネクタ 132787">
                  <a:extLst>
                    <a:ext uri="{FF2B5EF4-FFF2-40B4-BE49-F238E27FC236}">
                      <a16:creationId xmlns:a16="http://schemas.microsoft.com/office/drawing/2014/main" id="{C0B9E8DC-0CC7-454A-90E7-C8156045D3A1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89" name="直線コネクタ 132788">
                  <a:extLst>
                    <a:ext uri="{FF2B5EF4-FFF2-40B4-BE49-F238E27FC236}">
                      <a16:creationId xmlns:a16="http://schemas.microsoft.com/office/drawing/2014/main" id="{4DA6EDB5-28EA-484A-AB55-3392AC631B03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0" name="直線コネクタ 132789">
                  <a:extLst>
                    <a:ext uri="{FF2B5EF4-FFF2-40B4-BE49-F238E27FC236}">
                      <a16:creationId xmlns:a16="http://schemas.microsoft.com/office/drawing/2014/main" id="{10178973-F2D6-4D03-8F9A-5CB1D51F7898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1" name="直線コネクタ 132790">
                  <a:extLst>
                    <a:ext uri="{FF2B5EF4-FFF2-40B4-BE49-F238E27FC236}">
                      <a16:creationId xmlns:a16="http://schemas.microsoft.com/office/drawing/2014/main" id="{8BEDBC2A-840F-4899-A073-EEE135A323DD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2" name="直線コネクタ 132791">
                  <a:extLst>
                    <a:ext uri="{FF2B5EF4-FFF2-40B4-BE49-F238E27FC236}">
                      <a16:creationId xmlns:a16="http://schemas.microsoft.com/office/drawing/2014/main" id="{744B4961-DCF0-4CC4-954A-12B5572B911D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3" name="直線コネクタ 132792">
                  <a:extLst>
                    <a:ext uri="{FF2B5EF4-FFF2-40B4-BE49-F238E27FC236}">
                      <a16:creationId xmlns:a16="http://schemas.microsoft.com/office/drawing/2014/main" id="{B94BEBA4-1D25-42CC-B08F-04245E2C7518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4" name="直線コネクタ 132793">
                  <a:extLst>
                    <a:ext uri="{FF2B5EF4-FFF2-40B4-BE49-F238E27FC236}">
                      <a16:creationId xmlns:a16="http://schemas.microsoft.com/office/drawing/2014/main" id="{971BB641-7D7A-429F-8AF3-934EFAF55287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5" name="直線コネクタ 132794">
                  <a:extLst>
                    <a:ext uri="{FF2B5EF4-FFF2-40B4-BE49-F238E27FC236}">
                      <a16:creationId xmlns:a16="http://schemas.microsoft.com/office/drawing/2014/main" id="{DA1970C8-111B-4AD4-BAC8-D674988A6428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6" name="直線コネクタ 132795">
                  <a:extLst>
                    <a:ext uri="{FF2B5EF4-FFF2-40B4-BE49-F238E27FC236}">
                      <a16:creationId xmlns:a16="http://schemas.microsoft.com/office/drawing/2014/main" id="{9DAF3AC8-C177-47C2-AE25-7A029B72646E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7" name="直線コネクタ 132796">
                  <a:extLst>
                    <a:ext uri="{FF2B5EF4-FFF2-40B4-BE49-F238E27FC236}">
                      <a16:creationId xmlns:a16="http://schemas.microsoft.com/office/drawing/2014/main" id="{3D860F34-A044-4967-9D00-0C6B75FA8E1D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8" name="直線コネクタ 132797">
                  <a:extLst>
                    <a:ext uri="{FF2B5EF4-FFF2-40B4-BE49-F238E27FC236}">
                      <a16:creationId xmlns:a16="http://schemas.microsoft.com/office/drawing/2014/main" id="{BC699BC3-9963-42D7-9050-0243DEB0B69A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799" name="直線コネクタ 132798">
                  <a:extLst>
                    <a:ext uri="{FF2B5EF4-FFF2-40B4-BE49-F238E27FC236}">
                      <a16:creationId xmlns:a16="http://schemas.microsoft.com/office/drawing/2014/main" id="{CFCDB437-DE54-4656-A847-9AB5E2FDEC52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0" name="直線コネクタ 132799">
                  <a:extLst>
                    <a:ext uri="{FF2B5EF4-FFF2-40B4-BE49-F238E27FC236}">
                      <a16:creationId xmlns:a16="http://schemas.microsoft.com/office/drawing/2014/main" id="{666AFC00-151F-43CA-A9E3-A11148935B71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1" name="直線コネクタ 132800">
                  <a:extLst>
                    <a:ext uri="{FF2B5EF4-FFF2-40B4-BE49-F238E27FC236}">
                      <a16:creationId xmlns:a16="http://schemas.microsoft.com/office/drawing/2014/main" id="{48900AFF-09B4-4DB8-906E-6E849E223A6C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2" name="直線コネクタ 132801">
                  <a:extLst>
                    <a:ext uri="{FF2B5EF4-FFF2-40B4-BE49-F238E27FC236}">
                      <a16:creationId xmlns:a16="http://schemas.microsoft.com/office/drawing/2014/main" id="{4354FE46-39A9-406B-B910-A8B092769BE8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3" name="直線コネクタ 132802">
                  <a:extLst>
                    <a:ext uri="{FF2B5EF4-FFF2-40B4-BE49-F238E27FC236}">
                      <a16:creationId xmlns:a16="http://schemas.microsoft.com/office/drawing/2014/main" id="{A9FEE619-8FE9-4A5A-951C-64FBFDF021E6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4" name="直線コネクタ 132803">
                  <a:extLst>
                    <a:ext uri="{FF2B5EF4-FFF2-40B4-BE49-F238E27FC236}">
                      <a16:creationId xmlns:a16="http://schemas.microsoft.com/office/drawing/2014/main" id="{08429479-BFE0-473A-9522-A0375F405B24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5" name="直線コネクタ 132804">
                  <a:extLst>
                    <a:ext uri="{FF2B5EF4-FFF2-40B4-BE49-F238E27FC236}">
                      <a16:creationId xmlns:a16="http://schemas.microsoft.com/office/drawing/2014/main" id="{4FE9D374-D5EF-483D-9BDB-F99EACEF79BF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6" name="直線コネクタ 132805">
                  <a:extLst>
                    <a:ext uri="{FF2B5EF4-FFF2-40B4-BE49-F238E27FC236}">
                      <a16:creationId xmlns:a16="http://schemas.microsoft.com/office/drawing/2014/main" id="{24980554-A043-4BFA-91BB-EFEA6C7EF0D7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7" name="直線コネクタ 132806">
                  <a:extLst>
                    <a:ext uri="{FF2B5EF4-FFF2-40B4-BE49-F238E27FC236}">
                      <a16:creationId xmlns:a16="http://schemas.microsoft.com/office/drawing/2014/main" id="{3E95B1C9-9991-4E34-A714-F9F983CA9C42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8" name="直線コネクタ 132807">
                  <a:extLst>
                    <a:ext uri="{FF2B5EF4-FFF2-40B4-BE49-F238E27FC236}">
                      <a16:creationId xmlns:a16="http://schemas.microsoft.com/office/drawing/2014/main" id="{5AD450D9-0788-4188-9757-81CE5FC6931E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09" name="直線コネクタ 132808">
                  <a:extLst>
                    <a:ext uri="{FF2B5EF4-FFF2-40B4-BE49-F238E27FC236}">
                      <a16:creationId xmlns:a16="http://schemas.microsoft.com/office/drawing/2014/main" id="{410D1B1D-AEBA-4D1E-8AF7-ED35E48B2006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0" name="直線コネクタ 132809">
                  <a:extLst>
                    <a:ext uri="{FF2B5EF4-FFF2-40B4-BE49-F238E27FC236}">
                      <a16:creationId xmlns:a16="http://schemas.microsoft.com/office/drawing/2014/main" id="{8078FEFA-B1FE-4B49-916D-8AAA629B0BB4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1" name="直線コネクタ 132810">
                  <a:extLst>
                    <a:ext uri="{FF2B5EF4-FFF2-40B4-BE49-F238E27FC236}">
                      <a16:creationId xmlns:a16="http://schemas.microsoft.com/office/drawing/2014/main" id="{05C38397-15A2-465A-B82B-0AC8A615B5DF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2" name="直線コネクタ 132811">
                  <a:extLst>
                    <a:ext uri="{FF2B5EF4-FFF2-40B4-BE49-F238E27FC236}">
                      <a16:creationId xmlns:a16="http://schemas.microsoft.com/office/drawing/2014/main" id="{7CFD5CFB-28B1-4A49-9088-FCB1452F1FEA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3" name="直線コネクタ 132812">
                  <a:extLst>
                    <a:ext uri="{FF2B5EF4-FFF2-40B4-BE49-F238E27FC236}">
                      <a16:creationId xmlns:a16="http://schemas.microsoft.com/office/drawing/2014/main" id="{78DDD318-F7FB-4E32-BBF9-F891C9983E0C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4" name="直線コネクタ 132813">
                  <a:extLst>
                    <a:ext uri="{FF2B5EF4-FFF2-40B4-BE49-F238E27FC236}">
                      <a16:creationId xmlns:a16="http://schemas.microsoft.com/office/drawing/2014/main" id="{66CC83C0-DB52-4199-81B2-939C870CC325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5" name="直線コネクタ 132814">
                  <a:extLst>
                    <a:ext uri="{FF2B5EF4-FFF2-40B4-BE49-F238E27FC236}">
                      <a16:creationId xmlns:a16="http://schemas.microsoft.com/office/drawing/2014/main" id="{8A997D8A-C791-40E4-92A9-6F6C94C6CCA8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6" name="直線コネクタ 132815">
                  <a:extLst>
                    <a:ext uri="{FF2B5EF4-FFF2-40B4-BE49-F238E27FC236}">
                      <a16:creationId xmlns:a16="http://schemas.microsoft.com/office/drawing/2014/main" id="{A9E80B80-343D-4A20-93EF-2533E7934DC5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7" name="直線コネクタ 132816">
                  <a:extLst>
                    <a:ext uri="{FF2B5EF4-FFF2-40B4-BE49-F238E27FC236}">
                      <a16:creationId xmlns:a16="http://schemas.microsoft.com/office/drawing/2014/main" id="{02984B19-A125-4D17-93CE-ABA632AA4116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8" name="直線コネクタ 132817">
                  <a:extLst>
                    <a:ext uri="{FF2B5EF4-FFF2-40B4-BE49-F238E27FC236}">
                      <a16:creationId xmlns:a16="http://schemas.microsoft.com/office/drawing/2014/main" id="{7B3A32D9-E36E-4F03-B5AD-41570E17B362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19" name="直線コネクタ 132818">
                  <a:extLst>
                    <a:ext uri="{FF2B5EF4-FFF2-40B4-BE49-F238E27FC236}">
                      <a16:creationId xmlns:a16="http://schemas.microsoft.com/office/drawing/2014/main" id="{DA7AC9BE-9A0A-4ACE-A52F-EFC574004752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0" name="直線コネクタ 132819">
                  <a:extLst>
                    <a:ext uri="{FF2B5EF4-FFF2-40B4-BE49-F238E27FC236}">
                      <a16:creationId xmlns:a16="http://schemas.microsoft.com/office/drawing/2014/main" id="{6E478DC0-7D02-4655-BB9A-397CD814E1B6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1" name="直線コネクタ 132820">
                  <a:extLst>
                    <a:ext uri="{FF2B5EF4-FFF2-40B4-BE49-F238E27FC236}">
                      <a16:creationId xmlns:a16="http://schemas.microsoft.com/office/drawing/2014/main" id="{3A37A098-AFFC-4BE2-944B-BE2B65B3511C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2" name="直線コネクタ 132821">
                  <a:extLst>
                    <a:ext uri="{FF2B5EF4-FFF2-40B4-BE49-F238E27FC236}">
                      <a16:creationId xmlns:a16="http://schemas.microsoft.com/office/drawing/2014/main" id="{CF84002E-1699-420D-A116-5B90477A1303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3" name="直線コネクタ 132822">
                  <a:extLst>
                    <a:ext uri="{FF2B5EF4-FFF2-40B4-BE49-F238E27FC236}">
                      <a16:creationId xmlns:a16="http://schemas.microsoft.com/office/drawing/2014/main" id="{B7E1C867-F963-4A1F-BA10-84EF39EEB277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4" name="直線コネクタ 132823">
                  <a:extLst>
                    <a:ext uri="{FF2B5EF4-FFF2-40B4-BE49-F238E27FC236}">
                      <a16:creationId xmlns:a16="http://schemas.microsoft.com/office/drawing/2014/main" id="{0C038033-F5AF-41A2-8372-C456C7314AC0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5" name="直線コネクタ 132824">
                  <a:extLst>
                    <a:ext uri="{FF2B5EF4-FFF2-40B4-BE49-F238E27FC236}">
                      <a16:creationId xmlns:a16="http://schemas.microsoft.com/office/drawing/2014/main" id="{C8F86588-CC7B-4273-AF61-A5B568487E05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6" name="直線コネクタ 132825">
                  <a:extLst>
                    <a:ext uri="{FF2B5EF4-FFF2-40B4-BE49-F238E27FC236}">
                      <a16:creationId xmlns:a16="http://schemas.microsoft.com/office/drawing/2014/main" id="{10A0C9B6-1CD6-47B2-ADC0-76F89982FC24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7" name="直線コネクタ 132826">
                  <a:extLst>
                    <a:ext uri="{FF2B5EF4-FFF2-40B4-BE49-F238E27FC236}">
                      <a16:creationId xmlns:a16="http://schemas.microsoft.com/office/drawing/2014/main" id="{D8C34110-E199-4249-A948-A561BFE5FF99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8" name="直線コネクタ 132827">
                  <a:extLst>
                    <a:ext uri="{FF2B5EF4-FFF2-40B4-BE49-F238E27FC236}">
                      <a16:creationId xmlns:a16="http://schemas.microsoft.com/office/drawing/2014/main" id="{5D2D2D89-C1DB-444D-8D6C-0A117C7C30C0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29" name="直線コネクタ 132828">
                  <a:extLst>
                    <a:ext uri="{FF2B5EF4-FFF2-40B4-BE49-F238E27FC236}">
                      <a16:creationId xmlns:a16="http://schemas.microsoft.com/office/drawing/2014/main" id="{71D1FB8A-E118-4265-8407-936811B3FA92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0" name="直線コネクタ 132829">
                  <a:extLst>
                    <a:ext uri="{FF2B5EF4-FFF2-40B4-BE49-F238E27FC236}">
                      <a16:creationId xmlns:a16="http://schemas.microsoft.com/office/drawing/2014/main" id="{0DC16554-D784-4675-8FB2-9F3337F6D7A5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1" name="直線コネクタ 132830">
                  <a:extLst>
                    <a:ext uri="{FF2B5EF4-FFF2-40B4-BE49-F238E27FC236}">
                      <a16:creationId xmlns:a16="http://schemas.microsoft.com/office/drawing/2014/main" id="{CB478ED0-A17E-4C38-81D1-F2CC49703FDC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2" name="直線コネクタ 132831">
                  <a:extLst>
                    <a:ext uri="{FF2B5EF4-FFF2-40B4-BE49-F238E27FC236}">
                      <a16:creationId xmlns:a16="http://schemas.microsoft.com/office/drawing/2014/main" id="{6F6BF353-0931-47EF-9605-8C696646C532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3" name="直線コネクタ 132832">
                  <a:extLst>
                    <a:ext uri="{FF2B5EF4-FFF2-40B4-BE49-F238E27FC236}">
                      <a16:creationId xmlns:a16="http://schemas.microsoft.com/office/drawing/2014/main" id="{256834CF-4E96-4E3D-AD82-4BBC58518A5E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4" name="直線コネクタ 132833">
                  <a:extLst>
                    <a:ext uri="{FF2B5EF4-FFF2-40B4-BE49-F238E27FC236}">
                      <a16:creationId xmlns:a16="http://schemas.microsoft.com/office/drawing/2014/main" id="{A138478E-1B3B-4E82-ADDE-03D7CC133995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5" name="直線コネクタ 132834">
                  <a:extLst>
                    <a:ext uri="{FF2B5EF4-FFF2-40B4-BE49-F238E27FC236}">
                      <a16:creationId xmlns:a16="http://schemas.microsoft.com/office/drawing/2014/main" id="{E12B3219-4931-4FE9-96F2-0653D224ACC4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6" name="直線コネクタ 132835">
                  <a:extLst>
                    <a:ext uri="{FF2B5EF4-FFF2-40B4-BE49-F238E27FC236}">
                      <a16:creationId xmlns:a16="http://schemas.microsoft.com/office/drawing/2014/main" id="{393AD684-C1D4-45D6-90A0-C6AB0A42BA1E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7" name="直線コネクタ 132836">
                  <a:extLst>
                    <a:ext uri="{FF2B5EF4-FFF2-40B4-BE49-F238E27FC236}">
                      <a16:creationId xmlns:a16="http://schemas.microsoft.com/office/drawing/2014/main" id="{42D9A77A-8BF3-4C6B-BED7-DC8B0D8B4ADA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8" name="直線コネクタ 132837">
                  <a:extLst>
                    <a:ext uri="{FF2B5EF4-FFF2-40B4-BE49-F238E27FC236}">
                      <a16:creationId xmlns:a16="http://schemas.microsoft.com/office/drawing/2014/main" id="{57F8E597-A4F7-44A1-8AD1-F96D10E5D2FD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39" name="直線コネクタ 132838">
                  <a:extLst>
                    <a:ext uri="{FF2B5EF4-FFF2-40B4-BE49-F238E27FC236}">
                      <a16:creationId xmlns:a16="http://schemas.microsoft.com/office/drawing/2014/main" id="{5E4705AD-67EF-481B-B11C-3AE6C07A9D62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0" name="直線コネクタ 132839">
                  <a:extLst>
                    <a:ext uri="{FF2B5EF4-FFF2-40B4-BE49-F238E27FC236}">
                      <a16:creationId xmlns:a16="http://schemas.microsoft.com/office/drawing/2014/main" id="{EB439605-F80A-4BD1-9655-DA444E856380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1" name="直線コネクタ 132840">
                  <a:extLst>
                    <a:ext uri="{FF2B5EF4-FFF2-40B4-BE49-F238E27FC236}">
                      <a16:creationId xmlns:a16="http://schemas.microsoft.com/office/drawing/2014/main" id="{134F81D3-B1DE-41A8-BEAF-BCDEA6E002E3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2" name="直線コネクタ 132841">
                  <a:extLst>
                    <a:ext uri="{FF2B5EF4-FFF2-40B4-BE49-F238E27FC236}">
                      <a16:creationId xmlns:a16="http://schemas.microsoft.com/office/drawing/2014/main" id="{F3643D2C-7963-4B51-8ED7-2763666A8647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3" name="直線コネクタ 132842">
                  <a:extLst>
                    <a:ext uri="{FF2B5EF4-FFF2-40B4-BE49-F238E27FC236}">
                      <a16:creationId xmlns:a16="http://schemas.microsoft.com/office/drawing/2014/main" id="{1A9EB7B7-182A-4888-ABB9-B616804FA604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4" name="直線コネクタ 132843">
                  <a:extLst>
                    <a:ext uri="{FF2B5EF4-FFF2-40B4-BE49-F238E27FC236}">
                      <a16:creationId xmlns:a16="http://schemas.microsoft.com/office/drawing/2014/main" id="{0F04A3E1-3723-4A02-8DB2-2B14A79B9E72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5" name="直線コネクタ 132844">
                  <a:extLst>
                    <a:ext uri="{FF2B5EF4-FFF2-40B4-BE49-F238E27FC236}">
                      <a16:creationId xmlns:a16="http://schemas.microsoft.com/office/drawing/2014/main" id="{1CBA1479-29DC-4350-9030-4A66CF71F92B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6" name="直線コネクタ 132845">
                  <a:extLst>
                    <a:ext uri="{FF2B5EF4-FFF2-40B4-BE49-F238E27FC236}">
                      <a16:creationId xmlns:a16="http://schemas.microsoft.com/office/drawing/2014/main" id="{36DFCF7C-82F4-4C9C-B3B3-913D9C67CB07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7" name="直線コネクタ 132846">
                  <a:extLst>
                    <a:ext uri="{FF2B5EF4-FFF2-40B4-BE49-F238E27FC236}">
                      <a16:creationId xmlns:a16="http://schemas.microsoft.com/office/drawing/2014/main" id="{251ED768-47C2-4664-9EDD-6159C5BE81B7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8" name="直線コネクタ 132847">
                  <a:extLst>
                    <a:ext uri="{FF2B5EF4-FFF2-40B4-BE49-F238E27FC236}">
                      <a16:creationId xmlns:a16="http://schemas.microsoft.com/office/drawing/2014/main" id="{9A9C191E-58B2-49BF-94D4-FA4620CD313E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49" name="直線コネクタ 132848">
                  <a:extLst>
                    <a:ext uri="{FF2B5EF4-FFF2-40B4-BE49-F238E27FC236}">
                      <a16:creationId xmlns:a16="http://schemas.microsoft.com/office/drawing/2014/main" id="{F929C8D1-ABC2-4CF5-92F1-499E726D70CF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0" name="直線コネクタ 132849">
                  <a:extLst>
                    <a:ext uri="{FF2B5EF4-FFF2-40B4-BE49-F238E27FC236}">
                      <a16:creationId xmlns:a16="http://schemas.microsoft.com/office/drawing/2014/main" id="{A4927553-98A4-4AF6-A21C-5F554B74ABDE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1" name="直線コネクタ 132850">
                  <a:extLst>
                    <a:ext uri="{FF2B5EF4-FFF2-40B4-BE49-F238E27FC236}">
                      <a16:creationId xmlns:a16="http://schemas.microsoft.com/office/drawing/2014/main" id="{0C9DC425-36F6-4B2B-A82B-7EA000475290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2" name="直線コネクタ 132851">
                  <a:extLst>
                    <a:ext uri="{FF2B5EF4-FFF2-40B4-BE49-F238E27FC236}">
                      <a16:creationId xmlns:a16="http://schemas.microsoft.com/office/drawing/2014/main" id="{A025F87D-8D76-4537-B362-964AE3F732FE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3" name="直線コネクタ 132852">
                  <a:extLst>
                    <a:ext uri="{FF2B5EF4-FFF2-40B4-BE49-F238E27FC236}">
                      <a16:creationId xmlns:a16="http://schemas.microsoft.com/office/drawing/2014/main" id="{BCEADEAA-451A-4F30-937E-B528363EB51C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4" name="直線コネクタ 132853">
                  <a:extLst>
                    <a:ext uri="{FF2B5EF4-FFF2-40B4-BE49-F238E27FC236}">
                      <a16:creationId xmlns:a16="http://schemas.microsoft.com/office/drawing/2014/main" id="{5D99ED62-32D0-4B19-B61B-E4F3A99D78ED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5" name="直線コネクタ 132854">
                  <a:extLst>
                    <a:ext uri="{FF2B5EF4-FFF2-40B4-BE49-F238E27FC236}">
                      <a16:creationId xmlns:a16="http://schemas.microsoft.com/office/drawing/2014/main" id="{144B2953-8600-4F71-8704-4B49F5F721C6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6" name="直線コネクタ 132855">
                  <a:extLst>
                    <a:ext uri="{FF2B5EF4-FFF2-40B4-BE49-F238E27FC236}">
                      <a16:creationId xmlns:a16="http://schemas.microsoft.com/office/drawing/2014/main" id="{25A06F80-CCFA-4826-BF61-7FD6BBACBACF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7" name="直線コネクタ 132856">
                  <a:extLst>
                    <a:ext uri="{FF2B5EF4-FFF2-40B4-BE49-F238E27FC236}">
                      <a16:creationId xmlns:a16="http://schemas.microsoft.com/office/drawing/2014/main" id="{FD4F6589-6B56-453B-84DB-216708BD8347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8" name="直線コネクタ 132857">
                  <a:extLst>
                    <a:ext uri="{FF2B5EF4-FFF2-40B4-BE49-F238E27FC236}">
                      <a16:creationId xmlns:a16="http://schemas.microsoft.com/office/drawing/2014/main" id="{63043C75-E818-40B1-A23F-41AB22E1B54B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59" name="直線コネクタ 132858">
                  <a:extLst>
                    <a:ext uri="{FF2B5EF4-FFF2-40B4-BE49-F238E27FC236}">
                      <a16:creationId xmlns:a16="http://schemas.microsoft.com/office/drawing/2014/main" id="{6AF68FD1-92FD-457D-A3D6-B65F1A24CBF5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0" name="直線コネクタ 132859">
                  <a:extLst>
                    <a:ext uri="{FF2B5EF4-FFF2-40B4-BE49-F238E27FC236}">
                      <a16:creationId xmlns:a16="http://schemas.microsoft.com/office/drawing/2014/main" id="{39E7D6BD-B76F-4166-BBD7-91BC2CA22712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1" name="直線コネクタ 132860">
                  <a:extLst>
                    <a:ext uri="{FF2B5EF4-FFF2-40B4-BE49-F238E27FC236}">
                      <a16:creationId xmlns:a16="http://schemas.microsoft.com/office/drawing/2014/main" id="{A0876DE9-3752-4C67-AC8A-C5EEB8D513CC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2" name="直線コネクタ 132861">
                  <a:extLst>
                    <a:ext uri="{FF2B5EF4-FFF2-40B4-BE49-F238E27FC236}">
                      <a16:creationId xmlns:a16="http://schemas.microsoft.com/office/drawing/2014/main" id="{02EAF5BB-E859-4851-89B6-9DAE4C67E6EE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3" name="直線コネクタ 132862">
                  <a:extLst>
                    <a:ext uri="{FF2B5EF4-FFF2-40B4-BE49-F238E27FC236}">
                      <a16:creationId xmlns:a16="http://schemas.microsoft.com/office/drawing/2014/main" id="{FB487749-FB38-4265-9549-D0F8F1B91242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4" name="直線コネクタ 132863">
                  <a:extLst>
                    <a:ext uri="{FF2B5EF4-FFF2-40B4-BE49-F238E27FC236}">
                      <a16:creationId xmlns:a16="http://schemas.microsoft.com/office/drawing/2014/main" id="{9DBA6AFA-8250-4D8A-BA6D-DDB4F2D298F9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5" name="直線コネクタ 132864">
                  <a:extLst>
                    <a:ext uri="{FF2B5EF4-FFF2-40B4-BE49-F238E27FC236}">
                      <a16:creationId xmlns:a16="http://schemas.microsoft.com/office/drawing/2014/main" id="{1926CED9-ACCE-4587-9923-492E57510CDE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6" name="直線コネクタ 132865">
                  <a:extLst>
                    <a:ext uri="{FF2B5EF4-FFF2-40B4-BE49-F238E27FC236}">
                      <a16:creationId xmlns:a16="http://schemas.microsoft.com/office/drawing/2014/main" id="{1A1B72E4-D578-4316-979E-13377FD01751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7" name="直線コネクタ 132866">
                  <a:extLst>
                    <a:ext uri="{FF2B5EF4-FFF2-40B4-BE49-F238E27FC236}">
                      <a16:creationId xmlns:a16="http://schemas.microsoft.com/office/drawing/2014/main" id="{69515C62-D3A3-434A-8F43-0861465FE67D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8" name="直線コネクタ 132867">
                  <a:extLst>
                    <a:ext uri="{FF2B5EF4-FFF2-40B4-BE49-F238E27FC236}">
                      <a16:creationId xmlns:a16="http://schemas.microsoft.com/office/drawing/2014/main" id="{D2EAA17E-F53F-4998-B696-D30A87C4AB8A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69" name="直線コネクタ 132868">
                  <a:extLst>
                    <a:ext uri="{FF2B5EF4-FFF2-40B4-BE49-F238E27FC236}">
                      <a16:creationId xmlns:a16="http://schemas.microsoft.com/office/drawing/2014/main" id="{C2943F5E-8757-4E06-89AC-BC72AB7FACEB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0" name="直線コネクタ 132869">
                  <a:extLst>
                    <a:ext uri="{FF2B5EF4-FFF2-40B4-BE49-F238E27FC236}">
                      <a16:creationId xmlns:a16="http://schemas.microsoft.com/office/drawing/2014/main" id="{266F0578-4EC8-4C73-AEF8-F386C1F29D6E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1" name="直線コネクタ 132870">
                  <a:extLst>
                    <a:ext uri="{FF2B5EF4-FFF2-40B4-BE49-F238E27FC236}">
                      <a16:creationId xmlns:a16="http://schemas.microsoft.com/office/drawing/2014/main" id="{CDEA1713-2FCE-4630-88BB-F992E9EE7F9E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2" name="直線コネクタ 132871">
                  <a:extLst>
                    <a:ext uri="{FF2B5EF4-FFF2-40B4-BE49-F238E27FC236}">
                      <a16:creationId xmlns:a16="http://schemas.microsoft.com/office/drawing/2014/main" id="{EDB9A4F4-7FA5-4D7D-BC4D-8BEF254C738F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3" name="直線コネクタ 132872">
                  <a:extLst>
                    <a:ext uri="{FF2B5EF4-FFF2-40B4-BE49-F238E27FC236}">
                      <a16:creationId xmlns:a16="http://schemas.microsoft.com/office/drawing/2014/main" id="{A77EB278-272B-4909-A544-20B5A4AC6137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4" name="直線コネクタ 132873">
                  <a:extLst>
                    <a:ext uri="{FF2B5EF4-FFF2-40B4-BE49-F238E27FC236}">
                      <a16:creationId xmlns:a16="http://schemas.microsoft.com/office/drawing/2014/main" id="{7F7821DD-85FB-4B68-BF8E-EA48A93ADC87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5" name="直線コネクタ 132874">
                  <a:extLst>
                    <a:ext uri="{FF2B5EF4-FFF2-40B4-BE49-F238E27FC236}">
                      <a16:creationId xmlns:a16="http://schemas.microsoft.com/office/drawing/2014/main" id="{1A809D6D-1B09-42F3-920F-BDACF4ECB41F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6" name="直線コネクタ 132875">
                  <a:extLst>
                    <a:ext uri="{FF2B5EF4-FFF2-40B4-BE49-F238E27FC236}">
                      <a16:creationId xmlns:a16="http://schemas.microsoft.com/office/drawing/2014/main" id="{443C7D5A-F9E8-4DA4-B605-BC5B32795A04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7" name="直線コネクタ 132876">
                  <a:extLst>
                    <a:ext uri="{FF2B5EF4-FFF2-40B4-BE49-F238E27FC236}">
                      <a16:creationId xmlns:a16="http://schemas.microsoft.com/office/drawing/2014/main" id="{4928B13D-7742-4777-B2F9-D3E8BB662E0F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8" name="直線コネクタ 132877">
                  <a:extLst>
                    <a:ext uri="{FF2B5EF4-FFF2-40B4-BE49-F238E27FC236}">
                      <a16:creationId xmlns:a16="http://schemas.microsoft.com/office/drawing/2014/main" id="{A51AB50F-7147-47CC-9FE9-49C663E90E81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79" name="直線コネクタ 132878">
                  <a:extLst>
                    <a:ext uri="{FF2B5EF4-FFF2-40B4-BE49-F238E27FC236}">
                      <a16:creationId xmlns:a16="http://schemas.microsoft.com/office/drawing/2014/main" id="{587C3B5F-B4F3-4AF9-A434-976841C765A2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0" name="直線コネクタ 132879">
                  <a:extLst>
                    <a:ext uri="{FF2B5EF4-FFF2-40B4-BE49-F238E27FC236}">
                      <a16:creationId xmlns:a16="http://schemas.microsoft.com/office/drawing/2014/main" id="{5901113C-266C-4449-AE64-29C109B478DF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1" name="直線コネクタ 132880">
                  <a:extLst>
                    <a:ext uri="{FF2B5EF4-FFF2-40B4-BE49-F238E27FC236}">
                      <a16:creationId xmlns:a16="http://schemas.microsoft.com/office/drawing/2014/main" id="{BC475CA5-052A-44BE-A166-9344AFE44200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2" name="直線コネクタ 132881">
                  <a:extLst>
                    <a:ext uri="{FF2B5EF4-FFF2-40B4-BE49-F238E27FC236}">
                      <a16:creationId xmlns:a16="http://schemas.microsoft.com/office/drawing/2014/main" id="{2299FDDC-7E7D-4D9D-AB63-607911C1C963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3" name="直線コネクタ 132882">
                  <a:extLst>
                    <a:ext uri="{FF2B5EF4-FFF2-40B4-BE49-F238E27FC236}">
                      <a16:creationId xmlns:a16="http://schemas.microsoft.com/office/drawing/2014/main" id="{E8399DCA-A767-42B6-A7D4-0CCA5109D2A5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4" name="直線コネクタ 132883">
                  <a:extLst>
                    <a:ext uri="{FF2B5EF4-FFF2-40B4-BE49-F238E27FC236}">
                      <a16:creationId xmlns:a16="http://schemas.microsoft.com/office/drawing/2014/main" id="{63F1A3D7-4667-4EFA-BF02-F598F626C007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5" name="直線コネクタ 132884">
                  <a:extLst>
                    <a:ext uri="{FF2B5EF4-FFF2-40B4-BE49-F238E27FC236}">
                      <a16:creationId xmlns:a16="http://schemas.microsoft.com/office/drawing/2014/main" id="{955A7FAA-2E70-43DF-82E4-0AC01DE87607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6" name="直線コネクタ 132885">
                  <a:extLst>
                    <a:ext uri="{FF2B5EF4-FFF2-40B4-BE49-F238E27FC236}">
                      <a16:creationId xmlns:a16="http://schemas.microsoft.com/office/drawing/2014/main" id="{B4B5B194-4B8E-462A-B6D0-05A35ED77CA2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7" name="直線コネクタ 132886">
                  <a:extLst>
                    <a:ext uri="{FF2B5EF4-FFF2-40B4-BE49-F238E27FC236}">
                      <a16:creationId xmlns:a16="http://schemas.microsoft.com/office/drawing/2014/main" id="{B9025E0F-F6DE-43C4-B5EF-A1C5E6EC8E7C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8" name="直線コネクタ 132887">
                  <a:extLst>
                    <a:ext uri="{FF2B5EF4-FFF2-40B4-BE49-F238E27FC236}">
                      <a16:creationId xmlns:a16="http://schemas.microsoft.com/office/drawing/2014/main" id="{73E1087B-56D3-4B52-B5AC-6E76C4839448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89" name="直線コネクタ 132888">
                  <a:extLst>
                    <a:ext uri="{FF2B5EF4-FFF2-40B4-BE49-F238E27FC236}">
                      <a16:creationId xmlns:a16="http://schemas.microsoft.com/office/drawing/2014/main" id="{FAE4788B-A865-48B4-8A4A-36FB18B8B396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0" name="直線コネクタ 132889">
                  <a:extLst>
                    <a:ext uri="{FF2B5EF4-FFF2-40B4-BE49-F238E27FC236}">
                      <a16:creationId xmlns:a16="http://schemas.microsoft.com/office/drawing/2014/main" id="{9A024454-C276-4EAF-8B4F-4118B700A70A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1" name="直線コネクタ 132890">
                  <a:extLst>
                    <a:ext uri="{FF2B5EF4-FFF2-40B4-BE49-F238E27FC236}">
                      <a16:creationId xmlns:a16="http://schemas.microsoft.com/office/drawing/2014/main" id="{5D47B7C5-64D7-43F9-B957-32F922AF958F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2" name="直線コネクタ 132891">
                  <a:extLst>
                    <a:ext uri="{FF2B5EF4-FFF2-40B4-BE49-F238E27FC236}">
                      <a16:creationId xmlns:a16="http://schemas.microsoft.com/office/drawing/2014/main" id="{F144F4EA-72A9-4984-92B8-961F2F6D6310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3" name="直線コネクタ 132892">
                  <a:extLst>
                    <a:ext uri="{FF2B5EF4-FFF2-40B4-BE49-F238E27FC236}">
                      <a16:creationId xmlns:a16="http://schemas.microsoft.com/office/drawing/2014/main" id="{0026F78A-DA46-4912-8A42-B127DB3D9052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4" name="直線コネクタ 132893">
                  <a:extLst>
                    <a:ext uri="{FF2B5EF4-FFF2-40B4-BE49-F238E27FC236}">
                      <a16:creationId xmlns:a16="http://schemas.microsoft.com/office/drawing/2014/main" id="{9B6B8964-C9B0-482C-BE0F-E9C6BF079673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5" name="直線コネクタ 132894">
                  <a:extLst>
                    <a:ext uri="{FF2B5EF4-FFF2-40B4-BE49-F238E27FC236}">
                      <a16:creationId xmlns:a16="http://schemas.microsoft.com/office/drawing/2014/main" id="{220E959C-F825-4889-AA60-F6E2A2734D18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6" name="直線コネクタ 132895">
                  <a:extLst>
                    <a:ext uri="{FF2B5EF4-FFF2-40B4-BE49-F238E27FC236}">
                      <a16:creationId xmlns:a16="http://schemas.microsoft.com/office/drawing/2014/main" id="{C1A58914-978D-4375-BB35-C2A206CD863A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7" name="直線コネクタ 132896">
                  <a:extLst>
                    <a:ext uri="{FF2B5EF4-FFF2-40B4-BE49-F238E27FC236}">
                      <a16:creationId xmlns:a16="http://schemas.microsoft.com/office/drawing/2014/main" id="{82487972-4D96-47F8-A68F-7DA47C1DC05B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8" name="直線コネクタ 132897">
                  <a:extLst>
                    <a:ext uri="{FF2B5EF4-FFF2-40B4-BE49-F238E27FC236}">
                      <a16:creationId xmlns:a16="http://schemas.microsoft.com/office/drawing/2014/main" id="{247A3916-6134-4C4C-9F42-2A08EDD73D43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899" name="直線コネクタ 132898">
                  <a:extLst>
                    <a:ext uri="{FF2B5EF4-FFF2-40B4-BE49-F238E27FC236}">
                      <a16:creationId xmlns:a16="http://schemas.microsoft.com/office/drawing/2014/main" id="{A3F079DA-3F7E-4BA1-AEB8-9ED3F3489F1F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0" name="直線コネクタ 132899">
                  <a:extLst>
                    <a:ext uri="{FF2B5EF4-FFF2-40B4-BE49-F238E27FC236}">
                      <a16:creationId xmlns:a16="http://schemas.microsoft.com/office/drawing/2014/main" id="{C2392A08-44C1-4018-8284-C5B6221B2164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1" name="直線コネクタ 132900">
                  <a:extLst>
                    <a:ext uri="{FF2B5EF4-FFF2-40B4-BE49-F238E27FC236}">
                      <a16:creationId xmlns:a16="http://schemas.microsoft.com/office/drawing/2014/main" id="{7380528D-8751-4EB4-8010-F1E90A16A44C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2" name="直線コネクタ 132901">
                  <a:extLst>
                    <a:ext uri="{FF2B5EF4-FFF2-40B4-BE49-F238E27FC236}">
                      <a16:creationId xmlns:a16="http://schemas.microsoft.com/office/drawing/2014/main" id="{F0067B0A-F3AF-4FF3-A6D7-5DB73E64D6BA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3" name="直線コネクタ 132902">
                  <a:extLst>
                    <a:ext uri="{FF2B5EF4-FFF2-40B4-BE49-F238E27FC236}">
                      <a16:creationId xmlns:a16="http://schemas.microsoft.com/office/drawing/2014/main" id="{32106A5D-5C66-4DB5-AE20-2B8B2433CD36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4" name="直線コネクタ 132903">
                  <a:extLst>
                    <a:ext uri="{FF2B5EF4-FFF2-40B4-BE49-F238E27FC236}">
                      <a16:creationId xmlns:a16="http://schemas.microsoft.com/office/drawing/2014/main" id="{C3AEFD47-9417-4109-A16F-067E309456AA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5" name="直線コネクタ 132904">
                  <a:extLst>
                    <a:ext uri="{FF2B5EF4-FFF2-40B4-BE49-F238E27FC236}">
                      <a16:creationId xmlns:a16="http://schemas.microsoft.com/office/drawing/2014/main" id="{598FEF0B-0D1C-49F9-81A4-048EFCC9C397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906" name="直線コネクタ 132905">
                  <a:extLst>
                    <a:ext uri="{FF2B5EF4-FFF2-40B4-BE49-F238E27FC236}">
                      <a16:creationId xmlns:a16="http://schemas.microsoft.com/office/drawing/2014/main" id="{C2F13101-312F-451F-9F27-00EDF97DED9F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909" name="グループ化 127908">
                <a:extLst>
                  <a:ext uri="{FF2B5EF4-FFF2-40B4-BE49-F238E27FC236}">
                    <a16:creationId xmlns:a16="http://schemas.microsoft.com/office/drawing/2014/main" id="{F20DC627-C225-4D40-8427-F7D76053408E}"/>
                  </a:ext>
                </a:extLst>
              </p:cNvPr>
              <p:cNvGrpSpPr/>
              <p:nvPr/>
            </p:nvGrpSpPr>
            <p:grpSpPr>
              <a:xfrm>
                <a:off x="7200000" y="3599881"/>
                <a:ext cx="3600000" cy="3600000"/>
                <a:chOff x="3599881" y="3599881"/>
                <a:chExt cx="3600000" cy="3600000"/>
              </a:xfrm>
            </p:grpSpPr>
            <p:grpSp>
              <p:nvGrpSpPr>
                <p:cNvPr id="127910" name="グループ化 127909">
                  <a:extLst>
                    <a:ext uri="{FF2B5EF4-FFF2-40B4-BE49-F238E27FC236}">
                      <a16:creationId xmlns:a16="http://schemas.microsoft.com/office/drawing/2014/main" id="{3977E4BA-30D3-42F3-B772-75873F0DA1DE}"/>
                    </a:ext>
                  </a:extLst>
                </p:cNvPr>
                <p:cNvGrpSpPr/>
                <p:nvPr/>
              </p:nvGrpSpPr>
              <p:grpSpPr>
                <a:xfrm>
                  <a:off x="3599881" y="3599881"/>
                  <a:ext cx="3600000" cy="3600000"/>
                  <a:chOff x="3599881" y="3599881"/>
                  <a:chExt cx="3600000" cy="3600000"/>
                </a:xfrm>
              </p:grpSpPr>
              <p:grpSp>
                <p:nvGrpSpPr>
                  <p:cNvPr id="132532" name="グループ化 132531">
                    <a:extLst>
                      <a:ext uri="{FF2B5EF4-FFF2-40B4-BE49-F238E27FC236}">
                        <a16:creationId xmlns:a16="http://schemas.microsoft.com/office/drawing/2014/main" id="{2F3C6465-F0CF-45BA-A9C2-5FC1D0320DB9}"/>
                      </a:ext>
                    </a:extLst>
                  </p:cNvPr>
                  <p:cNvGrpSpPr/>
                  <p:nvPr/>
                </p:nvGrpSpPr>
                <p:grpSpPr>
                  <a:xfrm>
                    <a:off x="3805200" y="3805200"/>
                    <a:ext cx="3189362" cy="3189362"/>
                    <a:chOff x="3805200" y="3805200"/>
                    <a:chExt cx="3189362" cy="3189362"/>
                  </a:xfrm>
                </p:grpSpPr>
                <p:sp>
                  <p:nvSpPr>
                    <p:cNvPr id="132654" name="楕円 132653">
                      <a:extLst>
                        <a:ext uri="{FF2B5EF4-FFF2-40B4-BE49-F238E27FC236}">
                          <a16:creationId xmlns:a16="http://schemas.microsoft.com/office/drawing/2014/main" id="{1E64ABDE-33D4-450D-8132-2E040EFE338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5400000">
                      <a:off x="5345881" y="3805200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55" name="楕円 132654">
                      <a:extLst>
                        <a:ext uri="{FF2B5EF4-FFF2-40B4-BE49-F238E27FC236}">
                          <a16:creationId xmlns:a16="http://schemas.microsoft.com/office/drawing/2014/main" id="{F690740D-7EA7-49E1-B7DC-25EEBFCF7EA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5400000">
                      <a:off x="6234582" y="3805200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56" name="楕円 132655">
                      <a:extLst>
                        <a:ext uri="{FF2B5EF4-FFF2-40B4-BE49-F238E27FC236}">
                          <a16:creationId xmlns:a16="http://schemas.microsoft.com/office/drawing/2014/main" id="{5169F57B-4A64-45F6-9D5B-1442D81B29E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 flipH="1">
                      <a:off x="4457180" y="3805200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57" name="楕円 132656">
                      <a:extLst>
                        <a:ext uri="{FF2B5EF4-FFF2-40B4-BE49-F238E27FC236}">
                          <a16:creationId xmlns:a16="http://schemas.microsoft.com/office/drawing/2014/main" id="{835B5F9C-1883-4114-9E0B-12847C64AF5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 flipV="1">
                      <a:off x="5345881" y="6886562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58" name="楕円 132657">
                      <a:extLst>
                        <a:ext uri="{FF2B5EF4-FFF2-40B4-BE49-F238E27FC236}">
                          <a16:creationId xmlns:a16="http://schemas.microsoft.com/office/drawing/2014/main" id="{E70CFFA9-A127-4D5B-9594-63CAEDC6D11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 flipV="1">
                      <a:off x="6234582" y="6886562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59" name="楕円 132658">
                      <a:extLst>
                        <a:ext uri="{FF2B5EF4-FFF2-40B4-BE49-F238E27FC236}">
                          <a16:creationId xmlns:a16="http://schemas.microsoft.com/office/drawing/2014/main" id="{9B885673-DE0F-45D3-A3FB-1248B8932AC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5400000" flipH="1" flipV="1">
                      <a:off x="4457180" y="6886562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60" name="楕円 132659">
                      <a:extLst>
                        <a:ext uri="{FF2B5EF4-FFF2-40B4-BE49-F238E27FC236}">
                          <a16:creationId xmlns:a16="http://schemas.microsoft.com/office/drawing/2014/main" id="{507EC617-6F11-43A2-A4F7-4D49045D851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0800000">
                      <a:off x="6886562" y="5345881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61" name="楕円 132660">
                      <a:extLst>
                        <a:ext uri="{FF2B5EF4-FFF2-40B4-BE49-F238E27FC236}">
                          <a16:creationId xmlns:a16="http://schemas.microsoft.com/office/drawing/2014/main" id="{147E3A3A-6800-48B4-8486-D3E96B42857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0800000">
                      <a:off x="6886562" y="6234582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62" name="楕円 132661">
                      <a:extLst>
                        <a:ext uri="{FF2B5EF4-FFF2-40B4-BE49-F238E27FC236}">
                          <a16:creationId xmlns:a16="http://schemas.microsoft.com/office/drawing/2014/main" id="{399DFDE2-07C6-406D-84FE-8983F939045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flipH="1">
                      <a:off x="6886562" y="4457180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63" name="楕円 132662">
                      <a:extLst>
                        <a:ext uri="{FF2B5EF4-FFF2-40B4-BE49-F238E27FC236}">
                          <a16:creationId xmlns:a16="http://schemas.microsoft.com/office/drawing/2014/main" id="{4D00C44B-A2BD-4F7C-8EEE-4E5C2587305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05200" y="5345881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64" name="楕円 132663">
                      <a:extLst>
                        <a:ext uri="{FF2B5EF4-FFF2-40B4-BE49-F238E27FC236}">
                          <a16:creationId xmlns:a16="http://schemas.microsoft.com/office/drawing/2014/main" id="{4AA45932-68A2-4487-8190-7C5BA6F6D1F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05200" y="4457180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sp>
                  <p:nvSpPr>
                    <p:cNvPr id="132665" name="楕円 132664">
                      <a:extLst>
                        <a:ext uri="{FF2B5EF4-FFF2-40B4-BE49-F238E27FC236}">
                          <a16:creationId xmlns:a16="http://schemas.microsoft.com/office/drawing/2014/main" id="{DF1976A8-0DB0-4B01-B5DC-3B455E12A60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0800000" flipH="1">
                      <a:off x="3805200" y="6234582"/>
                      <a:ext cx="108000" cy="1080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grpSp>
                <p:nvGrpSpPr>
                  <p:cNvPr id="132533" name="グループ化 132532">
                    <a:extLst>
                      <a:ext uri="{FF2B5EF4-FFF2-40B4-BE49-F238E27FC236}">
                        <a16:creationId xmlns:a16="http://schemas.microsoft.com/office/drawing/2014/main" id="{185B0A14-6080-4136-B4CF-5496C0EDA697}"/>
                      </a:ext>
                    </a:extLst>
                  </p:cNvPr>
                  <p:cNvGrpSpPr/>
                  <p:nvPr/>
                </p:nvGrpSpPr>
                <p:grpSpPr>
                  <a:xfrm>
                    <a:off x="4024800" y="4024800"/>
                    <a:ext cx="2750163" cy="2750162"/>
                    <a:chOff x="4024800" y="4024800"/>
                    <a:chExt cx="2750163" cy="2750162"/>
                  </a:xfrm>
                </p:grpSpPr>
                <p:cxnSp>
                  <p:nvCxnSpPr>
                    <p:cNvPr id="132642" name="直線コネクタ 132641">
                      <a:extLst>
                        <a:ext uri="{FF2B5EF4-FFF2-40B4-BE49-F238E27FC236}">
                          <a16:creationId xmlns:a16="http://schemas.microsoft.com/office/drawing/2014/main" id="{A3A56ACD-2278-4DF5-90C2-6E08611AC1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024800"/>
                      <a:ext cx="0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3" name="直線コネクタ 132642">
                      <a:extLst>
                        <a:ext uri="{FF2B5EF4-FFF2-40B4-BE49-F238E27FC236}">
                          <a16:creationId xmlns:a16="http://schemas.microsoft.com/office/drawing/2014/main" id="{4F94C30F-748B-4442-91EC-65B6A1F54F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6100019" y="4024800"/>
                      <a:ext cx="93765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4" name="直線コネクタ 132643">
                      <a:extLst>
                        <a:ext uri="{FF2B5EF4-FFF2-40B4-BE49-F238E27FC236}">
                          <a16:creationId xmlns:a16="http://schemas.microsoft.com/office/drawing/2014/main" id="{7FE70E97-97F6-490D-B911-1AC75B6D7C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05978" y="4024800"/>
                      <a:ext cx="93765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5" name="直線コネクタ 132644">
                      <a:extLst>
                        <a:ext uri="{FF2B5EF4-FFF2-40B4-BE49-F238E27FC236}">
                          <a16:creationId xmlns:a16="http://schemas.microsoft.com/office/drawing/2014/main" id="{B5F6C3B4-D332-47A9-A8C3-8B075F7FE7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6693757" y="5318676"/>
                      <a:ext cx="0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6" name="直線コネクタ 132645">
                      <a:extLst>
                        <a:ext uri="{FF2B5EF4-FFF2-40B4-BE49-F238E27FC236}">
                          <a16:creationId xmlns:a16="http://schemas.microsoft.com/office/drawing/2014/main" id="{EF1E962F-00DC-414D-8B73-B47DCD2C85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>
                      <a:off x="6646875" y="6065697"/>
                      <a:ext cx="93765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7" name="直線コネクタ 132646">
                      <a:extLst>
                        <a:ext uri="{FF2B5EF4-FFF2-40B4-BE49-F238E27FC236}">
                          <a16:creationId xmlns:a16="http://schemas.microsoft.com/office/drawing/2014/main" id="{C2527A99-C562-463F-BB8F-8B4799E1DD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6646875" y="4571656"/>
                      <a:ext cx="93765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8" name="直線コネクタ 132647">
                      <a:extLst>
                        <a:ext uri="{FF2B5EF4-FFF2-40B4-BE49-F238E27FC236}">
                          <a16:creationId xmlns:a16="http://schemas.microsoft.com/office/drawing/2014/main" id="{8774CE29-36FB-443C-B3F6-5D6A008522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9881" y="6612552"/>
                      <a:ext cx="0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9" name="直線コネクタ 132648">
                      <a:extLst>
                        <a:ext uri="{FF2B5EF4-FFF2-40B4-BE49-F238E27FC236}">
                          <a16:creationId xmlns:a16="http://schemas.microsoft.com/office/drawing/2014/main" id="{FE4B152E-2599-4C9E-A4F7-4788D9C51E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 flipH="1">
                      <a:off x="4605978" y="6612552"/>
                      <a:ext cx="93765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50" name="直線コネクタ 132649">
                      <a:extLst>
                        <a:ext uri="{FF2B5EF4-FFF2-40B4-BE49-F238E27FC236}">
                          <a16:creationId xmlns:a16="http://schemas.microsoft.com/office/drawing/2014/main" id="{F8618FD5-FB2A-4CEE-B4B5-C06F1F99B8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100019" y="6612552"/>
                      <a:ext cx="93765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51" name="直線コネクタ 132650">
                      <a:extLst>
                        <a:ext uri="{FF2B5EF4-FFF2-40B4-BE49-F238E27FC236}">
                          <a16:creationId xmlns:a16="http://schemas.microsoft.com/office/drawing/2014/main" id="{F1D667AC-CDCB-441E-A9AA-AFA1AAAB85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>
                      <a:off x="4106005" y="5318676"/>
                      <a:ext cx="0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52" name="直線コネクタ 132651">
                      <a:extLst>
                        <a:ext uri="{FF2B5EF4-FFF2-40B4-BE49-F238E27FC236}">
                          <a16:creationId xmlns:a16="http://schemas.microsoft.com/office/drawing/2014/main" id="{19DA1C07-9BBF-4290-884C-48C53F5CEA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H="1">
                      <a:off x="4059123" y="4571655"/>
                      <a:ext cx="93765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53" name="直線コネクタ 132652">
                      <a:extLst>
                        <a:ext uri="{FF2B5EF4-FFF2-40B4-BE49-F238E27FC236}">
                          <a16:creationId xmlns:a16="http://schemas.microsoft.com/office/drawing/2014/main" id="{B158ECAB-7585-4B8D-89CE-B96CEFB622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>
                      <a:off x="4059123" y="6065696"/>
                      <a:ext cx="93765" cy="16241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32534" name="グループ化 132533">
                    <a:extLst>
                      <a:ext uri="{FF2B5EF4-FFF2-40B4-BE49-F238E27FC236}">
                        <a16:creationId xmlns:a16="http://schemas.microsoft.com/office/drawing/2014/main" id="{EE2876B0-731F-4D39-91D9-20A5FE60CAEB}"/>
                      </a:ext>
                    </a:extLst>
                  </p:cNvPr>
                  <p:cNvGrpSpPr/>
                  <p:nvPr/>
                </p:nvGrpSpPr>
                <p:grpSpPr>
                  <a:xfrm>
                    <a:off x="4024800" y="4024800"/>
                    <a:ext cx="2750163" cy="2750162"/>
                    <a:chOff x="4024800" y="4024800"/>
                    <a:chExt cx="2750163" cy="2750162"/>
                  </a:xfrm>
                </p:grpSpPr>
                <p:cxnSp>
                  <p:nvCxnSpPr>
                    <p:cNvPr id="132594" name="直線コネクタ 132593">
                      <a:extLst>
                        <a:ext uri="{FF2B5EF4-FFF2-40B4-BE49-F238E27FC236}">
                          <a16:creationId xmlns:a16="http://schemas.microsoft.com/office/drawing/2014/main" id="{9405F1CC-1ABF-4F51-8531-4EB09D9DD3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5527339" y="4024800"/>
                      <a:ext cx="17073" cy="162410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595" name="直線コネクタ 132594">
                      <a:extLst>
                        <a:ext uri="{FF2B5EF4-FFF2-40B4-BE49-F238E27FC236}">
                          <a16:creationId xmlns:a16="http://schemas.microsoft.com/office/drawing/2014/main" id="{A3A5B693-2DB7-4946-9EE8-84DDFAB103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5657850" y="4024800"/>
                      <a:ext cx="34315" cy="16144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596" name="直線コネクタ 132595">
                      <a:extLst>
                        <a:ext uri="{FF2B5EF4-FFF2-40B4-BE49-F238E27FC236}">
                          <a16:creationId xmlns:a16="http://schemas.microsoft.com/office/drawing/2014/main" id="{F4BA68D6-2D93-4E08-A109-C742D721B4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5795010" y="4024800"/>
                      <a:ext cx="51665" cy="159008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597" name="直線コネクタ 132596">
                      <a:extLst>
                        <a:ext uri="{FF2B5EF4-FFF2-40B4-BE49-F238E27FC236}">
                          <a16:creationId xmlns:a16="http://schemas.microsoft.com/office/drawing/2014/main" id="{66AB23BC-E44E-40AE-B012-87A46543F8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5939703" y="4024800"/>
                      <a:ext cx="72406" cy="162623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598" name="直線コネクタ 132597">
                      <a:extLst>
                        <a:ext uri="{FF2B5EF4-FFF2-40B4-BE49-F238E27FC236}">
                          <a16:creationId xmlns:a16="http://schemas.microsoft.com/office/drawing/2014/main" id="{240E1CE1-A89D-4EF8-9D87-D103A560FE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6280785" y="4026249"/>
                      <a:ext cx="117099" cy="161174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599" name="直線コネクタ 132598">
                      <a:extLst>
                        <a:ext uri="{FF2B5EF4-FFF2-40B4-BE49-F238E27FC236}">
                          <a16:creationId xmlns:a16="http://schemas.microsoft.com/office/drawing/2014/main" id="{499A0304-F07D-44FC-ACF2-9CA5A2A9FF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55350" y="4024800"/>
                      <a:ext cx="17073" cy="162410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0" name="直線コネクタ 132599">
                      <a:extLst>
                        <a:ext uri="{FF2B5EF4-FFF2-40B4-BE49-F238E27FC236}">
                          <a16:creationId xmlns:a16="http://schemas.microsoft.com/office/drawing/2014/main" id="{7D6F4D2B-E456-43FD-8860-2B2DB690E9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7597" y="4024800"/>
                      <a:ext cx="34315" cy="16144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1" name="直線コネクタ 132600">
                      <a:extLst>
                        <a:ext uri="{FF2B5EF4-FFF2-40B4-BE49-F238E27FC236}">
                          <a16:creationId xmlns:a16="http://schemas.microsoft.com/office/drawing/2014/main" id="{D05EB392-801F-49A2-A2AE-3DA338C533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53087" y="4024800"/>
                      <a:ext cx="51665" cy="159008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2" name="直線コネクタ 132601">
                      <a:extLst>
                        <a:ext uri="{FF2B5EF4-FFF2-40B4-BE49-F238E27FC236}">
                          <a16:creationId xmlns:a16="http://schemas.microsoft.com/office/drawing/2014/main" id="{60804E06-3828-49E7-899A-6855DD6537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87653" y="4024800"/>
                      <a:ext cx="72406" cy="162623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3" name="直線コネクタ 132602">
                      <a:extLst>
                        <a:ext uri="{FF2B5EF4-FFF2-40B4-BE49-F238E27FC236}">
                          <a16:creationId xmlns:a16="http://schemas.microsoft.com/office/drawing/2014/main" id="{8DC48809-D93B-4641-A8FC-CA3F13A1F0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01878" y="4026249"/>
                      <a:ext cx="117099" cy="161174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4" name="直線コネクタ 132603">
                      <a:extLst>
                        <a:ext uri="{FF2B5EF4-FFF2-40B4-BE49-F238E27FC236}">
                          <a16:creationId xmlns:a16="http://schemas.microsoft.com/office/drawing/2014/main" id="{BEFF7A05-D180-4167-95E1-5E45D85B99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6613067" y="4181038"/>
                      <a:ext cx="140475" cy="126485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5" name="直線コネクタ 132604">
                      <a:extLst>
                        <a:ext uri="{FF2B5EF4-FFF2-40B4-BE49-F238E27FC236}">
                          <a16:creationId xmlns:a16="http://schemas.microsoft.com/office/drawing/2014/main" id="{D2B66F34-E6CF-4513-A836-6B27F91515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6491582" y="4048342"/>
                      <a:ext cx="125232" cy="13908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6" name="直線コネクタ 132605">
                      <a:extLst>
                        <a:ext uri="{FF2B5EF4-FFF2-40B4-BE49-F238E27FC236}">
                          <a16:creationId xmlns:a16="http://schemas.microsoft.com/office/drawing/2014/main" id="{37ECCC66-F740-4CD9-AB72-82BAF494C8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>
                      <a:off x="6685221" y="5454671"/>
                      <a:ext cx="17073" cy="162410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7" name="直線コネクタ 132606">
                      <a:extLst>
                        <a:ext uri="{FF2B5EF4-FFF2-40B4-BE49-F238E27FC236}">
                          <a16:creationId xmlns:a16="http://schemas.microsoft.com/office/drawing/2014/main" id="{23DEC0F5-D0DF-460D-890B-F5B094FE61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>
                      <a:off x="6677084" y="5594287"/>
                      <a:ext cx="34315" cy="16144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8" name="直線コネクタ 132607">
                      <a:extLst>
                        <a:ext uri="{FF2B5EF4-FFF2-40B4-BE49-F238E27FC236}">
                          <a16:creationId xmlns:a16="http://schemas.microsoft.com/office/drawing/2014/main" id="{25780B28-AF89-49DD-AD59-6BD6A1BB72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>
                      <a:off x="6669626" y="5741339"/>
                      <a:ext cx="51665" cy="159008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09" name="直線コネクタ 132608">
                      <a:extLst>
                        <a:ext uri="{FF2B5EF4-FFF2-40B4-BE49-F238E27FC236}">
                          <a16:creationId xmlns:a16="http://schemas.microsoft.com/office/drawing/2014/main" id="{3298CE58-7C73-4423-B331-D333CC4626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>
                      <a:off x="6657448" y="5894595"/>
                      <a:ext cx="72406" cy="162623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0" name="直線コネクタ 132609">
                      <a:extLst>
                        <a:ext uri="{FF2B5EF4-FFF2-40B4-BE49-F238E27FC236}">
                          <a16:creationId xmlns:a16="http://schemas.microsoft.com/office/drawing/2014/main" id="{81F989CA-2A2C-4CC0-8118-08AFE0FA27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>
                      <a:off x="6634377" y="6258748"/>
                      <a:ext cx="117099" cy="161174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1" name="直線コネクタ 132610">
                      <a:extLst>
                        <a:ext uri="{FF2B5EF4-FFF2-40B4-BE49-F238E27FC236}">
                          <a16:creationId xmlns:a16="http://schemas.microsoft.com/office/drawing/2014/main" id="{308DD5C5-57E5-45D2-BDCB-715A6783D0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6685221" y="5182682"/>
                      <a:ext cx="17073" cy="162410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2" name="直線コネクタ 132611">
                      <a:extLst>
                        <a:ext uri="{FF2B5EF4-FFF2-40B4-BE49-F238E27FC236}">
                          <a16:creationId xmlns:a16="http://schemas.microsoft.com/office/drawing/2014/main" id="{ACD9F021-249B-46E7-AF8A-DA6AAA846A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6677084" y="5044034"/>
                      <a:ext cx="34315" cy="16144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3" name="直線コネクタ 132612">
                      <a:extLst>
                        <a:ext uri="{FF2B5EF4-FFF2-40B4-BE49-F238E27FC236}">
                          <a16:creationId xmlns:a16="http://schemas.microsoft.com/office/drawing/2014/main" id="{774B55A6-959F-4B44-B27C-69CA48E369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6669626" y="4899416"/>
                      <a:ext cx="51665" cy="159008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4" name="直線コネクタ 132613">
                      <a:extLst>
                        <a:ext uri="{FF2B5EF4-FFF2-40B4-BE49-F238E27FC236}">
                          <a16:creationId xmlns:a16="http://schemas.microsoft.com/office/drawing/2014/main" id="{DB71404B-22AC-4309-9DA4-54A3E2FC86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6657448" y="4742545"/>
                      <a:ext cx="72406" cy="162623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5" name="直線コネクタ 132614">
                      <a:extLst>
                        <a:ext uri="{FF2B5EF4-FFF2-40B4-BE49-F238E27FC236}">
                          <a16:creationId xmlns:a16="http://schemas.microsoft.com/office/drawing/2014/main" id="{9D1057CA-F958-4056-ADEA-2EB5FEE8AB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6634377" y="4379841"/>
                      <a:ext cx="117099" cy="161174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6" name="直線コネクタ 132615">
                      <a:extLst>
                        <a:ext uri="{FF2B5EF4-FFF2-40B4-BE49-F238E27FC236}">
                          <a16:creationId xmlns:a16="http://schemas.microsoft.com/office/drawing/2014/main" id="{16D208DD-255E-471F-BA2E-4C6B73230E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>
                      <a:off x="6485244" y="6620062"/>
                      <a:ext cx="140475" cy="126485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7" name="直線コネクタ 132616">
                      <a:extLst>
                        <a:ext uri="{FF2B5EF4-FFF2-40B4-BE49-F238E27FC236}">
                          <a16:creationId xmlns:a16="http://schemas.microsoft.com/office/drawing/2014/main" id="{13D9B8A9-CF68-46DD-BC5D-6375A37901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>
                      <a:off x="6619265" y="6484659"/>
                      <a:ext cx="125232" cy="13908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8" name="直線コネクタ 132617">
                      <a:extLst>
                        <a:ext uri="{FF2B5EF4-FFF2-40B4-BE49-F238E27FC236}">
                          <a16:creationId xmlns:a16="http://schemas.microsoft.com/office/drawing/2014/main" id="{8AF310E3-8B7A-455A-BAEA-4E20757B13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 flipH="1">
                      <a:off x="5255350" y="6612552"/>
                      <a:ext cx="17073" cy="162410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19" name="直線コネクタ 132618">
                      <a:extLst>
                        <a:ext uri="{FF2B5EF4-FFF2-40B4-BE49-F238E27FC236}">
                          <a16:creationId xmlns:a16="http://schemas.microsoft.com/office/drawing/2014/main" id="{6AA1906B-C5F6-4F9A-8C2E-9480F48416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 flipH="1">
                      <a:off x="5107597" y="6613521"/>
                      <a:ext cx="34315" cy="16144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0" name="直線コネクタ 132619">
                      <a:extLst>
                        <a:ext uri="{FF2B5EF4-FFF2-40B4-BE49-F238E27FC236}">
                          <a16:creationId xmlns:a16="http://schemas.microsoft.com/office/drawing/2014/main" id="{F1C9AFB6-7B62-4A6F-B90F-8DAAB01A8D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 flipH="1">
                      <a:off x="4953087" y="6615954"/>
                      <a:ext cx="51665" cy="159008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1" name="直線コネクタ 132620">
                      <a:extLst>
                        <a:ext uri="{FF2B5EF4-FFF2-40B4-BE49-F238E27FC236}">
                          <a16:creationId xmlns:a16="http://schemas.microsoft.com/office/drawing/2014/main" id="{C3353517-3331-4CDE-ACB6-235E6414CB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 flipH="1">
                      <a:off x="4787653" y="6612339"/>
                      <a:ext cx="72406" cy="162623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2" name="直線コネクタ 132621">
                      <a:extLst>
                        <a:ext uri="{FF2B5EF4-FFF2-40B4-BE49-F238E27FC236}">
                          <a16:creationId xmlns:a16="http://schemas.microsoft.com/office/drawing/2014/main" id="{C31E865D-BA24-43EA-8679-A212163432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 flipH="1">
                      <a:off x="4401878" y="6612339"/>
                      <a:ext cx="117099" cy="161174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3" name="直線コネクタ 132622">
                      <a:extLst>
                        <a:ext uri="{FF2B5EF4-FFF2-40B4-BE49-F238E27FC236}">
                          <a16:creationId xmlns:a16="http://schemas.microsoft.com/office/drawing/2014/main" id="{D02B7C5E-0A3B-447C-BF4C-581BEBDFC9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7339" y="6612552"/>
                      <a:ext cx="17073" cy="162410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4" name="直線コネクタ 132623">
                      <a:extLst>
                        <a:ext uri="{FF2B5EF4-FFF2-40B4-BE49-F238E27FC236}">
                          <a16:creationId xmlns:a16="http://schemas.microsoft.com/office/drawing/2014/main" id="{2C83581D-EA7F-495B-9BC0-F11F825194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7850" y="6613521"/>
                      <a:ext cx="34315" cy="16144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5" name="直線コネクタ 132624">
                      <a:extLst>
                        <a:ext uri="{FF2B5EF4-FFF2-40B4-BE49-F238E27FC236}">
                          <a16:creationId xmlns:a16="http://schemas.microsoft.com/office/drawing/2014/main" id="{1DD25431-F722-4E48-BEAC-2F0794D874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95010" y="6615954"/>
                      <a:ext cx="51665" cy="159008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6" name="直線コネクタ 132625">
                      <a:extLst>
                        <a:ext uri="{FF2B5EF4-FFF2-40B4-BE49-F238E27FC236}">
                          <a16:creationId xmlns:a16="http://schemas.microsoft.com/office/drawing/2014/main" id="{C62ED796-6337-41FC-A4F5-47BA0C3596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9703" y="6612339"/>
                      <a:ext cx="72406" cy="162623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7" name="直線コネクタ 132626">
                      <a:extLst>
                        <a:ext uri="{FF2B5EF4-FFF2-40B4-BE49-F238E27FC236}">
                          <a16:creationId xmlns:a16="http://schemas.microsoft.com/office/drawing/2014/main" id="{001DB192-C986-4FBB-8888-735EB13EEA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280785" y="6612339"/>
                      <a:ext cx="117099" cy="161174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8" name="直線コネクタ 132627">
                      <a:extLst>
                        <a:ext uri="{FF2B5EF4-FFF2-40B4-BE49-F238E27FC236}">
                          <a16:creationId xmlns:a16="http://schemas.microsoft.com/office/drawing/2014/main" id="{F87013D8-869A-421E-81E9-189296CC26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 flipH="1">
                      <a:off x="4046220" y="6492239"/>
                      <a:ext cx="140475" cy="126485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29" name="直線コネクタ 132628">
                      <a:extLst>
                        <a:ext uri="{FF2B5EF4-FFF2-40B4-BE49-F238E27FC236}">
                          <a16:creationId xmlns:a16="http://schemas.microsoft.com/office/drawing/2014/main" id="{B1B8E525-2CF9-4F37-9DE8-384B043B6A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 flipH="1">
                      <a:off x="4182948" y="6612339"/>
                      <a:ext cx="125232" cy="13908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0" name="直線コネクタ 132629">
                      <a:extLst>
                        <a:ext uri="{FF2B5EF4-FFF2-40B4-BE49-F238E27FC236}">
                          <a16:creationId xmlns:a16="http://schemas.microsoft.com/office/drawing/2014/main" id="{ECC20F51-EF28-49C5-8999-B359B0D6B3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H="1">
                      <a:off x="4097469" y="5182681"/>
                      <a:ext cx="17073" cy="162410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1" name="直線コネクタ 132630">
                      <a:extLst>
                        <a:ext uri="{FF2B5EF4-FFF2-40B4-BE49-F238E27FC236}">
                          <a16:creationId xmlns:a16="http://schemas.microsoft.com/office/drawing/2014/main" id="{545CACB8-CA6C-4F64-850D-221BB555C0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H="1">
                      <a:off x="4088363" y="5044034"/>
                      <a:ext cx="34315" cy="16144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2" name="直線コネクタ 132631">
                      <a:extLst>
                        <a:ext uri="{FF2B5EF4-FFF2-40B4-BE49-F238E27FC236}">
                          <a16:creationId xmlns:a16="http://schemas.microsoft.com/office/drawing/2014/main" id="{4523CD94-E2B2-4B1E-B2EB-1ECD6260C1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H="1">
                      <a:off x="4078472" y="4899415"/>
                      <a:ext cx="51665" cy="159008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3" name="直線コネクタ 132632">
                      <a:extLst>
                        <a:ext uri="{FF2B5EF4-FFF2-40B4-BE49-F238E27FC236}">
                          <a16:creationId xmlns:a16="http://schemas.microsoft.com/office/drawing/2014/main" id="{71C98918-C43A-442C-8234-91118CE34F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H="1">
                      <a:off x="4069909" y="4742544"/>
                      <a:ext cx="72406" cy="162623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4" name="直線コネクタ 132633">
                      <a:extLst>
                        <a:ext uri="{FF2B5EF4-FFF2-40B4-BE49-F238E27FC236}">
                          <a16:creationId xmlns:a16="http://schemas.microsoft.com/office/drawing/2014/main" id="{05680753-B655-4071-BE8A-8F004D59B0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H="1">
                      <a:off x="4048287" y="4379840"/>
                      <a:ext cx="117099" cy="161174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5" name="直線コネクタ 132634">
                      <a:extLst>
                        <a:ext uri="{FF2B5EF4-FFF2-40B4-BE49-F238E27FC236}">
                          <a16:creationId xmlns:a16="http://schemas.microsoft.com/office/drawing/2014/main" id="{EBA50E57-B7FB-470A-B8A5-15F1583F6E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>
                      <a:off x="4097469" y="5454670"/>
                      <a:ext cx="17073" cy="162410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6" name="直線コネクタ 132635">
                      <a:extLst>
                        <a:ext uri="{FF2B5EF4-FFF2-40B4-BE49-F238E27FC236}">
                          <a16:creationId xmlns:a16="http://schemas.microsoft.com/office/drawing/2014/main" id="{1755D9BB-6CF9-4D67-A298-D6AD3E5E6D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>
                      <a:off x="4088363" y="5594287"/>
                      <a:ext cx="34315" cy="16144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7" name="直線コネクタ 132636">
                      <a:extLst>
                        <a:ext uri="{FF2B5EF4-FFF2-40B4-BE49-F238E27FC236}">
                          <a16:creationId xmlns:a16="http://schemas.microsoft.com/office/drawing/2014/main" id="{0C3A52C8-5C92-45BE-B09B-8C54B69FC4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>
                      <a:off x="4078472" y="5741338"/>
                      <a:ext cx="51665" cy="159008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8" name="直線コネクタ 132637">
                      <a:extLst>
                        <a:ext uri="{FF2B5EF4-FFF2-40B4-BE49-F238E27FC236}">
                          <a16:creationId xmlns:a16="http://schemas.microsoft.com/office/drawing/2014/main" id="{9FAD91BF-548D-489C-ADC0-57A83A5922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>
                      <a:off x="4069909" y="5894594"/>
                      <a:ext cx="72406" cy="162623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39" name="直線コネクタ 132638">
                      <a:extLst>
                        <a:ext uri="{FF2B5EF4-FFF2-40B4-BE49-F238E27FC236}">
                          <a16:creationId xmlns:a16="http://schemas.microsoft.com/office/drawing/2014/main" id="{B6D78834-75AD-42C1-BEA2-04B9113B18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>
                      <a:off x="4048287" y="6258747"/>
                      <a:ext cx="117099" cy="161174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0" name="直線コネクタ 132639">
                      <a:extLst>
                        <a:ext uri="{FF2B5EF4-FFF2-40B4-BE49-F238E27FC236}">
                          <a16:creationId xmlns:a16="http://schemas.microsoft.com/office/drawing/2014/main" id="{396450F8-16DE-45F6-B3E4-423F99B53F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H="1">
                      <a:off x="4174043" y="4053215"/>
                      <a:ext cx="140475" cy="126485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641" name="直線コネクタ 132640">
                      <a:extLst>
                        <a:ext uri="{FF2B5EF4-FFF2-40B4-BE49-F238E27FC236}">
                          <a16:creationId xmlns:a16="http://schemas.microsoft.com/office/drawing/2014/main" id="{8747143E-BEDB-41E5-9526-E902479589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H="1">
                      <a:off x="4055266" y="4176022"/>
                      <a:ext cx="125232" cy="139081"/>
                    </a:xfrm>
                    <a:prstGeom prst="line">
                      <a:avLst/>
                    </a:prstGeom>
                    <a:ln w="317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32535" name="正方形/長方形 132534">
                    <a:extLst>
                      <a:ext uri="{FF2B5EF4-FFF2-40B4-BE49-F238E27FC236}">
                        <a16:creationId xmlns:a16="http://schemas.microsoft.com/office/drawing/2014/main" id="{42846C96-A90C-4741-BAF7-C498F243692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3599881" y="3599881"/>
                    <a:ext cx="3600000" cy="360000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32536" name="直線コネクタ 132535">
                    <a:extLst>
                      <a:ext uri="{FF2B5EF4-FFF2-40B4-BE49-F238E27FC236}">
                        <a16:creationId xmlns:a16="http://schemas.microsoft.com/office/drawing/2014/main" id="{14618428-7ED9-447B-8EF1-F5896A96F6CF}"/>
                      </a:ext>
                    </a:extLst>
                  </p:cNvPr>
                  <p:cNvCxnSpPr>
                    <a:cxnSpLocks/>
                    <a:stCxn id="132535" idx="0"/>
                    <a:endCxn id="132535" idx="2"/>
                  </p:cNvCxnSpPr>
                  <p:nvPr/>
                </p:nvCxnSpPr>
                <p:spPr>
                  <a:xfrm flipH="1">
                    <a:off x="5399881" y="3599881"/>
                    <a:ext cx="0" cy="360000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37" name="直線コネクタ 132536">
                    <a:extLst>
                      <a:ext uri="{FF2B5EF4-FFF2-40B4-BE49-F238E27FC236}">
                        <a16:creationId xmlns:a16="http://schemas.microsoft.com/office/drawing/2014/main" id="{A9C0ED05-CC1D-42FA-B3C6-28242CCDE8F9}"/>
                      </a:ext>
                    </a:extLst>
                  </p:cNvPr>
                  <p:cNvCxnSpPr>
                    <a:cxnSpLocks/>
                    <a:stCxn id="132535" idx="3"/>
                    <a:endCxn id="132535" idx="1"/>
                  </p:cNvCxnSpPr>
                  <p:nvPr/>
                </p:nvCxnSpPr>
                <p:spPr>
                  <a:xfrm>
                    <a:off x="3599881" y="5399881"/>
                    <a:ext cx="3600000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2538" name="グループ化 132537">
                    <a:extLst>
                      <a:ext uri="{FF2B5EF4-FFF2-40B4-BE49-F238E27FC236}">
                        <a16:creationId xmlns:a16="http://schemas.microsoft.com/office/drawing/2014/main" id="{D030B25A-5509-483F-8096-2FAFCE7D435A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6799916" y="3719046"/>
                    <a:ext cx="280800" cy="280800"/>
                    <a:chOff x="3719046" y="3719046"/>
                    <a:chExt cx="280800" cy="280800"/>
                  </a:xfrm>
                </p:grpSpPr>
                <p:grpSp>
                  <p:nvGrpSpPr>
                    <p:cNvPr id="132590" name="グループ化 132589">
                      <a:extLst>
                        <a:ext uri="{FF2B5EF4-FFF2-40B4-BE49-F238E27FC236}">
                          <a16:creationId xmlns:a16="http://schemas.microsoft.com/office/drawing/2014/main" id="{8A9B292C-EC74-4C25-8208-7FEE4CB16F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19046" y="3719046"/>
                      <a:ext cx="280800" cy="280800"/>
                      <a:chOff x="4934646" y="3467314"/>
                      <a:chExt cx="280800" cy="280800"/>
                    </a:xfrm>
                  </p:grpSpPr>
                  <p:cxnSp>
                    <p:nvCxnSpPr>
                      <p:cNvPr id="132592" name="直線コネクタ 132591">
                        <a:extLst>
                          <a:ext uri="{FF2B5EF4-FFF2-40B4-BE49-F238E27FC236}">
                            <a16:creationId xmlns:a16="http://schemas.microsoft.com/office/drawing/2014/main" id="{D9F20B69-C2BD-4A9B-89D9-9ABA3B0782CD}"/>
                          </a:ext>
                        </a:extLst>
                      </p:cNvPr>
                      <p:cNvCxnSpPr>
                        <a:cxnSpLocks/>
                        <a:stCxn id="132591" idx="4"/>
                        <a:endCxn id="132591" idx="0"/>
                      </p:cNvCxnSpPr>
                      <p:nvPr/>
                    </p:nvCxnSpPr>
                    <p:spPr>
                      <a:xfrm flipV="1">
                        <a:off x="5075046" y="3467314"/>
                        <a:ext cx="0" cy="28080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93" name="直線コネクタ 132592">
                        <a:extLst>
                          <a:ext uri="{FF2B5EF4-FFF2-40B4-BE49-F238E27FC236}">
                            <a16:creationId xmlns:a16="http://schemas.microsoft.com/office/drawing/2014/main" id="{32EC6B61-D7BA-480A-9B1C-8B1832A64669}"/>
                          </a:ext>
                        </a:extLst>
                      </p:cNvPr>
                      <p:cNvCxnSpPr>
                        <a:cxnSpLocks/>
                        <a:stCxn id="132591" idx="2"/>
                        <a:endCxn id="132591" idx="6"/>
                      </p:cNvCxnSpPr>
                      <p:nvPr/>
                    </p:nvCxnSpPr>
                    <p:spPr>
                      <a:xfrm>
                        <a:off x="4934646" y="3607714"/>
                        <a:ext cx="2808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32591" name="楕円 132590">
                      <a:extLst>
                        <a:ext uri="{FF2B5EF4-FFF2-40B4-BE49-F238E27FC236}">
                          <a16:creationId xmlns:a16="http://schemas.microsoft.com/office/drawing/2014/main" id="{CF66C4FD-CFFE-4604-B6D4-CBC80A32EB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719046" y="3719046"/>
                      <a:ext cx="280800" cy="2808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grpSp>
                <p:nvGrpSpPr>
                  <p:cNvPr id="132539" name="グループ化 132538">
                    <a:extLst>
                      <a:ext uri="{FF2B5EF4-FFF2-40B4-BE49-F238E27FC236}">
                        <a16:creationId xmlns:a16="http://schemas.microsoft.com/office/drawing/2014/main" id="{3A8A847B-314D-4F9F-9BF6-F750E6CD2A40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3719046" y="6799916"/>
                    <a:ext cx="280800" cy="280800"/>
                    <a:chOff x="6799916" y="6799916"/>
                    <a:chExt cx="280800" cy="280800"/>
                  </a:xfrm>
                </p:grpSpPr>
                <p:grpSp>
                  <p:nvGrpSpPr>
                    <p:cNvPr id="132586" name="グループ化 132585">
                      <a:extLst>
                        <a:ext uri="{FF2B5EF4-FFF2-40B4-BE49-F238E27FC236}">
                          <a16:creationId xmlns:a16="http://schemas.microsoft.com/office/drawing/2014/main" id="{EE898C50-4D23-473F-B482-5055A465D82F}"/>
                        </a:ext>
                      </a:extLst>
                    </p:cNvPr>
                    <p:cNvGrpSpPr/>
                    <p:nvPr/>
                  </p:nvGrpSpPr>
                  <p:grpSpPr>
                    <a:xfrm rot="16200000" flipV="1">
                      <a:off x="6799916" y="6799916"/>
                      <a:ext cx="280800" cy="280800"/>
                      <a:chOff x="4934646" y="3467314"/>
                      <a:chExt cx="280800" cy="280800"/>
                    </a:xfrm>
                  </p:grpSpPr>
                  <p:cxnSp>
                    <p:nvCxnSpPr>
                      <p:cNvPr id="132588" name="直線コネクタ 132587">
                        <a:extLst>
                          <a:ext uri="{FF2B5EF4-FFF2-40B4-BE49-F238E27FC236}">
                            <a16:creationId xmlns:a16="http://schemas.microsoft.com/office/drawing/2014/main" id="{62F9BA04-456E-485B-881F-2DBD4BA31A62}"/>
                          </a:ext>
                        </a:extLst>
                      </p:cNvPr>
                      <p:cNvCxnSpPr>
                        <a:cxnSpLocks/>
                        <a:stCxn id="132587" idx="4"/>
                        <a:endCxn id="132587" idx="0"/>
                      </p:cNvCxnSpPr>
                      <p:nvPr/>
                    </p:nvCxnSpPr>
                    <p:spPr>
                      <a:xfrm flipV="1">
                        <a:off x="5075046" y="3467314"/>
                        <a:ext cx="0" cy="28080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89" name="直線コネクタ 132588">
                        <a:extLst>
                          <a:ext uri="{FF2B5EF4-FFF2-40B4-BE49-F238E27FC236}">
                            <a16:creationId xmlns:a16="http://schemas.microsoft.com/office/drawing/2014/main" id="{634DC0E2-FF1B-43EE-8E05-1C61CC5491A7}"/>
                          </a:ext>
                        </a:extLst>
                      </p:cNvPr>
                      <p:cNvCxnSpPr>
                        <a:cxnSpLocks/>
                        <a:stCxn id="132587" idx="2"/>
                        <a:endCxn id="132587" idx="6"/>
                      </p:cNvCxnSpPr>
                      <p:nvPr/>
                    </p:nvCxnSpPr>
                    <p:spPr>
                      <a:xfrm>
                        <a:off x="4934646" y="3607714"/>
                        <a:ext cx="2808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32587" name="楕円 132586">
                      <a:extLst>
                        <a:ext uri="{FF2B5EF4-FFF2-40B4-BE49-F238E27FC236}">
                          <a16:creationId xmlns:a16="http://schemas.microsoft.com/office/drawing/2014/main" id="{2E793BCE-5A52-49F5-ADB1-BB22ED45C7C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flipV="1">
                      <a:off x="6799916" y="6799916"/>
                      <a:ext cx="280800" cy="2808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grpSp>
                <p:nvGrpSpPr>
                  <p:cNvPr id="132540" name="グループ化 132539">
                    <a:extLst>
                      <a:ext uri="{FF2B5EF4-FFF2-40B4-BE49-F238E27FC236}">
                        <a16:creationId xmlns:a16="http://schemas.microsoft.com/office/drawing/2014/main" id="{B6C7ED1E-A3A5-492D-A10A-E7C50667B5FA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6799916" y="6799916"/>
                    <a:ext cx="280800" cy="280800"/>
                    <a:chOff x="3719046" y="6799916"/>
                    <a:chExt cx="280800" cy="280800"/>
                  </a:xfrm>
                </p:grpSpPr>
                <p:grpSp>
                  <p:nvGrpSpPr>
                    <p:cNvPr id="132582" name="グループ化 132581">
                      <a:extLst>
                        <a:ext uri="{FF2B5EF4-FFF2-40B4-BE49-F238E27FC236}">
                          <a16:creationId xmlns:a16="http://schemas.microsoft.com/office/drawing/2014/main" id="{C080ABFB-7CE7-4797-9E30-AF417816A67D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3719046" y="6799916"/>
                      <a:ext cx="280800" cy="280800"/>
                      <a:chOff x="4934646" y="3467314"/>
                      <a:chExt cx="280800" cy="280800"/>
                    </a:xfrm>
                  </p:grpSpPr>
                  <p:cxnSp>
                    <p:nvCxnSpPr>
                      <p:cNvPr id="132584" name="直線コネクタ 132583">
                        <a:extLst>
                          <a:ext uri="{FF2B5EF4-FFF2-40B4-BE49-F238E27FC236}">
                            <a16:creationId xmlns:a16="http://schemas.microsoft.com/office/drawing/2014/main" id="{625D3B74-FD44-4DF4-867C-A2F64EF2E2EA}"/>
                          </a:ext>
                        </a:extLst>
                      </p:cNvPr>
                      <p:cNvCxnSpPr>
                        <a:cxnSpLocks/>
                        <a:stCxn id="132583" idx="4"/>
                        <a:endCxn id="132583" idx="0"/>
                      </p:cNvCxnSpPr>
                      <p:nvPr/>
                    </p:nvCxnSpPr>
                    <p:spPr>
                      <a:xfrm flipV="1">
                        <a:off x="5075046" y="3467314"/>
                        <a:ext cx="0" cy="28080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85" name="直線コネクタ 132584">
                        <a:extLst>
                          <a:ext uri="{FF2B5EF4-FFF2-40B4-BE49-F238E27FC236}">
                            <a16:creationId xmlns:a16="http://schemas.microsoft.com/office/drawing/2014/main" id="{A66F328C-E85A-49B0-8685-76C7AF607B31}"/>
                          </a:ext>
                        </a:extLst>
                      </p:cNvPr>
                      <p:cNvCxnSpPr>
                        <a:cxnSpLocks/>
                        <a:stCxn id="132583" idx="2"/>
                        <a:endCxn id="132583" idx="6"/>
                      </p:cNvCxnSpPr>
                      <p:nvPr/>
                    </p:nvCxnSpPr>
                    <p:spPr>
                      <a:xfrm>
                        <a:off x="4934646" y="3607714"/>
                        <a:ext cx="2808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32583" name="楕円 132582">
                      <a:extLst>
                        <a:ext uri="{FF2B5EF4-FFF2-40B4-BE49-F238E27FC236}">
                          <a16:creationId xmlns:a16="http://schemas.microsoft.com/office/drawing/2014/main" id="{6748BB60-65D9-4E10-800F-68B7A2E15D3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719046" y="6799916"/>
                      <a:ext cx="280800" cy="2808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grpSp>
                <p:nvGrpSpPr>
                  <p:cNvPr id="132541" name="グループ化 132540">
                    <a:extLst>
                      <a:ext uri="{FF2B5EF4-FFF2-40B4-BE49-F238E27FC236}">
                        <a16:creationId xmlns:a16="http://schemas.microsoft.com/office/drawing/2014/main" id="{498C2060-550B-4DAB-9710-1E45A13FF7EC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3719046" y="3719046"/>
                    <a:ext cx="280800" cy="280800"/>
                    <a:chOff x="6799916" y="3719046"/>
                    <a:chExt cx="280800" cy="280800"/>
                  </a:xfrm>
                </p:grpSpPr>
                <p:grpSp>
                  <p:nvGrpSpPr>
                    <p:cNvPr id="132578" name="グループ化 132577">
                      <a:extLst>
                        <a:ext uri="{FF2B5EF4-FFF2-40B4-BE49-F238E27FC236}">
                          <a16:creationId xmlns:a16="http://schemas.microsoft.com/office/drawing/2014/main" id="{AB69553D-94E2-49A7-B171-66FABDCDBB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99916" y="3719046"/>
                      <a:ext cx="280800" cy="280800"/>
                      <a:chOff x="4934646" y="3467314"/>
                      <a:chExt cx="280800" cy="280800"/>
                    </a:xfrm>
                  </p:grpSpPr>
                  <p:cxnSp>
                    <p:nvCxnSpPr>
                      <p:cNvPr id="132580" name="直線コネクタ 132579">
                        <a:extLst>
                          <a:ext uri="{FF2B5EF4-FFF2-40B4-BE49-F238E27FC236}">
                            <a16:creationId xmlns:a16="http://schemas.microsoft.com/office/drawing/2014/main" id="{97C4939D-0E72-42F5-ACB5-36AB10608BB0}"/>
                          </a:ext>
                        </a:extLst>
                      </p:cNvPr>
                      <p:cNvCxnSpPr>
                        <a:cxnSpLocks/>
                        <a:stCxn id="132579" idx="4"/>
                        <a:endCxn id="132579" idx="0"/>
                      </p:cNvCxnSpPr>
                      <p:nvPr/>
                    </p:nvCxnSpPr>
                    <p:spPr>
                      <a:xfrm flipV="1">
                        <a:off x="5075046" y="3467314"/>
                        <a:ext cx="0" cy="28080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81" name="直線コネクタ 132580">
                        <a:extLst>
                          <a:ext uri="{FF2B5EF4-FFF2-40B4-BE49-F238E27FC236}">
                            <a16:creationId xmlns:a16="http://schemas.microsoft.com/office/drawing/2014/main" id="{78BB82C8-4269-40DD-9B66-0E2D27F915BF}"/>
                          </a:ext>
                        </a:extLst>
                      </p:cNvPr>
                      <p:cNvCxnSpPr>
                        <a:cxnSpLocks/>
                        <a:stCxn id="132579" idx="2"/>
                        <a:endCxn id="132579" idx="6"/>
                      </p:cNvCxnSpPr>
                      <p:nvPr/>
                    </p:nvCxnSpPr>
                    <p:spPr>
                      <a:xfrm>
                        <a:off x="4934646" y="3607714"/>
                        <a:ext cx="2808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32579" name="楕円 132578">
                      <a:extLst>
                        <a:ext uri="{FF2B5EF4-FFF2-40B4-BE49-F238E27FC236}">
                          <a16:creationId xmlns:a16="http://schemas.microsoft.com/office/drawing/2014/main" id="{C809658D-A1CC-4DC4-9BD0-0555198C9CE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5400000">
                      <a:off x="6799916" y="3719046"/>
                      <a:ext cx="280800" cy="2808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grpSp>
                <p:nvGrpSpPr>
                  <p:cNvPr id="132542" name="グループ化 132541">
                    <a:extLst>
                      <a:ext uri="{FF2B5EF4-FFF2-40B4-BE49-F238E27FC236}">
                        <a16:creationId xmlns:a16="http://schemas.microsoft.com/office/drawing/2014/main" id="{83B764CE-E0B4-4B17-9842-1F5A07479F78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5259481" y="3719046"/>
                    <a:ext cx="280800" cy="280800"/>
                    <a:chOff x="6799916" y="3719046"/>
                    <a:chExt cx="280800" cy="280800"/>
                  </a:xfrm>
                </p:grpSpPr>
                <p:grpSp>
                  <p:nvGrpSpPr>
                    <p:cNvPr id="132574" name="グループ化 132573">
                      <a:extLst>
                        <a:ext uri="{FF2B5EF4-FFF2-40B4-BE49-F238E27FC236}">
                          <a16:creationId xmlns:a16="http://schemas.microsoft.com/office/drawing/2014/main" id="{24658B41-9BA9-435C-80E6-323C9CD477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99916" y="3719046"/>
                      <a:ext cx="280800" cy="280800"/>
                      <a:chOff x="4934646" y="3467314"/>
                      <a:chExt cx="280800" cy="280800"/>
                    </a:xfrm>
                  </p:grpSpPr>
                  <p:cxnSp>
                    <p:nvCxnSpPr>
                      <p:cNvPr id="132576" name="直線コネクタ 132575">
                        <a:extLst>
                          <a:ext uri="{FF2B5EF4-FFF2-40B4-BE49-F238E27FC236}">
                            <a16:creationId xmlns:a16="http://schemas.microsoft.com/office/drawing/2014/main" id="{FE28DC69-88B4-4B14-A04F-A22F68EFD59B}"/>
                          </a:ext>
                        </a:extLst>
                      </p:cNvPr>
                      <p:cNvCxnSpPr>
                        <a:cxnSpLocks/>
                        <a:stCxn id="132575" idx="4"/>
                        <a:endCxn id="132575" idx="0"/>
                      </p:cNvCxnSpPr>
                      <p:nvPr/>
                    </p:nvCxnSpPr>
                    <p:spPr>
                      <a:xfrm flipV="1">
                        <a:off x="5075046" y="3467314"/>
                        <a:ext cx="0" cy="28080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77" name="直線コネクタ 132576">
                        <a:extLst>
                          <a:ext uri="{FF2B5EF4-FFF2-40B4-BE49-F238E27FC236}">
                            <a16:creationId xmlns:a16="http://schemas.microsoft.com/office/drawing/2014/main" id="{72A9FFA2-4C27-4636-BABB-D8B212E8852D}"/>
                          </a:ext>
                        </a:extLst>
                      </p:cNvPr>
                      <p:cNvCxnSpPr>
                        <a:cxnSpLocks/>
                        <a:stCxn id="132575" idx="2"/>
                        <a:endCxn id="132575" idx="6"/>
                      </p:cNvCxnSpPr>
                      <p:nvPr/>
                    </p:nvCxnSpPr>
                    <p:spPr>
                      <a:xfrm>
                        <a:off x="4934646" y="3607714"/>
                        <a:ext cx="2808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32575" name="楕円 132574">
                      <a:extLst>
                        <a:ext uri="{FF2B5EF4-FFF2-40B4-BE49-F238E27FC236}">
                          <a16:creationId xmlns:a16="http://schemas.microsoft.com/office/drawing/2014/main" id="{7953095C-43E7-40E0-885D-80777083B0E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5400000">
                      <a:off x="6799916" y="3719046"/>
                      <a:ext cx="280800" cy="2808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grpSp>
                <p:nvGrpSpPr>
                  <p:cNvPr id="132543" name="グループ化 132542">
                    <a:extLst>
                      <a:ext uri="{FF2B5EF4-FFF2-40B4-BE49-F238E27FC236}">
                        <a16:creationId xmlns:a16="http://schemas.microsoft.com/office/drawing/2014/main" id="{9D1666B8-81E7-4B77-8EF1-7B97FFBD3BEE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5259481" y="6799916"/>
                    <a:ext cx="280800" cy="280800"/>
                    <a:chOff x="6799916" y="6799916"/>
                    <a:chExt cx="280800" cy="280800"/>
                  </a:xfrm>
                </p:grpSpPr>
                <p:grpSp>
                  <p:nvGrpSpPr>
                    <p:cNvPr id="132570" name="グループ化 132569">
                      <a:extLst>
                        <a:ext uri="{FF2B5EF4-FFF2-40B4-BE49-F238E27FC236}">
                          <a16:creationId xmlns:a16="http://schemas.microsoft.com/office/drawing/2014/main" id="{7ACB8411-8C70-42EA-A812-BD4556938ADA}"/>
                        </a:ext>
                      </a:extLst>
                    </p:cNvPr>
                    <p:cNvGrpSpPr/>
                    <p:nvPr/>
                  </p:nvGrpSpPr>
                  <p:grpSpPr>
                    <a:xfrm rot="16200000" flipV="1">
                      <a:off x="6799916" y="6799916"/>
                      <a:ext cx="280800" cy="280800"/>
                      <a:chOff x="4934646" y="3467314"/>
                      <a:chExt cx="280800" cy="280800"/>
                    </a:xfrm>
                  </p:grpSpPr>
                  <p:cxnSp>
                    <p:nvCxnSpPr>
                      <p:cNvPr id="132572" name="直線コネクタ 132571">
                        <a:extLst>
                          <a:ext uri="{FF2B5EF4-FFF2-40B4-BE49-F238E27FC236}">
                            <a16:creationId xmlns:a16="http://schemas.microsoft.com/office/drawing/2014/main" id="{F882AB98-4B90-4C9B-8437-AA19FEEE0078}"/>
                          </a:ext>
                        </a:extLst>
                      </p:cNvPr>
                      <p:cNvCxnSpPr>
                        <a:cxnSpLocks/>
                        <a:stCxn id="132571" idx="4"/>
                        <a:endCxn id="132571" idx="0"/>
                      </p:cNvCxnSpPr>
                      <p:nvPr/>
                    </p:nvCxnSpPr>
                    <p:spPr>
                      <a:xfrm flipV="1">
                        <a:off x="5075046" y="3467314"/>
                        <a:ext cx="0" cy="28080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73" name="直線コネクタ 132572">
                        <a:extLst>
                          <a:ext uri="{FF2B5EF4-FFF2-40B4-BE49-F238E27FC236}">
                            <a16:creationId xmlns:a16="http://schemas.microsoft.com/office/drawing/2014/main" id="{EB193D06-1FA5-4C02-B6FB-A2291E20BCBF}"/>
                          </a:ext>
                        </a:extLst>
                      </p:cNvPr>
                      <p:cNvCxnSpPr>
                        <a:cxnSpLocks/>
                        <a:stCxn id="132571" idx="2"/>
                        <a:endCxn id="132571" idx="6"/>
                      </p:cNvCxnSpPr>
                      <p:nvPr/>
                    </p:nvCxnSpPr>
                    <p:spPr>
                      <a:xfrm>
                        <a:off x="4934646" y="3607714"/>
                        <a:ext cx="2808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32571" name="楕円 132570">
                      <a:extLst>
                        <a:ext uri="{FF2B5EF4-FFF2-40B4-BE49-F238E27FC236}">
                          <a16:creationId xmlns:a16="http://schemas.microsoft.com/office/drawing/2014/main" id="{404C44D9-CFC9-478A-A89E-8647E0271C1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flipV="1">
                      <a:off x="6799916" y="6799916"/>
                      <a:ext cx="280800" cy="2808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grpSp>
                <p:nvGrpSpPr>
                  <p:cNvPr id="132544" name="グループ化 132543">
                    <a:extLst>
                      <a:ext uri="{FF2B5EF4-FFF2-40B4-BE49-F238E27FC236}">
                        <a16:creationId xmlns:a16="http://schemas.microsoft.com/office/drawing/2014/main" id="{5B4A2DF3-DACE-4D23-A385-829F3B389E1F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3719046" y="5259481"/>
                    <a:ext cx="280800" cy="280800"/>
                    <a:chOff x="6799916" y="3719046"/>
                    <a:chExt cx="280800" cy="280800"/>
                  </a:xfrm>
                </p:grpSpPr>
                <p:grpSp>
                  <p:nvGrpSpPr>
                    <p:cNvPr id="132566" name="グループ化 132565">
                      <a:extLst>
                        <a:ext uri="{FF2B5EF4-FFF2-40B4-BE49-F238E27FC236}">
                          <a16:creationId xmlns:a16="http://schemas.microsoft.com/office/drawing/2014/main" id="{B539F0B5-5D21-4016-9380-B413CEEC78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99916" y="3719046"/>
                      <a:ext cx="280800" cy="280800"/>
                      <a:chOff x="4934646" y="3467314"/>
                      <a:chExt cx="280800" cy="280800"/>
                    </a:xfrm>
                  </p:grpSpPr>
                  <p:cxnSp>
                    <p:nvCxnSpPr>
                      <p:cNvPr id="132568" name="直線コネクタ 132567">
                        <a:extLst>
                          <a:ext uri="{FF2B5EF4-FFF2-40B4-BE49-F238E27FC236}">
                            <a16:creationId xmlns:a16="http://schemas.microsoft.com/office/drawing/2014/main" id="{C512E5D3-571E-416F-AC8C-2B0728077616}"/>
                          </a:ext>
                        </a:extLst>
                      </p:cNvPr>
                      <p:cNvCxnSpPr>
                        <a:cxnSpLocks/>
                        <a:stCxn id="132567" idx="4"/>
                        <a:endCxn id="132567" idx="0"/>
                      </p:cNvCxnSpPr>
                      <p:nvPr/>
                    </p:nvCxnSpPr>
                    <p:spPr>
                      <a:xfrm flipV="1">
                        <a:off x="5075046" y="3467314"/>
                        <a:ext cx="0" cy="28080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69" name="直線コネクタ 132568">
                        <a:extLst>
                          <a:ext uri="{FF2B5EF4-FFF2-40B4-BE49-F238E27FC236}">
                            <a16:creationId xmlns:a16="http://schemas.microsoft.com/office/drawing/2014/main" id="{EE4F3189-0FAE-4918-A8A6-75EA0964DAB8}"/>
                          </a:ext>
                        </a:extLst>
                      </p:cNvPr>
                      <p:cNvCxnSpPr>
                        <a:cxnSpLocks/>
                        <a:stCxn id="132567" idx="2"/>
                        <a:endCxn id="132567" idx="6"/>
                      </p:cNvCxnSpPr>
                      <p:nvPr/>
                    </p:nvCxnSpPr>
                    <p:spPr>
                      <a:xfrm>
                        <a:off x="4934646" y="3607714"/>
                        <a:ext cx="2808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32567" name="楕円 132566">
                      <a:extLst>
                        <a:ext uri="{FF2B5EF4-FFF2-40B4-BE49-F238E27FC236}">
                          <a16:creationId xmlns:a16="http://schemas.microsoft.com/office/drawing/2014/main" id="{34F9619D-0F91-4427-A0C8-A17617B7DB5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5400000">
                      <a:off x="6799916" y="3719046"/>
                      <a:ext cx="280800" cy="2808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grpSp>
                <p:nvGrpSpPr>
                  <p:cNvPr id="132545" name="グループ化 132544">
                    <a:extLst>
                      <a:ext uri="{FF2B5EF4-FFF2-40B4-BE49-F238E27FC236}">
                        <a16:creationId xmlns:a16="http://schemas.microsoft.com/office/drawing/2014/main" id="{39E98E9A-05A6-4275-9D8F-316749223838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6799916" y="5259481"/>
                    <a:ext cx="280800" cy="280800"/>
                    <a:chOff x="3719046" y="3719046"/>
                    <a:chExt cx="280800" cy="280800"/>
                  </a:xfrm>
                </p:grpSpPr>
                <p:grpSp>
                  <p:nvGrpSpPr>
                    <p:cNvPr id="132562" name="グループ化 132561">
                      <a:extLst>
                        <a:ext uri="{FF2B5EF4-FFF2-40B4-BE49-F238E27FC236}">
                          <a16:creationId xmlns:a16="http://schemas.microsoft.com/office/drawing/2014/main" id="{172F4826-B258-42F9-8545-E464DE8817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19046" y="3719046"/>
                      <a:ext cx="280800" cy="280800"/>
                      <a:chOff x="4934646" y="3467314"/>
                      <a:chExt cx="280800" cy="280800"/>
                    </a:xfrm>
                  </p:grpSpPr>
                  <p:cxnSp>
                    <p:nvCxnSpPr>
                      <p:cNvPr id="132564" name="直線コネクタ 132563">
                        <a:extLst>
                          <a:ext uri="{FF2B5EF4-FFF2-40B4-BE49-F238E27FC236}">
                            <a16:creationId xmlns:a16="http://schemas.microsoft.com/office/drawing/2014/main" id="{024BAEEA-F4E0-4038-A582-493061EF6D1B}"/>
                          </a:ext>
                        </a:extLst>
                      </p:cNvPr>
                      <p:cNvCxnSpPr>
                        <a:cxnSpLocks/>
                        <a:stCxn id="132563" idx="4"/>
                        <a:endCxn id="132563" idx="0"/>
                      </p:cNvCxnSpPr>
                      <p:nvPr/>
                    </p:nvCxnSpPr>
                    <p:spPr>
                      <a:xfrm flipV="1">
                        <a:off x="5075046" y="3467314"/>
                        <a:ext cx="0" cy="28080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65" name="直線コネクタ 132564">
                        <a:extLst>
                          <a:ext uri="{FF2B5EF4-FFF2-40B4-BE49-F238E27FC236}">
                            <a16:creationId xmlns:a16="http://schemas.microsoft.com/office/drawing/2014/main" id="{78AEEDED-6602-41FE-BEE0-44619BC49289}"/>
                          </a:ext>
                        </a:extLst>
                      </p:cNvPr>
                      <p:cNvCxnSpPr>
                        <a:cxnSpLocks/>
                        <a:stCxn id="132563" idx="2"/>
                        <a:endCxn id="132563" idx="6"/>
                      </p:cNvCxnSpPr>
                      <p:nvPr/>
                    </p:nvCxnSpPr>
                    <p:spPr>
                      <a:xfrm>
                        <a:off x="4934646" y="3607714"/>
                        <a:ext cx="2808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sp>
                  <p:nvSpPr>
                    <p:cNvPr id="132563" name="楕円 132562">
                      <a:extLst>
                        <a:ext uri="{FF2B5EF4-FFF2-40B4-BE49-F238E27FC236}">
                          <a16:creationId xmlns:a16="http://schemas.microsoft.com/office/drawing/2014/main" id="{DE488DC0-09EA-4591-B5D5-F81EF7BF34A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719046" y="3719046"/>
                      <a:ext cx="280800" cy="2808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</p:grpSp>
              <p:sp>
                <p:nvSpPr>
                  <p:cNvPr id="132546" name="楕円 132545">
                    <a:extLst>
                      <a:ext uri="{FF2B5EF4-FFF2-40B4-BE49-F238E27FC236}">
                        <a16:creationId xmlns:a16="http://schemas.microsoft.com/office/drawing/2014/main" id="{DB9062F4-EE0A-4FD0-8361-5B91714015B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5313481" y="3772800"/>
                    <a:ext cx="172800" cy="172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2547" name="楕円 132546">
                    <a:extLst>
                      <a:ext uri="{FF2B5EF4-FFF2-40B4-BE49-F238E27FC236}">
                        <a16:creationId xmlns:a16="http://schemas.microsoft.com/office/drawing/2014/main" id="{4F830620-F8EC-43C1-847F-633248847D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6855488" y="4424400"/>
                    <a:ext cx="172800" cy="172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2548" name="楕円 132547">
                    <a:extLst>
                      <a:ext uri="{FF2B5EF4-FFF2-40B4-BE49-F238E27FC236}">
                        <a16:creationId xmlns:a16="http://schemas.microsoft.com/office/drawing/2014/main" id="{F81F53B2-0E30-4D58-9E29-351C7F3331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6855488" y="6202800"/>
                    <a:ext cx="172800" cy="172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2549" name="楕円 132548">
                    <a:extLst>
                      <a:ext uri="{FF2B5EF4-FFF2-40B4-BE49-F238E27FC236}">
                        <a16:creationId xmlns:a16="http://schemas.microsoft.com/office/drawing/2014/main" id="{34843FEF-7CDE-4A37-B280-E05E3825B3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5313481" y="6854400"/>
                    <a:ext cx="172800" cy="172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2550" name="楕円 132549">
                    <a:extLst>
                      <a:ext uri="{FF2B5EF4-FFF2-40B4-BE49-F238E27FC236}">
                        <a16:creationId xmlns:a16="http://schemas.microsoft.com/office/drawing/2014/main" id="{CD422E59-4164-4D9C-AC01-2936261C55F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3772800" y="6202800"/>
                    <a:ext cx="172800" cy="172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32551" name="楕円 132550">
                    <a:extLst>
                      <a:ext uri="{FF2B5EF4-FFF2-40B4-BE49-F238E27FC236}">
                        <a16:creationId xmlns:a16="http://schemas.microsoft.com/office/drawing/2014/main" id="{D1671B39-2CD7-418D-82F5-DE55A4587D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3772800" y="4424400"/>
                    <a:ext cx="172800" cy="172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cxnSp>
                <p:nvCxnSpPr>
                  <p:cNvPr id="132552" name="直線コネクタ 132551">
                    <a:extLst>
                      <a:ext uri="{FF2B5EF4-FFF2-40B4-BE49-F238E27FC236}">
                        <a16:creationId xmlns:a16="http://schemas.microsoft.com/office/drawing/2014/main" id="{DBDA23F3-2FAF-49A1-955B-056AB32176DC}"/>
                      </a:ext>
                    </a:extLst>
                  </p:cNvPr>
                  <p:cNvCxnSpPr>
                    <a:cxnSpLocks/>
                    <a:stCxn id="132546" idx="3"/>
                    <a:endCxn id="132546" idx="7"/>
                  </p:cNvCxnSpPr>
                  <p:nvPr/>
                </p:nvCxnSpPr>
                <p:spPr>
                  <a:xfrm flipH="1" flipV="1">
                    <a:off x="5338787" y="37981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53" name="直線コネクタ 132552">
                    <a:extLst>
                      <a:ext uri="{FF2B5EF4-FFF2-40B4-BE49-F238E27FC236}">
                        <a16:creationId xmlns:a16="http://schemas.microsoft.com/office/drawing/2014/main" id="{E6C29B77-C332-409C-8402-7FC695908C4A}"/>
                      </a:ext>
                    </a:extLst>
                  </p:cNvPr>
                  <p:cNvCxnSpPr>
                    <a:cxnSpLocks/>
                    <a:stCxn id="132546" idx="5"/>
                    <a:endCxn id="132546" idx="1"/>
                  </p:cNvCxnSpPr>
                  <p:nvPr/>
                </p:nvCxnSpPr>
                <p:spPr>
                  <a:xfrm flipV="1">
                    <a:off x="5338787" y="37981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54" name="直線コネクタ 132553">
                    <a:extLst>
                      <a:ext uri="{FF2B5EF4-FFF2-40B4-BE49-F238E27FC236}">
                        <a16:creationId xmlns:a16="http://schemas.microsoft.com/office/drawing/2014/main" id="{378B0586-874F-44D4-A6D4-5489EA9E4DD2}"/>
                      </a:ext>
                    </a:extLst>
                  </p:cNvPr>
                  <p:cNvCxnSpPr>
                    <a:cxnSpLocks/>
                    <a:stCxn id="132547" idx="5"/>
                    <a:endCxn id="132547" idx="1"/>
                  </p:cNvCxnSpPr>
                  <p:nvPr/>
                </p:nvCxnSpPr>
                <p:spPr>
                  <a:xfrm flipV="1">
                    <a:off x="6880794" y="44497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55" name="直線コネクタ 132554">
                    <a:extLst>
                      <a:ext uri="{FF2B5EF4-FFF2-40B4-BE49-F238E27FC236}">
                        <a16:creationId xmlns:a16="http://schemas.microsoft.com/office/drawing/2014/main" id="{673123BF-234D-4AC1-A6C3-9FF95172012E}"/>
                      </a:ext>
                    </a:extLst>
                  </p:cNvPr>
                  <p:cNvCxnSpPr>
                    <a:cxnSpLocks/>
                    <a:stCxn id="132547" idx="3"/>
                    <a:endCxn id="132547" idx="7"/>
                  </p:cNvCxnSpPr>
                  <p:nvPr/>
                </p:nvCxnSpPr>
                <p:spPr>
                  <a:xfrm flipH="1" flipV="1">
                    <a:off x="6880794" y="44497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56" name="直線コネクタ 132555">
                    <a:extLst>
                      <a:ext uri="{FF2B5EF4-FFF2-40B4-BE49-F238E27FC236}">
                        <a16:creationId xmlns:a16="http://schemas.microsoft.com/office/drawing/2014/main" id="{1437C4F2-765F-4A17-912A-6FD716F42C8D}"/>
                      </a:ext>
                    </a:extLst>
                  </p:cNvPr>
                  <p:cNvCxnSpPr>
                    <a:cxnSpLocks/>
                    <a:stCxn id="132548" idx="5"/>
                    <a:endCxn id="132548" idx="1"/>
                  </p:cNvCxnSpPr>
                  <p:nvPr/>
                </p:nvCxnSpPr>
                <p:spPr>
                  <a:xfrm flipV="1">
                    <a:off x="6880794" y="62281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57" name="直線コネクタ 132556">
                    <a:extLst>
                      <a:ext uri="{FF2B5EF4-FFF2-40B4-BE49-F238E27FC236}">
                        <a16:creationId xmlns:a16="http://schemas.microsoft.com/office/drawing/2014/main" id="{EA1D26F4-F8DE-4F0C-9ED7-1D3483B7F437}"/>
                      </a:ext>
                    </a:extLst>
                  </p:cNvPr>
                  <p:cNvCxnSpPr>
                    <a:cxnSpLocks/>
                    <a:stCxn id="132548" idx="3"/>
                    <a:endCxn id="132548" idx="7"/>
                  </p:cNvCxnSpPr>
                  <p:nvPr/>
                </p:nvCxnSpPr>
                <p:spPr>
                  <a:xfrm flipH="1" flipV="1">
                    <a:off x="6880794" y="62281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58" name="直線コネクタ 132557">
                    <a:extLst>
                      <a:ext uri="{FF2B5EF4-FFF2-40B4-BE49-F238E27FC236}">
                        <a16:creationId xmlns:a16="http://schemas.microsoft.com/office/drawing/2014/main" id="{DC78CA46-C6E1-4B19-B434-EB3D35A9B8ED}"/>
                      </a:ext>
                    </a:extLst>
                  </p:cNvPr>
                  <p:cNvCxnSpPr>
                    <a:cxnSpLocks/>
                    <a:stCxn id="132550" idx="3"/>
                    <a:endCxn id="132550" idx="7"/>
                  </p:cNvCxnSpPr>
                  <p:nvPr/>
                </p:nvCxnSpPr>
                <p:spPr>
                  <a:xfrm flipH="1" flipV="1">
                    <a:off x="3798106" y="62281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59" name="直線コネクタ 132558">
                    <a:extLst>
                      <a:ext uri="{FF2B5EF4-FFF2-40B4-BE49-F238E27FC236}">
                        <a16:creationId xmlns:a16="http://schemas.microsoft.com/office/drawing/2014/main" id="{301922A7-B4AE-4880-8C98-5592A44DA406}"/>
                      </a:ext>
                    </a:extLst>
                  </p:cNvPr>
                  <p:cNvCxnSpPr>
                    <a:cxnSpLocks/>
                    <a:stCxn id="132550" idx="5"/>
                    <a:endCxn id="132550" idx="1"/>
                  </p:cNvCxnSpPr>
                  <p:nvPr/>
                </p:nvCxnSpPr>
                <p:spPr>
                  <a:xfrm flipV="1">
                    <a:off x="3798106" y="62281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60" name="直線コネクタ 132559">
                    <a:extLst>
                      <a:ext uri="{FF2B5EF4-FFF2-40B4-BE49-F238E27FC236}">
                        <a16:creationId xmlns:a16="http://schemas.microsoft.com/office/drawing/2014/main" id="{32AC2AA5-0AE5-4BA4-B7D8-88C9357718F3}"/>
                      </a:ext>
                    </a:extLst>
                  </p:cNvPr>
                  <p:cNvCxnSpPr>
                    <a:cxnSpLocks/>
                    <a:stCxn id="132551" idx="3"/>
                    <a:endCxn id="132551" idx="7"/>
                  </p:cNvCxnSpPr>
                  <p:nvPr/>
                </p:nvCxnSpPr>
                <p:spPr>
                  <a:xfrm flipH="1" flipV="1">
                    <a:off x="3798106" y="44497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561" name="直線コネクタ 132560">
                    <a:extLst>
                      <a:ext uri="{FF2B5EF4-FFF2-40B4-BE49-F238E27FC236}">
                        <a16:creationId xmlns:a16="http://schemas.microsoft.com/office/drawing/2014/main" id="{09B8F3EC-C07D-4AAD-8A7E-4F74F0C149F3}"/>
                      </a:ext>
                    </a:extLst>
                  </p:cNvPr>
                  <p:cNvCxnSpPr>
                    <a:cxnSpLocks/>
                    <a:stCxn id="132551" idx="5"/>
                    <a:endCxn id="132551" idx="1"/>
                  </p:cNvCxnSpPr>
                  <p:nvPr/>
                </p:nvCxnSpPr>
                <p:spPr>
                  <a:xfrm flipV="1">
                    <a:off x="3798106" y="4449706"/>
                    <a:ext cx="122188" cy="12218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7911" name="グループ化 127910">
                  <a:extLst>
                    <a:ext uri="{FF2B5EF4-FFF2-40B4-BE49-F238E27FC236}">
                      <a16:creationId xmlns:a16="http://schemas.microsoft.com/office/drawing/2014/main" id="{AB400A49-1DA5-4328-A2F7-4FF83AB207D4}"/>
                    </a:ext>
                  </a:extLst>
                </p:cNvPr>
                <p:cNvGrpSpPr/>
                <p:nvPr/>
              </p:nvGrpSpPr>
              <p:grpSpPr>
                <a:xfrm>
                  <a:off x="4287481" y="4286224"/>
                  <a:ext cx="2227978" cy="2229219"/>
                  <a:chOff x="4287481" y="4286224"/>
                  <a:chExt cx="2227978" cy="2229219"/>
                </a:xfrm>
              </p:grpSpPr>
              <p:grpSp>
                <p:nvGrpSpPr>
                  <p:cNvPr id="127912" name="グループ化 127911">
                    <a:extLst>
                      <a:ext uri="{FF2B5EF4-FFF2-40B4-BE49-F238E27FC236}">
                        <a16:creationId xmlns:a16="http://schemas.microsoft.com/office/drawing/2014/main" id="{0B7ABABB-2BA8-4969-900D-3BEEC520BDB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4287481" y="4286224"/>
                    <a:ext cx="2227978" cy="2229219"/>
                    <a:chOff x="4287481" y="4286224"/>
                    <a:chExt cx="2227978" cy="2229219"/>
                  </a:xfrm>
                </p:grpSpPr>
                <p:cxnSp>
                  <p:nvCxnSpPr>
                    <p:cNvPr id="132148" name="直線コネクタ 132147">
                      <a:extLst>
                        <a:ext uri="{FF2B5EF4-FFF2-40B4-BE49-F238E27FC236}">
                          <a16:creationId xmlns:a16="http://schemas.microsoft.com/office/drawing/2014/main" id="{462564FE-EEB5-4FAB-9ACD-CE7B524BAD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49" name="直線コネクタ 132148">
                      <a:extLst>
                        <a:ext uri="{FF2B5EF4-FFF2-40B4-BE49-F238E27FC236}">
                          <a16:creationId xmlns:a16="http://schemas.microsoft.com/office/drawing/2014/main" id="{C4FFC1DA-3DC0-49C6-A347-661219A97C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0" name="直線コネクタ 132149">
                      <a:extLst>
                        <a:ext uri="{FF2B5EF4-FFF2-40B4-BE49-F238E27FC236}">
                          <a16:creationId xmlns:a16="http://schemas.microsoft.com/office/drawing/2014/main" id="{11831BF8-FC70-4388-BCD7-D922C9B483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1" name="直線コネクタ 132150">
                      <a:extLst>
                        <a:ext uri="{FF2B5EF4-FFF2-40B4-BE49-F238E27FC236}">
                          <a16:creationId xmlns:a16="http://schemas.microsoft.com/office/drawing/2014/main" id="{6E2AB4ED-B25F-4DF0-B427-E8C0E36192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2" name="直線コネクタ 132151">
                      <a:extLst>
                        <a:ext uri="{FF2B5EF4-FFF2-40B4-BE49-F238E27FC236}">
                          <a16:creationId xmlns:a16="http://schemas.microsoft.com/office/drawing/2014/main" id="{B35754CE-5466-4007-90F0-B74067E275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3" name="直線コネクタ 132152">
                      <a:extLst>
                        <a:ext uri="{FF2B5EF4-FFF2-40B4-BE49-F238E27FC236}">
                          <a16:creationId xmlns:a16="http://schemas.microsoft.com/office/drawing/2014/main" id="{F08E0ECF-6134-4A2B-973A-A368F2C451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4" name="直線コネクタ 132153">
                      <a:extLst>
                        <a:ext uri="{FF2B5EF4-FFF2-40B4-BE49-F238E27FC236}">
                          <a16:creationId xmlns:a16="http://schemas.microsoft.com/office/drawing/2014/main" id="{D818D045-8BD6-46DC-A907-052DDF7E93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5" name="直線コネクタ 132154">
                      <a:extLst>
                        <a:ext uri="{FF2B5EF4-FFF2-40B4-BE49-F238E27FC236}">
                          <a16:creationId xmlns:a16="http://schemas.microsoft.com/office/drawing/2014/main" id="{9C531EA6-AC46-461F-8460-9903BD5837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6" name="直線コネクタ 132155">
                      <a:extLst>
                        <a:ext uri="{FF2B5EF4-FFF2-40B4-BE49-F238E27FC236}">
                          <a16:creationId xmlns:a16="http://schemas.microsoft.com/office/drawing/2014/main" id="{A4EB3BF0-FC62-4431-9C79-AB2B96CFFB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7" name="直線コネクタ 132156">
                      <a:extLst>
                        <a:ext uri="{FF2B5EF4-FFF2-40B4-BE49-F238E27FC236}">
                          <a16:creationId xmlns:a16="http://schemas.microsoft.com/office/drawing/2014/main" id="{34AA4A20-E162-4E4D-B09C-2CA0500E45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8" name="直線コネクタ 132157">
                      <a:extLst>
                        <a:ext uri="{FF2B5EF4-FFF2-40B4-BE49-F238E27FC236}">
                          <a16:creationId xmlns:a16="http://schemas.microsoft.com/office/drawing/2014/main" id="{1ACC96BF-7839-4DD1-A193-6680AEA017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59" name="直線コネクタ 132158">
                      <a:extLst>
                        <a:ext uri="{FF2B5EF4-FFF2-40B4-BE49-F238E27FC236}">
                          <a16:creationId xmlns:a16="http://schemas.microsoft.com/office/drawing/2014/main" id="{B9166E14-5FD7-465F-9E10-0EDEED5BF0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0" name="直線コネクタ 132159">
                      <a:extLst>
                        <a:ext uri="{FF2B5EF4-FFF2-40B4-BE49-F238E27FC236}">
                          <a16:creationId xmlns:a16="http://schemas.microsoft.com/office/drawing/2014/main" id="{6FC5424B-EC0B-4816-8C70-D35762E20C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1" name="直線コネクタ 132160">
                      <a:extLst>
                        <a:ext uri="{FF2B5EF4-FFF2-40B4-BE49-F238E27FC236}">
                          <a16:creationId xmlns:a16="http://schemas.microsoft.com/office/drawing/2014/main" id="{61763E47-1EF5-454E-83C3-907AAD1781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2" name="直線コネクタ 132161">
                      <a:extLst>
                        <a:ext uri="{FF2B5EF4-FFF2-40B4-BE49-F238E27FC236}">
                          <a16:creationId xmlns:a16="http://schemas.microsoft.com/office/drawing/2014/main" id="{209FFC38-21BB-4813-9727-EF68D1C5A3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3" name="直線コネクタ 132162">
                      <a:extLst>
                        <a:ext uri="{FF2B5EF4-FFF2-40B4-BE49-F238E27FC236}">
                          <a16:creationId xmlns:a16="http://schemas.microsoft.com/office/drawing/2014/main" id="{5B7947ED-CE03-46AF-9F88-50C5233960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4" name="直線コネクタ 132163">
                      <a:extLst>
                        <a:ext uri="{FF2B5EF4-FFF2-40B4-BE49-F238E27FC236}">
                          <a16:creationId xmlns:a16="http://schemas.microsoft.com/office/drawing/2014/main" id="{A3682425-1870-489A-B369-EA10CD1E17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5" name="直線コネクタ 132164">
                      <a:extLst>
                        <a:ext uri="{FF2B5EF4-FFF2-40B4-BE49-F238E27FC236}">
                          <a16:creationId xmlns:a16="http://schemas.microsoft.com/office/drawing/2014/main" id="{44BA948B-C553-471C-85AA-838A7A207F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6" name="直線コネクタ 132165">
                      <a:extLst>
                        <a:ext uri="{FF2B5EF4-FFF2-40B4-BE49-F238E27FC236}">
                          <a16:creationId xmlns:a16="http://schemas.microsoft.com/office/drawing/2014/main" id="{668DE616-BBB7-4EC0-B06E-B483B999D1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7" name="直線コネクタ 132166">
                      <a:extLst>
                        <a:ext uri="{FF2B5EF4-FFF2-40B4-BE49-F238E27FC236}">
                          <a16:creationId xmlns:a16="http://schemas.microsoft.com/office/drawing/2014/main" id="{C8A3D632-7B7B-4F1C-9550-51FFF7F6AF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8" name="直線コネクタ 132167">
                      <a:extLst>
                        <a:ext uri="{FF2B5EF4-FFF2-40B4-BE49-F238E27FC236}">
                          <a16:creationId xmlns:a16="http://schemas.microsoft.com/office/drawing/2014/main" id="{7F4CA38A-E667-4854-B54E-9D37BD7805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69" name="直線コネクタ 132168">
                      <a:extLst>
                        <a:ext uri="{FF2B5EF4-FFF2-40B4-BE49-F238E27FC236}">
                          <a16:creationId xmlns:a16="http://schemas.microsoft.com/office/drawing/2014/main" id="{DC28CA91-B522-4C0F-9D50-1C9A588E89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0" name="直線コネクタ 132169">
                      <a:extLst>
                        <a:ext uri="{FF2B5EF4-FFF2-40B4-BE49-F238E27FC236}">
                          <a16:creationId xmlns:a16="http://schemas.microsoft.com/office/drawing/2014/main" id="{F71F24A8-52C3-474B-B512-0BB52F315E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1" name="直線コネクタ 132170">
                      <a:extLst>
                        <a:ext uri="{FF2B5EF4-FFF2-40B4-BE49-F238E27FC236}">
                          <a16:creationId xmlns:a16="http://schemas.microsoft.com/office/drawing/2014/main" id="{381DB69A-0925-469F-B052-6B851AE20F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2" name="直線コネクタ 132171">
                      <a:extLst>
                        <a:ext uri="{FF2B5EF4-FFF2-40B4-BE49-F238E27FC236}">
                          <a16:creationId xmlns:a16="http://schemas.microsoft.com/office/drawing/2014/main" id="{E7536F57-A29D-4F99-A12A-BEE52E9A79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3" name="直線コネクタ 132172">
                      <a:extLst>
                        <a:ext uri="{FF2B5EF4-FFF2-40B4-BE49-F238E27FC236}">
                          <a16:creationId xmlns:a16="http://schemas.microsoft.com/office/drawing/2014/main" id="{F9934F50-561B-497F-BBC3-371257CC9D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4" name="直線コネクタ 132173">
                      <a:extLst>
                        <a:ext uri="{FF2B5EF4-FFF2-40B4-BE49-F238E27FC236}">
                          <a16:creationId xmlns:a16="http://schemas.microsoft.com/office/drawing/2014/main" id="{98283ABD-09DB-48F2-93B0-670EFD912F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5" name="直線コネクタ 132174">
                      <a:extLst>
                        <a:ext uri="{FF2B5EF4-FFF2-40B4-BE49-F238E27FC236}">
                          <a16:creationId xmlns:a16="http://schemas.microsoft.com/office/drawing/2014/main" id="{A242F1DD-11B5-4E39-8D15-BDE96FE328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6" name="直線コネクタ 132175">
                      <a:extLst>
                        <a:ext uri="{FF2B5EF4-FFF2-40B4-BE49-F238E27FC236}">
                          <a16:creationId xmlns:a16="http://schemas.microsoft.com/office/drawing/2014/main" id="{397AE7BA-E65F-409D-8634-520AF65198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7" name="直線コネクタ 132176">
                      <a:extLst>
                        <a:ext uri="{FF2B5EF4-FFF2-40B4-BE49-F238E27FC236}">
                          <a16:creationId xmlns:a16="http://schemas.microsoft.com/office/drawing/2014/main" id="{FCCCC87B-1A9F-44EB-801E-C8EE1075C5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8" name="直線コネクタ 132177">
                      <a:extLst>
                        <a:ext uri="{FF2B5EF4-FFF2-40B4-BE49-F238E27FC236}">
                          <a16:creationId xmlns:a16="http://schemas.microsoft.com/office/drawing/2014/main" id="{C349A50F-C32E-4C04-83F9-5EE40464DD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79" name="直線コネクタ 132178">
                      <a:extLst>
                        <a:ext uri="{FF2B5EF4-FFF2-40B4-BE49-F238E27FC236}">
                          <a16:creationId xmlns:a16="http://schemas.microsoft.com/office/drawing/2014/main" id="{1F95020B-1BD5-4030-AC66-A0A72399B1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0" name="直線コネクタ 132179">
                      <a:extLst>
                        <a:ext uri="{FF2B5EF4-FFF2-40B4-BE49-F238E27FC236}">
                          <a16:creationId xmlns:a16="http://schemas.microsoft.com/office/drawing/2014/main" id="{70A075A8-3719-43EC-AB4C-FFEFF9DDC7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1" name="直線コネクタ 132180">
                      <a:extLst>
                        <a:ext uri="{FF2B5EF4-FFF2-40B4-BE49-F238E27FC236}">
                          <a16:creationId xmlns:a16="http://schemas.microsoft.com/office/drawing/2014/main" id="{AC5B7FB7-2429-4632-9C2F-23380B6616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2" name="直線コネクタ 132181">
                      <a:extLst>
                        <a:ext uri="{FF2B5EF4-FFF2-40B4-BE49-F238E27FC236}">
                          <a16:creationId xmlns:a16="http://schemas.microsoft.com/office/drawing/2014/main" id="{0CFC8FB3-48B2-4B71-86BB-584AF309A2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3" name="直線コネクタ 132182">
                      <a:extLst>
                        <a:ext uri="{FF2B5EF4-FFF2-40B4-BE49-F238E27FC236}">
                          <a16:creationId xmlns:a16="http://schemas.microsoft.com/office/drawing/2014/main" id="{EE096744-B6AB-413E-B4D1-27144AD79A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4" name="直線コネクタ 132183">
                      <a:extLst>
                        <a:ext uri="{FF2B5EF4-FFF2-40B4-BE49-F238E27FC236}">
                          <a16:creationId xmlns:a16="http://schemas.microsoft.com/office/drawing/2014/main" id="{77AD33C3-8AED-413E-9A68-29324D389D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5" name="直線コネクタ 132184">
                      <a:extLst>
                        <a:ext uri="{FF2B5EF4-FFF2-40B4-BE49-F238E27FC236}">
                          <a16:creationId xmlns:a16="http://schemas.microsoft.com/office/drawing/2014/main" id="{E1831DCE-4720-4EAF-9B62-B47C1ACE1B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6" name="直線コネクタ 132185">
                      <a:extLst>
                        <a:ext uri="{FF2B5EF4-FFF2-40B4-BE49-F238E27FC236}">
                          <a16:creationId xmlns:a16="http://schemas.microsoft.com/office/drawing/2014/main" id="{C9487748-ACEC-4EFA-AAC5-39D3B41720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7" name="直線コネクタ 132186">
                      <a:extLst>
                        <a:ext uri="{FF2B5EF4-FFF2-40B4-BE49-F238E27FC236}">
                          <a16:creationId xmlns:a16="http://schemas.microsoft.com/office/drawing/2014/main" id="{2CFAF5F3-CD9A-4087-A31A-6A683D5E6F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8" name="直線コネクタ 132187">
                      <a:extLst>
                        <a:ext uri="{FF2B5EF4-FFF2-40B4-BE49-F238E27FC236}">
                          <a16:creationId xmlns:a16="http://schemas.microsoft.com/office/drawing/2014/main" id="{225F9977-D4EC-44F8-B00F-15B1F86BB4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89" name="直線コネクタ 132188">
                      <a:extLst>
                        <a:ext uri="{FF2B5EF4-FFF2-40B4-BE49-F238E27FC236}">
                          <a16:creationId xmlns:a16="http://schemas.microsoft.com/office/drawing/2014/main" id="{DAA12A81-EEE8-41A4-8195-74E297D98C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0" name="直線コネクタ 132189">
                      <a:extLst>
                        <a:ext uri="{FF2B5EF4-FFF2-40B4-BE49-F238E27FC236}">
                          <a16:creationId xmlns:a16="http://schemas.microsoft.com/office/drawing/2014/main" id="{65C5FF08-2616-489E-8A10-E07BC5B721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1" name="直線コネクタ 132190">
                      <a:extLst>
                        <a:ext uri="{FF2B5EF4-FFF2-40B4-BE49-F238E27FC236}">
                          <a16:creationId xmlns:a16="http://schemas.microsoft.com/office/drawing/2014/main" id="{BDB842C8-280B-4918-BCDA-0BCF4C7920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2" name="直線コネクタ 132191">
                      <a:extLst>
                        <a:ext uri="{FF2B5EF4-FFF2-40B4-BE49-F238E27FC236}">
                          <a16:creationId xmlns:a16="http://schemas.microsoft.com/office/drawing/2014/main" id="{C7603C1C-D3EA-43FB-953F-786797159C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3" name="直線コネクタ 132192">
                      <a:extLst>
                        <a:ext uri="{FF2B5EF4-FFF2-40B4-BE49-F238E27FC236}">
                          <a16:creationId xmlns:a16="http://schemas.microsoft.com/office/drawing/2014/main" id="{BD2E5318-CA81-44DF-891F-2DDD20E383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4" name="直線コネクタ 132193">
                      <a:extLst>
                        <a:ext uri="{FF2B5EF4-FFF2-40B4-BE49-F238E27FC236}">
                          <a16:creationId xmlns:a16="http://schemas.microsoft.com/office/drawing/2014/main" id="{1A3D0F96-4561-461C-B611-DFA1256FEB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5" name="直線コネクタ 132194">
                      <a:extLst>
                        <a:ext uri="{FF2B5EF4-FFF2-40B4-BE49-F238E27FC236}">
                          <a16:creationId xmlns:a16="http://schemas.microsoft.com/office/drawing/2014/main" id="{DF707BE2-25B5-44AF-9B77-42EF726FEC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6" name="直線コネクタ 132195">
                      <a:extLst>
                        <a:ext uri="{FF2B5EF4-FFF2-40B4-BE49-F238E27FC236}">
                          <a16:creationId xmlns:a16="http://schemas.microsoft.com/office/drawing/2014/main" id="{473406A2-50E9-48F9-81FF-BFE01F8526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7" name="直線コネクタ 132196">
                      <a:extLst>
                        <a:ext uri="{FF2B5EF4-FFF2-40B4-BE49-F238E27FC236}">
                          <a16:creationId xmlns:a16="http://schemas.microsoft.com/office/drawing/2014/main" id="{8699F3AE-BEFD-48EE-8786-13B8610E30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8" name="直線コネクタ 132197">
                      <a:extLst>
                        <a:ext uri="{FF2B5EF4-FFF2-40B4-BE49-F238E27FC236}">
                          <a16:creationId xmlns:a16="http://schemas.microsoft.com/office/drawing/2014/main" id="{845F8B94-C253-4563-9753-4B54799541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199" name="直線コネクタ 132198">
                      <a:extLst>
                        <a:ext uri="{FF2B5EF4-FFF2-40B4-BE49-F238E27FC236}">
                          <a16:creationId xmlns:a16="http://schemas.microsoft.com/office/drawing/2014/main" id="{A4CD1A0F-7AFE-425F-8550-9235814D3A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0" name="直線コネクタ 132199">
                      <a:extLst>
                        <a:ext uri="{FF2B5EF4-FFF2-40B4-BE49-F238E27FC236}">
                          <a16:creationId xmlns:a16="http://schemas.microsoft.com/office/drawing/2014/main" id="{6EC1F261-D234-4A56-BDAA-6DF26D309A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1" name="直線コネクタ 132200">
                      <a:extLst>
                        <a:ext uri="{FF2B5EF4-FFF2-40B4-BE49-F238E27FC236}">
                          <a16:creationId xmlns:a16="http://schemas.microsoft.com/office/drawing/2014/main" id="{4791C439-1E17-4070-B345-08A3E48CA6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2" name="直線コネクタ 132201">
                      <a:extLst>
                        <a:ext uri="{FF2B5EF4-FFF2-40B4-BE49-F238E27FC236}">
                          <a16:creationId xmlns:a16="http://schemas.microsoft.com/office/drawing/2014/main" id="{7BF9EF9E-0F12-4819-9393-EDE215546A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3" name="直線コネクタ 132202">
                      <a:extLst>
                        <a:ext uri="{FF2B5EF4-FFF2-40B4-BE49-F238E27FC236}">
                          <a16:creationId xmlns:a16="http://schemas.microsoft.com/office/drawing/2014/main" id="{8D72C8F7-2C2C-4F10-8ED4-D52EB78997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4" name="直線コネクタ 132203">
                      <a:extLst>
                        <a:ext uri="{FF2B5EF4-FFF2-40B4-BE49-F238E27FC236}">
                          <a16:creationId xmlns:a16="http://schemas.microsoft.com/office/drawing/2014/main" id="{1012BFDA-8DEF-45F5-9454-BF436EF02F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5" name="直線コネクタ 132204">
                      <a:extLst>
                        <a:ext uri="{FF2B5EF4-FFF2-40B4-BE49-F238E27FC236}">
                          <a16:creationId xmlns:a16="http://schemas.microsoft.com/office/drawing/2014/main" id="{3185127D-FDBE-46CD-93BE-4DB150CA97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6" name="直線コネクタ 132205">
                      <a:extLst>
                        <a:ext uri="{FF2B5EF4-FFF2-40B4-BE49-F238E27FC236}">
                          <a16:creationId xmlns:a16="http://schemas.microsoft.com/office/drawing/2014/main" id="{12D71589-D110-45E8-A2C9-3D7D946823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7" name="直線コネクタ 132206">
                      <a:extLst>
                        <a:ext uri="{FF2B5EF4-FFF2-40B4-BE49-F238E27FC236}">
                          <a16:creationId xmlns:a16="http://schemas.microsoft.com/office/drawing/2014/main" id="{89267E0B-C14E-4C1D-B9ED-8A8C1D6B31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8" name="直線コネクタ 132207">
                      <a:extLst>
                        <a:ext uri="{FF2B5EF4-FFF2-40B4-BE49-F238E27FC236}">
                          <a16:creationId xmlns:a16="http://schemas.microsoft.com/office/drawing/2014/main" id="{1EC3745B-CDB9-4CE2-AC10-A54E4DB7ED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09" name="直線コネクタ 132208">
                      <a:extLst>
                        <a:ext uri="{FF2B5EF4-FFF2-40B4-BE49-F238E27FC236}">
                          <a16:creationId xmlns:a16="http://schemas.microsoft.com/office/drawing/2014/main" id="{37B37694-E05C-4FD1-A6B4-2C24AA7B05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0" name="直線コネクタ 132209">
                      <a:extLst>
                        <a:ext uri="{FF2B5EF4-FFF2-40B4-BE49-F238E27FC236}">
                          <a16:creationId xmlns:a16="http://schemas.microsoft.com/office/drawing/2014/main" id="{CB3C629F-F7C6-4424-993D-E4E0F38EAD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1" name="直線コネクタ 132210">
                      <a:extLst>
                        <a:ext uri="{FF2B5EF4-FFF2-40B4-BE49-F238E27FC236}">
                          <a16:creationId xmlns:a16="http://schemas.microsoft.com/office/drawing/2014/main" id="{7F6EA632-76AF-4B89-8FBD-5346788FE3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2" name="直線コネクタ 132211">
                      <a:extLst>
                        <a:ext uri="{FF2B5EF4-FFF2-40B4-BE49-F238E27FC236}">
                          <a16:creationId xmlns:a16="http://schemas.microsoft.com/office/drawing/2014/main" id="{7B6777E2-D523-4CA6-9491-395B1F497C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3" name="直線コネクタ 132212">
                      <a:extLst>
                        <a:ext uri="{FF2B5EF4-FFF2-40B4-BE49-F238E27FC236}">
                          <a16:creationId xmlns:a16="http://schemas.microsoft.com/office/drawing/2014/main" id="{9EA70A5A-35C2-4281-BC5E-933E58358F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4" name="直線コネクタ 132213">
                      <a:extLst>
                        <a:ext uri="{FF2B5EF4-FFF2-40B4-BE49-F238E27FC236}">
                          <a16:creationId xmlns:a16="http://schemas.microsoft.com/office/drawing/2014/main" id="{00DCF1B5-E8A9-400A-9152-1D0720EB55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5" name="直線コネクタ 132214">
                      <a:extLst>
                        <a:ext uri="{FF2B5EF4-FFF2-40B4-BE49-F238E27FC236}">
                          <a16:creationId xmlns:a16="http://schemas.microsoft.com/office/drawing/2014/main" id="{E21DAEA3-8928-4E15-9461-9593D51A8D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6" name="直線コネクタ 132215">
                      <a:extLst>
                        <a:ext uri="{FF2B5EF4-FFF2-40B4-BE49-F238E27FC236}">
                          <a16:creationId xmlns:a16="http://schemas.microsoft.com/office/drawing/2014/main" id="{96B5F69C-BBA0-4DA7-9D51-AA2B93E161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7" name="直線コネクタ 132216">
                      <a:extLst>
                        <a:ext uri="{FF2B5EF4-FFF2-40B4-BE49-F238E27FC236}">
                          <a16:creationId xmlns:a16="http://schemas.microsoft.com/office/drawing/2014/main" id="{5FA5A1A6-08A4-4785-90FA-6CB79967D2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8" name="直線コネクタ 132217">
                      <a:extLst>
                        <a:ext uri="{FF2B5EF4-FFF2-40B4-BE49-F238E27FC236}">
                          <a16:creationId xmlns:a16="http://schemas.microsoft.com/office/drawing/2014/main" id="{E7C51523-5169-42BF-80BF-176202A286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19" name="直線コネクタ 132218">
                      <a:extLst>
                        <a:ext uri="{FF2B5EF4-FFF2-40B4-BE49-F238E27FC236}">
                          <a16:creationId xmlns:a16="http://schemas.microsoft.com/office/drawing/2014/main" id="{D5908EDF-8D0E-411B-A0D9-A67DB13C82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0" name="直線コネクタ 132219">
                      <a:extLst>
                        <a:ext uri="{FF2B5EF4-FFF2-40B4-BE49-F238E27FC236}">
                          <a16:creationId xmlns:a16="http://schemas.microsoft.com/office/drawing/2014/main" id="{24B05DDB-9DD3-4C69-A92A-8A252AF883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1" name="直線コネクタ 132220">
                      <a:extLst>
                        <a:ext uri="{FF2B5EF4-FFF2-40B4-BE49-F238E27FC236}">
                          <a16:creationId xmlns:a16="http://schemas.microsoft.com/office/drawing/2014/main" id="{2182FBA8-5FDF-4897-B724-44FB5C1F1E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2" name="直線コネクタ 132221">
                      <a:extLst>
                        <a:ext uri="{FF2B5EF4-FFF2-40B4-BE49-F238E27FC236}">
                          <a16:creationId xmlns:a16="http://schemas.microsoft.com/office/drawing/2014/main" id="{DED1A975-AFF2-42B9-AD37-0C6712353D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3" name="直線コネクタ 132222">
                      <a:extLst>
                        <a:ext uri="{FF2B5EF4-FFF2-40B4-BE49-F238E27FC236}">
                          <a16:creationId xmlns:a16="http://schemas.microsoft.com/office/drawing/2014/main" id="{F7794A9E-82C0-4356-A125-9BC1FD0233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4" name="直線コネクタ 132223">
                      <a:extLst>
                        <a:ext uri="{FF2B5EF4-FFF2-40B4-BE49-F238E27FC236}">
                          <a16:creationId xmlns:a16="http://schemas.microsoft.com/office/drawing/2014/main" id="{38516542-5CDE-44D5-A727-2D60DCCEF2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5" name="直線コネクタ 132224">
                      <a:extLst>
                        <a:ext uri="{FF2B5EF4-FFF2-40B4-BE49-F238E27FC236}">
                          <a16:creationId xmlns:a16="http://schemas.microsoft.com/office/drawing/2014/main" id="{C8CCCC73-3A4E-4958-BA7D-2EE5671672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6" name="直線コネクタ 132225">
                      <a:extLst>
                        <a:ext uri="{FF2B5EF4-FFF2-40B4-BE49-F238E27FC236}">
                          <a16:creationId xmlns:a16="http://schemas.microsoft.com/office/drawing/2014/main" id="{81036EA1-2526-4571-95EE-7EE7CCBFCF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7" name="直線コネクタ 132226">
                      <a:extLst>
                        <a:ext uri="{FF2B5EF4-FFF2-40B4-BE49-F238E27FC236}">
                          <a16:creationId xmlns:a16="http://schemas.microsoft.com/office/drawing/2014/main" id="{5AD81ED3-1393-4DDC-99F4-3EB027241A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8" name="直線コネクタ 132227">
                      <a:extLst>
                        <a:ext uri="{FF2B5EF4-FFF2-40B4-BE49-F238E27FC236}">
                          <a16:creationId xmlns:a16="http://schemas.microsoft.com/office/drawing/2014/main" id="{C4381851-4EC4-45CD-AC5D-293F18A7A7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29" name="直線コネクタ 132228">
                      <a:extLst>
                        <a:ext uri="{FF2B5EF4-FFF2-40B4-BE49-F238E27FC236}">
                          <a16:creationId xmlns:a16="http://schemas.microsoft.com/office/drawing/2014/main" id="{7579277C-B189-4B1B-910E-8586D8818C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0" name="直線コネクタ 132229">
                      <a:extLst>
                        <a:ext uri="{FF2B5EF4-FFF2-40B4-BE49-F238E27FC236}">
                          <a16:creationId xmlns:a16="http://schemas.microsoft.com/office/drawing/2014/main" id="{CE6EF1A5-8D60-4947-8D55-C4E644012A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1" name="直線コネクタ 132230">
                      <a:extLst>
                        <a:ext uri="{FF2B5EF4-FFF2-40B4-BE49-F238E27FC236}">
                          <a16:creationId xmlns:a16="http://schemas.microsoft.com/office/drawing/2014/main" id="{009413F3-0060-433C-8A48-7BB6428F23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2" name="直線コネクタ 132231">
                      <a:extLst>
                        <a:ext uri="{FF2B5EF4-FFF2-40B4-BE49-F238E27FC236}">
                          <a16:creationId xmlns:a16="http://schemas.microsoft.com/office/drawing/2014/main" id="{874AE22B-098E-4BD0-BC8A-602DC1E270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3" name="直線コネクタ 132232">
                      <a:extLst>
                        <a:ext uri="{FF2B5EF4-FFF2-40B4-BE49-F238E27FC236}">
                          <a16:creationId xmlns:a16="http://schemas.microsoft.com/office/drawing/2014/main" id="{9A11FFE9-E1C8-4DEE-A4AA-54C95F0C22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4" name="直線コネクタ 132233">
                      <a:extLst>
                        <a:ext uri="{FF2B5EF4-FFF2-40B4-BE49-F238E27FC236}">
                          <a16:creationId xmlns:a16="http://schemas.microsoft.com/office/drawing/2014/main" id="{7D9AC5BC-3B3F-426C-B17F-665355AF7D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5" name="直線コネクタ 132234">
                      <a:extLst>
                        <a:ext uri="{FF2B5EF4-FFF2-40B4-BE49-F238E27FC236}">
                          <a16:creationId xmlns:a16="http://schemas.microsoft.com/office/drawing/2014/main" id="{7BC1018B-760B-4EC3-870D-3102B227F2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6" name="直線コネクタ 132235">
                      <a:extLst>
                        <a:ext uri="{FF2B5EF4-FFF2-40B4-BE49-F238E27FC236}">
                          <a16:creationId xmlns:a16="http://schemas.microsoft.com/office/drawing/2014/main" id="{B992F91B-394C-454C-9872-692D34FC3F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7" name="直線コネクタ 132236">
                      <a:extLst>
                        <a:ext uri="{FF2B5EF4-FFF2-40B4-BE49-F238E27FC236}">
                          <a16:creationId xmlns:a16="http://schemas.microsoft.com/office/drawing/2014/main" id="{23079E34-362A-4B78-A9B8-ADB008EA56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8" name="直線コネクタ 132237">
                      <a:extLst>
                        <a:ext uri="{FF2B5EF4-FFF2-40B4-BE49-F238E27FC236}">
                          <a16:creationId xmlns:a16="http://schemas.microsoft.com/office/drawing/2014/main" id="{2B3919BD-45AE-4F4D-93F6-D2E3591566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39" name="直線コネクタ 132238">
                      <a:extLst>
                        <a:ext uri="{FF2B5EF4-FFF2-40B4-BE49-F238E27FC236}">
                          <a16:creationId xmlns:a16="http://schemas.microsoft.com/office/drawing/2014/main" id="{FA141B38-1A01-4765-B6FE-6AEF91707F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0" name="直線コネクタ 132239">
                      <a:extLst>
                        <a:ext uri="{FF2B5EF4-FFF2-40B4-BE49-F238E27FC236}">
                          <a16:creationId xmlns:a16="http://schemas.microsoft.com/office/drawing/2014/main" id="{74D5524E-F860-4A43-9001-172589552D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1" name="直線コネクタ 132240">
                      <a:extLst>
                        <a:ext uri="{FF2B5EF4-FFF2-40B4-BE49-F238E27FC236}">
                          <a16:creationId xmlns:a16="http://schemas.microsoft.com/office/drawing/2014/main" id="{E4069B62-0CE8-49EC-AA1F-8CF15F65D4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2" name="直線コネクタ 132241">
                      <a:extLst>
                        <a:ext uri="{FF2B5EF4-FFF2-40B4-BE49-F238E27FC236}">
                          <a16:creationId xmlns:a16="http://schemas.microsoft.com/office/drawing/2014/main" id="{A02833ED-C14A-4C0E-BD2B-8FC03C35B9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3" name="直線コネクタ 132242">
                      <a:extLst>
                        <a:ext uri="{FF2B5EF4-FFF2-40B4-BE49-F238E27FC236}">
                          <a16:creationId xmlns:a16="http://schemas.microsoft.com/office/drawing/2014/main" id="{C72273F4-682E-49B9-8291-B59649638C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4" name="直線コネクタ 132243">
                      <a:extLst>
                        <a:ext uri="{FF2B5EF4-FFF2-40B4-BE49-F238E27FC236}">
                          <a16:creationId xmlns:a16="http://schemas.microsoft.com/office/drawing/2014/main" id="{09A58854-9380-416A-B909-255FF5D00C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5" name="直線コネクタ 132244">
                      <a:extLst>
                        <a:ext uri="{FF2B5EF4-FFF2-40B4-BE49-F238E27FC236}">
                          <a16:creationId xmlns:a16="http://schemas.microsoft.com/office/drawing/2014/main" id="{66095A76-7F80-407C-B5FF-6084AA0D32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6" name="直線コネクタ 132245">
                      <a:extLst>
                        <a:ext uri="{FF2B5EF4-FFF2-40B4-BE49-F238E27FC236}">
                          <a16:creationId xmlns:a16="http://schemas.microsoft.com/office/drawing/2014/main" id="{28B07260-6025-4035-BF55-EAAC714C53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7" name="直線コネクタ 132246">
                      <a:extLst>
                        <a:ext uri="{FF2B5EF4-FFF2-40B4-BE49-F238E27FC236}">
                          <a16:creationId xmlns:a16="http://schemas.microsoft.com/office/drawing/2014/main" id="{1CF41880-6957-4CC7-A449-2C872B2FBC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8" name="直線コネクタ 132247">
                      <a:extLst>
                        <a:ext uri="{FF2B5EF4-FFF2-40B4-BE49-F238E27FC236}">
                          <a16:creationId xmlns:a16="http://schemas.microsoft.com/office/drawing/2014/main" id="{006C2E73-69B5-4AC5-85EC-CD3E79C5CD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49" name="直線コネクタ 132248">
                      <a:extLst>
                        <a:ext uri="{FF2B5EF4-FFF2-40B4-BE49-F238E27FC236}">
                          <a16:creationId xmlns:a16="http://schemas.microsoft.com/office/drawing/2014/main" id="{85FD7C77-0EC0-45B0-8C50-2E1F6596CE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0" name="直線コネクタ 132249">
                      <a:extLst>
                        <a:ext uri="{FF2B5EF4-FFF2-40B4-BE49-F238E27FC236}">
                          <a16:creationId xmlns:a16="http://schemas.microsoft.com/office/drawing/2014/main" id="{28DD5575-08F1-4935-A681-09D4EAE30A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1" name="直線コネクタ 132250">
                      <a:extLst>
                        <a:ext uri="{FF2B5EF4-FFF2-40B4-BE49-F238E27FC236}">
                          <a16:creationId xmlns:a16="http://schemas.microsoft.com/office/drawing/2014/main" id="{D413447B-11FC-4B8A-8516-92C16E28E0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2" name="直線コネクタ 132251">
                      <a:extLst>
                        <a:ext uri="{FF2B5EF4-FFF2-40B4-BE49-F238E27FC236}">
                          <a16:creationId xmlns:a16="http://schemas.microsoft.com/office/drawing/2014/main" id="{AF322866-5D51-410D-9ED4-CCF60C19CC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3" name="直線コネクタ 132252">
                      <a:extLst>
                        <a:ext uri="{FF2B5EF4-FFF2-40B4-BE49-F238E27FC236}">
                          <a16:creationId xmlns:a16="http://schemas.microsoft.com/office/drawing/2014/main" id="{75BF48B6-2288-4287-8A10-8AB67276AA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4" name="直線コネクタ 132253">
                      <a:extLst>
                        <a:ext uri="{FF2B5EF4-FFF2-40B4-BE49-F238E27FC236}">
                          <a16:creationId xmlns:a16="http://schemas.microsoft.com/office/drawing/2014/main" id="{28192CFD-1535-477E-9C9A-9A42241812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5" name="直線コネクタ 132254">
                      <a:extLst>
                        <a:ext uri="{FF2B5EF4-FFF2-40B4-BE49-F238E27FC236}">
                          <a16:creationId xmlns:a16="http://schemas.microsoft.com/office/drawing/2014/main" id="{92DFE33B-3881-4B7C-815A-D1D53A0149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6" name="直線コネクタ 132255">
                      <a:extLst>
                        <a:ext uri="{FF2B5EF4-FFF2-40B4-BE49-F238E27FC236}">
                          <a16:creationId xmlns:a16="http://schemas.microsoft.com/office/drawing/2014/main" id="{63FD6BB1-A8CF-4433-BF6D-53AEB042E6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7" name="直線コネクタ 132256">
                      <a:extLst>
                        <a:ext uri="{FF2B5EF4-FFF2-40B4-BE49-F238E27FC236}">
                          <a16:creationId xmlns:a16="http://schemas.microsoft.com/office/drawing/2014/main" id="{363B5C79-C14C-4C7B-A151-8288C49237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8" name="直線コネクタ 132257">
                      <a:extLst>
                        <a:ext uri="{FF2B5EF4-FFF2-40B4-BE49-F238E27FC236}">
                          <a16:creationId xmlns:a16="http://schemas.microsoft.com/office/drawing/2014/main" id="{6F69873F-F407-4DA1-8DC2-C840723CA7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59" name="直線コネクタ 132258">
                      <a:extLst>
                        <a:ext uri="{FF2B5EF4-FFF2-40B4-BE49-F238E27FC236}">
                          <a16:creationId xmlns:a16="http://schemas.microsoft.com/office/drawing/2014/main" id="{5DD04D91-D88F-4C88-9C61-C136C364E4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0" name="直線コネクタ 132259">
                      <a:extLst>
                        <a:ext uri="{FF2B5EF4-FFF2-40B4-BE49-F238E27FC236}">
                          <a16:creationId xmlns:a16="http://schemas.microsoft.com/office/drawing/2014/main" id="{3BF317D5-27F1-45AD-8EA0-616CF0EF16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1" name="直線コネクタ 132260">
                      <a:extLst>
                        <a:ext uri="{FF2B5EF4-FFF2-40B4-BE49-F238E27FC236}">
                          <a16:creationId xmlns:a16="http://schemas.microsoft.com/office/drawing/2014/main" id="{8B3FE631-AAA4-489E-9E98-59C1246DAF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2" name="直線コネクタ 132261">
                      <a:extLst>
                        <a:ext uri="{FF2B5EF4-FFF2-40B4-BE49-F238E27FC236}">
                          <a16:creationId xmlns:a16="http://schemas.microsoft.com/office/drawing/2014/main" id="{2C5AF6C1-F972-4870-86EE-12A10176EE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3" name="直線コネクタ 132262">
                      <a:extLst>
                        <a:ext uri="{FF2B5EF4-FFF2-40B4-BE49-F238E27FC236}">
                          <a16:creationId xmlns:a16="http://schemas.microsoft.com/office/drawing/2014/main" id="{8EA0F51E-9234-4A43-BD7C-6158EE03C0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4" name="直線コネクタ 132263">
                      <a:extLst>
                        <a:ext uri="{FF2B5EF4-FFF2-40B4-BE49-F238E27FC236}">
                          <a16:creationId xmlns:a16="http://schemas.microsoft.com/office/drawing/2014/main" id="{428E2C37-B8D6-4DAA-A0A9-B4A5C08881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5" name="直線コネクタ 132264">
                      <a:extLst>
                        <a:ext uri="{FF2B5EF4-FFF2-40B4-BE49-F238E27FC236}">
                          <a16:creationId xmlns:a16="http://schemas.microsoft.com/office/drawing/2014/main" id="{C9C0E675-18EC-4018-9B2E-9902F2E344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6" name="直線コネクタ 132265">
                      <a:extLst>
                        <a:ext uri="{FF2B5EF4-FFF2-40B4-BE49-F238E27FC236}">
                          <a16:creationId xmlns:a16="http://schemas.microsoft.com/office/drawing/2014/main" id="{F4B55BCD-EB2C-489B-85BC-7A42848B06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7" name="直線コネクタ 132266">
                      <a:extLst>
                        <a:ext uri="{FF2B5EF4-FFF2-40B4-BE49-F238E27FC236}">
                          <a16:creationId xmlns:a16="http://schemas.microsoft.com/office/drawing/2014/main" id="{A08FAF0B-E4E5-44E2-87E2-F28DD08CA1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8" name="直線コネクタ 132267">
                      <a:extLst>
                        <a:ext uri="{FF2B5EF4-FFF2-40B4-BE49-F238E27FC236}">
                          <a16:creationId xmlns:a16="http://schemas.microsoft.com/office/drawing/2014/main" id="{E6FFE36B-DB8D-489C-8656-D095FD5482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69" name="直線コネクタ 132268">
                      <a:extLst>
                        <a:ext uri="{FF2B5EF4-FFF2-40B4-BE49-F238E27FC236}">
                          <a16:creationId xmlns:a16="http://schemas.microsoft.com/office/drawing/2014/main" id="{BEBE2A5E-A4E4-4EF2-832C-BB63F541BC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0" name="直線コネクタ 132269">
                      <a:extLst>
                        <a:ext uri="{FF2B5EF4-FFF2-40B4-BE49-F238E27FC236}">
                          <a16:creationId xmlns:a16="http://schemas.microsoft.com/office/drawing/2014/main" id="{B4A66916-729C-4B6D-A937-3DBCAD0150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1" name="直線コネクタ 132270">
                      <a:extLst>
                        <a:ext uri="{FF2B5EF4-FFF2-40B4-BE49-F238E27FC236}">
                          <a16:creationId xmlns:a16="http://schemas.microsoft.com/office/drawing/2014/main" id="{2E846792-BB2A-4204-9B3E-66970B239B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2" name="直線コネクタ 132271">
                      <a:extLst>
                        <a:ext uri="{FF2B5EF4-FFF2-40B4-BE49-F238E27FC236}">
                          <a16:creationId xmlns:a16="http://schemas.microsoft.com/office/drawing/2014/main" id="{294FD54F-761B-4B66-94E3-9FAB121115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3" name="直線コネクタ 132272">
                      <a:extLst>
                        <a:ext uri="{FF2B5EF4-FFF2-40B4-BE49-F238E27FC236}">
                          <a16:creationId xmlns:a16="http://schemas.microsoft.com/office/drawing/2014/main" id="{A6EB9807-E388-44CF-986F-2CA18096F9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4" name="直線コネクタ 132273">
                      <a:extLst>
                        <a:ext uri="{FF2B5EF4-FFF2-40B4-BE49-F238E27FC236}">
                          <a16:creationId xmlns:a16="http://schemas.microsoft.com/office/drawing/2014/main" id="{1C33FC06-DD51-4572-9D92-27168BB528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5" name="直線コネクタ 132274">
                      <a:extLst>
                        <a:ext uri="{FF2B5EF4-FFF2-40B4-BE49-F238E27FC236}">
                          <a16:creationId xmlns:a16="http://schemas.microsoft.com/office/drawing/2014/main" id="{1D74E983-67F7-4647-B590-EC3748198F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6" name="直線コネクタ 132275">
                      <a:extLst>
                        <a:ext uri="{FF2B5EF4-FFF2-40B4-BE49-F238E27FC236}">
                          <a16:creationId xmlns:a16="http://schemas.microsoft.com/office/drawing/2014/main" id="{DA6210C4-2BDC-4C5D-86F4-FC0735B69F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7" name="直線コネクタ 132276">
                      <a:extLst>
                        <a:ext uri="{FF2B5EF4-FFF2-40B4-BE49-F238E27FC236}">
                          <a16:creationId xmlns:a16="http://schemas.microsoft.com/office/drawing/2014/main" id="{DBCD1E44-CA07-4C79-B9DB-15CAD877E3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8" name="直線コネクタ 132277">
                      <a:extLst>
                        <a:ext uri="{FF2B5EF4-FFF2-40B4-BE49-F238E27FC236}">
                          <a16:creationId xmlns:a16="http://schemas.microsoft.com/office/drawing/2014/main" id="{EB05CED7-5667-4AF5-BF3B-C914A925E0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79" name="直線コネクタ 132278">
                      <a:extLst>
                        <a:ext uri="{FF2B5EF4-FFF2-40B4-BE49-F238E27FC236}">
                          <a16:creationId xmlns:a16="http://schemas.microsoft.com/office/drawing/2014/main" id="{ACAB788E-FE1D-4F7C-BDAE-8AA9813F44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0" name="直線コネクタ 132279">
                      <a:extLst>
                        <a:ext uri="{FF2B5EF4-FFF2-40B4-BE49-F238E27FC236}">
                          <a16:creationId xmlns:a16="http://schemas.microsoft.com/office/drawing/2014/main" id="{5C4B9637-8597-4F3E-911B-4BF09B207F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1" name="直線コネクタ 132280">
                      <a:extLst>
                        <a:ext uri="{FF2B5EF4-FFF2-40B4-BE49-F238E27FC236}">
                          <a16:creationId xmlns:a16="http://schemas.microsoft.com/office/drawing/2014/main" id="{8ACB0D35-007D-481B-9F97-ED352B5B15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2" name="直線コネクタ 132281">
                      <a:extLst>
                        <a:ext uri="{FF2B5EF4-FFF2-40B4-BE49-F238E27FC236}">
                          <a16:creationId xmlns:a16="http://schemas.microsoft.com/office/drawing/2014/main" id="{EE623538-B49D-4152-854E-793AD41971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3" name="直線コネクタ 132282">
                      <a:extLst>
                        <a:ext uri="{FF2B5EF4-FFF2-40B4-BE49-F238E27FC236}">
                          <a16:creationId xmlns:a16="http://schemas.microsoft.com/office/drawing/2014/main" id="{0311E603-20E2-4155-AE5C-6A0B6DFEA9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4" name="直線コネクタ 132283">
                      <a:extLst>
                        <a:ext uri="{FF2B5EF4-FFF2-40B4-BE49-F238E27FC236}">
                          <a16:creationId xmlns:a16="http://schemas.microsoft.com/office/drawing/2014/main" id="{5B9027C7-C9F3-446A-98E1-1A43595B27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5" name="直線コネクタ 132284">
                      <a:extLst>
                        <a:ext uri="{FF2B5EF4-FFF2-40B4-BE49-F238E27FC236}">
                          <a16:creationId xmlns:a16="http://schemas.microsoft.com/office/drawing/2014/main" id="{80972139-78E6-4C31-9A11-2F8B19EE0F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6" name="直線コネクタ 132285">
                      <a:extLst>
                        <a:ext uri="{FF2B5EF4-FFF2-40B4-BE49-F238E27FC236}">
                          <a16:creationId xmlns:a16="http://schemas.microsoft.com/office/drawing/2014/main" id="{D7945EDE-BBC6-48FE-9954-6D045865EA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7" name="直線コネクタ 132286">
                      <a:extLst>
                        <a:ext uri="{FF2B5EF4-FFF2-40B4-BE49-F238E27FC236}">
                          <a16:creationId xmlns:a16="http://schemas.microsoft.com/office/drawing/2014/main" id="{39780A83-770A-419A-A08C-F7711E6E61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8" name="直線コネクタ 132287">
                      <a:extLst>
                        <a:ext uri="{FF2B5EF4-FFF2-40B4-BE49-F238E27FC236}">
                          <a16:creationId xmlns:a16="http://schemas.microsoft.com/office/drawing/2014/main" id="{DCD76A06-9346-428E-B110-CCE44030B8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89" name="直線コネクタ 132288">
                      <a:extLst>
                        <a:ext uri="{FF2B5EF4-FFF2-40B4-BE49-F238E27FC236}">
                          <a16:creationId xmlns:a16="http://schemas.microsoft.com/office/drawing/2014/main" id="{0BDDCEF3-60B8-464F-996C-5BA379265F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0" name="直線コネクタ 132289">
                      <a:extLst>
                        <a:ext uri="{FF2B5EF4-FFF2-40B4-BE49-F238E27FC236}">
                          <a16:creationId xmlns:a16="http://schemas.microsoft.com/office/drawing/2014/main" id="{02FFD3C7-3AAE-4BD6-BF79-D27F1A4164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1" name="直線コネクタ 132290">
                      <a:extLst>
                        <a:ext uri="{FF2B5EF4-FFF2-40B4-BE49-F238E27FC236}">
                          <a16:creationId xmlns:a16="http://schemas.microsoft.com/office/drawing/2014/main" id="{18E57E56-DE64-4D52-8BDC-15B08427BA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2" name="直線コネクタ 132291">
                      <a:extLst>
                        <a:ext uri="{FF2B5EF4-FFF2-40B4-BE49-F238E27FC236}">
                          <a16:creationId xmlns:a16="http://schemas.microsoft.com/office/drawing/2014/main" id="{F6C6FF1A-1C69-4A99-A219-2DB32DBD79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3" name="直線コネクタ 132292">
                      <a:extLst>
                        <a:ext uri="{FF2B5EF4-FFF2-40B4-BE49-F238E27FC236}">
                          <a16:creationId xmlns:a16="http://schemas.microsoft.com/office/drawing/2014/main" id="{8326714C-23C6-461B-86B5-26273B9BF0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4" name="直線コネクタ 132293">
                      <a:extLst>
                        <a:ext uri="{FF2B5EF4-FFF2-40B4-BE49-F238E27FC236}">
                          <a16:creationId xmlns:a16="http://schemas.microsoft.com/office/drawing/2014/main" id="{F181DA70-C1E0-402D-B5E1-956657086D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5" name="直線コネクタ 132294">
                      <a:extLst>
                        <a:ext uri="{FF2B5EF4-FFF2-40B4-BE49-F238E27FC236}">
                          <a16:creationId xmlns:a16="http://schemas.microsoft.com/office/drawing/2014/main" id="{2AB2A5F7-97A2-415C-A463-6144841DAD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6" name="直線コネクタ 132295">
                      <a:extLst>
                        <a:ext uri="{FF2B5EF4-FFF2-40B4-BE49-F238E27FC236}">
                          <a16:creationId xmlns:a16="http://schemas.microsoft.com/office/drawing/2014/main" id="{DF9D241A-5159-471F-93E9-90597F7925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7" name="直線コネクタ 132296">
                      <a:extLst>
                        <a:ext uri="{FF2B5EF4-FFF2-40B4-BE49-F238E27FC236}">
                          <a16:creationId xmlns:a16="http://schemas.microsoft.com/office/drawing/2014/main" id="{C47B56F3-4175-4283-A591-CA1CB76480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8" name="直線コネクタ 132297">
                      <a:extLst>
                        <a:ext uri="{FF2B5EF4-FFF2-40B4-BE49-F238E27FC236}">
                          <a16:creationId xmlns:a16="http://schemas.microsoft.com/office/drawing/2014/main" id="{18CA0F0B-0472-4B90-949C-DB0E7010B8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299" name="直線コネクタ 132298">
                      <a:extLst>
                        <a:ext uri="{FF2B5EF4-FFF2-40B4-BE49-F238E27FC236}">
                          <a16:creationId xmlns:a16="http://schemas.microsoft.com/office/drawing/2014/main" id="{00DC0A22-951F-499F-9D44-3E71DA0D71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0" name="直線コネクタ 132299">
                      <a:extLst>
                        <a:ext uri="{FF2B5EF4-FFF2-40B4-BE49-F238E27FC236}">
                          <a16:creationId xmlns:a16="http://schemas.microsoft.com/office/drawing/2014/main" id="{B550E8E4-F35A-4DB5-875E-C894349BBD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1" name="直線コネクタ 132300">
                      <a:extLst>
                        <a:ext uri="{FF2B5EF4-FFF2-40B4-BE49-F238E27FC236}">
                          <a16:creationId xmlns:a16="http://schemas.microsoft.com/office/drawing/2014/main" id="{1F4A426F-7A28-4B38-BE44-392A299408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2" name="直線コネクタ 132301">
                      <a:extLst>
                        <a:ext uri="{FF2B5EF4-FFF2-40B4-BE49-F238E27FC236}">
                          <a16:creationId xmlns:a16="http://schemas.microsoft.com/office/drawing/2014/main" id="{F8D90C91-5E4C-4DAE-AA9E-AABF607932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3" name="直線コネクタ 132302">
                      <a:extLst>
                        <a:ext uri="{FF2B5EF4-FFF2-40B4-BE49-F238E27FC236}">
                          <a16:creationId xmlns:a16="http://schemas.microsoft.com/office/drawing/2014/main" id="{1D481D4F-7981-4954-BE79-05DF980387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4" name="直線コネクタ 132303">
                      <a:extLst>
                        <a:ext uri="{FF2B5EF4-FFF2-40B4-BE49-F238E27FC236}">
                          <a16:creationId xmlns:a16="http://schemas.microsoft.com/office/drawing/2014/main" id="{8B376697-BA13-45D9-B8AB-C6B9E7CD6C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5" name="直線コネクタ 132304">
                      <a:extLst>
                        <a:ext uri="{FF2B5EF4-FFF2-40B4-BE49-F238E27FC236}">
                          <a16:creationId xmlns:a16="http://schemas.microsoft.com/office/drawing/2014/main" id="{299AD752-413E-4305-A3DB-0B06D7EC43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6" name="直線コネクタ 132305">
                      <a:extLst>
                        <a:ext uri="{FF2B5EF4-FFF2-40B4-BE49-F238E27FC236}">
                          <a16:creationId xmlns:a16="http://schemas.microsoft.com/office/drawing/2014/main" id="{68A5138D-369A-4063-8E45-308A1982B2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7" name="直線コネクタ 132306">
                      <a:extLst>
                        <a:ext uri="{FF2B5EF4-FFF2-40B4-BE49-F238E27FC236}">
                          <a16:creationId xmlns:a16="http://schemas.microsoft.com/office/drawing/2014/main" id="{834341DD-A7E7-4687-901C-3871528266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8" name="直線コネクタ 132307">
                      <a:extLst>
                        <a:ext uri="{FF2B5EF4-FFF2-40B4-BE49-F238E27FC236}">
                          <a16:creationId xmlns:a16="http://schemas.microsoft.com/office/drawing/2014/main" id="{1FED3E46-127B-4390-A1E6-ED961E667E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09" name="直線コネクタ 132308">
                      <a:extLst>
                        <a:ext uri="{FF2B5EF4-FFF2-40B4-BE49-F238E27FC236}">
                          <a16:creationId xmlns:a16="http://schemas.microsoft.com/office/drawing/2014/main" id="{841FE6F3-1CA6-450D-B224-A62E65E62A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10" name="直線コネクタ 132309">
                      <a:extLst>
                        <a:ext uri="{FF2B5EF4-FFF2-40B4-BE49-F238E27FC236}">
                          <a16:creationId xmlns:a16="http://schemas.microsoft.com/office/drawing/2014/main" id="{166A4405-9EB7-4339-A950-42EA770AF2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11" name="直線コネクタ 132310">
                      <a:extLst>
                        <a:ext uri="{FF2B5EF4-FFF2-40B4-BE49-F238E27FC236}">
                          <a16:creationId xmlns:a16="http://schemas.microsoft.com/office/drawing/2014/main" id="{E92C6B18-8C7B-41D9-A555-AA1775CCCF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12" name="直線コネクタ 132311">
                      <a:extLst>
                        <a:ext uri="{FF2B5EF4-FFF2-40B4-BE49-F238E27FC236}">
                          <a16:creationId xmlns:a16="http://schemas.microsoft.com/office/drawing/2014/main" id="{8F0EF797-4EF3-49B3-B959-E32B737832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2313" name="直線コネクタ 132312">
                      <a:extLst>
                        <a:ext uri="{FF2B5EF4-FFF2-40B4-BE49-F238E27FC236}">
                          <a16:creationId xmlns:a16="http://schemas.microsoft.com/office/drawing/2014/main" id="{A838CC5D-8CCB-4475-92DF-FAC56C6A66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2314" name="グループ化 132313">
                      <a:extLst>
                        <a:ext uri="{FF2B5EF4-FFF2-40B4-BE49-F238E27FC236}">
                          <a16:creationId xmlns:a16="http://schemas.microsoft.com/office/drawing/2014/main" id="{F0748009-824A-4C31-8848-980564FB4B76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2490" name="直線コネクタ 132489">
                        <a:extLst>
                          <a:ext uri="{FF2B5EF4-FFF2-40B4-BE49-F238E27FC236}">
                            <a16:creationId xmlns:a16="http://schemas.microsoft.com/office/drawing/2014/main" id="{30D53C0B-B35B-4D8E-9B59-9BB2C0F64B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1" name="直線コネクタ 132490">
                        <a:extLst>
                          <a:ext uri="{FF2B5EF4-FFF2-40B4-BE49-F238E27FC236}">
                            <a16:creationId xmlns:a16="http://schemas.microsoft.com/office/drawing/2014/main" id="{D15C09D9-5AC8-4B84-8520-7064DDEA1BC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2" name="直線コネクタ 132491">
                        <a:extLst>
                          <a:ext uri="{FF2B5EF4-FFF2-40B4-BE49-F238E27FC236}">
                            <a16:creationId xmlns:a16="http://schemas.microsoft.com/office/drawing/2014/main" id="{36288DAF-7AFF-4DCE-858B-C13CE30A898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3" name="直線コネクタ 132492">
                        <a:extLst>
                          <a:ext uri="{FF2B5EF4-FFF2-40B4-BE49-F238E27FC236}">
                            <a16:creationId xmlns:a16="http://schemas.microsoft.com/office/drawing/2014/main" id="{49BCD4B3-3D37-41F9-A83F-47FD58AEC1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4" name="直線コネクタ 132493">
                        <a:extLst>
                          <a:ext uri="{FF2B5EF4-FFF2-40B4-BE49-F238E27FC236}">
                            <a16:creationId xmlns:a16="http://schemas.microsoft.com/office/drawing/2014/main" id="{2C5BFE4D-DBE1-42C7-B5AA-74154694059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5" name="直線コネクタ 132494">
                        <a:extLst>
                          <a:ext uri="{FF2B5EF4-FFF2-40B4-BE49-F238E27FC236}">
                            <a16:creationId xmlns:a16="http://schemas.microsoft.com/office/drawing/2014/main" id="{8710DF26-42F7-4DE4-8866-D4B7B0113D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6" name="直線コネクタ 132495">
                        <a:extLst>
                          <a:ext uri="{FF2B5EF4-FFF2-40B4-BE49-F238E27FC236}">
                            <a16:creationId xmlns:a16="http://schemas.microsoft.com/office/drawing/2014/main" id="{0ED4896C-DDA7-4336-B277-28C09E809B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7" name="直線コネクタ 132496">
                        <a:extLst>
                          <a:ext uri="{FF2B5EF4-FFF2-40B4-BE49-F238E27FC236}">
                            <a16:creationId xmlns:a16="http://schemas.microsoft.com/office/drawing/2014/main" id="{56063EB5-EFAB-4DB8-8FAB-3686C072A6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8" name="直線コネクタ 132497">
                        <a:extLst>
                          <a:ext uri="{FF2B5EF4-FFF2-40B4-BE49-F238E27FC236}">
                            <a16:creationId xmlns:a16="http://schemas.microsoft.com/office/drawing/2014/main" id="{08BAE30C-8B97-4FAB-8146-D8CE287BCA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99" name="直線コネクタ 132498">
                        <a:extLst>
                          <a:ext uri="{FF2B5EF4-FFF2-40B4-BE49-F238E27FC236}">
                            <a16:creationId xmlns:a16="http://schemas.microsoft.com/office/drawing/2014/main" id="{AB3B080B-B096-4AE1-875E-F660A33928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0" name="直線コネクタ 132499">
                        <a:extLst>
                          <a:ext uri="{FF2B5EF4-FFF2-40B4-BE49-F238E27FC236}">
                            <a16:creationId xmlns:a16="http://schemas.microsoft.com/office/drawing/2014/main" id="{66AE4AFA-2F51-46B2-B42D-2C50DA1A07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1" name="直線コネクタ 132500">
                        <a:extLst>
                          <a:ext uri="{FF2B5EF4-FFF2-40B4-BE49-F238E27FC236}">
                            <a16:creationId xmlns:a16="http://schemas.microsoft.com/office/drawing/2014/main" id="{DE6923FC-F5CE-42CA-913D-A3B54F1F86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2" name="直線コネクタ 132501">
                        <a:extLst>
                          <a:ext uri="{FF2B5EF4-FFF2-40B4-BE49-F238E27FC236}">
                            <a16:creationId xmlns:a16="http://schemas.microsoft.com/office/drawing/2014/main" id="{6C462583-CB62-43E9-8EB0-544B5B357B2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3" name="直線コネクタ 132502">
                        <a:extLst>
                          <a:ext uri="{FF2B5EF4-FFF2-40B4-BE49-F238E27FC236}">
                            <a16:creationId xmlns:a16="http://schemas.microsoft.com/office/drawing/2014/main" id="{BE4F3040-5BC9-430D-86CA-82857E7F4A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4" name="直線コネクタ 132503">
                        <a:extLst>
                          <a:ext uri="{FF2B5EF4-FFF2-40B4-BE49-F238E27FC236}">
                            <a16:creationId xmlns:a16="http://schemas.microsoft.com/office/drawing/2014/main" id="{BB1776AA-7D4B-4F90-BD1E-268485A2D7B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5" name="直線コネクタ 132504">
                        <a:extLst>
                          <a:ext uri="{FF2B5EF4-FFF2-40B4-BE49-F238E27FC236}">
                            <a16:creationId xmlns:a16="http://schemas.microsoft.com/office/drawing/2014/main" id="{BAEC725F-68B2-4A1C-80CA-32C85957B4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6" name="直線コネクタ 132505">
                        <a:extLst>
                          <a:ext uri="{FF2B5EF4-FFF2-40B4-BE49-F238E27FC236}">
                            <a16:creationId xmlns:a16="http://schemas.microsoft.com/office/drawing/2014/main" id="{BD0CDC63-D228-4BBA-AA74-81642D649D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7" name="直線コネクタ 132506">
                        <a:extLst>
                          <a:ext uri="{FF2B5EF4-FFF2-40B4-BE49-F238E27FC236}">
                            <a16:creationId xmlns:a16="http://schemas.microsoft.com/office/drawing/2014/main" id="{3104287D-9A73-4073-915C-E66EB9D405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8" name="直線コネクタ 132507">
                        <a:extLst>
                          <a:ext uri="{FF2B5EF4-FFF2-40B4-BE49-F238E27FC236}">
                            <a16:creationId xmlns:a16="http://schemas.microsoft.com/office/drawing/2014/main" id="{4C332DDC-C63C-4622-A26C-F0835EBAD5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09" name="直線コネクタ 132508">
                        <a:extLst>
                          <a:ext uri="{FF2B5EF4-FFF2-40B4-BE49-F238E27FC236}">
                            <a16:creationId xmlns:a16="http://schemas.microsoft.com/office/drawing/2014/main" id="{62AAE72D-1203-4695-8319-1FB84D3FF2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0" name="直線コネクタ 132509">
                        <a:extLst>
                          <a:ext uri="{FF2B5EF4-FFF2-40B4-BE49-F238E27FC236}">
                            <a16:creationId xmlns:a16="http://schemas.microsoft.com/office/drawing/2014/main" id="{8C8CD6C4-7AD2-4DDF-84AD-0C49E8279A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1" name="直線コネクタ 132510">
                        <a:extLst>
                          <a:ext uri="{FF2B5EF4-FFF2-40B4-BE49-F238E27FC236}">
                            <a16:creationId xmlns:a16="http://schemas.microsoft.com/office/drawing/2014/main" id="{634DEC73-9E32-48A1-B928-022CB41722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2" name="直線コネクタ 132511">
                        <a:extLst>
                          <a:ext uri="{FF2B5EF4-FFF2-40B4-BE49-F238E27FC236}">
                            <a16:creationId xmlns:a16="http://schemas.microsoft.com/office/drawing/2014/main" id="{B4552662-7433-4FDF-AE7E-082B9C337D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3" name="直線コネクタ 132512">
                        <a:extLst>
                          <a:ext uri="{FF2B5EF4-FFF2-40B4-BE49-F238E27FC236}">
                            <a16:creationId xmlns:a16="http://schemas.microsoft.com/office/drawing/2014/main" id="{690DB345-8838-465A-8676-433F67FB054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4" name="直線コネクタ 132513">
                        <a:extLst>
                          <a:ext uri="{FF2B5EF4-FFF2-40B4-BE49-F238E27FC236}">
                            <a16:creationId xmlns:a16="http://schemas.microsoft.com/office/drawing/2014/main" id="{72E45E30-5169-43B0-9B2C-0524C6777D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5" name="直線コネクタ 132514">
                        <a:extLst>
                          <a:ext uri="{FF2B5EF4-FFF2-40B4-BE49-F238E27FC236}">
                            <a16:creationId xmlns:a16="http://schemas.microsoft.com/office/drawing/2014/main" id="{6C9A13A4-A847-4481-81F7-1BDDCDA34F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6" name="直線コネクタ 132515">
                        <a:extLst>
                          <a:ext uri="{FF2B5EF4-FFF2-40B4-BE49-F238E27FC236}">
                            <a16:creationId xmlns:a16="http://schemas.microsoft.com/office/drawing/2014/main" id="{44474102-6BD6-447F-B231-275B0438171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7" name="直線コネクタ 132516">
                        <a:extLst>
                          <a:ext uri="{FF2B5EF4-FFF2-40B4-BE49-F238E27FC236}">
                            <a16:creationId xmlns:a16="http://schemas.microsoft.com/office/drawing/2014/main" id="{AD48F947-1EF3-4507-AE57-7446ED02D2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8" name="直線コネクタ 132517">
                        <a:extLst>
                          <a:ext uri="{FF2B5EF4-FFF2-40B4-BE49-F238E27FC236}">
                            <a16:creationId xmlns:a16="http://schemas.microsoft.com/office/drawing/2014/main" id="{6F1AB48A-A06D-4916-84AB-B63B05FBBB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19" name="直線コネクタ 132518">
                        <a:extLst>
                          <a:ext uri="{FF2B5EF4-FFF2-40B4-BE49-F238E27FC236}">
                            <a16:creationId xmlns:a16="http://schemas.microsoft.com/office/drawing/2014/main" id="{F4CAB3DE-09CD-4CFC-A68E-F2DC8F36FF1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0" name="直線コネクタ 132519">
                        <a:extLst>
                          <a:ext uri="{FF2B5EF4-FFF2-40B4-BE49-F238E27FC236}">
                            <a16:creationId xmlns:a16="http://schemas.microsoft.com/office/drawing/2014/main" id="{058482DF-6CAB-4566-9E60-D23603C189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1" name="直線コネクタ 132520">
                        <a:extLst>
                          <a:ext uri="{FF2B5EF4-FFF2-40B4-BE49-F238E27FC236}">
                            <a16:creationId xmlns:a16="http://schemas.microsoft.com/office/drawing/2014/main" id="{3D181009-3E22-4B5F-8E1D-C338326902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2" name="直線コネクタ 132521">
                        <a:extLst>
                          <a:ext uri="{FF2B5EF4-FFF2-40B4-BE49-F238E27FC236}">
                            <a16:creationId xmlns:a16="http://schemas.microsoft.com/office/drawing/2014/main" id="{B7A4244E-CBAD-45E6-B50E-1C62535945B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3" name="直線コネクタ 132522">
                        <a:extLst>
                          <a:ext uri="{FF2B5EF4-FFF2-40B4-BE49-F238E27FC236}">
                            <a16:creationId xmlns:a16="http://schemas.microsoft.com/office/drawing/2014/main" id="{54916003-B95B-4841-AF65-055E57E393B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4" name="直線コネクタ 132523">
                        <a:extLst>
                          <a:ext uri="{FF2B5EF4-FFF2-40B4-BE49-F238E27FC236}">
                            <a16:creationId xmlns:a16="http://schemas.microsoft.com/office/drawing/2014/main" id="{2458B4B1-AE36-4190-BA91-DD225FDC48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5" name="直線コネクタ 132524">
                        <a:extLst>
                          <a:ext uri="{FF2B5EF4-FFF2-40B4-BE49-F238E27FC236}">
                            <a16:creationId xmlns:a16="http://schemas.microsoft.com/office/drawing/2014/main" id="{F3E6933C-948B-4745-AE9F-B957033649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6" name="直線コネクタ 132525">
                        <a:extLst>
                          <a:ext uri="{FF2B5EF4-FFF2-40B4-BE49-F238E27FC236}">
                            <a16:creationId xmlns:a16="http://schemas.microsoft.com/office/drawing/2014/main" id="{4576867E-668D-46E0-9CDF-8251F2E853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7" name="直線コネクタ 132526">
                        <a:extLst>
                          <a:ext uri="{FF2B5EF4-FFF2-40B4-BE49-F238E27FC236}">
                            <a16:creationId xmlns:a16="http://schemas.microsoft.com/office/drawing/2014/main" id="{7A91CCAB-1304-4BC1-BB2B-D5B0C93CF50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8" name="直線コネクタ 132527">
                        <a:extLst>
                          <a:ext uri="{FF2B5EF4-FFF2-40B4-BE49-F238E27FC236}">
                            <a16:creationId xmlns:a16="http://schemas.microsoft.com/office/drawing/2014/main" id="{83AD0A90-368C-4E09-94CA-92ADD0D7427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29" name="直線コネクタ 132528">
                        <a:extLst>
                          <a:ext uri="{FF2B5EF4-FFF2-40B4-BE49-F238E27FC236}">
                            <a16:creationId xmlns:a16="http://schemas.microsoft.com/office/drawing/2014/main" id="{0F78C5E6-28EE-48CF-A210-727A0C78F03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30" name="直線コネクタ 132529">
                        <a:extLst>
                          <a:ext uri="{FF2B5EF4-FFF2-40B4-BE49-F238E27FC236}">
                            <a16:creationId xmlns:a16="http://schemas.microsoft.com/office/drawing/2014/main" id="{4696704D-C29C-437A-8826-2407C8F7F8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531" name="直線コネクタ 132530">
                        <a:extLst>
                          <a:ext uri="{FF2B5EF4-FFF2-40B4-BE49-F238E27FC236}">
                            <a16:creationId xmlns:a16="http://schemas.microsoft.com/office/drawing/2014/main" id="{03FE580A-1A83-4A92-9889-4AA9695146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2315" name="グループ化 132314">
                      <a:extLst>
                        <a:ext uri="{FF2B5EF4-FFF2-40B4-BE49-F238E27FC236}">
                          <a16:creationId xmlns:a16="http://schemas.microsoft.com/office/drawing/2014/main" id="{FA260650-6F09-4CC4-9AE1-2C29C9E1FC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32481" name="正方形/長方形 132480">
                        <a:extLst>
                          <a:ext uri="{FF2B5EF4-FFF2-40B4-BE49-F238E27FC236}">
                            <a16:creationId xmlns:a16="http://schemas.microsoft.com/office/drawing/2014/main" id="{8BB1F376-9920-49EE-9ABD-0E9C55F490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482" name="正方形/長方形 132481">
                        <a:extLst>
                          <a:ext uri="{FF2B5EF4-FFF2-40B4-BE49-F238E27FC236}">
                            <a16:creationId xmlns:a16="http://schemas.microsoft.com/office/drawing/2014/main" id="{573CF257-5766-46AF-9FC2-3617509544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483" name="正方形/長方形 132482">
                        <a:extLst>
                          <a:ext uri="{FF2B5EF4-FFF2-40B4-BE49-F238E27FC236}">
                            <a16:creationId xmlns:a16="http://schemas.microsoft.com/office/drawing/2014/main" id="{83F31A3C-1222-49D0-A29D-6279BFE9B6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484" name="正方形/長方形 132483">
                        <a:extLst>
                          <a:ext uri="{FF2B5EF4-FFF2-40B4-BE49-F238E27FC236}">
                            <a16:creationId xmlns:a16="http://schemas.microsoft.com/office/drawing/2014/main" id="{A32E8998-BCF2-4492-AF3E-923089A31E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485" name="正方形/長方形 132484">
                        <a:extLst>
                          <a:ext uri="{FF2B5EF4-FFF2-40B4-BE49-F238E27FC236}">
                            <a16:creationId xmlns:a16="http://schemas.microsoft.com/office/drawing/2014/main" id="{5600DEEB-A31B-438A-9C20-476AA22345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486" name="正方形/長方形 132485">
                        <a:extLst>
                          <a:ext uri="{FF2B5EF4-FFF2-40B4-BE49-F238E27FC236}">
                            <a16:creationId xmlns:a16="http://schemas.microsoft.com/office/drawing/2014/main" id="{6889009C-1727-4686-95EA-4A32603B11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487" name="正方形/長方形 132486">
                        <a:extLst>
                          <a:ext uri="{FF2B5EF4-FFF2-40B4-BE49-F238E27FC236}">
                            <a16:creationId xmlns:a16="http://schemas.microsoft.com/office/drawing/2014/main" id="{924472AF-FC0C-48D3-AA55-EF3FABB01B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488" name="正方形/長方形 132487">
                        <a:extLst>
                          <a:ext uri="{FF2B5EF4-FFF2-40B4-BE49-F238E27FC236}">
                            <a16:creationId xmlns:a16="http://schemas.microsoft.com/office/drawing/2014/main" id="{D5C40630-6BF3-4272-A0E2-1AC4C2FA32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489" name="正方形/長方形 132488">
                        <a:extLst>
                          <a:ext uri="{FF2B5EF4-FFF2-40B4-BE49-F238E27FC236}">
                            <a16:creationId xmlns:a16="http://schemas.microsoft.com/office/drawing/2014/main" id="{672956A2-F9E2-46BD-903C-5CE493033EA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32316" name="グループ化 132315">
                      <a:extLst>
                        <a:ext uri="{FF2B5EF4-FFF2-40B4-BE49-F238E27FC236}">
                          <a16:creationId xmlns:a16="http://schemas.microsoft.com/office/drawing/2014/main" id="{35BF5B39-57F5-438D-9A23-68DFF2DAA7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2473" name="直線コネクタ 132472">
                        <a:extLst>
                          <a:ext uri="{FF2B5EF4-FFF2-40B4-BE49-F238E27FC236}">
                            <a16:creationId xmlns:a16="http://schemas.microsoft.com/office/drawing/2014/main" id="{BE185A8F-CF78-49CC-986A-4D5805F7FD9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4" name="直線コネクタ 132473">
                        <a:extLst>
                          <a:ext uri="{FF2B5EF4-FFF2-40B4-BE49-F238E27FC236}">
                            <a16:creationId xmlns:a16="http://schemas.microsoft.com/office/drawing/2014/main" id="{7F598DF6-BE04-4918-BD50-D77F11BE27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5" name="直線コネクタ 132474">
                        <a:extLst>
                          <a:ext uri="{FF2B5EF4-FFF2-40B4-BE49-F238E27FC236}">
                            <a16:creationId xmlns:a16="http://schemas.microsoft.com/office/drawing/2014/main" id="{16654623-56A7-4890-A9C9-2AC5940A0EA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6" name="直線コネクタ 132475">
                        <a:extLst>
                          <a:ext uri="{FF2B5EF4-FFF2-40B4-BE49-F238E27FC236}">
                            <a16:creationId xmlns:a16="http://schemas.microsoft.com/office/drawing/2014/main" id="{560B6CE0-215A-4ABA-9FBE-80361A006F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7" name="直線コネクタ 132476">
                        <a:extLst>
                          <a:ext uri="{FF2B5EF4-FFF2-40B4-BE49-F238E27FC236}">
                            <a16:creationId xmlns:a16="http://schemas.microsoft.com/office/drawing/2014/main" id="{3267775A-A342-41C8-B8A2-C5D37F98D9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8" name="直線コネクタ 132477">
                        <a:extLst>
                          <a:ext uri="{FF2B5EF4-FFF2-40B4-BE49-F238E27FC236}">
                            <a16:creationId xmlns:a16="http://schemas.microsoft.com/office/drawing/2014/main" id="{CA2CCF37-DFB3-48D3-BFA4-82587199F3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9" name="直線コネクタ 132478">
                        <a:extLst>
                          <a:ext uri="{FF2B5EF4-FFF2-40B4-BE49-F238E27FC236}">
                            <a16:creationId xmlns:a16="http://schemas.microsoft.com/office/drawing/2014/main" id="{A6E139AA-4BDA-4745-8F93-4B6985C909E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80" name="直線コネクタ 132479">
                        <a:extLst>
                          <a:ext uri="{FF2B5EF4-FFF2-40B4-BE49-F238E27FC236}">
                            <a16:creationId xmlns:a16="http://schemas.microsoft.com/office/drawing/2014/main" id="{C19AA466-8F56-44D4-85E4-F96509809F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2317" name="グループ化 132316">
                      <a:extLst>
                        <a:ext uri="{FF2B5EF4-FFF2-40B4-BE49-F238E27FC236}">
                          <a16:creationId xmlns:a16="http://schemas.microsoft.com/office/drawing/2014/main" id="{9E3AFCFE-F1F2-4C59-AE5C-B2CEBDE312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2465" name="直線コネクタ 132464">
                        <a:extLst>
                          <a:ext uri="{FF2B5EF4-FFF2-40B4-BE49-F238E27FC236}">
                            <a16:creationId xmlns:a16="http://schemas.microsoft.com/office/drawing/2014/main" id="{60F16220-3009-412C-8814-2964766FA3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6" name="直線コネクタ 132465">
                        <a:extLst>
                          <a:ext uri="{FF2B5EF4-FFF2-40B4-BE49-F238E27FC236}">
                            <a16:creationId xmlns:a16="http://schemas.microsoft.com/office/drawing/2014/main" id="{04A9465A-C141-47F7-8476-0013EE798D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7" name="直線コネクタ 132466">
                        <a:extLst>
                          <a:ext uri="{FF2B5EF4-FFF2-40B4-BE49-F238E27FC236}">
                            <a16:creationId xmlns:a16="http://schemas.microsoft.com/office/drawing/2014/main" id="{220BFF42-7DE0-45F5-9B0A-D5DE94EC16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8" name="直線コネクタ 132467">
                        <a:extLst>
                          <a:ext uri="{FF2B5EF4-FFF2-40B4-BE49-F238E27FC236}">
                            <a16:creationId xmlns:a16="http://schemas.microsoft.com/office/drawing/2014/main" id="{C41D90BA-C855-4D69-BE75-F8B162EE3C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9" name="直線コネクタ 132468">
                        <a:extLst>
                          <a:ext uri="{FF2B5EF4-FFF2-40B4-BE49-F238E27FC236}">
                            <a16:creationId xmlns:a16="http://schemas.microsoft.com/office/drawing/2014/main" id="{157A153D-C51B-41D2-B73C-4379A838E6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0" name="直線コネクタ 132469">
                        <a:extLst>
                          <a:ext uri="{FF2B5EF4-FFF2-40B4-BE49-F238E27FC236}">
                            <a16:creationId xmlns:a16="http://schemas.microsoft.com/office/drawing/2014/main" id="{E39DCA9C-7EFE-4C4D-A5D1-687E46419E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1" name="直線コネクタ 132470">
                        <a:extLst>
                          <a:ext uri="{FF2B5EF4-FFF2-40B4-BE49-F238E27FC236}">
                            <a16:creationId xmlns:a16="http://schemas.microsoft.com/office/drawing/2014/main" id="{7143F8D9-C3A3-4AFC-8D05-DEC5664C49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72" name="直線コネクタ 132471">
                        <a:extLst>
                          <a:ext uri="{FF2B5EF4-FFF2-40B4-BE49-F238E27FC236}">
                            <a16:creationId xmlns:a16="http://schemas.microsoft.com/office/drawing/2014/main" id="{1900DD66-149D-4762-8744-18D5196E7E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2318" name="グループ化 132317">
                      <a:extLst>
                        <a:ext uri="{FF2B5EF4-FFF2-40B4-BE49-F238E27FC236}">
                          <a16:creationId xmlns:a16="http://schemas.microsoft.com/office/drawing/2014/main" id="{25F1EF1E-F25C-498D-BA42-DE05FE644D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2423" name="直線コネクタ 132422">
                        <a:extLst>
                          <a:ext uri="{FF2B5EF4-FFF2-40B4-BE49-F238E27FC236}">
                            <a16:creationId xmlns:a16="http://schemas.microsoft.com/office/drawing/2014/main" id="{E6DB9BF9-FDE8-469A-BF7E-89A9719F2E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4" name="直線コネクタ 132423">
                        <a:extLst>
                          <a:ext uri="{FF2B5EF4-FFF2-40B4-BE49-F238E27FC236}">
                            <a16:creationId xmlns:a16="http://schemas.microsoft.com/office/drawing/2014/main" id="{A2F224A4-D8EA-4B59-8D92-563A48EC726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5" name="直線コネクタ 132424">
                        <a:extLst>
                          <a:ext uri="{FF2B5EF4-FFF2-40B4-BE49-F238E27FC236}">
                            <a16:creationId xmlns:a16="http://schemas.microsoft.com/office/drawing/2014/main" id="{EEF18058-7B0A-466A-9F72-DF2D33B834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6" name="直線コネクタ 132425">
                        <a:extLst>
                          <a:ext uri="{FF2B5EF4-FFF2-40B4-BE49-F238E27FC236}">
                            <a16:creationId xmlns:a16="http://schemas.microsoft.com/office/drawing/2014/main" id="{15E71389-41F4-4DA4-8018-44662AE483D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7" name="直線コネクタ 132426">
                        <a:extLst>
                          <a:ext uri="{FF2B5EF4-FFF2-40B4-BE49-F238E27FC236}">
                            <a16:creationId xmlns:a16="http://schemas.microsoft.com/office/drawing/2014/main" id="{061F5479-4EDE-4975-A092-C0538617B6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8" name="直線コネクタ 132427">
                        <a:extLst>
                          <a:ext uri="{FF2B5EF4-FFF2-40B4-BE49-F238E27FC236}">
                            <a16:creationId xmlns:a16="http://schemas.microsoft.com/office/drawing/2014/main" id="{0A415E18-BD04-4805-8349-C075B88F63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9" name="直線コネクタ 132428">
                        <a:extLst>
                          <a:ext uri="{FF2B5EF4-FFF2-40B4-BE49-F238E27FC236}">
                            <a16:creationId xmlns:a16="http://schemas.microsoft.com/office/drawing/2014/main" id="{A2180057-AFF2-4DC8-8C84-D9A28CFD92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0" name="直線コネクタ 132429">
                        <a:extLst>
                          <a:ext uri="{FF2B5EF4-FFF2-40B4-BE49-F238E27FC236}">
                            <a16:creationId xmlns:a16="http://schemas.microsoft.com/office/drawing/2014/main" id="{6A295AB7-04D3-4D11-80A1-61CE3F9C54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1" name="直線コネクタ 132430">
                        <a:extLst>
                          <a:ext uri="{FF2B5EF4-FFF2-40B4-BE49-F238E27FC236}">
                            <a16:creationId xmlns:a16="http://schemas.microsoft.com/office/drawing/2014/main" id="{FE7EE330-19E2-4ACB-AC40-3859321A4C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2" name="直線コネクタ 132431">
                        <a:extLst>
                          <a:ext uri="{FF2B5EF4-FFF2-40B4-BE49-F238E27FC236}">
                            <a16:creationId xmlns:a16="http://schemas.microsoft.com/office/drawing/2014/main" id="{B5C1607C-3178-4C04-B5C9-C8D72C1ADD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3" name="直線コネクタ 132432">
                        <a:extLst>
                          <a:ext uri="{FF2B5EF4-FFF2-40B4-BE49-F238E27FC236}">
                            <a16:creationId xmlns:a16="http://schemas.microsoft.com/office/drawing/2014/main" id="{B1657387-57B2-4AE6-A20C-ED8AB3152E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4" name="直線コネクタ 132433">
                        <a:extLst>
                          <a:ext uri="{FF2B5EF4-FFF2-40B4-BE49-F238E27FC236}">
                            <a16:creationId xmlns:a16="http://schemas.microsoft.com/office/drawing/2014/main" id="{E19B08E4-696F-49E0-B758-7C14C55DD36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5" name="直線コネクタ 132434">
                        <a:extLst>
                          <a:ext uri="{FF2B5EF4-FFF2-40B4-BE49-F238E27FC236}">
                            <a16:creationId xmlns:a16="http://schemas.microsoft.com/office/drawing/2014/main" id="{19E58DC6-7340-4142-8A2A-C3AD4E0EF0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6" name="直線コネクタ 132435">
                        <a:extLst>
                          <a:ext uri="{FF2B5EF4-FFF2-40B4-BE49-F238E27FC236}">
                            <a16:creationId xmlns:a16="http://schemas.microsoft.com/office/drawing/2014/main" id="{CB83DEE6-12D7-4174-8044-821697148D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7" name="直線コネクタ 132436">
                        <a:extLst>
                          <a:ext uri="{FF2B5EF4-FFF2-40B4-BE49-F238E27FC236}">
                            <a16:creationId xmlns:a16="http://schemas.microsoft.com/office/drawing/2014/main" id="{B4E0BAE2-3A99-4AA2-AC0E-9067451DFA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8" name="直線コネクタ 132437">
                        <a:extLst>
                          <a:ext uri="{FF2B5EF4-FFF2-40B4-BE49-F238E27FC236}">
                            <a16:creationId xmlns:a16="http://schemas.microsoft.com/office/drawing/2014/main" id="{6AFBBF2E-DE73-4636-B8B6-155A0623D41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39" name="直線コネクタ 132438">
                        <a:extLst>
                          <a:ext uri="{FF2B5EF4-FFF2-40B4-BE49-F238E27FC236}">
                            <a16:creationId xmlns:a16="http://schemas.microsoft.com/office/drawing/2014/main" id="{048C2664-E464-4F7A-9664-F683804734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0" name="直線コネクタ 132439">
                        <a:extLst>
                          <a:ext uri="{FF2B5EF4-FFF2-40B4-BE49-F238E27FC236}">
                            <a16:creationId xmlns:a16="http://schemas.microsoft.com/office/drawing/2014/main" id="{B9B51D7E-E933-4811-8057-7E3578C42A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1" name="直線コネクタ 132440">
                        <a:extLst>
                          <a:ext uri="{FF2B5EF4-FFF2-40B4-BE49-F238E27FC236}">
                            <a16:creationId xmlns:a16="http://schemas.microsoft.com/office/drawing/2014/main" id="{209DBB13-7D8B-49B4-B498-BA73753EEA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2" name="直線コネクタ 132441">
                        <a:extLst>
                          <a:ext uri="{FF2B5EF4-FFF2-40B4-BE49-F238E27FC236}">
                            <a16:creationId xmlns:a16="http://schemas.microsoft.com/office/drawing/2014/main" id="{CB99EC27-0F26-40C7-B9F2-981501D9DF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3" name="直線コネクタ 132442">
                        <a:extLst>
                          <a:ext uri="{FF2B5EF4-FFF2-40B4-BE49-F238E27FC236}">
                            <a16:creationId xmlns:a16="http://schemas.microsoft.com/office/drawing/2014/main" id="{8C320BC6-06EA-436F-A4AF-2461717E412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4" name="直線コネクタ 132443">
                        <a:extLst>
                          <a:ext uri="{FF2B5EF4-FFF2-40B4-BE49-F238E27FC236}">
                            <a16:creationId xmlns:a16="http://schemas.microsoft.com/office/drawing/2014/main" id="{BEC2F386-9593-4EE1-AD56-B27F73AD607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5" name="直線コネクタ 132444">
                        <a:extLst>
                          <a:ext uri="{FF2B5EF4-FFF2-40B4-BE49-F238E27FC236}">
                            <a16:creationId xmlns:a16="http://schemas.microsoft.com/office/drawing/2014/main" id="{65C01E66-3D49-409C-8659-8EC4B9F96BE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6" name="直線コネクタ 132445">
                        <a:extLst>
                          <a:ext uri="{FF2B5EF4-FFF2-40B4-BE49-F238E27FC236}">
                            <a16:creationId xmlns:a16="http://schemas.microsoft.com/office/drawing/2014/main" id="{104D4616-DA99-40AF-854A-CA1F4CFB4D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7" name="直線コネクタ 132446">
                        <a:extLst>
                          <a:ext uri="{FF2B5EF4-FFF2-40B4-BE49-F238E27FC236}">
                            <a16:creationId xmlns:a16="http://schemas.microsoft.com/office/drawing/2014/main" id="{9F1DB4F9-583C-463D-8CD3-EFF7211F73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8" name="直線コネクタ 132447">
                        <a:extLst>
                          <a:ext uri="{FF2B5EF4-FFF2-40B4-BE49-F238E27FC236}">
                            <a16:creationId xmlns:a16="http://schemas.microsoft.com/office/drawing/2014/main" id="{A5622226-4B62-4451-9C0C-1DEC877E8AC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49" name="直線コネクタ 132448">
                        <a:extLst>
                          <a:ext uri="{FF2B5EF4-FFF2-40B4-BE49-F238E27FC236}">
                            <a16:creationId xmlns:a16="http://schemas.microsoft.com/office/drawing/2014/main" id="{5AF4F30A-5B2A-4E61-B2A3-016CC18AE1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0" name="直線コネクタ 132449">
                        <a:extLst>
                          <a:ext uri="{FF2B5EF4-FFF2-40B4-BE49-F238E27FC236}">
                            <a16:creationId xmlns:a16="http://schemas.microsoft.com/office/drawing/2014/main" id="{99E11160-15F0-4141-A276-D5E066BDDC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1" name="直線コネクタ 132450">
                        <a:extLst>
                          <a:ext uri="{FF2B5EF4-FFF2-40B4-BE49-F238E27FC236}">
                            <a16:creationId xmlns:a16="http://schemas.microsoft.com/office/drawing/2014/main" id="{0EB7D38D-480C-4365-9B5C-6D82046EAE5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2" name="直線コネクタ 132451">
                        <a:extLst>
                          <a:ext uri="{FF2B5EF4-FFF2-40B4-BE49-F238E27FC236}">
                            <a16:creationId xmlns:a16="http://schemas.microsoft.com/office/drawing/2014/main" id="{F6020AC3-7967-4E55-85C8-7789DAA9848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3" name="直線コネクタ 132452">
                        <a:extLst>
                          <a:ext uri="{FF2B5EF4-FFF2-40B4-BE49-F238E27FC236}">
                            <a16:creationId xmlns:a16="http://schemas.microsoft.com/office/drawing/2014/main" id="{3C03E8F8-0217-447B-914F-0D4DE7031E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4" name="直線コネクタ 132453">
                        <a:extLst>
                          <a:ext uri="{FF2B5EF4-FFF2-40B4-BE49-F238E27FC236}">
                            <a16:creationId xmlns:a16="http://schemas.microsoft.com/office/drawing/2014/main" id="{5A844B2A-2D5C-4013-A890-F82FEABA940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5" name="直線コネクタ 132454">
                        <a:extLst>
                          <a:ext uri="{FF2B5EF4-FFF2-40B4-BE49-F238E27FC236}">
                            <a16:creationId xmlns:a16="http://schemas.microsoft.com/office/drawing/2014/main" id="{3F84B10C-96C1-45A9-B6BE-F2090B92C1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6" name="直線コネクタ 132455">
                        <a:extLst>
                          <a:ext uri="{FF2B5EF4-FFF2-40B4-BE49-F238E27FC236}">
                            <a16:creationId xmlns:a16="http://schemas.microsoft.com/office/drawing/2014/main" id="{488EE447-3819-4FFB-8279-AA92B35FA20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7" name="直線コネクタ 132456">
                        <a:extLst>
                          <a:ext uri="{FF2B5EF4-FFF2-40B4-BE49-F238E27FC236}">
                            <a16:creationId xmlns:a16="http://schemas.microsoft.com/office/drawing/2014/main" id="{6388F570-B45F-40D3-98A7-70A74FFC11C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8" name="直線コネクタ 132457">
                        <a:extLst>
                          <a:ext uri="{FF2B5EF4-FFF2-40B4-BE49-F238E27FC236}">
                            <a16:creationId xmlns:a16="http://schemas.microsoft.com/office/drawing/2014/main" id="{53AEF487-049D-42E0-BFBF-3A4C6D5E30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59" name="直線コネクタ 132458">
                        <a:extLst>
                          <a:ext uri="{FF2B5EF4-FFF2-40B4-BE49-F238E27FC236}">
                            <a16:creationId xmlns:a16="http://schemas.microsoft.com/office/drawing/2014/main" id="{1D269BB3-8C8E-4A50-82EB-EAE610E9BE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0" name="直線コネクタ 132459">
                        <a:extLst>
                          <a:ext uri="{FF2B5EF4-FFF2-40B4-BE49-F238E27FC236}">
                            <a16:creationId xmlns:a16="http://schemas.microsoft.com/office/drawing/2014/main" id="{8A71EE7D-B6A6-4110-AA0E-FD55BAC8A02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1" name="直線コネクタ 132460">
                        <a:extLst>
                          <a:ext uri="{FF2B5EF4-FFF2-40B4-BE49-F238E27FC236}">
                            <a16:creationId xmlns:a16="http://schemas.microsoft.com/office/drawing/2014/main" id="{E6959D73-BDF3-49AC-A6CF-C548EF84B4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2" name="直線コネクタ 132461">
                        <a:extLst>
                          <a:ext uri="{FF2B5EF4-FFF2-40B4-BE49-F238E27FC236}">
                            <a16:creationId xmlns:a16="http://schemas.microsoft.com/office/drawing/2014/main" id="{35502FE4-5FDD-41EA-BB8F-A196B88C02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3" name="直線コネクタ 132462">
                        <a:extLst>
                          <a:ext uri="{FF2B5EF4-FFF2-40B4-BE49-F238E27FC236}">
                            <a16:creationId xmlns:a16="http://schemas.microsoft.com/office/drawing/2014/main" id="{C1841F1E-EF34-496F-8FEF-EF57433FCC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64" name="直線コネクタ 132463">
                        <a:extLst>
                          <a:ext uri="{FF2B5EF4-FFF2-40B4-BE49-F238E27FC236}">
                            <a16:creationId xmlns:a16="http://schemas.microsoft.com/office/drawing/2014/main" id="{C01D9CA6-7691-4AC4-90A9-EFA376A7109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2319" name="グループ化 132318">
                      <a:extLst>
                        <a:ext uri="{FF2B5EF4-FFF2-40B4-BE49-F238E27FC236}">
                          <a16:creationId xmlns:a16="http://schemas.microsoft.com/office/drawing/2014/main" id="{33DDC8E0-2360-4A03-992C-1F02F3179168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2381" name="直線コネクタ 132380">
                        <a:extLst>
                          <a:ext uri="{FF2B5EF4-FFF2-40B4-BE49-F238E27FC236}">
                            <a16:creationId xmlns:a16="http://schemas.microsoft.com/office/drawing/2014/main" id="{465ADDDC-46D4-4CDB-838D-2355AD8E521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2" name="直線コネクタ 132381">
                        <a:extLst>
                          <a:ext uri="{FF2B5EF4-FFF2-40B4-BE49-F238E27FC236}">
                            <a16:creationId xmlns:a16="http://schemas.microsoft.com/office/drawing/2014/main" id="{4BDFA1F1-0263-4C60-A295-9A2C74C11E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3" name="直線コネクタ 132382">
                        <a:extLst>
                          <a:ext uri="{FF2B5EF4-FFF2-40B4-BE49-F238E27FC236}">
                            <a16:creationId xmlns:a16="http://schemas.microsoft.com/office/drawing/2014/main" id="{D7CAEC0B-6951-461B-9979-8E10CBED5C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4" name="直線コネクタ 132383">
                        <a:extLst>
                          <a:ext uri="{FF2B5EF4-FFF2-40B4-BE49-F238E27FC236}">
                            <a16:creationId xmlns:a16="http://schemas.microsoft.com/office/drawing/2014/main" id="{09EBBE4A-D057-40F8-B32F-437CC3127F3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5" name="直線コネクタ 132384">
                        <a:extLst>
                          <a:ext uri="{FF2B5EF4-FFF2-40B4-BE49-F238E27FC236}">
                            <a16:creationId xmlns:a16="http://schemas.microsoft.com/office/drawing/2014/main" id="{CEA13DE3-51F5-44A0-9AC6-13703FE6643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6" name="直線コネクタ 132385">
                        <a:extLst>
                          <a:ext uri="{FF2B5EF4-FFF2-40B4-BE49-F238E27FC236}">
                            <a16:creationId xmlns:a16="http://schemas.microsoft.com/office/drawing/2014/main" id="{AEE63EED-1DD8-4657-9E0C-203C9FAE5F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7" name="直線コネクタ 132386">
                        <a:extLst>
                          <a:ext uri="{FF2B5EF4-FFF2-40B4-BE49-F238E27FC236}">
                            <a16:creationId xmlns:a16="http://schemas.microsoft.com/office/drawing/2014/main" id="{05B6F468-4DB3-4F21-AB8E-EBC059D459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8" name="直線コネクタ 132387">
                        <a:extLst>
                          <a:ext uri="{FF2B5EF4-FFF2-40B4-BE49-F238E27FC236}">
                            <a16:creationId xmlns:a16="http://schemas.microsoft.com/office/drawing/2014/main" id="{E4C21E11-A322-4298-8E74-A3B2BC9F19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9" name="直線コネクタ 132388">
                        <a:extLst>
                          <a:ext uri="{FF2B5EF4-FFF2-40B4-BE49-F238E27FC236}">
                            <a16:creationId xmlns:a16="http://schemas.microsoft.com/office/drawing/2014/main" id="{B8F3BF09-DF10-47BC-AB6E-957D27B1FD4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0" name="直線コネクタ 132389">
                        <a:extLst>
                          <a:ext uri="{FF2B5EF4-FFF2-40B4-BE49-F238E27FC236}">
                            <a16:creationId xmlns:a16="http://schemas.microsoft.com/office/drawing/2014/main" id="{D3BAC267-8AC8-444D-AB54-550D473DE99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1" name="直線コネクタ 132390">
                        <a:extLst>
                          <a:ext uri="{FF2B5EF4-FFF2-40B4-BE49-F238E27FC236}">
                            <a16:creationId xmlns:a16="http://schemas.microsoft.com/office/drawing/2014/main" id="{90FEE87E-3914-41D5-93CC-3523AD63CB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2" name="直線コネクタ 132391">
                        <a:extLst>
                          <a:ext uri="{FF2B5EF4-FFF2-40B4-BE49-F238E27FC236}">
                            <a16:creationId xmlns:a16="http://schemas.microsoft.com/office/drawing/2014/main" id="{1D43E037-E6CA-43E9-8EF8-089E1656D1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3" name="直線コネクタ 132392">
                        <a:extLst>
                          <a:ext uri="{FF2B5EF4-FFF2-40B4-BE49-F238E27FC236}">
                            <a16:creationId xmlns:a16="http://schemas.microsoft.com/office/drawing/2014/main" id="{1EE95175-C8E0-4A3A-B1EA-3AF8C22082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4" name="直線コネクタ 132393">
                        <a:extLst>
                          <a:ext uri="{FF2B5EF4-FFF2-40B4-BE49-F238E27FC236}">
                            <a16:creationId xmlns:a16="http://schemas.microsoft.com/office/drawing/2014/main" id="{E39FEB4A-6C73-464B-B994-9E3844C5034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5" name="直線コネクタ 132394">
                        <a:extLst>
                          <a:ext uri="{FF2B5EF4-FFF2-40B4-BE49-F238E27FC236}">
                            <a16:creationId xmlns:a16="http://schemas.microsoft.com/office/drawing/2014/main" id="{ADA78D9F-94C0-44DE-A5C6-CA1B6928D2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6" name="直線コネクタ 132395">
                        <a:extLst>
                          <a:ext uri="{FF2B5EF4-FFF2-40B4-BE49-F238E27FC236}">
                            <a16:creationId xmlns:a16="http://schemas.microsoft.com/office/drawing/2014/main" id="{D4B660C3-17C2-4CC3-81D0-66775214879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7" name="直線コネクタ 132396">
                        <a:extLst>
                          <a:ext uri="{FF2B5EF4-FFF2-40B4-BE49-F238E27FC236}">
                            <a16:creationId xmlns:a16="http://schemas.microsoft.com/office/drawing/2014/main" id="{2FED6543-161F-420E-A35A-54A363BD28B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8" name="直線コネクタ 132397">
                        <a:extLst>
                          <a:ext uri="{FF2B5EF4-FFF2-40B4-BE49-F238E27FC236}">
                            <a16:creationId xmlns:a16="http://schemas.microsoft.com/office/drawing/2014/main" id="{AF089798-04C7-406C-8B56-CE3CB35A0B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99" name="直線コネクタ 132398">
                        <a:extLst>
                          <a:ext uri="{FF2B5EF4-FFF2-40B4-BE49-F238E27FC236}">
                            <a16:creationId xmlns:a16="http://schemas.microsoft.com/office/drawing/2014/main" id="{01DCC38D-B268-4B2E-A123-30D4613524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0" name="直線コネクタ 132399">
                        <a:extLst>
                          <a:ext uri="{FF2B5EF4-FFF2-40B4-BE49-F238E27FC236}">
                            <a16:creationId xmlns:a16="http://schemas.microsoft.com/office/drawing/2014/main" id="{7FF52D6F-E601-453A-883F-56F0A7E5ED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1" name="直線コネクタ 132400">
                        <a:extLst>
                          <a:ext uri="{FF2B5EF4-FFF2-40B4-BE49-F238E27FC236}">
                            <a16:creationId xmlns:a16="http://schemas.microsoft.com/office/drawing/2014/main" id="{BCA19CEA-A22B-4DF1-A0FF-3F7EBFED0E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2" name="直線コネクタ 132401">
                        <a:extLst>
                          <a:ext uri="{FF2B5EF4-FFF2-40B4-BE49-F238E27FC236}">
                            <a16:creationId xmlns:a16="http://schemas.microsoft.com/office/drawing/2014/main" id="{84915F38-F8BC-4ABF-95DD-A04A23A1307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3" name="直線コネクタ 132402">
                        <a:extLst>
                          <a:ext uri="{FF2B5EF4-FFF2-40B4-BE49-F238E27FC236}">
                            <a16:creationId xmlns:a16="http://schemas.microsoft.com/office/drawing/2014/main" id="{2950A453-33F0-415B-A18C-B0CDDCE6A0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4" name="直線コネクタ 132403">
                        <a:extLst>
                          <a:ext uri="{FF2B5EF4-FFF2-40B4-BE49-F238E27FC236}">
                            <a16:creationId xmlns:a16="http://schemas.microsoft.com/office/drawing/2014/main" id="{0F258226-639E-4583-9BA1-9BC7CE7AA1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5" name="直線コネクタ 132404">
                        <a:extLst>
                          <a:ext uri="{FF2B5EF4-FFF2-40B4-BE49-F238E27FC236}">
                            <a16:creationId xmlns:a16="http://schemas.microsoft.com/office/drawing/2014/main" id="{349D822F-A0A1-496C-9D8E-2ED34E132A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6" name="直線コネクタ 132405">
                        <a:extLst>
                          <a:ext uri="{FF2B5EF4-FFF2-40B4-BE49-F238E27FC236}">
                            <a16:creationId xmlns:a16="http://schemas.microsoft.com/office/drawing/2014/main" id="{AA847A5E-5956-44EA-8730-D68E8C8743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7" name="直線コネクタ 132406">
                        <a:extLst>
                          <a:ext uri="{FF2B5EF4-FFF2-40B4-BE49-F238E27FC236}">
                            <a16:creationId xmlns:a16="http://schemas.microsoft.com/office/drawing/2014/main" id="{EFC76728-A19C-437A-9EC4-6BB9391763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8" name="直線コネクタ 132407">
                        <a:extLst>
                          <a:ext uri="{FF2B5EF4-FFF2-40B4-BE49-F238E27FC236}">
                            <a16:creationId xmlns:a16="http://schemas.microsoft.com/office/drawing/2014/main" id="{E7D77C09-4489-4271-BF04-D7DCB0FC8F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09" name="直線コネクタ 132408">
                        <a:extLst>
                          <a:ext uri="{FF2B5EF4-FFF2-40B4-BE49-F238E27FC236}">
                            <a16:creationId xmlns:a16="http://schemas.microsoft.com/office/drawing/2014/main" id="{075AF9D6-3335-46F3-A2BC-33F17D126D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0" name="直線コネクタ 132409">
                        <a:extLst>
                          <a:ext uri="{FF2B5EF4-FFF2-40B4-BE49-F238E27FC236}">
                            <a16:creationId xmlns:a16="http://schemas.microsoft.com/office/drawing/2014/main" id="{393C4943-84B6-414E-A9BA-3BDEE2E7A6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1" name="直線コネクタ 132410">
                        <a:extLst>
                          <a:ext uri="{FF2B5EF4-FFF2-40B4-BE49-F238E27FC236}">
                            <a16:creationId xmlns:a16="http://schemas.microsoft.com/office/drawing/2014/main" id="{5896F603-3D19-4E71-9CDB-D0C15CE24EE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2" name="直線コネクタ 132411">
                        <a:extLst>
                          <a:ext uri="{FF2B5EF4-FFF2-40B4-BE49-F238E27FC236}">
                            <a16:creationId xmlns:a16="http://schemas.microsoft.com/office/drawing/2014/main" id="{86215F72-A7C7-4AD7-87DC-55CE935B03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3" name="直線コネクタ 132412">
                        <a:extLst>
                          <a:ext uri="{FF2B5EF4-FFF2-40B4-BE49-F238E27FC236}">
                            <a16:creationId xmlns:a16="http://schemas.microsoft.com/office/drawing/2014/main" id="{424C19B5-0B7E-499E-8965-A52E7B3EBB2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4" name="直線コネクタ 132413">
                        <a:extLst>
                          <a:ext uri="{FF2B5EF4-FFF2-40B4-BE49-F238E27FC236}">
                            <a16:creationId xmlns:a16="http://schemas.microsoft.com/office/drawing/2014/main" id="{3267F226-FF4B-441C-B65B-05115E0CA6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5" name="直線コネクタ 132414">
                        <a:extLst>
                          <a:ext uri="{FF2B5EF4-FFF2-40B4-BE49-F238E27FC236}">
                            <a16:creationId xmlns:a16="http://schemas.microsoft.com/office/drawing/2014/main" id="{D230C13B-1AA7-4EF1-B0BE-AA2FCA9674C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6" name="直線コネクタ 132415">
                        <a:extLst>
                          <a:ext uri="{FF2B5EF4-FFF2-40B4-BE49-F238E27FC236}">
                            <a16:creationId xmlns:a16="http://schemas.microsoft.com/office/drawing/2014/main" id="{19876E32-0B42-470B-B1E5-F5449FBCDD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7" name="直線コネクタ 132416">
                        <a:extLst>
                          <a:ext uri="{FF2B5EF4-FFF2-40B4-BE49-F238E27FC236}">
                            <a16:creationId xmlns:a16="http://schemas.microsoft.com/office/drawing/2014/main" id="{9E2096FC-113D-4EA9-B857-4983825F7C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8" name="直線コネクタ 132417">
                        <a:extLst>
                          <a:ext uri="{FF2B5EF4-FFF2-40B4-BE49-F238E27FC236}">
                            <a16:creationId xmlns:a16="http://schemas.microsoft.com/office/drawing/2014/main" id="{71690F8A-EC27-4732-AAC7-B36A7E1D62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19" name="直線コネクタ 132418">
                        <a:extLst>
                          <a:ext uri="{FF2B5EF4-FFF2-40B4-BE49-F238E27FC236}">
                            <a16:creationId xmlns:a16="http://schemas.microsoft.com/office/drawing/2014/main" id="{6BCEE601-E86E-4BAA-B792-B87E4D1B27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0" name="直線コネクタ 132419">
                        <a:extLst>
                          <a:ext uri="{FF2B5EF4-FFF2-40B4-BE49-F238E27FC236}">
                            <a16:creationId xmlns:a16="http://schemas.microsoft.com/office/drawing/2014/main" id="{DA520A46-8C99-44DF-BD48-AB2AA4E4FB7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1" name="直線コネクタ 132420">
                        <a:extLst>
                          <a:ext uri="{FF2B5EF4-FFF2-40B4-BE49-F238E27FC236}">
                            <a16:creationId xmlns:a16="http://schemas.microsoft.com/office/drawing/2014/main" id="{7CBC29CF-32FF-4B1F-9648-585154CBA1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22" name="直線コネクタ 132421">
                        <a:extLst>
                          <a:ext uri="{FF2B5EF4-FFF2-40B4-BE49-F238E27FC236}">
                            <a16:creationId xmlns:a16="http://schemas.microsoft.com/office/drawing/2014/main" id="{CB938C17-3E18-4C60-B22A-88BE820769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2320" name="グループ化 132319">
                      <a:extLst>
                        <a:ext uri="{FF2B5EF4-FFF2-40B4-BE49-F238E27FC236}">
                          <a16:creationId xmlns:a16="http://schemas.microsoft.com/office/drawing/2014/main" id="{CE97566F-0CF8-4B5C-9A97-50D94930C5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2373" name="直線コネクタ 132372">
                        <a:extLst>
                          <a:ext uri="{FF2B5EF4-FFF2-40B4-BE49-F238E27FC236}">
                            <a16:creationId xmlns:a16="http://schemas.microsoft.com/office/drawing/2014/main" id="{FB2565F1-8D43-4398-991F-4EDC83A8CE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4" name="直線コネクタ 132373">
                        <a:extLst>
                          <a:ext uri="{FF2B5EF4-FFF2-40B4-BE49-F238E27FC236}">
                            <a16:creationId xmlns:a16="http://schemas.microsoft.com/office/drawing/2014/main" id="{3F4E434E-498B-4C58-8806-B4DBCC32EB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5" name="直線コネクタ 132374">
                        <a:extLst>
                          <a:ext uri="{FF2B5EF4-FFF2-40B4-BE49-F238E27FC236}">
                            <a16:creationId xmlns:a16="http://schemas.microsoft.com/office/drawing/2014/main" id="{1ADA9067-B04F-4F74-A646-31C904F032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6" name="直線コネクタ 132375">
                        <a:extLst>
                          <a:ext uri="{FF2B5EF4-FFF2-40B4-BE49-F238E27FC236}">
                            <a16:creationId xmlns:a16="http://schemas.microsoft.com/office/drawing/2014/main" id="{5DA6521E-C5A4-400C-85C5-459C862E95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7" name="直線コネクタ 132376">
                        <a:extLst>
                          <a:ext uri="{FF2B5EF4-FFF2-40B4-BE49-F238E27FC236}">
                            <a16:creationId xmlns:a16="http://schemas.microsoft.com/office/drawing/2014/main" id="{236D83E0-C150-412E-B84B-BD6A84E7AC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8" name="直線コネクタ 132377">
                        <a:extLst>
                          <a:ext uri="{FF2B5EF4-FFF2-40B4-BE49-F238E27FC236}">
                            <a16:creationId xmlns:a16="http://schemas.microsoft.com/office/drawing/2014/main" id="{094DD19B-5BB5-40D3-AEC6-164E0B6B7D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9" name="直線コネクタ 132378">
                        <a:extLst>
                          <a:ext uri="{FF2B5EF4-FFF2-40B4-BE49-F238E27FC236}">
                            <a16:creationId xmlns:a16="http://schemas.microsoft.com/office/drawing/2014/main" id="{B45029B1-9F39-45EF-B4E4-B86530DEB3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80" name="直線コネクタ 132379">
                        <a:extLst>
                          <a:ext uri="{FF2B5EF4-FFF2-40B4-BE49-F238E27FC236}">
                            <a16:creationId xmlns:a16="http://schemas.microsoft.com/office/drawing/2014/main" id="{F151DBB9-2CC3-4828-A3CF-44AB6932D0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2321" name="グループ化 132320">
                      <a:extLst>
                        <a:ext uri="{FF2B5EF4-FFF2-40B4-BE49-F238E27FC236}">
                          <a16:creationId xmlns:a16="http://schemas.microsoft.com/office/drawing/2014/main" id="{D28A247E-3B26-4F34-B122-481525DEF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2365" name="直線コネクタ 132364">
                        <a:extLst>
                          <a:ext uri="{FF2B5EF4-FFF2-40B4-BE49-F238E27FC236}">
                            <a16:creationId xmlns:a16="http://schemas.microsoft.com/office/drawing/2014/main" id="{C1CE5BBA-065A-4705-8B78-87862C0D0D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6" name="直線コネクタ 132365">
                        <a:extLst>
                          <a:ext uri="{FF2B5EF4-FFF2-40B4-BE49-F238E27FC236}">
                            <a16:creationId xmlns:a16="http://schemas.microsoft.com/office/drawing/2014/main" id="{D0F4E525-2645-467F-B237-EB0DBE9E9C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7" name="直線コネクタ 132366">
                        <a:extLst>
                          <a:ext uri="{FF2B5EF4-FFF2-40B4-BE49-F238E27FC236}">
                            <a16:creationId xmlns:a16="http://schemas.microsoft.com/office/drawing/2014/main" id="{88045980-E5CE-437A-89A8-A29657C7423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8" name="直線コネクタ 132367">
                        <a:extLst>
                          <a:ext uri="{FF2B5EF4-FFF2-40B4-BE49-F238E27FC236}">
                            <a16:creationId xmlns:a16="http://schemas.microsoft.com/office/drawing/2014/main" id="{2816E5DD-A084-41A5-BAF6-D0600B4EB95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9" name="直線コネクタ 132368">
                        <a:extLst>
                          <a:ext uri="{FF2B5EF4-FFF2-40B4-BE49-F238E27FC236}">
                            <a16:creationId xmlns:a16="http://schemas.microsoft.com/office/drawing/2014/main" id="{5A7D73FA-59C9-4F39-9765-24B5D4BDE6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0" name="直線コネクタ 132369">
                        <a:extLst>
                          <a:ext uri="{FF2B5EF4-FFF2-40B4-BE49-F238E27FC236}">
                            <a16:creationId xmlns:a16="http://schemas.microsoft.com/office/drawing/2014/main" id="{878ECD03-9960-4A7B-A4E3-5BEF66D309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1" name="直線コネクタ 132370">
                        <a:extLst>
                          <a:ext uri="{FF2B5EF4-FFF2-40B4-BE49-F238E27FC236}">
                            <a16:creationId xmlns:a16="http://schemas.microsoft.com/office/drawing/2014/main" id="{DB628EDA-674D-40BF-B450-BE57632E4F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72" name="直線コネクタ 132371">
                        <a:extLst>
                          <a:ext uri="{FF2B5EF4-FFF2-40B4-BE49-F238E27FC236}">
                            <a16:creationId xmlns:a16="http://schemas.microsoft.com/office/drawing/2014/main" id="{545F1AD9-F997-4CF8-93D1-41F9E96D2E5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2322" name="グループ化 132321">
                      <a:extLst>
                        <a:ext uri="{FF2B5EF4-FFF2-40B4-BE49-F238E27FC236}">
                          <a16:creationId xmlns:a16="http://schemas.microsoft.com/office/drawing/2014/main" id="{2FC87212-F6D6-45A9-AB9B-A95E7A2A5B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2323" name="直線コネクタ 132322">
                        <a:extLst>
                          <a:ext uri="{FF2B5EF4-FFF2-40B4-BE49-F238E27FC236}">
                            <a16:creationId xmlns:a16="http://schemas.microsoft.com/office/drawing/2014/main" id="{0CEC454A-B77B-4F3C-B76D-97D349B67B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24" name="直線コネクタ 132323">
                        <a:extLst>
                          <a:ext uri="{FF2B5EF4-FFF2-40B4-BE49-F238E27FC236}">
                            <a16:creationId xmlns:a16="http://schemas.microsoft.com/office/drawing/2014/main" id="{C3D4B890-D652-4277-AF73-E0769867CD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25" name="直線コネクタ 132324">
                        <a:extLst>
                          <a:ext uri="{FF2B5EF4-FFF2-40B4-BE49-F238E27FC236}">
                            <a16:creationId xmlns:a16="http://schemas.microsoft.com/office/drawing/2014/main" id="{0079979E-C390-4134-B220-5764C3AE1B7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26" name="直線コネクタ 132325">
                        <a:extLst>
                          <a:ext uri="{FF2B5EF4-FFF2-40B4-BE49-F238E27FC236}">
                            <a16:creationId xmlns:a16="http://schemas.microsoft.com/office/drawing/2014/main" id="{7CDCA6F7-28B7-4422-9A5F-138FE616770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27" name="直線コネクタ 132326">
                        <a:extLst>
                          <a:ext uri="{FF2B5EF4-FFF2-40B4-BE49-F238E27FC236}">
                            <a16:creationId xmlns:a16="http://schemas.microsoft.com/office/drawing/2014/main" id="{BA93466A-5BE0-42E2-A420-B503080875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28" name="直線コネクタ 132327">
                        <a:extLst>
                          <a:ext uri="{FF2B5EF4-FFF2-40B4-BE49-F238E27FC236}">
                            <a16:creationId xmlns:a16="http://schemas.microsoft.com/office/drawing/2014/main" id="{5EB16833-F7AF-4512-84FF-F4F79EF19D8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29" name="直線コネクタ 132328">
                        <a:extLst>
                          <a:ext uri="{FF2B5EF4-FFF2-40B4-BE49-F238E27FC236}">
                            <a16:creationId xmlns:a16="http://schemas.microsoft.com/office/drawing/2014/main" id="{4312C452-2E9E-4081-8F46-C2F925CCB7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0" name="直線コネクタ 132329">
                        <a:extLst>
                          <a:ext uri="{FF2B5EF4-FFF2-40B4-BE49-F238E27FC236}">
                            <a16:creationId xmlns:a16="http://schemas.microsoft.com/office/drawing/2014/main" id="{437DB4E8-F5CE-4FA0-815A-5E77C6C077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1" name="直線コネクタ 132330">
                        <a:extLst>
                          <a:ext uri="{FF2B5EF4-FFF2-40B4-BE49-F238E27FC236}">
                            <a16:creationId xmlns:a16="http://schemas.microsoft.com/office/drawing/2014/main" id="{8047805B-667C-48BC-AB0D-6DA25D5502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2" name="直線コネクタ 132331">
                        <a:extLst>
                          <a:ext uri="{FF2B5EF4-FFF2-40B4-BE49-F238E27FC236}">
                            <a16:creationId xmlns:a16="http://schemas.microsoft.com/office/drawing/2014/main" id="{D29D5DA0-621E-4DB0-9F4E-38D3E613389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3" name="直線コネクタ 132332">
                        <a:extLst>
                          <a:ext uri="{FF2B5EF4-FFF2-40B4-BE49-F238E27FC236}">
                            <a16:creationId xmlns:a16="http://schemas.microsoft.com/office/drawing/2014/main" id="{DF2F512A-E860-4D03-9919-19BB180073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4" name="直線コネクタ 132333">
                        <a:extLst>
                          <a:ext uri="{FF2B5EF4-FFF2-40B4-BE49-F238E27FC236}">
                            <a16:creationId xmlns:a16="http://schemas.microsoft.com/office/drawing/2014/main" id="{E59CD486-6EF8-450C-8B81-9AAE231FD5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5" name="直線コネクタ 132334">
                        <a:extLst>
                          <a:ext uri="{FF2B5EF4-FFF2-40B4-BE49-F238E27FC236}">
                            <a16:creationId xmlns:a16="http://schemas.microsoft.com/office/drawing/2014/main" id="{7FAFB40C-9F83-4774-89AF-AC4033EF4E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6" name="直線コネクタ 132335">
                        <a:extLst>
                          <a:ext uri="{FF2B5EF4-FFF2-40B4-BE49-F238E27FC236}">
                            <a16:creationId xmlns:a16="http://schemas.microsoft.com/office/drawing/2014/main" id="{6AB4F0D9-D1EE-469F-AAED-B97F143722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7" name="直線コネクタ 132336">
                        <a:extLst>
                          <a:ext uri="{FF2B5EF4-FFF2-40B4-BE49-F238E27FC236}">
                            <a16:creationId xmlns:a16="http://schemas.microsoft.com/office/drawing/2014/main" id="{890EA83A-472E-479C-8BDB-3BEFA5B745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8" name="直線コネクタ 132337">
                        <a:extLst>
                          <a:ext uri="{FF2B5EF4-FFF2-40B4-BE49-F238E27FC236}">
                            <a16:creationId xmlns:a16="http://schemas.microsoft.com/office/drawing/2014/main" id="{A4715ACD-B25A-49AC-B23B-6D2F69E6AC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39" name="直線コネクタ 132338">
                        <a:extLst>
                          <a:ext uri="{FF2B5EF4-FFF2-40B4-BE49-F238E27FC236}">
                            <a16:creationId xmlns:a16="http://schemas.microsoft.com/office/drawing/2014/main" id="{61D4E0FB-339A-4DB5-BEAF-B3458C0F288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0" name="直線コネクタ 132339">
                        <a:extLst>
                          <a:ext uri="{FF2B5EF4-FFF2-40B4-BE49-F238E27FC236}">
                            <a16:creationId xmlns:a16="http://schemas.microsoft.com/office/drawing/2014/main" id="{205B7A25-8EA2-43FA-B034-AE8572512D0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1" name="直線コネクタ 132340">
                        <a:extLst>
                          <a:ext uri="{FF2B5EF4-FFF2-40B4-BE49-F238E27FC236}">
                            <a16:creationId xmlns:a16="http://schemas.microsoft.com/office/drawing/2014/main" id="{268E025F-709F-47D7-AB1D-1F80DAF2D6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2" name="直線コネクタ 132341">
                        <a:extLst>
                          <a:ext uri="{FF2B5EF4-FFF2-40B4-BE49-F238E27FC236}">
                            <a16:creationId xmlns:a16="http://schemas.microsoft.com/office/drawing/2014/main" id="{BD13E10C-17EC-445E-AC79-F3F17A6409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3" name="直線コネクタ 132342">
                        <a:extLst>
                          <a:ext uri="{FF2B5EF4-FFF2-40B4-BE49-F238E27FC236}">
                            <a16:creationId xmlns:a16="http://schemas.microsoft.com/office/drawing/2014/main" id="{6DB759A1-F648-496D-B529-EBF49887AE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4" name="直線コネクタ 132343">
                        <a:extLst>
                          <a:ext uri="{FF2B5EF4-FFF2-40B4-BE49-F238E27FC236}">
                            <a16:creationId xmlns:a16="http://schemas.microsoft.com/office/drawing/2014/main" id="{FFE7C392-FE79-4C2B-9260-E9082A5C8D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5" name="直線コネクタ 132344">
                        <a:extLst>
                          <a:ext uri="{FF2B5EF4-FFF2-40B4-BE49-F238E27FC236}">
                            <a16:creationId xmlns:a16="http://schemas.microsoft.com/office/drawing/2014/main" id="{81825C02-D3C4-4429-91F0-79CC4AC919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6" name="直線コネクタ 132345">
                        <a:extLst>
                          <a:ext uri="{FF2B5EF4-FFF2-40B4-BE49-F238E27FC236}">
                            <a16:creationId xmlns:a16="http://schemas.microsoft.com/office/drawing/2014/main" id="{F673D07A-E404-4734-88D0-DD5064DC56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7" name="直線コネクタ 132346">
                        <a:extLst>
                          <a:ext uri="{FF2B5EF4-FFF2-40B4-BE49-F238E27FC236}">
                            <a16:creationId xmlns:a16="http://schemas.microsoft.com/office/drawing/2014/main" id="{8AC7E763-2334-4370-B6DE-D0F16FBC72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8" name="直線コネクタ 132347">
                        <a:extLst>
                          <a:ext uri="{FF2B5EF4-FFF2-40B4-BE49-F238E27FC236}">
                            <a16:creationId xmlns:a16="http://schemas.microsoft.com/office/drawing/2014/main" id="{13A65871-4256-43B2-9924-604FBC1477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49" name="直線コネクタ 132348">
                        <a:extLst>
                          <a:ext uri="{FF2B5EF4-FFF2-40B4-BE49-F238E27FC236}">
                            <a16:creationId xmlns:a16="http://schemas.microsoft.com/office/drawing/2014/main" id="{77B10CBF-68DA-4A46-AE70-F7BF8042F5A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0" name="直線コネクタ 132349">
                        <a:extLst>
                          <a:ext uri="{FF2B5EF4-FFF2-40B4-BE49-F238E27FC236}">
                            <a16:creationId xmlns:a16="http://schemas.microsoft.com/office/drawing/2014/main" id="{14615E8C-6F8E-411D-9D4E-54CD0E3684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1" name="直線コネクタ 132350">
                        <a:extLst>
                          <a:ext uri="{FF2B5EF4-FFF2-40B4-BE49-F238E27FC236}">
                            <a16:creationId xmlns:a16="http://schemas.microsoft.com/office/drawing/2014/main" id="{DDC5C957-D1BE-406D-8BF3-117C739E4E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2" name="直線コネクタ 132351">
                        <a:extLst>
                          <a:ext uri="{FF2B5EF4-FFF2-40B4-BE49-F238E27FC236}">
                            <a16:creationId xmlns:a16="http://schemas.microsoft.com/office/drawing/2014/main" id="{63D1E633-07FB-4765-9DDB-703CFA15BA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3" name="直線コネクタ 132352">
                        <a:extLst>
                          <a:ext uri="{FF2B5EF4-FFF2-40B4-BE49-F238E27FC236}">
                            <a16:creationId xmlns:a16="http://schemas.microsoft.com/office/drawing/2014/main" id="{26107C7B-C9E8-4DEB-B01C-2CE65E43D1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4" name="直線コネクタ 132353">
                        <a:extLst>
                          <a:ext uri="{FF2B5EF4-FFF2-40B4-BE49-F238E27FC236}">
                            <a16:creationId xmlns:a16="http://schemas.microsoft.com/office/drawing/2014/main" id="{AAF83372-0DB4-4CB9-8014-DA80407C2F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5" name="直線コネクタ 132354">
                        <a:extLst>
                          <a:ext uri="{FF2B5EF4-FFF2-40B4-BE49-F238E27FC236}">
                            <a16:creationId xmlns:a16="http://schemas.microsoft.com/office/drawing/2014/main" id="{641DC2FC-3A1C-43FC-9A18-BB0747A158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6" name="直線コネクタ 132355">
                        <a:extLst>
                          <a:ext uri="{FF2B5EF4-FFF2-40B4-BE49-F238E27FC236}">
                            <a16:creationId xmlns:a16="http://schemas.microsoft.com/office/drawing/2014/main" id="{BE5C61B2-20AA-489C-988C-716BC6B537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7" name="直線コネクタ 132356">
                        <a:extLst>
                          <a:ext uri="{FF2B5EF4-FFF2-40B4-BE49-F238E27FC236}">
                            <a16:creationId xmlns:a16="http://schemas.microsoft.com/office/drawing/2014/main" id="{AA5D7364-05DF-479C-A714-AA597F9380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8" name="直線コネクタ 132357">
                        <a:extLst>
                          <a:ext uri="{FF2B5EF4-FFF2-40B4-BE49-F238E27FC236}">
                            <a16:creationId xmlns:a16="http://schemas.microsoft.com/office/drawing/2014/main" id="{337DA5E3-782A-4FDB-A6C9-FFF1922586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59" name="直線コネクタ 132358">
                        <a:extLst>
                          <a:ext uri="{FF2B5EF4-FFF2-40B4-BE49-F238E27FC236}">
                            <a16:creationId xmlns:a16="http://schemas.microsoft.com/office/drawing/2014/main" id="{9739C85E-F5DC-4A50-8B01-A0B28E66FA2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0" name="直線コネクタ 132359">
                        <a:extLst>
                          <a:ext uri="{FF2B5EF4-FFF2-40B4-BE49-F238E27FC236}">
                            <a16:creationId xmlns:a16="http://schemas.microsoft.com/office/drawing/2014/main" id="{A4FE06EA-6BE1-4942-96BB-5FDD1C4EDD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1" name="直線コネクタ 132360">
                        <a:extLst>
                          <a:ext uri="{FF2B5EF4-FFF2-40B4-BE49-F238E27FC236}">
                            <a16:creationId xmlns:a16="http://schemas.microsoft.com/office/drawing/2014/main" id="{B05B4208-0250-49AB-B772-531DB0B5593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2" name="直線コネクタ 132361">
                        <a:extLst>
                          <a:ext uri="{FF2B5EF4-FFF2-40B4-BE49-F238E27FC236}">
                            <a16:creationId xmlns:a16="http://schemas.microsoft.com/office/drawing/2014/main" id="{3A908787-EC43-4E26-B827-1000BAB7AB0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3" name="直線コネクタ 132362">
                        <a:extLst>
                          <a:ext uri="{FF2B5EF4-FFF2-40B4-BE49-F238E27FC236}">
                            <a16:creationId xmlns:a16="http://schemas.microsoft.com/office/drawing/2014/main" id="{0A0C3ABB-AB65-45E1-98D2-3BE065EF48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364" name="直線コネクタ 132363">
                        <a:extLst>
                          <a:ext uri="{FF2B5EF4-FFF2-40B4-BE49-F238E27FC236}">
                            <a16:creationId xmlns:a16="http://schemas.microsoft.com/office/drawing/2014/main" id="{B3851D65-F5D9-4AD0-B9FC-B6D9EBFAA0F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13" name="グループ化 127912">
                    <a:extLst>
                      <a:ext uri="{FF2B5EF4-FFF2-40B4-BE49-F238E27FC236}">
                        <a16:creationId xmlns:a16="http://schemas.microsoft.com/office/drawing/2014/main" id="{68637646-20F8-4F3E-A14B-D041931F377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4712664" y="4712281"/>
                    <a:ext cx="1374434" cy="1375200"/>
                    <a:chOff x="4287481" y="4286224"/>
                    <a:chExt cx="2227978" cy="2229219"/>
                  </a:xfrm>
                </p:grpSpPr>
                <p:cxnSp>
                  <p:nvCxnSpPr>
                    <p:cNvPr id="131764" name="直線コネクタ 131763">
                      <a:extLst>
                        <a:ext uri="{FF2B5EF4-FFF2-40B4-BE49-F238E27FC236}">
                          <a16:creationId xmlns:a16="http://schemas.microsoft.com/office/drawing/2014/main" id="{A04CC8D0-1E03-41CB-BC25-1D4A4AD222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65" name="直線コネクタ 131764">
                      <a:extLst>
                        <a:ext uri="{FF2B5EF4-FFF2-40B4-BE49-F238E27FC236}">
                          <a16:creationId xmlns:a16="http://schemas.microsoft.com/office/drawing/2014/main" id="{13101D83-07FB-45C3-8EBB-B0EA15EFFB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66" name="直線コネクタ 131765">
                      <a:extLst>
                        <a:ext uri="{FF2B5EF4-FFF2-40B4-BE49-F238E27FC236}">
                          <a16:creationId xmlns:a16="http://schemas.microsoft.com/office/drawing/2014/main" id="{3214D836-7C7E-42C2-A7EA-2B5561A076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67" name="直線コネクタ 131766">
                      <a:extLst>
                        <a:ext uri="{FF2B5EF4-FFF2-40B4-BE49-F238E27FC236}">
                          <a16:creationId xmlns:a16="http://schemas.microsoft.com/office/drawing/2014/main" id="{47B2FD5B-C1DE-4A02-A155-6A1366784A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68" name="直線コネクタ 131767">
                      <a:extLst>
                        <a:ext uri="{FF2B5EF4-FFF2-40B4-BE49-F238E27FC236}">
                          <a16:creationId xmlns:a16="http://schemas.microsoft.com/office/drawing/2014/main" id="{CBA9F19B-4594-4E61-A1A1-C01FC336F7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69" name="直線コネクタ 131768">
                      <a:extLst>
                        <a:ext uri="{FF2B5EF4-FFF2-40B4-BE49-F238E27FC236}">
                          <a16:creationId xmlns:a16="http://schemas.microsoft.com/office/drawing/2014/main" id="{69B0EBF4-D474-4F5B-9570-4DDD407B74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0" name="直線コネクタ 131769">
                      <a:extLst>
                        <a:ext uri="{FF2B5EF4-FFF2-40B4-BE49-F238E27FC236}">
                          <a16:creationId xmlns:a16="http://schemas.microsoft.com/office/drawing/2014/main" id="{5D1C579A-71B0-4AB4-97E5-96A9B930FE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1" name="直線コネクタ 131770">
                      <a:extLst>
                        <a:ext uri="{FF2B5EF4-FFF2-40B4-BE49-F238E27FC236}">
                          <a16:creationId xmlns:a16="http://schemas.microsoft.com/office/drawing/2014/main" id="{9E040F89-B582-474C-A937-8074485789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2" name="直線コネクタ 131771">
                      <a:extLst>
                        <a:ext uri="{FF2B5EF4-FFF2-40B4-BE49-F238E27FC236}">
                          <a16:creationId xmlns:a16="http://schemas.microsoft.com/office/drawing/2014/main" id="{EB12D474-2174-4ED1-9C61-892B7FFF3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3" name="直線コネクタ 131772">
                      <a:extLst>
                        <a:ext uri="{FF2B5EF4-FFF2-40B4-BE49-F238E27FC236}">
                          <a16:creationId xmlns:a16="http://schemas.microsoft.com/office/drawing/2014/main" id="{A15172C5-4BCC-4A8B-996C-43AB2582DD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4" name="直線コネクタ 131773">
                      <a:extLst>
                        <a:ext uri="{FF2B5EF4-FFF2-40B4-BE49-F238E27FC236}">
                          <a16:creationId xmlns:a16="http://schemas.microsoft.com/office/drawing/2014/main" id="{6950EBC5-78E7-4C15-8359-5147E02C4A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5" name="直線コネクタ 131774">
                      <a:extLst>
                        <a:ext uri="{FF2B5EF4-FFF2-40B4-BE49-F238E27FC236}">
                          <a16:creationId xmlns:a16="http://schemas.microsoft.com/office/drawing/2014/main" id="{DABE8E42-6865-43D5-A3B6-F6FBF94FE3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6" name="直線コネクタ 131775">
                      <a:extLst>
                        <a:ext uri="{FF2B5EF4-FFF2-40B4-BE49-F238E27FC236}">
                          <a16:creationId xmlns:a16="http://schemas.microsoft.com/office/drawing/2014/main" id="{6EAEBB63-9213-4B29-BDF6-273D0F6C56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7" name="直線コネクタ 131776">
                      <a:extLst>
                        <a:ext uri="{FF2B5EF4-FFF2-40B4-BE49-F238E27FC236}">
                          <a16:creationId xmlns:a16="http://schemas.microsoft.com/office/drawing/2014/main" id="{7BAB50AE-7D71-488F-9F89-7BCB1C66AB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8" name="直線コネクタ 131777">
                      <a:extLst>
                        <a:ext uri="{FF2B5EF4-FFF2-40B4-BE49-F238E27FC236}">
                          <a16:creationId xmlns:a16="http://schemas.microsoft.com/office/drawing/2014/main" id="{1DF39748-7A13-4F0A-88C3-7DB910852A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79" name="直線コネクタ 131778">
                      <a:extLst>
                        <a:ext uri="{FF2B5EF4-FFF2-40B4-BE49-F238E27FC236}">
                          <a16:creationId xmlns:a16="http://schemas.microsoft.com/office/drawing/2014/main" id="{905E348E-AA1A-4F02-A39A-64B5734694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0" name="直線コネクタ 131779">
                      <a:extLst>
                        <a:ext uri="{FF2B5EF4-FFF2-40B4-BE49-F238E27FC236}">
                          <a16:creationId xmlns:a16="http://schemas.microsoft.com/office/drawing/2014/main" id="{72491E1F-FE8D-4907-8BC4-A01F83F03E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1" name="直線コネクタ 131780">
                      <a:extLst>
                        <a:ext uri="{FF2B5EF4-FFF2-40B4-BE49-F238E27FC236}">
                          <a16:creationId xmlns:a16="http://schemas.microsoft.com/office/drawing/2014/main" id="{799AE7A9-6791-4F8B-951C-21F4CEACDE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2" name="直線コネクタ 131781">
                      <a:extLst>
                        <a:ext uri="{FF2B5EF4-FFF2-40B4-BE49-F238E27FC236}">
                          <a16:creationId xmlns:a16="http://schemas.microsoft.com/office/drawing/2014/main" id="{6F1E2FF5-CBA8-4A6E-8D20-C43FD1D3AA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3" name="直線コネクタ 131782">
                      <a:extLst>
                        <a:ext uri="{FF2B5EF4-FFF2-40B4-BE49-F238E27FC236}">
                          <a16:creationId xmlns:a16="http://schemas.microsoft.com/office/drawing/2014/main" id="{A6DC44B6-A116-441E-90BD-7418F98698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4" name="直線コネクタ 131783">
                      <a:extLst>
                        <a:ext uri="{FF2B5EF4-FFF2-40B4-BE49-F238E27FC236}">
                          <a16:creationId xmlns:a16="http://schemas.microsoft.com/office/drawing/2014/main" id="{3C351DB9-EB9D-47B7-B588-CEED25CE63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5" name="直線コネクタ 131784">
                      <a:extLst>
                        <a:ext uri="{FF2B5EF4-FFF2-40B4-BE49-F238E27FC236}">
                          <a16:creationId xmlns:a16="http://schemas.microsoft.com/office/drawing/2014/main" id="{08958577-41A2-4CE9-B173-DD4A510647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6" name="直線コネクタ 131785">
                      <a:extLst>
                        <a:ext uri="{FF2B5EF4-FFF2-40B4-BE49-F238E27FC236}">
                          <a16:creationId xmlns:a16="http://schemas.microsoft.com/office/drawing/2014/main" id="{09299946-4AC4-4B5B-9E5D-0AF4200B06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7" name="直線コネクタ 131786">
                      <a:extLst>
                        <a:ext uri="{FF2B5EF4-FFF2-40B4-BE49-F238E27FC236}">
                          <a16:creationId xmlns:a16="http://schemas.microsoft.com/office/drawing/2014/main" id="{6742BF9F-B600-4A06-A1F5-4BF97D8750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8" name="直線コネクタ 131787">
                      <a:extLst>
                        <a:ext uri="{FF2B5EF4-FFF2-40B4-BE49-F238E27FC236}">
                          <a16:creationId xmlns:a16="http://schemas.microsoft.com/office/drawing/2014/main" id="{F9FB4AEB-7768-4367-8B29-7CA7BCDE0E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89" name="直線コネクタ 131788">
                      <a:extLst>
                        <a:ext uri="{FF2B5EF4-FFF2-40B4-BE49-F238E27FC236}">
                          <a16:creationId xmlns:a16="http://schemas.microsoft.com/office/drawing/2014/main" id="{2BC95CD6-B149-43A8-86E9-51F0B28156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0" name="直線コネクタ 131789">
                      <a:extLst>
                        <a:ext uri="{FF2B5EF4-FFF2-40B4-BE49-F238E27FC236}">
                          <a16:creationId xmlns:a16="http://schemas.microsoft.com/office/drawing/2014/main" id="{C6361350-AA84-4000-9F2E-338C588642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1" name="直線コネクタ 131790">
                      <a:extLst>
                        <a:ext uri="{FF2B5EF4-FFF2-40B4-BE49-F238E27FC236}">
                          <a16:creationId xmlns:a16="http://schemas.microsoft.com/office/drawing/2014/main" id="{2BBC2411-C13F-47BE-9344-3C06FD8924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2" name="直線コネクタ 131791">
                      <a:extLst>
                        <a:ext uri="{FF2B5EF4-FFF2-40B4-BE49-F238E27FC236}">
                          <a16:creationId xmlns:a16="http://schemas.microsoft.com/office/drawing/2014/main" id="{CB93F16B-BE47-4174-9409-E7E3894F37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3" name="直線コネクタ 131792">
                      <a:extLst>
                        <a:ext uri="{FF2B5EF4-FFF2-40B4-BE49-F238E27FC236}">
                          <a16:creationId xmlns:a16="http://schemas.microsoft.com/office/drawing/2014/main" id="{FF0271B3-9178-40D1-9C12-5B833F4C58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4" name="直線コネクタ 131793">
                      <a:extLst>
                        <a:ext uri="{FF2B5EF4-FFF2-40B4-BE49-F238E27FC236}">
                          <a16:creationId xmlns:a16="http://schemas.microsoft.com/office/drawing/2014/main" id="{818FC0B8-9E3E-459F-9448-1360F5BA42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5" name="直線コネクタ 131794">
                      <a:extLst>
                        <a:ext uri="{FF2B5EF4-FFF2-40B4-BE49-F238E27FC236}">
                          <a16:creationId xmlns:a16="http://schemas.microsoft.com/office/drawing/2014/main" id="{EBCE656F-B522-48FD-ADDD-D3E9714325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6" name="直線コネクタ 131795">
                      <a:extLst>
                        <a:ext uri="{FF2B5EF4-FFF2-40B4-BE49-F238E27FC236}">
                          <a16:creationId xmlns:a16="http://schemas.microsoft.com/office/drawing/2014/main" id="{4303A3E0-DDA5-45B4-A6E8-0D6D5EFB6A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7" name="直線コネクタ 131796">
                      <a:extLst>
                        <a:ext uri="{FF2B5EF4-FFF2-40B4-BE49-F238E27FC236}">
                          <a16:creationId xmlns:a16="http://schemas.microsoft.com/office/drawing/2014/main" id="{13F67277-1DF0-4FA5-931D-AC701E375A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8" name="直線コネクタ 131797">
                      <a:extLst>
                        <a:ext uri="{FF2B5EF4-FFF2-40B4-BE49-F238E27FC236}">
                          <a16:creationId xmlns:a16="http://schemas.microsoft.com/office/drawing/2014/main" id="{B6E0952A-4148-4E04-8CC1-D4C1175971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799" name="直線コネクタ 131798">
                      <a:extLst>
                        <a:ext uri="{FF2B5EF4-FFF2-40B4-BE49-F238E27FC236}">
                          <a16:creationId xmlns:a16="http://schemas.microsoft.com/office/drawing/2014/main" id="{AD696A91-BF22-4A23-8850-8D48E596BD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0" name="直線コネクタ 131799">
                      <a:extLst>
                        <a:ext uri="{FF2B5EF4-FFF2-40B4-BE49-F238E27FC236}">
                          <a16:creationId xmlns:a16="http://schemas.microsoft.com/office/drawing/2014/main" id="{F81ABAC3-2539-42B1-8907-AE71FFBF87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1" name="直線コネクタ 131800">
                      <a:extLst>
                        <a:ext uri="{FF2B5EF4-FFF2-40B4-BE49-F238E27FC236}">
                          <a16:creationId xmlns:a16="http://schemas.microsoft.com/office/drawing/2014/main" id="{2B9444DC-73C0-4EC1-84AF-C35F2F42BF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2" name="直線コネクタ 131801">
                      <a:extLst>
                        <a:ext uri="{FF2B5EF4-FFF2-40B4-BE49-F238E27FC236}">
                          <a16:creationId xmlns:a16="http://schemas.microsoft.com/office/drawing/2014/main" id="{8E9CF97A-2C9C-4CE3-8996-7B87336CBD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3" name="直線コネクタ 131802">
                      <a:extLst>
                        <a:ext uri="{FF2B5EF4-FFF2-40B4-BE49-F238E27FC236}">
                          <a16:creationId xmlns:a16="http://schemas.microsoft.com/office/drawing/2014/main" id="{86E31049-9937-41CA-B9BB-8D333BA699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4" name="直線コネクタ 131803">
                      <a:extLst>
                        <a:ext uri="{FF2B5EF4-FFF2-40B4-BE49-F238E27FC236}">
                          <a16:creationId xmlns:a16="http://schemas.microsoft.com/office/drawing/2014/main" id="{D165DEE1-38FB-48E0-BFB8-6B14D62126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5" name="直線コネクタ 131804">
                      <a:extLst>
                        <a:ext uri="{FF2B5EF4-FFF2-40B4-BE49-F238E27FC236}">
                          <a16:creationId xmlns:a16="http://schemas.microsoft.com/office/drawing/2014/main" id="{EA5AD544-8E6C-4B95-B8C0-06C5C894B9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6" name="直線コネクタ 131805">
                      <a:extLst>
                        <a:ext uri="{FF2B5EF4-FFF2-40B4-BE49-F238E27FC236}">
                          <a16:creationId xmlns:a16="http://schemas.microsoft.com/office/drawing/2014/main" id="{4D97DA17-9BC1-4B57-983F-5B2DD5F8F1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7" name="直線コネクタ 131806">
                      <a:extLst>
                        <a:ext uri="{FF2B5EF4-FFF2-40B4-BE49-F238E27FC236}">
                          <a16:creationId xmlns:a16="http://schemas.microsoft.com/office/drawing/2014/main" id="{C2865F00-B066-4774-A345-634F9DF15A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8" name="直線コネクタ 131807">
                      <a:extLst>
                        <a:ext uri="{FF2B5EF4-FFF2-40B4-BE49-F238E27FC236}">
                          <a16:creationId xmlns:a16="http://schemas.microsoft.com/office/drawing/2014/main" id="{3CB2000D-1E27-4316-80C9-F8A50D9C69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09" name="直線コネクタ 131808">
                      <a:extLst>
                        <a:ext uri="{FF2B5EF4-FFF2-40B4-BE49-F238E27FC236}">
                          <a16:creationId xmlns:a16="http://schemas.microsoft.com/office/drawing/2014/main" id="{C501DCE2-7EC0-4E60-A6E7-1D49F783E8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0" name="直線コネクタ 131809">
                      <a:extLst>
                        <a:ext uri="{FF2B5EF4-FFF2-40B4-BE49-F238E27FC236}">
                          <a16:creationId xmlns:a16="http://schemas.microsoft.com/office/drawing/2014/main" id="{9BE95F18-D6DF-43B2-8CB7-CBC6573444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1" name="直線コネクタ 131810">
                      <a:extLst>
                        <a:ext uri="{FF2B5EF4-FFF2-40B4-BE49-F238E27FC236}">
                          <a16:creationId xmlns:a16="http://schemas.microsoft.com/office/drawing/2014/main" id="{7F0DCFFD-C74B-417C-9A43-37DD67BA20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2" name="直線コネクタ 131811">
                      <a:extLst>
                        <a:ext uri="{FF2B5EF4-FFF2-40B4-BE49-F238E27FC236}">
                          <a16:creationId xmlns:a16="http://schemas.microsoft.com/office/drawing/2014/main" id="{ACED65B2-6333-4334-845C-BE420F202A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3" name="直線コネクタ 131812">
                      <a:extLst>
                        <a:ext uri="{FF2B5EF4-FFF2-40B4-BE49-F238E27FC236}">
                          <a16:creationId xmlns:a16="http://schemas.microsoft.com/office/drawing/2014/main" id="{D1668A58-34E8-4955-BBDB-173579AB28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4" name="直線コネクタ 131813">
                      <a:extLst>
                        <a:ext uri="{FF2B5EF4-FFF2-40B4-BE49-F238E27FC236}">
                          <a16:creationId xmlns:a16="http://schemas.microsoft.com/office/drawing/2014/main" id="{8C88EB24-EED5-409F-8816-4A9306E017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5" name="直線コネクタ 131814">
                      <a:extLst>
                        <a:ext uri="{FF2B5EF4-FFF2-40B4-BE49-F238E27FC236}">
                          <a16:creationId xmlns:a16="http://schemas.microsoft.com/office/drawing/2014/main" id="{91B503E9-6D0D-4ABE-B58C-BC364A38D6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6" name="直線コネクタ 131815">
                      <a:extLst>
                        <a:ext uri="{FF2B5EF4-FFF2-40B4-BE49-F238E27FC236}">
                          <a16:creationId xmlns:a16="http://schemas.microsoft.com/office/drawing/2014/main" id="{63396EBA-E66D-49B8-B333-F1CEE87153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7" name="直線コネクタ 131816">
                      <a:extLst>
                        <a:ext uri="{FF2B5EF4-FFF2-40B4-BE49-F238E27FC236}">
                          <a16:creationId xmlns:a16="http://schemas.microsoft.com/office/drawing/2014/main" id="{2D68E396-C4AA-4110-A475-337AF8D0A5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8" name="直線コネクタ 131817">
                      <a:extLst>
                        <a:ext uri="{FF2B5EF4-FFF2-40B4-BE49-F238E27FC236}">
                          <a16:creationId xmlns:a16="http://schemas.microsoft.com/office/drawing/2014/main" id="{D06197B4-36A2-4EA5-B062-2AAC02077B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19" name="直線コネクタ 131818">
                      <a:extLst>
                        <a:ext uri="{FF2B5EF4-FFF2-40B4-BE49-F238E27FC236}">
                          <a16:creationId xmlns:a16="http://schemas.microsoft.com/office/drawing/2014/main" id="{5557D0BD-6C8E-4C5B-8DF9-8DE028FBF1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0" name="直線コネクタ 131819">
                      <a:extLst>
                        <a:ext uri="{FF2B5EF4-FFF2-40B4-BE49-F238E27FC236}">
                          <a16:creationId xmlns:a16="http://schemas.microsoft.com/office/drawing/2014/main" id="{0ED6FE04-FC76-4062-980D-3B7C5D6F61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1" name="直線コネクタ 131820">
                      <a:extLst>
                        <a:ext uri="{FF2B5EF4-FFF2-40B4-BE49-F238E27FC236}">
                          <a16:creationId xmlns:a16="http://schemas.microsoft.com/office/drawing/2014/main" id="{9ABCA234-4E91-41FF-8A2C-554C93C591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2" name="直線コネクタ 131821">
                      <a:extLst>
                        <a:ext uri="{FF2B5EF4-FFF2-40B4-BE49-F238E27FC236}">
                          <a16:creationId xmlns:a16="http://schemas.microsoft.com/office/drawing/2014/main" id="{E7E4389A-033B-4504-BC7C-A619C9C548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3" name="直線コネクタ 131822">
                      <a:extLst>
                        <a:ext uri="{FF2B5EF4-FFF2-40B4-BE49-F238E27FC236}">
                          <a16:creationId xmlns:a16="http://schemas.microsoft.com/office/drawing/2014/main" id="{8F7EF788-9612-4AFC-840F-CB129D8FE5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4" name="直線コネクタ 131823">
                      <a:extLst>
                        <a:ext uri="{FF2B5EF4-FFF2-40B4-BE49-F238E27FC236}">
                          <a16:creationId xmlns:a16="http://schemas.microsoft.com/office/drawing/2014/main" id="{33CDF58F-F1E0-4DD9-8B29-73EB685EDF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5" name="直線コネクタ 131824">
                      <a:extLst>
                        <a:ext uri="{FF2B5EF4-FFF2-40B4-BE49-F238E27FC236}">
                          <a16:creationId xmlns:a16="http://schemas.microsoft.com/office/drawing/2014/main" id="{FFFFD971-67DC-4FF9-8F61-665DED3E56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6" name="直線コネクタ 131825">
                      <a:extLst>
                        <a:ext uri="{FF2B5EF4-FFF2-40B4-BE49-F238E27FC236}">
                          <a16:creationId xmlns:a16="http://schemas.microsoft.com/office/drawing/2014/main" id="{B485EB3B-4917-4F5B-B7FB-FDB513264A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7" name="直線コネクタ 131826">
                      <a:extLst>
                        <a:ext uri="{FF2B5EF4-FFF2-40B4-BE49-F238E27FC236}">
                          <a16:creationId xmlns:a16="http://schemas.microsoft.com/office/drawing/2014/main" id="{9425FBFB-5997-48FB-BC35-A9B69136B6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8" name="直線コネクタ 131827">
                      <a:extLst>
                        <a:ext uri="{FF2B5EF4-FFF2-40B4-BE49-F238E27FC236}">
                          <a16:creationId xmlns:a16="http://schemas.microsoft.com/office/drawing/2014/main" id="{F14E3F8F-E6F3-4CD8-A750-436F7EF9FB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29" name="直線コネクタ 131828">
                      <a:extLst>
                        <a:ext uri="{FF2B5EF4-FFF2-40B4-BE49-F238E27FC236}">
                          <a16:creationId xmlns:a16="http://schemas.microsoft.com/office/drawing/2014/main" id="{522F72DE-1921-4C19-8BC1-89475F2417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0" name="直線コネクタ 131829">
                      <a:extLst>
                        <a:ext uri="{FF2B5EF4-FFF2-40B4-BE49-F238E27FC236}">
                          <a16:creationId xmlns:a16="http://schemas.microsoft.com/office/drawing/2014/main" id="{AF565E31-D37C-467F-A156-C9747AE46D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1" name="直線コネクタ 131830">
                      <a:extLst>
                        <a:ext uri="{FF2B5EF4-FFF2-40B4-BE49-F238E27FC236}">
                          <a16:creationId xmlns:a16="http://schemas.microsoft.com/office/drawing/2014/main" id="{F1C58754-E2E7-4935-9E5B-C3B7EFBFCE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2" name="直線コネクタ 131831">
                      <a:extLst>
                        <a:ext uri="{FF2B5EF4-FFF2-40B4-BE49-F238E27FC236}">
                          <a16:creationId xmlns:a16="http://schemas.microsoft.com/office/drawing/2014/main" id="{8CA55F1C-9292-4A1D-B314-3B31B0FD63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3" name="直線コネクタ 131832">
                      <a:extLst>
                        <a:ext uri="{FF2B5EF4-FFF2-40B4-BE49-F238E27FC236}">
                          <a16:creationId xmlns:a16="http://schemas.microsoft.com/office/drawing/2014/main" id="{F7B57B73-E348-4BC5-BF43-7E539AB492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4" name="直線コネクタ 131833">
                      <a:extLst>
                        <a:ext uri="{FF2B5EF4-FFF2-40B4-BE49-F238E27FC236}">
                          <a16:creationId xmlns:a16="http://schemas.microsoft.com/office/drawing/2014/main" id="{92C02153-D397-4F13-B86A-6EDE194445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5" name="直線コネクタ 131834">
                      <a:extLst>
                        <a:ext uri="{FF2B5EF4-FFF2-40B4-BE49-F238E27FC236}">
                          <a16:creationId xmlns:a16="http://schemas.microsoft.com/office/drawing/2014/main" id="{0847969F-ED13-444C-96DC-5503178B5C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6" name="直線コネクタ 131835">
                      <a:extLst>
                        <a:ext uri="{FF2B5EF4-FFF2-40B4-BE49-F238E27FC236}">
                          <a16:creationId xmlns:a16="http://schemas.microsoft.com/office/drawing/2014/main" id="{3BCE5F24-5148-43BC-B42B-53BC4773F7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7" name="直線コネクタ 131836">
                      <a:extLst>
                        <a:ext uri="{FF2B5EF4-FFF2-40B4-BE49-F238E27FC236}">
                          <a16:creationId xmlns:a16="http://schemas.microsoft.com/office/drawing/2014/main" id="{6EB91282-6922-47C6-A5EC-87E1F5322A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8" name="直線コネクタ 131837">
                      <a:extLst>
                        <a:ext uri="{FF2B5EF4-FFF2-40B4-BE49-F238E27FC236}">
                          <a16:creationId xmlns:a16="http://schemas.microsoft.com/office/drawing/2014/main" id="{889238BE-AFEF-404C-895B-FD03373242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39" name="直線コネクタ 131838">
                      <a:extLst>
                        <a:ext uri="{FF2B5EF4-FFF2-40B4-BE49-F238E27FC236}">
                          <a16:creationId xmlns:a16="http://schemas.microsoft.com/office/drawing/2014/main" id="{A0BA2B1F-27BB-4919-9360-11ACE07FBB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0" name="直線コネクタ 131839">
                      <a:extLst>
                        <a:ext uri="{FF2B5EF4-FFF2-40B4-BE49-F238E27FC236}">
                          <a16:creationId xmlns:a16="http://schemas.microsoft.com/office/drawing/2014/main" id="{913094B8-F375-4ECB-8407-90CECD3A6F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1" name="直線コネクタ 131840">
                      <a:extLst>
                        <a:ext uri="{FF2B5EF4-FFF2-40B4-BE49-F238E27FC236}">
                          <a16:creationId xmlns:a16="http://schemas.microsoft.com/office/drawing/2014/main" id="{5C835256-479A-4775-949C-6E51428DC8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2" name="直線コネクタ 131841">
                      <a:extLst>
                        <a:ext uri="{FF2B5EF4-FFF2-40B4-BE49-F238E27FC236}">
                          <a16:creationId xmlns:a16="http://schemas.microsoft.com/office/drawing/2014/main" id="{EE6256B1-13F8-4309-B799-D4A37584D9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3" name="直線コネクタ 131842">
                      <a:extLst>
                        <a:ext uri="{FF2B5EF4-FFF2-40B4-BE49-F238E27FC236}">
                          <a16:creationId xmlns:a16="http://schemas.microsoft.com/office/drawing/2014/main" id="{3223D38F-71A1-4D69-B446-D915090033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4" name="直線コネクタ 131843">
                      <a:extLst>
                        <a:ext uri="{FF2B5EF4-FFF2-40B4-BE49-F238E27FC236}">
                          <a16:creationId xmlns:a16="http://schemas.microsoft.com/office/drawing/2014/main" id="{FA60DAEB-7FD8-4542-985F-C69B41E78C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5" name="直線コネクタ 131844">
                      <a:extLst>
                        <a:ext uri="{FF2B5EF4-FFF2-40B4-BE49-F238E27FC236}">
                          <a16:creationId xmlns:a16="http://schemas.microsoft.com/office/drawing/2014/main" id="{972FD04E-5997-47A0-A1A9-40BF717711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6" name="直線コネクタ 131845">
                      <a:extLst>
                        <a:ext uri="{FF2B5EF4-FFF2-40B4-BE49-F238E27FC236}">
                          <a16:creationId xmlns:a16="http://schemas.microsoft.com/office/drawing/2014/main" id="{30DA1CEC-0067-421A-A23C-DAA9ACE776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7" name="直線コネクタ 131846">
                      <a:extLst>
                        <a:ext uri="{FF2B5EF4-FFF2-40B4-BE49-F238E27FC236}">
                          <a16:creationId xmlns:a16="http://schemas.microsoft.com/office/drawing/2014/main" id="{95BF646D-BEF9-407E-9952-FD9517CF53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8" name="直線コネクタ 131847">
                      <a:extLst>
                        <a:ext uri="{FF2B5EF4-FFF2-40B4-BE49-F238E27FC236}">
                          <a16:creationId xmlns:a16="http://schemas.microsoft.com/office/drawing/2014/main" id="{C4428017-CD85-409B-A4FF-5334FCA2E3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49" name="直線コネクタ 131848">
                      <a:extLst>
                        <a:ext uri="{FF2B5EF4-FFF2-40B4-BE49-F238E27FC236}">
                          <a16:creationId xmlns:a16="http://schemas.microsoft.com/office/drawing/2014/main" id="{F6DE77AC-734E-432B-BD12-574193931F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0" name="直線コネクタ 131849">
                      <a:extLst>
                        <a:ext uri="{FF2B5EF4-FFF2-40B4-BE49-F238E27FC236}">
                          <a16:creationId xmlns:a16="http://schemas.microsoft.com/office/drawing/2014/main" id="{26538F47-BAA7-4730-96B9-C48D84EC76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1" name="直線コネクタ 131850">
                      <a:extLst>
                        <a:ext uri="{FF2B5EF4-FFF2-40B4-BE49-F238E27FC236}">
                          <a16:creationId xmlns:a16="http://schemas.microsoft.com/office/drawing/2014/main" id="{EEC43593-6184-4CFB-A25A-D294AC1DE1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2" name="直線コネクタ 131851">
                      <a:extLst>
                        <a:ext uri="{FF2B5EF4-FFF2-40B4-BE49-F238E27FC236}">
                          <a16:creationId xmlns:a16="http://schemas.microsoft.com/office/drawing/2014/main" id="{3CE5C615-B05D-40B6-B026-5F16E11D17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3" name="直線コネクタ 131852">
                      <a:extLst>
                        <a:ext uri="{FF2B5EF4-FFF2-40B4-BE49-F238E27FC236}">
                          <a16:creationId xmlns:a16="http://schemas.microsoft.com/office/drawing/2014/main" id="{4D99E010-70A0-4EBF-9860-060AEF3610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4" name="直線コネクタ 131853">
                      <a:extLst>
                        <a:ext uri="{FF2B5EF4-FFF2-40B4-BE49-F238E27FC236}">
                          <a16:creationId xmlns:a16="http://schemas.microsoft.com/office/drawing/2014/main" id="{1642B793-4FC9-44FF-B2E5-59BF98B67E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5" name="直線コネクタ 131854">
                      <a:extLst>
                        <a:ext uri="{FF2B5EF4-FFF2-40B4-BE49-F238E27FC236}">
                          <a16:creationId xmlns:a16="http://schemas.microsoft.com/office/drawing/2014/main" id="{7A8AF4ED-4BEC-4262-95BB-3D966FC8B3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6" name="直線コネクタ 131855">
                      <a:extLst>
                        <a:ext uri="{FF2B5EF4-FFF2-40B4-BE49-F238E27FC236}">
                          <a16:creationId xmlns:a16="http://schemas.microsoft.com/office/drawing/2014/main" id="{5C04A930-3948-4179-9D46-49A237A2F5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7" name="直線コネクタ 131856">
                      <a:extLst>
                        <a:ext uri="{FF2B5EF4-FFF2-40B4-BE49-F238E27FC236}">
                          <a16:creationId xmlns:a16="http://schemas.microsoft.com/office/drawing/2014/main" id="{145DC27E-65CB-4721-AE56-5092CF4C27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8" name="直線コネクタ 131857">
                      <a:extLst>
                        <a:ext uri="{FF2B5EF4-FFF2-40B4-BE49-F238E27FC236}">
                          <a16:creationId xmlns:a16="http://schemas.microsoft.com/office/drawing/2014/main" id="{126E2E80-B062-415D-94DB-015F913AFE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59" name="直線コネクタ 131858">
                      <a:extLst>
                        <a:ext uri="{FF2B5EF4-FFF2-40B4-BE49-F238E27FC236}">
                          <a16:creationId xmlns:a16="http://schemas.microsoft.com/office/drawing/2014/main" id="{653EBBBB-FA57-4068-83E1-8175506AD9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0" name="直線コネクタ 131859">
                      <a:extLst>
                        <a:ext uri="{FF2B5EF4-FFF2-40B4-BE49-F238E27FC236}">
                          <a16:creationId xmlns:a16="http://schemas.microsoft.com/office/drawing/2014/main" id="{F9AE8CE0-EE7C-4E4D-8A63-C0F76E4CEF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1" name="直線コネクタ 131860">
                      <a:extLst>
                        <a:ext uri="{FF2B5EF4-FFF2-40B4-BE49-F238E27FC236}">
                          <a16:creationId xmlns:a16="http://schemas.microsoft.com/office/drawing/2014/main" id="{08FA1FD1-58B1-48D7-B93D-22368DC547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2" name="直線コネクタ 131861">
                      <a:extLst>
                        <a:ext uri="{FF2B5EF4-FFF2-40B4-BE49-F238E27FC236}">
                          <a16:creationId xmlns:a16="http://schemas.microsoft.com/office/drawing/2014/main" id="{E7ABB553-5B3A-430B-BF1F-5050BBA672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3" name="直線コネクタ 131862">
                      <a:extLst>
                        <a:ext uri="{FF2B5EF4-FFF2-40B4-BE49-F238E27FC236}">
                          <a16:creationId xmlns:a16="http://schemas.microsoft.com/office/drawing/2014/main" id="{281B9F34-DA3F-40C6-A8EB-9E967CDB26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4" name="直線コネクタ 131863">
                      <a:extLst>
                        <a:ext uri="{FF2B5EF4-FFF2-40B4-BE49-F238E27FC236}">
                          <a16:creationId xmlns:a16="http://schemas.microsoft.com/office/drawing/2014/main" id="{808378DD-D265-474D-AFA8-39A7F5EF36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5" name="直線コネクタ 131864">
                      <a:extLst>
                        <a:ext uri="{FF2B5EF4-FFF2-40B4-BE49-F238E27FC236}">
                          <a16:creationId xmlns:a16="http://schemas.microsoft.com/office/drawing/2014/main" id="{DCE13801-8C57-4E29-B06F-ACD91B685C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6" name="直線コネクタ 131865">
                      <a:extLst>
                        <a:ext uri="{FF2B5EF4-FFF2-40B4-BE49-F238E27FC236}">
                          <a16:creationId xmlns:a16="http://schemas.microsoft.com/office/drawing/2014/main" id="{0D00D808-2DAB-482A-885C-8ECFD6C63C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7" name="直線コネクタ 131866">
                      <a:extLst>
                        <a:ext uri="{FF2B5EF4-FFF2-40B4-BE49-F238E27FC236}">
                          <a16:creationId xmlns:a16="http://schemas.microsoft.com/office/drawing/2014/main" id="{50804254-5F63-437D-B447-AD8F9216FF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8" name="直線コネクタ 131867">
                      <a:extLst>
                        <a:ext uri="{FF2B5EF4-FFF2-40B4-BE49-F238E27FC236}">
                          <a16:creationId xmlns:a16="http://schemas.microsoft.com/office/drawing/2014/main" id="{407E8923-F707-47A3-BDC0-24CB1ABC91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69" name="直線コネクタ 131868">
                      <a:extLst>
                        <a:ext uri="{FF2B5EF4-FFF2-40B4-BE49-F238E27FC236}">
                          <a16:creationId xmlns:a16="http://schemas.microsoft.com/office/drawing/2014/main" id="{CD435CCE-3B56-4BA0-ACA7-73A71F1B28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0" name="直線コネクタ 131869">
                      <a:extLst>
                        <a:ext uri="{FF2B5EF4-FFF2-40B4-BE49-F238E27FC236}">
                          <a16:creationId xmlns:a16="http://schemas.microsoft.com/office/drawing/2014/main" id="{F67B1390-E739-46F9-8CE2-1027BDA4DF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1" name="直線コネクタ 131870">
                      <a:extLst>
                        <a:ext uri="{FF2B5EF4-FFF2-40B4-BE49-F238E27FC236}">
                          <a16:creationId xmlns:a16="http://schemas.microsoft.com/office/drawing/2014/main" id="{36A5FF36-1A21-4AE6-90A7-BEB7A9AF19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2" name="直線コネクタ 131871">
                      <a:extLst>
                        <a:ext uri="{FF2B5EF4-FFF2-40B4-BE49-F238E27FC236}">
                          <a16:creationId xmlns:a16="http://schemas.microsoft.com/office/drawing/2014/main" id="{A6C6FB1D-3760-4B56-8BE1-D28B54FA71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3" name="直線コネクタ 131872">
                      <a:extLst>
                        <a:ext uri="{FF2B5EF4-FFF2-40B4-BE49-F238E27FC236}">
                          <a16:creationId xmlns:a16="http://schemas.microsoft.com/office/drawing/2014/main" id="{DF3B074A-FF0C-493B-82EF-54C6218B05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4" name="直線コネクタ 131873">
                      <a:extLst>
                        <a:ext uri="{FF2B5EF4-FFF2-40B4-BE49-F238E27FC236}">
                          <a16:creationId xmlns:a16="http://schemas.microsoft.com/office/drawing/2014/main" id="{8F4AF081-448A-412E-9DE9-4C5E8ABEE6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5" name="直線コネクタ 131874">
                      <a:extLst>
                        <a:ext uri="{FF2B5EF4-FFF2-40B4-BE49-F238E27FC236}">
                          <a16:creationId xmlns:a16="http://schemas.microsoft.com/office/drawing/2014/main" id="{9296D3DB-2553-41FC-9613-67965F342D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6" name="直線コネクタ 131875">
                      <a:extLst>
                        <a:ext uri="{FF2B5EF4-FFF2-40B4-BE49-F238E27FC236}">
                          <a16:creationId xmlns:a16="http://schemas.microsoft.com/office/drawing/2014/main" id="{ADCA9264-8158-45F6-A94D-E8BF8B318E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7" name="直線コネクタ 131876">
                      <a:extLst>
                        <a:ext uri="{FF2B5EF4-FFF2-40B4-BE49-F238E27FC236}">
                          <a16:creationId xmlns:a16="http://schemas.microsoft.com/office/drawing/2014/main" id="{4EF726F9-F3FC-487F-93E3-1DC846E044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8" name="直線コネクタ 131877">
                      <a:extLst>
                        <a:ext uri="{FF2B5EF4-FFF2-40B4-BE49-F238E27FC236}">
                          <a16:creationId xmlns:a16="http://schemas.microsoft.com/office/drawing/2014/main" id="{9118D694-8A96-4B67-9659-D5E1DAB9C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79" name="直線コネクタ 131878">
                      <a:extLst>
                        <a:ext uri="{FF2B5EF4-FFF2-40B4-BE49-F238E27FC236}">
                          <a16:creationId xmlns:a16="http://schemas.microsoft.com/office/drawing/2014/main" id="{3D739C49-FA54-4095-B81F-C6C3626659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0" name="直線コネクタ 131879">
                      <a:extLst>
                        <a:ext uri="{FF2B5EF4-FFF2-40B4-BE49-F238E27FC236}">
                          <a16:creationId xmlns:a16="http://schemas.microsoft.com/office/drawing/2014/main" id="{715699B6-D1D6-43CF-A393-78022E5194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1" name="直線コネクタ 131880">
                      <a:extLst>
                        <a:ext uri="{FF2B5EF4-FFF2-40B4-BE49-F238E27FC236}">
                          <a16:creationId xmlns:a16="http://schemas.microsoft.com/office/drawing/2014/main" id="{101569FA-29FB-4D72-9A07-1E0788E699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2" name="直線コネクタ 131881">
                      <a:extLst>
                        <a:ext uri="{FF2B5EF4-FFF2-40B4-BE49-F238E27FC236}">
                          <a16:creationId xmlns:a16="http://schemas.microsoft.com/office/drawing/2014/main" id="{DCF393DF-0908-4A29-91A8-9A631410F9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3" name="直線コネクタ 131882">
                      <a:extLst>
                        <a:ext uri="{FF2B5EF4-FFF2-40B4-BE49-F238E27FC236}">
                          <a16:creationId xmlns:a16="http://schemas.microsoft.com/office/drawing/2014/main" id="{4BFEA927-B477-4865-913E-0B24723FC8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4" name="直線コネクタ 131883">
                      <a:extLst>
                        <a:ext uri="{FF2B5EF4-FFF2-40B4-BE49-F238E27FC236}">
                          <a16:creationId xmlns:a16="http://schemas.microsoft.com/office/drawing/2014/main" id="{AAD3B7A1-815E-4DB5-8AE0-20F75A9C28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5" name="直線コネクタ 131884">
                      <a:extLst>
                        <a:ext uri="{FF2B5EF4-FFF2-40B4-BE49-F238E27FC236}">
                          <a16:creationId xmlns:a16="http://schemas.microsoft.com/office/drawing/2014/main" id="{096D5588-DFC9-4126-8A39-25861B8730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6" name="直線コネクタ 131885">
                      <a:extLst>
                        <a:ext uri="{FF2B5EF4-FFF2-40B4-BE49-F238E27FC236}">
                          <a16:creationId xmlns:a16="http://schemas.microsoft.com/office/drawing/2014/main" id="{3730CADA-49A7-43D6-8B38-99989CF9D3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7" name="直線コネクタ 131886">
                      <a:extLst>
                        <a:ext uri="{FF2B5EF4-FFF2-40B4-BE49-F238E27FC236}">
                          <a16:creationId xmlns:a16="http://schemas.microsoft.com/office/drawing/2014/main" id="{1A3B6A55-920B-4304-9CD0-0736CD455F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8" name="直線コネクタ 131887">
                      <a:extLst>
                        <a:ext uri="{FF2B5EF4-FFF2-40B4-BE49-F238E27FC236}">
                          <a16:creationId xmlns:a16="http://schemas.microsoft.com/office/drawing/2014/main" id="{6714F0C1-44F9-4504-87F7-414D1A1BBE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89" name="直線コネクタ 131888">
                      <a:extLst>
                        <a:ext uri="{FF2B5EF4-FFF2-40B4-BE49-F238E27FC236}">
                          <a16:creationId xmlns:a16="http://schemas.microsoft.com/office/drawing/2014/main" id="{AB8AB6C6-9365-490E-8738-B39B3D51E8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0" name="直線コネクタ 131889">
                      <a:extLst>
                        <a:ext uri="{FF2B5EF4-FFF2-40B4-BE49-F238E27FC236}">
                          <a16:creationId xmlns:a16="http://schemas.microsoft.com/office/drawing/2014/main" id="{C12ACE13-F860-4B07-95FE-B6A28CF903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1" name="直線コネクタ 131890">
                      <a:extLst>
                        <a:ext uri="{FF2B5EF4-FFF2-40B4-BE49-F238E27FC236}">
                          <a16:creationId xmlns:a16="http://schemas.microsoft.com/office/drawing/2014/main" id="{FFFD98B7-3553-40EA-A638-3ED2460785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2" name="直線コネクタ 131891">
                      <a:extLst>
                        <a:ext uri="{FF2B5EF4-FFF2-40B4-BE49-F238E27FC236}">
                          <a16:creationId xmlns:a16="http://schemas.microsoft.com/office/drawing/2014/main" id="{A0EA621F-8C9A-4048-9EC1-D1D71DF27A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3" name="直線コネクタ 131892">
                      <a:extLst>
                        <a:ext uri="{FF2B5EF4-FFF2-40B4-BE49-F238E27FC236}">
                          <a16:creationId xmlns:a16="http://schemas.microsoft.com/office/drawing/2014/main" id="{90BE0C29-94A5-4AB6-AE3D-DD3A8EA90E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4" name="直線コネクタ 131893">
                      <a:extLst>
                        <a:ext uri="{FF2B5EF4-FFF2-40B4-BE49-F238E27FC236}">
                          <a16:creationId xmlns:a16="http://schemas.microsoft.com/office/drawing/2014/main" id="{642D4900-5966-4453-B843-63A373E071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5" name="直線コネクタ 131894">
                      <a:extLst>
                        <a:ext uri="{FF2B5EF4-FFF2-40B4-BE49-F238E27FC236}">
                          <a16:creationId xmlns:a16="http://schemas.microsoft.com/office/drawing/2014/main" id="{0A29EE61-9322-4E56-91C9-5A40A6F9ED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6" name="直線コネクタ 131895">
                      <a:extLst>
                        <a:ext uri="{FF2B5EF4-FFF2-40B4-BE49-F238E27FC236}">
                          <a16:creationId xmlns:a16="http://schemas.microsoft.com/office/drawing/2014/main" id="{312E6DDF-E1A4-42BB-9184-B428872E3E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7" name="直線コネクタ 131896">
                      <a:extLst>
                        <a:ext uri="{FF2B5EF4-FFF2-40B4-BE49-F238E27FC236}">
                          <a16:creationId xmlns:a16="http://schemas.microsoft.com/office/drawing/2014/main" id="{1DD10207-5319-44FE-8477-5AC6D98A02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8" name="直線コネクタ 131897">
                      <a:extLst>
                        <a:ext uri="{FF2B5EF4-FFF2-40B4-BE49-F238E27FC236}">
                          <a16:creationId xmlns:a16="http://schemas.microsoft.com/office/drawing/2014/main" id="{E94EE1FA-7C0B-4C41-A388-508B250A55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899" name="直線コネクタ 131898">
                      <a:extLst>
                        <a:ext uri="{FF2B5EF4-FFF2-40B4-BE49-F238E27FC236}">
                          <a16:creationId xmlns:a16="http://schemas.microsoft.com/office/drawing/2014/main" id="{8EA8E2F0-4877-4701-83AD-556A69F7E6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0" name="直線コネクタ 131899">
                      <a:extLst>
                        <a:ext uri="{FF2B5EF4-FFF2-40B4-BE49-F238E27FC236}">
                          <a16:creationId xmlns:a16="http://schemas.microsoft.com/office/drawing/2014/main" id="{7BF99D37-42E3-4BFF-B142-F845B32831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1" name="直線コネクタ 131900">
                      <a:extLst>
                        <a:ext uri="{FF2B5EF4-FFF2-40B4-BE49-F238E27FC236}">
                          <a16:creationId xmlns:a16="http://schemas.microsoft.com/office/drawing/2014/main" id="{2F099E64-03C5-471F-AAA7-71AB45D04B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2" name="直線コネクタ 131901">
                      <a:extLst>
                        <a:ext uri="{FF2B5EF4-FFF2-40B4-BE49-F238E27FC236}">
                          <a16:creationId xmlns:a16="http://schemas.microsoft.com/office/drawing/2014/main" id="{D6A44468-49F8-4DD2-89DD-D4C4DD4F2C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3" name="直線コネクタ 131902">
                      <a:extLst>
                        <a:ext uri="{FF2B5EF4-FFF2-40B4-BE49-F238E27FC236}">
                          <a16:creationId xmlns:a16="http://schemas.microsoft.com/office/drawing/2014/main" id="{64E30214-4D8D-4389-9B01-35FBE41693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4" name="直線コネクタ 131903">
                      <a:extLst>
                        <a:ext uri="{FF2B5EF4-FFF2-40B4-BE49-F238E27FC236}">
                          <a16:creationId xmlns:a16="http://schemas.microsoft.com/office/drawing/2014/main" id="{F7280DBD-6AE6-4F39-B23A-ED24E5638C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5" name="直線コネクタ 131904">
                      <a:extLst>
                        <a:ext uri="{FF2B5EF4-FFF2-40B4-BE49-F238E27FC236}">
                          <a16:creationId xmlns:a16="http://schemas.microsoft.com/office/drawing/2014/main" id="{7BDF639C-A4B3-4D14-B4C7-EE8681D4BC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6" name="直線コネクタ 131905">
                      <a:extLst>
                        <a:ext uri="{FF2B5EF4-FFF2-40B4-BE49-F238E27FC236}">
                          <a16:creationId xmlns:a16="http://schemas.microsoft.com/office/drawing/2014/main" id="{28AC6A34-E496-4C92-A551-6BA8270ACD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7" name="直線コネクタ 131906">
                      <a:extLst>
                        <a:ext uri="{FF2B5EF4-FFF2-40B4-BE49-F238E27FC236}">
                          <a16:creationId xmlns:a16="http://schemas.microsoft.com/office/drawing/2014/main" id="{3294897A-1ABA-4879-BDE6-C32894A369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8" name="直線コネクタ 131907">
                      <a:extLst>
                        <a:ext uri="{FF2B5EF4-FFF2-40B4-BE49-F238E27FC236}">
                          <a16:creationId xmlns:a16="http://schemas.microsoft.com/office/drawing/2014/main" id="{2D198000-672B-423E-B157-7D73CEDF5B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09" name="直線コネクタ 131908">
                      <a:extLst>
                        <a:ext uri="{FF2B5EF4-FFF2-40B4-BE49-F238E27FC236}">
                          <a16:creationId xmlns:a16="http://schemas.microsoft.com/office/drawing/2014/main" id="{0CCB381C-BA41-4AE7-8E63-470D32833B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0" name="直線コネクタ 131909">
                      <a:extLst>
                        <a:ext uri="{FF2B5EF4-FFF2-40B4-BE49-F238E27FC236}">
                          <a16:creationId xmlns:a16="http://schemas.microsoft.com/office/drawing/2014/main" id="{2614C820-7F9B-4D1F-86E0-DC250EB256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1" name="直線コネクタ 131910">
                      <a:extLst>
                        <a:ext uri="{FF2B5EF4-FFF2-40B4-BE49-F238E27FC236}">
                          <a16:creationId xmlns:a16="http://schemas.microsoft.com/office/drawing/2014/main" id="{F101C2E9-BDCC-483B-9BCD-5219E4C20F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2" name="直線コネクタ 131911">
                      <a:extLst>
                        <a:ext uri="{FF2B5EF4-FFF2-40B4-BE49-F238E27FC236}">
                          <a16:creationId xmlns:a16="http://schemas.microsoft.com/office/drawing/2014/main" id="{9CD7F51E-D580-47AE-A874-763415C744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3" name="直線コネクタ 131912">
                      <a:extLst>
                        <a:ext uri="{FF2B5EF4-FFF2-40B4-BE49-F238E27FC236}">
                          <a16:creationId xmlns:a16="http://schemas.microsoft.com/office/drawing/2014/main" id="{31C974F6-3586-42FA-93C0-ED3E1A6EFA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4" name="直線コネクタ 131913">
                      <a:extLst>
                        <a:ext uri="{FF2B5EF4-FFF2-40B4-BE49-F238E27FC236}">
                          <a16:creationId xmlns:a16="http://schemas.microsoft.com/office/drawing/2014/main" id="{DA131655-6896-42F3-84CD-4C6BE28308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5" name="直線コネクタ 131914">
                      <a:extLst>
                        <a:ext uri="{FF2B5EF4-FFF2-40B4-BE49-F238E27FC236}">
                          <a16:creationId xmlns:a16="http://schemas.microsoft.com/office/drawing/2014/main" id="{A171CBBE-385D-44C4-BC01-858E8A330D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6" name="直線コネクタ 131915">
                      <a:extLst>
                        <a:ext uri="{FF2B5EF4-FFF2-40B4-BE49-F238E27FC236}">
                          <a16:creationId xmlns:a16="http://schemas.microsoft.com/office/drawing/2014/main" id="{BEF13B94-9E19-4019-BF19-023E7D63E6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7" name="直線コネクタ 131916">
                      <a:extLst>
                        <a:ext uri="{FF2B5EF4-FFF2-40B4-BE49-F238E27FC236}">
                          <a16:creationId xmlns:a16="http://schemas.microsoft.com/office/drawing/2014/main" id="{C6C2A5E0-2B11-4E95-A724-19FE9C70E3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8" name="直線コネクタ 131917">
                      <a:extLst>
                        <a:ext uri="{FF2B5EF4-FFF2-40B4-BE49-F238E27FC236}">
                          <a16:creationId xmlns:a16="http://schemas.microsoft.com/office/drawing/2014/main" id="{9E1C6F86-FC35-481D-8D22-9A7421D999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19" name="直線コネクタ 131918">
                      <a:extLst>
                        <a:ext uri="{FF2B5EF4-FFF2-40B4-BE49-F238E27FC236}">
                          <a16:creationId xmlns:a16="http://schemas.microsoft.com/office/drawing/2014/main" id="{0EAD7363-DC58-4A63-81F1-365F65B90D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0" name="直線コネクタ 131919">
                      <a:extLst>
                        <a:ext uri="{FF2B5EF4-FFF2-40B4-BE49-F238E27FC236}">
                          <a16:creationId xmlns:a16="http://schemas.microsoft.com/office/drawing/2014/main" id="{50FED040-0383-4973-93E1-9AD4D2AD45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1" name="直線コネクタ 131920">
                      <a:extLst>
                        <a:ext uri="{FF2B5EF4-FFF2-40B4-BE49-F238E27FC236}">
                          <a16:creationId xmlns:a16="http://schemas.microsoft.com/office/drawing/2014/main" id="{1942685F-8A01-4677-8572-7ED6AC265C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2" name="直線コネクタ 131921">
                      <a:extLst>
                        <a:ext uri="{FF2B5EF4-FFF2-40B4-BE49-F238E27FC236}">
                          <a16:creationId xmlns:a16="http://schemas.microsoft.com/office/drawing/2014/main" id="{923D9788-57AB-43CB-908C-58B625F0EA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3" name="直線コネクタ 131922">
                      <a:extLst>
                        <a:ext uri="{FF2B5EF4-FFF2-40B4-BE49-F238E27FC236}">
                          <a16:creationId xmlns:a16="http://schemas.microsoft.com/office/drawing/2014/main" id="{5395CBC6-C748-4EE6-AF78-5B365CB7DF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4" name="直線コネクタ 131923">
                      <a:extLst>
                        <a:ext uri="{FF2B5EF4-FFF2-40B4-BE49-F238E27FC236}">
                          <a16:creationId xmlns:a16="http://schemas.microsoft.com/office/drawing/2014/main" id="{7EAF8049-6B96-427B-93F5-3F96731823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5" name="直線コネクタ 131924">
                      <a:extLst>
                        <a:ext uri="{FF2B5EF4-FFF2-40B4-BE49-F238E27FC236}">
                          <a16:creationId xmlns:a16="http://schemas.microsoft.com/office/drawing/2014/main" id="{126872F1-EE43-4925-9736-4FE0EC5519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6" name="直線コネクタ 131925">
                      <a:extLst>
                        <a:ext uri="{FF2B5EF4-FFF2-40B4-BE49-F238E27FC236}">
                          <a16:creationId xmlns:a16="http://schemas.microsoft.com/office/drawing/2014/main" id="{C79EB4D5-A368-4FEF-A4BA-ED48015B83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7" name="直線コネクタ 131926">
                      <a:extLst>
                        <a:ext uri="{FF2B5EF4-FFF2-40B4-BE49-F238E27FC236}">
                          <a16:creationId xmlns:a16="http://schemas.microsoft.com/office/drawing/2014/main" id="{AC98D55E-A16C-4EF7-BD71-D023658106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8" name="直線コネクタ 131927">
                      <a:extLst>
                        <a:ext uri="{FF2B5EF4-FFF2-40B4-BE49-F238E27FC236}">
                          <a16:creationId xmlns:a16="http://schemas.microsoft.com/office/drawing/2014/main" id="{986793B1-87CF-439C-99CB-3AE9FE68EC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929" name="直線コネクタ 131928">
                      <a:extLst>
                        <a:ext uri="{FF2B5EF4-FFF2-40B4-BE49-F238E27FC236}">
                          <a16:creationId xmlns:a16="http://schemas.microsoft.com/office/drawing/2014/main" id="{FE35F1AF-4235-495E-82D9-B063321E3D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1930" name="グループ化 131929">
                      <a:extLst>
                        <a:ext uri="{FF2B5EF4-FFF2-40B4-BE49-F238E27FC236}">
                          <a16:creationId xmlns:a16="http://schemas.microsoft.com/office/drawing/2014/main" id="{3BECEF9F-47A6-4386-A488-10E5E1AE394A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2106" name="直線コネクタ 132105">
                        <a:extLst>
                          <a:ext uri="{FF2B5EF4-FFF2-40B4-BE49-F238E27FC236}">
                            <a16:creationId xmlns:a16="http://schemas.microsoft.com/office/drawing/2014/main" id="{685106E5-3365-4149-A5CA-2CD743EDEFA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07" name="直線コネクタ 132106">
                        <a:extLst>
                          <a:ext uri="{FF2B5EF4-FFF2-40B4-BE49-F238E27FC236}">
                            <a16:creationId xmlns:a16="http://schemas.microsoft.com/office/drawing/2014/main" id="{421ED52C-8D31-4EFF-8565-29F1E8D3AA3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08" name="直線コネクタ 132107">
                        <a:extLst>
                          <a:ext uri="{FF2B5EF4-FFF2-40B4-BE49-F238E27FC236}">
                            <a16:creationId xmlns:a16="http://schemas.microsoft.com/office/drawing/2014/main" id="{A23E693B-063E-4BBC-8407-C76E003BAF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09" name="直線コネクタ 132108">
                        <a:extLst>
                          <a:ext uri="{FF2B5EF4-FFF2-40B4-BE49-F238E27FC236}">
                            <a16:creationId xmlns:a16="http://schemas.microsoft.com/office/drawing/2014/main" id="{14ADDE7D-9139-43F3-AC44-B8702DF3918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0" name="直線コネクタ 132109">
                        <a:extLst>
                          <a:ext uri="{FF2B5EF4-FFF2-40B4-BE49-F238E27FC236}">
                            <a16:creationId xmlns:a16="http://schemas.microsoft.com/office/drawing/2014/main" id="{3E17ED3E-6993-4B67-B31D-32B61229C57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1" name="直線コネクタ 132110">
                        <a:extLst>
                          <a:ext uri="{FF2B5EF4-FFF2-40B4-BE49-F238E27FC236}">
                            <a16:creationId xmlns:a16="http://schemas.microsoft.com/office/drawing/2014/main" id="{C69800C1-8522-488D-9995-1CB3277744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2" name="直線コネクタ 132111">
                        <a:extLst>
                          <a:ext uri="{FF2B5EF4-FFF2-40B4-BE49-F238E27FC236}">
                            <a16:creationId xmlns:a16="http://schemas.microsoft.com/office/drawing/2014/main" id="{66C87BF4-D9D2-4E10-BA00-93CAC7057F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3" name="直線コネクタ 132112">
                        <a:extLst>
                          <a:ext uri="{FF2B5EF4-FFF2-40B4-BE49-F238E27FC236}">
                            <a16:creationId xmlns:a16="http://schemas.microsoft.com/office/drawing/2014/main" id="{469A3846-939C-4BC8-9CA7-01ACC5BED1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4" name="直線コネクタ 132113">
                        <a:extLst>
                          <a:ext uri="{FF2B5EF4-FFF2-40B4-BE49-F238E27FC236}">
                            <a16:creationId xmlns:a16="http://schemas.microsoft.com/office/drawing/2014/main" id="{7362575C-471F-42C6-8DAD-F3281F60ACA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5" name="直線コネクタ 132114">
                        <a:extLst>
                          <a:ext uri="{FF2B5EF4-FFF2-40B4-BE49-F238E27FC236}">
                            <a16:creationId xmlns:a16="http://schemas.microsoft.com/office/drawing/2014/main" id="{B0A8A895-9D41-4572-86AF-82DBE397F7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6" name="直線コネクタ 132115">
                        <a:extLst>
                          <a:ext uri="{FF2B5EF4-FFF2-40B4-BE49-F238E27FC236}">
                            <a16:creationId xmlns:a16="http://schemas.microsoft.com/office/drawing/2014/main" id="{6C0F2CBB-9FBD-40A6-84D3-1657B1FB76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7" name="直線コネクタ 132116">
                        <a:extLst>
                          <a:ext uri="{FF2B5EF4-FFF2-40B4-BE49-F238E27FC236}">
                            <a16:creationId xmlns:a16="http://schemas.microsoft.com/office/drawing/2014/main" id="{AF4F0200-524C-40FD-8AE3-9DD10D19AE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8" name="直線コネクタ 132117">
                        <a:extLst>
                          <a:ext uri="{FF2B5EF4-FFF2-40B4-BE49-F238E27FC236}">
                            <a16:creationId xmlns:a16="http://schemas.microsoft.com/office/drawing/2014/main" id="{16D77455-EB9B-4EB7-9718-A8DD05D292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19" name="直線コネクタ 132118">
                        <a:extLst>
                          <a:ext uri="{FF2B5EF4-FFF2-40B4-BE49-F238E27FC236}">
                            <a16:creationId xmlns:a16="http://schemas.microsoft.com/office/drawing/2014/main" id="{6AF2705C-1E70-483E-8AD3-4F3F304E2B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0" name="直線コネクタ 132119">
                        <a:extLst>
                          <a:ext uri="{FF2B5EF4-FFF2-40B4-BE49-F238E27FC236}">
                            <a16:creationId xmlns:a16="http://schemas.microsoft.com/office/drawing/2014/main" id="{654C000E-4CBB-4792-834E-4AADB30518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1" name="直線コネクタ 132120">
                        <a:extLst>
                          <a:ext uri="{FF2B5EF4-FFF2-40B4-BE49-F238E27FC236}">
                            <a16:creationId xmlns:a16="http://schemas.microsoft.com/office/drawing/2014/main" id="{088A8269-0DC8-4C6D-8155-812BDC9A34D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2" name="直線コネクタ 132121">
                        <a:extLst>
                          <a:ext uri="{FF2B5EF4-FFF2-40B4-BE49-F238E27FC236}">
                            <a16:creationId xmlns:a16="http://schemas.microsoft.com/office/drawing/2014/main" id="{4666EFA0-2946-4F2E-B822-EB708D4179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3" name="直線コネクタ 132122">
                        <a:extLst>
                          <a:ext uri="{FF2B5EF4-FFF2-40B4-BE49-F238E27FC236}">
                            <a16:creationId xmlns:a16="http://schemas.microsoft.com/office/drawing/2014/main" id="{F339085E-133D-45C6-A920-D9DC4898E5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4" name="直線コネクタ 132123">
                        <a:extLst>
                          <a:ext uri="{FF2B5EF4-FFF2-40B4-BE49-F238E27FC236}">
                            <a16:creationId xmlns:a16="http://schemas.microsoft.com/office/drawing/2014/main" id="{0E19F3C0-674B-4D1F-B9F0-6BE540B1888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5" name="直線コネクタ 132124">
                        <a:extLst>
                          <a:ext uri="{FF2B5EF4-FFF2-40B4-BE49-F238E27FC236}">
                            <a16:creationId xmlns:a16="http://schemas.microsoft.com/office/drawing/2014/main" id="{0567E141-83AD-4D1C-8BE9-D00DC5EE4F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6" name="直線コネクタ 132125">
                        <a:extLst>
                          <a:ext uri="{FF2B5EF4-FFF2-40B4-BE49-F238E27FC236}">
                            <a16:creationId xmlns:a16="http://schemas.microsoft.com/office/drawing/2014/main" id="{D5D3A2C1-3751-4040-98D3-6462F55983F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7" name="直線コネクタ 132126">
                        <a:extLst>
                          <a:ext uri="{FF2B5EF4-FFF2-40B4-BE49-F238E27FC236}">
                            <a16:creationId xmlns:a16="http://schemas.microsoft.com/office/drawing/2014/main" id="{E0421A3B-2414-4881-9913-FEC91183DB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8" name="直線コネクタ 132127">
                        <a:extLst>
                          <a:ext uri="{FF2B5EF4-FFF2-40B4-BE49-F238E27FC236}">
                            <a16:creationId xmlns:a16="http://schemas.microsoft.com/office/drawing/2014/main" id="{C950BD50-982F-44DD-9E6B-25E32419DC4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29" name="直線コネクタ 132128">
                        <a:extLst>
                          <a:ext uri="{FF2B5EF4-FFF2-40B4-BE49-F238E27FC236}">
                            <a16:creationId xmlns:a16="http://schemas.microsoft.com/office/drawing/2014/main" id="{F900278C-18E0-4AE9-AD30-D16FE25C66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0" name="直線コネクタ 132129">
                        <a:extLst>
                          <a:ext uri="{FF2B5EF4-FFF2-40B4-BE49-F238E27FC236}">
                            <a16:creationId xmlns:a16="http://schemas.microsoft.com/office/drawing/2014/main" id="{0EE0DE02-0841-4271-B8FB-F30D9EDF8B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1" name="直線コネクタ 132130">
                        <a:extLst>
                          <a:ext uri="{FF2B5EF4-FFF2-40B4-BE49-F238E27FC236}">
                            <a16:creationId xmlns:a16="http://schemas.microsoft.com/office/drawing/2014/main" id="{C12385DC-34B0-4B91-826E-B0FDF8DB80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2" name="直線コネクタ 132131">
                        <a:extLst>
                          <a:ext uri="{FF2B5EF4-FFF2-40B4-BE49-F238E27FC236}">
                            <a16:creationId xmlns:a16="http://schemas.microsoft.com/office/drawing/2014/main" id="{E0FD138B-C383-4D84-8118-C3D09228EF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3" name="直線コネクタ 132132">
                        <a:extLst>
                          <a:ext uri="{FF2B5EF4-FFF2-40B4-BE49-F238E27FC236}">
                            <a16:creationId xmlns:a16="http://schemas.microsoft.com/office/drawing/2014/main" id="{043C0CCD-DB8B-4F5B-9397-E499DB5ED45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4" name="直線コネクタ 132133">
                        <a:extLst>
                          <a:ext uri="{FF2B5EF4-FFF2-40B4-BE49-F238E27FC236}">
                            <a16:creationId xmlns:a16="http://schemas.microsoft.com/office/drawing/2014/main" id="{448A5688-DC26-4C23-B2A7-8C1CCA0310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5" name="直線コネクタ 132134">
                        <a:extLst>
                          <a:ext uri="{FF2B5EF4-FFF2-40B4-BE49-F238E27FC236}">
                            <a16:creationId xmlns:a16="http://schemas.microsoft.com/office/drawing/2014/main" id="{29644CD3-07CB-4EC7-9A95-F9A3CB764F1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6" name="直線コネクタ 132135">
                        <a:extLst>
                          <a:ext uri="{FF2B5EF4-FFF2-40B4-BE49-F238E27FC236}">
                            <a16:creationId xmlns:a16="http://schemas.microsoft.com/office/drawing/2014/main" id="{D2B35A86-125D-44E4-9E58-A96305F909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7" name="直線コネクタ 132136">
                        <a:extLst>
                          <a:ext uri="{FF2B5EF4-FFF2-40B4-BE49-F238E27FC236}">
                            <a16:creationId xmlns:a16="http://schemas.microsoft.com/office/drawing/2014/main" id="{B712C177-7A9B-4ECA-96CC-CB1CBE12341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8" name="直線コネクタ 132137">
                        <a:extLst>
                          <a:ext uri="{FF2B5EF4-FFF2-40B4-BE49-F238E27FC236}">
                            <a16:creationId xmlns:a16="http://schemas.microsoft.com/office/drawing/2014/main" id="{79F03F56-CEC5-475C-B343-38BB6613049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39" name="直線コネクタ 132138">
                        <a:extLst>
                          <a:ext uri="{FF2B5EF4-FFF2-40B4-BE49-F238E27FC236}">
                            <a16:creationId xmlns:a16="http://schemas.microsoft.com/office/drawing/2014/main" id="{AD5BA5DA-74B4-42C5-BD04-BCFAD6FCFF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40" name="直線コネクタ 132139">
                        <a:extLst>
                          <a:ext uri="{FF2B5EF4-FFF2-40B4-BE49-F238E27FC236}">
                            <a16:creationId xmlns:a16="http://schemas.microsoft.com/office/drawing/2014/main" id="{F052A2C6-828D-4146-9256-12A1C90E2D2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41" name="直線コネクタ 132140">
                        <a:extLst>
                          <a:ext uri="{FF2B5EF4-FFF2-40B4-BE49-F238E27FC236}">
                            <a16:creationId xmlns:a16="http://schemas.microsoft.com/office/drawing/2014/main" id="{112F9FEA-E6F5-4E3D-A0E5-0FD3611192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42" name="直線コネクタ 132141">
                        <a:extLst>
                          <a:ext uri="{FF2B5EF4-FFF2-40B4-BE49-F238E27FC236}">
                            <a16:creationId xmlns:a16="http://schemas.microsoft.com/office/drawing/2014/main" id="{84EC59F9-D59C-4B4B-8855-AD5DF8FFDD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43" name="直線コネクタ 132142">
                        <a:extLst>
                          <a:ext uri="{FF2B5EF4-FFF2-40B4-BE49-F238E27FC236}">
                            <a16:creationId xmlns:a16="http://schemas.microsoft.com/office/drawing/2014/main" id="{6AB71C7A-C975-44FB-AD68-647988A08D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44" name="直線コネクタ 132143">
                        <a:extLst>
                          <a:ext uri="{FF2B5EF4-FFF2-40B4-BE49-F238E27FC236}">
                            <a16:creationId xmlns:a16="http://schemas.microsoft.com/office/drawing/2014/main" id="{B8851B73-EF86-400D-9F1A-74781C0A3B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45" name="直線コネクタ 132144">
                        <a:extLst>
                          <a:ext uri="{FF2B5EF4-FFF2-40B4-BE49-F238E27FC236}">
                            <a16:creationId xmlns:a16="http://schemas.microsoft.com/office/drawing/2014/main" id="{9B354639-821D-45DD-B16B-08E3A9C4B7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46" name="直線コネクタ 132145">
                        <a:extLst>
                          <a:ext uri="{FF2B5EF4-FFF2-40B4-BE49-F238E27FC236}">
                            <a16:creationId xmlns:a16="http://schemas.microsoft.com/office/drawing/2014/main" id="{C0BF2FC1-ADFE-40D9-BEC2-96BFC77E82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147" name="直線コネクタ 132146">
                        <a:extLst>
                          <a:ext uri="{FF2B5EF4-FFF2-40B4-BE49-F238E27FC236}">
                            <a16:creationId xmlns:a16="http://schemas.microsoft.com/office/drawing/2014/main" id="{8562BFDC-8E53-4E5C-86B0-91E2BE1A0C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931" name="グループ化 131930">
                      <a:extLst>
                        <a:ext uri="{FF2B5EF4-FFF2-40B4-BE49-F238E27FC236}">
                          <a16:creationId xmlns:a16="http://schemas.microsoft.com/office/drawing/2014/main" id="{33125644-BAD0-4F43-AB08-2E4876BB4E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32097" name="正方形/長方形 132096">
                        <a:extLst>
                          <a:ext uri="{FF2B5EF4-FFF2-40B4-BE49-F238E27FC236}">
                            <a16:creationId xmlns:a16="http://schemas.microsoft.com/office/drawing/2014/main" id="{AB32C610-D96B-4E81-9ED7-4158FF2851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098" name="正方形/長方形 132097">
                        <a:extLst>
                          <a:ext uri="{FF2B5EF4-FFF2-40B4-BE49-F238E27FC236}">
                            <a16:creationId xmlns:a16="http://schemas.microsoft.com/office/drawing/2014/main" id="{2C5DE81D-10CB-4B3D-B7F8-D7D57E9D31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099" name="正方形/長方形 132098">
                        <a:extLst>
                          <a:ext uri="{FF2B5EF4-FFF2-40B4-BE49-F238E27FC236}">
                            <a16:creationId xmlns:a16="http://schemas.microsoft.com/office/drawing/2014/main" id="{F3913BBB-8BF2-4857-B909-21789E1E6E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100" name="正方形/長方形 132099">
                        <a:extLst>
                          <a:ext uri="{FF2B5EF4-FFF2-40B4-BE49-F238E27FC236}">
                            <a16:creationId xmlns:a16="http://schemas.microsoft.com/office/drawing/2014/main" id="{9D0F00EC-C59C-49DD-A2B6-2AAFBDD0CB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101" name="正方形/長方形 132100">
                        <a:extLst>
                          <a:ext uri="{FF2B5EF4-FFF2-40B4-BE49-F238E27FC236}">
                            <a16:creationId xmlns:a16="http://schemas.microsoft.com/office/drawing/2014/main" id="{C7DEEE23-E7DD-4F10-AA81-03E64053B8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102" name="正方形/長方形 132101">
                        <a:extLst>
                          <a:ext uri="{FF2B5EF4-FFF2-40B4-BE49-F238E27FC236}">
                            <a16:creationId xmlns:a16="http://schemas.microsoft.com/office/drawing/2014/main" id="{62E6719F-6A89-40D0-9069-7DFB27895A7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103" name="正方形/長方形 132102">
                        <a:extLst>
                          <a:ext uri="{FF2B5EF4-FFF2-40B4-BE49-F238E27FC236}">
                            <a16:creationId xmlns:a16="http://schemas.microsoft.com/office/drawing/2014/main" id="{2A0002D6-0110-4A12-88D2-E29FC00101C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104" name="正方形/長方形 132103">
                        <a:extLst>
                          <a:ext uri="{FF2B5EF4-FFF2-40B4-BE49-F238E27FC236}">
                            <a16:creationId xmlns:a16="http://schemas.microsoft.com/office/drawing/2014/main" id="{C580D812-00C1-43F0-9E75-F5F04EE9D3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2105" name="正方形/長方形 132104">
                        <a:extLst>
                          <a:ext uri="{FF2B5EF4-FFF2-40B4-BE49-F238E27FC236}">
                            <a16:creationId xmlns:a16="http://schemas.microsoft.com/office/drawing/2014/main" id="{7F98EE8E-35AC-4226-B974-E74DDA6BAA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31932" name="グループ化 131931">
                      <a:extLst>
                        <a:ext uri="{FF2B5EF4-FFF2-40B4-BE49-F238E27FC236}">
                          <a16:creationId xmlns:a16="http://schemas.microsoft.com/office/drawing/2014/main" id="{AA644286-3AFD-4031-AB16-896E067C1A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2089" name="直線コネクタ 132088">
                        <a:extLst>
                          <a:ext uri="{FF2B5EF4-FFF2-40B4-BE49-F238E27FC236}">
                            <a16:creationId xmlns:a16="http://schemas.microsoft.com/office/drawing/2014/main" id="{42A602F5-64FD-40BE-84AA-12C66FC9B4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90" name="直線コネクタ 132089">
                        <a:extLst>
                          <a:ext uri="{FF2B5EF4-FFF2-40B4-BE49-F238E27FC236}">
                            <a16:creationId xmlns:a16="http://schemas.microsoft.com/office/drawing/2014/main" id="{0351436E-27F6-47C5-B2B7-C45A89240D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91" name="直線コネクタ 132090">
                        <a:extLst>
                          <a:ext uri="{FF2B5EF4-FFF2-40B4-BE49-F238E27FC236}">
                            <a16:creationId xmlns:a16="http://schemas.microsoft.com/office/drawing/2014/main" id="{0875FF89-F1A3-4C48-9803-7C42B7F9106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92" name="直線コネクタ 132091">
                        <a:extLst>
                          <a:ext uri="{FF2B5EF4-FFF2-40B4-BE49-F238E27FC236}">
                            <a16:creationId xmlns:a16="http://schemas.microsoft.com/office/drawing/2014/main" id="{0FB4E09F-8D79-49CE-96EA-198B6F17B9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93" name="直線コネクタ 132092">
                        <a:extLst>
                          <a:ext uri="{FF2B5EF4-FFF2-40B4-BE49-F238E27FC236}">
                            <a16:creationId xmlns:a16="http://schemas.microsoft.com/office/drawing/2014/main" id="{62776BA8-8128-428E-AC46-18ECA7E66E9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94" name="直線コネクタ 132093">
                        <a:extLst>
                          <a:ext uri="{FF2B5EF4-FFF2-40B4-BE49-F238E27FC236}">
                            <a16:creationId xmlns:a16="http://schemas.microsoft.com/office/drawing/2014/main" id="{7E035DCA-9720-4203-B769-0E0243EC21D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95" name="直線コネクタ 132094">
                        <a:extLst>
                          <a:ext uri="{FF2B5EF4-FFF2-40B4-BE49-F238E27FC236}">
                            <a16:creationId xmlns:a16="http://schemas.microsoft.com/office/drawing/2014/main" id="{96EB67CB-B094-480E-A9C4-99730671DD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96" name="直線コネクタ 132095">
                        <a:extLst>
                          <a:ext uri="{FF2B5EF4-FFF2-40B4-BE49-F238E27FC236}">
                            <a16:creationId xmlns:a16="http://schemas.microsoft.com/office/drawing/2014/main" id="{46650594-DBE7-4402-9322-8F50B43AD8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933" name="グループ化 131932">
                      <a:extLst>
                        <a:ext uri="{FF2B5EF4-FFF2-40B4-BE49-F238E27FC236}">
                          <a16:creationId xmlns:a16="http://schemas.microsoft.com/office/drawing/2014/main" id="{0B00A20D-2A89-4874-B005-0BBFBBC6B4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2081" name="直線コネクタ 132080">
                        <a:extLst>
                          <a:ext uri="{FF2B5EF4-FFF2-40B4-BE49-F238E27FC236}">
                            <a16:creationId xmlns:a16="http://schemas.microsoft.com/office/drawing/2014/main" id="{F62F4880-4DB8-4F1E-94B1-5234835CA3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82" name="直線コネクタ 132081">
                        <a:extLst>
                          <a:ext uri="{FF2B5EF4-FFF2-40B4-BE49-F238E27FC236}">
                            <a16:creationId xmlns:a16="http://schemas.microsoft.com/office/drawing/2014/main" id="{CD7F289B-18F0-4D07-A403-DAE61F66847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83" name="直線コネクタ 132082">
                        <a:extLst>
                          <a:ext uri="{FF2B5EF4-FFF2-40B4-BE49-F238E27FC236}">
                            <a16:creationId xmlns:a16="http://schemas.microsoft.com/office/drawing/2014/main" id="{44F95A96-148B-4F6F-985D-8695685A28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84" name="直線コネクタ 132083">
                        <a:extLst>
                          <a:ext uri="{FF2B5EF4-FFF2-40B4-BE49-F238E27FC236}">
                            <a16:creationId xmlns:a16="http://schemas.microsoft.com/office/drawing/2014/main" id="{D5085A0E-7F4A-4BF3-8B0C-FA5E3C3358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85" name="直線コネクタ 132084">
                        <a:extLst>
                          <a:ext uri="{FF2B5EF4-FFF2-40B4-BE49-F238E27FC236}">
                            <a16:creationId xmlns:a16="http://schemas.microsoft.com/office/drawing/2014/main" id="{2431DEED-FEB2-4DB7-9749-4F768D3021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86" name="直線コネクタ 132085">
                        <a:extLst>
                          <a:ext uri="{FF2B5EF4-FFF2-40B4-BE49-F238E27FC236}">
                            <a16:creationId xmlns:a16="http://schemas.microsoft.com/office/drawing/2014/main" id="{239C6DC1-C754-46F2-B0C9-592FFDEC95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87" name="直線コネクタ 132086">
                        <a:extLst>
                          <a:ext uri="{FF2B5EF4-FFF2-40B4-BE49-F238E27FC236}">
                            <a16:creationId xmlns:a16="http://schemas.microsoft.com/office/drawing/2014/main" id="{24CB401F-2388-4F07-B50F-E1A9046811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88" name="直線コネクタ 132087">
                        <a:extLst>
                          <a:ext uri="{FF2B5EF4-FFF2-40B4-BE49-F238E27FC236}">
                            <a16:creationId xmlns:a16="http://schemas.microsoft.com/office/drawing/2014/main" id="{36A74DB6-ACEE-45BD-99CE-5D4089F77A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934" name="グループ化 131933">
                      <a:extLst>
                        <a:ext uri="{FF2B5EF4-FFF2-40B4-BE49-F238E27FC236}">
                          <a16:creationId xmlns:a16="http://schemas.microsoft.com/office/drawing/2014/main" id="{D6A6B1EC-AB43-417D-AD14-BCA564E417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2039" name="直線コネクタ 132038">
                        <a:extLst>
                          <a:ext uri="{FF2B5EF4-FFF2-40B4-BE49-F238E27FC236}">
                            <a16:creationId xmlns:a16="http://schemas.microsoft.com/office/drawing/2014/main" id="{BEDCBF74-7EDC-43AF-B926-93DCCA8765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0" name="直線コネクタ 132039">
                        <a:extLst>
                          <a:ext uri="{FF2B5EF4-FFF2-40B4-BE49-F238E27FC236}">
                            <a16:creationId xmlns:a16="http://schemas.microsoft.com/office/drawing/2014/main" id="{890843C3-96C4-41AE-A6A3-E0A65FAA7E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1" name="直線コネクタ 132040">
                        <a:extLst>
                          <a:ext uri="{FF2B5EF4-FFF2-40B4-BE49-F238E27FC236}">
                            <a16:creationId xmlns:a16="http://schemas.microsoft.com/office/drawing/2014/main" id="{F80BB343-00EE-41AB-A5DB-6AE138E736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2" name="直線コネクタ 132041">
                        <a:extLst>
                          <a:ext uri="{FF2B5EF4-FFF2-40B4-BE49-F238E27FC236}">
                            <a16:creationId xmlns:a16="http://schemas.microsoft.com/office/drawing/2014/main" id="{4F68CA4A-D683-4CD5-8426-2521CE62FD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3" name="直線コネクタ 132042">
                        <a:extLst>
                          <a:ext uri="{FF2B5EF4-FFF2-40B4-BE49-F238E27FC236}">
                            <a16:creationId xmlns:a16="http://schemas.microsoft.com/office/drawing/2014/main" id="{2DABF11D-4E99-4B34-94CB-5AAC5E50FB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4" name="直線コネクタ 132043">
                        <a:extLst>
                          <a:ext uri="{FF2B5EF4-FFF2-40B4-BE49-F238E27FC236}">
                            <a16:creationId xmlns:a16="http://schemas.microsoft.com/office/drawing/2014/main" id="{6F762D05-7A0F-4017-93B1-B1BD8D133D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5" name="直線コネクタ 132044">
                        <a:extLst>
                          <a:ext uri="{FF2B5EF4-FFF2-40B4-BE49-F238E27FC236}">
                            <a16:creationId xmlns:a16="http://schemas.microsoft.com/office/drawing/2014/main" id="{1CBE46AC-FAC2-478A-9FE8-24A8A14078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6" name="直線コネクタ 132045">
                        <a:extLst>
                          <a:ext uri="{FF2B5EF4-FFF2-40B4-BE49-F238E27FC236}">
                            <a16:creationId xmlns:a16="http://schemas.microsoft.com/office/drawing/2014/main" id="{C34E03DA-AFF9-41D5-814A-C0D3921EBE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7" name="直線コネクタ 132046">
                        <a:extLst>
                          <a:ext uri="{FF2B5EF4-FFF2-40B4-BE49-F238E27FC236}">
                            <a16:creationId xmlns:a16="http://schemas.microsoft.com/office/drawing/2014/main" id="{A573137C-4671-4533-AE8B-1353D72CB8A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8" name="直線コネクタ 132047">
                        <a:extLst>
                          <a:ext uri="{FF2B5EF4-FFF2-40B4-BE49-F238E27FC236}">
                            <a16:creationId xmlns:a16="http://schemas.microsoft.com/office/drawing/2014/main" id="{29C3D94F-510D-4F00-A76C-B83B36AD815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49" name="直線コネクタ 132048">
                        <a:extLst>
                          <a:ext uri="{FF2B5EF4-FFF2-40B4-BE49-F238E27FC236}">
                            <a16:creationId xmlns:a16="http://schemas.microsoft.com/office/drawing/2014/main" id="{74FDF861-9986-4AF8-ABAF-1E13FA43D6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0" name="直線コネクタ 132049">
                        <a:extLst>
                          <a:ext uri="{FF2B5EF4-FFF2-40B4-BE49-F238E27FC236}">
                            <a16:creationId xmlns:a16="http://schemas.microsoft.com/office/drawing/2014/main" id="{335424C9-D6B8-4CCD-B487-0B5C9B7417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1" name="直線コネクタ 132050">
                        <a:extLst>
                          <a:ext uri="{FF2B5EF4-FFF2-40B4-BE49-F238E27FC236}">
                            <a16:creationId xmlns:a16="http://schemas.microsoft.com/office/drawing/2014/main" id="{967F9BEF-AFFF-4709-B9BA-A2DDC7DD10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2" name="直線コネクタ 132051">
                        <a:extLst>
                          <a:ext uri="{FF2B5EF4-FFF2-40B4-BE49-F238E27FC236}">
                            <a16:creationId xmlns:a16="http://schemas.microsoft.com/office/drawing/2014/main" id="{C9D85067-FDF1-41A0-8BE6-53903B2E6B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3" name="直線コネクタ 132052">
                        <a:extLst>
                          <a:ext uri="{FF2B5EF4-FFF2-40B4-BE49-F238E27FC236}">
                            <a16:creationId xmlns:a16="http://schemas.microsoft.com/office/drawing/2014/main" id="{17D1A993-B918-46ED-B2C4-D8F3F83CEC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4" name="直線コネクタ 132053">
                        <a:extLst>
                          <a:ext uri="{FF2B5EF4-FFF2-40B4-BE49-F238E27FC236}">
                            <a16:creationId xmlns:a16="http://schemas.microsoft.com/office/drawing/2014/main" id="{6670D99F-AED3-4BB6-B69A-07514EB76C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5" name="直線コネクタ 132054">
                        <a:extLst>
                          <a:ext uri="{FF2B5EF4-FFF2-40B4-BE49-F238E27FC236}">
                            <a16:creationId xmlns:a16="http://schemas.microsoft.com/office/drawing/2014/main" id="{7C7022F3-3EE0-45F5-AF21-84CAFC4164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6" name="直線コネクタ 132055">
                        <a:extLst>
                          <a:ext uri="{FF2B5EF4-FFF2-40B4-BE49-F238E27FC236}">
                            <a16:creationId xmlns:a16="http://schemas.microsoft.com/office/drawing/2014/main" id="{5C68B6ED-8C98-4DD0-B0EE-AA58B29F6E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7" name="直線コネクタ 132056">
                        <a:extLst>
                          <a:ext uri="{FF2B5EF4-FFF2-40B4-BE49-F238E27FC236}">
                            <a16:creationId xmlns:a16="http://schemas.microsoft.com/office/drawing/2014/main" id="{223ED245-BCAB-41D1-A746-87169797EA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8" name="直線コネクタ 132057">
                        <a:extLst>
                          <a:ext uri="{FF2B5EF4-FFF2-40B4-BE49-F238E27FC236}">
                            <a16:creationId xmlns:a16="http://schemas.microsoft.com/office/drawing/2014/main" id="{8CA83B1B-9176-42E6-9ED3-6A5DE40A7B9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59" name="直線コネクタ 132058">
                        <a:extLst>
                          <a:ext uri="{FF2B5EF4-FFF2-40B4-BE49-F238E27FC236}">
                            <a16:creationId xmlns:a16="http://schemas.microsoft.com/office/drawing/2014/main" id="{6262A54E-6826-4B9B-B5E5-2FDD96B549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0" name="直線コネクタ 132059">
                        <a:extLst>
                          <a:ext uri="{FF2B5EF4-FFF2-40B4-BE49-F238E27FC236}">
                            <a16:creationId xmlns:a16="http://schemas.microsoft.com/office/drawing/2014/main" id="{0EB694DB-206A-4AE3-BADA-B3612575C54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1" name="直線コネクタ 132060">
                        <a:extLst>
                          <a:ext uri="{FF2B5EF4-FFF2-40B4-BE49-F238E27FC236}">
                            <a16:creationId xmlns:a16="http://schemas.microsoft.com/office/drawing/2014/main" id="{BE4572D6-C5E9-4068-BAC0-8AE7DC780D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2" name="直線コネクタ 132061">
                        <a:extLst>
                          <a:ext uri="{FF2B5EF4-FFF2-40B4-BE49-F238E27FC236}">
                            <a16:creationId xmlns:a16="http://schemas.microsoft.com/office/drawing/2014/main" id="{E3F64791-E5E1-4C03-950C-81CFD79FA4E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3" name="直線コネクタ 132062">
                        <a:extLst>
                          <a:ext uri="{FF2B5EF4-FFF2-40B4-BE49-F238E27FC236}">
                            <a16:creationId xmlns:a16="http://schemas.microsoft.com/office/drawing/2014/main" id="{A23E23FD-5463-40E1-9BB2-A93CD2E9FA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4" name="直線コネクタ 132063">
                        <a:extLst>
                          <a:ext uri="{FF2B5EF4-FFF2-40B4-BE49-F238E27FC236}">
                            <a16:creationId xmlns:a16="http://schemas.microsoft.com/office/drawing/2014/main" id="{00208F78-EDDB-4485-AD02-50CE351059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5" name="直線コネクタ 132064">
                        <a:extLst>
                          <a:ext uri="{FF2B5EF4-FFF2-40B4-BE49-F238E27FC236}">
                            <a16:creationId xmlns:a16="http://schemas.microsoft.com/office/drawing/2014/main" id="{882D5CC1-BF9B-40F6-8DCF-D9692CAEA3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6" name="直線コネクタ 132065">
                        <a:extLst>
                          <a:ext uri="{FF2B5EF4-FFF2-40B4-BE49-F238E27FC236}">
                            <a16:creationId xmlns:a16="http://schemas.microsoft.com/office/drawing/2014/main" id="{04836CE3-08D4-49D4-B8B7-939057DB9A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7" name="直線コネクタ 132066">
                        <a:extLst>
                          <a:ext uri="{FF2B5EF4-FFF2-40B4-BE49-F238E27FC236}">
                            <a16:creationId xmlns:a16="http://schemas.microsoft.com/office/drawing/2014/main" id="{430B5411-2066-4213-8725-82EE8F728C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8" name="直線コネクタ 132067">
                        <a:extLst>
                          <a:ext uri="{FF2B5EF4-FFF2-40B4-BE49-F238E27FC236}">
                            <a16:creationId xmlns:a16="http://schemas.microsoft.com/office/drawing/2014/main" id="{4A98887F-D758-4030-92C0-24F8995CE89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69" name="直線コネクタ 132068">
                        <a:extLst>
                          <a:ext uri="{FF2B5EF4-FFF2-40B4-BE49-F238E27FC236}">
                            <a16:creationId xmlns:a16="http://schemas.microsoft.com/office/drawing/2014/main" id="{94E499D9-54C4-402B-9333-8DC616E7FC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0" name="直線コネクタ 132069">
                        <a:extLst>
                          <a:ext uri="{FF2B5EF4-FFF2-40B4-BE49-F238E27FC236}">
                            <a16:creationId xmlns:a16="http://schemas.microsoft.com/office/drawing/2014/main" id="{B2A10AA9-E9A7-48FF-8CCB-FDF01371B2D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1" name="直線コネクタ 132070">
                        <a:extLst>
                          <a:ext uri="{FF2B5EF4-FFF2-40B4-BE49-F238E27FC236}">
                            <a16:creationId xmlns:a16="http://schemas.microsoft.com/office/drawing/2014/main" id="{FEA5B5B1-1830-4EEE-B89B-E744A05F33B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2" name="直線コネクタ 132071">
                        <a:extLst>
                          <a:ext uri="{FF2B5EF4-FFF2-40B4-BE49-F238E27FC236}">
                            <a16:creationId xmlns:a16="http://schemas.microsoft.com/office/drawing/2014/main" id="{75B4A585-7ACA-4203-8862-4966E64673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3" name="直線コネクタ 132072">
                        <a:extLst>
                          <a:ext uri="{FF2B5EF4-FFF2-40B4-BE49-F238E27FC236}">
                            <a16:creationId xmlns:a16="http://schemas.microsoft.com/office/drawing/2014/main" id="{1E8FA62B-01DF-4C44-8612-BCBD82F6D50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4" name="直線コネクタ 132073">
                        <a:extLst>
                          <a:ext uri="{FF2B5EF4-FFF2-40B4-BE49-F238E27FC236}">
                            <a16:creationId xmlns:a16="http://schemas.microsoft.com/office/drawing/2014/main" id="{7DF97DF1-08ED-4E93-AFE3-30F3DCEDEFC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5" name="直線コネクタ 132074">
                        <a:extLst>
                          <a:ext uri="{FF2B5EF4-FFF2-40B4-BE49-F238E27FC236}">
                            <a16:creationId xmlns:a16="http://schemas.microsoft.com/office/drawing/2014/main" id="{BCA06123-A424-4457-B1E9-112317FCDE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6" name="直線コネクタ 132075">
                        <a:extLst>
                          <a:ext uri="{FF2B5EF4-FFF2-40B4-BE49-F238E27FC236}">
                            <a16:creationId xmlns:a16="http://schemas.microsoft.com/office/drawing/2014/main" id="{C3AB939A-DF7C-4E61-B8D1-8578D4D173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7" name="直線コネクタ 132076">
                        <a:extLst>
                          <a:ext uri="{FF2B5EF4-FFF2-40B4-BE49-F238E27FC236}">
                            <a16:creationId xmlns:a16="http://schemas.microsoft.com/office/drawing/2014/main" id="{75E82A8C-97ED-404D-AE3D-600A5A11E99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8" name="直線コネクタ 132077">
                        <a:extLst>
                          <a:ext uri="{FF2B5EF4-FFF2-40B4-BE49-F238E27FC236}">
                            <a16:creationId xmlns:a16="http://schemas.microsoft.com/office/drawing/2014/main" id="{549B204D-1D60-4631-950F-65DBE43F3A8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79" name="直線コネクタ 132078">
                        <a:extLst>
                          <a:ext uri="{FF2B5EF4-FFF2-40B4-BE49-F238E27FC236}">
                            <a16:creationId xmlns:a16="http://schemas.microsoft.com/office/drawing/2014/main" id="{FA6D54B7-D90B-49EE-927C-6428D3C68B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80" name="直線コネクタ 132079">
                        <a:extLst>
                          <a:ext uri="{FF2B5EF4-FFF2-40B4-BE49-F238E27FC236}">
                            <a16:creationId xmlns:a16="http://schemas.microsoft.com/office/drawing/2014/main" id="{618859E6-2245-44DF-957C-AF7FDEEC0F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935" name="グループ化 131934">
                      <a:extLst>
                        <a:ext uri="{FF2B5EF4-FFF2-40B4-BE49-F238E27FC236}">
                          <a16:creationId xmlns:a16="http://schemas.microsoft.com/office/drawing/2014/main" id="{88908C6C-472C-4E53-83D9-9233F20E27DE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997" name="直線コネクタ 131996">
                        <a:extLst>
                          <a:ext uri="{FF2B5EF4-FFF2-40B4-BE49-F238E27FC236}">
                            <a16:creationId xmlns:a16="http://schemas.microsoft.com/office/drawing/2014/main" id="{78BF437D-5DA4-41AB-BED8-2B5E52D4397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8" name="直線コネクタ 131997">
                        <a:extLst>
                          <a:ext uri="{FF2B5EF4-FFF2-40B4-BE49-F238E27FC236}">
                            <a16:creationId xmlns:a16="http://schemas.microsoft.com/office/drawing/2014/main" id="{2B0A277E-256D-4F9A-90D1-5F529B2572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9" name="直線コネクタ 131998">
                        <a:extLst>
                          <a:ext uri="{FF2B5EF4-FFF2-40B4-BE49-F238E27FC236}">
                            <a16:creationId xmlns:a16="http://schemas.microsoft.com/office/drawing/2014/main" id="{A9FFF6EB-A968-4DFE-B65E-07E9F3068A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0" name="直線コネクタ 131999">
                        <a:extLst>
                          <a:ext uri="{FF2B5EF4-FFF2-40B4-BE49-F238E27FC236}">
                            <a16:creationId xmlns:a16="http://schemas.microsoft.com/office/drawing/2014/main" id="{1725714B-6494-4DA5-A269-D3FFCEBF8E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1" name="直線コネクタ 132000">
                        <a:extLst>
                          <a:ext uri="{FF2B5EF4-FFF2-40B4-BE49-F238E27FC236}">
                            <a16:creationId xmlns:a16="http://schemas.microsoft.com/office/drawing/2014/main" id="{AF66119A-8C30-486F-9644-9C77BB89AA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2" name="直線コネクタ 132001">
                        <a:extLst>
                          <a:ext uri="{FF2B5EF4-FFF2-40B4-BE49-F238E27FC236}">
                            <a16:creationId xmlns:a16="http://schemas.microsoft.com/office/drawing/2014/main" id="{6A4C3881-CC2D-44C7-A979-8D2A3F28C77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3" name="直線コネクタ 132002">
                        <a:extLst>
                          <a:ext uri="{FF2B5EF4-FFF2-40B4-BE49-F238E27FC236}">
                            <a16:creationId xmlns:a16="http://schemas.microsoft.com/office/drawing/2014/main" id="{CB7B6BFD-28B2-4928-8044-C69631CF9D3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4" name="直線コネクタ 132003">
                        <a:extLst>
                          <a:ext uri="{FF2B5EF4-FFF2-40B4-BE49-F238E27FC236}">
                            <a16:creationId xmlns:a16="http://schemas.microsoft.com/office/drawing/2014/main" id="{1E251851-4FEB-41A1-8071-C61F6C042E3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5" name="直線コネクタ 132004">
                        <a:extLst>
                          <a:ext uri="{FF2B5EF4-FFF2-40B4-BE49-F238E27FC236}">
                            <a16:creationId xmlns:a16="http://schemas.microsoft.com/office/drawing/2014/main" id="{89CAA618-2B66-4E87-B05E-C7508AD28C9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6" name="直線コネクタ 132005">
                        <a:extLst>
                          <a:ext uri="{FF2B5EF4-FFF2-40B4-BE49-F238E27FC236}">
                            <a16:creationId xmlns:a16="http://schemas.microsoft.com/office/drawing/2014/main" id="{47D7C758-D6FF-46C1-B64E-7411B45F3AC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7" name="直線コネクタ 132006">
                        <a:extLst>
                          <a:ext uri="{FF2B5EF4-FFF2-40B4-BE49-F238E27FC236}">
                            <a16:creationId xmlns:a16="http://schemas.microsoft.com/office/drawing/2014/main" id="{B31997AF-355C-474D-99F2-A80DA60593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8" name="直線コネクタ 132007">
                        <a:extLst>
                          <a:ext uri="{FF2B5EF4-FFF2-40B4-BE49-F238E27FC236}">
                            <a16:creationId xmlns:a16="http://schemas.microsoft.com/office/drawing/2014/main" id="{21064FEC-283E-4FF3-B5A7-BF464E84BFD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09" name="直線コネクタ 132008">
                        <a:extLst>
                          <a:ext uri="{FF2B5EF4-FFF2-40B4-BE49-F238E27FC236}">
                            <a16:creationId xmlns:a16="http://schemas.microsoft.com/office/drawing/2014/main" id="{C687A56F-D442-431A-8F4F-778FF11CFF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0" name="直線コネクタ 132009">
                        <a:extLst>
                          <a:ext uri="{FF2B5EF4-FFF2-40B4-BE49-F238E27FC236}">
                            <a16:creationId xmlns:a16="http://schemas.microsoft.com/office/drawing/2014/main" id="{D0AC8530-BF7D-4F4A-9090-6778FF8091D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1" name="直線コネクタ 132010">
                        <a:extLst>
                          <a:ext uri="{FF2B5EF4-FFF2-40B4-BE49-F238E27FC236}">
                            <a16:creationId xmlns:a16="http://schemas.microsoft.com/office/drawing/2014/main" id="{18DB7137-4685-4011-99AB-7488BE2EA2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2" name="直線コネクタ 132011">
                        <a:extLst>
                          <a:ext uri="{FF2B5EF4-FFF2-40B4-BE49-F238E27FC236}">
                            <a16:creationId xmlns:a16="http://schemas.microsoft.com/office/drawing/2014/main" id="{7FDA7455-4700-4DC2-9AFA-99EAD4A364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3" name="直線コネクタ 132012">
                        <a:extLst>
                          <a:ext uri="{FF2B5EF4-FFF2-40B4-BE49-F238E27FC236}">
                            <a16:creationId xmlns:a16="http://schemas.microsoft.com/office/drawing/2014/main" id="{6D0753B9-1EC2-41B2-84CA-AB0BA61DCE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4" name="直線コネクタ 132013">
                        <a:extLst>
                          <a:ext uri="{FF2B5EF4-FFF2-40B4-BE49-F238E27FC236}">
                            <a16:creationId xmlns:a16="http://schemas.microsoft.com/office/drawing/2014/main" id="{DBE7F308-3FE9-47B5-B486-233F9E9618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5" name="直線コネクタ 132014">
                        <a:extLst>
                          <a:ext uri="{FF2B5EF4-FFF2-40B4-BE49-F238E27FC236}">
                            <a16:creationId xmlns:a16="http://schemas.microsoft.com/office/drawing/2014/main" id="{5035180C-A09B-4265-A142-E3C5F86DD3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6" name="直線コネクタ 132015">
                        <a:extLst>
                          <a:ext uri="{FF2B5EF4-FFF2-40B4-BE49-F238E27FC236}">
                            <a16:creationId xmlns:a16="http://schemas.microsoft.com/office/drawing/2014/main" id="{70215032-C0B1-4C0F-85F7-DBB38B249F4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7" name="直線コネクタ 132016">
                        <a:extLst>
                          <a:ext uri="{FF2B5EF4-FFF2-40B4-BE49-F238E27FC236}">
                            <a16:creationId xmlns:a16="http://schemas.microsoft.com/office/drawing/2014/main" id="{DECFA7FD-A191-4FDD-95CF-82C47A38F4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8" name="直線コネクタ 132017">
                        <a:extLst>
                          <a:ext uri="{FF2B5EF4-FFF2-40B4-BE49-F238E27FC236}">
                            <a16:creationId xmlns:a16="http://schemas.microsoft.com/office/drawing/2014/main" id="{1DFAF53E-711C-4F7F-8FD4-7BB1D8E776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19" name="直線コネクタ 132018">
                        <a:extLst>
                          <a:ext uri="{FF2B5EF4-FFF2-40B4-BE49-F238E27FC236}">
                            <a16:creationId xmlns:a16="http://schemas.microsoft.com/office/drawing/2014/main" id="{EE3641B6-C2F8-41CA-87E0-56AD9C86099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0" name="直線コネクタ 132019">
                        <a:extLst>
                          <a:ext uri="{FF2B5EF4-FFF2-40B4-BE49-F238E27FC236}">
                            <a16:creationId xmlns:a16="http://schemas.microsoft.com/office/drawing/2014/main" id="{27D36F7F-713F-4FBA-A52E-F0CFC65485E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1" name="直線コネクタ 132020">
                        <a:extLst>
                          <a:ext uri="{FF2B5EF4-FFF2-40B4-BE49-F238E27FC236}">
                            <a16:creationId xmlns:a16="http://schemas.microsoft.com/office/drawing/2014/main" id="{68CC2712-4C08-4F5D-8FAD-412DC869B4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2" name="直線コネクタ 132021">
                        <a:extLst>
                          <a:ext uri="{FF2B5EF4-FFF2-40B4-BE49-F238E27FC236}">
                            <a16:creationId xmlns:a16="http://schemas.microsoft.com/office/drawing/2014/main" id="{2467BC57-8B70-4CD2-B240-0069AA742A8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3" name="直線コネクタ 132022">
                        <a:extLst>
                          <a:ext uri="{FF2B5EF4-FFF2-40B4-BE49-F238E27FC236}">
                            <a16:creationId xmlns:a16="http://schemas.microsoft.com/office/drawing/2014/main" id="{EDE67707-6B3F-4362-B63F-DE437C75D2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4" name="直線コネクタ 132023">
                        <a:extLst>
                          <a:ext uri="{FF2B5EF4-FFF2-40B4-BE49-F238E27FC236}">
                            <a16:creationId xmlns:a16="http://schemas.microsoft.com/office/drawing/2014/main" id="{2F8D4D21-E79B-4ACE-9440-D76F28E3DD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5" name="直線コネクタ 132024">
                        <a:extLst>
                          <a:ext uri="{FF2B5EF4-FFF2-40B4-BE49-F238E27FC236}">
                            <a16:creationId xmlns:a16="http://schemas.microsoft.com/office/drawing/2014/main" id="{810F6001-99CA-498B-9757-9F311F05A7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6" name="直線コネクタ 132025">
                        <a:extLst>
                          <a:ext uri="{FF2B5EF4-FFF2-40B4-BE49-F238E27FC236}">
                            <a16:creationId xmlns:a16="http://schemas.microsoft.com/office/drawing/2014/main" id="{E2B02F58-B61C-4517-964B-B37A676ACEB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7" name="直線コネクタ 132026">
                        <a:extLst>
                          <a:ext uri="{FF2B5EF4-FFF2-40B4-BE49-F238E27FC236}">
                            <a16:creationId xmlns:a16="http://schemas.microsoft.com/office/drawing/2014/main" id="{03C236BB-44D2-4723-8CE5-A856EE27850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8" name="直線コネクタ 132027">
                        <a:extLst>
                          <a:ext uri="{FF2B5EF4-FFF2-40B4-BE49-F238E27FC236}">
                            <a16:creationId xmlns:a16="http://schemas.microsoft.com/office/drawing/2014/main" id="{847046BB-2F1A-474A-9AC8-A802222047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29" name="直線コネクタ 132028">
                        <a:extLst>
                          <a:ext uri="{FF2B5EF4-FFF2-40B4-BE49-F238E27FC236}">
                            <a16:creationId xmlns:a16="http://schemas.microsoft.com/office/drawing/2014/main" id="{D243B992-1643-49B0-8DC6-723884D840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0" name="直線コネクタ 132029">
                        <a:extLst>
                          <a:ext uri="{FF2B5EF4-FFF2-40B4-BE49-F238E27FC236}">
                            <a16:creationId xmlns:a16="http://schemas.microsoft.com/office/drawing/2014/main" id="{8ED2B85A-0DEC-46B3-8F99-1896E10BA8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1" name="直線コネクタ 132030">
                        <a:extLst>
                          <a:ext uri="{FF2B5EF4-FFF2-40B4-BE49-F238E27FC236}">
                            <a16:creationId xmlns:a16="http://schemas.microsoft.com/office/drawing/2014/main" id="{9D25EEC8-1280-4FA1-9EF9-C618864B56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2" name="直線コネクタ 132031">
                        <a:extLst>
                          <a:ext uri="{FF2B5EF4-FFF2-40B4-BE49-F238E27FC236}">
                            <a16:creationId xmlns:a16="http://schemas.microsoft.com/office/drawing/2014/main" id="{329747E4-4BEE-44C1-A9B3-EC35E795A7A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3" name="直線コネクタ 132032">
                        <a:extLst>
                          <a:ext uri="{FF2B5EF4-FFF2-40B4-BE49-F238E27FC236}">
                            <a16:creationId xmlns:a16="http://schemas.microsoft.com/office/drawing/2014/main" id="{743B2564-5745-40D0-8048-3E5AA7585A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4" name="直線コネクタ 132033">
                        <a:extLst>
                          <a:ext uri="{FF2B5EF4-FFF2-40B4-BE49-F238E27FC236}">
                            <a16:creationId xmlns:a16="http://schemas.microsoft.com/office/drawing/2014/main" id="{FF27E0FD-F5FA-4222-A10D-828E4312C0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5" name="直線コネクタ 132034">
                        <a:extLst>
                          <a:ext uri="{FF2B5EF4-FFF2-40B4-BE49-F238E27FC236}">
                            <a16:creationId xmlns:a16="http://schemas.microsoft.com/office/drawing/2014/main" id="{5DDBD1B1-7E33-4A54-ACCA-F540AA0E9BE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6" name="直線コネクタ 132035">
                        <a:extLst>
                          <a:ext uri="{FF2B5EF4-FFF2-40B4-BE49-F238E27FC236}">
                            <a16:creationId xmlns:a16="http://schemas.microsoft.com/office/drawing/2014/main" id="{AE2B2854-B1BF-4850-BCF8-530E66E514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7" name="直線コネクタ 132036">
                        <a:extLst>
                          <a:ext uri="{FF2B5EF4-FFF2-40B4-BE49-F238E27FC236}">
                            <a16:creationId xmlns:a16="http://schemas.microsoft.com/office/drawing/2014/main" id="{C2922BA7-95ED-4D59-BC86-F44FA31E211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38" name="直線コネクタ 132037">
                        <a:extLst>
                          <a:ext uri="{FF2B5EF4-FFF2-40B4-BE49-F238E27FC236}">
                            <a16:creationId xmlns:a16="http://schemas.microsoft.com/office/drawing/2014/main" id="{DB9BFB81-EB18-4544-A4B3-6BB216FB3D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936" name="グループ化 131935">
                      <a:extLst>
                        <a:ext uri="{FF2B5EF4-FFF2-40B4-BE49-F238E27FC236}">
                          <a16:creationId xmlns:a16="http://schemas.microsoft.com/office/drawing/2014/main" id="{B6E64953-1317-4066-8934-FE6C9F659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989" name="直線コネクタ 131988">
                        <a:extLst>
                          <a:ext uri="{FF2B5EF4-FFF2-40B4-BE49-F238E27FC236}">
                            <a16:creationId xmlns:a16="http://schemas.microsoft.com/office/drawing/2014/main" id="{AFD61AA2-C878-413B-874B-7AECE49A739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0" name="直線コネクタ 131989">
                        <a:extLst>
                          <a:ext uri="{FF2B5EF4-FFF2-40B4-BE49-F238E27FC236}">
                            <a16:creationId xmlns:a16="http://schemas.microsoft.com/office/drawing/2014/main" id="{790459A1-8092-42B8-AC62-56C76C247B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1" name="直線コネクタ 131990">
                        <a:extLst>
                          <a:ext uri="{FF2B5EF4-FFF2-40B4-BE49-F238E27FC236}">
                            <a16:creationId xmlns:a16="http://schemas.microsoft.com/office/drawing/2014/main" id="{E2727702-4E78-4995-81C7-328CCB8B47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2" name="直線コネクタ 131991">
                        <a:extLst>
                          <a:ext uri="{FF2B5EF4-FFF2-40B4-BE49-F238E27FC236}">
                            <a16:creationId xmlns:a16="http://schemas.microsoft.com/office/drawing/2014/main" id="{3F727C41-0147-4E0D-B794-B3AC3F5333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3" name="直線コネクタ 131992">
                        <a:extLst>
                          <a:ext uri="{FF2B5EF4-FFF2-40B4-BE49-F238E27FC236}">
                            <a16:creationId xmlns:a16="http://schemas.microsoft.com/office/drawing/2014/main" id="{E1A2430E-50D4-4607-A63D-6DC452645F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4" name="直線コネクタ 131993">
                        <a:extLst>
                          <a:ext uri="{FF2B5EF4-FFF2-40B4-BE49-F238E27FC236}">
                            <a16:creationId xmlns:a16="http://schemas.microsoft.com/office/drawing/2014/main" id="{3F313F1A-7D80-4A15-B5EE-88CE922DF67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5" name="直線コネクタ 131994">
                        <a:extLst>
                          <a:ext uri="{FF2B5EF4-FFF2-40B4-BE49-F238E27FC236}">
                            <a16:creationId xmlns:a16="http://schemas.microsoft.com/office/drawing/2014/main" id="{50DCEF0B-B7C7-41D0-8176-C0DEB2838B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96" name="直線コネクタ 131995">
                        <a:extLst>
                          <a:ext uri="{FF2B5EF4-FFF2-40B4-BE49-F238E27FC236}">
                            <a16:creationId xmlns:a16="http://schemas.microsoft.com/office/drawing/2014/main" id="{00E9E5A0-5A6F-4158-98DD-87CDB580884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937" name="グループ化 131936">
                      <a:extLst>
                        <a:ext uri="{FF2B5EF4-FFF2-40B4-BE49-F238E27FC236}">
                          <a16:creationId xmlns:a16="http://schemas.microsoft.com/office/drawing/2014/main" id="{7BB51546-6D39-4548-840F-D18CC2C88E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981" name="直線コネクタ 131980">
                        <a:extLst>
                          <a:ext uri="{FF2B5EF4-FFF2-40B4-BE49-F238E27FC236}">
                            <a16:creationId xmlns:a16="http://schemas.microsoft.com/office/drawing/2014/main" id="{9C56825F-CF20-4F4A-8B09-7994AE9F9F2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82" name="直線コネクタ 131981">
                        <a:extLst>
                          <a:ext uri="{FF2B5EF4-FFF2-40B4-BE49-F238E27FC236}">
                            <a16:creationId xmlns:a16="http://schemas.microsoft.com/office/drawing/2014/main" id="{B5144276-D6E9-4D59-AB61-7BE3A107423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83" name="直線コネクタ 131982">
                        <a:extLst>
                          <a:ext uri="{FF2B5EF4-FFF2-40B4-BE49-F238E27FC236}">
                            <a16:creationId xmlns:a16="http://schemas.microsoft.com/office/drawing/2014/main" id="{C738D7F4-7F57-4502-BD11-AA5EB6DC75E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84" name="直線コネクタ 131983">
                        <a:extLst>
                          <a:ext uri="{FF2B5EF4-FFF2-40B4-BE49-F238E27FC236}">
                            <a16:creationId xmlns:a16="http://schemas.microsoft.com/office/drawing/2014/main" id="{E716E49A-97DB-4A08-B96E-567BCB6C69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85" name="直線コネクタ 131984">
                        <a:extLst>
                          <a:ext uri="{FF2B5EF4-FFF2-40B4-BE49-F238E27FC236}">
                            <a16:creationId xmlns:a16="http://schemas.microsoft.com/office/drawing/2014/main" id="{097CEE5D-B3FF-4A18-A9E1-58FD6D080A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86" name="直線コネクタ 131985">
                        <a:extLst>
                          <a:ext uri="{FF2B5EF4-FFF2-40B4-BE49-F238E27FC236}">
                            <a16:creationId xmlns:a16="http://schemas.microsoft.com/office/drawing/2014/main" id="{510EDC20-9164-4884-92A1-303D78DA76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87" name="直線コネクタ 131986">
                        <a:extLst>
                          <a:ext uri="{FF2B5EF4-FFF2-40B4-BE49-F238E27FC236}">
                            <a16:creationId xmlns:a16="http://schemas.microsoft.com/office/drawing/2014/main" id="{D8F7109C-45B2-4E33-910C-DC8A966578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88" name="直線コネクタ 131987">
                        <a:extLst>
                          <a:ext uri="{FF2B5EF4-FFF2-40B4-BE49-F238E27FC236}">
                            <a16:creationId xmlns:a16="http://schemas.microsoft.com/office/drawing/2014/main" id="{679D2CD3-B69F-4A22-8736-ECBDBDD957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938" name="グループ化 131937">
                      <a:extLst>
                        <a:ext uri="{FF2B5EF4-FFF2-40B4-BE49-F238E27FC236}">
                          <a16:creationId xmlns:a16="http://schemas.microsoft.com/office/drawing/2014/main" id="{B28DB4C4-3FBC-4DC0-ADB6-45DC949944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939" name="直線コネクタ 131938">
                        <a:extLst>
                          <a:ext uri="{FF2B5EF4-FFF2-40B4-BE49-F238E27FC236}">
                            <a16:creationId xmlns:a16="http://schemas.microsoft.com/office/drawing/2014/main" id="{EFAE83C9-9EC5-4041-AB58-A0CEEE8EFA3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0" name="直線コネクタ 131939">
                        <a:extLst>
                          <a:ext uri="{FF2B5EF4-FFF2-40B4-BE49-F238E27FC236}">
                            <a16:creationId xmlns:a16="http://schemas.microsoft.com/office/drawing/2014/main" id="{79AC28DE-93A5-4920-B41D-D0B67FD2437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1" name="直線コネクタ 131940">
                        <a:extLst>
                          <a:ext uri="{FF2B5EF4-FFF2-40B4-BE49-F238E27FC236}">
                            <a16:creationId xmlns:a16="http://schemas.microsoft.com/office/drawing/2014/main" id="{940C3F5D-0A43-4203-BF12-163A3CE22C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2" name="直線コネクタ 131941">
                        <a:extLst>
                          <a:ext uri="{FF2B5EF4-FFF2-40B4-BE49-F238E27FC236}">
                            <a16:creationId xmlns:a16="http://schemas.microsoft.com/office/drawing/2014/main" id="{E2406DBA-4F65-4EF5-AD66-A66C06055A9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3" name="直線コネクタ 131942">
                        <a:extLst>
                          <a:ext uri="{FF2B5EF4-FFF2-40B4-BE49-F238E27FC236}">
                            <a16:creationId xmlns:a16="http://schemas.microsoft.com/office/drawing/2014/main" id="{C047F52F-FEB8-420E-8DA1-A652B5B808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4" name="直線コネクタ 131943">
                        <a:extLst>
                          <a:ext uri="{FF2B5EF4-FFF2-40B4-BE49-F238E27FC236}">
                            <a16:creationId xmlns:a16="http://schemas.microsoft.com/office/drawing/2014/main" id="{1C584FB3-AD8D-4E31-ACEC-55DCB35E2C2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5" name="直線コネクタ 131944">
                        <a:extLst>
                          <a:ext uri="{FF2B5EF4-FFF2-40B4-BE49-F238E27FC236}">
                            <a16:creationId xmlns:a16="http://schemas.microsoft.com/office/drawing/2014/main" id="{311DEF2D-80D4-4AD2-9B3E-BE1B47DEAB0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6" name="直線コネクタ 131945">
                        <a:extLst>
                          <a:ext uri="{FF2B5EF4-FFF2-40B4-BE49-F238E27FC236}">
                            <a16:creationId xmlns:a16="http://schemas.microsoft.com/office/drawing/2014/main" id="{FF7AF976-C6BE-4103-902B-A90A38D6F5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7" name="直線コネクタ 131946">
                        <a:extLst>
                          <a:ext uri="{FF2B5EF4-FFF2-40B4-BE49-F238E27FC236}">
                            <a16:creationId xmlns:a16="http://schemas.microsoft.com/office/drawing/2014/main" id="{D17D9DE3-95B0-439F-AB9B-7DFCECC0BF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8" name="直線コネクタ 131947">
                        <a:extLst>
                          <a:ext uri="{FF2B5EF4-FFF2-40B4-BE49-F238E27FC236}">
                            <a16:creationId xmlns:a16="http://schemas.microsoft.com/office/drawing/2014/main" id="{2C4622A5-F003-4847-8AAB-FDEE2DCE8F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49" name="直線コネクタ 131948">
                        <a:extLst>
                          <a:ext uri="{FF2B5EF4-FFF2-40B4-BE49-F238E27FC236}">
                            <a16:creationId xmlns:a16="http://schemas.microsoft.com/office/drawing/2014/main" id="{262096B7-4504-40EC-9246-6E89A7F087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0" name="直線コネクタ 131949">
                        <a:extLst>
                          <a:ext uri="{FF2B5EF4-FFF2-40B4-BE49-F238E27FC236}">
                            <a16:creationId xmlns:a16="http://schemas.microsoft.com/office/drawing/2014/main" id="{FA8EB862-F759-4653-889E-41CC71F758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1" name="直線コネクタ 131950">
                        <a:extLst>
                          <a:ext uri="{FF2B5EF4-FFF2-40B4-BE49-F238E27FC236}">
                            <a16:creationId xmlns:a16="http://schemas.microsoft.com/office/drawing/2014/main" id="{02357557-BB0D-4775-B687-A8D5AA2DAA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2" name="直線コネクタ 131951">
                        <a:extLst>
                          <a:ext uri="{FF2B5EF4-FFF2-40B4-BE49-F238E27FC236}">
                            <a16:creationId xmlns:a16="http://schemas.microsoft.com/office/drawing/2014/main" id="{34459C00-63BF-4E44-A63C-6357DE2D77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3" name="直線コネクタ 131952">
                        <a:extLst>
                          <a:ext uri="{FF2B5EF4-FFF2-40B4-BE49-F238E27FC236}">
                            <a16:creationId xmlns:a16="http://schemas.microsoft.com/office/drawing/2014/main" id="{0253035F-2017-45DC-A441-D5ABAD9673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4" name="直線コネクタ 131953">
                        <a:extLst>
                          <a:ext uri="{FF2B5EF4-FFF2-40B4-BE49-F238E27FC236}">
                            <a16:creationId xmlns:a16="http://schemas.microsoft.com/office/drawing/2014/main" id="{14DE201B-595C-429D-8F41-F7B0C162AE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5" name="直線コネクタ 131954">
                        <a:extLst>
                          <a:ext uri="{FF2B5EF4-FFF2-40B4-BE49-F238E27FC236}">
                            <a16:creationId xmlns:a16="http://schemas.microsoft.com/office/drawing/2014/main" id="{3113605E-DB5A-48CA-9FEF-9A5FDF525F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6" name="直線コネクタ 131955">
                        <a:extLst>
                          <a:ext uri="{FF2B5EF4-FFF2-40B4-BE49-F238E27FC236}">
                            <a16:creationId xmlns:a16="http://schemas.microsoft.com/office/drawing/2014/main" id="{61552892-495A-4A88-99B9-2E564A5220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7" name="直線コネクタ 131956">
                        <a:extLst>
                          <a:ext uri="{FF2B5EF4-FFF2-40B4-BE49-F238E27FC236}">
                            <a16:creationId xmlns:a16="http://schemas.microsoft.com/office/drawing/2014/main" id="{D6BD4113-E71C-48ED-BD76-822531919A1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8" name="直線コネクタ 131957">
                        <a:extLst>
                          <a:ext uri="{FF2B5EF4-FFF2-40B4-BE49-F238E27FC236}">
                            <a16:creationId xmlns:a16="http://schemas.microsoft.com/office/drawing/2014/main" id="{D4EE3930-675A-4DF4-936C-BD69CBED3DE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59" name="直線コネクタ 131958">
                        <a:extLst>
                          <a:ext uri="{FF2B5EF4-FFF2-40B4-BE49-F238E27FC236}">
                            <a16:creationId xmlns:a16="http://schemas.microsoft.com/office/drawing/2014/main" id="{6CC47BF8-BFE1-4AC9-BC4B-BCFAECF4B8B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0" name="直線コネクタ 131959">
                        <a:extLst>
                          <a:ext uri="{FF2B5EF4-FFF2-40B4-BE49-F238E27FC236}">
                            <a16:creationId xmlns:a16="http://schemas.microsoft.com/office/drawing/2014/main" id="{C47F4689-A46D-4EE8-B9DF-18361AAF3E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1" name="直線コネクタ 131960">
                        <a:extLst>
                          <a:ext uri="{FF2B5EF4-FFF2-40B4-BE49-F238E27FC236}">
                            <a16:creationId xmlns:a16="http://schemas.microsoft.com/office/drawing/2014/main" id="{3D5559A3-FC30-46E0-9005-658B40A364A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2" name="直線コネクタ 131961">
                        <a:extLst>
                          <a:ext uri="{FF2B5EF4-FFF2-40B4-BE49-F238E27FC236}">
                            <a16:creationId xmlns:a16="http://schemas.microsoft.com/office/drawing/2014/main" id="{8AE01EF0-0234-4C66-8B9A-3563E0EAF4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3" name="直線コネクタ 131962">
                        <a:extLst>
                          <a:ext uri="{FF2B5EF4-FFF2-40B4-BE49-F238E27FC236}">
                            <a16:creationId xmlns:a16="http://schemas.microsoft.com/office/drawing/2014/main" id="{8CFE5E7F-6339-4108-A2D9-23452330F3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4" name="直線コネクタ 131963">
                        <a:extLst>
                          <a:ext uri="{FF2B5EF4-FFF2-40B4-BE49-F238E27FC236}">
                            <a16:creationId xmlns:a16="http://schemas.microsoft.com/office/drawing/2014/main" id="{EE3BA08C-7B4E-4E5A-A614-3D4826E7F4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5" name="直線コネクタ 131964">
                        <a:extLst>
                          <a:ext uri="{FF2B5EF4-FFF2-40B4-BE49-F238E27FC236}">
                            <a16:creationId xmlns:a16="http://schemas.microsoft.com/office/drawing/2014/main" id="{A14E2015-92EE-4961-97AB-23AAF004E57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6" name="直線コネクタ 131965">
                        <a:extLst>
                          <a:ext uri="{FF2B5EF4-FFF2-40B4-BE49-F238E27FC236}">
                            <a16:creationId xmlns:a16="http://schemas.microsoft.com/office/drawing/2014/main" id="{44C9DB08-6380-4EA3-B0E7-BF95D4FFF48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7" name="直線コネクタ 131966">
                        <a:extLst>
                          <a:ext uri="{FF2B5EF4-FFF2-40B4-BE49-F238E27FC236}">
                            <a16:creationId xmlns:a16="http://schemas.microsoft.com/office/drawing/2014/main" id="{B64ADA96-A1D1-4F68-B6B5-69C660EB17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8" name="直線コネクタ 131967">
                        <a:extLst>
                          <a:ext uri="{FF2B5EF4-FFF2-40B4-BE49-F238E27FC236}">
                            <a16:creationId xmlns:a16="http://schemas.microsoft.com/office/drawing/2014/main" id="{E0343318-3A2D-4F70-BE0C-2890BC9C355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69" name="直線コネクタ 131968">
                        <a:extLst>
                          <a:ext uri="{FF2B5EF4-FFF2-40B4-BE49-F238E27FC236}">
                            <a16:creationId xmlns:a16="http://schemas.microsoft.com/office/drawing/2014/main" id="{9A3B8340-95F4-4CCB-8EE6-7361D85AA97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0" name="直線コネクタ 131969">
                        <a:extLst>
                          <a:ext uri="{FF2B5EF4-FFF2-40B4-BE49-F238E27FC236}">
                            <a16:creationId xmlns:a16="http://schemas.microsoft.com/office/drawing/2014/main" id="{013A6994-17EB-405F-8AD8-7AEB25E2CC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1" name="直線コネクタ 131970">
                        <a:extLst>
                          <a:ext uri="{FF2B5EF4-FFF2-40B4-BE49-F238E27FC236}">
                            <a16:creationId xmlns:a16="http://schemas.microsoft.com/office/drawing/2014/main" id="{D0835593-AC22-4642-A0FC-383FFA301B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2" name="直線コネクタ 131971">
                        <a:extLst>
                          <a:ext uri="{FF2B5EF4-FFF2-40B4-BE49-F238E27FC236}">
                            <a16:creationId xmlns:a16="http://schemas.microsoft.com/office/drawing/2014/main" id="{E00DB5E0-FFB4-4D29-84EF-CC71A41C7B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3" name="直線コネクタ 131972">
                        <a:extLst>
                          <a:ext uri="{FF2B5EF4-FFF2-40B4-BE49-F238E27FC236}">
                            <a16:creationId xmlns:a16="http://schemas.microsoft.com/office/drawing/2014/main" id="{2511C763-57CA-423E-A273-63C513D013B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4" name="直線コネクタ 131973">
                        <a:extLst>
                          <a:ext uri="{FF2B5EF4-FFF2-40B4-BE49-F238E27FC236}">
                            <a16:creationId xmlns:a16="http://schemas.microsoft.com/office/drawing/2014/main" id="{1D7DFD9D-9DA6-4CD3-BEA3-D1F80A35D91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5" name="直線コネクタ 131974">
                        <a:extLst>
                          <a:ext uri="{FF2B5EF4-FFF2-40B4-BE49-F238E27FC236}">
                            <a16:creationId xmlns:a16="http://schemas.microsoft.com/office/drawing/2014/main" id="{93AA2952-FC13-4024-98F0-C306BBB8A94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6" name="直線コネクタ 131975">
                        <a:extLst>
                          <a:ext uri="{FF2B5EF4-FFF2-40B4-BE49-F238E27FC236}">
                            <a16:creationId xmlns:a16="http://schemas.microsoft.com/office/drawing/2014/main" id="{2772AFC0-9E46-4A57-B4BF-EB355B9BA6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7" name="直線コネクタ 131976">
                        <a:extLst>
                          <a:ext uri="{FF2B5EF4-FFF2-40B4-BE49-F238E27FC236}">
                            <a16:creationId xmlns:a16="http://schemas.microsoft.com/office/drawing/2014/main" id="{D0AF28EA-5F8F-4EB2-85F4-34020A7D90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8" name="直線コネクタ 131977">
                        <a:extLst>
                          <a:ext uri="{FF2B5EF4-FFF2-40B4-BE49-F238E27FC236}">
                            <a16:creationId xmlns:a16="http://schemas.microsoft.com/office/drawing/2014/main" id="{B83BA191-35F2-48C2-87E0-BCAEBAD321D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79" name="直線コネクタ 131978">
                        <a:extLst>
                          <a:ext uri="{FF2B5EF4-FFF2-40B4-BE49-F238E27FC236}">
                            <a16:creationId xmlns:a16="http://schemas.microsoft.com/office/drawing/2014/main" id="{18225210-145F-4F9A-AEE9-617ACEA4607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980" name="直線コネクタ 131979">
                        <a:extLst>
                          <a:ext uri="{FF2B5EF4-FFF2-40B4-BE49-F238E27FC236}">
                            <a16:creationId xmlns:a16="http://schemas.microsoft.com/office/drawing/2014/main" id="{68B75227-45E8-4A67-8710-67990D2F5C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14" name="グループ化 127913">
                    <a:extLst>
                      <a:ext uri="{FF2B5EF4-FFF2-40B4-BE49-F238E27FC236}">
                        <a16:creationId xmlns:a16="http://schemas.microsoft.com/office/drawing/2014/main" id="{C7BD3E78-6EA0-46F0-83D2-CA167CBE35C6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4975318" y="4975081"/>
                    <a:ext cx="849127" cy="849600"/>
                    <a:chOff x="4287481" y="4286224"/>
                    <a:chExt cx="2227978" cy="2229219"/>
                  </a:xfrm>
                </p:grpSpPr>
                <p:cxnSp>
                  <p:nvCxnSpPr>
                    <p:cNvPr id="131380" name="直線コネクタ 131379">
                      <a:extLst>
                        <a:ext uri="{FF2B5EF4-FFF2-40B4-BE49-F238E27FC236}">
                          <a16:creationId xmlns:a16="http://schemas.microsoft.com/office/drawing/2014/main" id="{03BBE341-39AE-4ED8-8F5D-0453FEBDD2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1" name="直線コネクタ 131380">
                      <a:extLst>
                        <a:ext uri="{FF2B5EF4-FFF2-40B4-BE49-F238E27FC236}">
                          <a16:creationId xmlns:a16="http://schemas.microsoft.com/office/drawing/2014/main" id="{2CFB4C39-6F49-4BB5-AD9C-414F0D095A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2" name="直線コネクタ 131381">
                      <a:extLst>
                        <a:ext uri="{FF2B5EF4-FFF2-40B4-BE49-F238E27FC236}">
                          <a16:creationId xmlns:a16="http://schemas.microsoft.com/office/drawing/2014/main" id="{1DABDE1D-F12D-4010-B1E7-45E8746F24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3" name="直線コネクタ 131382">
                      <a:extLst>
                        <a:ext uri="{FF2B5EF4-FFF2-40B4-BE49-F238E27FC236}">
                          <a16:creationId xmlns:a16="http://schemas.microsoft.com/office/drawing/2014/main" id="{DAD1DF00-96E2-440E-9D70-606183E8A9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4" name="直線コネクタ 131383">
                      <a:extLst>
                        <a:ext uri="{FF2B5EF4-FFF2-40B4-BE49-F238E27FC236}">
                          <a16:creationId xmlns:a16="http://schemas.microsoft.com/office/drawing/2014/main" id="{2871DC12-DD60-469F-A7F4-0327D52643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5" name="直線コネクタ 131384">
                      <a:extLst>
                        <a:ext uri="{FF2B5EF4-FFF2-40B4-BE49-F238E27FC236}">
                          <a16:creationId xmlns:a16="http://schemas.microsoft.com/office/drawing/2014/main" id="{B0C47CE7-6973-4648-9412-3769BD17C6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6" name="直線コネクタ 131385">
                      <a:extLst>
                        <a:ext uri="{FF2B5EF4-FFF2-40B4-BE49-F238E27FC236}">
                          <a16:creationId xmlns:a16="http://schemas.microsoft.com/office/drawing/2014/main" id="{FC5D5F5E-4161-48AD-BDD0-7914E3C54A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7" name="直線コネクタ 131386">
                      <a:extLst>
                        <a:ext uri="{FF2B5EF4-FFF2-40B4-BE49-F238E27FC236}">
                          <a16:creationId xmlns:a16="http://schemas.microsoft.com/office/drawing/2014/main" id="{0F0F0224-43C9-4881-9076-D4F2D05D31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8" name="直線コネクタ 131387">
                      <a:extLst>
                        <a:ext uri="{FF2B5EF4-FFF2-40B4-BE49-F238E27FC236}">
                          <a16:creationId xmlns:a16="http://schemas.microsoft.com/office/drawing/2014/main" id="{C07A4A73-E0C1-4325-A644-6AFA27A589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89" name="直線コネクタ 131388">
                      <a:extLst>
                        <a:ext uri="{FF2B5EF4-FFF2-40B4-BE49-F238E27FC236}">
                          <a16:creationId xmlns:a16="http://schemas.microsoft.com/office/drawing/2014/main" id="{8DEDE036-1AE1-4E17-8417-A7D99FA19F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0" name="直線コネクタ 131389">
                      <a:extLst>
                        <a:ext uri="{FF2B5EF4-FFF2-40B4-BE49-F238E27FC236}">
                          <a16:creationId xmlns:a16="http://schemas.microsoft.com/office/drawing/2014/main" id="{687B6850-3130-4F36-B25B-E27B0031E8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1" name="直線コネクタ 131390">
                      <a:extLst>
                        <a:ext uri="{FF2B5EF4-FFF2-40B4-BE49-F238E27FC236}">
                          <a16:creationId xmlns:a16="http://schemas.microsoft.com/office/drawing/2014/main" id="{32D37AB5-DEDB-49B3-AE19-5A75445120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2" name="直線コネクタ 131391">
                      <a:extLst>
                        <a:ext uri="{FF2B5EF4-FFF2-40B4-BE49-F238E27FC236}">
                          <a16:creationId xmlns:a16="http://schemas.microsoft.com/office/drawing/2014/main" id="{04B126C9-E7DF-4B16-8BE7-3346CFF1FB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3" name="直線コネクタ 131392">
                      <a:extLst>
                        <a:ext uri="{FF2B5EF4-FFF2-40B4-BE49-F238E27FC236}">
                          <a16:creationId xmlns:a16="http://schemas.microsoft.com/office/drawing/2014/main" id="{89F5532D-D2FD-4DBF-9930-16C3CC010F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4" name="直線コネクタ 131393">
                      <a:extLst>
                        <a:ext uri="{FF2B5EF4-FFF2-40B4-BE49-F238E27FC236}">
                          <a16:creationId xmlns:a16="http://schemas.microsoft.com/office/drawing/2014/main" id="{F16055BD-F040-4344-86B1-4444C710AF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5" name="直線コネクタ 131394">
                      <a:extLst>
                        <a:ext uri="{FF2B5EF4-FFF2-40B4-BE49-F238E27FC236}">
                          <a16:creationId xmlns:a16="http://schemas.microsoft.com/office/drawing/2014/main" id="{2BC2D04E-2294-46C3-8A6C-D030BA3832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6" name="直線コネクタ 131395">
                      <a:extLst>
                        <a:ext uri="{FF2B5EF4-FFF2-40B4-BE49-F238E27FC236}">
                          <a16:creationId xmlns:a16="http://schemas.microsoft.com/office/drawing/2014/main" id="{1EB53F57-B1A7-458B-836F-547B51B955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7" name="直線コネクタ 131396">
                      <a:extLst>
                        <a:ext uri="{FF2B5EF4-FFF2-40B4-BE49-F238E27FC236}">
                          <a16:creationId xmlns:a16="http://schemas.microsoft.com/office/drawing/2014/main" id="{F85E910D-B7F1-438C-A260-FF0F2BC459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8" name="直線コネクタ 131397">
                      <a:extLst>
                        <a:ext uri="{FF2B5EF4-FFF2-40B4-BE49-F238E27FC236}">
                          <a16:creationId xmlns:a16="http://schemas.microsoft.com/office/drawing/2014/main" id="{916DB773-DD8B-41CF-AC96-225705FECD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399" name="直線コネクタ 131398">
                      <a:extLst>
                        <a:ext uri="{FF2B5EF4-FFF2-40B4-BE49-F238E27FC236}">
                          <a16:creationId xmlns:a16="http://schemas.microsoft.com/office/drawing/2014/main" id="{92F2A554-0083-4897-85B0-3C15070FDA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0" name="直線コネクタ 131399">
                      <a:extLst>
                        <a:ext uri="{FF2B5EF4-FFF2-40B4-BE49-F238E27FC236}">
                          <a16:creationId xmlns:a16="http://schemas.microsoft.com/office/drawing/2014/main" id="{7D54280E-E4A9-446E-A4EA-75E6819059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1" name="直線コネクタ 131400">
                      <a:extLst>
                        <a:ext uri="{FF2B5EF4-FFF2-40B4-BE49-F238E27FC236}">
                          <a16:creationId xmlns:a16="http://schemas.microsoft.com/office/drawing/2014/main" id="{ACAADD66-162C-4AFE-A85D-94BC374C97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2" name="直線コネクタ 131401">
                      <a:extLst>
                        <a:ext uri="{FF2B5EF4-FFF2-40B4-BE49-F238E27FC236}">
                          <a16:creationId xmlns:a16="http://schemas.microsoft.com/office/drawing/2014/main" id="{9BFF6E39-C2A3-479E-89BA-7E1EC339B9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3" name="直線コネクタ 131402">
                      <a:extLst>
                        <a:ext uri="{FF2B5EF4-FFF2-40B4-BE49-F238E27FC236}">
                          <a16:creationId xmlns:a16="http://schemas.microsoft.com/office/drawing/2014/main" id="{4FDA41D2-469A-4995-A4AF-4CBDCA7969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4" name="直線コネクタ 131403">
                      <a:extLst>
                        <a:ext uri="{FF2B5EF4-FFF2-40B4-BE49-F238E27FC236}">
                          <a16:creationId xmlns:a16="http://schemas.microsoft.com/office/drawing/2014/main" id="{100F91CF-B3A9-4EBB-B93A-299225054E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5" name="直線コネクタ 131404">
                      <a:extLst>
                        <a:ext uri="{FF2B5EF4-FFF2-40B4-BE49-F238E27FC236}">
                          <a16:creationId xmlns:a16="http://schemas.microsoft.com/office/drawing/2014/main" id="{7AF90C9E-57EB-48F3-8008-41D4140A6E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6" name="直線コネクタ 131405">
                      <a:extLst>
                        <a:ext uri="{FF2B5EF4-FFF2-40B4-BE49-F238E27FC236}">
                          <a16:creationId xmlns:a16="http://schemas.microsoft.com/office/drawing/2014/main" id="{9B188E56-315A-412C-B6EA-4A36AFA0BE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7" name="直線コネクタ 131406">
                      <a:extLst>
                        <a:ext uri="{FF2B5EF4-FFF2-40B4-BE49-F238E27FC236}">
                          <a16:creationId xmlns:a16="http://schemas.microsoft.com/office/drawing/2014/main" id="{BAE54045-37E0-4128-AFA2-D644D30AF7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8" name="直線コネクタ 131407">
                      <a:extLst>
                        <a:ext uri="{FF2B5EF4-FFF2-40B4-BE49-F238E27FC236}">
                          <a16:creationId xmlns:a16="http://schemas.microsoft.com/office/drawing/2014/main" id="{2BE983BB-8225-4383-A281-854A859FAB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09" name="直線コネクタ 131408">
                      <a:extLst>
                        <a:ext uri="{FF2B5EF4-FFF2-40B4-BE49-F238E27FC236}">
                          <a16:creationId xmlns:a16="http://schemas.microsoft.com/office/drawing/2014/main" id="{D50877A7-DC9E-44B1-8B25-D0861A40A9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0" name="直線コネクタ 131409">
                      <a:extLst>
                        <a:ext uri="{FF2B5EF4-FFF2-40B4-BE49-F238E27FC236}">
                          <a16:creationId xmlns:a16="http://schemas.microsoft.com/office/drawing/2014/main" id="{538A5B68-650B-41C8-848E-93237A883E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1" name="直線コネクタ 131410">
                      <a:extLst>
                        <a:ext uri="{FF2B5EF4-FFF2-40B4-BE49-F238E27FC236}">
                          <a16:creationId xmlns:a16="http://schemas.microsoft.com/office/drawing/2014/main" id="{BA6E4B22-3653-483B-A390-8DC76ED3C1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2" name="直線コネクタ 131411">
                      <a:extLst>
                        <a:ext uri="{FF2B5EF4-FFF2-40B4-BE49-F238E27FC236}">
                          <a16:creationId xmlns:a16="http://schemas.microsoft.com/office/drawing/2014/main" id="{5AF24E82-8BAF-4EB4-8BF8-A596AE0C9F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3" name="直線コネクタ 131412">
                      <a:extLst>
                        <a:ext uri="{FF2B5EF4-FFF2-40B4-BE49-F238E27FC236}">
                          <a16:creationId xmlns:a16="http://schemas.microsoft.com/office/drawing/2014/main" id="{09433DFF-B343-45D5-BD95-6243F27462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4" name="直線コネクタ 131413">
                      <a:extLst>
                        <a:ext uri="{FF2B5EF4-FFF2-40B4-BE49-F238E27FC236}">
                          <a16:creationId xmlns:a16="http://schemas.microsoft.com/office/drawing/2014/main" id="{C4FD9BB2-DA49-4879-8995-D8E044A68F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5" name="直線コネクタ 131414">
                      <a:extLst>
                        <a:ext uri="{FF2B5EF4-FFF2-40B4-BE49-F238E27FC236}">
                          <a16:creationId xmlns:a16="http://schemas.microsoft.com/office/drawing/2014/main" id="{86DFD697-F0E2-4F79-944D-5AC0BC4999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6" name="直線コネクタ 131415">
                      <a:extLst>
                        <a:ext uri="{FF2B5EF4-FFF2-40B4-BE49-F238E27FC236}">
                          <a16:creationId xmlns:a16="http://schemas.microsoft.com/office/drawing/2014/main" id="{EE78527E-EAAB-4CC5-B666-276A52E7DF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7" name="直線コネクタ 131416">
                      <a:extLst>
                        <a:ext uri="{FF2B5EF4-FFF2-40B4-BE49-F238E27FC236}">
                          <a16:creationId xmlns:a16="http://schemas.microsoft.com/office/drawing/2014/main" id="{A292998B-EE4E-45CB-A3A0-1843EB0B9F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8" name="直線コネクタ 131417">
                      <a:extLst>
                        <a:ext uri="{FF2B5EF4-FFF2-40B4-BE49-F238E27FC236}">
                          <a16:creationId xmlns:a16="http://schemas.microsoft.com/office/drawing/2014/main" id="{5D9A57AC-88EA-4EB8-953D-C4BB3F4B0A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19" name="直線コネクタ 131418">
                      <a:extLst>
                        <a:ext uri="{FF2B5EF4-FFF2-40B4-BE49-F238E27FC236}">
                          <a16:creationId xmlns:a16="http://schemas.microsoft.com/office/drawing/2014/main" id="{8D75607D-DE23-401B-818A-A7F2437B6F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0" name="直線コネクタ 131419">
                      <a:extLst>
                        <a:ext uri="{FF2B5EF4-FFF2-40B4-BE49-F238E27FC236}">
                          <a16:creationId xmlns:a16="http://schemas.microsoft.com/office/drawing/2014/main" id="{773292B0-7BBA-4F8C-914A-E6882F4442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1" name="直線コネクタ 131420">
                      <a:extLst>
                        <a:ext uri="{FF2B5EF4-FFF2-40B4-BE49-F238E27FC236}">
                          <a16:creationId xmlns:a16="http://schemas.microsoft.com/office/drawing/2014/main" id="{AA35D282-3FA6-4320-B156-C52009F882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2" name="直線コネクタ 131421">
                      <a:extLst>
                        <a:ext uri="{FF2B5EF4-FFF2-40B4-BE49-F238E27FC236}">
                          <a16:creationId xmlns:a16="http://schemas.microsoft.com/office/drawing/2014/main" id="{E9F09C9B-DA71-4E11-B5EF-C3644EAD98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3" name="直線コネクタ 131422">
                      <a:extLst>
                        <a:ext uri="{FF2B5EF4-FFF2-40B4-BE49-F238E27FC236}">
                          <a16:creationId xmlns:a16="http://schemas.microsoft.com/office/drawing/2014/main" id="{524D8DF0-D5AB-4DB9-9F52-AF4B3E4AC2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4" name="直線コネクタ 131423">
                      <a:extLst>
                        <a:ext uri="{FF2B5EF4-FFF2-40B4-BE49-F238E27FC236}">
                          <a16:creationId xmlns:a16="http://schemas.microsoft.com/office/drawing/2014/main" id="{35A20F74-DFBC-487D-AD2D-B8D3B6E9B5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5" name="直線コネクタ 131424">
                      <a:extLst>
                        <a:ext uri="{FF2B5EF4-FFF2-40B4-BE49-F238E27FC236}">
                          <a16:creationId xmlns:a16="http://schemas.microsoft.com/office/drawing/2014/main" id="{D3739E69-C76B-402A-9650-DF544926B1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6" name="直線コネクタ 131425">
                      <a:extLst>
                        <a:ext uri="{FF2B5EF4-FFF2-40B4-BE49-F238E27FC236}">
                          <a16:creationId xmlns:a16="http://schemas.microsoft.com/office/drawing/2014/main" id="{42940D54-1EC1-4E3A-978F-5EF857F8E1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7" name="直線コネクタ 131426">
                      <a:extLst>
                        <a:ext uri="{FF2B5EF4-FFF2-40B4-BE49-F238E27FC236}">
                          <a16:creationId xmlns:a16="http://schemas.microsoft.com/office/drawing/2014/main" id="{17C8D1D2-AB71-4FCE-AF3C-378BC69A4E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8" name="直線コネクタ 131427">
                      <a:extLst>
                        <a:ext uri="{FF2B5EF4-FFF2-40B4-BE49-F238E27FC236}">
                          <a16:creationId xmlns:a16="http://schemas.microsoft.com/office/drawing/2014/main" id="{D8D6A4FF-C23C-4493-BC82-34C5B5C525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29" name="直線コネクタ 131428">
                      <a:extLst>
                        <a:ext uri="{FF2B5EF4-FFF2-40B4-BE49-F238E27FC236}">
                          <a16:creationId xmlns:a16="http://schemas.microsoft.com/office/drawing/2014/main" id="{5A3B89B7-7F6A-4A93-8727-78BDA2444B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0" name="直線コネクタ 131429">
                      <a:extLst>
                        <a:ext uri="{FF2B5EF4-FFF2-40B4-BE49-F238E27FC236}">
                          <a16:creationId xmlns:a16="http://schemas.microsoft.com/office/drawing/2014/main" id="{E7BC9293-69EA-40ED-B162-91E61D16E1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1" name="直線コネクタ 131430">
                      <a:extLst>
                        <a:ext uri="{FF2B5EF4-FFF2-40B4-BE49-F238E27FC236}">
                          <a16:creationId xmlns:a16="http://schemas.microsoft.com/office/drawing/2014/main" id="{38842FCF-7AF3-42A2-9EED-6B923CA651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2" name="直線コネクタ 131431">
                      <a:extLst>
                        <a:ext uri="{FF2B5EF4-FFF2-40B4-BE49-F238E27FC236}">
                          <a16:creationId xmlns:a16="http://schemas.microsoft.com/office/drawing/2014/main" id="{30DC90A9-1516-4496-A71A-8C3477E4BB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3" name="直線コネクタ 131432">
                      <a:extLst>
                        <a:ext uri="{FF2B5EF4-FFF2-40B4-BE49-F238E27FC236}">
                          <a16:creationId xmlns:a16="http://schemas.microsoft.com/office/drawing/2014/main" id="{EA0627E6-7B70-4CFA-8584-CE0F93FCBA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4" name="直線コネクタ 131433">
                      <a:extLst>
                        <a:ext uri="{FF2B5EF4-FFF2-40B4-BE49-F238E27FC236}">
                          <a16:creationId xmlns:a16="http://schemas.microsoft.com/office/drawing/2014/main" id="{35729155-AF4C-477E-9E3C-95DCAC9B24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5" name="直線コネクタ 131434">
                      <a:extLst>
                        <a:ext uri="{FF2B5EF4-FFF2-40B4-BE49-F238E27FC236}">
                          <a16:creationId xmlns:a16="http://schemas.microsoft.com/office/drawing/2014/main" id="{9F791D2F-C214-4DB4-81D7-BAD3440B8F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6" name="直線コネクタ 131435">
                      <a:extLst>
                        <a:ext uri="{FF2B5EF4-FFF2-40B4-BE49-F238E27FC236}">
                          <a16:creationId xmlns:a16="http://schemas.microsoft.com/office/drawing/2014/main" id="{F54E595F-312A-41F0-821B-98784B7602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7" name="直線コネクタ 131436">
                      <a:extLst>
                        <a:ext uri="{FF2B5EF4-FFF2-40B4-BE49-F238E27FC236}">
                          <a16:creationId xmlns:a16="http://schemas.microsoft.com/office/drawing/2014/main" id="{474BD275-CD3B-4F32-99B2-C7BE23D281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8" name="直線コネクタ 131437">
                      <a:extLst>
                        <a:ext uri="{FF2B5EF4-FFF2-40B4-BE49-F238E27FC236}">
                          <a16:creationId xmlns:a16="http://schemas.microsoft.com/office/drawing/2014/main" id="{D50FBF31-B80F-404D-9E5F-9806AD1FCA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39" name="直線コネクタ 131438">
                      <a:extLst>
                        <a:ext uri="{FF2B5EF4-FFF2-40B4-BE49-F238E27FC236}">
                          <a16:creationId xmlns:a16="http://schemas.microsoft.com/office/drawing/2014/main" id="{99A9B73C-6586-48E1-B4AD-D09C25B4FE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0" name="直線コネクタ 131439">
                      <a:extLst>
                        <a:ext uri="{FF2B5EF4-FFF2-40B4-BE49-F238E27FC236}">
                          <a16:creationId xmlns:a16="http://schemas.microsoft.com/office/drawing/2014/main" id="{61C1DF9E-1F28-406F-BA25-7139B09E64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1" name="直線コネクタ 131440">
                      <a:extLst>
                        <a:ext uri="{FF2B5EF4-FFF2-40B4-BE49-F238E27FC236}">
                          <a16:creationId xmlns:a16="http://schemas.microsoft.com/office/drawing/2014/main" id="{1094D11B-25E5-42FC-A92E-FDF2C51ED4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2" name="直線コネクタ 131441">
                      <a:extLst>
                        <a:ext uri="{FF2B5EF4-FFF2-40B4-BE49-F238E27FC236}">
                          <a16:creationId xmlns:a16="http://schemas.microsoft.com/office/drawing/2014/main" id="{CADCEE42-4910-4B44-9571-E2B168AA8D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3" name="直線コネクタ 131442">
                      <a:extLst>
                        <a:ext uri="{FF2B5EF4-FFF2-40B4-BE49-F238E27FC236}">
                          <a16:creationId xmlns:a16="http://schemas.microsoft.com/office/drawing/2014/main" id="{261C909F-16DE-41AA-98D1-C2FEBBC5B4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4" name="直線コネクタ 131443">
                      <a:extLst>
                        <a:ext uri="{FF2B5EF4-FFF2-40B4-BE49-F238E27FC236}">
                          <a16:creationId xmlns:a16="http://schemas.microsoft.com/office/drawing/2014/main" id="{E4B2121F-7573-421A-AAF4-5D6EC2A83B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5" name="直線コネクタ 131444">
                      <a:extLst>
                        <a:ext uri="{FF2B5EF4-FFF2-40B4-BE49-F238E27FC236}">
                          <a16:creationId xmlns:a16="http://schemas.microsoft.com/office/drawing/2014/main" id="{BE764EDD-431C-4CB6-AEF6-C900C9C644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6" name="直線コネクタ 131445">
                      <a:extLst>
                        <a:ext uri="{FF2B5EF4-FFF2-40B4-BE49-F238E27FC236}">
                          <a16:creationId xmlns:a16="http://schemas.microsoft.com/office/drawing/2014/main" id="{A132FEE1-B1A8-4DC1-BBA9-97D2A5FB96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7" name="直線コネクタ 131446">
                      <a:extLst>
                        <a:ext uri="{FF2B5EF4-FFF2-40B4-BE49-F238E27FC236}">
                          <a16:creationId xmlns:a16="http://schemas.microsoft.com/office/drawing/2014/main" id="{1F3EB4B2-EE1A-4B1D-B3F1-112948B889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8" name="直線コネクタ 131447">
                      <a:extLst>
                        <a:ext uri="{FF2B5EF4-FFF2-40B4-BE49-F238E27FC236}">
                          <a16:creationId xmlns:a16="http://schemas.microsoft.com/office/drawing/2014/main" id="{59DF06BB-6F2E-4086-93DA-5F4CD39705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49" name="直線コネクタ 131448">
                      <a:extLst>
                        <a:ext uri="{FF2B5EF4-FFF2-40B4-BE49-F238E27FC236}">
                          <a16:creationId xmlns:a16="http://schemas.microsoft.com/office/drawing/2014/main" id="{1A4F8024-A882-4B17-9594-3F5990D74B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0" name="直線コネクタ 131449">
                      <a:extLst>
                        <a:ext uri="{FF2B5EF4-FFF2-40B4-BE49-F238E27FC236}">
                          <a16:creationId xmlns:a16="http://schemas.microsoft.com/office/drawing/2014/main" id="{AC81811D-6A01-461D-9A4A-D66890943E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1" name="直線コネクタ 131450">
                      <a:extLst>
                        <a:ext uri="{FF2B5EF4-FFF2-40B4-BE49-F238E27FC236}">
                          <a16:creationId xmlns:a16="http://schemas.microsoft.com/office/drawing/2014/main" id="{EE82ECC9-F957-41E3-95B2-4C5C00DA26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2" name="直線コネクタ 131451">
                      <a:extLst>
                        <a:ext uri="{FF2B5EF4-FFF2-40B4-BE49-F238E27FC236}">
                          <a16:creationId xmlns:a16="http://schemas.microsoft.com/office/drawing/2014/main" id="{D61D5124-4795-405A-8211-1BF6425C5C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3" name="直線コネクタ 131452">
                      <a:extLst>
                        <a:ext uri="{FF2B5EF4-FFF2-40B4-BE49-F238E27FC236}">
                          <a16:creationId xmlns:a16="http://schemas.microsoft.com/office/drawing/2014/main" id="{D59A47FE-7EA4-4D03-8A41-E8F767F146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4" name="直線コネクタ 131453">
                      <a:extLst>
                        <a:ext uri="{FF2B5EF4-FFF2-40B4-BE49-F238E27FC236}">
                          <a16:creationId xmlns:a16="http://schemas.microsoft.com/office/drawing/2014/main" id="{9F87864C-19A2-44C4-AD59-C58EB39A98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5" name="直線コネクタ 131454">
                      <a:extLst>
                        <a:ext uri="{FF2B5EF4-FFF2-40B4-BE49-F238E27FC236}">
                          <a16:creationId xmlns:a16="http://schemas.microsoft.com/office/drawing/2014/main" id="{D09213C9-0A3C-4FDC-B4DA-CFC2D3C4C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6" name="直線コネクタ 131455">
                      <a:extLst>
                        <a:ext uri="{FF2B5EF4-FFF2-40B4-BE49-F238E27FC236}">
                          <a16:creationId xmlns:a16="http://schemas.microsoft.com/office/drawing/2014/main" id="{A18A956F-FB4B-459F-97CD-4D436AB2CC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7" name="直線コネクタ 131456">
                      <a:extLst>
                        <a:ext uri="{FF2B5EF4-FFF2-40B4-BE49-F238E27FC236}">
                          <a16:creationId xmlns:a16="http://schemas.microsoft.com/office/drawing/2014/main" id="{37978983-9896-4F37-A7CB-FE32A6F0EE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8" name="直線コネクタ 131457">
                      <a:extLst>
                        <a:ext uri="{FF2B5EF4-FFF2-40B4-BE49-F238E27FC236}">
                          <a16:creationId xmlns:a16="http://schemas.microsoft.com/office/drawing/2014/main" id="{8691CD47-909D-4806-ADDC-699906ED77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59" name="直線コネクタ 131458">
                      <a:extLst>
                        <a:ext uri="{FF2B5EF4-FFF2-40B4-BE49-F238E27FC236}">
                          <a16:creationId xmlns:a16="http://schemas.microsoft.com/office/drawing/2014/main" id="{F7B495A1-021A-4421-8B0B-183545144B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0" name="直線コネクタ 131459">
                      <a:extLst>
                        <a:ext uri="{FF2B5EF4-FFF2-40B4-BE49-F238E27FC236}">
                          <a16:creationId xmlns:a16="http://schemas.microsoft.com/office/drawing/2014/main" id="{E220C587-15A1-47AD-8CB3-D1F0F82F87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1" name="直線コネクタ 131460">
                      <a:extLst>
                        <a:ext uri="{FF2B5EF4-FFF2-40B4-BE49-F238E27FC236}">
                          <a16:creationId xmlns:a16="http://schemas.microsoft.com/office/drawing/2014/main" id="{282FF569-7471-46DB-86D7-5DA3C5EC2C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2" name="直線コネクタ 131461">
                      <a:extLst>
                        <a:ext uri="{FF2B5EF4-FFF2-40B4-BE49-F238E27FC236}">
                          <a16:creationId xmlns:a16="http://schemas.microsoft.com/office/drawing/2014/main" id="{512BAA8E-175F-4A8E-88B7-4FDBB4A4A3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3" name="直線コネクタ 131462">
                      <a:extLst>
                        <a:ext uri="{FF2B5EF4-FFF2-40B4-BE49-F238E27FC236}">
                          <a16:creationId xmlns:a16="http://schemas.microsoft.com/office/drawing/2014/main" id="{D0D9FD09-289E-42B4-9817-A7B8A34CBC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4" name="直線コネクタ 131463">
                      <a:extLst>
                        <a:ext uri="{FF2B5EF4-FFF2-40B4-BE49-F238E27FC236}">
                          <a16:creationId xmlns:a16="http://schemas.microsoft.com/office/drawing/2014/main" id="{96BC8030-309B-4CCC-9C1D-3B5ACAE24A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5" name="直線コネクタ 131464">
                      <a:extLst>
                        <a:ext uri="{FF2B5EF4-FFF2-40B4-BE49-F238E27FC236}">
                          <a16:creationId xmlns:a16="http://schemas.microsoft.com/office/drawing/2014/main" id="{3F63E909-6F19-4FDC-ABBF-716E95CF62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6" name="直線コネクタ 131465">
                      <a:extLst>
                        <a:ext uri="{FF2B5EF4-FFF2-40B4-BE49-F238E27FC236}">
                          <a16:creationId xmlns:a16="http://schemas.microsoft.com/office/drawing/2014/main" id="{FD0B7F2B-D50D-4893-85E2-F245B309B4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7" name="直線コネクタ 131466">
                      <a:extLst>
                        <a:ext uri="{FF2B5EF4-FFF2-40B4-BE49-F238E27FC236}">
                          <a16:creationId xmlns:a16="http://schemas.microsoft.com/office/drawing/2014/main" id="{B83D0332-B2BF-48BE-9007-2D33B36A83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8" name="直線コネクタ 131467">
                      <a:extLst>
                        <a:ext uri="{FF2B5EF4-FFF2-40B4-BE49-F238E27FC236}">
                          <a16:creationId xmlns:a16="http://schemas.microsoft.com/office/drawing/2014/main" id="{88B0C67E-6ED6-4551-B31F-C9C7D8D0D3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69" name="直線コネクタ 131468">
                      <a:extLst>
                        <a:ext uri="{FF2B5EF4-FFF2-40B4-BE49-F238E27FC236}">
                          <a16:creationId xmlns:a16="http://schemas.microsoft.com/office/drawing/2014/main" id="{79873B90-F658-4B31-8C53-E492D0647F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0" name="直線コネクタ 131469">
                      <a:extLst>
                        <a:ext uri="{FF2B5EF4-FFF2-40B4-BE49-F238E27FC236}">
                          <a16:creationId xmlns:a16="http://schemas.microsoft.com/office/drawing/2014/main" id="{FEEF0C20-66DE-4583-85F6-3334C90A3D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1" name="直線コネクタ 131470">
                      <a:extLst>
                        <a:ext uri="{FF2B5EF4-FFF2-40B4-BE49-F238E27FC236}">
                          <a16:creationId xmlns:a16="http://schemas.microsoft.com/office/drawing/2014/main" id="{E1DB16CA-043F-4457-B250-652EF33D85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2" name="直線コネクタ 131471">
                      <a:extLst>
                        <a:ext uri="{FF2B5EF4-FFF2-40B4-BE49-F238E27FC236}">
                          <a16:creationId xmlns:a16="http://schemas.microsoft.com/office/drawing/2014/main" id="{A00B460B-9F21-4611-BF4D-4ADA9AE67B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3" name="直線コネクタ 131472">
                      <a:extLst>
                        <a:ext uri="{FF2B5EF4-FFF2-40B4-BE49-F238E27FC236}">
                          <a16:creationId xmlns:a16="http://schemas.microsoft.com/office/drawing/2014/main" id="{E6BB6A54-9258-4871-8E20-6E6AB611C0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4" name="直線コネクタ 131473">
                      <a:extLst>
                        <a:ext uri="{FF2B5EF4-FFF2-40B4-BE49-F238E27FC236}">
                          <a16:creationId xmlns:a16="http://schemas.microsoft.com/office/drawing/2014/main" id="{ED9114AD-48CF-4A01-9088-87C16B0D7D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5" name="直線コネクタ 131474">
                      <a:extLst>
                        <a:ext uri="{FF2B5EF4-FFF2-40B4-BE49-F238E27FC236}">
                          <a16:creationId xmlns:a16="http://schemas.microsoft.com/office/drawing/2014/main" id="{08CFD860-5A57-4C4E-98B7-F5281E5E6D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6" name="直線コネクタ 131475">
                      <a:extLst>
                        <a:ext uri="{FF2B5EF4-FFF2-40B4-BE49-F238E27FC236}">
                          <a16:creationId xmlns:a16="http://schemas.microsoft.com/office/drawing/2014/main" id="{3BD19169-9DEF-4F99-8869-A3C422E8CE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7" name="直線コネクタ 131476">
                      <a:extLst>
                        <a:ext uri="{FF2B5EF4-FFF2-40B4-BE49-F238E27FC236}">
                          <a16:creationId xmlns:a16="http://schemas.microsoft.com/office/drawing/2014/main" id="{202BF558-C21F-4F40-9939-E9925E5D22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8" name="直線コネクタ 131477">
                      <a:extLst>
                        <a:ext uri="{FF2B5EF4-FFF2-40B4-BE49-F238E27FC236}">
                          <a16:creationId xmlns:a16="http://schemas.microsoft.com/office/drawing/2014/main" id="{183F0E64-C502-47AC-997F-6B4F24CC18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79" name="直線コネクタ 131478">
                      <a:extLst>
                        <a:ext uri="{FF2B5EF4-FFF2-40B4-BE49-F238E27FC236}">
                          <a16:creationId xmlns:a16="http://schemas.microsoft.com/office/drawing/2014/main" id="{C356742E-57D6-4E21-9CDA-5973E45121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0" name="直線コネクタ 131479">
                      <a:extLst>
                        <a:ext uri="{FF2B5EF4-FFF2-40B4-BE49-F238E27FC236}">
                          <a16:creationId xmlns:a16="http://schemas.microsoft.com/office/drawing/2014/main" id="{E257C235-41B6-4AD7-A8C5-B40A1B943C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1" name="直線コネクタ 131480">
                      <a:extLst>
                        <a:ext uri="{FF2B5EF4-FFF2-40B4-BE49-F238E27FC236}">
                          <a16:creationId xmlns:a16="http://schemas.microsoft.com/office/drawing/2014/main" id="{8CFAF3FA-8F82-472E-9315-15B070C9A2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2" name="直線コネクタ 131481">
                      <a:extLst>
                        <a:ext uri="{FF2B5EF4-FFF2-40B4-BE49-F238E27FC236}">
                          <a16:creationId xmlns:a16="http://schemas.microsoft.com/office/drawing/2014/main" id="{B7D5F375-7362-4B57-A333-3D7B772B49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3" name="直線コネクタ 131482">
                      <a:extLst>
                        <a:ext uri="{FF2B5EF4-FFF2-40B4-BE49-F238E27FC236}">
                          <a16:creationId xmlns:a16="http://schemas.microsoft.com/office/drawing/2014/main" id="{6A2E14D2-546A-48A0-9FC5-8496D1B797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4" name="直線コネクタ 131483">
                      <a:extLst>
                        <a:ext uri="{FF2B5EF4-FFF2-40B4-BE49-F238E27FC236}">
                          <a16:creationId xmlns:a16="http://schemas.microsoft.com/office/drawing/2014/main" id="{5A044797-D39C-4718-AF8D-B3A8C4E82F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5" name="直線コネクタ 131484">
                      <a:extLst>
                        <a:ext uri="{FF2B5EF4-FFF2-40B4-BE49-F238E27FC236}">
                          <a16:creationId xmlns:a16="http://schemas.microsoft.com/office/drawing/2014/main" id="{20C8485C-198B-4DD0-A887-F9A4F22F4F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6" name="直線コネクタ 131485">
                      <a:extLst>
                        <a:ext uri="{FF2B5EF4-FFF2-40B4-BE49-F238E27FC236}">
                          <a16:creationId xmlns:a16="http://schemas.microsoft.com/office/drawing/2014/main" id="{A30B2003-EB18-4F99-8D08-B6B2F6E75A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7" name="直線コネクタ 131486">
                      <a:extLst>
                        <a:ext uri="{FF2B5EF4-FFF2-40B4-BE49-F238E27FC236}">
                          <a16:creationId xmlns:a16="http://schemas.microsoft.com/office/drawing/2014/main" id="{D0C803C0-2DFF-4D27-939D-36A2428F74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8" name="直線コネクタ 131487">
                      <a:extLst>
                        <a:ext uri="{FF2B5EF4-FFF2-40B4-BE49-F238E27FC236}">
                          <a16:creationId xmlns:a16="http://schemas.microsoft.com/office/drawing/2014/main" id="{9731E2C8-BD23-4A3B-AD72-797ACA20DF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89" name="直線コネクタ 131488">
                      <a:extLst>
                        <a:ext uri="{FF2B5EF4-FFF2-40B4-BE49-F238E27FC236}">
                          <a16:creationId xmlns:a16="http://schemas.microsoft.com/office/drawing/2014/main" id="{82836B7C-517C-40A4-8601-D9C9026C1F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0" name="直線コネクタ 131489">
                      <a:extLst>
                        <a:ext uri="{FF2B5EF4-FFF2-40B4-BE49-F238E27FC236}">
                          <a16:creationId xmlns:a16="http://schemas.microsoft.com/office/drawing/2014/main" id="{DDEECCF8-FC10-4CA3-87B7-9352974640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1" name="直線コネクタ 131490">
                      <a:extLst>
                        <a:ext uri="{FF2B5EF4-FFF2-40B4-BE49-F238E27FC236}">
                          <a16:creationId xmlns:a16="http://schemas.microsoft.com/office/drawing/2014/main" id="{9576B4EB-39C3-46A1-9841-6907410566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2" name="直線コネクタ 131491">
                      <a:extLst>
                        <a:ext uri="{FF2B5EF4-FFF2-40B4-BE49-F238E27FC236}">
                          <a16:creationId xmlns:a16="http://schemas.microsoft.com/office/drawing/2014/main" id="{9D6A5C79-4877-4CCC-919E-D6D5CB41B6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3" name="直線コネクタ 131492">
                      <a:extLst>
                        <a:ext uri="{FF2B5EF4-FFF2-40B4-BE49-F238E27FC236}">
                          <a16:creationId xmlns:a16="http://schemas.microsoft.com/office/drawing/2014/main" id="{1BE2313C-D700-4830-92A5-C5B631399E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4" name="直線コネクタ 131493">
                      <a:extLst>
                        <a:ext uri="{FF2B5EF4-FFF2-40B4-BE49-F238E27FC236}">
                          <a16:creationId xmlns:a16="http://schemas.microsoft.com/office/drawing/2014/main" id="{2158E066-4231-4F22-8B4E-04C1344E71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5" name="直線コネクタ 131494">
                      <a:extLst>
                        <a:ext uri="{FF2B5EF4-FFF2-40B4-BE49-F238E27FC236}">
                          <a16:creationId xmlns:a16="http://schemas.microsoft.com/office/drawing/2014/main" id="{5B6D211A-EE26-4233-AA06-BB578F1651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6" name="直線コネクタ 131495">
                      <a:extLst>
                        <a:ext uri="{FF2B5EF4-FFF2-40B4-BE49-F238E27FC236}">
                          <a16:creationId xmlns:a16="http://schemas.microsoft.com/office/drawing/2014/main" id="{77582FD1-645D-4F44-9240-481541DABC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7" name="直線コネクタ 131496">
                      <a:extLst>
                        <a:ext uri="{FF2B5EF4-FFF2-40B4-BE49-F238E27FC236}">
                          <a16:creationId xmlns:a16="http://schemas.microsoft.com/office/drawing/2014/main" id="{CFCDC5EE-211B-4B47-858B-75F7B87F8A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8" name="直線コネクタ 131497">
                      <a:extLst>
                        <a:ext uri="{FF2B5EF4-FFF2-40B4-BE49-F238E27FC236}">
                          <a16:creationId xmlns:a16="http://schemas.microsoft.com/office/drawing/2014/main" id="{C6826DF3-9813-4724-A1C1-A074E6D8D0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499" name="直線コネクタ 131498">
                      <a:extLst>
                        <a:ext uri="{FF2B5EF4-FFF2-40B4-BE49-F238E27FC236}">
                          <a16:creationId xmlns:a16="http://schemas.microsoft.com/office/drawing/2014/main" id="{6DCDF025-1310-48D3-ABC8-277BCECB6F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0" name="直線コネクタ 131499">
                      <a:extLst>
                        <a:ext uri="{FF2B5EF4-FFF2-40B4-BE49-F238E27FC236}">
                          <a16:creationId xmlns:a16="http://schemas.microsoft.com/office/drawing/2014/main" id="{CC1E6576-7307-4378-8859-8491D11F3D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1" name="直線コネクタ 131500">
                      <a:extLst>
                        <a:ext uri="{FF2B5EF4-FFF2-40B4-BE49-F238E27FC236}">
                          <a16:creationId xmlns:a16="http://schemas.microsoft.com/office/drawing/2014/main" id="{996C3C6B-D418-49FB-BDDA-CE00AA7A07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2" name="直線コネクタ 131501">
                      <a:extLst>
                        <a:ext uri="{FF2B5EF4-FFF2-40B4-BE49-F238E27FC236}">
                          <a16:creationId xmlns:a16="http://schemas.microsoft.com/office/drawing/2014/main" id="{BC40C4FA-C28C-4B79-A5BC-35585057C9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3" name="直線コネクタ 131502">
                      <a:extLst>
                        <a:ext uri="{FF2B5EF4-FFF2-40B4-BE49-F238E27FC236}">
                          <a16:creationId xmlns:a16="http://schemas.microsoft.com/office/drawing/2014/main" id="{4EC39CD4-4030-44DE-82C9-52AE09DC7D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4" name="直線コネクタ 131503">
                      <a:extLst>
                        <a:ext uri="{FF2B5EF4-FFF2-40B4-BE49-F238E27FC236}">
                          <a16:creationId xmlns:a16="http://schemas.microsoft.com/office/drawing/2014/main" id="{C8D3E989-3FBB-4C38-BD01-0E5A019EFE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5" name="直線コネクタ 131504">
                      <a:extLst>
                        <a:ext uri="{FF2B5EF4-FFF2-40B4-BE49-F238E27FC236}">
                          <a16:creationId xmlns:a16="http://schemas.microsoft.com/office/drawing/2014/main" id="{A21BE4B7-CFAF-42B1-8677-B9D0C6949B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6" name="直線コネクタ 131505">
                      <a:extLst>
                        <a:ext uri="{FF2B5EF4-FFF2-40B4-BE49-F238E27FC236}">
                          <a16:creationId xmlns:a16="http://schemas.microsoft.com/office/drawing/2014/main" id="{80B6D1DB-53CD-47DF-8A6C-36A5F06D07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7" name="直線コネクタ 131506">
                      <a:extLst>
                        <a:ext uri="{FF2B5EF4-FFF2-40B4-BE49-F238E27FC236}">
                          <a16:creationId xmlns:a16="http://schemas.microsoft.com/office/drawing/2014/main" id="{A3C9D607-FAF8-4480-9861-ABF66B278E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8" name="直線コネクタ 131507">
                      <a:extLst>
                        <a:ext uri="{FF2B5EF4-FFF2-40B4-BE49-F238E27FC236}">
                          <a16:creationId xmlns:a16="http://schemas.microsoft.com/office/drawing/2014/main" id="{053AEE23-9D8B-4377-947A-C246FE5DE2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09" name="直線コネクタ 131508">
                      <a:extLst>
                        <a:ext uri="{FF2B5EF4-FFF2-40B4-BE49-F238E27FC236}">
                          <a16:creationId xmlns:a16="http://schemas.microsoft.com/office/drawing/2014/main" id="{CD656BC0-59E5-4A78-9530-530A48D264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0" name="直線コネクタ 131509">
                      <a:extLst>
                        <a:ext uri="{FF2B5EF4-FFF2-40B4-BE49-F238E27FC236}">
                          <a16:creationId xmlns:a16="http://schemas.microsoft.com/office/drawing/2014/main" id="{50E64EB6-C283-4D23-A3FE-33B82ADC59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1" name="直線コネクタ 131510">
                      <a:extLst>
                        <a:ext uri="{FF2B5EF4-FFF2-40B4-BE49-F238E27FC236}">
                          <a16:creationId xmlns:a16="http://schemas.microsoft.com/office/drawing/2014/main" id="{2E5CD1AA-513C-4B68-86CF-8DF60AD884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2" name="直線コネクタ 131511">
                      <a:extLst>
                        <a:ext uri="{FF2B5EF4-FFF2-40B4-BE49-F238E27FC236}">
                          <a16:creationId xmlns:a16="http://schemas.microsoft.com/office/drawing/2014/main" id="{FC91DF36-0057-4F25-93B0-130905CE34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3" name="直線コネクタ 131512">
                      <a:extLst>
                        <a:ext uri="{FF2B5EF4-FFF2-40B4-BE49-F238E27FC236}">
                          <a16:creationId xmlns:a16="http://schemas.microsoft.com/office/drawing/2014/main" id="{27D9F173-AD26-43B4-8EF7-BE785A909D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4" name="直線コネクタ 131513">
                      <a:extLst>
                        <a:ext uri="{FF2B5EF4-FFF2-40B4-BE49-F238E27FC236}">
                          <a16:creationId xmlns:a16="http://schemas.microsoft.com/office/drawing/2014/main" id="{2CE2F616-703F-4E76-9C54-BFF8808362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5" name="直線コネクタ 131514">
                      <a:extLst>
                        <a:ext uri="{FF2B5EF4-FFF2-40B4-BE49-F238E27FC236}">
                          <a16:creationId xmlns:a16="http://schemas.microsoft.com/office/drawing/2014/main" id="{4D904066-A7AD-4079-B9B7-0A5802B5E0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6" name="直線コネクタ 131515">
                      <a:extLst>
                        <a:ext uri="{FF2B5EF4-FFF2-40B4-BE49-F238E27FC236}">
                          <a16:creationId xmlns:a16="http://schemas.microsoft.com/office/drawing/2014/main" id="{3362BBC9-236B-40F3-B905-D58F206790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7" name="直線コネクタ 131516">
                      <a:extLst>
                        <a:ext uri="{FF2B5EF4-FFF2-40B4-BE49-F238E27FC236}">
                          <a16:creationId xmlns:a16="http://schemas.microsoft.com/office/drawing/2014/main" id="{774FAB01-D3DE-407D-9454-6CD4CE68FA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8" name="直線コネクタ 131517">
                      <a:extLst>
                        <a:ext uri="{FF2B5EF4-FFF2-40B4-BE49-F238E27FC236}">
                          <a16:creationId xmlns:a16="http://schemas.microsoft.com/office/drawing/2014/main" id="{35852446-DF82-4972-97F2-5A13AB1C55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19" name="直線コネクタ 131518">
                      <a:extLst>
                        <a:ext uri="{FF2B5EF4-FFF2-40B4-BE49-F238E27FC236}">
                          <a16:creationId xmlns:a16="http://schemas.microsoft.com/office/drawing/2014/main" id="{650F5B88-19D2-4810-A4A1-CA2BB4736B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0" name="直線コネクタ 131519">
                      <a:extLst>
                        <a:ext uri="{FF2B5EF4-FFF2-40B4-BE49-F238E27FC236}">
                          <a16:creationId xmlns:a16="http://schemas.microsoft.com/office/drawing/2014/main" id="{FA87EB9D-8E91-4BF8-811B-46F0F2F46F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1" name="直線コネクタ 131520">
                      <a:extLst>
                        <a:ext uri="{FF2B5EF4-FFF2-40B4-BE49-F238E27FC236}">
                          <a16:creationId xmlns:a16="http://schemas.microsoft.com/office/drawing/2014/main" id="{EEF57669-D521-4CA5-9116-7265D6CF32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2" name="直線コネクタ 131521">
                      <a:extLst>
                        <a:ext uri="{FF2B5EF4-FFF2-40B4-BE49-F238E27FC236}">
                          <a16:creationId xmlns:a16="http://schemas.microsoft.com/office/drawing/2014/main" id="{BF5B961D-32D2-4DB8-843E-A737F83933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3" name="直線コネクタ 131522">
                      <a:extLst>
                        <a:ext uri="{FF2B5EF4-FFF2-40B4-BE49-F238E27FC236}">
                          <a16:creationId xmlns:a16="http://schemas.microsoft.com/office/drawing/2014/main" id="{4726103A-696E-478A-B1F9-AFA41521FE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4" name="直線コネクタ 131523">
                      <a:extLst>
                        <a:ext uri="{FF2B5EF4-FFF2-40B4-BE49-F238E27FC236}">
                          <a16:creationId xmlns:a16="http://schemas.microsoft.com/office/drawing/2014/main" id="{5BBE1413-BE8F-48A9-9A63-D8702E12DD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5" name="直線コネクタ 131524">
                      <a:extLst>
                        <a:ext uri="{FF2B5EF4-FFF2-40B4-BE49-F238E27FC236}">
                          <a16:creationId xmlns:a16="http://schemas.microsoft.com/office/drawing/2014/main" id="{BF8EEDFD-48B5-466C-905F-8CFF31636A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6" name="直線コネクタ 131525">
                      <a:extLst>
                        <a:ext uri="{FF2B5EF4-FFF2-40B4-BE49-F238E27FC236}">
                          <a16:creationId xmlns:a16="http://schemas.microsoft.com/office/drawing/2014/main" id="{E5A39607-0157-4D96-9B3D-BC76CC0BA0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7" name="直線コネクタ 131526">
                      <a:extLst>
                        <a:ext uri="{FF2B5EF4-FFF2-40B4-BE49-F238E27FC236}">
                          <a16:creationId xmlns:a16="http://schemas.microsoft.com/office/drawing/2014/main" id="{B34F6B7D-9C62-4614-A0BA-C12D448F41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8" name="直線コネクタ 131527">
                      <a:extLst>
                        <a:ext uri="{FF2B5EF4-FFF2-40B4-BE49-F238E27FC236}">
                          <a16:creationId xmlns:a16="http://schemas.microsoft.com/office/drawing/2014/main" id="{CB13D54E-A335-49E3-B666-06F751915E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29" name="直線コネクタ 131528">
                      <a:extLst>
                        <a:ext uri="{FF2B5EF4-FFF2-40B4-BE49-F238E27FC236}">
                          <a16:creationId xmlns:a16="http://schemas.microsoft.com/office/drawing/2014/main" id="{F1BFFE49-A12E-4AC6-9DFF-4A5F8D63BA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0" name="直線コネクタ 131529">
                      <a:extLst>
                        <a:ext uri="{FF2B5EF4-FFF2-40B4-BE49-F238E27FC236}">
                          <a16:creationId xmlns:a16="http://schemas.microsoft.com/office/drawing/2014/main" id="{B212E164-8C4D-483B-B2BF-B8C9A88A86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1" name="直線コネクタ 131530">
                      <a:extLst>
                        <a:ext uri="{FF2B5EF4-FFF2-40B4-BE49-F238E27FC236}">
                          <a16:creationId xmlns:a16="http://schemas.microsoft.com/office/drawing/2014/main" id="{480E5963-35BB-4DD3-AB46-CC35DE7AC5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2" name="直線コネクタ 131531">
                      <a:extLst>
                        <a:ext uri="{FF2B5EF4-FFF2-40B4-BE49-F238E27FC236}">
                          <a16:creationId xmlns:a16="http://schemas.microsoft.com/office/drawing/2014/main" id="{8F3D9743-0D36-4F48-9B3F-C681E6D01B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3" name="直線コネクタ 131532">
                      <a:extLst>
                        <a:ext uri="{FF2B5EF4-FFF2-40B4-BE49-F238E27FC236}">
                          <a16:creationId xmlns:a16="http://schemas.microsoft.com/office/drawing/2014/main" id="{C54EDDDD-9A6B-4C7D-847B-85935F6FAC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4" name="直線コネクタ 131533">
                      <a:extLst>
                        <a:ext uri="{FF2B5EF4-FFF2-40B4-BE49-F238E27FC236}">
                          <a16:creationId xmlns:a16="http://schemas.microsoft.com/office/drawing/2014/main" id="{D5BFE987-A8B8-4825-AD39-CFCBD870D7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5" name="直線コネクタ 131534">
                      <a:extLst>
                        <a:ext uri="{FF2B5EF4-FFF2-40B4-BE49-F238E27FC236}">
                          <a16:creationId xmlns:a16="http://schemas.microsoft.com/office/drawing/2014/main" id="{9B25FC01-C6A0-4811-8CBB-374F55D178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6" name="直線コネクタ 131535">
                      <a:extLst>
                        <a:ext uri="{FF2B5EF4-FFF2-40B4-BE49-F238E27FC236}">
                          <a16:creationId xmlns:a16="http://schemas.microsoft.com/office/drawing/2014/main" id="{1F326880-3728-4C26-9FC1-E83AD716BF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7" name="直線コネクタ 131536">
                      <a:extLst>
                        <a:ext uri="{FF2B5EF4-FFF2-40B4-BE49-F238E27FC236}">
                          <a16:creationId xmlns:a16="http://schemas.microsoft.com/office/drawing/2014/main" id="{852BA621-C643-4443-A34C-7E00F52144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8" name="直線コネクタ 131537">
                      <a:extLst>
                        <a:ext uri="{FF2B5EF4-FFF2-40B4-BE49-F238E27FC236}">
                          <a16:creationId xmlns:a16="http://schemas.microsoft.com/office/drawing/2014/main" id="{AF557AEA-810E-4E99-A89E-CA923E48F7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39" name="直線コネクタ 131538">
                      <a:extLst>
                        <a:ext uri="{FF2B5EF4-FFF2-40B4-BE49-F238E27FC236}">
                          <a16:creationId xmlns:a16="http://schemas.microsoft.com/office/drawing/2014/main" id="{9FFDFC6B-126E-4B14-B492-45CBD42C79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40" name="直線コネクタ 131539">
                      <a:extLst>
                        <a:ext uri="{FF2B5EF4-FFF2-40B4-BE49-F238E27FC236}">
                          <a16:creationId xmlns:a16="http://schemas.microsoft.com/office/drawing/2014/main" id="{372460BD-22FC-4685-9715-408383F608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41" name="直線コネクタ 131540">
                      <a:extLst>
                        <a:ext uri="{FF2B5EF4-FFF2-40B4-BE49-F238E27FC236}">
                          <a16:creationId xmlns:a16="http://schemas.microsoft.com/office/drawing/2014/main" id="{A8306463-A667-4CB1-9E78-0350CB6569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42" name="直線コネクタ 131541">
                      <a:extLst>
                        <a:ext uri="{FF2B5EF4-FFF2-40B4-BE49-F238E27FC236}">
                          <a16:creationId xmlns:a16="http://schemas.microsoft.com/office/drawing/2014/main" id="{06676CCD-CF67-4369-900E-D4A15BAABD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43" name="直線コネクタ 131542">
                      <a:extLst>
                        <a:ext uri="{FF2B5EF4-FFF2-40B4-BE49-F238E27FC236}">
                          <a16:creationId xmlns:a16="http://schemas.microsoft.com/office/drawing/2014/main" id="{2C556251-8249-4826-AD92-C4335C8707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44" name="直線コネクタ 131543">
                      <a:extLst>
                        <a:ext uri="{FF2B5EF4-FFF2-40B4-BE49-F238E27FC236}">
                          <a16:creationId xmlns:a16="http://schemas.microsoft.com/office/drawing/2014/main" id="{7F1CD7DE-A73C-4A66-AB0A-D0CD2597D4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545" name="直線コネクタ 131544">
                      <a:extLst>
                        <a:ext uri="{FF2B5EF4-FFF2-40B4-BE49-F238E27FC236}">
                          <a16:creationId xmlns:a16="http://schemas.microsoft.com/office/drawing/2014/main" id="{46774BD3-A1FA-4AC0-9BEF-00A3FFA2F1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1546" name="グループ化 131545">
                      <a:extLst>
                        <a:ext uri="{FF2B5EF4-FFF2-40B4-BE49-F238E27FC236}">
                          <a16:creationId xmlns:a16="http://schemas.microsoft.com/office/drawing/2014/main" id="{C558D248-5017-4E99-9DD1-21EE2FA3F6F6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722" name="直線コネクタ 131721">
                        <a:extLst>
                          <a:ext uri="{FF2B5EF4-FFF2-40B4-BE49-F238E27FC236}">
                            <a16:creationId xmlns:a16="http://schemas.microsoft.com/office/drawing/2014/main" id="{D9C1F5C3-1996-4E3A-86BE-9F6E29C6BF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23" name="直線コネクタ 131722">
                        <a:extLst>
                          <a:ext uri="{FF2B5EF4-FFF2-40B4-BE49-F238E27FC236}">
                            <a16:creationId xmlns:a16="http://schemas.microsoft.com/office/drawing/2014/main" id="{3558019D-0DEB-4E6B-BC0C-F1366B79CE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24" name="直線コネクタ 131723">
                        <a:extLst>
                          <a:ext uri="{FF2B5EF4-FFF2-40B4-BE49-F238E27FC236}">
                            <a16:creationId xmlns:a16="http://schemas.microsoft.com/office/drawing/2014/main" id="{754FFFCA-D6BC-4D1E-9504-658C52CB70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25" name="直線コネクタ 131724">
                        <a:extLst>
                          <a:ext uri="{FF2B5EF4-FFF2-40B4-BE49-F238E27FC236}">
                            <a16:creationId xmlns:a16="http://schemas.microsoft.com/office/drawing/2014/main" id="{C9AB571D-2215-4D6E-A977-81EC6DCF80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26" name="直線コネクタ 131725">
                        <a:extLst>
                          <a:ext uri="{FF2B5EF4-FFF2-40B4-BE49-F238E27FC236}">
                            <a16:creationId xmlns:a16="http://schemas.microsoft.com/office/drawing/2014/main" id="{9AF2725F-0088-4CB7-8991-32BF7278D9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27" name="直線コネクタ 131726">
                        <a:extLst>
                          <a:ext uri="{FF2B5EF4-FFF2-40B4-BE49-F238E27FC236}">
                            <a16:creationId xmlns:a16="http://schemas.microsoft.com/office/drawing/2014/main" id="{A68C48E4-56E0-4AF3-92E7-D85DEF4B66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28" name="直線コネクタ 131727">
                        <a:extLst>
                          <a:ext uri="{FF2B5EF4-FFF2-40B4-BE49-F238E27FC236}">
                            <a16:creationId xmlns:a16="http://schemas.microsoft.com/office/drawing/2014/main" id="{9ED6ACE7-B79C-4C0F-BED1-1729AF98AC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29" name="直線コネクタ 131728">
                        <a:extLst>
                          <a:ext uri="{FF2B5EF4-FFF2-40B4-BE49-F238E27FC236}">
                            <a16:creationId xmlns:a16="http://schemas.microsoft.com/office/drawing/2014/main" id="{4DD10540-8CF6-44C5-BA2C-4D34566733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0" name="直線コネクタ 131729">
                        <a:extLst>
                          <a:ext uri="{FF2B5EF4-FFF2-40B4-BE49-F238E27FC236}">
                            <a16:creationId xmlns:a16="http://schemas.microsoft.com/office/drawing/2014/main" id="{2760E1E8-9FDD-445D-9163-4EDBD90509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1" name="直線コネクタ 131730">
                        <a:extLst>
                          <a:ext uri="{FF2B5EF4-FFF2-40B4-BE49-F238E27FC236}">
                            <a16:creationId xmlns:a16="http://schemas.microsoft.com/office/drawing/2014/main" id="{B6DFB922-45DA-44AD-9372-4E078173BC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2" name="直線コネクタ 131731">
                        <a:extLst>
                          <a:ext uri="{FF2B5EF4-FFF2-40B4-BE49-F238E27FC236}">
                            <a16:creationId xmlns:a16="http://schemas.microsoft.com/office/drawing/2014/main" id="{CA1B7C4B-5DDC-46E3-ABB6-50F96805162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3" name="直線コネクタ 131732">
                        <a:extLst>
                          <a:ext uri="{FF2B5EF4-FFF2-40B4-BE49-F238E27FC236}">
                            <a16:creationId xmlns:a16="http://schemas.microsoft.com/office/drawing/2014/main" id="{CA92AD9B-DF75-49D7-8CD5-49D3522CDE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4" name="直線コネクタ 131733">
                        <a:extLst>
                          <a:ext uri="{FF2B5EF4-FFF2-40B4-BE49-F238E27FC236}">
                            <a16:creationId xmlns:a16="http://schemas.microsoft.com/office/drawing/2014/main" id="{3BC74303-34CD-40F8-BEE0-F9B341AC7E1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5" name="直線コネクタ 131734">
                        <a:extLst>
                          <a:ext uri="{FF2B5EF4-FFF2-40B4-BE49-F238E27FC236}">
                            <a16:creationId xmlns:a16="http://schemas.microsoft.com/office/drawing/2014/main" id="{E6295034-1890-413C-B964-B3189F9961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6" name="直線コネクタ 131735">
                        <a:extLst>
                          <a:ext uri="{FF2B5EF4-FFF2-40B4-BE49-F238E27FC236}">
                            <a16:creationId xmlns:a16="http://schemas.microsoft.com/office/drawing/2014/main" id="{24AAD2F4-4D95-4722-8160-0BB6BBBCE8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7" name="直線コネクタ 131736">
                        <a:extLst>
                          <a:ext uri="{FF2B5EF4-FFF2-40B4-BE49-F238E27FC236}">
                            <a16:creationId xmlns:a16="http://schemas.microsoft.com/office/drawing/2014/main" id="{DEDA4B49-1FA8-49EC-8282-4B955D63811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8" name="直線コネクタ 131737">
                        <a:extLst>
                          <a:ext uri="{FF2B5EF4-FFF2-40B4-BE49-F238E27FC236}">
                            <a16:creationId xmlns:a16="http://schemas.microsoft.com/office/drawing/2014/main" id="{B4EFA475-D6A3-4628-BC5A-358AD526E7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39" name="直線コネクタ 131738">
                        <a:extLst>
                          <a:ext uri="{FF2B5EF4-FFF2-40B4-BE49-F238E27FC236}">
                            <a16:creationId xmlns:a16="http://schemas.microsoft.com/office/drawing/2014/main" id="{A6752FB7-618F-4B8F-BB49-E2CAD8CF84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0" name="直線コネクタ 131739">
                        <a:extLst>
                          <a:ext uri="{FF2B5EF4-FFF2-40B4-BE49-F238E27FC236}">
                            <a16:creationId xmlns:a16="http://schemas.microsoft.com/office/drawing/2014/main" id="{E80B1F58-031C-4044-94CE-F4ECE43DF1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1" name="直線コネクタ 131740">
                        <a:extLst>
                          <a:ext uri="{FF2B5EF4-FFF2-40B4-BE49-F238E27FC236}">
                            <a16:creationId xmlns:a16="http://schemas.microsoft.com/office/drawing/2014/main" id="{0DC47D3B-322A-4B7E-9D96-17857A21F7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2" name="直線コネクタ 131741">
                        <a:extLst>
                          <a:ext uri="{FF2B5EF4-FFF2-40B4-BE49-F238E27FC236}">
                            <a16:creationId xmlns:a16="http://schemas.microsoft.com/office/drawing/2014/main" id="{31BBF28C-847E-424D-BB65-D90AEA24AEA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3" name="直線コネクタ 131742">
                        <a:extLst>
                          <a:ext uri="{FF2B5EF4-FFF2-40B4-BE49-F238E27FC236}">
                            <a16:creationId xmlns:a16="http://schemas.microsoft.com/office/drawing/2014/main" id="{0F6F551B-DF22-49AC-A584-94A74047D18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4" name="直線コネクタ 131743">
                        <a:extLst>
                          <a:ext uri="{FF2B5EF4-FFF2-40B4-BE49-F238E27FC236}">
                            <a16:creationId xmlns:a16="http://schemas.microsoft.com/office/drawing/2014/main" id="{5DE382EA-432F-4181-B531-8FF622F411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5" name="直線コネクタ 131744">
                        <a:extLst>
                          <a:ext uri="{FF2B5EF4-FFF2-40B4-BE49-F238E27FC236}">
                            <a16:creationId xmlns:a16="http://schemas.microsoft.com/office/drawing/2014/main" id="{FBE4D977-809E-4C95-A224-2A16C03828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6" name="直線コネクタ 131745">
                        <a:extLst>
                          <a:ext uri="{FF2B5EF4-FFF2-40B4-BE49-F238E27FC236}">
                            <a16:creationId xmlns:a16="http://schemas.microsoft.com/office/drawing/2014/main" id="{4B6EA732-6545-4470-B7CC-4316A2D95A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7" name="直線コネクタ 131746">
                        <a:extLst>
                          <a:ext uri="{FF2B5EF4-FFF2-40B4-BE49-F238E27FC236}">
                            <a16:creationId xmlns:a16="http://schemas.microsoft.com/office/drawing/2014/main" id="{187013CC-4497-44AC-8623-53F27DAF21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8" name="直線コネクタ 131747">
                        <a:extLst>
                          <a:ext uri="{FF2B5EF4-FFF2-40B4-BE49-F238E27FC236}">
                            <a16:creationId xmlns:a16="http://schemas.microsoft.com/office/drawing/2014/main" id="{54F76922-B536-4764-8548-A31BA8D854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49" name="直線コネクタ 131748">
                        <a:extLst>
                          <a:ext uri="{FF2B5EF4-FFF2-40B4-BE49-F238E27FC236}">
                            <a16:creationId xmlns:a16="http://schemas.microsoft.com/office/drawing/2014/main" id="{852841BC-9043-4130-8F9E-A8C18AF1853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0" name="直線コネクタ 131749">
                        <a:extLst>
                          <a:ext uri="{FF2B5EF4-FFF2-40B4-BE49-F238E27FC236}">
                            <a16:creationId xmlns:a16="http://schemas.microsoft.com/office/drawing/2014/main" id="{9E3C8F65-E478-4C8E-838C-F4B8114A4DA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1" name="直線コネクタ 131750">
                        <a:extLst>
                          <a:ext uri="{FF2B5EF4-FFF2-40B4-BE49-F238E27FC236}">
                            <a16:creationId xmlns:a16="http://schemas.microsoft.com/office/drawing/2014/main" id="{58A3DBDA-1218-4EBD-AD16-5D10BA0D19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2" name="直線コネクタ 131751">
                        <a:extLst>
                          <a:ext uri="{FF2B5EF4-FFF2-40B4-BE49-F238E27FC236}">
                            <a16:creationId xmlns:a16="http://schemas.microsoft.com/office/drawing/2014/main" id="{C75855A9-3940-4820-A323-EB218DE74B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3" name="直線コネクタ 131752">
                        <a:extLst>
                          <a:ext uri="{FF2B5EF4-FFF2-40B4-BE49-F238E27FC236}">
                            <a16:creationId xmlns:a16="http://schemas.microsoft.com/office/drawing/2014/main" id="{7B764CE1-F761-4D6B-8FA1-126A5E1FFF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4" name="直線コネクタ 131753">
                        <a:extLst>
                          <a:ext uri="{FF2B5EF4-FFF2-40B4-BE49-F238E27FC236}">
                            <a16:creationId xmlns:a16="http://schemas.microsoft.com/office/drawing/2014/main" id="{6366A4F8-896A-4577-AC6E-89D1DFE1A9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5" name="直線コネクタ 131754">
                        <a:extLst>
                          <a:ext uri="{FF2B5EF4-FFF2-40B4-BE49-F238E27FC236}">
                            <a16:creationId xmlns:a16="http://schemas.microsoft.com/office/drawing/2014/main" id="{0BA49022-31ED-4398-97F7-2DF9909FE7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6" name="直線コネクタ 131755">
                        <a:extLst>
                          <a:ext uri="{FF2B5EF4-FFF2-40B4-BE49-F238E27FC236}">
                            <a16:creationId xmlns:a16="http://schemas.microsoft.com/office/drawing/2014/main" id="{63266637-BD0C-49AE-8E25-64A59BF6211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7" name="直線コネクタ 131756">
                        <a:extLst>
                          <a:ext uri="{FF2B5EF4-FFF2-40B4-BE49-F238E27FC236}">
                            <a16:creationId xmlns:a16="http://schemas.microsoft.com/office/drawing/2014/main" id="{CDD9673B-9143-4AEC-A13C-92E51683DC5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8" name="直線コネクタ 131757">
                        <a:extLst>
                          <a:ext uri="{FF2B5EF4-FFF2-40B4-BE49-F238E27FC236}">
                            <a16:creationId xmlns:a16="http://schemas.microsoft.com/office/drawing/2014/main" id="{27E99641-8ACB-41D7-A0AC-47B3092D95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59" name="直線コネクタ 131758">
                        <a:extLst>
                          <a:ext uri="{FF2B5EF4-FFF2-40B4-BE49-F238E27FC236}">
                            <a16:creationId xmlns:a16="http://schemas.microsoft.com/office/drawing/2014/main" id="{FB71752C-8789-4EB7-BDED-B725279E5F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60" name="直線コネクタ 131759">
                        <a:extLst>
                          <a:ext uri="{FF2B5EF4-FFF2-40B4-BE49-F238E27FC236}">
                            <a16:creationId xmlns:a16="http://schemas.microsoft.com/office/drawing/2014/main" id="{C2F0C62B-075E-4FB3-BDF1-4EAA4061643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61" name="直線コネクタ 131760">
                        <a:extLst>
                          <a:ext uri="{FF2B5EF4-FFF2-40B4-BE49-F238E27FC236}">
                            <a16:creationId xmlns:a16="http://schemas.microsoft.com/office/drawing/2014/main" id="{3AEDAA39-0B8D-4FEA-859E-5864BB1396B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62" name="直線コネクタ 131761">
                        <a:extLst>
                          <a:ext uri="{FF2B5EF4-FFF2-40B4-BE49-F238E27FC236}">
                            <a16:creationId xmlns:a16="http://schemas.microsoft.com/office/drawing/2014/main" id="{B60E425C-9303-4858-AA42-EA837D28A0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63" name="直線コネクタ 131762">
                        <a:extLst>
                          <a:ext uri="{FF2B5EF4-FFF2-40B4-BE49-F238E27FC236}">
                            <a16:creationId xmlns:a16="http://schemas.microsoft.com/office/drawing/2014/main" id="{A0F0B897-5A32-4B7E-8C18-9459A4426F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547" name="グループ化 131546">
                      <a:extLst>
                        <a:ext uri="{FF2B5EF4-FFF2-40B4-BE49-F238E27FC236}">
                          <a16:creationId xmlns:a16="http://schemas.microsoft.com/office/drawing/2014/main" id="{D31BD7EE-D031-423A-9829-C6425E6384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31713" name="正方形/長方形 131712">
                        <a:extLst>
                          <a:ext uri="{FF2B5EF4-FFF2-40B4-BE49-F238E27FC236}">
                            <a16:creationId xmlns:a16="http://schemas.microsoft.com/office/drawing/2014/main" id="{0BA7CAA5-112C-48D8-8A18-FE3161272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714" name="正方形/長方形 131713">
                        <a:extLst>
                          <a:ext uri="{FF2B5EF4-FFF2-40B4-BE49-F238E27FC236}">
                            <a16:creationId xmlns:a16="http://schemas.microsoft.com/office/drawing/2014/main" id="{4DA513A3-5704-4CAB-8C48-5E25D50949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715" name="正方形/長方形 131714">
                        <a:extLst>
                          <a:ext uri="{FF2B5EF4-FFF2-40B4-BE49-F238E27FC236}">
                            <a16:creationId xmlns:a16="http://schemas.microsoft.com/office/drawing/2014/main" id="{9C0A0F97-3A32-4971-BE8C-F3C2F70CAD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716" name="正方形/長方形 131715">
                        <a:extLst>
                          <a:ext uri="{FF2B5EF4-FFF2-40B4-BE49-F238E27FC236}">
                            <a16:creationId xmlns:a16="http://schemas.microsoft.com/office/drawing/2014/main" id="{A6185918-7890-41AB-B248-C84A60084B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717" name="正方形/長方形 131716">
                        <a:extLst>
                          <a:ext uri="{FF2B5EF4-FFF2-40B4-BE49-F238E27FC236}">
                            <a16:creationId xmlns:a16="http://schemas.microsoft.com/office/drawing/2014/main" id="{A47CFDAF-1638-439C-B52A-BE829C75FB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718" name="正方形/長方形 131717">
                        <a:extLst>
                          <a:ext uri="{FF2B5EF4-FFF2-40B4-BE49-F238E27FC236}">
                            <a16:creationId xmlns:a16="http://schemas.microsoft.com/office/drawing/2014/main" id="{BA308E1E-9216-410E-8843-60A1F26C2C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719" name="正方形/長方形 131718">
                        <a:extLst>
                          <a:ext uri="{FF2B5EF4-FFF2-40B4-BE49-F238E27FC236}">
                            <a16:creationId xmlns:a16="http://schemas.microsoft.com/office/drawing/2014/main" id="{C1134343-F226-4BE3-9936-BE2E9D9A39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720" name="正方形/長方形 131719">
                        <a:extLst>
                          <a:ext uri="{FF2B5EF4-FFF2-40B4-BE49-F238E27FC236}">
                            <a16:creationId xmlns:a16="http://schemas.microsoft.com/office/drawing/2014/main" id="{90C39B41-0F03-46FA-82DB-E6F1FB08D1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721" name="正方形/長方形 131720">
                        <a:extLst>
                          <a:ext uri="{FF2B5EF4-FFF2-40B4-BE49-F238E27FC236}">
                            <a16:creationId xmlns:a16="http://schemas.microsoft.com/office/drawing/2014/main" id="{EFED2EE3-5527-4BFC-903A-E6020EE8D2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31548" name="グループ化 131547">
                      <a:extLst>
                        <a:ext uri="{FF2B5EF4-FFF2-40B4-BE49-F238E27FC236}">
                          <a16:creationId xmlns:a16="http://schemas.microsoft.com/office/drawing/2014/main" id="{256A22EE-5723-43EA-AE3B-C36D145258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705" name="直線コネクタ 131704">
                        <a:extLst>
                          <a:ext uri="{FF2B5EF4-FFF2-40B4-BE49-F238E27FC236}">
                            <a16:creationId xmlns:a16="http://schemas.microsoft.com/office/drawing/2014/main" id="{E688B9CA-E7A0-4E05-9D2B-6912BE977F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6" name="直線コネクタ 131705">
                        <a:extLst>
                          <a:ext uri="{FF2B5EF4-FFF2-40B4-BE49-F238E27FC236}">
                            <a16:creationId xmlns:a16="http://schemas.microsoft.com/office/drawing/2014/main" id="{BAB2761E-5A09-4836-AAE8-F01F58631D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7" name="直線コネクタ 131706">
                        <a:extLst>
                          <a:ext uri="{FF2B5EF4-FFF2-40B4-BE49-F238E27FC236}">
                            <a16:creationId xmlns:a16="http://schemas.microsoft.com/office/drawing/2014/main" id="{8573CD72-46D5-46F7-BA41-3A4E3DE074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8" name="直線コネクタ 131707">
                        <a:extLst>
                          <a:ext uri="{FF2B5EF4-FFF2-40B4-BE49-F238E27FC236}">
                            <a16:creationId xmlns:a16="http://schemas.microsoft.com/office/drawing/2014/main" id="{FDF7D533-3095-4358-AA05-4BE5E4EF00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9" name="直線コネクタ 131708">
                        <a:extLst>
                          <a:ext uri="{FF2B5EF4-FFF2-40B4-BE49-F238E27FC236}">
                            <a16:creationId xmlns:a16="http://schemas.microsoft.com/office/drawing/2014/main" id="{6760CD95-C307-4A3E-AC8C-70FED11DD1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10" name="直線コネクタ 131709">
                        <a:extLst>
                          <a:ext uri="{FF2B5EF4-FFF2-40B4-BE49-F238E27FC236}">
                            <a16:creationId xmlns:a16="http://schemas.microsoft.com/office/drawing/2014/main" id="{137C35FF-8CA4-49B7-94F8-D411D289A1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11" name="直線コネクタ 131710">
                        <a:extLst>
                          <a:ext uri="{FF2B5EF4-FFF2-40B4-BE49-F238E27FC236}">
                            <a16:creationId xmlns:a16="http://schemas.microsoft.com/office/drawing/2014/main" id="{7D263600-BA0F-4B00-92EC-207DB093C5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12" name="直線コネクタ 131711">
                        <a:extLst>
                          <a:ext uri="{FF2B5EF4-FFF2-40B4-BE49-F238E27FC236}">
                            <a16:creationId xmlns:a16="http://schemas.microsoft.com/office/drawing/2014/main" id="{3264DBAC-23DB-4BC5-8A9D-2A37E28DFE7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549" name="グループ化 131548">
                      <a:extLst>
                        <a:ext uri="{FF2B5EF4-FFF2-40B4-BE49-F238E27FC236}">
                          <a16:creationId xmlns:a16="http://schemas.microsoft.com/office/drawing/2014/main" id="{B082CC36-4EBD-4A86-A7D8-7E88AEC9BC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697" name="直線コネクタ 131696">
                        <a:extLst>
                          <a:ext uri="{FF2B5EF4-FFF2-40B4-BE49-F238E27FC236}">
                            <a16:creationId xmlns:a16="http://schemas.microsoft.com/office/drawing/2014/main" id="{35B79EA2-DDF6-4274-80B7-8BCC845E9A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8" name="直線コネクタ 131697">
                        <a:extLst>
                          <a:ext uri="{FF2B5EF4-FFF2-40B4-BE49-F238E27FC236}">
                            <a16:creationId xmlns:a16="http://schemas.microsoft.com/office/drawing/2014/main" id="{EF921DAD-DB32-4040-884A-2E5DD243817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9" name="直線コネクタ 131698">
                        <a:extLst>
                          <a:ext uri="{FF2B5EF4-FFF2-40B4-BE49-F238E27FC236}">
                            <a16:creationId xmlns:a16="http://schemas.microsoft.com/office/drawing/2014/main" id="{6BDBEAF3-06C9-4B26-A511-6E2E0E46B2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0" name="直線コネクタ 131699">
                        <a:extLst>
                          <a:ext uri="{FF2B5EF4-FFF2-40B4-BE49-F238E27FC236}">
                            <a16:creationId xmlns:a16="http://schemas.microsoft.com/office/drawing/2014/main" id="{11B37436-914A-431B-814D-0E35200DDAF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1" name="直線コネクタ 131700">
                        <a:extLst>
                          <a:ext uri="{FF2B5EF4-FFF2-40B4-BE49-F238E27FC236}">
                            <a16:creationId xmlns:a16="http://schemas.microsoft.com/office/drawing/2014/main" id="{339D8C6A-962F-4867-A531-18C54FA599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2" name="直線コネクタ 131701">
                        <a:extLst>
                          <a:ext uri="{FF2B5EF4-FFF2-40B4-BE49-F238E27FC236}">
                            <a16:creationId xmlns:a16="http://schemas.microsoft.com/office/drawing/2014/main" id="{4DEFDF2E-CC14-4FC1-823F-F18B34970A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3" name="直線コネクタ 131702">
                        <a:extLst>
                          <a:ext uri="{FF2B5EF4-FFF2-40B4-BE49-F238E27FC236}">
                            <a16:creationId xmlns:a16="http://schemas.microsoft.com/office/drawing/2014/main" id="{F1F33816-BCA2-4D26-884B-E5300C659C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704" name="直線コネクタ 131703">
                        <a:extLst>
                          <a:ext uri="{FF2B5EF4-FFF2-40B4-BE49-F238E27FC236}">
                            <a16:creationId xmlns:a16="http://schemas.microsoft.com/office/drawing/2014/main" id="{6C02D3F7-3BED-47F5-8282-2D9FB5922F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550" name="グループ化 131549">
                      <a:extLst>
                        <a:ext uri="{FF2B5EF4-FFF2-40B4-BE49-F238E27FC236}">
                          <a16:creationId xmlns:a16="http://schemas.microsoft.com/office/drawing/2014/main" id="{CA486D86-8AAD-4580-A894-0B6948BFBE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655" name="直線コネクタ 131654">
                        <a:extLst>
                          <a:ext uri="{FF2B5EF4-FFF2-40B4-BE49-F238E27FC236}">
                            <a16:creationId xmlns:a16="http://schemas.microsoft.com/office/drawing/2014/main" id="{C6839E9C-25FD-40B7-BFEC-069F8A5533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6" name="直線コネクタ 131655">
                        <a:extLst>
                          <a:ext uri="{FF2B5EF4-FFF2-40B4-BE49-F238E27FC236}">
                            <a16:creationId xmlns:a16="http://schemas.microsoft.com/office/drawing/2014/main" id="{B3C7BDE4-4AC2-4473-AA77-E779DEFB4C3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7" name="直線コネクタ 131656">
                        <a:extLst>
                          <a:ext uri="{FF2B5EF4-FFF2-40B4-BE49-F238E27FC236}">
                            <a16:creationId xmlns:a16="http://schemas.microsoft.com/office/drawing/2014/main" id="{926C754D-A655-475F-884D-868A6F3088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8" name="直線コネクタ 131657">
                        <a:extLst>
                          <a:ext uri="{FF2B5EF4-FFF2-40B4-BE49-F238E27FC236}">
                            <a16:creationId xmlns:a16="http://schemas.microsoft.com/office/drawing/2014/main" id="{BAB9A142-73B4-4716-B461-D67EF85B58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9" name="直線コネクタ 131658">
                        <a:extLst>
                          <a:ext uri="{FF2B5EF4-FFF2-40B4-BE49-F238E27FC236}">
                            <a16:creationId xmlns:a16="http://schemas.microsoft.com/office/drawing/2014/main" id="{3CAF57BA-9D2C-4663-B0AE-A89F709F93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0" name="直線コネクタ 131659">
                        <a:extLst>
                          <a:ext uri="{FF2B5EF4-FFF2-40B4-BE49-F238E27FC236}">
                            <a16:creationId xmlns:a16="http://schemas.microsoft.com/office/drawing/2014/main" id="{EBE37A38-7634-4C2B-AF53-3E97E79527D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1" name="直線コネクタ 131660">
                        <a:extLst>
                          <a:ext uri="{FF2B5EF4-FFF2-40B4-BE49-F238E27FC236}">
                            <a16:creationId xmlns:a16="http://schemas.microsoft.com/office/drawing/2014/main" id="{B6E6A179-E3AB-438E-B1A9-399292A4ED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2" name="直線コネクタ 131661">
                        <a:extLst>
                          <a:ext uri="{FF2B5EF4-FFF2-40B4-BE49-F238E27FC236}">
                            <a16:creationId xmlns:a16="http://schemas.microsoft.com/office/drawing/2014/main" id="{53E1CBBB-267F-4472-8B05-6ECC1B79627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3" name="直線コネクタ 131662">
                        <a:extLst>
                          <a:ext uri="{FF2B5EF4-FFF2-40B4-BE49-F238E27FC236}">
                            <a16:creationId xmlns:a16="http://schemas.microsoft.com/office/drawing/2014/main" id="{671858A3-4196-461F-B116-A815C45A33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4" name="直線コネクタ 131663">
                        <a:extLst>
                          <a:ext uri="{FF2B5EF4-FFF2-40B4-BE49-F238E27FC236}">
                            <a16:creationId xmlns:a16="http://schemas.microsoft.com/office/drawing/2014/main" id="{528B7D48-B1F4-46B0-9F61-0E4381E741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5" name="直線コネクタ 131664">
                        <a:extLst>
                          <a:ext uri="{FF2B5EF4-FFF2-40B4-BE49-F238E27FC236}">
                            <a16:creationId xmlns:a16="http://schemas.microsoft.com/office/drawing/2014/main" id="{7CCD132D-2A67-4D83-933A-812B303E73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6" name="直線コネクタ 131665">
                        <a:extLst>
                          <a:ext uri="{FF2B5EF4-FFF2-40B4-BE49-F238E27FC236}">
                            <a16:creationId xmlns:a16="http://schemas.microsoft.com/office/drawing/2014/main" id="{39A588C8-91FA-439B-B5D3-64BB3A251C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7" name="直線コネクタ 131666">
                        <a:extLst>
                          <a:ext uri="{FF2B5EF4-FFF2-40B4-BE49-F238E27FC236}">
                            <a16:creationId xmlns:a16="http://schemas.microsoft.com/office/drawing/2014/main" id="{0FE645CD-DE0E-4D53-B726-F452E522A9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8" name="直線コネクタ 131667">
                        <a:extLst>
                          <a:ext uri="{FF2B5EF4-FFF2-40B4-BE49-F238E27FC236}">
                            <a16:creationId xmlns:a16="http://schemas.microsoft.com/office/drawing/2014/main" id="{918C49DA-D66C-493B-9972-278E59F0E1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69" name="直線コネクタ 131668">
                        <a:extLst>
                          <a:ext uri="{FF2B5EF4-FFF2-40B4-BE49-F238E27FC236}">
                            <a16:creationId xmlns:a16="http://schemas.microsoft.com/office/drawing/2014/main" id="{9DE7150C-0E92-46B7-BD80-1D3D6474DED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0" name="直線コネクタ 131669">
                        <a:extLst>
                          <a:ext uri="{FF2B5EF4-FFF2-40B4-BE49-F238E27FC236}">
                            <a16:creationId xmlns:a16="http://schemas.microsoft.com/office/drawing/2014/main" id="{CEC6084D-A3B9-4C0A-93FA-A47E4F710D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1" name="直線コネクタ 131670">
                        <a:extLst>
                          <a:ext uri="{FF2B5EF4-FFF2-40B4-BE49-F238E27FC236}">
                            <a16:creationId xmlns:a16="http://schemas.microsoft.com/office/drawing/2014/main" id="{4FFCF471-86E7-46A6-A667-8FC0CF73B3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2" name="直線コネクタ 131671">
                        <a:extLst>
                          <a:ext uri="{FF2B5EF4-FFF2-40B4-BE49-F238E27FC236}">
                            <a16:creationId xmlns:a16="http://schemas.microsoft.com/office/drawing/2014/main" id="{82DCE73C-1B10-40F4-B599-63C9A13B44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3" name="直線コネクタ 131672">
                        <a:extLst>
                          <a:ext uri="{FF2B5EF4-FFF2-40B4-BE49-F238E27FC236}">
                            <a16:creationId xmlns:a16="http://schemas.microsoft.com/office/drawing/2014/main" id="{F53D7056-FCD6-4847-ACA6-1FE3E85DE7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4" name="直線コネクタ 131673">
                        <a:extLst>
                          <a:ext uri="{FF2B5EF4-FFF2-40B4-BE49-F238E27FC236}">
                            <a16:creationId xmlns:a16="http://schemas.microsoft.com/office/drawing/2014/main" id="{1E036B58-A1EB-44FD-AE29-F9390A3E79C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5" name="直線コネクタ 131674">
                        <a:extLst>
                          <a:ext uri="{FF2B5EF4-FFF2-40B4-BE49-F238E27FC236}">
                            <a16:creationId xmlns:a16="http://schemas.microsoft.com/office/drawing/2014/main" id="{86E33051-F1B0-42ED-96AE-D3056C95B9D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6" name="直線コネクタ 131675">
                        <a:extLst>
                          <a:ext uri="{FF2B5EF4-FFF2-40B4-BE49-F238E27FC236}">
                            <a16:creationId xmlns:a16="http://schemas.microsoft.com/office/drawing/2014/main" id="{7588603D-54EC-415B-98D6-5B22FAD6D64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7" name="直線コネクタ 131676">
                        <a:extLst>
                          <a:ext uri="{FF2B5EF4-FFF2-40B4-BE49-F238E27FC236}">
                            <a16:creationId xmlns:a16="http://schemas.microsoft.com/office/drawing/2014/main" id="{3C980E43-C97D-4A31-A4B9-1D87AAB6CD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8" name="直線コネクタ 131677">
                        <a:extLst>
                          <a:ext uri="{FF2B5EF4-FFF2-40B4-BE49-F238E27FC236}">
                            <a16:creationId xmlns:a16="http://schemas.microsoft.com/office/drawing/2014/main" id="{463E56CB-4A0C-450B-A223-38B8BE4A36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79" name="直線コネクタ 131678">
                        <a:extLst>
                          <a:ext uri="{FF2B5EF4-FFF2-40B4-BE49-F238E27FC236}">
                            <a16:creationId xmlns:a16="http://schemas.microsoft.com/office/drawing/2014/main" id="{EB035FAA-A446-46D6-A52E-99473FB445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0" name="直線コネクタ 131679">
                        <a:extLst>
                          <a:ext uri="{FF2B5EF4-FFF2-40B4-BE49-F238E27FC236}">
                            <a16:creationId xmlns:a16="http://schemas.microsoft.com/office/drawing/2014/main" id="{D5135737-DD60-43D6-AF0E-6FF4538867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1" name="直線コネクタ 131680">
                        <a:extLst>
                          <a:ext uri="{FF2B5EF4-FFF2-40B4-BE49-F238E27FC236}">
                            <a16:creationId xmlns:a16="http://schemas.microsoft.com/office/drawing/2014/main" id="{D9251F5D-C6CF-441A-BCD5-39C0E03AF4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2" name="直線コネクタ 131681">
                        <a:extLst>
                          <a:ext uri="{FF2B5EF4-FFF2-40B4-BE49-F238E27FC236}">
                            <a16:creationId xmlns:a16="http://schemas.microsoft.com/office/drawing/2014/main" id="{707AECDE-3328-4B51-9F8B-EFF21CD4F08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3" name="直線コネクタ 131682">
                        <a:extLst>
                          <a:ext uri="{FF2B5EF4-FFF2-40B4-BE49-F238E27FC236}">
                            <a16:creationId xmlns:a16="http://schemas.microsoft.com/office/drawing/2014/main" id="{08608334-0E2B-47A8-BC4F-5C5183AD33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4" name="直線コネクタ 131683">
                        <a:extLst>
                          <a:ext uri="{FF2B5EF4-FFF2-40B4-BE49-F238E27FC236}">
                            <a16:creationId xmlns:a16="http://schemas.microsoft.com/office/drawing/2014/main" id="{4130C25C-D7F8-46B6-88A2-49CE56BB01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5" name="直線コネクタ 131684">
                        <a:extLst>
                          <a:ext uri="{FF2B5EF4-FFF2-40B4-BE49-F238E27FC236}">
                            <a16:creationId xmlns:a16="http://schemas.microsoft.com/office/drawing/2014/main" id="{7E1F658D-1E2F-4D62-9F71-D4834E52FF7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6" name="直線コネクタ 131685">
                        <a:extLst>
                          <a:ext uri="{FF2B5EF4-FFF2-40B4-BE49-F238E27FC236}">
                            <a16:creationId xmlns:a16="http://schemas.microsoft.com/office/drawing/2014/main" id="{028B44C4-6835-4D48-A767-1A45E744D17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7" name="直線コネクタ 131686">
                        <a:extLst>
                          <a:ext uri="{FF2B5EF4-FFF2-40B4-BE49-F238E27FC236}">
                            <a16:creationId xmlns:a16="http://schemas.microsoft.com/office/drawing/2014/main" id="{78EE5152-3340-4122-BED7-3E6101270E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8" name="直線コネクタ 131687">
                        <a:extLst>
                          <a:ext uri="{FF2B5EF4-FFF2-40B4-BE49-F238E27FC236}">
                            <a16:creationId xmlns:a16="http://schemas.microsoft.com/office/drawing/2014/main" id="{7AB9B3A7-FE5F-42D6-937C-10AB010903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89" name="直線コネクタ 131688">
                        <a:extLst>
                          <a:ext uri="{FF2B5EF4-FFF2-40B4-BE49-F238E27FC236}">
                            <a16:creationId xmlns:a16="http://schemas.microsoft.com/office/drawing/2014/main" id="{47AAF747-EDF2-4FF4-8EAA-4613FBF4DB3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0" name="直線コネクタ 131689">
                        <a:extLst>
                          <a:ext uri="{FF2B5EF4-FFF2-40B4-BE49-F238E27FC236}">
                            <a16:creationId xmlns:a16="http://schemas.microsoft.com/office/drawing/2014/main" id="{D030F543-AD3E-438B-9EB3-EA84E267D9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1" name="直線コネクタ 131690">
                        <a:extLst>
                          <a:ext uri="{FF2B5EF4-FFF2-40B4-BE49-F238E27FC236}">
                            <a16:creationId xmlns:a16="http://schemas.microsoft.com/office/drawing/2014/main" id="{7CFDC486-119D-4FD3-872F-1ED1009705D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2" name="直線コネクタ 131691">
                        <a:extLst>
                          <a:ext uri="{FF2B5EF4-FFF2-40B4-BE49-F238E27FC236}">
                            <a16:creationId xmlns:a16="http://schemas.microsoft.com/office/drawing/2014/main" id="{AD69CD7A-99D8-486B-BA02-F2806AD68E9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3" name="直線コネクタ 131692">
                        <a:extLst>
                          <a:ext uri="{FF2B5EF4-FFF2-40B4-BE49-F238E27FC236}">
                            <a16:creationId xmlns:a16="http://schemas.microsoft.com/office/drawing/2014/main" id="{4AEE8EC4-738C-43ED-BFA3-A222BA7D1AF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4" name="直線コネクタ 131693">
                        <a:extLst>
                          <a:ext uri="{FF2B5EF4-FFF2-40B4-BE49-F238E27FC236}">
                            <a16:creationId xmlns:a16="http://schemas.microsoft.com/office/drawing/2014/main" id="{33B47F07-7733-4C8B-B9D6-7301034DF6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5" name="直線コネクタ 131694">
                        <a:extLst>
                          <a:ext uri="{FF2B5EF4-FFF2-40B4-BE49-F238E27FC236}">
                            <a16:creationId xmlns:a16="http://schemas.microsoft.com/office/drawing/2014/main" id="{AE1EA085-2295-47A7-9105-B0ECE4FA8A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96" name="直線コネクタ 131695">
                        <a:extLst>
                          <a:ext uri="{FF2B5EF4-FFF2-40B4-BE49-F238E27FC236}">
                            <a16:creationId xmlns:a16="http://schemas.microsoft.com/office/drawing/2014/main" id="{04288F10-2D63-4B21-A388-D2E25B8B66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551" name="グループ化 131550">
                      <a:extLst>
                        <a:ext uri="{FF2B5EF4-FFF2-40B4-BE49-F238E27FC236}">
                          <a16:creationId xmlns:a16="http://schemas.microsoft.com/office/drawing/2014/main" id="{54AB31A7-838F-4653-AA17-40556EBCB87F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613" name="直線コネクタ 131612">
                        <a:extLst>
                          <a:ext uri="{FF2B5EF4-FFF2-40B4-BE49-F238E27FC236}">
                            <a16:creationId xmlns:a16="http://schemas.microsoft.com/office/drawing/2014/main" id="{67AFD765-7A50-4CB7-A7B9-D4E75B1BF5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4" name="直線コネクタ 131613">
                        <a:extLst>
                          <a:ext uri="{FF2B5EF4-FFF2-40B4-BE49-F238E27FC236}">
                            <a16:creationId xmlns:a16="http://schemas.microsoft.com/office/drawing/2014/main" id="{A33C24D7-CA91-4CF1-92D2-E56B1DD0D4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5" name="直線コネクタ 131614">
                        <a:extLst>
                          <a:ext uri="{FF2B5EF4-FFF2-40B4-BE49-F238E27FC236}">
                            <a16:creationId xmlns:a16="http://schemas.microsoft.com/office/drawing/2014/main" id="{C59CC9D4-986A-4A3A-A965-81B1D31555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6" name="直線コネクタ 131615">
                        <a:extLst>
                          <a:ext uri="{FF2B5EF4-FFF2-40B4-BE49-F238E27FC236}">
                            <a16:creationId xmlns:a16="http://schemas.microsoft.com/office/drawing/2014/main" id="{8AE0A817-D074-423E-BC8B-7B9AE9C1B6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7" name="直線コネクタ 131616">
                        <a:extLst>
                          <a:ext uri="{FF2B5EF4-FFF2-40B4-BE49-F238E27FC236}">
                            <a16:creationId xmlns:a16="http://schemas.microsoft.com/office/drawing/2014/main" id="{908990EB-6BDA-4519-AB91-1C5367D2A7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8" name="直線コネクタ 131617">
                        <a:extLst>
                          <a:ext uri="{FF2B5EF4-FFF2-40B4-BE49-F238E27FC236}">
                            <a16:creationId xmlns:a16="http://schemas.microsoft.com/office/drawing/2014/main" id="{B12E0E63-7D6C-4B61-B9BB-EAC38A6EBF3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9" name="直線コネクタ 131618">
                        <a:extLst>
                          <a:ext uri="{FF2B5EF4-FFF2-40B4-BE49-F238E27FC236}">
                            <a16:creationId xmlns:a16="http://schemas.microsoft.com/office/drawing/2014/main" id="{4C5BD191-AF4A-457F-A4C6-975E29E1B1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0" name="直線コネクタ 131619">
                        <a:extLst>
                          <a:ext uri="{FF2B5EF4-FFF2-40B4-BE49-F238E27FC236}">
                            <a16:creationId xmlns:a16="http://schemas.microsoft.com/office/drawing/2014/main" id="{46D7FF43-3747-4446-BE95-09B24F32D2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1" name="直線コネクタ 131620">
                        <a:extLst>
                          <a:ext uri="{FF2B5EF4-FFF2-40B4-BE49-F238E27FC236}">
                            <a16:creationId xmlns:a16="http://schemas.microsoft.com/office/drawing/2014/main" id="{754A2635-7310-496A-B70B-93C676A162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2" name="直線コネクタ 131621">
                        <a:extLst>
                          <a:ext uri="{FF2B5EF4-FFF2-40B4-BE49-F238E27FC236}">
                            <a16:creationId xmlns:a16="http://schemas.microsoft.com/office/drawing/2014/main" id="{37FA555E-FD74-451E-B2A1-8A19E6B478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3" name="直線コネクタ 131622">
                        <a:extLst>
                          <a:ext uri="{FF2B5EF4-FFF2-40B4-BE49-F238E27FC236}">
                            <a16:creationId xmlns:a16="http://schemas.microsoft.com/office/drawing/2014/main" id="{CCEDC0C9-39E2-4D0C-B187-1F12260A3DC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4" name="直線コネクタ 131623">
                        <a:extLst>
                          <a:ext uri="{FF2B5EF4-FFF2-40B4-BE49-F238E27FC236}">
                            <a16:creationId xmlns:a16="http://schemas.microsoft.com/office/drawing/2014/main" id="{14C73406-63C3-4455-B892-7A9EED9AE9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5" name="直線コネクタ 131624">
                        <a:extLst>
                          <a:ext uri="{FF2B5EF4-FFF2-40B4-BE49-F238E27FC236}">
                            <a16:creationId xmlns:a16="http://schemas.microsoft.com/office/drawing/2014/main" id="{DD605407-237F-4000-BEA8-491EBEDBBD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6" name="直線コネクタ 131625">
                        <a:extLst>
                          <a:ext uri="{FF2B5EF4-FFF2-40B4-BE49-F238E27FC236}">
                            <a16:creationId xmlns:a16="http://schemas.microsoft.com/office/drawing/2014/main" id="{A7AA2B51-E12F-4EC9-8272-E101CFFA194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7" name="直線コネクタ 131626">
                        <a:extLst>
                          <a:ext uri="{FF2B5EF4-FFF2-40B4-BE49-F238E27FC236}">
                            <a16:creationId xmlns:a16="http://schemas.microsoft.com/office/drawing/2014/main" id="{74B19D3E-E8AA-43C0-B857-8F2FD6E9A0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8" name="直線コネクタ 131627">
                        <a:extLst>
                          <a:ext uri="{FF2B5EF4-FFF2-40B4-BE49-F238E27FC236}">
                            <a16:creationId xmlns:a16="http://schemas.microsoft.com/office/drawing/2014/main" id="{842B57C5-B2E3-4EFE-829B-5A3A09DF20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29" name="直線コネクタ 131628">
                        <a:extLst>
                          <a:ext uri="{FF2B5EF4-FFF2-40B4-BE49-F238E27FC236}">
                            <a16:creationId xmlns:a16="http://schemas.microsoft.com/office/drawing/2014/main" id="{13A811F1-9048-441A-8273-2682373B9A9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0" name="直線コネクタ 131629">
                        <a:extLst>
                          <a:ext uri="{FF2B5EF4-FFF2-40B4-BE49-F238E27FC236}">
                            <a16:creationId xmlns:a16="http://schemas.microsoft.com/office/drawing/2014/main" id="{1AFA1A56-3974-4A91-A75B-5703CCFC8C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1" name="直線コネクタ 131630">
                        <a:extLst>
                          <a:ext uri="{FF2B5EF4-FFF2-40B4-BE49-F238E27FC236}">
                            <a16:creationId xmlns:a16="http://schemas.microsoft.com/office/drawing/2014/main" id="{CEC1247D-7676-4B21-AF23-67E35487BA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2" name="直線コネクタ 131631">
                        <a:extLst>
                          <a:ext uri="{FF2B5EF4-FFF2-40B4-BE49-F238E27FC236}">
                            <a16:creationId xmlns:a16="http://schemas.microsoft.com/office/drawing/2014/main" id="{8C2D94B4-ADD6-463D-ADC3-0E86CAF804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3" name="直線コネクタ 131632">
                        <a:extLst>
                          <a:ext uri="{FF2B5EF4-FFF2-40B4-BE49-F238E27FC236}">
                            <a16:creationId xmlns:a16="http://schemas.microsoft.com/office/drawing/2014/main" id="{91FE5697-5C08-4216-9296-0EC00335E1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4" name="直線コネクタ 131633">
                        <a:extLst>
                          <a:ext uri="{FF2B5EF4-FFF2-40B4-BE49-F238E27FC236}">
                            <a16:creationId xmlns:a16="http://schemas.microsoft.com/office/drawing/2014/main" id="{C0FFA4AC-F6D0-4008-8B53-CDAAC2CC90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5" name="直線コネクタ 131634">
                        <a:extLst>
                          <a:ext uri="{FF2B5EF4-FFF2-40B4-BE49-F238E27FC236}">
                            <a16:creationId xmlns:a16="http://schemas.microsoft.com/office/drawing/2014/main" id="{84E0CCD7-A0BD-4E45-93FA-DF80E41550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6" name="直線コネクタ 131635">
                        <a:extLst>
                          <a:ext uri="{FF2B5EF4-FFF2-40B4-BE49-F238E27FC236}">
                            <a16:creationId xmlns:a16="http://schemas.microsoft.com/office/drawing/2014/main" id="{A120961E-54BE-4E7F-A37D-EF4B69500C8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7" name="直線コネクタ 131636">
                        <a:extLst>
                          <a:ext uri="{FF2B5EF4-FFF2-40B4-BE49-F238E27FC236}">
                            <a16:creationId xmlns:a16="http://schemas.microsoft.com/office/drawing/2014/main" id="{C5350052-DF99-47B0-9205-29DB1B361A2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8" name="直線コネクタ 131637">
                        <a:extLst>
                          <a:ext uri="{FF2B5EF4-FFF2-40B4-BE49-F238E27FC236}">
                            <a16:creationId xmlns:a16="http://schemas.microsoft.com/office/drawing/2014/main" id="{F50FF263-6589-423A-A7FC-028D65F35ED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39" name="直線コネクタ 131638">
                        <a:extLst>
                          <a:ext uri="{FF2B5EF4-FFF2-40B4-BE49-F238E27FC236}">
                            <a16:creationId xmlns:a16="http://schemas.microsoft.com/office/drawing/2014/main" id="{707765F0-71E8-4649-B74F-5BEB576E7E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0" name="直線コネクタ 131639">
                        <a:extLst>
                          <a:ext uri="{FF2B5EF4-FFF2-40B4-BE49-F238E27FC236}">
                            <a16:creationId xmlns:a16="http://schemas.microsoft.com/office/drawing/2014/main" id="{234BE8CC-9B73-44F4-BC72-CDF72AE934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1" name="直線コネクタ 131640">
                        <a:extLst>
                          <a:ext uri="{FF2B5EF4-FFF2-40B4-BE49-F238E27FC236}">
                            <a16:creationId xmlns:a16="http://schemas.microsoft.com/office/drawing/2014/main" id="{A3E0BF23-B7BB-401F-B4B0-CB44CCF362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2" name="直線コネクタ 131641">
                        <a:extLst>
                          <a:ext uri="{FF2B5EF4-FFF2-40B4-BE49-F238E27FC236}">
                            <a16:creationId xmlns:a16="http://schemas.microsoft.com/office/drawing/2014/main" id="{3A8A2F90-37A8-4534-A12F-3F21663A1F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3" name="直線コネクタ 131642">
                        <a:extLst>
                          <a:ext uri="{FF2B5EF4-FFF2-40B4-BE49-F238E27FC236}">
                            <a16:creationId xmlns:a16="http://schemas.microsoft.com/office/drawing/2014/main" id="{54E16FEA-4A8D-48F3-B9B7-B73C722253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4" name="直線コネクタ 131643">
                        <a:extLst>
                          <a:ext uri="{FF2B5EF4-FFF2-40B4-BE49-F238E27FC236}">
                            <a16:creationId xmlns:a16="http://schemas.microsoft.com/office/drawing/2014/main" id="{1CBA42F5-398F-45C2-9914-78536F6CE0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5" name="直線コネクタ 131644">
                        <a:extLst>
                          <a:ext uri="{FF2B5EF4-FFF2-40B4-BE49-F238E27FC236}">
                            <a16:creationId xmlns:a16="http://schemas.microsoft.com/office/drawing/2014/main" id="{55715194-07A9-41A6-A1F5-853E5B5DB0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6" name="直線コネクタ 131645">
                        <a:extLst>
                          <a:ext uri="{FF2B5EF4-FFF2-40B4-BE49-F238E27FC236}">
                            <a16:creationId xmlns:a16="http://schemas.microsoft.com/office/drawing/2014/main" id="{FE33348C-8FDC-4877-AA80-CEFB77A420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7" name="直線コネクタ 131646">
                        <a:extLst>
                          <a:ext uri="{FF2B5EF4-FFF2-40B4-BE49-F238E27FC236}">
                            <a16:creationId xmlns:a16="http://schemas.microsoft.com/office/drawing/2014/main" id="{B2DBB6C9-4290-4095-8C5B-75227FA97D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8" name="直線コネクタ 131647">
                        <a:extLst>
                          <a:ext uri="{FF2B5EF4-FFF2-40B4-BE49-F238E27FC236}">
                            <a16:creationId xmlns:a16="http://schemas.microsoft.com/office/drawing/2014/main" id="{16A1BB9A-B46E-46E8-A388-A56E63357B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49" name="直線コネクタ 131648">
                        <a:extLst>
                          <a:ext uri="{FF2B5EF4-FFF2-40B4-BE49-F238E27FC236}">
                            <a16:creationId xmlns:a16="http://schemas.microsoft.com/office/drawing/2014/main" id="{0BDEA3DF-5F95-4678-ADBA-E87E898E73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0" name="直線コネクタ 131649">
                        <a:extLst>
                          <a:ext uri="{FF2B5EF4-FFF2-40B4-BE49-F238E27FC236}">
                            <a16:creationId xmlns:a16="http://schemas.microsoft.com/office/drawing/2014/main" id="{1EC2005F-FC4E-4192-83B6-0D38B072D3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1" name="直線コネクタ 131650">
                        <a:extLst>
                          <a:ext uri="{FF2B5EF4-FFF2-40B4-BE49-F238E27FC236}">
                            <a16:creationId xmlns:a16="http://schemas.microsoft.com/office/drawing/2014/main" id="{43AD249F-D482-4175-80B3-614B1BC175A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2" name="直線コネクタ 131651">
                        <a:extLst>
                          <a:ext uri="{FF2B5EF4-FFF2-40B4-BE49-F238E27FC236}">
                            <a16:creationId xmlns:a16="http://schemas.microsoft.com/office/drawing/2014/main" id="{3944DEDC-DE2D-4549-9D1F-17362B52911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3" name="直線コネクタ 131652">
                        <a:extLst>
                          <a:ext uri="{FF2B5EF4-FFF2-40B4-BE49-F238E27FC236}">
                            <a16:creationId xmlns:a16="http://schemas.microsoft.com/office/drawing/2014/main" id="{45A2649F-9A9D-4DA8-A930-22AB170972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54" name="直線コネクタ 131653">
                        <a:extLst>
                          <a:ext uri="{FF2B5EF4-FFF2-40B4-BE49-F238E27FC236}">
                            <a16:creationId xmlns:a16="http://schemas.microsoft.com/office/drawing/2014/main" id="{4BAB80E6-8C4B-441A-BFDA-5E8D65D475C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552" name="グループ化 131551">
                      <a:extLst>
                        <a:ext uri="{FF2B5EF4-FFF2-40B4-BE49-F238E27FC236}">
                          <a16:creationId xmlns:a16="http://schemas.microsoft.com/office/drawing/2014/main" id="{14C8A8E7-00EE-4F97-833C-3F7A3092B0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605" name="直線コネクタ 131604">
                        <a:extLst>
                          <a:ext uri="{FF2B5EF4-FFF2-40B4-BE49-F238E27FC236}">
                            <a16:creationId xmlns:a16="http://schemas.microsoft.com/office/drawing/2014/main" id="{172848F9-D008-45D8-9304-79FF31025A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6" name="直線コネクタ 131605">
                        <a:extLst>
                          <a:ext uri="{FF2B5EF4-FFF2-40B4-BE49-F238E27FC236}">
                            <a16:creationId xmlns:a16="http://schemas.microsoft.com/office/drawing/2014/main" id="{E309E5B0-858A-428F-BEC8-BC1D25AECBA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7" name="直線コネクタ 131606">
                        <a:extLst>
                          <a:ext uri="{FF2B5EF4-FFF2-40B4-BE49-F238E27FC236}">
                            <a16:creationId xmlns:a16="http://schemas.microsoft.com/office/drawing/2014/main" id="{7ED8F96B-5E6C-4958-9F1A-6395650AB2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8" name="直線コネクタ 131607">
                        <a:extLst>
                          <a:ext uri="{FF2B5EF4-FFF2-40B4-BE49-F238E27FC236}">
                            <a16:creationId xmlns:a16="http://schemas.microsoft.com/office/drawing/2014/main" id="{5A389785-8B5D-4CCA-853A-393BCE5D11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9" name="直線コネクタ 131608">
                        <a:extLst>
                          <a:ext uri="{FF2B5EF4-FFF2-40B4-BE49-F238E27FC236}">
                            <a16:creationId xmlns:a16="http://schemas.microsoft.com/office/drawing/2014/main" id="{554CFCC4-BD2E-4483-8086-61F59FC3302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0" name="直線コネクタ 131609">
                        <a:extLst>
                          <a:ext uri="{FF2B5EF4-FFF2-40B4-BE49-F238E27FC236}">
                            <a16:creationId xmlns:a16="http://schemas.microsoft.com/office/drawing/2014/main" id="{155A76AD-10F1-4082-940C-999A09E36F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1" name="直線コネクタ 131610">
                        <a:extLst>
                          <a:ext uri="{FF2B5EF4-FFF2-40B4-BE49-F238E27FC236}">
                            <a16:creationId xmlns:a16="http://schemas.microsoft.com/office/drawing/2014/main" id="{9E63A4D5-1026-4B6A-AC86-C732B30D80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12" name="直線コネクタ 131611">
                        <a:extLst>
                          <a:ext uri="{FF2B5EF4-FFF2-40B4-BE49-F238E27FC236}">
                            <a16:creationId xmlns:a16="http://schemas.microsoft.com/office/drawing/2014/main" id="{46C2CFFB-AB8D-4FBF-A4E1-6167966DF7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553" name="グループ化 131552">
                      <a:extLst>
                        <a:ext uri="{FF2B5EF4-FFF2-40B4-BE49-F238E27FC236}">
                          <a16:creationId xmlns:a16="http://schemas.microsoft.com/office/drawing/2014/main" id="{78D7EA9D-9885-4756-BBF4-24E2B1C878A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597" name="直線コネクタ 131596">
                        <a:extLst>
                          <a:ext uri="{FF2B5EF4-FFF2-40B4-BE49-F238E27FC236}">
                            <a16:creationId xmlns:a16="http://schemas.microsoft.com/office/drawing/2014/main" id="{B6D7309B-3FA5-47BC-8945-E069014956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8" name="直線コネクタ 131597">
                        <a:extLst>
                          <a:ext uri="{FF2B5EF4-FFF2-40B4-BE49-F238E27FC236}">
                            <a16:creationId xmlns:a16="http://schemas.microsoft.com/office/drawing/2014/main" id="{F12F6AFB-8665-4DA4-B73D-DDAA846D75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9" name="直線コネクタ 131598">
                        <a:extLst>
                          <a:ext uri="{FF2B5EF4-FFF2-40B4-BE49-F238E27FC236}">
                            <a16:creationId xmlns:a16="http://schemas.microsoft.com/office/drawing/2014/main" id="{F389F742-BD1B-4839-BD1F-3786092DFF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0" name="直線コネクタ 131599">
                        <a:extLst>
                          <a:ext uri="{FF2B5EF4-FFF2-40B4-BE49-F238E27FC236}">
                            <a16:creationId xmlns:a16="http://schemas.microsoft.com/office/drawing/2014/main" id="{684A37AA-874C-4149-991C-C75DFEE0D4B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1" name="直線コネクタ 131600">
                        <a:extLst>
                          <a:ext uri="{FF2B5EF4-FFF2-40B4-BE49-F238E27FC236}">
                            <a16:creationId xmlns:a16="http://schemas.microsoft.com/office/drawing/2014/main" id="{7B856361-6C95-4698-8C64-F8E36DD4DB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2" name="直線コネクタ 131601">
                        <a:extLst>
                          <a:ext uri="{FF2B5EF4-FFF2-40B4-BE49-F238E27FC236}">
                            <a16:creationId xmlns:a16="http://schemas.microsoft.com/office/drawing/2014/main" id="{0905F6E0-DF38-473A-A623-3674CC46C9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3" name="直線コネクタ 131602">
                        <a:extLst>
                          <a:ext uri="{FF2B5EF4-FFF2-40B4-BE49-F238E27FC236}">
                            <a16:creationId xmlns:a16="http://schemas.microsoft.com/office/drawing/2014/main" id="{09666DC8-B6CA-4562-9A4B-B8C1712E88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04" name="直線コネクタ 131603">
                        <a:extLst>
                          <a:ext uri="{FF2B5EF4-FFF2-40B4-BE49-F238E27FC236}">
                            <a16:creationId xmlns:a16="http://schemas.microsoft.com/office/drawing/2014/main" id="{9E8F773F-7C01-4C0F-AAC2-61D29797B95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554" name="グループ化 131553">
                      <a:extLst>
                        <a:ext uri="{FF2B5EF4-FFF2-40B4-BE49-F238E27FC236}">
                          <a16:creationId xmlns:a16="http://schemas.microsoft.com/office/drawing/2014/main" id="{A01411C9-3E46-45D1-9B80-453E712584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555" name="直線コネクタ 131554">
                        <a:extLst>
                          <a:ext uri="{FF2B5EF4-FFF2-40B4-BE49-F238E27FC236}">
                            <a16:creationId xmlns:a16="http://schemas.microsoft.com/office/drawing/2014/main" id="{B6C6CE03-AE46-4CF2-97D3-0C62FEAD7B5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56" name="直線コネクタ 131555">
                        <a:extLst>
                          <a:ext uri="{FF2B5EF4-FFF2-40B4-BE49-F238E27FC236}">
                            <a16:creationId xmlns:a16="http://schemas.microsoft.com/office/drawing/2014/main" id="{872E00C5-EA25-4688-818C-33F1A403BB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57" name="直線コネクタ 131556">
                        <a:extLst>
                          <a:ext uri="{FF2B5EF4-FFF2-40B4-BE49-F238E27FC236}">
                            <a16:creationId xmlns:a16="http://schemas.microsoft.com/office/drawing/2014/main" id="{B75A2A34-4D96-4689-ACAB-E8EAE20EA20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58" name="直線コネクタ 131557">
                        <a:extLst>
                          <a:ext uri="{FF2B5EF4-FFF2-40B4-BE49-F238E27FC236}">
                            <a16:creationId xmlns:a16="http://schemas.microsoft.com/office/drawing/2014/main" id="{34064B3A-2116-4608-93E9-7084A227F0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59" name="直線コネクタ 131558">
                        <a:extLst>
                          <a:ext uri="{FF2B5EF4-FFF2-40B4-BE49-F238E27FC236}">
                            <a16:creationId xmlns:a16="http://schemas.microsoft.com/office/drawing/2014/main" id="{BE27594B-F155-4BAE-9EE8-4D2115551B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0" name="直線コネクタ 131559">
                        <a:extLst>
                          <a:ext uri="{FF2B5EF4-FFF2-40B4-BE49-F238E27FC236}">
                            <a16:creationId xmlns:a16="http://schemas.microsoft.com/office/drawing/2014/main" id="{6337CF97-4FFE-4032-89BD-4BA9BF02D7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1" name="直線コネクタ 131560">
                        <a:extLst>
                          <a:ext uri="{FF2B5EF4-FFF2-40B4-BE49-F238E27FC236}">
                            <a16:creationId xmlns:a16="http://schemas.microsoft.com/office/drawing/2014/main" id="{F37BBC84-7E34-4D00-8927-5E3639E547E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2" name="直線コネクタ 131561">
                        <a:extLst>
                          <a:ext uri="{FF2B5EF4-FFF2-40B4-BE49-F238E27FC236}">
                            <a16:creationId xmlns:a16="http://schemas.microsoft.com/office/drawing/2014/main" id="{CE663C27-B481-40C9-AE9D-8196A8118DD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3" name="直線コネクタ 131562">
                        <a:extLst>
                          <a:ext uri="{FF2B5EF4-FFF2-40B4-BE49-F238E27FC236}">
                            <a16:creationId xmlns:a16="http://schemas.microsoft.com/office/drawing/2014/main" id="{F1CCAA06-5DB5-4C06-A5E6-BEC9A11486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4" name="直線コネクタ 131563">
                        <a:extLst>
                          <a:ext uri="{FF2B5EF4-FFF2-40B4-BE49-F238E27FC236}">
                            <a16:creationId xmlns:a16="http://schemas.microsoft.com/office/drawing/2014/main" id="{41725676-5963-401D-92E9-95172D0442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5" name="直線コネクタ 131564">
                        <a:extLst>
                          <a:ext uri="{FF2B5EF4-FFF2-40B4-BE49-F238E27FC236}">
                            <a16:creationId xmlns:a16="http://schemas.microsoft.com/office/drawing/2014/main" id="{D710A677-4640-4AEE-B612-FD36CD7531E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6" name="直線コネクタ 131565">
                        <a:extLst>
                          <a:ext uri="{FF2B5EF4-FFF2-40B4-BE49-F238E27FC236}">
                            <a16:creationId xmlns:a16="http://schemas.microsoft.com/office/drawing/2014/main" id="{B8FE02A3-2255-4E9E-84AE-7FE3A2EDF48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7" name="直線コネクタ 131566">
                        <a:extLst>
                          <a:ext uri="{FF2B5EF4-FFF2-40B4-BE49-F238E27FC236}">
                            <a16:creationId xmlns:a16="http://schemas.microsoft.com/office/drawing/2014/main" id="{6E38536A-93AE-49BA-8D1A-59F78EABADE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8" name="直線コネクタ 131567">
                        <a:extLst>
                          <a:ext uri="{FF2B5EF4-FFF2-40B4-BE49-F238E27FC236}">
                            <a16:creationId xmlns:a16="http://schemas.microsoft.com/office/drawing/2014/main" id="{7613C795-0A52-4CA2-AB3E-5B9522A714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69" name="直線コネクタ 131568">
                        <a:extLst>
                          <a:ext uri="{FF2B5EF4-FFF2-40B4-BE49-F238E27FC236}">
                            <a16:creationId xmlns:a16="http://schemas.microsoft.com/office/drawing/2014/main" id="{3411A848-6CA7-456E-9768-923252E1CF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0" name="直線コネクタ 131569">
                        <a:extLst>
                          <a:ext uri="{FF2B5EF4-FFF2-40B4-BE49-F238E27FC236}">
                            <a16:creationId xmlns:a16="http://schemas.microsoft.com/office/drawing/2014/main" id="{3BB5BBA6-63F4-42D2-AD4B-529D44992C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1" name="直線コネクタ 131570">
                        <a:extLst>
                          <a:ext uri="{FF2B5EF4-FFF2-40B4-BE49-F238E27FC236}">
                            <a16:creationId xmlns:a16="http://schemas.microsoft.com/office/drawing/2014/main" id="{78B523A5-504D-40C9-B895-ABBD40BE05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2" name="直線コネクタ 131571">
                        <a:extLst>
                          <a:ext uri="{FF2B5EF4-FFF2-40B4-BE49-F238E27FC236}">
                            <a16:creationId xmlns:a16="http://schemas.microsoft.com/office/drawing/2014/main" id="{4E23C98D-90E7-4725-8537-4E3EAC0394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3" name="直線コネクタ 131572">
                        <a:extLst>
                          <a:ext uri="{FF2B5EF4-FFF2-40B4-BE49-F238E27FC236}">
                            <a16:creationId xmlns:a16="http://schemas.microsoft.com/office/drawing/2014/main" id="{C37E0AF8-9314-4107-B948-C604F4EFC8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4" name="直線コネクタ 131573">
                        <a:extLst>
                          <a:ext uri="{FF2B5EF4-FFF2-40B4-BE49-F238E27FC236}">
                            <a16:creationId xmlns:a16="http://schemas.microsoft.com/office/drawing/2014/main" id="{858BD099-2098-403F-AACF-4714D801331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5" name="直線コネクタ 131574">
                        <a:extLst>
                          <a:ext uri="{FF2B5EF4-FFF2-40B4-BE49-F238E27FC236}">
                            <a16:creationId xmlns:a16="http://schemas.microsoft.com/office/drawing/2014/main" id="{CF4980D4-064D-463C-A600-6C359B3482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6" name="直線コネクタ 131575">
                        <a:extLst>
                          <a:ext uri="{FF2B5EF4-FFF2-40B4-BE49-F238E27FC236}">
                            <a16:creationId xmlns:a16="http://schemas.microsoft.com/office/drawing/2014/main" id="{CA83CB71-7223-402F-B778-F415FCC810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7" name="直線コネクタ 131576">
                        <a:extLst>
                          <a:ext uri="{FF2B5EF4-FFF2-40B4-BE49-F238E27FC236}">
                            <a16:creationId xmlns:a16="http://schemas.microsoft.com/office/drawing/2014/main" id="{4AACB515-490A-4A9F-A1A2-D060AE44AD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8" name="直線コネクタ 131577">
                        <a:extLst>
                          <a:ext uri="{FF2B5EF4-FFF2-40B4-BE49-F238E27FC236}">
                            <a16:creationId xmlns:a16="http://schemas.microsoft.com/office/drawing/2014/main" id="{3C0DDAC9-A0FE-4F11-A60B-DCC9177B34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79" name="直線コネクタ 131578">
                        <a:extLst>
                          <a:ext uri="{FF2B5EF4-FFF2-40B4-BE49-F238E27FC236}">
                            <a16:creationId xmlns:a16="http://schemas.microsoft.com/office/drawing/2014/main" id="{F08A415F-2846-4349-AA31-2CD2F2FE42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0" name="直線コネクタ 131579">
                        <a:extLst>
                          <a:ext uri="{FF2B5EF4-FFF2-40B4-BE49-F238E27FC236}">
                            <a16:creationId xmlns:a16="http://schemas.microsoft.com/office/drawing/2014/main" id="{1F45A3D2-0186-4227-9514-36F458489B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1" name="直線コネクタ 131580">
                        <a:extLst>
                          <a:ext uri="{FF2B5EF4-FFF2-40B4-BE49-F238E27FC236}">
                            <a16:creationId xmlns:a16="http://schemas.microsoft.com/office/drawing/2014/main" id="{F742131D-A32B-45EA-AE9F-ACCD6A641B8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2" name="直線コネクタ 131581">
                        <a:extLst>
                          <a:ext uri="{FF2B5EF4-FFF2-40B4-BE49-F238E27FC236}">
                            <a16:creationId xmlns:a16="http://schemas.microsoft.com/office/drawing/2014/main" id="{4E7B0929-128C-4BE1-A5A1-B91EDD0B65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3" name="直線コネクタ 131582">
                        <a:extLst>
                          <a:ext uri="{FF2B5EF4-FFF2-40B4-BE49-F238E27FC236}">
                            <a16:creationId xmlns:a16="http://schemas.microsoft.com/office/drawing/2014/main" id="{4E1963A5-6B8C-4C49-B351-37F420BE58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4" name="直線コネクタ 131583">
                        <a:extLst>
                          <a:ext uri="{FF2B5EF4-FFF2-40B4-BE49-F238E27FC236}">
                            <a16:creationId xmlns:a16="http://schemas.microsoft.com/office/drawing/2014/main" id="{401430AB-2592-402F-9919-79C281E2BEF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5" name="直線コネクタ 131584">
                        <a:extLst>
                          <a:ext uri="{FF2B5EF4-FFF2-40B4-BE49-F238E27FC236}">
                            <a16:creationId xmlns:a16="http://schemas.microsoft.com/office/drawing/2014/main" id="{DEAF75DE-6691-4F07-A9FE-E5F2F396AB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6" name="直線コネクタ 131585">
                        <a:extLst>
                          <a:ext uri="{FF2B5EF4-FFF2-40B4-BE49-F238E27FC236}">
                            <a16:creationId xmlns:a16="http://schemas.microsoft.com/office/drawing/2014/main" id="{84C2F0A7-F80F-458B-A7D2-CF124142B6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7" name="直線コネクタ 131586">
                        <a:extLst>
                          <a:ext uri="{FF2B5EF4-FFF2-40B4-BE49-F238E27FC236}">
                            <a16:creationId xmlns:a16="http://schemas.microsoft.com/office/drawing/2014/main" id="{7E1DE6FE-067A-433C-894C-4EF71FB7E69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8" name="直線コネクタ 131587">
                        <a:extLst>
                          <a:ext uri="{FF2B5EF4-FFF2-40B4-BE49-F238E27FC236}">
                            <a16:creationId xmlns:a16="http://schemas.microsoft.com/office/drawing/2014/main" id="{07A41B1B-BACC-4EE6-A977-D305DAF9A3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89" name="直線コネクタ 131588">
                        <a:extLst>
                          <a:ext uri="{FF2B5EF4-FFF2-40B4-BE49-F238E27FC236}">
                            <a16:creationId xmlns:a16="http://schemas.microsoft.com/office/drawing/2014/main" id="{61A6FB5A-6F30-4ACE-AB39-51E235D710E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0" name="直線コネクタ 131589">
                        <a:extLst>
                          <a:ext uri="{FF2B5EF4-FFF2-40B4-BE49-F238E27FC236}">
                            <a16:creationId xmlns:a16="http://schemas.microsoft.com/office/drawing/2014/main" id="{33AE2426-9960-4E28-8796-873852928E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1" name="直線コネクタ 131590">
                        <a:extLst>
                          <a:ext uri="{FF2B5EF4-FFF2-40B4-BE49-F238E27FC236}">
                            <a16:creationId xmlns:a16="http://schemas.microsoft.com/office/drawing/2014/main" id="{8B48F78F-7202-4969-8556-43E0C24DCD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2" name="直線コネクタ 131591">
                        <a:extLst>
                          <a:ext uri="{FF2B5EF4-FFF2-40B4-BE49-F238E27FC236}">
                            <a16:creationId xmlns:a16="http://schemas.microsoft.com/office/drawing/2014/main" id="{AC640539-F8D9-41E3-BDA7-72DC36EC11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3" name="直線コネクタ 131592">
                        <a:extLst>
                          <a:ext uri="{FF2B5EF4-FFF2-40B4-BE49-F238E27FC236}">
                            <a16:creationId xmlns:a16="http://schemas.microsoft.com/office/drawing/2014/main" id="{340D187C-A9E5-4640-9F44-1FB4432CD4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4" name="直線コネクタ 131593">
                        <a:extLst>
                          <a:ext uri="{FF2B5EF4-FFF2-40B4-BE49-F238E27FC236}">
                            <a16:creationId xmlns:a16="http://schemas.microsoft.com/office/drawing/2014/main" id="{F8BB9065-8DF8-4E61-AE78-B4F7DACACC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5" name="直線コネクタ 131594">
                        <a:extLst>
                          <a:ext uri="{FF2B5EF4-FFF2-40B4-BE49-F238E27FC236}">
                            <a16:creationId xmlns:a16="http://schemas.microsoft.com/office/drawing/2014/main" id="{64194981-D9A5-4D95-BC4D-A6267F62F8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596" name="直線コネクタ 131595">
                        <a:extLst>
                          <a:ext uri="{FF2B5EF4-FFF2-40B4-BE49-F238E27FC236}">
                            <a16:creationId xmlns:a16="http://schemas.microsoft.com/office/drawing/2014/main" id="{3F0DC2E9-1947-4AEF-B10C-292C7384AC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15" name="グループ化 127914">
                    <a:extLst>
                      <a:ext uri="{FF2B5EF4-FFF2-40B4-BE49-F238E27FC236}">
                        <a16:creationId xmlns:a16="http://schemas.microsoft.com/office/drawing/2014/main" id="{C1689D63-F2C5-4DD7-97EB-FEF925B84236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137228" y="5137081"/>
                    <a:ext cx="525307" cy="525600"/>
                    <a:chOff x="4287481" y="4286224"/>
                    <a:chExt cx="2227978" cy="2229219"/>
                  </a:xfrm>
                </p:grpSpPr>
                <p:cxnSp>
                  <p:nvCxnSpPr>
                    <p:cNvPr id="130996" name="直線コネクタ 130995">
                      <a:extLst>
                        <a:ext uri="{FF2B5EF4-FFF2-40B4-BE49-F238E27FC236}">
                          <a16:creationId xmlns:a16="http://schemas.microsoft.com/office/drawing/2014/main" id="{EEC6D0B4-0729-475A-AD2A-B1C3810CF3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997" name="直線コネクタ 130996">
                      <a:extLst>
                        <a:ext uri="{FF2B5EF4-FFF2-40B4-BE49-F238E27FC236}">
                          <a16:creationId xmlns:a16="http://schemas.microsoft.com/office/drawing/2014/main" id="{962ECEDA-04AE-4377-B73E-DFB75A120F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998" name="直線コネクタ 130997">
                      <a:extLst>
                        <a:ext uri="{FF2B5EF4-FFF2-40B4-BE49-F238E27FC236}">
                          <a16:creationId xmlns:a16="http://schemas.microsoft.com/office/drawing/2014/main" id="{33707739-DE4A-4432-8EB7-260B3C44E9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999" name="直線コネクタ 130998">
                      <a:extLst>
                        <a:ext uri="{FF2B5EF4-FFF2-40B4-BE49-F238E27FC236}">
                          <a16:creationId xmlns:a16="http://schemas.microsoft.com/office/drawing/2014/main" id="{2E0C654B-315C-41CB-9DC6-F114BBE257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0" name="直線コネクタ 130999">
                      <a:extLst>
                        <a:ext uri="{FF2B5EF4-FFF2-40B4-BE49-F238E27FC236}">
                          <a16:creationId xmlns:a16="http://schemas.microsoft.com/office/drawing/2014/main" id="{C167BA67-B7F8-4AFE-91A6-B646789F97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1" name="直線コネクタ 131000">
                      <a:extLst>
                        <a:ext uri="{FF2B5EF4-FFF2-40B4-BE49-F238E27FC236}">
                          <a16:creationId xmlns:a16="http://schemas.microsoft.com/office/drawing/2014/main" id="{B7881968-F0FD-4287-B003-4CC774A6C2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2" name="直線コネクタ 131001">
                      <a:extLst>
                        <a:ext uri="{FF2B5EF4-FFF2-40B4-BE49-F238E27FC236}">
                          <a16:creationId xmlns:a16="http://schemas.microsoft.com/office/drawing/2014/main" id="{8581D5C0-9892-44D1-A24E-CCEF1F700C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3" name="直線コネクタ 131002">
                      <a:extLst>
                        <a:ext uri="{FF2B5EF4-FFF2-40B4-BE49-F238E27FC236}">
                          <a16:creationId xmlns:a16="http://schemas.microsoft.com/office/drawing/2014/main" id="{FE1563F8-A8B3-47FA-B6E0-45F26CDDF4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4" name="直線コネクタ 131003">
                      <a:extLst>
                        <a:ext uri="{FF2B5EF4-FFF2-40B4-BE49-F238E27FC236}">
                          <a16:creationId xmlns:a16="http://schemas.microsoft.com/office/drawing/2014/main" id="{3FD9D5BF-CC13-49FE-9163-4163F04BFE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5" name="直線コネクタ 131004">
                      <a:extLst>
                        <a:ext uri="{FF2B5EF4-FFF2-40B4-BE49-F238E27FC236}">
                          <a16:creationId xmlns:a16="http://schemas.microsoft.com/office/drawing/2014/main" id="{2E670980-E3DC-4CB5-ABF9-B3F6A46743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6" name="直線コネクタ 131005">
                      <a:extLst>
                        <a:ext uri="{FF2B5EF4-FFF2-40B4-BE49-F238E27FC236}">
                          <a16:creationId xmlns:a16="http://schemas.microsoft.com/office/drawing/2014/main" id="{4FB21B18-01D8-4345-BCAF-B2DAA58EFE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7" name="直線コネクタ 131006">
                      <a:extLst>
                        <a:ext uri="{FF2B5EF4-FFF2-40B4-BE49-F238E27FC236}">
                          <a16:creationId xmlns:a16="http://schemas.microsoft.com/office/drawing/2014/main" id="{FF2371C4-30CD-4A88-805E-0D72C2AF89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8" name="直線コネクタ 131007">
                      <a:extLst>
                        <a:ext uri="{FF2B5EF4-FFF2-40B4-BE49-F238E27FC236}">
                          <a16:creationId xmlns:a16="http://schemas.microsoft.com/office/drawing/2014/main" id="{3CFC8D24-DEA8-476D-B8FF-BD714DA276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09" name="直線コネクタ 131008">
                      <a:extLst>
                        <a:ext uri="{FF2B5EF4-FFF2-40B4-BE49-F238E27FC236}">
                          <a16:creationId xmlns:a16="http://schemas.microsoft.com/office/drawing/2014/main" id="{32C8E6A8-F7B3-4CB3-8151-EC912C2CCA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0" name="直線コネクタ 131009">
                      <a:extLst>
                        <a:ext uri="{FF2B5EF4-FFF2-40B4-BE49-F238E27FC236}">
                          <a16:creationId xmlns:a16="http://schemas.microsoft.com/office/drawing/2014/main" id="{C6F592F6-777F-40DE-9D7B-45D7611FF8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1" name="直線コネクタ 131010">
                      <a:extLst>
                        <a:ext uri="{FF2B5EF4-FFF2-40B4-BE49-F238E27FC236}">
                          <a16:creationId xmlns:a16="http://schemas.microsoft.com/office/drawing/2014/main" id="{1AC147A8-1257-481D-A399-0B601A4B8B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2" name="直線コネクタ 131011">
                      <a:extLst>
                        <a:ext uri="{FF2B5EF4-FFF2-40B4-BE49-F238E27FC236}">
                          <a16:creationId xmlns:a16="http://schemas.microsoft.com/office/drawing/2014/main" id="{B82FDE46-8AA2-4815-ADF5-D7030766B0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3" name="直線コネクタ 131012">
                      <a:extLst>
                        <a:ext uri="{FF2B5EF4-FFF2-40B4-BE49-F238E27FC236}">
                          <a16:creationId xmlns:a16="http://schemas.microsoft.com/office/drawing/2014/main" id="{B6076015-A807-412F-9328-114410D3D7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4" name="直線コネクタ 131013">
                      <a:extLst>
                        <a:ext uri="{FF2B5EF4-FFF2-40B4-BE49-F238E27FC236}">
                          <a16:creationId xmlns:a16="http://schemas.microsoft.com/office/drawing/2014/main" id="{24CA1073-33C9-46C8-AF04-FF60F74F43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5" name="直線コネクタ 131014">
                      <a:extLst>
                        <a:ext uri="{FF2B5EF4-FFF2-40B4-BE49-F238E27FC236}">
                          <a16:creationId xmlns:a16="http://schemas.microsoft.com/office/drawing/2014/main" id="{27AD17FE-519C-4688-BF91-EFE9E08A61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6" name="直線コネクタ 131015">
                      <a:extLst>
                        <a:ext uri="{FF2B5EF4-FFF2-40B4-BE49-F238E27FC236}">
                          <a16:creationId xmlns:a16="http://schemas.microsoft.com/office/drawing/2014/main" id="{BE654A22-AC23-47C0-AB0F-BD122BE296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7" name="直線コネクタ 131016">
                      <a:extLst>
                        <a:ext uri="{FF2B5EF4-FFF2-40B4-BE49-F238E27FC236}">
                          <a16:creationId xmlns:a16="http://schemas.microsoft.com/office/drawing/2014/main" id="{0D6274B2-85B1-4114-BA11-2CC9E6717D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8" name="直線コネクタ 131017">
                      <a:extLst>
                        <a:ext uri="{FF2B5EF4-FFF2-40B4-BE49-F238E27FC236}">
                          <a16:creationId xmlns:a16="http://schemas.microsoft.com/office/drawing/2014/main" id="{FB879D72-3C87-432F-A237-0AF6C3F303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19" name="直線コネクタ 131018">
                      <a:extLst>
                        <a:ext uri="{FF2B5EF4-FFF2-40B4-BE49-F238E27FC236}">
                          <a16:creationId xmlns:a16="http://schemas.microsoft.com/office/drawing/2014/main" id="{F814A5F4-E6DF-436D-8414-C3C3F219D4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0" name="直線コネクタ 131019">
                      <a:extLst>
                        <a:ext uri="{FF2B5EF4-FFF2-40B4-BE49-F238E27FC236}">
                          <a16:creationId xmlns:a16="http://schemas.microsoft.com/office/drawing/2014/main" id="{63EC16EA-D9D3-4C81-95D4-E8C6BAA5FD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1" name="直線コネクタ 131020">
                      <a:extLst>
                        <a:ext uri="{FF2B5EF4-FFF2-40B4-BE49-F238E27FC236}">
                          <a16:creationId xmlns:a16="http://schemas.microsoft.com/office/drawing/2014/main" id="{EF29403A-9E76-4011-BF6E-9F48E15B0F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2" name="直線コネクタ 131021">
                      <a:extLst>
                        <a:ext uri="{FF2B5EF4-FFF2-40B4-BE49-F238E27FC236}">
                          <a16:creationId xmlns:a16="http://schemas.microsoft.com/office/drawing/2014/main" id="{C2708490-7F7F-44CD-8E1B-960AAFBC6D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3" name="直線コネクタ 131022">
                      <a:extLst>
                        <a:ext uri="{FF2B5EF4-FFF2-40B4-BE49-F238E27FC236}">
                          <a16:creationId xmlns:a16="http://schemas.microsoft.com/office/drawing/2014/main" id="{34BBC2F7-65E8-4164-8DD1-036FB7B237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4" name="直線コネクタ 131023">
                      <a:extLst>
                        <a:ext uri="{FF2B5EF4-FFF2-40B4-BE49-F238E27FC236}">
                          <a16:creationId xmlns:a16="http://schemas.microsoft.com/office/drawing/2014/main" id="{03C27505-3689-475F-90F1-3B069EF92D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5" name="直線コネクタ 131024">
                      <a:extLst>
                        <a:ext uri="{FF2B5EF4-FFF2-40B4-BE49-F238E27FC236}">
                          <a16:creationId xmlns:a16="http://schemas.microsoft.com/office/drawing/2014/main" id="{7F623EFF-6232-4E82-8A7D-F92F8B8D84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6" name="直線コネクタ 131025">
                      <a:extLst>
                        <a:ext uri="{FF2B5EF4-FFF2-40B4-BE49-F238E27FC236}">
                          <a16:creationId xmlns:a16="http://schemas.microsoft.com/office/drawing/2014/main" id="{D6404232-DFDD-42D5-92D9-05B236412E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7" name="直線コネクタ 131026">
                      <a:extLst>
                        <a:ext uri="{FF2B5EF4-FFF2-40B4-BE49-F238E27FC236}">
                          <a16:creationId xmlns:a16="http://schemas.microsoft.com/office/drawing/2014/main" id="{AE515FA4-7799-47A3-A615-8453A96879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8" name="直線コネクタ 131027">
                      <a:extLst>
                        <a:ext uri="{FF2B5EF4-FFF2-40B4-BE49-F238E27FC236}">
                          <a16:creationId xmlns:a16="http://schemas.microsoft.com/office/drawing/2014/main" id="{A5035FCC-8337-47C9-A328-A29F7D40A9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29" name="直線コネクタ 131028">
                      <a:extLst>
                        <a:ext uri="{FF2B5EF4-FFF2-40B4-BE49-F238E27FC236}">
                          <a16:creationId xmlns:a16="http://schemas.microsoft.com/office/drawing/2014/main" id="{D59E8FDC-C6A3-42C9-A88B-FDB908B10D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0" name="直線コネクタ 131029">
                      <a:extLst>
                        <a:ext uri="{FF2B5EF4-FFF2-40B4-BE49-F238E27FC236}">
                          <a16:creationId xmlns:a16="http://schemas.microsoft.com/office/drawing/2014/main" id="{B0BAB94E-A477-4070-AFB9-775FADBFFD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1" name="直線コネクタ 131030">
                      <a:extLst>
                        <a:ext uri="{FF2B5EF4-FFF2-40B4-BE49-F238E27FC236}">
                          <a16:creationId xmlns:a16="http://schemas.microsoft.com/office/drawing/2014/main" id="{E9ACF9D4-E7DF-4402-832C-B7C9D053DB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2" name="直線コネクタ 131031">
                      <a:extLst>
                        <a:ext uri="{FF2B5EF4-FFF2-40B4-BE49-F238E27FC236}">
                          <a16:creationId xmlns:a16="http://schemas.microsoft.com/office/drawing/2014/main" id="{CC0E47BD-B7B9-4EA7-A57D-4A0C4260A2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3" name="直線コネクタ 131032">
                      <a:extLst>
                        <a:ext uri="{FF2B5EF4-FFF2-40B4-BE49-F238E27FC236}">
                          <a16:creationId xmlns:a16="http://schemas.microsoft.com/office/drawing/2014/main" id="{8D539385-D078-43B6-BF73-BE4F9135C9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4" name="直線コネクタ 131033">
                      <a:extLst>
                        <a:ext uri="{FF2B5EF4-FFF2-40B4-BE49-F238E27FC236}">
                          <a16:creationId xmlns:a16="http://schemas.microsoft.com/office/drawing/2014/main" id="{7560EF76-808D-4FA6-92ED-4D6E5CC6DE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5" name="直線コネクタ 131034">
                      <a:extLst>
                        <a:ext uri="{FF2B5EF4-FFF2-40B4-BE49-F238E27FC236}">
                          <a16:creationId xmlns:a16="http://schemas.microsoft.com/office/drawing/2014/main" id="{DC7F94F2-7E00-484A-8B85-8FD7ACD3B1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6" name="直線コネクタ 131035">
                      <a:extLst>
                        <a:ext uri="{FF2B5EF4-FFF2-40B4-BE49-F238E27FC236}">
                          <a16:creationId xmlns:a16="http://schemas.microsoft.com/office/drawing/2014/main" id="{1BB84B5C-160B-44F5-AD82-1B3AEA5B45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7" name="直線コネクタ 131036">
                      <a:extLst>
                        <a:ext uri="{FF2B5EF4-FFF2-40B4-BE49-F238E27FC236}">
                          <a16:creationId xmlns:a16="http://schemas.microsoft.com/office/drawing/2014/main" id="{6C4956A3-DC30-4BBE-B00E-C68E28ED8E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8" name="直線コネクタ 131037">
                      <a:extLst>
                        <a:ext uri="{FF2B5EF4-FFF2-40B4-BE49-F238E27FC236}">
                          <a16:creationId xmlns:a16="http://schemas.microsoft.com/office/drawing/2014/main" id="{8F29DE9A-5D70-4EA1-AF7D-A7F6EA04E0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39" name="直線コネクタ 131038">
                      <a:extLst>
                        <a:ext uri="{FF2B5EF4-FFF2-40B4-BE49-F238E27FC236}">
                          <a16:creationId xmlns:a16="http://schemas.microsoft.com/office/drawing/2014/main" id="{EB522BDD-7E68-4CA4-898D-1FE4B0E459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0" name="直線コネクタ 131039">
                      <a:extLst>
                        <a:ext uri="{FF2B5EF4-FFF2-40B4-BE49-F238E27FC236}">
                          <a16:creationId xmlns:a16="http://schemas.microsoft.com/office/drawing/2014/main" id="{AE4D5B06-EEF3-4D20-84DF-ED6687A4F5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1" name="直線コネクタ 131040">
                      <a:extLst>
                        <a:ext uri="{FF2B5EF4-FFF2-40B4-BE49-F238E27FC236}">
                          <a16:creationId xmlns:a16="http://schemas.microsoft.com/office/drawing/2014/main" id="{7708E138-99FD-44BA-995C-954B8407B3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2" name="直線コネクタ 131041">
                      <a:extLst>
                        <a:ext uri="{FF2B5EF4-FFF2-40B4-BE49-F238E27FC236}">
                          <a16:creationId xmlns:a16="http://schemas.microsoft.com/office/drawing/2014/main" id="{6B5F060B-FD98-4037-8696-3C443ABA68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3" name="直線コネクタ 131042">
                      <a:extLst>
                        <a:ext uri="{FF2B5EF4-FFF2-40B4-BE49-F238E27FC236}">
                          <a16:creationId xmlns:a16="http://schemas.microsoft.com/office/drawing/2014/main" id="{14726F3C-7625-4EAA-BB5C-E40C7AF8B4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4" name="直線コネクタ 131043">
                      <a:extLst>
                        <a:ext uri="{FF2B5EF4-FFF2-40B4-BE49-F238E27FC236}">
                          <a16:creationId xmlns:a16="http://schemas.microsoft.com/office/drawing/2014/main" id="{3100165D-72C9-48B4-87F2-7F1D117F28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5" name="直線コネクタ 131044">
                      <a:extLst>
                        <a:ext uri="{FF2B5EF4-FFF2-40B4-BE49-F238E27FC236}">
                          <a16:creationId xmlns:a16="http://schemas.microsoft.com/office/drawing/2014/main" id="{F3ABF110-9AAB-4224-B300-22179069B1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6" name="直線コネクタ 131045">
                      <a:extLst>
                        <a:ext uri="{FF2B5EF4-FFF2-40B4-BE49-F238E27FC236}">
                          <a16:creationId xmlns:a16="http://schemas.microsoft.com/office/drawing/2014/main" id="{87E42CAD-FD49-4D26-9EF6-A419E4611F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7" name="直線コネクタ 131046">
                      <a:extLst>
                        <a:ext uri="{FF2B5EF4-FFF2-40B4-BE49-F238E27FC236}">
                          <a16:creationId xmlns:a16="http://schemas.microsoft.com/office/drawing/2014/main" id="{8A0734AA-B79F-4267-8008-8DA2FF5922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8" name="直線コネクタ 131047">
                      <a:extLst>
                        <a:ext uri="{FF2B5EF4-FFF2-40B4-BE49-F238E27FC236}">
                          <a16:creationId xmlns:a16="http://schemas.microsoft.com/office/drawing/2014/main" id="{19BC668A-804F-4B10-8422-D6DE110956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49" name="直線コネクタ 131048">
                      <a:extLst>
                        <a:ext uri="{FF2B5EF4-FFF2-40B4-BE49-F238E27FC236}">
                          <a16:creationId xmlns:a16="http://schemas.microsoft.com/office/drawing/2014/main" id="{9D63DA3A-8FBE-405B-9290-889D2BC6E1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0" name="直線コネクタ 131049">
                      <a:extLst>
                        <a:ext uri="{FF2B5EF4-FFF2-40B4-BE49-F238E27FC236}">
                          <a16:creationId xmlns:a16="http://schemas.microsoft.com/office/drawing/2014/main" id="{945291DF-FF12-4F1B-8640-82BB6FBA61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1" name="直線コネクタ 131050">
                      <a:extLst>
                        <a:ext uri="{FF2B5EF4-FFF2-40B4-BE49-F238E27FC236}">
                          <a16:creationId xmlns:a16="http://schemas.microsoft.com/office/drawing/2014/main" id="{C26978A8-8B98-441A-918E-C1BEA9A089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2" name="直線コネクタ 131051">
                      <a:extLst>
                        <a:ext uri="{FF2B5EF4-FFF2-40B4-BE49-F238E27FC236}">
                          <a16:creationId xmlns:a16="http://schemas.microsoft.com/office/drawing/2014/main" id="{2F892FF2-0BC9-430D-8FCA-C2CA7622AF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3" name="直線コネクタ 131052">
                      <a:extLst>
                        <a:ext uri="{FF2B5EF4-FFF2-40B4-BE49-F238E27FC236}">
                          <a16:creationId xmlns:a16="http://schemas.microsoft.com/office/drawing/2014/main" id="{83D9B779-4C75-4FAC-A2CC-4F89F71C97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4" name="直線コネクタ 131053">
                      <a:extLst>
                        <a:ext uri="{FF2B5EF4-FFF2-40B4-BE49-F238E27FC236}">
                          <a16:creationId xmlns:a16="http://schemas.microsoft.com/office/drawing/2014/main" id="{9D35EADC-7BA8-43FC-A00F-E58BCFDED7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5" name="直線コネクタ 131054">
                      <a:extLst>
                        <a:ext uri="{FF2B5EF4-FFF2-40B4-BE49-F238E27FC236}">
                          <a16:creationId xmlns:a16="http://schemas.microsoft.com/office/drawing/2014/main" id="{4CB13613-2835-4BC7-9DF2-AC0556D7F6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6" name="直線コネクタ 131055">
                      <a:extLst>
                        <a:ext uri="{FF2B5EF4-FFF2-40B4-BE49-F238E27FC236}">
                          <a16:creationId xmlns:a16="http://schemas.microsoft.com/office/drawing/2014/main" id="{BD8C2E84-6540-4B57-9BA7-029730C239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7" name="直線コネクタ 131056">
                      <a:extLst>
                        <a:ext uri="{FF2B5EF4-FFF2-40B4-BE49-F238E27FC236}">
                          <a16:creationId xmlns:a16="http://schemas.microsoft.com/office/drawing/2014/main" id="{85D9ACA3-9F41-4552-9B96-EB8C5DBF9D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8" name="直線コネクタ 131057">
                      <a:extLst>
                        <a:ext uri="{FF2B5EF4-FFF2-40B4-BE49-F238E27FC236}">
                          <a16:creationId xmlns:a16="http://schemas.microsoft.com/office/drawing/2014/main" id="{700322A8-BFC5-467C-9529-8B49AF5D5B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59" name="直線コネクタ 131058">
                      <a:extLst>
                        <a:ext uri="{FF2B5EF4-FFF2-40B4-BE49-F238E27FC236}">
                          <a16:creationId xmlns:a16="http://schemas.microsoft.com/office/drawing/2014/main" id="{FA0301FC-F38F-40BB-A558-BAA5D40644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0" name="直線コネクタ 131059">
                      <a:extLst>
                        <a:ext uri="{FF2B5EF4-FFF2-40B4-BE49-F238E27FC236}">
                          <a16:creationId xmlns:a16="http://schemas.microsoft.com/office/drawing/2014/main" id="{49CDB27C-39E7-4D51-9974-2A795566DA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1" name="直線コネクタ 131060">
                      <a:extLst>
                        <a:ext uri="{FF2B5EF4-FFF2-40B4-BE49-F238E27FC236}">
                          <a16:creationId xmlns:a16="http://schemas.microsoft.com/office/drawing/2014/main" id="{882F0A6D-5035-4842-BD3E-AFA9884ACC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2" name="直線コネクタ 131061">
                      <a:extLst>
                        <a:ext uri="{FF2B5EF4-FFF2-40B4-BE49-F238E27FC236}">
                          <a16:creationId xmlns:a16="http://schemas.microsoft.com/office/drawing/2014/main" id="{BCDF27FF-F126-4047-8075-9F8915E72C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3" name="直線コネクタ 131062">
                      <a:extLst>
                        <a:ext uri="{FF2B5EF4-FFF2-40B4-BE49-F238E27FC236}">
                          <a16:creationId xmlns:a16="http://schemas.microsoft.com/office/drawing/2014/main" id="{53CFE378-731F-4631-AF3A-0BE300D4D7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4" name="直線コネクタ 131063">
                      <a:extLst>
                        <a:ext uri="{FF2B5EF4-FFF2-40B4-BE49-F238E27FC236}">
                          <a16:creationId xmlns:a16="http://schemas.microsoft.com/office/drawing/2014/main" id="{7715A7AE-BF45-4766-BFF6-921E91973F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5" name="直線コネクタ 131064">
                      <a:extLst>
                        <a:ext uri="{FF2B5EF4-FFF2-40B4-BE49-F238E27FC236}">
                          <a16:creationId xmlns:a16="http://schemas.microsoft.com/office/drawing/2014/main" id="{1A60F6D6-7EB8-4709-BD3F-A02DCA6684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6" name="直線コネクタ 131065">
                      <a:extLst>
                        <a:ext uri="{FF2B5EF4-FFF2-40B4-BE49-F238E27FC236}">
                          <a16:creationId xmlns:a16="http://schemas.microsoft.com/office/drawing/2014/main" id="{D64DDE54-3531-4F3A-80D5-9D7BCDE333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7" name="直線コネクタ 131066">
                      <a:extLst>
                        <a:ext uri="{FF2B5EF4-FFF2-40B4-BE49-F238E27FC236}">
                          <a16:creationId xmlns:a16="http://schemas.microsoft.com/office/drawing/2014/main" id="{A14D65B2-F4CC-479A-886F-D369C019F4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8" name="直線コネクタ 131067">
                      <a:extLst>
                        <a:ext uri="{FF2B5EF4-FFF2-40B4-BE49-F238E27FC236}">
                          <a16:creationId xmlns:a16="http://schemas.microsoft.com/office/drawing/2014/main" id="{CA2AED54-8B65-4931-94D4-FFCE78B42B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69" name="直線コネクタ 131068">
                      <a:extLst>
                        <a:ext uri="{FF2B5EF4-FFF2-40B4-BE49-F238E27FC236}">
                          <a16:creationId xmlns:a16="http://schemas.microsoft.com/office/drawing/2014/main" id="{18CA3085-8987-4F52-92D7-A6317AF5EE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0" name="直線コネクタ 131069">
                      <a:extLst>
                        <a:ext uri="{FF2B5EF4-FFF2-40B4-BE49-F238E27FC236}">
                          <a16:creationId xmlns:a16="http://schemas.microsoft.com/office/drawing/2014/main" id="{1ED1096A-03E0-4001-88AA-51F4557603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1" name="直線コネクタ 131070">
                      <a:extLst>
                        <a:ext uri="{FF2B5EF4-FFF2-40B4-BE49-F238E27FC236}">
                          <a16:creationId xmlns:a16="http://schemas.microsoft.com/office/drawing/2014/main" id="{511EE1D5-4447-4C62-907A-6D85BAD10B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2" name="直線コネクタ 131071">
                      <a:extLst>
                        <a:ext uri="{FF2B5EF4-FFF2-40B4-BE49-F238E27FC236}">
                          <a16:creationId xmlns:a16="http://schemas.microsoft.com/office/drawing/2014/main" id="{A672402D-0D6A-45A6-BEC4-D922A98F56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3" name="直線コネクタ 131072">
                      <a:extLst>
                        <a:ext uri="{FF2B5EF4-FFF2-40B4-BE49-F238E27FC236}">
                          <a16:creationId xmlns:a16="http://schemas.microsoft.com/office/drawing/2014/main" id="{9691ED0F-5093-4552-AB4B-66974A7600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4" name="直線コネクタ 131073">
                      <a:extLst>
                        <a:ext uri="{FF2B5EF4-FFF2-40B4-BE49-F238E27FC236}">
                          <a16:creationId xmlns:a16="http://schemas.microsoft.com/office/drawing/2014/main" id="{DFEF9322-4101-4287-A9AE-843B271FFD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5" name="直線コネクタ 131074">
                      <a:extLst>
                        <a:ext uri="{FF2B5EF4-FFF2-40B4-BE49-F238E27FC236}">
                          <a16:creationId xmlns:a16="http://schemas.microsoft.com/office/drawing/2014/main" id="{E4B03145-9CB7-4421-9C4B-5C2C44F52F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6" name="直線コネクタ 131075">
                      <a:extLst>
                        <a:ext uri="{FF2B5EF4-FFF2-40B4-BE49-F238E27FC236}">
                          <a16:creationId xmlns:a16="http://schemas.microsoft.com/office/drawing/2014/main" id="{487D36E4-901F-47FE-9C16-180F01C634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7" name="直線コネクタ 131076">
                      <a:extLst>
                        <a:ext uri="{FF2B5EF4-FFF2-40B4-BE49-F238E27FC236}">
                          <a16:creationId xmlns:a16="http://schemas.microsoft.com/office/drawing/2014/main" id="{E347835B-8455-481D-91DB-C916199B89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8" name="直線コネクタ 131077">
                      <a:extLst>
                        <a:ext uri="{FF2B5EF4-FFF2-40B4-BE49-F238E27FC236}">
                          <a16:creationId xmlns:a16="http://schemas.microsoft.com/office/drawing/2014/main" id="{F24A1486-79CC-4B38-B67E-ABB5C281CD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79" name="直線コネクタ 131078">
                      <a:extLst>
                        <a:ext uri="{FF2B5EF4-FFF2-40B4-BE49-F238E27FC236}">
                          <a16:creationId xmlns:a16="http://schemas.microsoft.com/office/drawing/2014/main" id="{83B61EC6-4667-423C-A211-1E6A4FE050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0" name="直線コネクタ 131079">
                      <a:extLst>
                        <a:ext uri="{FF2B5EF4-FFF2-40B4-BE49-F238E27FC236}">
                          <a16:creationId xmlns:a16="http://schemas.microsoft.com/office/drawing/2014/main" id="{D983212F-46B7-44EA-B33E-9F05344089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1" name="直線コネクタ 131080">
                      <a:extLst>
                        <a:ext uri="{FF2B5EF4-FFF2-40B4-BE49-F238E27FC236}">
                          <a16:creationId xmlns:a16="http://schemas.microsoft.com/office/drawing/2014/main" id="{5D64CFD7-40D9-4278-8A8D-3A66915A99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2" name="直線コネクタ 131081">
                      <a:extLst>
                        <a:ext uri="{FF2B5EF4-FFF2-40B4-BE49-F238E27FC236}">
                          <a16:creationId xmlns:a16="http://schemas.microsoft.com/office/drawing/2014/main" id="{0E519CF2-B250-46F1-AC60-28B50691CB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3" name="直線コネクタ 131082">
                      <a:extLst>
                        <a:ext uri="{FF2B5EF4-FFF2-40B4-BE49-F238E27FC236}">
                          <a16:creationId xmlns:a16="http://schemas.microsoft.com/office/drawing/2014/main" id="{EFEEFFD3-624F-4336-812C-74D094DDD7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4" name="直線コネクタ 131083">
                      <a:extLst>
                        <a:ext uri="{FF2B5EF4-FFF2-40B4-BE49-F238E27FC236}">
                          <a16:creationId xmlns:a16="http://schemas.microsoft.com/office/drawing/2014/main" id="{226BC21E-E713-4E58-A133-96E496E571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5" name="直線コネクタ 131084">
                      <a:extLst>
                        <a:ext uri="{FF2B5EF4-FFF2-40B4-BE49-F238E27FC236}">
                          <a16:creationId xmlns:a16="http://schemas.microsoft.com/office/drawing/2014/main" id="{ED8035A6-068D-4CCC-AE38-6CBD5A657E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6" name="直線コネクタ 131085">
                      <a:extLst>
                        <a:ext uri="{FF2B5EF4-FFF2-40B4-BE49-F238E27FC236}">
                          <a16:creationId xmlns:a16="http://schemas.microsoft.com/office/drawing/2014/main" id="{EFCE2F3A-B3E7-4A2C-ACEF-7647931134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7" name="直線コネクタ 131086">
                      <a:extLst>
                        <a:ext uri="{FF2B5EF4-FFF2-40B4-BE49-F238E27FC236}">
                          <a16:creationId xmlns:a16="http://schemas.microsoft.com/office/drawing/2014/main" id="{5EB220D1-9A02-4C60-8D61-B00C1542DD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8" name="直線コネクタ 131087">
                      <a:extLst>
                        <a:ext uri="{FF2B5EF4-FFF2-40B4-BE49-F238E27FC236}">
                          <a16:creationId xmlns:a16="http://schemas.microsoft.com/office/drawing/2014/main" id="{7DDCD3C1-D0B0-47D2-A276-73F27147C6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89" name="直線コネクタ 131088">
                      <a:extLst>
                        <a:ext uri="{FF2B5EF4-FFF2-40B4-BE49-F238E27FC236}">
                          <a16:creationId xmlns:a16="http://schemas.microsoft.com/office/drawing/2014/main" id="{617B7FC3-A962-4E9B-8485-818E6BD81C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0" name="直線コネクタ 131089">
                      <a:extLst>
                        <a:ext uri="{FF2B5EF4-FFF2-40B4-BE49-F238E27FC236}">
                          <a16:creationId xmlns:a16="http://schemas.microsoft.com/office/drawing/2014/main" id="{836C6665-D5B1-4A85-BFBA-4D1A5C947E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1" name="直線コネクタ 131090">
                      <a:extLst>
                        <a:ext uri="{FF2B5EF4-FFF2-40B4-BE49-F238E27FC236}">
                          <a16:creationId xmlns:a16="http://schemas.microsoft.com/office/drawing/2014/main" id="{3AF408A4-BE48-4BCE-871D-2F3FEEF552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2" name="直線コネクタ 131091">
                      <a:extLst>
                        <a:ext uri="{FF2B5EF4-FFF2-40B4-BE49-F238E27FC236}">
                          <a16:creationId xmlns:a16="http://schemas.microsoft.com/office/drawing/2014/main" id="{10F186BF-812B-49E4-9AA2-838CEFC556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3" name="直線コネクタ 131092">
                      <a:extLst>
                        <a:ext uri="{FF2B5EF4-FFF2-40B4-BE49-F238E27FC236}">
                          <a16:creationId xmlns:a16="http://schemas.microsoft.com/office/drawing/2014/main" id="{9A34529D-8139-45C6-945B-6155D61091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4" name="直線コネクタ 131093">
                      <a:extLst>
                        <a:ext uri="{FF2B5EF4-FFF2-40B4-BE49-F238E27FC236}">
                          <a16:creationId xmlns:a16="http://schemas.microsoft.com/office/drawing/2014/main" id="{69898960-9D72-4D4D-9D0E-442167FE8F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5" name="直線コネクタ 131094">
                      <a:extLst>
                        <a:ext uri="{FF2B5EF4-FFF2-40B4-BE49-F238E27FC236}">
                          <a16:creationId xmlns:a16="http://schemas.microsoft.com/office/drawing/2014/main" id="{C6C94366-45BF-4643-B0AA-F4BFDBD5ED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6" name="直線コネクタ 131095">
                      <a:extLst>
                        <a:ext uri="{FF2B5EF4-FFF2-40B4-BE49-F238E27FC236}">
                          <a16:creationId xmlns:a16="http://schemas.microsoft.com/office/drawing/2014/main" id="{22F6BF5B-CDE1-4A7B-AF9B-2FE618E38E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7" name="直線コネクタ 131096">
                      <a:extLst>
                        <a:ext uri="{FF2B5EF4-FFF2-40B4-BE49-F238E27FC236}">
                          <a16:creationId xmlns:a16="http://schemas.microsoft.com/office/drawing/2014/main" id="{7C9767B3-9C28-404F-9914-0A01D50198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8" name="直線コネクタ 131097">
                      <a:extLst>
                        <a:ext uri="{FF2B5EF4-FFF2-40B4-BE49-F238E27FC236}">
                          <a16:creationId xmlns:a16="http://schemas.microsoft.com/office/drawing/2014/main" id="{E9876595-707A-4575-8C14-B16A8915FB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099" name="直線コネクタ 131098">
                      <a:extLst>
                        <a:ext uri="{FF2B5EF4-FFF2-40B4-BE49-F238E27FC236}">
                          <a16:creationId xmlns:a16="http://schemas.microsoft.com/office/drawing/2014/main" id="{F0D88C39-DED4-456D-9A26-A45A49B7B9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0" name="直線コネクタ 131099">
                      <a:extLst>
                        <a:ext uri="{FF2B5EF4-FFF2-40B4-BE49-F238E27FC236}">
                          <a16:creationId xmlns:a16="http://schemas.microsoft.com/office/drawing/2014/main" id="{57D8EF3C-A587-458B-943E-8CE544944F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1" name="直線コネクタ 131100">
                      <a:extLst>
                        <a:ext uri="{FF2B5EF4-FFF2-40B4-BE49-F238E27FC236}">
                          <a16:creationId xmlns:a16="http://schemas.microsoft.com/office/drawing/2014/main" id="{6D179B5C-CC90-47FD-9642-ED795C2650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2" name="直線コネクタ 131101">
                      <a:extLst>
                        <a:ext uri="{FF2B5EF4-FFF2-40B4-BE49-F238E27FC236}">
                          <a16:creationId xmlns:a16="http://schemas.microsoft.com/office/drawing/2014/main" id="{5381BC6F-1737-4142-9B88-1B7B789734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3" name="直線コネクタ 131102">
                      <a:extLst>
                        <a:ext uri="{FF2B5EF4-FFF2-40B4-BE49-F238E27FC236}">
                          <a16:creationId xmlns:a16="http://schemas.microsoft.com/office/drawing/2014/main" id="{BA185F11-774F-4AB6-BDA1-91C5EA1BC3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4" name="直線コネクタ 131103">
                      <a:extLst>
                        <a:ext uri="{FF2B5EF4-FFF2-40B4-BE49-F238E27FC236}">
                          <a16:creationId xmlns:a16="http://schemas.microsoft.com/office/drawing/2014/main" id="{5065D981-18B7-47B8-97DC-D866D193B5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5" name="直線コネクタ 131104">
                      <a:extLst>
                        <a:ext uri="{FF2B5EF4-FFF2-40B4-BE49-F238E27FC236}">
                          <a16:creationId xmlns:a16="http://schemas.microsoft.com/office/drawing/2014/main" id="{6B1D335F-4B27-4844-9183-F72A6703B2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6" name="直線コネクタ 131105">
                      <a:extLst>
                        <a:ext uri="{FF2B5EF4-FFF2-40B4-BE49-F238E27FC236}">
                          <a16:creationId xmlns:a16="http://schemas.microsoft.com/office/drawing/2014/main" id="{49C55498-32C1-4372-B3DE-43F5726D5A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7" name="直線コネクタ 131106">
                      <a:extLst>
                        <a:ext uri="{FF2B5EF4-FFF2-40B4-BE49-F238E27FC236}">
                          <a16:creationId xmlns:a16="http://schemas.microsoft.com/office/drawing/2014/main" id="{A4A14FDB-2C5E-4F92-8C4E-616620E9E6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8" name="直線コネクタ 131107">
                      <a:extLst>
                        <a:ext uri="{FF2B5EF4-FFF2-40B4-BE49-F238E27FC236}">
                          <a16:creationId xmlns:a16="http://schemas.microsoft.com/office/drawing/2014/main" id="{AAA183A3-2BDF-4161-B454-FB5D4A9D0F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09" name="直線コネクタ 131108">
                      <a:extLst>
                        <a:ext uri="{FF2B5EF4-FFF2-40B4-BE49-F238E27FC236}">
                          <a16:creationId xmlns:a16="http://schemas.microsoft.com/office/drawing/2014/main" id="{684BD6F9-85D8-419C-BD41-B8835EDEC3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0" name="直線コネクタ 131109">
                      <a:extLst>
                        <a:ext uri="{FF2B5EF4-FFF2-40B4-BE49-F238E27FC236}">
                          <a16:creationId xmlns:a16="http://schemas.microsoft.com/office/drawing/2014/main" id="{AA9F7B4A-7B13-4905-8273-41248E9A24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1" name="直線コネクタ 131110">
                      <a:extLst>
                        <a:ext uri="{FF2B5EF4-FFF2-40B4-BE49-F238E27FC236}">
                          <a16:creationId xmlns:a16="http://schemas.microsoft.com/office/drawing/2014/main" id="{1BA7B97B-BDBC-45B1-A5C3-E104EDFC06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2" name="直線コネクタ 131111">
                      <a:extLst>
                        <a:ext uri="{FF2B5EF4-FFF2-40B4-BE49-F238E27FC236}">
                          <a16:creationId xmlns:a16="http://schemas.microsoft.com/office/drawing/2014/main" id="{AE5C5E40-0849-42FF-B4E4-94EC4AE8CD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3" name="直線コネクタ 131112">
                      <a:extLst>
                        <a:ext uri="{FF2B5EF4-FFF2-40B4-BE49-F238E27FC236}">
                          <a16:creationId xmlns:a16="http://schemas.microsoft.com/office/drawing/2014/main" id="{A884C143-50C4-45E0-A8E4-8ADFC042B7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4" name="直線コネクタ 131113">
                      <a:extLst>
                        <a:ext uri="{FF2B5EF4-FFF2-40B4-BE49-F238E27FC236}">
                          <a16:creationId xmlns:a16="http://schemas.microsoft.com/office/drawing/2014/main" id="{2D9A590C-DEBC-48A5-90EE-B32CD7EE83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5" name="直線コネクタ 131114">
                      <a:extLst>
                        <a:ext uri="{FF2B5EF4-FFF2-40B4-BE49-F238E27FC236}">
                          <a16:creationId xmlns:a16="http://schemas.microsoft.com/office/drawing/2014/main" id="{B48E64DA-8D1C-4B99-99A8-5A37CFFEA7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6" name="直線コネクタ 131115">
                      <a:extLst>
                        <a:ext uri="{FF2B5EF4-FFF2-40B4-BE49-F238E27FC236}">
                          <a16:creationId xmlns:a16="http://schemas.microsoft.com/office/drawing/2014/main" id="{0A43DC7F-F768-4F77-8256-AC01B9D754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7" name="直線コネクタ 131116">
                      <a:extLst>
                        <a:ext uri="{FF2B5EF4-FFF2-40B4-BE49-F238E27FC236}">
                          <a16:creationId xmlns:a16="http://schemas.microsoft.com/office/drawing/2014/main" id="{0B624FD7-F4D8-4B4D-B9EB-B7E5442584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8" name="直線コネクタ 131117">
                      <a:extLst>
                        <a:ext uri="{FF2B5EF4-FFF2-40B4-BE49-F238E27FC236}">
                          <a16:creationId xmlns:a16="http://schemas.microsoft.com/office/drawing/2014/main" id="{7C6271C2-2411-4FFF-ACD0-ABC7F77057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19" name="直線コネクタ 131118">
                      <a:extLst>
                        <a:ext uri="{FF2B5EF4-FFF2-40B4-BE49-F238E27FC236}">
                          <a16:creationId xmlns:a16="http://schemas.microsoft.com/office/drawing/2014/main" id="{EF91C3BB-F4FE-4B59-8A7B-E3D163BEC5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0" name="直線コネクタ 131119">
                      <a:extLst>
                        <a:ext uri="{FF2B5EF4-FFF2-40B4-BE49-F238E27FC236}">
                          <a16:creationId xmlns:a16="http://schemas.microsoft.com/office/drawing/2014/main" id="{4D10C473-32E2-47E7-8F85-936F05496E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1" name="直線コネクタ 131120">
                      <a:extLst>
                        <a:ext uri="{FF2B5EF4-FFF2-40B4-BE49-F238E27FC236}">
                          <a16:creationId xmlns:a16="http://schemas.microsoft.com/office/drawing/2014/main" id="{C7990A82-95DC-461A-AB85-A2C61A98F3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2" name="直線コネクタ 131121">
                      <a:extLst>
                        <a:ext uri="{FF2B5EF4-FFF2-40B4-BE49-F238E27FC236}">
                          <a16:creationId xmlns:a16="http://schemas.microsoft.com/office/drawing/2014/main" id="{7B587031-C585-4527-A239-DE37D0B4CF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3" name="直線コネクタ 131122">
                      <a:extLst>
                        <a:ext uri="{FF2B5EF4-FFF2-40B4-BE49-F238E27FC236}">
                          <a16:creationId xmlns:a16="http://schemas.microsoft.com/office/drawing/2014/main" id="{DADF80DE-6CD7-4770-B99C-10CCD9F38D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4" name="直線コネクタ 131123">
                      <a:extLst>
                        <a:ext uri="{FF2B5EF4-FFF2-40B4-BE49-F238E27FC236}">
                          <a16:creationId xmlns:a16="http://schemas.microsoft.com/office/drawing/2014/main" id="{5CCEBAB0-3F35-499D-AF37-41FC57D576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5" name="直線コネクタ 131124">
                      <a:extLst>
                        <a:ext uri="{FF2B5EF4-FFF2-40B4-BE49-F238E27FC236}">
                          <a16:creationId xmlns:a16="http://schemas.microsoft.com/office/drawing/2014/main" id="{9DE1781C-05D3-4414-AE0F-0DF32523DA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6" name="直線コネクタ 131125">
                      <a:extLst>
                        <a:ext uri="{FF2B5EF4-FFF2-40B4-BE49-F238E27FC236}">
                          <a16:creationId xmlns:a16="http://schemas.microsoft.com/office/drawing/2014/main" id="{FC773A24-6F0E-4EE2-A2EF-BA771FC557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7" name="直線コネクタ 131126">
                      <a:extLst>
                        <a:ext uri="{FF2B5EF4-FFF2-40B4-BE49-F238E27FC236}">
                          <a16:creationId xmlns:a16="http://schemas.microsoft.com/office/drawing/2014/main" id="{5286E019-27AC-46DB-9E5F-3333295016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8" name="直線コネクタ 131127">
                      <a:extLst>
                        <a:ext uri="{FF2B5EF4-FFF2-40B4-BE49-F238E27FC236}">
                          <a16:creationId xmlns:a16="http://schemas.microsoft.com/office/drawing/2014/main" id="{0F5854C9-D9FE-4B99-888B-F4FD276E4C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29" name="直線コネクタ 131128">
                      <a:extLst>
                        <a:ext uri="{FF2B5EF4-FFF2-40B4-BE49-F238E27FC236}">
                          <a16:creationId xmlns:a16="http://schemas.microsoft.com/office/drawing/2014/main" id="{B495108D-141C-412E-9C0D-645D4069C4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0" name="直線コネクタ 131129">
                      <a:extLst>
                        <a:ext uri="{FF2B5EF4-FFF2-40B4-BE49-F238E27FC236}">
                          <a16:creationId xmlns:a16="http://schemas.microsoft.com/office/drawing/2014/main" id="{D07AC2B5-13E2-4219-B982-3FBA98094F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1" name="直線コネクタ 131130">
                      <a:extLst>
                        <a:ext uri="{FF2B5EF4-FFF2-40B4-BE49-F238E27FC236}">
                          <a16:creationId xmlns:a16="http://schemas.microsoft.com/office/drawing/2014/main" id="{B44114AD-38E1-4C2E-AA5B-93677DD5AD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2" name="直線コネクタ 131131">
                      <a:extLst>
                        <a:ext uri="{FF2B5EF4-FFF2-40B4-BE49-F238E27FC236}">
                          <a16:creationId xmlns:a16="http://schemas.microsoft.com/office/drawing/2014/main" id="{E2EEAB73-B6EB-4FDE-B2A9-EEA0B3EE80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3" name="直線コネクタ 131132">
                      <a:extLst>
                        <a:ext uri="{FF2B5EF4-FFF2-40B4-BE49-F238E27FC236}">
                          <a16:creationId xmlns:a16="http://schemas.microsoft.com/office/drawing/2014/main" id="{13084644-CBDE-40ED-BBD7-3DD6D43E8B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4" name="直線コネクタ 131133">
                      <a:extLst>
                        <a:ext uri="{FF2B5EF4-FFF2-40B4-BE49-F238E27FC236}">
                          <a16:creationId xmlns:a16="http://schemas.microsoft.com/office/drawing/2014/main" id="{445A039E-81C1-47B1-9CF5-63F687C601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5" name="直線コネクタ 131134">
                      <a:extLst>
                        <a:ext uri="{FF2B5EF4-FFF2-40B4-BE49-F238E27FC236}">
                          <a16:creationId xmlns:a16="http://schemas.microsoft.com/office/drawing/2014/main" id="{8735495F-C61F-4B7C-8946-9ACF1BC9E0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6" name="直線コネクタ 131135">
                      <a:extLst>
                        <a:ext uri="{FF2B5EF4-FFF2-40B4-BE49-F238E27FC236}">
                          <a16:creationId xmlns:a16="http://schemas.microsoft.com/office/drawing/2014/main" id="{D003C2B1-576F-4671-A683-5FE1D3AC6D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7" name="直線コネクタ 131136">
                      <a:extLst>
                        <a:ext uri="{FF2B5EF4-FFF2-40B4-BE49-F238E27FC236}">
                          <a16:creationId xmlns:a16="http://schemas.microsoft.com/office/drawing/2014/main" id="{D57DC21E-7E6E-47E6-BC7D-9A624273ED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8" name="直線コネクタ 131137">
                      <a:extLst>
                        <a:ext uri="{FF2B5EF4-FFF2-40B4-BE49-F238E27FC236}">
                          <a16:creationId xmlns:a16="http://schemas.microsoft.com/office/drawing/2014/main" id="{5C3AADBF-674F-4015-B34B-F89A9AEF8C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39" name="直線コネクタ 131138">
                      <a:extLst>
                        <a:ext uri="{FF2B5EF4-FFF2-40B4-BE49-F238E27FC236}">
                          <a16:creationId xmlns:a16="http://schemas.microsoft.com/office/drawing/2014/main" id="{ED766844-DB16-44E4-81D3-571022C99C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0" name="直線コネクタ 131139">
                      <a:extLst>
                        <a:ext uri="{FF2B5EF4-FFF2-40B4-BE49-F238E27FC236}">
                          <a16:creationId xmlns:a16="http://schemas.microsoft.com/office/drawing/2014/main" id="{3BF4CD1A-1A31-4A7A-AFF4-571313A472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1" name="直線コネクタ 131140">
                      <a:extLst>
                        <a:ext uri="{FF2B5EF4-FFF2-40B4-BE49-F238E27FC236}">
                          <a16:creationId xmlns:a16="http://schemas.microsoft.com/office/drawing/2014/main" id="{811D31EB-41B5-4A5A-A4CD-7B7102745C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2" name="直線コネクタ 131141">
                      <a:extLst>
                        <a:ext uri="{FF2B5EF4-FFF2-40B4-BE49-F238E27FC236}">
                          <a16:creationId xmlns:a16="http://schemas.microsoft.com/office/drawing/2014/main" id="{C81B23F7-88EF-4541-916F-2C4355CB58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3" name="直線コネクタ 131142">
                      <a:extLst>
                        <a:ext uri="{FF2B5EF4-FFF2-40B4-BE49-F238E27FC236}">
                          <a16:creationId xmlns:a16="http://schemas.microsoft.com/office/drawing/2014/main" id="{4AC698C8-EC9F-4340-ADC1-457D00EE19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4" name="直線コネクタ 131143">
                      <a:extLst>
                        <a:ext uri="{FF2B5EF4-FFF2-40B4-BE49-F238E27FC236}">
                          <a16:creationId xmlns:a16="http://schemas.microsoft.com/office/drawing/2014/main" id="{662A9C3D-591B-46BB-BD35-B9B5C52A4B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5" name="直線コネクタ 131144">
                      <a:extLst>
                        <a:ext uri="{FF2B5EF4-FFF2-40B4-BE49-F238E27FC236}">
                          <a16:creationId xmlns:a16="http://schemas.microsoft.com/office/drawing/2014/main" id="{F95E7028-FA7E-4008-B67F-35F0206D64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6" name="直線コネクタ 131145">
                      <a:extLst>
                        <a:ext uri="{FF2B5EF4-FFF2-40B4-BE49-F238E27FC236}">
                          <a16:creationId xmlns:a16="http://schemas.microsoft.com/office/drawing/2014/main" id="{077BE1EF-CEB6-4BF5-BC14-6B6D2D5549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7" name="直線コネクタ 131146">
                      <a:extLst>
                        <a:ext uri="{FF2B5EF4-FFF2-40B4-BE49-F238E27FC236}">
                          <a16:creationId xmlns:a16="http://schemas.microsoft.com/office/drawing/2014/main" id="{00C3EFC1-CC32-46E0-BDF8-17E3212DA1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8" name="直線コネクタ 131147">
                      <a:extLst>
                        <a:ext uri="{FF2B5EF4-FFF2-40B4-BE49-F238E27FC236}">
                          <a16:creationId xmlns:a16="http://schemas.microsoft.com/office/drawing/2014/main" id="{FF9098FD-11AE-4FC4-A6A6-C7982B5AE3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49" name="直線コネクタ 131148">
                      <a:extLst>
                        <a:ext uri="{FF2B5EF4-FFF2-40B4-BE49-F238E27FC236}">
                          <a16:creationId xmlns:a16="http://schemas.microsoft.com/office/drawing/2014/main" id="{F2EAFB61-FE0A-4310-BD27-2650D19212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0" name="直線コネクタ 131149">
                      <a:extLst>
                        <a:ext uri="{FF2B5EF4-FFF2-40B4-BE49-F238E27FC236}">
                          <a16:creationId xmlns:a16="http://schemas.microsoft.com/office/drawing/2014/main" id="{C68862EB-9E35-43B9-84A1-0F77E8DAA9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1" name="直線コネクタ 131150">
                      <a:extLst>
                        <a:ext uri="{FF2B5EF4-FFF2-40B4-BE49-F238E27FC236}">
                          <a16:creationId xmlns:a16="http://schemas.microsoft.com/office/drawing/2014/main" id="{11F40FA2-C374-4BE4-9202-746043C418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2" name="直線コネクタ 131151">
                      <a:extLst>
                        <a:ext uri="{FF2B5EF4-FFF2-40B4-BE49-F238E27FC236}">
                          <a16:creationId xmlns:a16="http://schemas.microsoft.com/office/drawing/2014/main" id="{CE8F2A9F-DD2E-481D-AB19-4F0001EB69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3" name="直線コネクタ 131152">
                      <a:extLst>
                        <a:ext uri="{FF2B5EF4-FFF2-40B4-BE49-F238E27FC236}">
                          <a16:creationId xmlns:a16="http://schemas.microsoft.com/office/drawing/2014/main" id="{C7D59793-D2AF-4683-A7B6-0683CA84EA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4" name="直線コネクタ 131153">
                      <a:extLst>
                        <a:ext uri="{FF2B5EF4-FFF2-40B4-BE49-F238E27FC236}">
                          <a16:creationId xmlns:a16="http://schemas.microsoft.com/office/drawing/2014/main" id="{0EA16EF2-6C71-4D34-914A-B3089326C9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5" name="直線コネクタ 131154">
                      <a:extLst>
                        <a:ext uri="{FF2B5EF4-FFF2-40B4-BE49-F238E27FC236}">
                          <a16:creationId xmlns:a16="http://schemas.microsoft.com/office/drawing/2014/main" id="{52555B1A-9135-476F-AF0F-AA0437731A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6" name="直線コネクタ 131155">
                      <a:extLst>
                        <a:ext uri="{FF2B5EF4-FFF2-40B4-BE49-F238E27FC236}">
                          <a16:creationId xmlns:a16="http://schemas.microsoft.com/office/drawing/2014/main" id="{415C645E-5A91-4B9C-813A-1FF33FEF7B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7" name="直線コネクタ 131156">
                      <a:extLst>
                        <a:ext uri="{FF2B5EF4-FFF2-40B4-BE49-F238E27FC236}">
                          <a16:creationId xmlns:a16="http://schemas.microsoft.com/office/drawing/2014/main" id="{0705D659-4CA5-4A18-B6BE-793B14FBEC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8" name="直線コネクタ 131157">
                      <a:extLst>
                        <a:ext uri="{FF2B5EF4-FFF2-40B4-BE49-F238E27FC236}">
                          <a16:creationId xmlns:a16="http://schemas.microsoft.com/office/drawing/2014/main" id="{B623E2FF-E10B-41A6-B5D6-7705663009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59" name="直線コネクタ 131158">
                      <a:extLst>
                        <a:ext uri="{FF2B5EF4-FFF2-40B4-BE49-F238E27FC236}">
                          <a16:creationId xmlns:a16="http://schemas.microsoft.com/office/drawing/2014/main" id="{16BEB257-4BB3-486F-AD27-D7586C0A9F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60" name="直線コネクタ 131159">
                      <a:extLst>
                        <a:ext uri="{FF2B5EF4-FFF2-40B4-BE49-F238E27FC236}">
                          <a16:creationId xmlns:a16="http://schemas.microsoft.com/office/drawing/2014/main" id="{9FA65BDB-3257-49A1-8E86-E2F2E52759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1161" name="直線コネクタ 131160">
                      <a:extLst>
                        <a:ext uri="{FF2B5EF4-FFF2-40B4-BE49-F238E27FC236}">
                          <a16:creationId xmlns:a16="http://schemas.microsoft.com/office/drawing/2014/main" id="{FFFC62A2-6D6F-41C0-AC9F-998E818EC8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1162" name="グループ化 131161">
                      <a:extLst>
                        <a:ext uri="{FF2B5EF4-FFF2-40B4-BE49-F238E27FC236}">
                          <a16:creationId xmlns:a16="http://schemas.microsoft.com/office/drawing/2014/main" id="{190A8A2C-D372-4748-B005-3FBEA3EB9F55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338" name="直線コネクタ 131337">
                        <a:extLst>
                          <a:ext uri="{FF2B5EF4-FFF2-40B4-BE49-F238E27FC236}">
                            <a16:creationId xmlns:a16="http://schemas.microsoft.com/office/drawing/2014/main" id="{46D3CAE1-B999-4446-9E5E-3F1CE3EA40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39" name="直線コネクタ 131338">
                        <a:extLst>
                          <a:ext uri="{FF2B5EF4-FFF2-40B4-BE49-F238E27FC236}">
                            <a16:creationId xmlns:a16="http://schemas.microsoft.com/office/drawing/2014/main" id="{7F546882-B18C-41FD-B77D-3994043A72E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0" name="直線コネクタ 131339">
                        <a:extLst>
                          <a:ext uri="{FF2B5EF4-FFF2-40B4-BE49-F238E27FC236}">
                            <a16:creationId xmlns:a16="http://schemas.microsoft.com/office/drawing/2014/main" id="{B772EDAC-548F-42DC-8E23-96481525C3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1" name="直線コネクタ 131340">
                        <a:extLst>
                          <a:ext uri="{FF2B5EF4-FFF2-40B4-BE49-F238E27FC236}">
                            <a16:creationId xmlns:a16="http://schemas.microsoft.com/office/drawing/2014/main" id="{A82865E1-82BC-4FD8-B040-8FE9BB14A8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2" name="直線コネクタ 131341">
                        <a:extLst>
                          <a:ext uri="{FF2B5EF4-FFF2-40B4-BE49-F238E27FC236}">
                            <a16:creationId xmlns:a16="http://schemas.microsoft.com/office/drawing/2014/main" id="{6A8506A4-CED3-4F0C-91CA-7A836BBE0E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3" name="直線コネクタ 131342">
                        <a:extLst>
                          <a:ext uri="{FF2B5EF4-FFF2-40B4-BE49-F238E27FC236}">
                            <a16:creationId xmlns:a16="http://schemas.microsoft.com/office/drawing/2014/main" id="{17F2CC7D-7908-471C-8104-EE5D69CC302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4" name="直線コネクタ 131343">
                        <a:extLst>
                          <a:ext uri="{FF2B5EF4-FFF2-40B4-BE49-F238E27FC236}">
                            <a16:creationId xmlns:a16="http://schemas.microsoft.com/office/drawing/2014/main" id="{72940ACA-A778-4369-9B63-8465261F1D9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5" name="直線コネクタ 131344">
                        <a:extLst>
                          <a:ext uri="{FF2B5EF4-FFF2-40B4-BE49-F238E27FC236}">
                            <a16:creationId xmlns:a16="http://schemas.microsoft.com/office/drawing/2014/main" id="{A5E10F54-A3A1-48A2-A688-CF98464AA0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6" name="直線コネクタ 131345">
                        <a:extLst>
                          <a:ext uri="{FF2B5EF4-FFF2-40B4-BE49-F238E27FC236}">
                            <a16:creationId xmlns:a16="http://schemas.microsoft.com/office/drawing/2014/main" id="{8AD43AA0-487C-40D9-BE88-C6AE1D1F070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7" name="直線コネクタ 131346">
                        <a:extLst>
                          <a:ext uri="{FF2B5EF4-FFF2-40B4-BE49-F238E27FC236}">
                            <a16:creationId xmlns:a16="http://schemas.microsoft.com/office/drawing/2014/main" id="{0B32CE85-644B-47D6-9F78-0FD306F049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8" name="直線コネクタ 131347">
                        <a:extLst>
                          <a:ext uri="{FF2B5EF4-FFF2-40B4-BE49-F238E27FC236}">
                            <a16:creationId xmlns:a16="http://schemas.microsoft.com/office/drawing/2014/main" id="{5DE7763A-3D83-4C93-8B7C-F365191D78D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49" name="直線コネクタ 131348">
                        <a:extLst>
                          <a:ext uri="{FF2B5EF4-FFF2-40B4-BE49-F238E27FC236}">
                            <a16:creationId xmlns:a16="http://schemas.microsoft.com/office/drawing/2014/main" id="{195BCAB4-4645-43F2-ADE3-23B3636D71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0" name="直線コネクタ 131349">
                        <a:extLst>
                          <a:ext uri="{FF2B5EF4-FFF2-40B4-BE49-F238E27FC236}">
                            <a16:creationId xmlns:a16="http://schemas.microsoft.com/office/drawing/2014/main" id="{10EA781C-BEF1-479F-8B5A-2CE8ED7F267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1" name="直線コネクタ 131350">
                        <a:extLst>
                          <a:ext uri="{FF2B5EF4-FFF2-40B4-BE49-F238E27FC236}">
                            <a16:creationId xmlns:a16="http://schemas.microsoft.com/office/drawing/2014/main" id="{E4CF6654-9A32-4056-910A-DD6DFFBF523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2" name="直線コネクタ 131351">
                        <a:extLst>
                          <a:ext uri="{FF2B5EF4-FFF2-40B4-BE49-F238E27FC236}">
                            <a16:creationId xmlns:a16="http://schemas.microsoft.com/office/drawing/2014/main" id="{F7BBD804-54AE-4476-BFE3-F749669AB5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3" name="直線コネクタ 131352">
                        <a:extLst>
                          <a:ext uri="{FF2B5EF4-FFF2-40B4-BE49-F238E27FC236}">
                            <a16:creationId xmlns:a16="http://schemas.microsoft.com/office/drawing/2014/main" id="{92BF2D9B-4413-49F2-9418-3847B47615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4" name="直線コネクタ 131353">
                        <a:extLst>
                          <a:ext uri="{FF2B5EF4-FFF2-40B4-BE49-F238E27FC236}">
                            <a16:creationId xmlns:a16="http://schemas.microsoft.com/office/drawing/2014/main" id="{D174C4CE-7FCE-4ED1-B0AF-09CB27042A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5" name="直線コネクタ 131354">
                        <a:extLst>
                          <a:ext uri="{FF2B5EF4-FFF2-40B4-BE49-F238E27FC236}">
                            <a16:creationId xmlns:a16="http://schemas.microsoft.com/office/drawing/2014/main" id="{A9DDFE6F-1F37-4E66-87EA-D975667D37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6" name="直線コネクタ 131355">
                        <a:extLst>
                          <a:ext uri="{FF2B5EF4-FFF2-40B4-BE49-F238E27FC236}">
                            <a16:creationId xmlns:a16="http://schemas.microsoft.com/office/drawing/2014/main" id="{8AD2D057-29C0-4AEC-B5C7-D9C1945CBCD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7" name="直線コネクタ 131356">
                        <a:extLst>
                          <a:ext uri="{FF2B5EF4-FFF2-40B4-BE49-F238E27FC236}">
                            <a16:creationId xmlns:a16="http://schemas.microsoft.com/office/drawing/2014/main" id="{4162DCDD-9196-4305-8D8E-DC3D5AEB69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8" name="直線コネクタ 131357">
                        <a:extLst>
                          <a:ext uri="{FF2B5EF4-FFF2-40B4-BE49-F238E27FC236}">
                            <a16:creationId xmlns:a16="http://schemas.microsoft.com/office/drawing/2014/main" id="{EE7D6794-1517-4C80-8461-2FBE77B728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59" name="直線コネクタ 131358">
                        <a:extLst>
                          <a:ext uri="{FF2B5EF4-FFF2-40B4-BE49-F238E27FC236}">
                            <a16:creationId xmlns:a16="http://schemas.microsoft.com/office/drawing/2014/main" id="{DA5B9F95-D6DF-478D-8ABF-9D90F98947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0" name="直線コネクタ 131359">
                        <a:extLst>
                          <a:ext uri="{FF2B5EF4-FFF2-40B4-BE49-F238E27FC236}">
                            <a16:creationId xmlns:a16="http://schemas.microsoft.com/office/drawing/2014/main" id="{A33D437E-7FB8-493A-AAED-D03D1E36E4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1" name="直線コネクタ 131360">
                        <a:extLst>
                          <a:ext uri="{FF2B5EF4-FFF2-40B4-BE49-F238E27FC236}">
                            <a16:creationId xmlns:a16="http://schemas.microsoft.com/office/drawing/2014/main" id="{B2482D2B-E2D1-4978-9D29-0C577A5BED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2" name="直線コネクタ 131361">
                        <a:extLst>
                          <a:ext uri="{FF2B5EF4-FFF2-40B4-BE49-F238E27FC236}">
                            <a16:creationId xmlns:a16="http://schemas.microsoft.com/office/drawing/2014/main" id="{D181A375-B6FA-4D7E-8679-1022435B1D2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3" name="直線コネクタ 131362">
                        <a:extLst>
                          <a:ext uri="{FF2B5EF4-FFF2-40B4-BE49-F238E27FC236}">
                            <a16:creationId xmlns:a16="http://schemas.microsoft.com/office/drawing/2014/main" id="{F1EAFCB1-2F63-4ACD-9BCE-B28316362D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4" name="直線コネクタ 131363">
                        <a:extLst>
                          <a:ext uri="{FF2B5EF4-FFF2-40B4-BE49-F238E27FC236}">
                            <a16:creationId xmlns:a16="http://schemas.microsoft.com/office/drawing/2014/main" id="{15C66E3C-7305-452F-90FA-4AB5E85B85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5" name="直線コネクタ 131364">
                        <a:extLst>
                          <a:ext uri="{FF2B5EF4-FFF2-40B4-BE49-F238E27FC236}">
                            <a16:creationId xmlns:a16="http://schemas.microsoft.com/office/drawing/2014/main" id="{8CEF3759-7592-48C2-9AAF-EC3EDDFAE54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6" name="直線コネクタ 131365">
                        <a:extLst>
                          <a:ext uri="{FF2B5EF4-FFF2-40B4-BE49-F238E27FC236}">
                            <a16:creationId xmlns:a16="http://schemas.microsoft.com/office/drawing/2014/main" id="{64C38DFF-D43A-477E-84B3-ACDBA4E7973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7" name="直線コネクタ 131366">
                        <a:extLst>
                          <a:ext uri="{FF2B5EF4-FFF2-40B4-BE49-F238E27FC236}">
                            <a16:creationId xmlns:a16="http://schemas.microsoft.com/office/drawing/2014/main" id="{888C5DC3-C530-4E05-94B5-2FB78ADF32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8" name="直線コネクタ 131367">
                        <a:extLst>
                          <a:ext uri="{FF2B5EF4-FFF2-40B4-BE49-F238E27FC236}">
                            <a16:creationId xmlns:a16="http://schemas.microsoft.com/office/drawing/2014/main" id="{71990E1A-365E-4FB6-8962-7F17BBE5FA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69" name="直線コネクタ 131368">
                        <a:extLst>
                          <a:ext uri="{FF2B5EF4-FFF2-40B4-BE49-F238E27FC236}">
                            <a16:creationId xmlns:a16="http://schemas.microsoft.com/office/drawing/2014/main" id="{4C80AB1D-0AD1-48EB-8512-9A8CF5D3A05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0" name="直線コネクタ 131369">
                        <a:extLst>
                          <a:ext uri="{FF2B5EF4-FFF2-40B4-BE49-F238E27FC236}">
                            <a16:creationId xmlns:a16="http://schemas.microsoft.com/office/drawing/2014/main" id="{3BC1F5F4-162D-4D94-B19C-A4A3AC1B137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1" name="直線コネクタ 131370">
                        <a:extLst>
                          <a:ext uri="{FF2B5EF4-FFF2-40B4-BE49-F238E27FC236}">
                            <a16:creationId xmlns:a16="http://schemas.microsoft.com/office/drawing/2014/main" id="{0A27F65B-5767-4DCA-A379-B16F86F38C5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2" name="直線コネクタ 131371">
                        <a:extLst>
                          <a:ext uri="{FF2B5EF4-FFF2-40B4-BE49-F238E27FC236}">
                            <a16:creationId xmlns:a16="http://schemas.microsoft.com/office/drawing/2014/main" id="{1B4B6A08-1FA0-4E2F-863F-3DBDA58C60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3" name="直線コネクタ 131372">
                        <a:extLst>
                          <a:ext uri="{FF2B5EF4-FFF2-40B4-BE49-F238E27FC236}">
                            <a16:creationId xmlns:a16="http://schemas.microsoft.com/office/drawing/2014/main" id="{6ED340A0-7743-4A6C-B688-23ABD535DA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4" name="直線コネクタ 131373">
                        <a:extLst>
                          <a:ext uri="{FF2B5EF4-FFF2-40B4-BE49-F238E27FC236}">
                            <a16:creationId xmlns:a16="http://schemas.microsoft.com/office/drawing/2014/main" id="{AE439136-F846-4795-BBC2-7453130C63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5" name="直線コネクタ 131374">
                        <a:extLst>
                          <a:ext uri="{FF2B5EF4-FFF2-40B4-BE49-F238E27FC236}">
                            <a16:creationId xmlns:a16="http://schemas.microsoft.com/office/drawing/2014/main" id="{E2BFC396-742C-4C4A-9DD6-871AE40ECA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6" name="直線コネクタ 131375">
                        <a:extLst>
                          <a:ext uri="{FF2B5EF4-FFF2-40B4-BE49-F238E27FC236}">
                            <a16:creationId xmlns:a16="http://schemas.microsoft.com/office/drawing/2014/main" id="{0C01E798-B618-4F02-998B-81412DD8BD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7" name="直線コネクタ 131376">
                        <a:extLst>
                          <a:ext uri="{FF2B5EF4-FFF2-40B4-BE49-F238E27FC236}">
                            <a16:creationId xmlns:a16="http://schemas.microsoft.com/office/drawing/2014/main" id="{B123C0C2-78FB-4547-86A6-289BA8BE30D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8" name="直線コネクタ 131377">
                        <a:extLst>
                          <a:ext uri="{FF2B5EF4-FFF2-40B4-BE49-F238E27FC236}">
                            <a16:creationId xmlns:a16="http://schemas.microsoft.com/office/drawing/2014/main" id="{BE6E95EC-A6AA-4F36-A532-A0317A33BE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79" name="直線コネクタ 131378">
                        <a:extLst>
                          <a:ext uri="{FF2B5EF4-FFF2-40B4-BE49-F238E27FC236}">
                            <a16:creationId xmlns:a16="http://schemas.microsoft.com/office/drawing/2014/main" id="{F3023DD0-735D-416A-9646-B567E2387F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63" name="グループ化 131162">
                      <a:extLst>
                        <a:ext uri="{FF2B5EF4-FFF2-40B4-BE49-F238E27FC236}">
                          <a16:creationId xmlns:a16="http://schemas.microsoft.com/office/drawing/2014/main" id="{9E3F863C-DB36-4ED7-98CD-790B919F0D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31329" name="正方形/長方形 131328">
                        <a:extLst>
                          <a:ext uri="{FF2B5EF4-FFF2-40B4-BE49-F238E27FC236}">
                            <a16:creationId xmlns:a16="http://schemas.microsoft.com/office/drawing/2014/main" id="{36A75EB3-ADD0-4A89-91CC-15CC28FE96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330" name="正方形/長方形 131329">
                        <a:extLst>
                          <a:ext uri="{FF2B5EF4-FFF2-40B4-BE49-F238E27FC236}">
                            <a16:creationId xmlns:a16="http://schemas.microsoft.com/office/drawing/2014/main" id="{6F58C321-2B74-4E03-92C7-A67A27B4C4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331" name="正方形/長方形 131330">
                        <a:extLst>
                          <a:ext uri="{FF2B5EF4-FFF2-40B4-BE49-F238E27FC236}">
                            <a16:creationId xmlns:a16="http://schemas.microsoft.com/office/drawing/2014/main" id="{E147D255-4BE4-4DD8-8A5A-F01D9D9FD6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332" name="正方形/長方形 131331">
                        <a:extLst>
                          <a:ext uri="{FF2B5EF4-FFF2-40B4-BE49-F238E27FC236}">
                            <a16:creationId xmlns:a16="http://schemas.microsoft.com/office/drawing/2014/main" id="{71481EDA-DF1E-42AE-8FCC-18521F4845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333" name="正方形/長方形 131332">
                        <a:extLst>
                          <a:ext uri="{FF2B5EF4-FFF2-40B4-BE49-F238E27FC236}">
                            <a16:creationId xmlns:a16="http://schemas.microsoft.com/office/drawing/2014/main" id="{9C099D30-B113-439C-A5F8-DC68EADA70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334" name="正方形/長方形 131333">
                        <a:extLst>
                          <a:ext uri="{FF2B5EF4-FFF2-40B4-BE49-F238E27FC236}">
                            <a16:creationId xmlns:a16="http://schemas.microsoft.com/office/drawing/2014/main" id="{A530835B-6048-4931-B04D-62997E029F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335" name="正方形/長方形 131334">
                        <a:extLst>
                          <a:ext uri="{FF2B5EF4-FFF2-40B4-BE49-F238E27FC236}">
                            <a16:creationId xmlns:a16="http://schemas.microsoft.com/office/drawing/2014/main" id="{5669A6FA-E5C4-47B0-AA56-54295EA07D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336" name="正方形/長方形 131335">
                        <a:extLst>
                          <a:ext uri="{FF2B5EF4-FFF2-40B4-BE49-F238E27FC236}">
                            <a16:creationId xmlns:a16="http://schemas.microsoft.com/office/drawing/2014/main" id="{1C84D226-CE6C-4C6B-97CF-3710614A5C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1337" name="正方形/長方形 131336">
                        <a:extLst>
                          <a:ext uri="{FF2B5EF4-FFF2-40B4-BE49-F238E27FC236}">
                            <a16:creationId xmlns:a16="http://schemas.microsoft.com/office/drawing/2014/main" id="{3404408F-DF70-4B48-9A8F-41CF467A75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31164" name="グループ化 131163">
                      <a:extLst>
                        <a:ext uri="{FF2B5EF4-FFF2-40B4-BE49-F238E27FC236}">
                          <a16:creationId xmlns:a16="http://schemas.microsoft.com/office/drawing/2014/main" id="{A21B0639-6B9B-4FB6-852D-9F57F10718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321" name="直線コネクタ 131320">
                        <a:extLst>
                          <a:ext uri="{FF2B5EF4-FFF2-40B4-BE49-F238E27FC236}">
                            <a16:creationId xmlns:a16="http://schemas.microsoft.com/office/drawing/2014/main" id="{ABCA0790-34AB-419C-B42A-0A2AC56E95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22" name="直線コネクタ 131321">
                        <a:extLst>
                          <a:ext uri="{FF2B5EF4-FFF2-40B4-BE49-F238E27FC236}">
                            <a16:creationId xmlns:a16="http://schemas.microsoft.com/office/drawing/2014/main" id="{411CA8E8-A17E-47A0-B05B-5C6B7E5995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23" name="直線コネクタ 131322">
                        <a:extLst>
                          <a:ext uri="{FF2B5EF4-FFF2-40B4-BE49-F238E27FC236}">
                            <a16:creationId xmlns:a16="http://schemas.microsoft.com/office/drawing/2014/main" id="{8034F56C-CD90-4EC3-972E-87D137F2875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24" name="直線コネクタ 131323">
                        <a:extLst>
                          <a:ext uri="{FF2B5EF4-FFF2-40B4-BE49-F238E27FC236}">
                            <a16:creationId xmlns:a16="http://schemas.microsoft.com/office/drawing/2014/main" id="{4E39C721-D8F5-4BF2-AC88-782D40EB11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25" name="直線コネクタ 131324">
                        <a:extLst>
                          <a:ext uri="{FF2B5EF4-FFF2-40B4-BE49-F238E27FC236}">
                            <a16:creationId xmlns:a16="http://schemas.microsoft.com/office/drawing/2014/main" id="{B778CD3E-55CF-4420-8383-10DB8807C4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26" name="直線コネクタ 131325">
                        <a:extLst>
                          <a:ext uri="{FF2B5EF4-FFF2-40B4-BE49-F238E27FC236}">
                            <a16:creationId xmlns:a16="http://schemas.microsoft.com/office/drawing/2014/main" id="{EDF1700A-8706-4C27-9F47-3FF6103B40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27" name="直線コネクタ 131326">
                        <a:extLst>
                          <a:ext uri="{FF2B5EF4-FFF2-40B4-BE49-F238E27FC236}">
                            <a16:creationId xmlns:a16="http://schemas.microsoft.com/office/drawing/2014/main" id="{BA358A46-982A-45FD-AB15-91C8090A0B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28" name="直線コネクタ 131327">
                        <a:extLst>
                          <a:ext uri="{FF2B5EF4-FFF2-40B4-BE49-F238E27FC236}">
                            <a16:creationId xmlns:a16="http://schemas.microsoft.com/office/drawing/2014/main" id="{7DB81948-7DA1-4CA6-AEC1-18D1A6E8C1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65" name="グループ化 131164">
                      <a:extLst>
                        <a:ext uri="{FF2B5EF4-FFF2-40B4-BE49-F238E27FC236}">
                          <a16:creationId xmlns:a16="http://schemas.microsoft.com/office/drawing/2014/main" id="{7ADB0F33-5660-4012-BB03-179AA9F0B1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313" name="直線コネクタ 131312">
                        <a:extLst>
                          <a:ext uri="{FF2B5EF4-FFF2-40B4-BE49-F238E27FC236}">
                            <a16:creationId xmlns:a16="http://schemas.microsoft.com/office/drawing/2014/main" id="{BB4BBAF3-AF41-4B04-A800-512B612476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4" name="直線コネクタ 131313">
                        <a:extLst>
                          <a:ext uri="{FF2B5EF4-FFF2-40B4-BE49-F238E27FC236}">
                            <a16:creationId xmlns:a16="http://schemas.microsoft.com/office/drawing/2014/main" id="{DB14FD86-1ABF-439B-8321-694A6E143D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5" name="直線コネクタ 131314">
                        <a:extLst>
                          <a:ext uri="{FF2B5EF4-FFF2-40B4-BE49-F238E27FC236}">
                            <a16:creationId xmlns:a16="http://schemas.microsoft.com/office/drawing/2014/main" id="{9885B616-2CD3-4A7F-BB20-F5C0DBBC5F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6" name="直線コネクタ 131315">
                        <a:extLst>
                          <a:ext uri="{FF2B5EF4-FFF2-40B4-BE49-F238E27FC236}">
                            <a16:creationId xmlns:a16="http://schemas.microsoft.com/office/drawing/2014/main" id="{BB99C8C9-07A1-49F4-9683-7AE05FE2A39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7" name="直線コネクタ 131316">
                        <a:extLst>
                          <a:ext uri="{FF2B5EF4-FFF2-40B4-BE49-F238E27FC236}">
                            <a16:creationId xmlns:a16="http://schemas.microsoft.com/office/drawing/2014/main" id="{00143C4F-DF93-43E7-A699-B8DA64511C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8" name="直線コネクタ 131317">
                        <a:extLst>
                          <a:ext uri="{FF2B5EF4-FFF2-40B4-BE49-F238E27FC236}">
                            <a16:creationId xmlns:a16="http://schemas.microsoft.com/office/drawing/2014/main" id="{6B5006BB-40BC-411E-80F5-A9E5330035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9" name="直線コネクタ 131318">
                        <a:extLst>
                          <a:ext uri="{FF2B5EF4-FFF2-40B4-BE49-F238E27FC236}">
                            <a16:creationId xmlns:a16="http://schemas.microsoft.com/office/drawing/2014/main" id="{767257C0-D106-4394-A089-7D13DF3497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20" name="直線コネクタ 131319">
                        <a:extLst>
                          <a:ext uri="{FF2B5EF4-FFF2-40B4-BE49-F238E27FC236}">
                            <a16:creationId xmlns:a16="http://schemas.microsoft.com/office/drawing/2014/main" id="{9061DCC0-007F-4B54-AC5B-5BED5CBD15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66" name="グループ化 131165">
                      <a:extLst>
                        <a:ext uri="{FF2B5EF4-FFF2-40B4-BE49-F238E27FC236}">
                          <a16:creationId xmlns:a16="http://schemas.microsoft.com/office/drawing/2014/main" id="{AF9B7C0D-5B8C-4EC2-9ADE-EF5B79EF81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271" name="直線コネクタ 131270">
                        <a:extLst>
                          <a:ext uri="{FF2B5EF4-FFF2-40B4-BE49-F238E27FC236}">
                            <a16:creationId xmlns:a16="http://schemas.microsoft.com/office/drawing/2014/main" id="{7DD6D71C-9BAB-4140-BDDA-44A0F2D24C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2" name="直線コネクタ 131271">
                        <a:extLst>
                          <a:ext uri="{FF2B5EF4-FFF2-40B4-BE49-F238E27FC236}">
                            <a16:creationId xmlns:a16="http://schemas.microsoft.com/office/drawing/2014/main" id="{07654BA6-AEFB-4D9B-B40C-94F2CC15BAB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3" name="直線コネクタ 131272">
                        <a:extLst>
                          <a:ext uri="{FF2B5EF4-FFF2-40B4-BE49-F238E27FC236}">
                            <a16:creationId xmlns:a16="http://schemas.microsoft.com/office/drawing/2014/main" id="{767BF8EE-6BEE-4E9B-927B-9BD3FA88E63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4" name="直線コネクタ 131273">
                        <a:extLst>
                          <a:ext uri="{FF2B5EF4-FFF2-40B4-BE49-F238E27FC236}">
                            <a16:creationId xmlns:a16="http://schemas.microsoft.com/office/drawing/2014/main" id="{0DA7C2B9-5B6F-4323-9B04-C179A6B826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5" name="直線コネクタ 131274">
                        <a:extLst>
                          <a:ext uri="{FF2B5EF4-FFF2-40B4-BE49-F238E27FC236}">
                            <a16:creationId xmlns:a16="http://schemas.microsoft.com/office/drawing/2014/main" id="{F11C4F00-2F52-4944-91B8-5A1D0BE1D8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6" name="直線コネクタ 131275">
                        <a:extLst>
                          <a:ext uri="{FF2B5EF4-FFF2-40B4-BE49-F238E27FC236}">
                            <a16:creationId xmlns:a16="http://schemas.microsoft.com/office/drawing/2014/main" id="{1ECB0E79-78B1-4F85-826B-FE5AD59D88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7" name="直線コネクタ 131276">
                        <a:extLst>
                          <a:ext uri="{FF2B5EF4-FFF2-40B4-BE49-F238E27FC236}">
                            <a16:creationId xmlns:a16="http://schemas.microsoft.com/office/drawing/2014/main" id="{1AC85717-C9D9-4AF0-A1DA-B837B3C989E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8" name="直線コネクタ 131277">
                        <a:extLst>
                          <a:ext uri="{FF2B5EF4-FFF2-40B4-BE49-F238E27FC236}">
                            <a16:creationId xmlns:a16="http://schemas.microsoft.com/office/drawing/2014/main" id="{088A3F30-8BCB-4420-AB7D-688A9E2B8D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9" name="直線コネクタ 131278">
                        <a:extLst>
                          <a:ext uri="{FF2B5EF4-FFF2-40B4-BE49-F238E27FC236}">
                            <a16:creationId xmlns:a16="http://schemas.microsoft.com/office/drawing/2014/main" id="{A6A6F372-A576-44F8-A752-CC1D41A804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0" name="直線コネクタ 131279">
                        <a:extLst>
                          <a:ext uri="{FF2B5EF4-FFF2-40B4-BE49-F238E27FC236}">
                            <a16:creationId xmlns:a16="http://schemas.microsoft.com/office/drawing/2014/main" id="{C4A6736C-B40D-4826-B9CC-688480FE93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1" name="直線コネクタ 131280">
                        <a:extLst>
                          <a:ext uri="{FF2B5EF4-FFF2-40B4-BE49-F238E27FC236}">
                            <a16:creationId xmlns:a16="http://schemas.microsoft.com/office/drawing/2014/main" id="{FC8A71D4-9F7F-4E11-8F5C-5446882EB0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2" name="直線コネクタ 131281">
                        <a:extLst>
                          <a:ext uri="{FF2B5EF4-FFF2-40B4-BE49-F238E27FC236}">
                            <a16:creationId xmlns:a16="http://schemas.microsoft.com/office/drawing/2014/main" id="{460D4371-EBCA-451D-98FD-5E699FFDF1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3" name="直線コネクタ 131282">
                        <a:extLst>
                          <a:ext uri="{FF2B5EF4-FFF2-40B4-BE49-F238E27FC236}">
                            <a16:creationId xmlns:a16="http://schemas.microsoft.com/office/drawing/2014/main" id="{92C6F73E-3B4E-445A-AD66-6D33A94679B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4" name="直線コネクタ 131283">
                        <a:extLst>
                          <a:ext uri="{FF2B5EF4-FFF2-40B4-BE49-F238E27FC236}">
                            <a16:creationId xmlns:a16="http://schemas.microsoft.com/office/drawing/2014/main" id="{99E9DDD8-174B-4BF4-B7D5-1DC4409F7F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5" name="直線コネクタ 131284">
                        <a:extLst>
                          <a:ext uri="{FF2B5EF4-FFF2-40B4-BE49-F238E27FC236}">
                            <a16:creationId xmlns:a16="http://schemas.microsoft.com/office/drawing/2014/main" id="{F4AAD779-7D95-46CE-91E7-247FBB7F91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6" name="直線コネクタ 131285">
                        <a:extLst>
                          <a:ext uri="{FF2B5EF4-FFF2-40B4-BE49-F238E27FC236}">
                            <a16:creationId xmlns:a16="http://schemas.microsoft.com/office/drawing/2014/main" id="{42E82C8C-F171-4484-8A0E-AB8BD5E3FD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7" name="直線コネクタ 131286">
                        <a:extLst>
                          <a:ext uri="{FF2B5EF4-FFF2-40B4-BE49-F238E27FC236}">
                            <a16:creationId xmlns:a16="http://schemas.microsoft.com/office/drawing/2014/main" id="{ABFBB093-5BC9-4385-82BB-A7242F9A850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8" name="直線コネクタ 131287">
                        <a:extLst>
                          <a:ext uri="{FF2B5EF4-FFF2-40B4-BE49-F238E27FC236}">
                            <a16:creationId xmlns:a16="http://schemas.microsoft.com/office/drawing/2014/main" id="{1C013FFC-0948-4F11-982D-6AD064D329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89" name="直線コネクタ 131288">
                        <a:extLst>
                          <a:ext uri="{FF2B5EF4-FFF2-40B4-BE49-F238E27FC236}">
                            <a16:creationId xmlns:a16="http://schemas.microsoft.com/office/drawing/2014/main" id="{B67602C2-605F-448C-8CD6-6D7FC6702C9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0" name="直線コネクタ 131289">
                        <a:extLst>
                          <a:ext uri="{FF2B5EF4-FFF2-40B4-BE49-F238E27FC236}">
                            <a16:creationId xmlns:a16="http://schemas.microsoft.com/office/drawing/2014/main" id="{9FEF5B67-26BA-41C2-B603-4E2E36FEDF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1" name="直線コネクタ 131290">
                        <a:extLst>
                          <a:ext uri="{FF2B5EF4-FFF2-40B4-BE49-F238E27FC236}">
                            <a16:creationId xmlns:a16="http://schemas.microsoft.com/office/drawing/2014/main" id="{B4AB3808-A57E-4C26-A03C-615D7020CE9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2" name="直線コネクタ 131291">
                        <a:extLst>
                          <a:ext uri="{FF2B5EF4-FFF2-40B4-BE49-F238E27FC236}">
                            <a16:creationId xmlns:a16="http://schemas.microsoft.com/office/drawing/2014/main" id="{7CC01438-C9DC-4225-8B26-AD92B88B8C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3" name="直線コネクタ 131292">
                        <a:extLst>
                          <a:ext uri="{FF2B5EF4-FFF2-40B4-BE49-F238E27FC236}">
                            <a16:creationId xmlns:a16="http://schemas.microsoft.com/office/drawing/2014/main" id="{2BB79008-31F7-4DA5-9CD7-DDBF86992B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4" name="直線コネクタ 131293">
                        <a:extLst>
                          <a:ext uri="{FF2B5EF4-FFF2-40B4-BE49-F238E27FC236}">
                            <a16:creationId xmlns:a16="http://schemas.microsoft.com/office/drawing/2014/main" id="{6A52F4CF-3572-4196-BD9F-22D1FE0F9D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5" name="直線コネクタ 131294">
                        <a:extLst>
                          <a:ext uri="{FF2B5EF4-FFF2-40B4-BE49-F238E27FC236}">
                            <a16:creationId xmlns:a16="http://schemas.microsoft.com/office/drawing/2014/main" id="{DEF00004-690B-43B0-8594-2E90BBBC07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6" name="直線コネクタ 131295">
                        <a:extLst>
                          <a:ext uri="{FF2B5EF4-FFF2-40B4-BE49-F238E27FC236}">
                            <a16:creationId xmlns:a16="http://schemas.microsoft.com/office/drawing/2014/main" id="{9889B9E5-2751-4514-AD63-9F22DD68263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7" name="直線コネクタ 131296">
                        <a:extLst>
                          <a:ext uri="{FF2B5EF4-FFF2-40B4-BE49-F238E27FC236}">
                            <a16:creationId xmlns:a16="http://schemas.microsoft.com/office/drawing/2014/main" id="{98F19DF3-A3E8-4E2B-9742-FF91F9572B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8" name="直線コネクタ 131297">
                        <a:extLst>
                          <a:ext uri="{FF2B5EF4-FFF2-40B4-BE49-F238E27FC236}">
                            <a16:creationId xmlns:a16="http://schemas.microsoft.com/office/drawing/2014/main" id="{B9E51684-710B-423E-90A2-8CE8DA7842E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99" name="直線コネクタ 131298">
                        <a:extLst>
                          <a:ext uri="{FF2B5EF4-FFF2-40B4-BE49-F238E27FC236}">
                            <a16:creationId xmlns:a16="http://schemas.microsoft.com/office/drawing/2014/main" id="{58F33612-3770-49CE-9CD4-B74CE47436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0" name="直線コネクタ 131299">
                        <a:extLst>
                          <a:ext uri="{FF2B5EF4-FFF2-40B4-BE49-F238E27FC236}">
                            <a16:creationId xmlns:a16="http://schemas.microsoft.com/office/drawing/2014/main" id="{D027D804-F809-4C5F-89D3-43ADB8BEF9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1" name="直線コネクタ 131300">
                        <a:extLst>
                          <a:ext uri="{FF2B5EF4-FFF2-40B4-BE49-F238E27FC236}">
                            <a16:creationId xmlns:a16="http://schemas.microsoft.com/office/drawing/2014/main" id="{9BBFB601-2F28-473D-9279-FABD047E30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2" name="直線コネクタ 131301">
                        <a:extLst>
                          <a:ext uri="{FF2B5EF4-FFF2-40B4-BE49-F238E27FC236}">
                            <a16:creationId xmlns:a16="http://schemas.microsoft.com/office/drawing/2014/main" id="{38AE7988-BF8A-4970-87A6-A6B36C0A30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3" name="直線コネクタ 131302">
                        <a:extLst>
                          <a:ext uri="{FF2B5EF4-FFF2-40B4-BE49-F238E27FC236}">
                            <a16:creationId xmlns:a16="http://schemas.microsoft.com/office/drawing/2014/main" id="{A25FEA56-78F1-47B4-82FF-05187F98E7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4" name="直線コネクタ 131303">
                        <a:extLst>
                          <a:ext uri="{FF2B5EF4-FFF2-40B4-BE49-F238E27FC236}">
                            <a16:creationId xmlns:a16="http://schemas.microsoft.com/office/drawing/2014/main" id="{71CAE8F3-203E-43F4-B7E1-3A9701893A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5" name="直線コネクタ 131304">
                        <a:extLst>
                          <a:ext uri="{FF2B5EF4-FFF2-40B4-BE49-F238E27FC236}">
                            <a16:creationId xmlns:a16="http://schemas.microsoft.com/office/drawing/2014/main" id="{8BF98B21-2584-4A8D-BC26-F39C974D8D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6" name="直線コネクタ 131305">
                        <a:extLst>
                          <a:ext uri="{FF2B5EF4-FFF2-40B4-BE49-F238E27FC236}">
                            <a16:creationId xmlns:a16="http://schemas.microsoft.com/office/drawing/2014/main" id="{3A3920F0-4B43-42F9-B7A0-D4FB00FB57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7" name="直線コネクタ 131306">
                        <a:extLst>
                          <a:ext uri="{FF2B5EF4-FFF2-40B4-BE49-F238E27FC236}">
                            <a16:creationId xmlns:a16="http://schemas.microsoft.com/office/drawing/2014/main" id="{2EEAC5F5-EE2B-4557-B659-D62A8493C42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8" name="直線コネクタ 131307">
                        <a:extLst>
                          <a:ext uri="{FF2B5EF4-FFF2-40B4-BE49-F238E27FC236}">
                            <a16:creationId xmlns:a16="http://schemas.microsoft.com/office/drawing/2014/main" id="{F18D4BE7-E121-4C82-BE16-22F1BF36E5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09" name="直線コネクタ 131308">
                        <a:extLst>
                          <a:ext uri="{FF2B5EF4-FFF2-40B4-BE49-F238E27FC236}">
                            <a16:creationId xmlns:a16="http://schemas.microsoft.com/office/drawing/2014/main" id="{749A989F-3146-47C1-9D53-0CB3478DE9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0" name="直線コネクタ 131309">
                        <a:extLst>
                          <a:ext uri="{FF2B5EF4-FFF2-40B4-BE49-F238E27FC236}">
                            <a16:creationId xmlns:a16="http://schemas.microsoft.com/office/drawing/2014/main" id="{93476FE1-19E9-4074-A700-89D10F523D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1" name="直線コネクタ 131310">
                        <a:extLst>
                          <a:ext uri="{FF2B5EF4-FFF2-40B4-BE49-F238E27FC236}">
                            <a16:creationId xmlns:a16="http://schemas.microsoft.com/office/drawing/2014/main" id="{EC45FF9B-21C8-4C1A-9F0D-87810E488D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312" name="直線コネクタ 131311">
                        <a:extLst>
                          <a:ext uri="{FF2B5EF4-FFF2-40B4-BE49-F238E27FC236}">
                            <a16:creationId xmlns:a16="http://schemas.microsoft.com/office/drawing/2014/main" id="{311F224B-856F-449A-8881-62881804144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67" name="グループ化 131166">
                      <a:extLst>
                        <a:ext uri="{FF2B5EF4-FFF2-40B4-BE49-F238E27FC236}">
                          <a16:creationId xmlns:a16="http://schemas.microsoft.com/office/drawing/2014/main" id="{80EB79B6-8AA1-49C7-BAFA-E7B21135780B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229" name="直線コネクタ 131228">
                        <a:extLst>
                          <a:ext uri="{FF2B5EF4-FFF2-40B4-BE49-F238E27FC236}">
                            <a16:creationId xmlns:a16="http://schemas.microsoft.com/office/drawing/2014/main" id="{4D62C983-E79D-48F7-807F-24F7119877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0" name="直線コネクタ 131229">
                        <a:extLst>
                          <a:ext uri="{FF2B5EF4-FFF2-40B4-BE49-F238E27FC236}">
                            <a16:creationId xmlns:a16="http://schemas.microsoft.com/office/drawing/2014/main" id="{1B1D3F97-44D3-44CF-A81E-C2958D004F0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1" name="直線コネクタ 131230">
                        <a:extLst>
                          <a:ext uri="{FF2B5EF4-FFF2-40B4-BE49-F238E27FC236}">
                            <a16:creationId xmlns:a16="http://schemas.microsoft.com/office/drawing/2014/main" id="{65740ECE-005F-41DA-B65E-C59074D06A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2" name="直線コネクタ 131231">
                        <a:extLst>
                          <a:ext uri="{FF2B5EF4-FFF2-40B4-BE49-F238E27FC236}">
                            <a16:creationId xmlns:a16="http://schemas.microsoft.com/office/drawing/2014/main" id="{5FFEDAE9-B3EE-4891-993D-F7ACE8398E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3" name="直線コネクタ 131232">
                        <a:extLst>
                          <a:ext uri="{FF2B5EF4-FFF2-40B4-BE49-F238E27FC236}">
                            <a16:creationId xmlns:a16="http://schemas.microsoft.com/office/drawing/2014/main" id="{8D54C93D-EC79-48BA-8CDF-5321A0EA45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4" name="直線コネクタ 131233">
                        <a:extLst>
                          <a:ext uri="{FF2B5EF4-FFF2-40B4-BE49-F238E27FC236}">
                            <a16:creationId xmlns:a16="http://schemas.microsoft.com/office/drawing/2014/main" id="{D517E546-F07E-4DFA-8538-C4A3EBBDA6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5" name="直線コネクタ 131234">
                        <a:extLst>
                          <a:ext uri="{FF2B5EF4-FFF2-40B4-BE49-F238E27FC236}">
                            <a16:creationId xmlns:a16="http://schemas.microsoft.com/office/drawing/2014/main" id="{1BC88380-2B83-48DB-96F4-00018291C2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6" name="直線コネクタ 131235">
                        <a:extLst>
                          <a:ext uri="{FF2B5EF4-FFF2-40B4-BE49-F238E27FC236}">
                            <a16:creationId xmlns:a16="http://schemas.microsoft.com/office/drawing/2014/main" id="{2044CC7F-B90F-4393-935B-6DEC29F79D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7" name="直線コネクタ 131236">
                        <a:extLst>
                          <a:ext uri="{FF2B5EF4-FFF2-40B4-BE49-F238E27FC236}">
                            <a16:creationId xmlns:a16="http://schemas.microsoft.com/office/drawing/2014/main" id="{F66648DA-811A-4B17-89B1-45B0FDF706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8" name="直線コネクタ 131237">
                        <a:extLst>
                          <a:ext uri="{FF2B5EF4-FFF2-40B4-BE49-F238E27FC236}">
                            <a16:creationId xmlns:a16="http://schemas.microsoft.com/office/drawing/2014/main" id="{2C38B028-8670-4198-AF86-8F2AA01592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39" name="直線コネクタ 131238">
                        <a:extLst>
                          <a:ext uri="{FF2B5EF4-FFF2-40B4-BE49-F238E27FC236}">
                            <a16:creationId xmlns:a16="http://schemas.microsoft.com/office/drawing/2014/main" id="{9FDAB3A8-EA83-415F-9026-FDD25A0397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0" name="直線コネクタ 131239">
                        <a:extLst>
                          <a:ext uri="{FF2B5EF4-FFF2-40B4-BE49-F238E27FC236}">
                            <a16:creationId xmlns:a16="http://schemas.microsoft.com/office/drawing/2014/main" id="{8BC53120-0530-4989-8DCE-2EFB4EF6FF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1" name="直線コネクタ 131240">
                        <a:extLst>
                          <a:ext uri="{FF2B5EF4-FFF2-40B4-BE49-F238E27FC236}">
                            <a16:creationId xmlns:a16="http://schemas.microsoft.com/office/drawing/2014/main" id="{2FD63654-1319-4025-8FA5-95209ED08B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2" name="直線コネクタ 131241">
                        <a:extLst>
                          <a:ext uri="{FF2B5EF4-FFF2-40B4-BE49-F238E27FC236}">
                            <a16:creationId xmlns:a16="http://schemas.microsoft.com/office/drawing/2014/main" id="{0D1921F2-0C44-4DDC-9924-D9C6FF5221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3" name="直線コネクタ 131242">
                        <a:extLst>
                          <a:ext uri="{FF2B5EF4-FFF2-40B4-BE49-F238E27FC236}">
                            <a16:creationId xmlns:a16="http://schemas.microsoft.com/office/drawing/2014/main" id="{C0F18AC4-5B0C-4C64-BFBD-83899B1EF61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4" name="直線コネクタ 131243">
                        <a:extLst>
                          <a:ext uri="{FF2B5EF4-FFF2-40B4-BE49-F238E27FC236}">
                            <a16:creationId xmlns:a16="http://schemas.microsoft.com/office/drawing/2014/main" id="{ABB1F730-3913-426C-B504-D6349B7F59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5" name="直線コネクタ 131244">
                        <a:extLst>
                          <a:ext uri="{FF2B5EF4-FFF2-40B4-BE49-F238E27FC236}">
                            <a16:creationId xmlns:a16="http://schemas.microsoft.com/office/drawing/2014/main" id="{2E44BBD0-FE09-478E-9310-C9836C5BE3C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6" name="直線コネクタ 131245">
                        <a:extLst>
                          <a:ext uri="{FF2B5EF4-FFF2-40B4-BE49-F238E27FC236}">
                            <a16:creationId xmlns:a16="http://schemas.microsoft.com/office/drawing/2014/main" id="{0D698106-C85F-43A3-9993-9FE0D13265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7" name="直線コネクタ 131246">
                        <a:extLst>
                          <a:ext uri="{FF2B5EF4-FFF2-40B4-BE49-F238E27FC236}">
                            <a16:creationId xmlns:a16="http://schemas.microsoft.com/office/drawing/2014/main" id="{415CD673-C39E-41F7-A491-81B8F472CB4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8" name="直線コネクタ 131247">
                        <a:extLst>
                          <a:ext uri="{FF2B5EF4-FFF2-40B4-BE49-F238E27FC236}">
                            <a16:creationId xmlns:a16="http://schemas.microsoft.com/office/drawing/2014/main" id="{6C8D8FBB-3F52-440F-9AB0-3CB34C07E2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49" name="直線コネクタ 131248">
                        <a:extLst>
                          <a:ext uri="{FF2B5EF4-FFF2-40B4-BE49-F238E27FC236}">
                            <a16:creationId xmlns:a16="http://schemas.microsoft.com/office/drawing/2014/main" id="{9158F473-7523-4149-8457-B1C8495C73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0" name="直線コネクタ 131249">
                        <a:extLst>
                          <a:ext uri="{FF2B5EF4-FFF2-40B4-BE49-F238E27FC236}">
                            <a16:creationId xmlns:a16="http://schemas.microsoft.com/office/drawing/2014/main" id="{5444BC72-30F9-46F8-9E18-A67A64CBB0B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1" name="直線コネクタ 131250">
                        <a:extLst>
                          <a:ext uri="{FF2B5EF4-FFF2-40B4-BE49-F238E27FC236}">
                            <a16:creationId xmlns:a16="http://schemas.microsoft.com/office/drawing/2014/main" id="{F33555FA-47FF-4846-ACBC-2124E58918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2" name="直線コネクタ 131251">
                        <a:extLst>
                          <a:ext uri="{FF2B5EF4-FFF2-40B4-BE49-F238E27FC236}">
                            <a16:creationId xmlns:a16="http://schemas.microsoft.com/office/drawing/2014/main" id="{4B4AF5EB-F3DE-4E6D-93BC-84C47E8C791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3" name="直線コネクタ 131252">
                        <a:extLst>
                          <a:ext uri="{FF2B5EF4-FFF2-40B4-BE49-F238E27FC236}">
                            <a16:creationId xmlns:a16="http://schemas.microsoft.com/office/drawing/2014/main" id="{307F4175-89D5-4DB3-B18A-D085FEE2211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4" name="直線コネクタ 131253">
                        <a:extLst>
                          <a:ext uri="{FF2B5EF4-FFF2-40B4-BE49-F238E27FC236}">
                            <a16:creationId xmlns:a16="http://schemas.microsoft.com/office/drawing/2014/main" id="{3E51BDC0-5E66-4962-A657-F5243948765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5" name="直線コネクタ 131254">
                        <a:extLst>
                          <a:ext uri="{FF2B5EF4-FFF2-40B4-BE49-F238E27FC236}">
                            <a16:creationId xmlns:a16="http://schemas.microsoft.com/office/drawing/2014/main" id="{B3DF834D-6529-4D99-9AC0-6AA8322FC9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6" name="直線コネクタ 131255">
                        <a:extLst>
                          <a:ext uri="{FF2B5EF4-FFF2-40B4-BE49-F238E27FC236}">
                            <a16:creationId xmlns:a16="http://schemas.microsoft.com/office/drawing/2014/main" id="{90FB34FE-3357-409E-A1C7-CFA0ECED204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7" name="直線コネクタ 131256">
                        <a:extLst>
                          <a:ext uri="{FF2B5EF4-FFF2-40B4-BE49-F238E27FC236}">
                            <a16:creationId xmlns:a16="http://schemas.microsoft.com/office/drawing/2014/main" id="{B0B94170-6F48-4268-97E9-23F4BE446F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8" name="直線コネクタ 131257">
                        <a:extLst>
                          <a:ext uri="{FF2B5EF4-FFF2-40B4-BE49-F238E27FC236}">
                            <a16:creationId xmlns:a16="http://schemas.microsoft.com/office/drawing/2014/main" id="{D3875316-0406-4963-8051-D254985D24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59" name="直線コネクタ 131258">
                        <a:extLst>
                          <a:ext uri="{FF2B5EF4-FFF2-40B4-BE49-F238E27FC236}">
                            <a16:creationId xmlns:a16="http://schemas.microsoft.com/office/drawing/2014/main" id="{CA39390C-748B-41ED-B59F-41F9BD1DC0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0" name="直線コネクタ 131259">
                        <a:extLst>
                          <a:ext uri="{FF2B5EF4-FFF2-40B4-BE49-F238E27FC236}">
                            <a16:creationId xmlns:a16="http://schemas.microsoft.com/office/drawing/2014/main" id="{B9A3A992-7A7A-4E50-B6EF-1D8AC94DAD3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1" name="直線コネクタ 131260">
                        <a:extLst>
                          <a:ext uri="{FF2B5EF4-FFF2-40B4-BE49-F238E27FC236}">
                            <a16:creationId xmlns:a16="http://schemas.microsoft.com/office/drawing/2014/main" id="{914A64EF-750F-440E-B025-D0BA45C943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2" name="直線コネクタ 131261">
                        <a:extLst>
                          <a:ext uri="{FF2B5EF4-FFF2-40B4-BE49-F238E27FC236}">
                            <a16:creationId xmlns:a16="http://schemas.microsoft.com/office/drawing/2014/main" id="{638D9429-75AE-40AF-95D7-014F3A4A25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3" name="直線コネクタ 131262">
                        <a:extLst>
                          <a:ext uri="{FF2B5EF4-FFF2-40B4-BE49-F238E27FC236}">
                            <a16:creationId xmlns:a16="http://schemas.microsoft.com/office/drawing/2014/main" id="{8D883829-47EF-439C-B56E-0167C1D84F3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4" name="直線コネクタ 131263">
                        <a:extLst>
                          <a:ext uri="{FF2B5EF4-FFF2-40B4-BE49-F238E27FC236}">
                            <a16:creationId xmlns:a16="http://schemas.microsoft.com/office/drawing/2014/main" id="{BDA5B22D-6A5C-4C69-A139-941803872C9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5" name="直線コネクタ 131264">
                        <a:extLst>
                          <a:ext uri="{FF2B5EF4-FFF2-40B4-BE49-F238E27FC236}">
                            <a16:creationId xmlns:a16="http://schemas.microsoft.com/office/drawing/2014/main" id="{9FA19936-6E54-4EBE-9975-D7609BF396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6" name="直線コネクタ 131265">
                        <a:extLst>
                          <a:ext uri="{FF2B5EF4-FFF2-40B4-BE49-F238E27FC236}">
                            <a16:creationId xmlns:a16="http://schemas.microsoft.com/office/drawing/2014/main" id="{34F71093-B873-49EF-BC94-0E6C3C8223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7" name="直線コネクタ 131266">
                        <a:extLst>
                          <a:ext uri="{FF2B5EF4-FFF2-40B4-BE49-F238E27FC236}">
                            <a16:creationId xmlns:a16="http://schemas.microsoft.com/office/drawing/2014/main" id="{5380AE67-3F1C-4360-B83C-6A541426EB4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8" name="直線コネクタ 131267">
                        <a:extLst>
                          <a:ext uri="{FF2B5EF4-FFF2-40B4-BE49-F238E27FC236}">
                            <a16:creationId xmlns:a16="http://schemas.microsoft.com/office/drawing/2014/main" id="{83FA6769-F90B-489B-BD33-36FD753FDA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69" name="直線コネクタ 131268">
                        <a:extLst>
                          <a:ext uri="{FF2B5EF4-FFF2-40B4-BE49-F238E27FC236}">
                            <a16:creationId xmlns:a16="http://schemas.microsoft.com/office/drawing/2014/main" id="{5625BB6E-DBF5-4E76-93C8-479C4D270E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70" name="直線コネクタ 131269">
                        <a:extLst>
                          <a:ext uri="{FF2B5EF4-FFF2-40B4-BE49-F238E27FC236}">
                            <a16:creationId xmlns:a16="http://schemas.microsoft.com/office/drawing/2014/main" id="{6CB6A667-F108-45D0-8051-1FBD007D7C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68" name="グループ化 131167">
                      <a:extLst>
                        <a:ext uri="{FF2B5EF4-FFF2-40B4-BE49-F238E27FC236}">
                          <a16:creationId xmlns:a16="http://schemas.microsoft.com/office/drawing/2014/main" id="{C23249BC-9187-411E-9C8F-1650DD6BAB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221" name="直線コネクタ 131220">
                        <a:extLst>
                          <a:ext uri="{FF2B5EF4-FFF2-40B4-BE49-F238E27FC236}">
                            <a16:creationId xmlns:a16="http://schemas.microsoft.com/office/drawing/2014/main" id="{3FB781E3-B0F0-4872-B36C-C77AF7B986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22" name="直線コネクタ 131221">
                        <a:extLst>
                          <a:ext uri="{FF2B5EF4-FFF2-40B4-BE49-F238E27FC236}">
                            <a16:creationId xmlns:a16="http://schemas.microsoft.com/office/drawing/2014/main" id="{104AE080-950F-4FBD-9056-0D282BB95A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23" name="直線コネクタ 131222">
                        <a:extLst>
                          <a:ext uri="{FF2B5EF4-FFF2-40B4-BE49-F238E27FC236}">
                            <a16:creationId xmlns:a16="http://schemas.microsoft.com/office/drawing/2014/main" id="{A10E200F-5C80-45F7-92B8-1CC70EA6A9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24" name="直線コネクタ 131223">
                        <a:extLst>
                          <a:ext uri="{FF2B5EF4-FFF2-40B4-BE49-F238E27FC236}">
                            <a16:creationId xmlns:a16="http://schemas.microsoft.com/office/drawing/2014/main" id="{7D0DBE42-55DD-4C15-95B0-56AD510B8B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25" name="直線コネクタ 131224">
                        <a:extLst>
                          <a:ext uri="{FF2B5EF4-FFF2-40B4-BE49-F238E27FC236}">
                            <a16:creationId xmlns:a16="http://schemas.microsoft.com/office/drawing/2014/main" id="{57F476FC-67D9-4285-B5F2-AB03D8FD23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26" name="直線コネクタ 131225">
                        <a:extLst>
                          <a:ext uri="{FF2B5EF4-FFF2-40B4-BE49-F238E27FC236}">
                            <a16:creationId xmlns:a16="http://schemas.microsoft.com/office/drawing/2014/main" id="{502CE0C1-4D1E-491A-9690-C34C120BF1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27" name="直線コネクタ 131226">
                        <a:extLst>
                          <a:ext uri="{FF2B5EF4-FFF2-40B4-BE49-F238E27FC236}">
                            <a16:creationId xmlns:a16="http://schemas.microsoft.com/office/drawing/2014/main" id="{9BB3C746-0B40-4630-B134-21336DEFE5C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28" name="直線コネクタ 131227">
                        <a:extLst>
                          <a:ext uri="{FF2B5EF4-FFF2-40B4-BE49-F238E27FC236}">
                            <a16:creationId xmlns:a16="http://schemas.microsoft.com/office/drawing/2014/main" id="{02C865F4-A1B9-4A9C-8773-9C2342B90C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69" name="グループ化 131168">
                      <a:extLst>
                        <a:ext uri="{FF2B5EF4-FFF2-40B4-BE49-F238E27FC236}">
                          <a16:creationId xmlns:a16="http://schemas.microsoft.com/office/drawing/2014/main" id="{7BEB5995-7AA8-4B3D-9062-8FC6839B1A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1213" name="直線コネクタ 131212">
                        <a:extLst>
                          <a:ext uri="{FF2B5EF4-FFF2-40B4-BE49-F238E27FC236}">
                            <a16:creationId xmlns:a16="http://schemas.microsoft.com/office/drawing/2014/main" id="{BD0BF4F9-9A69-40F6-A862-E9335B020E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4" name="直線コネクタ 131213">
                        <a:extLst>
                          <a:ext uri="{FF2B5EF4-FFF2-40B4-BE49-F238E27FC236}">
                            <a16:creationId xmlns:a16="http://schemas.microsoft.com/office/drawing/2014/main" id="{4883F193-132B-4274-A03E-3096D46DDB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5" name="直線コネクタ 131214">
                        <a:extLst>
                          <a:ext uri="{FF2B5EF4-FFF2-40B4-BE49-F238E27FC236}">
                            <a16:creationId xmlns:a16="http://schemas.microsoft.com/office/drawing/2014/main" id="{4D48A2DA-1335-48BA-8893-9D66E61FB8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6" name="直線コネクタ 131215">
                        <a:extLst>
                          <a:ext uri="{FF2B5EF4-FFF2-40B4-BE49-F238E27FC236}">
                            <a16:creationId xmlns:a16="http://schemas.microsoft.com/office/drawing/2014/main" id="{869D80D8-5744-4925-811C-E7250EF053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7" name="直線コネクタ 131216">
                        <a:extLst>
                          <a:ext uri="{FF2B5EF4-FFF2-40B4-BE49-F238E27FC236}">
                            <a16:creationId xmlns:a16="http://schemas.microsoft.com/office/drawing/2014/main" id="{F347C5BC-A3AD-4292-9D29-807ACE8606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8" name="直線コネクタ 131217">
                        <a:extLst>
                          <a:ext uri="{FF2B5EF4-FFF2-40B4-BE49-F238E27FC236}">
                            <a16:creationId xmlns:a16="http://schemas.microsoft.com/office/drawing/2014/main" id="{5EF8BCBE-81E4-4D2F-9E2B-FABD0EB17B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9" name="直線コネクタ 131218">
                        <a:extLst>
                          <a:ext uri="{FF2B5EF4-FFF2-40B4-BE49-F238E27FC236}">
                            <a16:creationId xmlns:a16="http://schemas.microsoft.com/office/drawing/2014/main" id="{435BBC77-19A3-4C79-B636-3C82AE20D4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20" name="直線コネクタ 131219">
                        <a:extLst>
                          <a:ext uri="{FF2B5EF4-FFF2-40B4-BE49-F238E27FC236}">
                            <a16:creationId xmlns:a16="http://schemas.microsoft.com/office/drawing/2014/main" id="{E4BEC448-C5DF-4648-96B1-DB2CB98B35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70" name="グループ化 131169">
                      <a:extLst>
                        <a:ext uri="{FF2B5EF4-FFF2-40B4-BE49-F238E27FC236}">
                          <a16:creationId xmlns:a16="http://schemas.microsoft.com/office/drawing/2014/main" id="{23681E10-FEEF-4C31-997B-91E24F66E3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1171" name="直線コネクタ 131170">
                        <a:extLst>
                          <a:ext uri="{FF2B5EF4-FFF2-40B4-BE49-F238E27FC236}">
                            <a16:creationId xmlns:a16="http://schemas.microsoft.com/office/drawing/2014/main" id="{F0D57456-2E8E-4C3F-807E-477338B8BF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72" name="直線コネクタ 131171">
                        <a:extLst>
                          <a:ext uri="{FF2B5EF4-FFF2-40B4-BE49-F238E27FC236}">
                            <a16:creationId xmlns:a16="http://schemas.microsoft.com/office/drawing/2014/main" id="{8EA06578-7BAE-438F-B974-E7B7B52E0B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73" name="直線コネクタ 131172">
                        <a:extLst>
                          <a:ext uri="{FF2B5EF4-FFF2-40B4-BE49-F238E27FC236}">
                            <a16:creationId xmlns:a16="http://schemas.microsoft.com/office/drawing/2014/main" id="{3D86C181-EC97-4E0D-97A1-BB74E9F6AF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74" name="直線コネクタ 131173">
                        <a:extLst>
                          <a:ext uri="{FF2B5EF4-FFF2-40B4-BE49-F238E27FC236}">
                            <a16:creationId xmlns:a16="http://schemas.microsoft.com/office/drawing/2014/main" id="{2E331F8D-3352-4462-9AE0-9BEF6DCE2F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75" name="直線コネクタ 131174">
                        <a:extLst>
                          <a:ext uri="{FF2B5EF4-FFF2-40B4-BE49-F238E27FC236}">
                            <a16:creationId xmlns:a16="http://schemas.microsoft.com/office/drawing/2014/main" id="{D15772E8-2D1E-491E-A789-C98F3BC5DB5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76" name="直線コネクタ 131175">
                        <a:extLst>
                          <a:ext uri="{FF2B5EF4-FFF2-40B4-BE49-F238E27FC236}">
                            <a16:creationId xmlns:a16="http://schemas.microsoft.com/office/drawing/2014/main" id="{646FDB42-F61E-4B69-834C-CF5F2F5C21E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77" name="直線コネクタ 131176">
                        <a:extLst>
                          <a:ext uri="{FF2B5EF4-FFF2-40B4-BE49-F238E27FC236}">
                            <a16:creationId xmlns:a16="http://schemas.microsoft.com/office/drawing/2014/main" id="{74B484F0-45F4-490D-9A2F-91350A11734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78" name="直線コネクタ 131177">
                        <a:extLst>
                          <a:ext uri="{FF2B5EF4-FFF2-40B4-BE49-F238E27FC236}">
                            <a16:creationId xmlns:a16="http://schemas.microsoft.com/office/drawing/2014/main" id="{82868B99-40C1-4B21-81D8-C9E53BBC28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79" name="直線コネクタ 131178">
                        <a:extLst>
                          <a:ext uri="{FF2B5EF4-FFF2-40B4-BE49-F238E27FC236}">
                            <a16:creationId xmlns:a16="http://schemas.microsoft.com/office/drawing/2014/main" id="{E6012671-0AD9-4EB5-8AC6-8FF9EB3131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0" name="直線コネクタ 131179">
                        <a:extLst>
                          <a:ext uri="{FF2B5EF4-FFF2-40B4-BE49-F238E27FC236}">
                            <a16:creationId xmlns:a16="http://schemas.microsoft.com/office/drawing/2014/main" id="{2FC55A56-1CBD-4F66-83D8-15D35C4795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1" name="直線コネクタ 131180">
                        <a:extLst>
                          <a:ext uri="{FF2B5EF4-FFF2-40B4-BE49-F238E27FC236}">
                            <a16:creationId xmlns:a16="http://schemas.microsoft.com/office/drawing/2014/main" id="{29D07A5A-7903-4D2F-8DDA-084D784E770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2" name="直線コネクタ 131181">
                        <a:extLst>
                          <a:ext uri="{FF2B5EF4-FFF2-40B4-BE49-F238E27FC236}">
                            <a16:creationId xmlns:a16="http://schemas.microsoft.com/office/drawing/2014/main" id="{06AB609D-63B2-41D2-8E43-BBEE19F15B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3" name="直線コネクタ 131182">
                        <a:extLst>
                          <a:ext uri="{FF2B5EF4-FFF2-40B4-BE49-F238E27FC236}">
                            <a16:creationId xmlns:a16="http://schemas.microsoft.com/office/drawing/2014/main" id="{6DF98082-20C0-4F50-923B-6D0A6F9CFE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4" name="直線コネクタ 131183">
                        <a:extLst>
                          <a:ext uri="{FF2B5EF4-FFF2-40B4-BE49-F238E27FC236}">
                            <a16:creationId xmlns:a16="http://schemas.microsoft.com/office/drawing/2014/main" id="{11BE345A-92B8-4E92-A82B-5E12CFD5CD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5" name="直線コネクタ 131184">
                        <a:extLst>
                          <a:ext uri="{FF2B5EF4-FFF2-40B4-BE49-F238E27FC236}">
                            <a16:creationId xmlns:a16="http://schemas.microsoft.com/office/drawing/2014/main" id="{BA462992-7D4B-4D94-9F51-52F024576D7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6" name="直線コネクタ 131185">
                        <a:extLst>
                          <a:ext uri="{FF2B5EF4-FFF2-40B4-BE49-F238E27FC236}">
                            <a16:creationId xmlns:a16="http://schemas.microsoft.com/office/drawing/2014/main" id="{38F33702-45E6-47B5-B1B0-940D00297B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7" name="直線コネクタ 131186">
                        <a:extLst>
                          <a:ext uri="{FF2B5EF4-FFF2-40B4-BE49-F238E27FC236}">
                            <a16:creationId xmlns:a16="http://schemas.microsoft.com/office/drawing/2014/main" id="{6ACBFC13-086A-496B-A299-A134829F6B2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8" name="直線コネクタ 131187">
                        <a:extLst>
                          <a:ext uri="{FF2B5EF4-FFF2-40B4-BE49-F238E27FC236}">
                            <a16:creationId xmlns:a16="http://schemas.microsoft.com/office/drawing/2014/main" id="{B7FA75F8-0A7E-4920-A6F6-2AF7671834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89" name="直線コネクタ 131188">
                        <a:extLst>
                          <a:ext uri="{FF2B5EF4-FFF2-40B4-BE49-F238E27FC236}">
                            <a16:creationId xmlns:a16="http://schemas.microsoft.com/office/drawing/2014/main" id="{54AEFFF5-1320-4287-B7F4-11E5D8C795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0" name="直線コネクタ 131189">
                        <a:extLst>
                          <a:ext uri="{FF2B5EF4-FFF2-40B4-BE49-F238E27FC236}">
                            <a16:creationId xmlns:a16="http://schemas.microsoft.com/office/drawing/2014/main" id="{BC4534F7-F5AE-4F8D-9D2A-7E760979F07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1" name="直線コネクタ 131190">
                        <a:extLst>
                          <a:ext uri="{FF2B5EF4-FFF2-40B4-BE49-F238E27FC236}">
                            <a16:creationId xmlns:a16="http://schemas.microsoft.com/office/drawing/2014/main" id="{0A5222D5-441F-465B-A527-711A77DF50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2" name="直線コネクタ 131191">
                        <a:extLst>
                          <a:ext uri="{FF2B5EF4-FFF2-40B4-BE49-F238E27FC236}">
                            <a16:creationId xmlns:a16="http://schemas.microsoft.com/office/drawing/2014/main" id="{3A3377C8-3F5B-4888-ACD1-C58E0C7AD0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3" name="直線コネクタ 131192">
                        <a:extLst>
                          <a:ext uri="{FF2B5EF4-FFF2-40B4-BE49-F238E27FC236}">
                            <a16:creationId xmlns:a16="http://schemas.microsoft.com/office/drawing/2014/main" id="{D3E425DD-E37A-4E3B-8447-19928D7584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4" name="直線コネクタ 131193">
                        <a:extLst>
                          <a:ext uri="{FF2B5EF4-FFF2-40B4-BE49-F238E27FC236}">
                            <a16:creationId xmlns:a16="http://schemas.microsoft.com/office/drawing/2014/main" id="{96DBE05F-3410-453B-81E6-6FD4B0FEB3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5" name="直線コネクタ 131194">
                        <a:extLst>
                          <a:ext uri="{FF2B5EF4-FFF2-40B4-BE49-F238E27FC236}">
                            <a16:creationId xmlns:a16="http://schemas.microsoft.com/office/drawing/2014/main" id="{BBC45A41-A58E-4C06-A815-B23B89A842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6" name="直線コネクタ 131195">
                        <a:extLst>
                          <a:ext uri="{FF2B5EF4-FFF2-40B4-BE49-F238E27FC236}">
                            <a16:creationId xmlns:a16="http://schemas.microsoft.com/office/drawing/2014/main" id="{59292AD5-CA6D-40EC-8E06-33FF7E38AF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7" name="直線コネクタ 131196">
                        <a:extLst>
                          <a:ext uri="{FF2B5EF4-FFF2-40B4-BE49-F238E27FC236}">
                            <a16:creationId xmlns:a16="http://schemas.microsoft.com/office/drawing/2014/main" id="{4862EBE9-9D46-4AB6-9AF5-D9CBC78CFD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8" name="直線コネクタ 131197">
                        <a:extLst>
                          <a:ext uri="{FF2B5EF4-FFF2-40B4-BE49-F238E27FC236}">
                            <a16:creationId xmlns:a16="http://schemas.microsoft.com/office/drawing/2014/main" id="{4F11D7AD-A58D-40D9-9BF7-03B9D3D8E7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199" name="直線コネクタ 131198">
                        <a:extLst>
                          <a:ext uri="{FF2B5EF4-FFF2-40B4-BE49-F238E27FC236}">
                            <a16:creationId xmlns:a16="http://schemas.microsoft.com/office/drawing/2014/main" id="{7F55DC08-0C10-4F28-9179-F2E727C3FC5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0" name="直線コネクタ 131199">
                        <a:extLst>
                          <a:ext uri="{FF2B5EF4-FFF2-40B4-BE49-F238E27FC236}">
                            <a16:creationId xmlns:a16="http://schemas.microsoft.com/office/drawing/2014/main" id="{0B34CC50-7D83-44F5-A43F-29E603336A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1" name="直線コネクタ 131200">
                        <a:extLst>
                          <a:ext uri="{FF2B5EF4-FFF2-40B4-BE49-F238E27FC236}">
                            <a16:creationId xmlns:a16="http://schemas.microsoft.com/office/drawing/2014/main" id="{191EE267-66C9-43E2-93BC-C20DC4DDB86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2" name="直線コネクタ 131201">
                        <a:extLst>
                          <a:ext uri="{FF2B5EF4-FFF2-40B4-BE49-F238E27FC236}">
                            <a16:creationId xmlns:a16="http://schemas.microsoft.com/office/drawing/2014/main" id="{62BF0804-5127-4848-B049-F136B18C91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3" name="直線コネクタ 131202">
                        <a:extLst>
                          <a:ext uri="{FF2B5EF4-FFF2-40B4-BE49-F238E27FC236}">
                            <a16:creationId xmlns:a16="http://schemas.microsoft.com/office/drawing/2014/main" id="{C3996215-4236-4A53-922D-4B78DD3F894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4" name="直線コネクタ 131203">
                        <a:extLst>
                          <a:ext uri="{FF2B5EF4-FFF2-40B4-BE49-F238E27FC236}">
                            <a16:creationId xmlns:a16="http://schemas.microsoft.com/office/drawing/2014/main" id="{CECF8FC9-D102-4E27-A48C-39D36DF1BBC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5" name="直線コネクタ 131204">
                        <a:extLst>
                          <a:ext uri="{FF2B5EF4-FFF2-40B4-BE49-F238E27FC236}">
                            <a16:creationId xmlns:a16="http://schemas.microsoft.com/office/drawing/2014/main" id="{EFB8B845-CF54-4C5D-B10D-71B72EBA22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6" name="直線コネクタ 131205">
                        <a:extLst>
                          <a:ext uri="{FF2B5EF4-FFF2-40B4-BE49-F238E27FC236}">
                            <a16:creationId xmlns:a16="http://schemas.microsoft.com/office/drawing/2014/main" id="{72843008-5897-49F9-B4EC-D31CC813DF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7" name="直線コネクタ 131206">
                        <a:extLst>
                          <a:ext uri="{FF2B5EF4-FFF2-40B4-BE49-F238E27FC236}">
                            <a16:creationId xmlns:a16="http://schemas.microsoft.com/office/drawing/2014/main" id="{8578B728-E1F1-447A-ADD9-7A01984868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8" name="直線コネクタ 131207">
                        <a:extLst>
                          <a:ext uri="{FF2B5EF4-FFF2-40B4-BE49-F238E27FC236}">
                            <a16:creationId xmlns:a16="http://schemas.microsoft.com/office/drawing/2014/main" id="{574A2CFD-5EEF-4782-9EF9-AB8DB81B38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09" name="直線コネクタ 131208">
                        <a:extLst>
                          <a:ext uri="{FF2B5EF4-FFF2-40B4-BE49-F238E27FC236}">
                            <a16:creationId xmlns:a16="http://schemas.microsoft.com/office/drawing/2014/main" id="{32F13D2D-8A5B-4DC9-89BE-43E2CFE089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0" name="直線コネクタ 131209">
                        <a:extLst>
                          <a:ext uri="{FF2B5EF4-FFF2-40B4-BE49-F238E27FC236}">
                            <a16:creationId xmlns:a16="http://schemas.microsoft.com/office/drawing/2014/main" id="{CF8FB355-C0A2-4280-BD27-36099102BB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1" name="直線コネクタ 131210">
                        <a:extLst>
                          <a:ext uri="{FF2B5EF4-FFF2-40B4-BE49-F238E27FC236}">
                            <a16:creationId xmlns:a16="http://schemas.microsoft.com/office/drawing/2014/main" id="{4983467A-D5C5-4A8B-BA69-EF5F93C08CA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212" name="直線コネクタ 131211">
                        <a:extLst>
                          <a:ext uri="{FF2B5EF4-FFF2-40B4-BE49-F238E27FC236}">
                            <a16:creationId xmlns:a16="http://schemas.microsoft.com/office/drawing/2014/main" id="{F571C34A-F0BD-4A99-B33E-08FC629E45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16" name="グループ化 127915">
                    <a:extLst>
                      <a:ext uri="{FF2B5EF4-FFF2-40B4-BE49-F238E27FC236}">
                        <a16:creationId xmlns:a16="http://schemas.microsoft.com/office/drawing/2014/main" id="{4CDAE10B-88DD-44BC-845B-E4A193776BDE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237972" y="5237881"/>
                    <a:ext cx="323819" cy="324000"/>
                    <a:chOff x="4287481" y="4286224"/>
                    <a:chExt cx="2227978" cy="2229219"/>
                  </a:xfrm>
                </p:grpSpPr>
                <p:cxnSp>
                  <p:nvCxnSpPr>
                    <p:cNvPr id="130612" name="直線コネクタ 130611">
                      <a:extLst>
                        <a:ext uri="{FF2B5EF4-FFF2-40B4-BE49-F238E27FC236}">
                          <a16:creationId xmlns:a16="http://schemas.microsoft.com/office/drawing/2014/main" id="{BDB6392F-010F-4D06-80C8-E20E23355B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13" name="直線コネクタ 130612">
                      <a:extLst>
                        <a:ext uri="{FF2B5EF4-FFF2-40B4-BE49-F238E27FC236}">
                          <a16:creationId xmlns:a16="http://schemas.microsoft.com/office/drawing/2014/main" id="{53B50AA4-073C-493A-8C05-AF649574B0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14" name="直線コネクタ 130613">
                      <a:extLst>
                        <a:ext uri="{FF2B5EF4-FFF2-40B4-BE49-F238E27FC236}">
                          <a16:creationId xmlns:a16="http://schemas.microsoft.com/office/drawing/2014/main" id="{A20463F1-D2A0-4AC1-9434-EB26B83469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15" name="直線コネクタ 130614">
                      <a:extLst>
                        <a:ext uri="{FF2B5EF4-FFF2-40B4-BE49-F238E27FC236}">
                          <a16:creationId xmlns:a16="http://schemas.microsoft.com/office/drawing/2014/main" id="{504B0346-38E0-4BDA-9A0E-621979584E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16" name="直線コネクタ 130615">
                      <a:extLst>
                        <a:ext uri="{FF2B5EF4-FFF2-40B4-BE49-F238E27FC236}">
                          <a16:creationId xmlns:a16="http://schemas.microsoft.com/office/drawing/2014/main" id="{0626418E-D30E-4981-A636-A16B10EE76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17" name="直線コネクタ 130616">
                      <a:extLst>
                        <a:ext uri="{FF2B5EF4-FFF2-40B4-BE49-F238E27FC236}">
                          <a16:creationId xmlns:a16="http://schemas.microsoft.com/office/drawing/2014/main" id="{642C4D1D-CA0E-4AC4-8934-CDF16DB76A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18" name="直線コネクタ 130617">
                      <a:extLst>
                        <a:ext uri="{FF2B5EF4-FFF2-40B4-BE49-F238E27FC236}">
                          <a16:creationId xmlns:a16="http://schemas.microsoft.com/office/drawing/2014/main" id="{CE3FC17C-82A2-471A-BB0A-927E4F08E9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19" name="直線コネクタ 130618">
                      <a:extLst>
                        <a:ext uri="{FF2B5EF4-FFF2-40B4-BE49-F238E27FC236}">
                          <a16:creationId xmlns:a16="http://schemas.microsoft.com/office/drawing/2014/main" id="{E4DE65AA-B06F-4BF9-845C-EAB2B94446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0" name="直線コネクタ 130619">
                      <a:extLst>
                        <a:ext uri="{FF2B5EF4-FFF2-40B4-BE49-F238E27FC236}">
                          <a16:creationId xmlns:a16="http://schemas.microsoft.com/office/drawing/2014/main" id="{6C2190AD-B338-45FA-834F-83EFCA3C1F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1" name="直線コネクタ 130620">
                      <a:extLst>
                        <a:ext uri="{FF2B5EF4-FFF2-40B4-BE49-F238E27FC236}">
                          <a16:creationId xmlns:a16="http://schemas.microsoft.com/office/drawing/2014/main" id="{EE44AAF9-0648-4B3F-8EB7-8C7801AB1D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2" name="直線コネクタ 130621">
                      <a:extLst>
                        <a:ext uri="{FF2B5EF4-FFF2-40B4-BE49-F238E27FC236}">
                          <a16:creationId xmlns:a16="http://schemas.microsoft.com/office/drawing/2014/main" id="{9623B470-7EAE-4E32-BA17-04C73D2ACD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3" name="直線コネクタ 130622">
                      <a:extLst>
                        <a:ext uri="{FF2B5EF4-FFF2-40B4-BE49-F238E27FC236}">
                          <a16:creationId xmlns:a16="http://schemas.microsoft.com/office/drawing/2014/main" id="{6D1C0B26-520B-4A4A-A3AE-B7E7636042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4" name="直線コネクタ 130623">
                      <a:extLst>
                        <a:ext uri="{FF2B5EF4-FFF2-40B4-BE49-F238E27FC236}">
                          <a16:creationId xmlns:a16="http://schemas.microsoft.com/office/drawing/2014/main" id="{F1B88248-9935-4007-BDC1-152BCC12EE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5" name="直線コネクタ 130624">
                      <a:extLst>
                        <a:ext uri="{FF2B5EF4-FFF2-40B4-BE49-F238E27FC236}">
                          <a16:creationId xmlns:a16="http://schemas.microsoft.com/office/drawing/2014/main" id="{F4A631A7-A866-4ED7-A488-16103AFCB4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6" name="直線コネクタ 130625">
                      <a:extLst>
                        <a:ext uri="{FF2B5EF4-FFF2-40B4-BE49-F238E27FC236}">
                          <a16:creationId xmlns:a16="http://schemas.microsoft.com/office/drawing/2014/main" id="{5D62377E-2F1B-4B20-9F5E-C121544A53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7" name="直線コネクタ 130626">
                      <a:extLst>
                        <a:ext uri="{FF2B5EF4-FFF2-40B4-BE49-F238E27FC236}">
                          <a16:creationId xmlns:a16="http://schemas.microsoft.com/office/drawing/2014/main" id="{1069D01D-2C1D-4A39-B599-2055493E6A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8" name="直線コネクタ 130627">
                      <a:extLst>
                        <a:ext uri="{FF2B5EF4-FFF2-40B4-BE49-F238E27FC236}">
                          <a16:creationId xmlns:a16="http://schemas.microsoft.com/office/drawing/2014/main" id="{D7E4A26D-47AC-4848-9176-5B3B296FBE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29" name="直線コネクタ 130628">
                      <a:extLst>
                        <a:ext uri="{FF2B5EF4-FFF2-40B4-BE49-F238E27FC236}">
                          <a16:creationId xmlns:a16="http://schemas.microsoft.com/office/drawing/2014/main" id="{3B38FCC1-54B7-4B79-AC39-500199CF90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0" name="直線コネクタ 130629">
                      <a:extLst>
                        <a:ext uri="{FF2B5EF4-FFF2-40B4-BE49-F238E27FC236}">
                          <a16:creationId xmlns:a16="http://schemas.microsoft.com/office/drawing/2014/main" id="{2437B584-0A76-44E1-B833-58273CC039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1" name="直線コネクタ 130630">
                      <a:extLst>
                        <a:ext uri="{FF2B5EF4-FFF2-40B4-BE49-F238E27FC236}">
                          <a16:creationId xmlns:a16="http://schemas.microsoft.com/office/drawing/2014/main" id="{B2A267A8-B65C-4412-9B73-F4FA937558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2" name="直線コネクタ 130631">
                      <a:extLst>
                        <a:ext uri="{FF2B5EF4-FFF2-40B4-BE49-F238E27FC236}">
                          <a16:creationId xmlns:a16="http://schemas.microsoft.com/office/drawing/2014/main" id="{400CFDE6-607B-4C38-87AC-DA38480930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3" name="直線コネクタ 130632">
                      <a:extLst>
                        <a:ext uri="{FF2B5EF4-FFF2-40B4-BE49-F238E27FC236}">
                          <a16:creationId xmlns:a16="http://schemas.microsoft.com/office/drawing/2014/main" id="{BD1B9CF0-4D50-4C8B-B807-B0A52C4390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4" name="直線コネクタ 130633">
                      <a:extLst>
                        <a:ext uri="{FF2B5EF4-FFF2-40B4-BE49-F238E27FC236}">
                          <a16:creationId xmlns:a16="http://schemas.microsoft.com/office/drawing/2014/main" id="{CDE0937F-B63C-40B8-A3C2-EA37B14884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5" name="直線コネクタ 130634">
                      <a:extLst>
                        <a:ext uri="{FF2B5EF4-FFF2-40B4-BE49-F238E27FC236}">
                          <a16:creationId xmlns:a16="http://schemas.microsoft.com/office/drawing/2014/main" id="{686C6F97-B977-4852-90B1-6F4D9E9632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6" name="直線コネクタ 130635">
                      <a:extLst>
                        <a:ext uri="{FF2B5EF4-FFF2-40B4-BE49-F238E27FC236}">
                          <a16:creationId xmlns:a16="http://schemas.microsoft.com/office/drawing/2014/main" id="{682411A5-0022-40E1-A5DB-0648BCA49D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7" name="直線コネクタ 130636">
                      <a:extLst>
                        <a:ext uri="{FF2B5EF4-FFF2-40B4-BE49-F238E27FC236}">
                          <a16:creationId xmlns:a16="http://schemas.microsoft.com/office/drawing/2014/main" id="{993291CB-FE6E-49B9-A2F9-1714F92697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8" name="直線コネクタ 130637">
                      <a:extLst>
                        <a:ext uri="{FF2B5EF4-FFF2-40B4-BE49-F238E27FC236}">
                          <a16:creationId xmlns:a16="http://schemas.microsoft.com/office/drawing/2014/main" id="{0BD96BC2-CD51-43AA-90EE-2D6A86D21B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39" name="直線コネクタ 130638">
                      <a:extLst>
                        <a:ext uri="{FF2B5EF4-FFF2-40B4-BE49-F238E27FC236}">
                          <a16:creationId xmlns:a16="http://schemas.microsoft.com/office/drawing/2014/main" id="{230A80E3-DC46-4D51-9290-8CC0202D4C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0" name="直線コネクタ 130639">
                      <a:extLst>
                        <a:ext uri="{FF2B5EF4-FFF2-40B4-BE49-F238E27FC236}">
                          <a16:creationId xmlns:a16="http://schemas.microsoft.com/office/drawing/2014/main" id="{EA0E3D6D-CE6E-41BE-9232-AC6F3FB8F8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1" name="直線コネクタ 130640">
                      <a:extLst>
                        <a:ext uri="{FF2B5EF4-FFF2-40B4-BE49-F238E27FC236}">
                          <a16:creationId xmlns:a16="http://schemas.microsoft.com/office/drawing/2014/main" id="{40450A30-1F94-4010-8C52-3BC574BC64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2" name="直線コネクタ 130641">
                      <a:extLst>
                        <a:ext uri="{FF2B5EF4-FFF2-40B4-BE49-F238E27FC236}">
                          <a16:creationId xmlns:a16="http://schemas.microsoft.com/office/drawing/2014/main" id="{1733CB35-7032-497D-B1C5-639ACE0127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3" name="直線コネクタ 130642">
                      <a:extLst>
                        <a:ext uri="{FF2B5EF4-FFF2-40B4-BE49-F238E27FC236}">
                          <a16:creationId xmlns:a16="http://schemas.microsoft.com/office/drawing/2014/main" id="{AEFA6F81-CB47-412C-B600-3B062201FD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4" name="直線コネクタ 130643">
                      <a:extLst>
                        <a:ext uri="{FF2B5EF4-FFF2-40B4-BE49-F238E27FC236}">
                          <a16:creationId xmlns:a16="http://schemas.microsoft.com/office/drawing/2014/main" id="{BC622B8C-1C43-453F-8BAB-F4154E0C38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5" name="直線コネクタ 130644">
                      <a:extLst>
                        <a:ext uri="{FF2B5EF4-FFF2-40B4-BE49-F238E27FC236}">
                          <a16:creationId xmlns:a16="http://schemas.microsoft.com/office/drawing/2014/main" id="{38CF5266-50DC-4472-8DCF-866DAE2B63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6" name="直線コネクタ 130645">
                      <a:extLst>
                        <a:ext uri="{FF2B5EF4-FFF2-40B4-BE49-F238E27FC236}">
                          <a16:creationId xmlns:a16="http://schemas.microsoft.com/office/drawing/2014/main" id="{B3F457B7-D16C-4197-98CF-86AA877BBC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7" name="直線コネクタ 130646">
                      <a:extLst>
                        <a:ext uri="{FF2B5EF4-FFF2-40B4-BE49-F238E27FC236}">
                          <a16:creationId xmlns:a16="http://schemas.microsoft.com/office/drawing/2014/main" id="{4D869023-47A1-4E91-B0B1-01172EAE6E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8" name="直線コネクタ 130647">
                      <a:extLst>
                        <a:ext uri="{FF2B5EF4-FFF2-40B4-BE49-F238E27FC236}">
                          <a16:creationId xmlns:a16="http://schemas.microsoft.com/office/drawing/2014/main" id="{AFD5AA62-5864-40A4-B422-90A6248343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49" name="直線コネクタ 130648">
                      <a:extLst>
                        <a:ext uri="{FF2B5EF4-FFF2-40B4-BE49-F238E27FC236}">
                          <a16:creationId xmlns:a16="http://schemas.microsoft.com/office/drawing/2014/main" id="{5C1F8D7A-E195-4406-BBE4-DE13F1186D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0" name="直線コネクタ 130649">
                      <a:extLst>
                        <a:ext uri="{FF2B5EF4-FFF2-40B4-BE49-F238E27FC236}">
                          <a16:creationId xmlns:a16="http://schemas.microsoft.com/office/drawing/2014/main" id="{5ECACAFE-883F-4253-8907-42646B7E26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1" name="直線コネクタ 130650">
                      <a:extLst>
                        <a:ext uri="{FF2B5EF4-FFF2-40B4-BE49-F238E27FC236}">
                          <a16:creationId xmlns:a16="http://schemas.microsoft.com/office/drawing/2014/main" id="{64FEAEA4-D3C0-4E3D-AC0F-C5064FE352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2" name="直線コネクタ 130651">
                      <a:extLst>
                        <a:ext uri="{FF2B5EF4-FFF2-40B4-BE49-F238E27FC236}">
                          <a16:creationId xmlns:a16="http://schemas.microsoft.com/office/drawing/2014/main" id="{D7F65B81-2E13-4F58-B3CA-45DE523BC9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3" name="直線コネクタ 130652">
                      <a:extLst>
                        <a:ext uri="{FF2B5EF4-FFF2-40B4-BE49-F238E27FC236}">
                          <a16:creationId xmlns:a16="http://schemas.microsoft.com/office/drawing/2014/main" id="{6A72BA05-32AB-4364-A7FB-95099FD1EB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4" name="直線コネクタ 130653">
                      <a:extLst>
                        <a:ext uri="{FF2B5EF4-FFF2-40B4-BE49-F238E27FC236}">
                          <a16:creationId xmlns:a16="http://schemas.microsoft.com/office/drawing/2014/main" id="{8F8145BC-1C63-4CCA-A1D1-3062E29860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5" name="直線コネクタ 130654">
                      <a:extLst>
                        <a:ext uri="{FF2B5EF4-FFF2-40B4-BE49-F238E27FC236}">
                          <a16:creationId xmlns:a16="http://schemas.microsoft.com/office/drawing/2014/main" id="{50FD1087-20A0-4057-A3BF-3FE43B7AD6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6" name="直線コネクタ 130655">
                      <a:extLst>
                        <a:ext uri="{FF2B5EF4-FFF2-40B4-BE49-F238E27FC236}">
                          <a16:creationId xmlns:a16="http://schemas.microsoft.com/office/drawing/2014/main" id="{AD22778E-B55F-4731-96EE-80B578301B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7" name="直線コネクタ 130656">
                      <a:extLst>
                        <a:ext uri="{FF2B5EF4-FFF2-40B4-BE49-F238E27FC236}">
                          <a16:creationId xmlns:a16="http://schemas.microsoft.com/office/drawing/2014/main" id="{FB1A63A3-D945-4DE0-84A4-8781181024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8" name="直線コネクタ 130657">
                      <a:extLst>
                        <a:ext uri="{FF2B5EF4-FFF2-40B4-BE49-F238E27FC236}">
                          <a16:creationId xmlns:a16="http://schemas.microsoft.com/office/drawing/2014/main" id="{92C660CB-1182-4FAB-9414-ED6279EEC9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59" name="直線コネクタ 130658">
                      <a:extLst>
                        <a:ext uri="{FF2B5EF4-FFF2-40B4-BE49-F238E27FC236}">
                          <a16:creationId xmlns:a16="http://schemas.microsoft.com/office/drawing/2014/main" id="{9BF72256-AF35-41E9-9E8B-0840E5E25C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0" name="直線コネクタ 130659">
                      <a:extLst>
                        <a:ext uri="{FF2B5EF4-FFF2-40B4-BE49-F238E27FC236}">
                          <a16:creationId xmlns:a16="http://schemas.microsoft.com/office/drawing/2014/main" id="{30DC5060-AD2D-43F9-A3B4-8CF51639AD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1" name="直線コネクタ 130660">
                      <a:extLst>
                        <a:ext uri="{FF2B5EF4-FFF2-40B4-BE49-F238E27FC236}">
                          <a16:creationId xmlns:a16="http://schemas.microsoft.com/office/drawing/2014/main" id="{09E5A678-1E09-4011-9F72-BF46FF6453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2" name="直線コネクタ 130661">
                      <a:extLst>
                        <a:ext uri="{FF2B5EF4-FFF2-40B4-BE49-F238E27FC236}">
                          <a16:creationId xmlns:a16="http://schemas.microsoft.com/office/drawing/2014/main" id="{14B6A286-1EDC-4C66-8F35-8BBAB21874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3" name="直線コネクタ 130662">
                      <a:extLst>
                        <a:ext uri="{FF2B5EF4-FFF2-40B4-BE49-F238E27FC236}">
                          <a16:creationId xmlns:a16="http://schemas.microsoft.com/office/drawing/2014/main" id="{300E4784-FD9C-40C0-81BE-E15FFC5163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4" name="直線コネクタ 130663">
                      <a:extLst>
                        <a:ext uri="{FF2B5EF4-FFF2-40B4-BE49-F238E27FC236}">
                          <a16:creationId xmlns:a16="http://schemas.microsoft.com/office/drawing/2014/main" id="{D27208EE-F5DE-4197-AE39-F13FCBFB9E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5" name="直線コネクタ 130664">
                      <a:extLst>
                        <a:ext uri="{FF2B5EF4-FFF2-40B4-BE49-F238E27FC236}">
                          <a16:creationId xmlns:a16="http://schemas.microsoft.com/office/drawing/2014/main" id="{5F1BC9D5-4323-4D64-96FD-E5EADBA436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6" name="直線コネクタ 130665">
                      <a:extLst>
                        <a:ext uri="{FF2B5EF4-FFF2-40B4-BE49-F238E27FC236}">
                          <a16:creationId xmlns:a16="http://schemas.microsoft.com/office/drawing/2014/main" id="{73763EF6-9CFC-4182-ADB1-4A4D1E7146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7" name="直線コネクタ 130666">
                      <a:extLst>
                        <a:ext uri="{FF2B5EF4-FFF2-40B4-BE49-F238E27FC236}">
                          <a16:creationId xmlns:a16="http://schemas.microsoft.com/office/drawing/2014/main" id="{E499208E-42DE-4B70-A4B5-DA9DABA973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8" name="直線コネクタ 130667">
                      <a:extLst>
                        <a:ext uri="{FF2B5EF4-FFF2-40B4-BE49-F238E27FC236}">
                          <a16:creationId xmlns:a16="http://schemas.microsoft.com/office/drawing/2014/main" id="{A8695F4A-C77C-492F-886D-D9E387FA19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69" name="直線コネクタ 130668">
                      <a:extLst>
                        <a:ext uri="{FF2B5EF4-FFF2-40B4-BE49-F238E27FC236}">
                          <a16:creationId xmlns:a16="http://schemas.microsoft.com/office/drawing/2014/main" id="{85B77766-4522-4647-AA90-628A689FFC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0" name="直線コネクタ 130669">
                      <a:extLst>
                        <a:ext uri="{FF2B5EF4-FFF2-40B4-BE49-F238E27FC236}">
                          <a16:creationId xmlns:a16="http://schemas.microsoft.com/office/drawing/2014/main" id="{D48D8765-9B55-46F4-9727-11F980029D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1" name="直線コネクタ 130670">
                      <a:extLst>
                        <a:ext uri="{FF2B5EF4-FFF2-40B4-BE49-F238E27FC236}">
                          <a16:creationId xmlns:a16="http://schemas.microsoft.com/office/drawing/2014/main" id="{5A91B42C-C36C-4F25-97E0-7E9F08699F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2" name="直線コネクタ 130671">
                      <a:extLst>
                        <a:ext uri="{FF2B5EF4-FFF2-40B4-BE49-F238E27FC236}">
                          <a16:creationId xmlns:a16="http://schemas.microsoft.com/office/drawing/2014/main" id="{5E4666B2-3FD6-4B65-BB8B-88FEF8D073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3" name="直線コネクタ 130672">
                      <a:extLst>
                        <a:ext uri="{FF2B5EF4-FFF2-40B4-BE49-F238E27FC236}">
                          <a16:creationId xmlns:a16="http://schemas.microsoft.com/office/drawing/2014/main" id="{4CBF098B-E25F-4C59-A25C-5150917B68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4" name="直線コネクタ 130673">
                      <a:extLst>
                        <a:ext uri="{FF2B5EF4-FFF2-40B4-BE49-F238E27FC236}">
                          <a16:creationId xmlns:a16="http://schemas.microsoft.com/office/drawing/2014/main" id="{2A7A8493-1AF9-4743-829A-B93965A9A4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5" name="直線コネクタ 130674">
                      <a:extLst>
                        <a:ext uri="{FF2B5EF4-FFF2-40B4-BE49-F238E27FC236}">
                          <a16:creationId xmlns:a16="http://schemas.microsoft.com/office/drawing/2014/main" id="{C9DF23A0-B672-46DE-9345-2D0B163725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6" name="直線コネクタ 130675">
                      <a:extLst>
                        <a:ext uri="{FF2B5EF4-FFF2-40B4-BE49-F238E27FC236}">
                          <a16:creationId xmlns:a16="http://schemas.microsoft.com/office/drawing/2014/main" id="{EA2AB518-A1A1-40DF-A6FA-1575DB919C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7" name="直線コネクタ 130676">
                      <a:extLst>
                        <a:ext uri="{FF2B5EF4-FFF2-40B4-BE49-F238E27FC236}">
                          <a16:creationId xmlns:a16="http://schemas.microsoft.com/office/drawing/2014/main" id="{310E7E06-653E-43C2-8CE4-E46D42BD0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8" name="直線コネクタ 130677">
                      <a:extLst>
                        <a:ext uri="{FF2B5EF4-FFF2-40B4-BE49-F238E27FC236}">
                          <a16:creationId xmlns:a16="http://schemas.microsoft.com/office/drawing/2014/main" id="{EE741311-26A6-47BE-AA1B-DF421126CE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79" name="直線コネクタ 130678">
                      <a:extLst>
                        <a:ext uri="{FF2B5EF4-FFF2-40B4-BE49-F238E27FC236}">
                          <a16:creationId xmlns:a16="http://schemas.microsoft.com/office/drawing/2014/main" id="{562374CC-8B9F-4F14-A60D-416450AF2B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0" name="直線コネクタ 130679">
                      <a:extLst>
                        <a:ext uri="{FF2B5EF4-FFF2-40B4-BE49-F238E27FC236}">
                          <a16:creationId xmlns:a16="http://schemas.microsoft.com/office/drawing/2014/main" id="{CD82432C-37F2-4F82-8A44-D3B8C5BF89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1" name="直線コネクタ 130680">
                      <a:extLst>
                        <a:ext uri="{FF2B5EF4-FFF2-40B4-BE49-F238E27FC236}">
                          <a16:creationId xmlns:a16="http://schemas.microsoft.com/office/drawing/2014/main" id="{E036A130-1C8C-485D-843D-1A0C3CF29E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2" name="直線コネクタ 130681">
                      <a:extLst>
                        <a:ext uri="{FF2B5EF4-FFF2-40B4-BE49-F238E27FC236}">
                          <a16:creationId xmlns:a16="http://schemas.microsoft.com/office/drawing/2014/main" id="{F98896B1-9C2A-40B3-A07C-F75F7197E2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3" name="直線コネクタ 130682">
                      <a:extLst>
                        <a:ext uri="{FF2B5EF4-FFF2-40B4-BE49-F238E27FC236}">
                          <a16:creationId xmlns:a16="http://schemas.microsoft.com/office/drawing/2014/main" id="{4092E87D-1008-4E93-9FA2-502DAA8FEA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4" name="直線コネクタ 130683">
                      <a:extLst>
                        <a:ext uri="{FF2B5EF4-FFF2-40B4-BE49-F238E27FC236}">
                          <a16:creationId xmlns:a16="http://schemas.microsoft.com/office/drawing/2014/main" id="{F5E279FB-45CB-4B6B-B9F3-F8A53F7EB1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5" name="直線コネクタ 130684">
                      <a:extLst>
                        <a:ext uri="{FF2B5EF4-FFF2-40B4-BE49-F238E27FC236}">
                          <a16:creationId xmlns:a16="http://schemas.microsoft.com/office/drawing/2014/main" id="{D0D1AD01-BE0F-461E-97D7-5F79A69952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6" name="直線コネクタ 130685">
                      <a:extLst>
                        <a:ext uri="{FF2B5EF4-FFF2-40B4-BE49-F238E27FC236}">
                          <a16:creationId xmlns:a16="http://schemas.microsoft.com/office/drawing/2014/main" id="{30218718-F4C4-47A1-ABA7-0FBCF43F3D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7" name="直線コネクタ 130686">
                      <a:extLst>
                        <a:ext uri="{FF2B5EF4-FFF2-40B4-BE49-F238E27FC236}">
                          <a16:creationId xmlns:a16="http://schemas.microsoft.com/office/drawing/2014/main" id="{31149579-3455-48A9-AC14-F8CA903426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8" name="直線コネクタ 130687">
                      <a:extLst>
                        <a:ext uri="{FF2B5EF4-FFF2-40B4-BE49-F238E27FC236}">
                          <a16:creationId xmlns:a16="http://schemas.microsoft.com/office/drawing/2014/main" id="{D1789888-ED1C-432A-A596-49FD87FA01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89" name="直線コネクタ 130688">
                      <a:extLst>
                        <a:ext uri="{FF2B5EF4-FFF2-40B4-BE49-F238E27FC236}">
                          <a16:creationId xmlns:a16="http://schemas.microsoft.com/office/drawing/2014/main" id="{03F1EB91-0BA8-4CA8-8DDB-5BDD779B92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0" name="直線コネクタ 130689">
                      <a:extLst>
                        <a:ext uri="{FF2B5EF4-FFF2-40B4-BE49-F238E27FC236}">
                          <a16:creationId xmlns:a16="http://schemas.microsoft.com/office/drawing/2014/main" id="{24D28E8C-B491-426A-850E-9E05FF301C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1" name="直線コネクタ 130690">
                      <a:extLst>
                        <a:ext uri="{FF2B5EF4-FFF2-40B4-BE49-F238E27FC236}">
                          <a16:creationId xmlns:a16="http://schemas.microsoft.com/office/drawing/2014/main" id="{F91758A4-E43A-4719-B230-389E2E4DAD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2" name="直線コネクタ 130691">
                      <a:extLst>
                        <a:ext uri="{FF2B5EF4-FFF2-40B4-BE49-F238E27FC236}">
                          <a16:creationId xmlns:a16="http://schemas.microsoft.com/office/drawing/2014/main" id="{95C56BF5-4B34-40F4-9C78-9A8AB3CDFF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3" name="直線コネクタ 130692">
                      <a:extLst>
                        <a:ext uri="{FF2B5EF4-FFF2-40B4-BE49-F238E27FC236}">
                          <a16:creationId xmlns:a16="http://schemas.microsoft.com/office/drawing/2014/main" id="{B280F823-FCA3-45F3-A886-F1E9821FB5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4" name="直線コネクタ 130693">
                      <a:extLst>
                        <a:ext uri="{FF2B5EF4-FFF2-40B4-BE49-F238E27FC236}">
                          <a16:creationId xmlns:a16="http://schemas.microsoft.com/office/drawing/2014/main" id="{A1FFE5CC-8ABE-49BC-9688-540E2E1A69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5" name="直線コネクタ 130694">
                      <a:extLst>
                        <a:ext uri="{FF2B5EF4-FFF2-40B4-BE49-F238E27FC236}">
                          <a16:creationId xmlns:a16="http://schemas.microsoft.com/office/drawing/2014/main" id="{26BDE31E-5E5D-4B58-A167-6A977A6801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6" name="直線コネクタ 130695">
                      <a:extLst>
                        <a:ext uri="{FF2B5EF4-FFF2-40B4-BE49-F238E27FC236}">
                          <a16:creationId xmlns:a16="http://schemas.microsoft.com/office/drawing/2014/main" id="{BE941845-2A6F-442A-9CEF-9BEEA46A04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7" name="直線コネクタ 130696">
                      <a:extLst>
                        <a:ext uri="{FF2B5EF4-FFF2-40B4-BE49-F238E27FC236}">
                          <a16:creationId xmlns:a16="http://schemas.microsoft.com/office/drawing/2014/main" id="{DBC315EB-38E5-4B28-870E-ABB86274EF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8" name="直線コネクタ 130697">
                      <a:extLst>
                        <a:ext uri="{FF2B5EF4-FFF2-40B4-BE49-F238E27FC236}">
                          <a16:creationId xmlns:a16="http://schemas.microsoft.com/office/drawing/2014/main" id="{CFBDDD70-AC3F-4273-8FFD-E4D84D94FC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699" name="直線コネクタ 130698">
                      <a:extLst>
                        <a:ext uri="{FF2B5EF4-FFF2-40B4-BE49-F238E27FC236}">
                          <a16:creationId xmlns:a16="http://schemas.microsoft.com/office/drawing/2014/main" id="{ABC4AB0C-0E16-4309-B3E3-112F2DE0F4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0" name="直線コネクタ 130699">
                      <a:extLst>
                        <a:ext uri="{FF2B5EF4-FFF2-40B4-BE49-F238E27FC236}">
                          <a16:creationId xmlns:a16="http://schemas.microsoft.com/office/drawing/2014/main" id="{88D61EFF-B09C-42EE-A9EE-5B36069488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1" name="直線コネクタ 130700">
                      <a:extLst>
                        <a:ext uri="{FF2B5EF4-FFF2-40B4-BE49-F238E27FC236}">
                          <a16:creationId xmlns:a16="http://schemas.microsoft.com/office/drawing/2014/main" id="{54791AE5-C3E4-4673-A03F-CECB412053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2" name="直線コネクタ 130701">
                      <a:extLst>
                        <a:ext uri="{FF2B5EF4-FFF2-40B4-BE49-F238E27FC236}">
                          <a16:creationId xmlns:a16="http://schemas.microsoft.com/office/drawing/2014/main" id="{058D4851-8759-4692-9851-45A3EE8524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3" name="直線コネクタ 130702">
                      <a:extLst>
                        <a:ext uri="{FF2B5EF4-FFF2-40B4-BE49-F238E27FC236}">
                          <a16:creationId xmlns:a16="http://schemas.microsoft.com/office/drawing/2014/main" id="{772C42E8-1057-4593-B915-F031DC146F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4" name="直線コネクタ 130703">
                      <a:extLst>
                        <a:ext uri="{FF2B5EF4-FFF2-40B4-BE49-F238E27FC236}">
                          <a16:creationId xmlns:a16="http://schemas.microsoft.com/office/drawing/2014/main" id="{49DE0008-C418-4BDF-B041-1980983029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5" name="直線コネクタ 130704">
                      <a:extLst>
                        <a:ext uri="{FF2B5EF4-FFF2-40B4-BE49-F238E27FC236}">
                          <a16:creationId xmlns:a16="http://schemas.microsoft.com/office/drawing/2014/main" id="{91B01BB6-73E3-41E1-BDAA-34C3AA97E4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6" name="直線コネクタ 130705">
                      <a:extLst>
                        <a:ext uri="{FF2B5EF4-FFF2-40B4-BE49-F238E27FC236}">
                          <a16:creationId xmlns:a16="http://schemas.microsoft.com/office/drawing/2014/main" id="{3CECE58E-B451-4B45-8A77-1E781FFA99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7" name="直線コネクタ 130706">
                      <a:extLst>
                        <a:ext uri="{FF2B5EF4-FFF2-40B4-BE49-F238E27FC236}">
                          <a16:creationId xmlns:a16="http://schemas.microsoft.com/office/drawing/2014/main" id="{4F7EE910-B8F4-4434-AE0E-9302E67FC2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8" name="直線コネクタ 130707">
                      <a:extLst>
                        <a:ext uri="{FF2B5EF4-FFF2-40B4-BE49-F238E27FC236}">
                          <a16:creationId xmlns:a16="http://schemas.microsoft.com/office/drawing/2014/main" id="{E344873A-B0A0-41B0-843C-0330C0F28B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09" name="直線コネクタ 130708">
                      <a:extLst>
                        <a:ext uri="{FF2B5EF4-FFF2-40B4-BE49-F238E27FC236}">
                          <a16:creationId xmlns:a16="http://schemas.microsoft.com/office/drawing/2014/main" id="{D1D84330-9CCD-4247-A83E-6FF86505B7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0" name="直線コネクタ 130709">
                      <a:extLst>
                        <a:ext uri="{FF2B5EF4-FFF2-40B4-BE49-F238E27FC236}">
                          <a16:creationId xmlns:a16="http://schemas.microsoft.com/office/drawing/2014/main" id="{57BC9D8C-027E-4E42-95DD-EFEC04E56F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1" name="直線コネクタ 130710">
                      <a:extLst>
                        <a:ext uri="{FF2B5EF4-FFF2-40B4-BE49-F238E27FC236}">
                          <a16:creationId xmlns:a16="http://schemas.microsoft.com/office/drawing/2014/main" id="{C6FB7A9C-C461-4E07-8015-9767727ECA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2" name="直線コネクタ 130711">
                      <a:extLst>
                        <a:ext uri="{FF2B5EF4-FFF2-40B4-BE49-F238E27FC236}">
                          <a16:creationId xmlns:a16="http://schemas.microsoft.com/office/drawing/2014/main" id="{AA78C9B2-EC8C-4315-B4FA-3AD08B1B81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3" name="直線コネクタ 130712">
                      <a:extLst>
                        <a:ext uri="{FF2B5EF4-FFF2-40B4-BE49-F238E27FC236}">
                          <a16:creationId xmlns:a16="http://schemas.microsoft.com/office/drawing/2014/main" id="{12B2AE84-9AA1-458D-A2E2-E48A93669E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4" name="直線コネクタ 130713">
                      <a:extLst>
                        <a:ext uri="{FF2B5EF4-FFF2-40B4-BE49-F238E27FC236}">
                          <a16:creationId xmlns:a16="http://schemas.microsoft.com/office/drawing/2014/main" id="{3B0BD003-9A73-49FC-8043-709892AA63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5" name="直線コネクタ 130714">
                      <a:extLst>
                        <a:ext uri="{FF2B5EF4-FFF2-40B4-BE49-F238E27FC236}">
                          <a16:creationId xmlns:a16="http://schemas.microsoft.com/office/drawing/2014/main" id="{202A25C8-C22C-444A-B5E8-BA42A35913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6" name="直線コネクタ 130715">
                      <a:extLst>
                        <a:ext uri="{FF2B5EF4-FFF2-40B4-BE49-F238E27FC236}">
                          <a16:creationId xmlns:a16="http://schemas.microsoft.com/office/drawing/2014/main" id="{F2EDB5A0-10F1-467B-BC2F-FAAAC3DFC6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7" name="直線コネクタ 130716">
                      <a:extLst>
                        <a:ext uri="{FF2B5EF4-FFF2-40B4-BE49-F238E27FC236}">
                          <a16:creationId xmlns:a16="http://schemas.microsoft.com/office/drawing/2014/main" id="{BA936F88-79AE-4404-AACF-D526EA8467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8" name="直線コネクタ 130717">
                      <a:extLst>
                        <a:ext uri="{FF2B5EF4-FFF2-40B4-BE49-F238E27FC236}">
                          <a16:creationId xmlns:a16="http://schemas.microsoft.com/office/drawing/2014/main" id="{CA1B0A0B-51C5-4988-AB28-7FBDD18792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19" name="直線コネクタ 130718">
                      <a:extLst>
                        <a:ext uri="{FF2B5EF4-FFF2-40B4-BE49-F238E27FC236}">
                          <a16:creationId xmlns:a16="http://schemas.microsoft.com/office/drawing/2014/main" id="{86EA4462-BE0C-472C-BF65-B1B73E122C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0" name="直線コネクタ 130719">
                      <a:extLst>
                        <a:ext uri="{FF2B5EF4-FFF2-40B4-BE49-F238E27FC236}">
                          <a16:creationId xmlns:a16="http://schemas.microsoft.com/office/drawing/2014/main" id="{B98EAA38-F102-4E15-A508-5C41114AF3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1" name="直線コネクタ 130720">
                      <a:extLst>
                        <a:ext uri="{FF2B5EF4-FFF2-40B4-BE49-F238E27FC236}">
                          <a16:creationId xmlns:a16="http://schemas.microsoft.com/office/drawing/2014/main" id="{030E85A5-2D47-40CF-B4F1-F7656607D9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2" name="直線コネクタ 130721">
                      <a:extLst>
                        <a:ext uri="{FF2B5EF4-FFF2-40B4-BE49-F238E27FC236}">
                          <a16:creationId xmlns:a16="http://schemas.microsoft.com/office/drawing/2014/main" id="{CE70F4E4-F64F-4029-A876-E1615FC9F7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3" name="直線コネクタ 130722">
                      <a:extLst>
                        <a:ext uri="{FF2B5EF4-FFF2-40B4-BE49-F238E27FC236}">
                          <a16:creationId xmlns:a16="http://schemas.microsoft.com/office/drawing/2014/main" id="{FEA34119-0CD0-4F5E-AACE-88B1A15143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4" name="直線コネクタ 130723">
                      <a:extLst>
                        <a:ext uri="{FF2B5EF4-FFF2-40B4-BE49-F238E27FC236}">
                          <a16:creationId xmlns:a16="http://schemas.microsoft.com/office/drawing/2014/main" id="{DC68206E-1FA7-4A17-841C-3545360C96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5" name="直線コネクタ 130724">
                      <a:extLst>
                        <a:ext uri="{FF2B5EF4-FFF2-40B4-BE49-F238E27FC236}">
                          <a16:creationId xmlns:a16="http://schemas.microsoft.com/office/drawing/2014/main" id="{280A66EE-E5FE-4BE9-9BC4-1AF36D956C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6" name="直線コネクタ 130725">
                      <a:extLst>
                        <a:ext uri="{FF2B5EF4-FFF2-40B4-BE49-F238E27FC236}">
                          <a16:creationId xmlns:a16="http://schemas.microsoft.com/office/drawing/2014/main" id="{B5487A95-A5A3-486E-8087-72481A45C9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7" name="直線コネクタ 130726">
                      <a:extLst>
                        <a:ext uri="{FF2B5EF4-FFF2-40B4-BE49-F238E27FC236}">
                          <a16:creationId xmlns:a16="http://schemas.microsoft.com/office/drawing/2014/main" id="{086532D7-03B1-421A-98C0-4D05D22932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8" name="直線コネクタ 130727">
                      <a:extLst>
                        <a:ext uri="{FF2B5EF4-FFF2-40B4-BE49-F238E27FC236}">
                          <a16:creationId xmlns:a16="http://schemas.microsoft.com/office/drawing/2014/main" id="{4197F55E-234E-4F64-A3C4-2EE88A2456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29" name="直線コネクタ 130728">
                      <a:extLst>
                        <a:ext uri="{FF2B5EF4-FFF2-40B4-BE49-F238E27FC236}">
                          <a16:creationId xmlns:a16="http://schemas.microsoft.com/office/drawing/2014/main" id="{4FBE4A20-86BC-452D-8168-8094D01DF1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0" name="直線コネクタ 130729">
                      <a:extLst>
                        <a:ext uri="{FF2B5EF4-FFF2-40B4-BE49-F238E27FC236}">
                          <a16:creationId xmlns:a16="http://schemas.microsoft.com/office/drawing/2014/main" id="{E970B67A-9BC3-44BA-809F-E7F17349E8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1" name="直線コネクタ 130730">
                      <a:extLst>
                        <a:ext uri="{FF2B5EF4-FFF2-40B4-BE49-F238E27FC236}">
                          <a16:creationId xmlns:a16="http://schemas.microsoft.com/office/drawing/2014/main" id="{8DA35EED-DB89-408A-9DBC-FB1232F149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2" name="直線コネクタ 130731">
                      <a:extLst>
                        <a:ext uri="{FF2B5EF4-FFF2-40B4-BE49-F238E27FC236}">
                          <a16:creationId xmlns:a16="http://schemas.microsoft.com/office/drawing/2014/main" id="{C5923ADC-7D1F-4E74-BEED-DD70C4CDF2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3" name="直線コネクタ 130732">
                      <a:extLst>
                        <a:ext uri="{FF2B5EF4-FFF2-40B4-BE49-F238E27FC236}">
                          <a16:creationId xmlns:a16="http://schemas.microsoft.com/office/drawing/2014/main" id="{2AC6910C-6235-40A8-93A9-99CB154010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4" name="直線コネクタ 130733">
                      <a:extLst>
                        <a:ext uri="{FF2B5EF4-FFF2-40B4-BE49-F238E27FC236}">
                          <a16:creationId xmlns:a16="http://schemas.microsoft.com/office/drawing/2014/main" id="{C912A757-352C-4A09-A205-A9A2FFEEBF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5" name="直線コネクタ 130734">
                      <a:extLst>
                        <a:ext uri="{FF2B5EF4-FFF2-40B4-BE49-F238E27FC236}">
                          <a16:creationId xmlns:a16="http://schemas.microsoft.com/office/drawing/2014/main" id="{DE494C9B-8730-4728-8AFC-87E8B4F652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6" name="直線コネクタ 130735">
                      <a:extLst>
                        <a:ext uri="{FF2B5EF4-FFF2-40B4-BE49-F238E27FC236}">
                          <a16:creationId xmlns:a16="http://schemas.microsoft.com/office/drawing/2014/main" id="{EDD94821-F444-42C4-9C45-FF6AC3B798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7" name="直線コネクタ 130736">
                      <a:extLst>
                        <a:ext uri="{FF2B5EF4-FFF2-40B4-BE49-F238E27FC236}">
                          <a16:creationId xmlns:a16="http://schemas.microsoft.com/office/drawing/2014/main" id="{C2A59C35-FA74-4F71-B9F4-A59C5403E2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8" name="直線コネクタ 130737">
                      <a:extLst>
                        <a:ext uri="{FF2B5EF4-FFF2-40B4-BE49-F238E27FC236}">
                          <a16:creationId xmlns:a16="http://schemas.microsoft.com/office/drawing/2014/main" id="{69C1388D-7C07-415A-8E52-41D9CF2D44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39" name="直線コネクタ 130738">
                      <a:extLst>
                        <a:ext uri="{FF2B5EF4-FFF2-40B4-BE49-F238E27FC236}">
                          <a16:creationId xmlns:a16="http://schemas.microsoft.com/office/drawing/2014/main" id="{4F3D3326-F1DC-4336-B07E-AB6C6B5EAC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0" name="直線コネクタ 130739">
                      <a:extLst>
                        <a:ext uri="{FF2B5EF4-FFF2-40B4-BE49-F238E27FC236}">
                          <a16:creationId xmlns:a16="http://schemas.microsoft.com/office/drawing/2014/main" id="{CD6C04EF-030F-43E3-A568-15BA88D29B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1" name="直線コネクタ 130740">
                      <a:extLst>
                        <a:ext uri="{FF2B5EF4-FFF2-40B4-BE49-F238E27FC236}">
                          <a16:creationId xmlns:a16="http://schemas.microsoft.com/office/drawing/2014/main" id="{829B8978-DDB5-42FD-8A77-B69AA88E06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2" name="直線コネクタ 130741">
                      <a:extLst>
                        <a:ext uri="{FF2B5EF4-FFF2-40B4-BE49-F238E27FC236}">
                          <a16:creationId xmlns:a16="http://schemas.microsoft.com/office/drawing/2014/main" id="{D5372BF0-42C6-4C1A-9163-158A8628AB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3" name="直線コネクタ 130742">
                      <a:extLst>
                        <a:ext uri="{FF2B5EF4-FFF2-40B4-BE49-F238E27FC236}">
                          <a16:creationId xmlns:a16="http://schemas.microsoft.com/office/drawing/2014/main" id="{8A128487-7333-430C-8299-8A61F4B30F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4" name="直線コネクタ 130743">
                      <a:extLst>
                        <a:ext uri="{FF2B5EF4-FFF2-40B4-BE49-F238E27FC236}">
                          <a16:creationId xmlns:a16="http://schemas.microsoft.com/office/drawing/2014/main" id="{E6BCD534-1984-4FC0-8E0E-0B118BA4A1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5" name="直線コネクタ 130744">
                      <a:extLst>
                        <a:ext uri="{FF2B5EF4-FFF2-40B4-BE49-F238E27FC236}">
                          <a16:creationId xmlns:a16="http://schemas.microsoft.com/office/drawing/2014/main" id="{036D42BD-2D70-424B-AB76-655A252708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6" name="直線コネクタ 130745">
                      <a:extLst>
                        <a:ext uri="{FF2B5EF4-FFF2-40B4-BE49-F238E27FC236}">
                          <a16:creationId xmlns:a16="http://schemas.microsoft.com/office/drawing/2014/main" id="{B48CDF67-89C9-46FA-8A50-B23F629B46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7" name="直線コネクタ 130746">
                      <a:extLst>
                        <a:ext uri="{FF2B5EF4-FFF2-40B4-BE49-F238E27FC236}">
                          <a16:creationId xmlns:a16="http://schemas.microsoft.com/office/drawing/2014/main" id="{09A63175-5BD8-4E0B-9C13-F25DB72F82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8" name="直線コネクタ 130747">
                      <a:extLst>
                        <a:ext uri="{FF2B5EF4-FFF2-40B4-BE49-F238E27FC236}">
                          <a16:creationId xmlns:a16="http://schemas.microsoft.com/office/drawing/2014/main" id="{B83E130A-5CAD-4E05-98E3-E03B050B69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49" name="直線コネクタ 130748">
                      <a:extLst>
                        <a:ext uri="{FF2B5EF4-FFF2-40B4-BE49-F238E27FC236}">
                          <a16:creationId xmlns:a16="http://schemas.microsoft.com/office/drawing/2014/main" id="{FC3ED7EA-139C-4D63-9242-286038848A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0" name="直線コネクタ 130749">
                      <a:extLst>
                        <a:ext uri="{FF2B5EF4-FFF2-40B4-BE49-F238E27FC236}">
                          <a16:creationId xmlns:a16="http://schemas.microsoft.com/office/drawing/2014/main" id="{4F207AC5-3230-4DDA-9D7F-50522938E1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1" name="直線コネクタ 130750">
                      <a:extLst>
                        <a:ext uri="{FF2B5EF4-FFF2-40B4-BE49-F238E27FC236}">
                          <a16:creationId xmlns:a16="http://schemas.microsoft.com/office/drawing/2014/main" id="{74034F2E-450B-4139-896E-CC8D7513FD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2" name="直線コネクタ 130751">
                      <a:extLst>
                        <a:ext uri="{FF2B5EF4-FFF2-40B4-BE49-F238E27FC236}">
                          <a16:creationId xmlns:a16="http://schemas.microsoft.com/office/drawing/2014/main" id="{4F0BC8AA-2E41-4357-98EF-42D1C97633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3" name="直線コネクタ 130752">
                      <a:extLst>
                        <a:ext uri="{FF2B5EF4-FFF2-40B4-BE49-F238E27FC236}">
                          <a16:creationId xmlns:a16="http://schemas.microsoft.com/office/drawing/2014/main" id="{8F880E97-6724-49C7-8100-3BC549B8A8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4" name="直線コネクタ 130753">
                      <a:extLst>
                        <a:ext uri="{FF2B5EF4-FFF2-40B4-BE49-F238E27FC236}">
                          <a16:creationId xmlns:a16="http://schemas.microsoft.com/office/drawing/2014/main" id="{4CCD5B75-CA51-4F6E-95A5-1AA2D850CA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5" name="直線コネクタ 130754">
                      <a:extLst>
                        <a:ext uri="{FF2B5EF4-FFF2-40B4-BE49-F238E27FC236}">
                          <a16:creationId xmlns:a16="http://schemas.microsoft.com/office/drawing/2014/main" id="{420F518E-BDA6-414C-A122-1A49FC63FA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6" name="直線コネクタ 130755">
                      <a:extLst>
                        <a:ext uri="{FF2B5EF4-FFF2-40B4-BE49-F238E27FC236}">
                          <a16:creationId xmlns:a16="http://schemas.microsoft.com/office/drawing/2014/main" id="{7B05C5DF-3D7B-41AA-9526-BBCCEEA558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7" name="直線コネクタ 130756">
                      <a:extLst>
                        <a:ext uri="{FF2B5EF4-FFF2-40B4-BE49-F238E27FC236}">
                          <a16:creationId xmlns:a16="http://schemas.microsoft.com/office/drawing/2014/main" id="{CC6B4EF8-E60B-45F4-9B6C-627AC3D2D8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8" name="直線コネクタ 130757">
                      <a:extLst>
                        <a:ext uri="{FF2B5EF4-FFF2-40B4-BE49-F238E27FC236}">
                          <a16:creationId xmlns:a16="http://schemas.microsoft.com/office/drawing/2014/main" id="{91713FC6-F745-40DF-A9BB-2E942168F4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59" name="直線コネクタ 130758">
                      <a:extLst>
                        <a:ext uri="{FF2B5EF4-FFF2-40B4-BE49-F238E27FC236}">
                          <a16:creationId xmlns:a16="http://schemas.microsoft.com/office/drawing/2014/main" id="{F159F0D4-BFFF-4A79-9E0B-3E8E0ED418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0" name="直線コネクタ 130759">
                      <a:extLst>
                        <a:ext uri="{FF2B5EF4-FFF2-40B4-BE49-F238E27FC236}">
                          <a16:creationId xmlns:a16="http://schemas.microsoft.com/office/drawing/2014/main" id="{3B96E52A-D5CA-4F63-91BD-D1C9F3B9AD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1" name="直線コネクタ 130760">
                      <a:extLst>
                        <a:ext uri="{FF2B5EF4-FFF2-40B4-BE49-F238E27FC236}">
                          <a16:creationId xmlns:a16="http://schemas.microsoft.com/office/drawing/2014/main" id="{C737CDBC-1FC2-4075-A180-AB4CB00A6A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2" name="直線コネクタ 130761">
                      <a:extLst>
                        <a:ext uri="{FF2B5EF4-FFF2-40B4-BE49-F238E27FC236}">
                          <a16:creationId xmlns:a16="http://schemas.microsoft.com/office/drawing/2014/main" id="{4F0F90F5-22A9-4339-A98E-EA0989CF90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3" name="直線コネクタ 130762">
                      <a:extLst>
                        <a:ext uri="{FF2B5EF4-FFF2-40B4-BE49-F238E27FC236}">
                          <a16:creationId xmlns:a16="http://schemas.microsoft.com/office/drawing/2014/main" id="{3EDA7F93-022F-4EA7-BD22-AD4214F277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4" name="直線コネクタ 130763">
                      <a:extLst>
                        <a:ext uri="{FF2B5EF4-FFF2-40B4-BE49-F238E27FC236}">
                          <a16:creationId xmlns:a16="http://schemas.microsoft.com/office/drawing/2014/main" id="{48454D9F-0ECD-45DA-8D05-F1FE34775E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5" name="直線コネクタ 130764">
                      <a:extLst>
                        <a:ext uri="{FF2B5EF4-FFF2-40B4-BE49-F238E27FC236}">
                          <a16:creationId xmlns:a16="http://schemas.microsoft.com/office/drawing/2014/main" id="{430A7B58-BB04-44A7-B9BB-2F6456F658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6" name="直線コネクタ 130765">
                      <a:extLst>
                        <a:ext uri="{FF2B5EF4-FFF2-40B4-BE49-F238E27FC236}">
                          <a16:creationId xmlns:a16="http://schemas.microsoft.com/office/drawing/2014/main" id="{805BDD7B-40BF-49EF-BFA5-8E9B5D5C10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7" name="直線コネクタ 130766">
                      <a:extLst>
                        <a:ext uri="{FF2B5EF4-FFF2-40B4-BE49-F238E27FC236}">
                          <a16:creationId xmlns:a16="http://schemas.microsoft.com/office/drawing/2014/main" id="{8BCE58DF-39FC-447E-A21C-7E0E659AE7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8" name="直線コネクタ 130767">
                      <a:extLst>
                        <a:ext uri="{FF2B5EF4-FFF2-40B4-BE49-F238E27FC236}">
                          <a16:creationId xmlns:a16="http://schemas.microsoft.com/office/drawing/2014/main" id="{222A7CE2-BBE5-4330-B75B-9C9AD8A4DC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69" name="直線コネクタ 130768">
                      <a:extLst>
                        <a:ext uri="{FF2B5EF4-FFF2-40B4-BE49-F238E27FC236}">
                          <a16:creationId xmlns:a16="http://schemas.microsoft.com/office/drawing/2014/main" id="{08079352-9E54-445F-8AE9-EB7AD8BA93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70" name="直線コネクタ 130769">
                      <a:extLst>
                        <a:ext uri="{FF2B5EF4-FFF2-40B4-BE49-F238E27FC236}">
                          <a16:creationId xmlns:a16="http://schemas.microsoft.com/office/drawing/2014/main" id="{2F1B5536-93E9-4DDE-AC33-EB9568E502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71" name="直線コネクタ 130770">
                      <a:extLst>
                        <a:ext uri="{FF2B5EF4-FFF2-40B4-BE49-F238E27FC236}">
                          <a16:creationId xmlns:a16="http://schemas.microsoft.com/office/drawing/2014/main" id="{7C4E0874-6A3A-4134-B0EB-22B9FAB40E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72" name="直線コネクタ 130771">
                      <a:extLst>
                        <a:ext uri="{FF2B5EF4-FFF2-40B4-BE49-F238E27FC236}">
                          <a16:creationId xmlns:a16="http://schemas.microsoft.com/office/drawing/2014/main" id="{8BD69691-E00A-4EE5-BF15-4B1943CD23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73" name="直線コネクタ 130772">
                      <a:extLst>
                        <a:ext uri="{FF2B5EF4-FFF2-40B4-BE49-F238E27FC236}">
                          <a16:creationId xmlns:a16="http://schemas.microsoft.com/office/drawing/2014/main" id="{90749E78-CBC8-42A0-93FE-6B51D15DC6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74" name="直線コネクタ 130773">
                      <a:extLst>
                        <a:ext uri="{FF2B5EF4-FFF2-40B4-BE49-F238E27FC236}">
                          <a16:creationId xmlns:a16="http://schemas.microsoft.com/office/drawing/2014/main" id="{E8C13FB1-D4FC-443B-82D2-CAC1CD374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75" name="直線コネクタ 130774">
                      <a:extLst>
                        <a:ext uri="{FF2B5EF4-FFF2-40B4-BE49-F238E27FC236}">
                          <a16:creationId xmlns:a16="http://schemas.microsoft.com/office/drawing/2014/main" id="{A3CDBEAD-CAD0-4B5C-968C-8BA8D2E25A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76" name="直線コネクタ 130775">
                      <a:extLst>
                        <a:ext uri="{FF2B5EF4-FFF2-40B4-BE49-F238E27FC236}">
                          <a16:creationId xmlns:a16="http://schemas.microsoft.com/office/drawing/2014/main" id="{17FEAC78-AC4E-413E-9262-25D4B01293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777" name="直線コネクタ 130776">
                      <a:extLst>
                        <a:ext uri="{FF2B5EF4-FFF2-40B4-BE49-F238E27FC236}">
                          <a16:creationId xmlns:a16="http://schemas.microsoft.com/office/drawing/2014/main" id="{43B6D2F4-0862-4C4C-8A8C-E6D8878774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0778" name="グループ化 130777">
                      <a:extLst>
                        <a:ext uri="{FF2B5EF4-FFF2-40B4-BE49-F238E27FC236}">
                          <a16:creationId xmlns:a16="http://schemas.microsoft.com/office/drawing/2014/main" id="{3F39241A-D7D7-4916-A2F0-BCC341A1ECDF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954" name="直線コネクタ 130953">
                        <a:extLst>
                          <a:ext uri="{FF2B5EF4-FFF2-40B4-BE49-F238E27FC236}">
                            <a16:creationId xmlns:a16="http://schemas.microsoft.com/office/drawing/2014/main" id="{D6B23804-9A8A-4BA5-8F7D-33F4281A28A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55" name="直線コネクタ 130954">
                        <a:extLst>
                          <a:ext uri="{FF2B5EF4-FFF2-40B4-BE49-F238E27FC236}">
                            <a16:creationId xmlns:a16="http://schemas.microsoft.com/office/drawing/2014/main" id="{47676AE6-47BA-4528-A041-31B371E1E0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56" name="直線コネクタ 130955">
                        <a:extLst>
                          <a:ext uri="{FF2B5EF4-FFF2-40B4-BE49-F238E27FC236}">
                            <a16:creationId xmlns:a16="http://schemas.microsoft.com/office/drawing/2014/main" id="{FA34331C-6A91-4C82-B586-10D5D1E989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57" name="直線コネクタ 130956">
                        <a:extLst>
                          <a:ext uri="{FF2B5EF4-FFF2-40B4-BE49-F238E27FC236}">
                            <a16:creationId xmlns:a16="http://schemas.microsoft.com/office/drawing/2014/main" id="{7081F15A-8BD7-495A-9EC9-7B73655761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58" name="直線コネクタ 130957">
                        <a:extLst>
                          <a:ext uri="{FF2B5EF4-FFF2-40B4-BE49-F238E27FC236}">
                            <a16:creationId xmlns:a16="http://schemas.microsoft.com/office/drawing/2014/main" id="{E0A9BF40-EB18-44B9-8315-E7AF59F4C1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59" name="直線コネクタ 130958">
                        <a:extLst>
                          <a:ext uri="{FF2B5EF4-FFF2-40B4-BE49-F238E27FC236}">
                            <a16:creationId xmlns:a16="http://schemas.microsoft.com/office/drawing/2014/main" id="{A4EB8F9D-84FF-43B7-8793-A0119E027CA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0" name="直線コネクタ 130959">
                        <a:extLst>
                          <a:ext uri="{FF2B5EF4-FFF2-40B4-BE49-F238E27FC236}">
                            <a16:creationId xmlns:a16="http://schemas.microsoft.com/office/drawing/2014/main" id="{FCE4CAC4-CD1C-4460-84CF-8E46AD2E784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1" name="直線コネクタ 130960">
                        <a:extLst>
                          <a:ext uri="{FF2B5EF4-FFF2-40B4-BE49-F238E27FC236}">
                            <a16:creationId xmlns:a16="http://schemas.microsoft.com/office/drawing/2014/main" id="{90CF511F-B32F-4F3D-9791-9FD1A7E8F0D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2" name="直線コネクタ 130961">
                        <a:extLst>
                          <a:ext uri="{FF2B5EF4-FFF2-40B4-BE49-F238E27FC236}">
                            <a16:creationId xmlns:a16="http://schemas.microsoft.com/office/drawing/2014/main" id="{08DDD5B1-A08A-4E10-A54A-646249839F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3" name="直線コネクタ 130962">
                        <a:extLst>
                          <a:ext uri="{FF2B5EF4-FFF2-40B4-BE49-F238E27FC236}">
                            <a16:creationId xmlns:a16="http://schemas.microsoft.com/office/drawing/2014/main" id="{C85F01E6-68E8-45E2-8E71-898C6DDE07C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4" name="直線コネクタ 130963">
                        <a:extLst>
                          <a:ext uri="{FF2B5EF4-FFF2-40B4-BE49-F238E27FC236}">
                            <a16:creationId xmlns:a16="http://schemas.microsoft.com/office/drawing/2014/main" id="{912C70CC-EF92-4198-8048-23F4E3E41B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5" name="直線コネクタ 130964">
                        <a:extLst>
                          <a:ext uri="{FF2B5EF4-FFF2-40B4-BE49-F238E27FC236}">
                            <a16:creationId xmlns:a16="http://schemas.microsoft.com/office/drawing/2014/main" id="{61479484-8EFF-40C0-B8A7-B62BAD055A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6" name="直線コネクタ 130965">
                        <a:extLst>
                          <a:ext uri="{FF2B5EF4-FFF2-40B4-BE49-F238E27FC236}">
                            <a16:creationId xmlns:a16="http://schemas.microsoft.com/office/drawing/2014/main" id="{9ECCBFC0-90D5-4F2E-A23D-00EE5B25000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7" name="直線コネクタ 130966">
                        <a:extLst>
                          <a:ext uri="{FF2B5EF4-FFF2-40B4-BE49-F238E27FC236}">
                            <a16:creationId xmlns:a16="http://schemas.microsoft.com/office/drawing/2014/main" id="{1062389B-4984-4189-8405-84E2FC77AAA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8" name="直線コネクタ 130967">
                        <a:extLst>
                          <a:ext uri="{FF2B5EF4-FFF2-40B4-BE49-F238E27FC236}">
                            <a16:creationId xmlns:a16="http://schemas.microsoft.com/office/drawing/2014/main" id="{94DEEAD8-121C-4910-AC34-0DD3A2E887D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69" name="直線コネクタ 130968">
                        <a:extLst>
                          <a:ext uri="{FF2B5EF4-FFF2-40B4-BE49-F238E27FC236}">
                            <a16:creationId xmlns:a16="http://schemas.microsoft.com/office/drawing/2014/main" id="{7BD31F23-6917-4DA6-8481-A9C0FF4286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0" name="直線コネクタ 130969">
                        <a:extLst>
                          <a:ext uri="{FF2B5EF4-FFF2-40B4-BE49-F238E27FC236}">
                            <a16:creationId xmlns:a16="http://schemas.microsoft.com/office/drawing/2014/main" id="{B6942E8B-3031-4EBD-89E7-9FB3064928A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1" name="直線コネクタ 130970">
                        <a:extLst>
                          <a:ext uri="{FF2B5EF4-FFF2-40B4-BE49-F238E27FC236}">
                            <a16:creationId xmlns:a16="http://schemas.microsoft.com/office/drawing/2014/main" id="{DDC2374C-301F-4407-BF64-E8A7B4C77F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2" name="直線コネクタ 130971">
                        <a:extLst>
                          <a:ext uri="{FF2B5EF4-FFF2-40B4-BE49-F238E27FC236}">
                            <a16:creationId xmlns:a16="http://schemas.microsoft.com/office/drawing/2014/main" id="{0A865E9E-677A-4FBC-ACB9-A033E67989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3" name="直線コネクタ 130972">
                        <a:extLst>
                          <a:ext uri="{FF2B5EF4-FFF2-40B4-BE49-F238E27FC236}">
                            <a16:creationId xmlns:a16="http://schemas.microsoft.com/office/drawing/2014/main" id="{43865478-7F78-4383-ABDA-BD41D28AE9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4" name="直線コネクタ 130973">
                        <a:extLst>
                          <a:ext uri="{FF2B5EF4-FFF2-40B4-BE49-F238E27FC236}">
                            <a16:creationId xmlns:a16="http://schemas.microsoft.com/office/drawing/2014/main" id="{9CFCFB9E-F7DD-46B9-BBA2-C07061A2C62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5" name="直線コネクタ 130974">
                        <a:extLst>
                          <a:ext uri="{FF2B5EF4-FFF2-40B4-BE49-F238E27FC236}">
                            <a16:creationId xmlns:a16="http://schemas.microsoft.com/office/drawing/2014/main" id="{6434912E-475A-4F8A-80F4-127068028D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6" name="直線コネクタ 130975">
                        <a:extLst>
                          <a:ext uri="{FF2B5EF4-FFF2-40B4-BE49-F238E27FC236}">
                            <a16:creationId xmlns:a16="http://schemas.microsoft.com/office/drawing/2014/main" id="{46519962-BC48-4CE0-828D-AAF58D66E9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7" name="直線コネクタ 130976">
                        <a:extLst>
                          <a:ext uri="{FF2B5EF4-FFF2-40B4-BE49-F238E27FC236}">
                            <a16:creationId xmlns:a16="http://schemas.microsoft.com/office/drawing/2014/main" id="{DE647572-E258-4CEF-88A2-9E2934B0AE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8" name="直線コネクタ 130977">
                        <a:extLst>
                          <a:ext uri="{FF2B5EF4-FFF2-40B4-BE49-F238E27FC236}">
                            <a16:creationId xmlns:a16="http://schemas.microsoft.com/office/drawing/2014/main" id="{11809517-E414-4FD6-9D8A-AD9CA849F9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79" name="直線コネクタ 130978">
                        <a:extLst>
                          <a:ext uri="{FF2B5EF4-FFF2-40B4-BE49-F238E27FC236}">
                            <a16:creationId xmlns:a16="http://schemas.microsoft.com/office/drawing/2014/main" id="{46DCFDB3-5DFA-4B3F-9EAD-9A1060912F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0" name="直線コネクタ 130979">
                        <a:extLst>
                          <a:ext uri="{FF2B5EF4-FFF2-40B4-BE49-F238E27FC236}">
                            <a16:creationId xmlns:a16="http://schemas.microsoft.com/office/drawing/2014/main" id="{227CF4DE-461E-4097-9650-E1C8AA2F37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1" name="直線コネクタ 130980">
                        <a:extLst>
                          <a:ext uri="{FF2B5EF4-FFF2-40B4-BE49-F238E27FC236}">
                            <a16:creationId xmlns:a16="http://schemas.microsoft.com/office/drawing/2014/main" id="{0AF8D2B1-48FF-46AE-9B93-914E622F478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2" name="直線コネクタ 130981">
                        <a:extLst>
                          <a:ext uri="{FF2B5EF4-FFF2-40B4-BE49-F238E27FC236}">
                            <a16:creationId xmlns:a16="http://schemas.microsoft.com/office/drawing/2014/main" id="{A47FA422-38C0-4887-B807-27F4E9184F1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3" name="直線コネクタ 130982">
                        <a:extLst>
                          <a:ext uri="{FF2B5EF4-FFF2-40B4-BE49-F238E27FC236}">
                            <a16:creationId xmlns:a16="http://schemas.microsoft.com/office/drawing/2014/main" id="{014402B3-0131-496F-B643-7E36BE6030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4" name="直線コネクタ 130983">
                        <a:extLst>
                          <a:ext uri="{FF2B5EF4-FFF2-40B4-BE49-F238E27FC236}">
                            <a16:creationId xmlns:a16="http://schemas.microsoft.com/office/drawing/2014/main" id="{DB2C8C2E-8558-42F4-9284-64C62F03EB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5" name="直線コネクタ 130984">
                        <a:extLst>
                          <a:ext uri="{FF2B5EF4-FFF2-40B4-BE49-F238E27FC236}">
                            <a16:creationId xmlns:a16="http://schemas.microsoft.com/office/drawing/2014/main" id="{58FEE66A-00C2-4031-BA29-28E2ABB49E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6" name="直線コネクタ 130985">
                        <a:extLst>
                          <a:ext uri="{FF2B5EF4-FFF2-40B4-BE49-F238E27FC236}">
                            <a16:creationId xmlns:a16="http://schemas.microsoft.com/office/drawing/2014/main" id="{2C833958-228C-4641-ADE8-7CCA778622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7" name="直線コネクタ 130986">
                        <a:extLst>
                          <a:ext uri="{FF2B5EF4-FFF2-40B4-BE49-F238E27FC236}">
                            <a16:creationId xmlns:a16="http://schemas.microsoft.com/office/drawing/2014/main" id="{2D6D18A2-41C8-41E2-A44D-F6189E261E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8" name="直線コネクタ 130987">
                        <a:extLst>
                          <a:ext uri="{FF2B5EF4-FFF2-40B4-BE49-F238E27FC236}">
                            <a16:creationId xmlns:a16="http://schemas.microsoft.com/office/drawing/2014/main" id="{C3A46C0C-AF00-4A2D-B6A3-05A6EAD82E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89" name="直線コネクタ 130988">
                        <a:extLst>
                          <a:ext uri="{FF2B5EF4-FFF2-40B4-BE49-F238E27FC236}">
                            <a16:creationId xmlns:a16="http://schemas.microsoft.com/office/drawing/2014/main" id="{CBE51146-2681-45BB-84E0-69CA5F63D0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90" name="直線コネクタ 130989">
                        <a:extLst>
                          <a:ext uri="{FF2B5EF4-FFF2-40B4-BE49-F238E27FC236}">
                            <a16:creationId xmlns:a16="http://schemas.microsoft.com/office/drawing/2014/main" id="{81E0BFF5-DBD7-4F0A-8A8F-A3DE874F56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91" name="直線コネクタ 130990">
                        <a:extLst>
                          <a:ext uri="{FF2B5EF4-FFF2-40B4-BE49-F238E27FC236}">
                            <a16:creationId xmlns:a16="http://schemas.microsoft.com/office/drawing/2014/main" id="{ACBFD377-4FB6-42A9-B827-F238B1AB1F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92" name="直線コネクタ 130991">
                        <a:extLst>
                          <a:ext uri="{FF2B5EF4-FFF2-40B4-BE49-F238E27FC236}">
                            <a16:creationId xmlns:a16="http://schemas.microsoft.com/office/drawing/2014/main" id="{B31A5B33-BF4F-4046-91AF-C3EC4D05E06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93" name="直線コネクタ 130992">
                        <a:extLst>
                          <a:ext uri="{FF2B5EF4-FFF2-40B4-BE49-F238E27FC236}">
                            <a16:creationId xmlns:a16="http://schemas.microsoft.com/office/drawing/2014/main" id="{A0F19811-F4CE-40CE-BA38-066D9F7818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94" name="直線コネクタ 130993">
                        <a:extLst>
                          <a:ext uri="{FF2B5EF4-FFF2-40B4-BE49-F238E27FC236}">
                            <a16:creationId xmlns:a16="http://schemas.microsoft.com/office/drawing/2014/main" id="{09A87B09-A1D2-4B33-BC48-08F2F056991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95" name="直線コネクタ 130994">
                        <a:extLst>
                          <a:ext uri="{FF2B5EF4-FFF2-40B4-BE49-F238E27FC236}">
                            <a16:creationId xmlns:a16="http://schemas.microsoft.com/office/drawing/2014/main" id="{454E50DA-D476-4D91-AC53-6712040C9A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79" name="グループ化 130778">
                      <a:extLst>
                        <a:ext uri="{FF2B5EF4-FFF2-40B4-BE49-F238E27FC236}">
                          <a16:creationId xmlns:a16="http://schemas.microsoft.com/office/drawing/2014/main" id="{2FE35A14-9451-47E9-96CE-ED0C3C41F5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30945" name="正方形/長方形 130944">
                        <a:extLst>
                          <a:ext uri="{FF2B5EF4-FFF2-40B4-BE49-F238E27FC236}">
                            <a16:creationId xmlns:a16="http://schemas.microsoft.com/office/drawing/2014/main" id="{AB1ECE49-A9B2-4347-9D61-FD5ADB469B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946" name="正方形/長方形 130945">
                        <a:extLst>
                          <a:ext uri="{FF2B5EF4-FFF2-40B4-BE49-F238E27FC236}">
                            <a16:creationId xmlns:a16="http://schemas.microsoft.com/office/drawing/2014/main" id="{336B3242-0F95-4376-BE88-B57D9ECCE5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947" name="正方形/長方形 130946">
                        <a:extLst>
                          <a:ext uri="{FF2B5EF4-FFF2-40B4-BE49-F238E27FC236}">
                            <a16:creationId xmlns:a16="http://schemas.microsoft.com/office/drawing/2014/main" id="{886DB823-27FB-4747-A0F4-65C4236499F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948" name="正方形/長方形 130947">
                        <a:extLst>
                          <a:ext uri="{FF2B5EF4-FFF2-40B4-BE49-F238E27FC236}">
                            <a16:creationId xmlns:a16="http://schemas.microsoft.com/office/drawing/2014/main" id="{19D13687-85FA-4ED5-A4D5-69D9452901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949" name="正方形/長方形 130948">
                        <a:extLst>
                          <a:ext uri="{FF2B5EF4-FFF2-40B4-BE49-F238E27FC236}">
                            <a16:creationId xmlns:a16="http://schemas.microsoft.com/office/drawing/2014/main" id="{29E54A48-BB85-48DC-9E25-E08F52C391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950" name="正方形/長方形 130949">
                        <a:extLst>
                          <a:ext uri="{FF2B5EF4-FFF2-40B4-BE49-F238E27FC236}">
                            <a16:creationId xmlns:a16="http://schemas.microsoft.com/office/drawing/2014/main" id="{82615856-B93B-4B99-B644-DDF5E33D7A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951" name="正方形/長方形 130950">
                        <a:extLst>
                          <a:ext uri="{FF2B5EF4-FFF2-40B4-BE49-F238E27FC236}">
                            <a16:creationId xmlns:a16="http://schemas.microsoft.com/office/drawing/2014/main" id="{BEBEC8D8-A8A7-4A48-B30B-4B1CC67EF9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952" name="正方形/長方形 130951">
                        <a:extLst>
                          <a:ext uri="{FF2B5EF4-FFF2-40B4-BE49-F238E27FC236}">
                            <a16:creationId xmlns:a16="http://schemas.microsoft.com/office/drawing/2014/main" id="{BE3EFEB3-3C46-4A03-BADB-EDE9096320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953" name="正方形/長方形 130952">
                        <a:extLst>
                          <a:ext uri="{FF2B5EF4-FFF2-40B4-BE49-F238E27FC236}">
                            <a16:creationId xmlns:a16="http://schemas.microsoft.com/office/drawing/2014/main" id="{BF4B7CA2-9B7D-414D-A7E5-6C4BEDF66B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30780" name="グループ化 130779">
                      <a:extLst>
                        <a:ext uri="{FF2B5EF4-FFF2-40B4-BE49-F238E27FC236}">
                          <a16:creationId xmlns:a16="http://schemas.microsoft.com/office/drawing/2014/main" id="{1CA53BBB-B75B-4C27-BA1D-17F8403248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937" name="直線コネクタ 130936">
                        <a:extLst>
                          <a:ext uri="{FF2B5EF4-FFF2-40B4-BE49-F238E27FC236}">
                            <a16:creationId xmlns:a16="http://schemas.microsoft.com/office/drawing/2014/main" id="{9407813D-AC6A-4015-8AF3-9508C55E56B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8" name="直線コネクタ 130937">
                        <a:extLst>
                          <a:ext uri="{FF2B5EF4-FFF2-40B4-BE49-F238E27FC236}">
                            <a16:creationId xmlns:a16="http://schemas.microsoft.com/office/drawing/2014/main" id="{B3EB51B4-99A6-4B64-9F57-37E51E9E98E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9" name="直線コネクタ 130938">
                        <a:extLst>
                          <a:ext uri="{FF2B5EF4-FFF2-40B4-BE49-F238E27FC236}">
                            <a16:creationId xmlns:a16="http://schemas.microsoft.com/office/drawing/2014/main" id="{3DD0731C-4E76-48FD-AC3D-7D8007A344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40" name="直線コネクタ 130939">
                        <a:extLst>
                          <a:ext uri="{FF2B5EF4-FFF2-40B4-BE49-F238E27FC236}">
                            <a16:creationId xmlns:a16="http://schemas.microsoft.com/office/drawing/2014/main" id="{C57DCF1F-A8CA-4C25-9651-F3B20637D6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41" name="直線コネクタ 130940">
                        <a:extLst>
                          <a:ext uri="{FF2B5EF4-FFF2-40B4-BE49-F238E27FC236}">
                            <a16:creationId xmlns:a16="http://schemas.microsoft.com/office/drawing/2014/main" id="{190419AE-380F-4014-B09A-FDD873D6FCB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42" name="直線コネクタ 130941">
                        <a:extLst>
                          <a:ext uri="{FF2B5EF4-FFF2-40B4-BE49-F238E27FC236}">
                            <a16:creationId xmlns:a16="http://schemas.microsoft.com/office/drawing/2014/main" id="{18DF9807-C6B2-4F39-8E95-BAABC968F9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43" name="直線コネクタ 130942">
                        <a:extLst>
                          <a:ext uri="{FF2B5EF4-FFF2-40B4-BE49-F238E27FC236}">
                            <a16:creationId xmlns:a16="http://schemas.microsoft.com/office/drawing/2014/main" id="{208F5ABE-65B7-4A0D-A63D-D522BE3279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44" name="直線コネクタ 130943">
                        <a:extLst>
                          <a:ext uri="{FF2B5EF4-FFF2-40B4-BE49-F238E27FC236}">
                            <a16:creationId xmlns:a16="http://schemas.microsoft.com/office/drawing/2014/main" id="{0642E53A-428E-466B-8CED-29FEA3474ED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81" name="グループ化 130780">
                      <a:extLst>
                        <a:ext uri="{FF2B5EF4-FFF2-40B4-BE49-F238E27FC236}">
                          <a16:creationId xmlns:a16="http://schemas.microsoft.com/office/drawing/2014/main" id="{03EC27FF-91EC-47B5-8562-FAFC0EF21C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929" name="直線コネクタ 130928">
                        <a:extLst>
                          <a:ext uri="{FF2B5EF4-FFF2-40B4-BE49-F238E27FC236}">
                            <a16:creationId xmlns:a16="http://schemas.microsoft.com/office/drawing/2014/main" id="{0234305B-34D0-4790-B9F8-EC2CB22781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0" name="直線コネクタ 130929">
                        <a:extLst>
                          <a:ext uri="{FF2B5EF4-FFF2-40B4-BE49-F238E27FC236}">
                            <a16:creationId xmlns:a16="http://schemas.microsoft.com/office/drawing/2014/main" id="{0A8521D6-8FDC-4982-8BFC-BBCDDBE6A5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1" name="直線コネクタ 130930">
                        <a:extLst>
                          <a:ext uri="{FF2B5EF4-FFF2-40B4-BE49-F238E27FC236}">
                            <a16:creationId xmlns:a16="http://schemas.microsoft.com/office/drawing/2014/main" id="{278FC6A2-B9D7-4D95-A57B-94133EE0F4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2" name="直線コネクタ 130931">
                        <a:extLst>
                          <a:ext uri="{FF2B5EF4-FFF2-40B4-BE49-F238E27FC236}">
                            <a16:creationId xmlns:a16="http://schemas.microsoft.com/office/drawing/2014/main" id="{94471204-1A1E-478E-BE61-E39791DE1A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3" name="直線コネクタ 130932">
                        <a:extLst>
                          <a:ext uri="{FF2B5EF4-FFF2-40B4-BE49-F238E27FC236}">
                            <a16:creationId xmlns:a16="http://schemas.microsoft.com/office/drawing/2014/main" id="{E8A75BF7-F9A8-4FC1-8F9A-434FDF8A87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4" name="直線コネクタ 130933">
                        <a:extLst>
                          <a:ext uri="{FF2B5EF4-FFF2-40B4-BE49-F238E27FC236}">
                            <a16:creationId xmlns:a16="http://schemas.microsoft.com/office/drawing/2014/main" id="{8ACC2E63-85B2-44C4-84E7-A99994F525E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5" name="直線コネクタ 130934">
                        <a:extLst>
                          <a:ext uri="{FF2B5EF4-FFF2-40B4-BE49-F238E27FC236}">
                            <a16:creationId xmlns:a16="http://schemas.microsoft.com/office/drawing/2014/main" id="{141CCB24-25DE-4C10-A769-DD41275ADB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36" name="直線コネクタ 130935">
                        <a:extLst>
                          <a:ext uri="{FF2B5EF4-FFF2-40B4-BE49-F238E27FC236}">
                            <a16:creationId xmlns:a16="http://schemas.microsoft.com/office/drawing/2014/main" id="{E386969E-B6EB-4498-B839-B377236348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82" name="グループ化 130781">
                      <a:extLst>
                        <a:ext uri="{FF2B5EF4-FFF2-40B4-BE49-F238E27FC236}">
                          <a16:creationId xmlns:a16="http://schemas.microsoft.com/office/drawing/2014/main" id="{6A7A1EC6-47F4-40E0-8AA8-2E92CBFDBF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887" name="直線コネクタ 130886">
                        <a:extLst>
                          <a:ext uri="{FF2B5EF4-FFF2-40B4-BE49-F238E27FC236}">
                            <a16:creationId xmlns:a16="http://schemas.microsoft.com/office/drawing/2014/main" id="{7F74BFEF-EAFE-4A2E-A413-E5BFA37705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8" name="直線コネクタ 130887">
                        <a:extLst>
                          <a:ext uri="{FF2B5EF4-FFF2-40B4-BE49-F238E27FC236}">
                            <a16:creationId xmlns:a16="http://schemas.microsoft.com/office/drawing/2014/main" id="{C151B7F5-1985-4FB4-965B-CF83921AAB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9" name="直線コネクタ 130888">
                        <a:extLst>
                          <a:ext uri="{FF2B5EF4-FFF2-40B4-BE49-F238E27FC236}">
                            <a16:creationId xmlns:a16="http://schemas.microsoft.com/office/drawing/2014/main" id="{F1D49936-9AC3-4FEF-BBCD-0577881D4D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0" name="直線コネクタ 130889">
                        <a:extLst>
                          <a:ext uri="{FF2B5EF4-FFF2-40B4-BE49-F238E27FC236}">
                            <a16:creationId xmlns:a16="http://schemas.microsoft.com/office/drawing/2014/main" id="{9A171B55-6726-4A2B-BD77-A21E22C266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1" name="直線コネクタ 130890">
                        <a:extLst>
                          <a:ext uri="{FF2B5EF4-FFF2-40B4-BE49-F238E27FC236}">
                            <a16:creationId xmlns:a16="http://schemas.microsoft.com/office/drawing/2014/main" id="{F0B23BC7-7A07-4EC9-9391-8D81446A77D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2" name="直線コネクタ 130891">
                        <a:extLst>
                          <a:ext uri="{FF2B5EF4-FFF2-40B4-BE49-F238E27FC236}">
                            <a16:creationId xmlns:a16="http://schemas.microsoft.com/office/drawing/2014/main" id="{457CCF46-29FF-4C1C-8AD5-2702A0C3FB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3" name="直線コネクタ 130892">
                        <a:extLst>
                          <a:ext uri="{FF2B5EF4-FFF2-40B4-BE49-F238E27FC236}">
                            <a16:creationId xmlns:a16="http://schemas.microsoft.com/office/drawing/2014/main" id="{D8BD532B-08A9-4EA2-907D-EBBA060563C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4" name="直線コネクタ 130893">
                        <a:extLst>
                          <a:ext uri="{FF2B5EF4-FFF2-40B4-BE49-F238E27FC236}">
                            <a16:creationId xmlns:a16="http://schemas.microsoft.com/office/drawing/2014/main" id="{0CAF5D44-B61B-4E86-BB7B-85516D0561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5" name="直線コネクタ 130894">
                        <a:extLst>
                          <a:ext uri="{FF2B5EF4-FFF2-40B4-BE49-F238E27FC236}">
                            <a16:creationId xmlns:a16="http://schemas.microsoft.com/office/drawing/2014/main" id="{A38C2D61-81E3-4997-BEC9-43538F61BB6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6" name="直線コネクタ 130895">
                        <a:extLst>
                          <a:ext uri="{FF2B5EF4-FFF2-40B4-BE49-F238E27FC236}">
                            <a16:creationId xmlns:a16="http://schemas.microsoft.com/office/drawing/2014/main" id="{F27B0A5A-5349-4D0E-8157-1684C10B419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7" name="直線コネクタ 130896">
                        <a:extLst>
                          <a:ext uri="{FF2B5EF4-FFF2-40B4-BE49-F238E27FC236}">
                            <a16:creationId xmlns:a16="http://schemas.microsoft.com/office/drawing/2014/main" id="{657AA7E5-C269-40B0-B12A-65D1B7EC8D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8" name="直線コネクタ 130897">
                        <a:extLst>
                          <a:ext uri="{FF2B5EF4-FFF2-40B4-BE49-F238E27FC236}">
                            <a16:creationId xmlns:a16="http://schemas.microsoft.com/office/drawing/2014/main" id="{EFCE1F28-68FD-4382-8B29-9C5FD8361B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99" name="直線コネクタ 130898">
                        <a:extLst>
                          <a:ext uri="{FF2B5EF4-FFF2-40B4-BE49-F238E27FC236}">
                            <a16:creationId xmlns:a16="http://schemas.microsoft.com/office/drawing/2014/main" id="{55D28855-E2E3-402A-A914-999988F1EB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0" name="直線コネクタ 130899">
                        <a:extLst>
                          <a:ext uri="{FF2B5EF4-FFF2-40B4-BE49-F238E27FC236}">
                            <a16:creationId xmlns:a16="http://schemas.microsoft.com/office/drawing/2014/main" id="{B16CD6CE-3412-4BD5-B77F-DCF0367095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1" name="直線コネクタ 130900">
                        <a:extLst>
                          <a:ext uri="{FF2B5EF4-FFF2-40B4-BE49-F238E27FC236}">
                            <a16:creationId xmlns:a16="http://schemas.microsoft.com/office/drawing/2014/main" id="{6CE287CF-2C33-49F7-887C-77BA27AF531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2" name="直線コネクタ 130901">
                        <a:extLst>
                          <a:ext uri="{FF2B5EF4-FFF2-40B4-BE49-F238E27FC236}">
                            <a16:creationId xmlns:a16="http://schemas.microsoft.com/office/drawing/2014/main" id="{C65095E5-1A4F-4D2B-BD68-B871C94AA2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3" name="直線コネクタ 130902">
                        <a:extLst>
                          <a:ext uri="{FF2B5EF4-FFF2-40B4-BE49-F238E27FC236}">
                            <a16:creationId xmlns:a16="http://schemas.microsoft.com/office/drawing/2014/main" id="{98131D47-6809-4D26-B873-E7DD5C3E4D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4" name="直線コネクタ 130903">
                        <a:extLst>
                          <a:ext uri="{FF2B5EF4-FFF2-40B4-BE49-F238E27FC236}">
                            <a16:creationId xmlns:a16="http://schemas.microsoft.com/office/drawing/2014/main" id="{D5344D6A-CC51-4B0C-9CEB-8FB189B31F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5" name="直線コネクタ 130904">
                        <a:extLst>
                          <a:ext uri="{FF2B5EF4-FFF2-40B4-BE49-F238E27FC236}">
                            <a16:creationId xmlns:a16="http://schemas.microsoft.com/office/drawing/2014/main" id="{CC24B29E-D9BE-40A1-9787-01F6187CDE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6" name="直線コネクタ 130905">
                        <a:extLst>
                          <a:ext uri="{FF2B5EF4-FFF2-40B4-BE49-F238E27FC236}">
                            <a16:creationId xmlns:a16="http://schemas.microsoft.com/office/drawing/2014/main" id="{DDC41C0E-C6C0-4851-91AC-FE0448D915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7" name="直線コネクタ 130906">
                        <a:extLst>
                          <a:ext uri="{FF2B5EF4-FFF2-40B4-BE49-F238E27FC236}">
                            <a16:creationId xmlns:a16="http://schemas.microsoft.com/office/drawing/2014/main" id="{FB19FD86-8C73-4EBF-95DC-BC927FAEBD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8" name="直線コネクタ 130907">
                        <a:extLst>
                          <a:ext uri="{FF2B5EF4-FFF2-40B4-BE49-F238E27FC236}">
                            <a16:creationId xmlns:a16="http://schemas.microsoft.com/office/drawing/2014/main" id="{849006A9-2FEF-47E4-B598-DC566463FE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09" name="直線コネクタ 130908">
                        <a:extLst>
                          <a:ext uri="{FF2B5EF4-FFF2-40B4-BE49-F238E27FC236}">
                            <a16:creationId xmlns:a16="http://schemas.microsoft.com/office/drawing/2014/main" id="{61217583-8605-4AAF-9E0D-0D26D0DAA1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0" name="直線コネクタ 130909">
                        <a:extLst>
                          <a:ext uri="{FF2B5EF4-FFF2-40B4-BE49-F238E27FC236}">
                            <a16:creationId xmlns:a16="http://schemas.microsoft.com/office/drawing/2014/main" id="{AB6B8123-0BB9-40BB-8518-27181E0DA6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1" name="直線コネクタ 130910">
                        <a:extLst>
                          <a:ext uri="{FF2B5EF4-FFF2-40B4-BE49-F238E27FC236}">
                            <a16:creationId xmlns:a16="http://schemas.microsoft.com/office/drawing/2014/main" id="{00107891-0082-4FC6-BC36-40492008AB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2" name="直線コネクタ 130911">
                        <a:extLst>
                          <a:ext uri="{FF2B5EF4-FFF2-40B4-BE49-F238E27FC236}">
                            <a16:creationId xmlns:a16="http://schemas.microsoft.com/office/drawing/2014/main" id="{13B0DE0C-0292-4228-A5A4-DC6E2A33D1C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3" name="直線コネクタ 130912">
                        <a:extLst>
                          <a:ext uri="{FF2B5EF4-FFF2-40B4-BE49-F238E27FC236}">
                            <a16:creationId xmlns:a16="http://schemas.microsoft.com/office/drawing/2014/main" id="{2C015467-1D74-4C16-A84D-669A8AAC91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4" name="直線コネクタ 130913">
                        <a:extLst>
                          <a:ext uri="{FF2B5EF4-FFF2-40B4-BE49-F238E27FC236}">
                            <a16:creationId xmlns:a16="http://schemas.microsoft.com/office/drawing/2014/main" id="{4FB684E7-24FC-435B-B8D9-1715C75867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5" name="直線コネクタ 130914">
                        <a:extLst>
                          <a:ext uri="{FF2B5EF4-FFF2-40B4-BE49-F238E27FC236}">
                            <a16:creationId xmlns:a16="http://schemas.microsoft.com/office/drawing/2014/main" id="{1729D548-5EA6-4DF5-A6B5-A9FE3EA0DB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6" name="直線コネクタ 130915">
                        <a:extLst>
                          <a:ext uri="{FF2B5EF4-FFF2-40B4-BE49-F238E27FC236}">
                            <a16:creationId xmlns:a16="http://schemas.microsoft.com/office/drawing/2014/main" id="{95E37338-FC03-4326-95AD-1236301C01D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7" name="直線コネクタ 130916">
                        <a:extLst>
                          <a:ext uri="{FF2B5EF4-FFF2-40B4-BE49-F238E27FC236}">
                            <a16:creationId xmlns:a16="http://schemas.microsoft.com/office/drawing/2014/main" id="{D30F9EF0-5B1A-4525-B69A-1F17423886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8" name="直線コネクタ 130917">
                        <a:extLst>
                          <a:ext uri="{FF2B5EF4-FFF2-40B4-BE49-F238E27FC236}">
                            <a16:creationId xmlns:a16="http://schemas.microsoft.com/office/drawing/2014/main" id="{BD95C407-4360-495A-BF64-E21BC31F97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19" name="直線コネクタ 130918">
                        <a:extLst>
                          <a:ext uri="{FF2B5EF4-FFF2-40B4-BE49-F238E27FC236}">
                            <a16:creationId xmlns:a16="http://schemas.microsoft.com/office/drawing/2014/main" id="{89FF7A90-9551-4848-901B-8D93B1B3E7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0" name="直線コネクタ 130919">
                        <a:extLst>
                          <a:ext uri="{FF2B5EF4-FFF2-40B4-BE49-F238E27FC236}">
                            <a16:creationId xmlns:a16="http://schemas.microsoft.com/office/drawing/2014/main" id="{0066694B-9FAA-4BD8-AFCD-2352F173D50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1" name="直線コネクタ 130920">
                        <a:extLst>
                          <a:ext uri="{FF2B5EF4-FFF2-40B4-BE49-F238E27FC236}">
                            <a16:creationId xmlns:a16="http://schemas.microsoft.com/office/drawing/2014/main" id="{87D83DDB-3660-4DE5-99A4-CF3F9BADCD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2" name="直線コネクタ 130921">
                        <a:extLst>
                          <a:ext uri="{FF2B5EF4-FFF2-40B4-BE49-F238E27FC236}">
                            <a16:creationId xmlns:a16="http://schemas.microsoft.com/office/drawing/2014/main" id="{F45B11B6-5F20-4334-A1CF-2F15ADE4848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3" name="直線コネクタ 130922">
                        <a:extLst>
                          <a:ext uri="{FF2B5EF4-FFF2-40B4-BE49-F238E27FC236}">
                            <a16:creationId xmlns:a16="http://schemas.microsoft.com/office/drawing/2014/main" id="{DB8472A2-F1D3-4D3D-84E3-31C8095870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4" name="直線コネクタ 130923">
                        <a:extLst>
                          <a:ext uri="{FF2B5EF4-FFF2-40B4-BE49-F238E27FC236}">
                            <a16:creationId xmlns:a16="http://schemas.microsoft.com/office/drawing/2014/main" id="{BED195D9-84E0-4A65-9039-E3422C1A33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5" name="直線コネクタ 130924">
                        <a:extLst>
                          <a:ext uri="{FF2B5EF4-FFF2-40B4-BE49-F238E27FC236}">
                            <a16:creationId xmlns:a16="http://schemas.microsoft.com/office/drawing/2014/main" id="{FA24A468-8189-4760-8566-D17CB999740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6" name="直線コネクタ 130925">
                        <a:extLst>
                          <a:ext uri="{FF2B5EF4-FFF2-40B4-BE49-F238E27FC236}">
                            <a16:creationId xmlns:a16="http://schemas.microsoft.com/office/drawing/2014/main" id="{1C6E30CB-15AB-4B6D-BEBD-95ABDBD8E3B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7" name="直線コネクタ 130926">
                        <a:extLst>
                          <a:ext uri="{FF2B5EF4-FFF2-40B4-BE49-F238E27FC236}">
                            <a16:creationId xmlns:a16="http://schemas.microsoft.com/office/drawing/2014/main" id="{B9189B48-DDF5-4A03-8E52-332E6AD7B3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928" name="直線コネクタ 130927">
                        <a:extLst>
                          <a:ext uri="{FF2B5EF4-FFF2-40B4-BE49-F238E27FC236}">
                            <a16:creationId xmlns:a16="http://schemas.microsoft.com/office/drawing/2014/main" id="{28EE9F79-E3B3-4A19-9207-53C9694933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83" name="グループ化 130782">
                      <a:extLst>
                        <a:ext uri="{FF2B5EF4-FFF2-40B4-BE49-F238E27FC236}">
                          <a16:creationId xmlns:a16="http://schemas.microsoft.com/office/drawing/2014/main" id="{8A442309-9815-4C92-ACBE-39B7286AAAFC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845" name="直線コネクタ 130844">
                        <a:extLst>
                          <a:ext uri="{FF2B5EF4-FFF2-40B4-BE49-F238E27FC236}">
                            <a16:creationId xmlns:a16="http://schemas.microsoft.com/office/drawing/2014/main" id="{4A54D163-E993-4168-BB1E-CEE2243FDE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6" name="直線コネクタ 130845">
                        <a:extLst>
                          <a:ext uri="{FF2B5EF4-FFF2-40B4-BE49-F238E27FC236}">
                            <a16:creationId xmlns:a16="http://schemas.microsoft.com/office/drawing/2014/main" id="{AEF3E9B8-F7EC-4351-AEB1-4E2F197DF3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7" name="直線コネクタ 130846">
                        <a:extLst>
                          <a:ext uri="{FF2B5EF4-FFF2-40B4-BE49-F238E27FC236}">
                            <a16:creationId xmlns:a16="http://schemas.microsoft.com/office/drawing/2014/main" id="{BD248191-92CC-4770-A305-38C75930E5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8" name="直線コネクタ 130847">
                        <a:extLst>
                          <a:ext uri="{FF2B5EF4-FFF2-40B4-BE49-F238E27FC236}">
                            <a16:creationId xmlns:a16="http://schemas.microsoft.com/office/drawing/2014/main" id="{9B9A4349-10BF-4B86-923D-61670F1FA4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9" name="直線コネクタ 130848">
                        <a:extLst>
                          <a:ext uri="{FF2B5EF4-FFF2-40B4-BE49-F238E27FC236}">
                            <a16:creationId xmlns:a16="http://schemas.microsoft.com/office/drawing/2014/main" id="{B10B1362-C336-42DB-AED3-E6BAC64E9B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0" name="直線コネクタ 130849">
                        <a:extLst>
                          <a:ext uri="{FF2B5EF4-FFF2-40B4-BE49-F238E27FC236}">
                            <a16:creationId xmlns:a16="http://schemas.microsoft.com/office/drawing/2014/main" id="{3CFEC092-F205-45C9-B67E-78D881DE95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1" name="直線コネクタ 130850">
                        <a:extLst>
                          <a:ext uri="{FF2B5EF4-FFF2-40B4-BE49-F238E27FC236}">
                            <a16:creationId xmlns:a16="http://schemas.microsoft.com/office/drawing/2014/main" id="{363A3E06-2040-4DA2-9884-959659AE70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2" name="直線コネクタ 130851">
                        <a:extLst>
                          <a:ext uri="{FF2B5EF4-FFF2-40B4-BE49-F238E27FC236}">
                            <a16:creationId xmlns:a16="http://schemas.microsoft.com/office/drawing/2014/main" id="{A1E49195-1592-4FEE-8C14-54FBF2D42D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3" name="直線コネクタ 130852">
                        <a:extLst>
                          <a:ext uri="{FF2B5EF4-FFF2-40B4-BE49-F238E27FC236}">
                            <a16:creationId xmlns:a16="http://schemas.microsoft.com/office/drawing/2014/main" id="{4692459D-FA79-475E-B92F-C4D8228B66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4" name="直線コネクタ 130853">
                        <a:extLst>
                          <a:ext uri="{FF2B5EF4-FFF2-40B4-BE49-F238E27FC236}">
                            <a16:creationId xmlns:a16="http://schemas.microsoft.com/office/drawing/2014/main" id="{C95D2567-2466-434B-9D5E-9F1ED20E4AD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5" name="直線コネクタ 130854">
                        <a:extLst>
                          <a:ext uri="{FF2B5EF4-FFF2-40B4-BE49-F238E27FC236}">
                            <a16:creationId xmlns:a16="http://schemas.microsoft.com/office/drawing/2014/main" id="{EEA67344-358D-454A-990D-24C65DE42C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6" name="直線コネクタ 130855">
                        <a:extLst>
                          <a:ext uri="{FF2B5EF4-FFF2-40B4-BE49-F238E27FC236}">
                            <a16:creationId xmlns:a16="http://schemas.microsoft.com/office/drawing/2014/main" id="{84EA0F45-52E8-4BA8-BDCC-A877CF17C64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7" name="直線コネクタ 130856">
                        <a:extLst>
                          <a:ext uri="{FF2B5EF4-FFF2-40B4-BE49-F238E27FC236}">
                            <a16:creationId xmlns:a16="http://schemas.microsoft.com/office/drawing/2014/main" id="{091DA72B-2773-4C46-9D49-3363C47B95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8" name="直線コネクタ 130857">
                        <a:extLst>
                          <a:ext uri="{FF2B5EF4-FFF2-40B4-BE49-F238E27FC236}">
                            <a16:creationId xmlns:a16="http://schemas.microsoft.com/office/drawing/2014/main" id="{7D4499EE-161D-4AED-BA87-361DAB1C77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59" name="直線コネクタ 130858">
                        <a:extLst>
                          <a:ext uri="{FF2B5EF4-FFF2-40B4-BE49-F238E27FC236}">
                            <a16:creationId xmlns:a16="http://schemas.microsoft.com/office/drawing/2014/main" id="{273EAA78-1E3B-46E3-A9F9-7C117E9B40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0" name="直線コネクタ 130859">
                        <a:extLst>
                          <a:ext uri="{FF2B5EF4-FFF2-40B4-BE49-F238E27FC236}">
                            <a16:creationId xmlns:a16="http://schemas.microsoft.com/office/drawing/2014/main" id="{6C2F2B69-84BA-48D7-99FE-CF90A21E45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1" name="直線コネクタ 130860">
                        <a:extLst>
                          <a:ext uri="{FF2B5EF4-FFF2-40B4-BE49-F238E27FC236}">
                            <a16:creationId xmlns:a16="http://schemas.microsoft.com/office/drawing/2014/main" id="{782F6726-6664-47C8-AAF0-960DBBFAE8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2" name="直線コネクタ 130861">
                        <a:extLst>
                          <a:ext uri="{FF2B5EF4-FFF2-40B4-BE49-F238E27FC236}">
                            <a16:creationId xmlns:a16="http://schemas.microsoft.com/office/drawing/2014/main" id="{5DD6DD76-BB2F-4B5B-94FD-FBFD1EF499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3" name="直線コネクタ 130862">
                        <a:extLst>
                          <a:ext uri="{FF2B5EF4-FFF2-40B4-BE49-F238E27FC236}">
                            <a16:creationId xmlns:a16="http://schemas.microsoft.com/office/drawing/2014/main" id="{AA0F9EFF-59E2-45B8-92E6-03EAE64F8FE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4" name="直線コネクタ 130863">
                        <a:extLst>
                          <a:ext uri="{FF2B5EF4-FFF2-40B4-BE49-F238E27FC236}">
                            <a16:creationId xmlns:a16="http://schemas.microsoft.com/office/drawing/2014/main" id="{90BACF6C-69F0-4C05-8A69-13127D9E2F5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5" name="直線コネクタ 130864">
                        <a:extLst>
                          <a:ext uri="{FF2B5EF4-FFF2-40B4-BE49-F238E27FC236}">
                            <a16:creationId xmlns:a16="http://schemas.microsoft.com/office/drawing/2014/main" id="{A218C20D-1D91-4804-BDAF-F3E3B1300E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6" name="直線コネクタ 130865">
                        <a:extLst>
                          <a:ext uri="{FF2B5EF4-FFF2-40B4-BE49-F238E27FC236}">
                            <a16:creationId xmlns:a16="http://schemas.microsoft.com/office/drawing/2014/main" id="{594A114F-1CFE-4404-80AE-9FB3E4C4FEC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7" name="直線コネクタ 130866">
                        <a:extLst>
                          <a:ext uri="{FF2B5EF4-FFF2-40B4-BE49-F238E27FC236}">
                            <a16:creationId xmlns:a16="http://schemas.microsoft.com/office/drawing/2014/main" id="{3A181375-6511-4319-A786-FB70BC6F931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8" name="直線コネクタ 130867">
                        <a:extLst>
                          <a:ext uri="{FF2B5EF4-FFF2-40B4-BE49-F238E27FC236}">
                            <a16:creationId xmlns:a16="http://schemas.microsoft.com/office/drawing/2014/main" id="{06DF6B29-2C60-4DE7-97B7-6667936330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69" name="直線コネクタ 130868">
                        <a:extLst>
                          <a:ext uri="{FF2B5EF4-FFF2-40B4-BE49-F238E27FC236}">
                            <a16:creationId xmlns:a16="http://schemas.microsoft.com/office/drawing/2014/main" id="{60A3E53F-DF84-48B4-A3FE-50F553938A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0" name="直線コネクタ 130869">
                        <a:extLst>
                          <a:ext uri="{FF2B5EF4-FFF2-40B4-BE49-F238E27FC236}">
                            <a16:creationId xmlns:a16="http://schemas.microsoft.com/office/drawing/2014/main" id="{A27F2D3F-41C9-4F05-8FA0-211988BC8E4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1" name="直線コネクタ 130870">
                        <a:extLst>
                          <a:ext uri="{FF2B5EF4-FFF2-40B4-BE49-F238E27FC236}">
                            <a16:creationId xmlns:a16="http://schemas.microsoft.com/office/drawing/2014/main" id="{00F4F22A-AE40-4B60-804C-D3A418AC17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2" name="直線コネクタ 130871">
                        <a:extLst>
                          <a:ext uri="{FF2B5EF4-FFF2-40B4-BE49-F238E27FC236}">
                            <a16:creationId xmlns:a16="http://schemas.microsoft.com/office/drawing/2014/main" id="{D64CE32E-DDC0-4241-90A8-A264B0E267D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3" name="直線コネクタ 130872">
                        <a:extLst>
                          <a:ext uri="{FF2B5EF4-FFF2-40B4-BE49-F238E27FC236}">
                            <a16:creationId xmlns:a16="http://schemas.microsoft.com/office/drawing/2014/main" id="{81D2CF6A-8C8B-471C-B7C1-9148833B6F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4" name="直線コネクタ 130873">
                        <a:extLst>
                          <a:ext uri="{FF2B5EF4-FFF2-40B4-BE49-F238E27FC236}">
                            <a16:creationId xmlns:a16="http://schemas.microsoft.com/office/drawing/2014/main" id="{026CEEDD-494D-4E00-8E15-57AC2DE873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5" name="直線コネクタ 130874">
                        <a:extLst>
                          <a:ext uri="{FF2B5EF4-FFF2-40B4-BE49-F238E27FC236}">
                            <a16:creationId xmlns:a16="http://schemas.microsoft.com/office/drawing/2014/main" id="{01B4B7B8-5BFA-468E-A94A-8A25A4AB45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6" name="直線コネクタ 130875">
                        <a:extLst>
                          <a:ext uri="{FF2B5EF4-FFF2-40B4-BE49-F238E27FC236}">
                            <a16:creationId xmlns:a16="http://schemas.microsoft.com/office/drawing/2014/main" id="{0F32A31F-B20B-4128-B6C9-0C24ADDFAB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7" name="直線コネクタ 130876">
                        <a:extLst>
                          <a:ext uri="{FF2B5EF4-FFF2-40B4-BE49-F238E27FC236}">
                            <a16:creationId xmlns:a16="http://schemas.microsoft.com/office/drawing/2014/main" id="{72E70D23-B3A3-4168-B09B-3FB9B818C7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8" name="直線コネクタ 130877">
                        <a:extLst>
                          <a:ext uri="{FF2B5EF4-FFF2-40B4-BE49-F238E27FC236}">
                            <a16:creationId xmlns:a16="http://schemas.microsoft.com/office/drawing/2014/main" id="{434AE190-3016-4326-9416-5A73F4C91A4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79" name="直線コネクタ 130878">
                        <a:extLst>
                          <a:ext uri="{FF2B5EF4-FFF2-40B4-BE49-F238E27FC236}">
                            <a16:creationId xmlns:a16="http://schemas.microsoft.com/office/drawing/2014/main" id="{AF922E64-A92D-4F4D-9304-E31AD9D639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0" name="直線コネクタ 130879">
                        <a:extLst>
                          <a:ext uri="{FF2B5EF4-FFF2-40B4-BE49-F238E27FC236}">
                            <a16:creationId xmlns:a16="http://schemas.microsoft.com/office/drawing/2014/main" id="{7594C9DF-5AB1-465C-BA38-26A5D74C5A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1" name="直線コネクタ 130880">
                        <a:extLst>
                          <a:ext uri="{FF2B5EF4-FFF2-40B4-BE49-F238E27FC236}">
                            <a16:creationId xmlns:a16="http://schemas.microsoft.com/office/drawing/2014/main" id="{65F170AC-7A0A-4BB2-B1A5-CD4A8BA6EEC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2" name="直線コネクタ 130881">
                        <a:extLst>
                          <a:ext uri="{FF2B5EF4-FFF2-40B4-BE49-F238E27FC236}">
                            <a16:creationId xmlns:a16="http://schemas.microsoft.com/office/drawing/2014/main" id="{30DD75D7-FEAD-4892-88FC-19F0CFFA25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3" name="直線コネクタ 130882">
                        <a:extLst>
                          <a:ext uri="{FF2B5EF4-FFF2-40B4-BE49-F238E27FC236}">
                            <a16:creationId xmlns:a16="http://schemas.microsoft.com/office/drawing/2014/main" id="{D7D38AD8-5B9C-4EE3-B6C3-B27C3034C2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4" name="直線コネクタ 130883">
                        <a:extLst>
                          <a:ext uri="{FF2B5EF4-FFF2-40B4-BE49-F238E27FC236}">
                            <a16:creationId xmlns:a16="http://schemas.microsoft.com/office/drawing/2014/main" id="{9044958E-A0D2-41D3-968E-54786885CA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5" name="直線コネクタ 130884">
                        <a:extLst>
                          <a:ext uri="{FF2B5EF4-FFF2-40B4-BE49-F238E27FC236}">
                            <a16:creationId xmlns:a16="http://schemas.microsoft.com/office/drawing/2014/main" id="{59954550-F6E8-4060-9D43-8AA559C561A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86" name="直線コネクタ 130885">
                        <a:extLst>
                          <a:ext uri="{FF2B5EF4-FFF2-40B4-BE49-F238E27FC236}">
                            <a16:creationId xmlns:a16="http://schemas.microsoft.com/office/drawing/2014/main" id="{A2FB173D-B598-4895-BA45-DFFB4C2F822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84" name="グループ化 130783">
                      <a:extLst>
                        <a:ext uri="{FF2B5EF4-FFF2-40B4-BE49-F238E27FC236}">
                          <a16:creationId xmlns:a16="http://schemas.microsoft.com/office/drawing/2014/main" id="{3165666F-D42E-4D4A-A35E-6545764556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837" name="直線コネクタ 130836">
                        <a:extLst>
                          <a:ext uri="{FF2B5EF4-FFF2-40B4-BE49-F238E27FC236}">
                            <a16:creationId xmlns:a16="http://schemas.microsoft.com/office/drawing/2014/main" id="{62826B78-6DB8-447F-A252-DC4D9022C6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8" name="直線コネクタ 130837">
                        <a:extLst>
                          <a:ext uri="{FF2B5EF4-FFF2-40B4-BE49-F238E27FC236}">
                            <a16:creationId xmlns:a16="http://schemas.microsoft.com/office/drawing/2014/main" id="{E573BCFB-0E2B-4C55-BC02-336916519C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9" name="直線コネクタ 130838">
                        <a:extLst>
                          <a:ext uri="{FF2B5EF4-FFF2-40B4-BE49-F238E27FC236}">
                            <a16:creationId xmlns:a16="http://schemas.microsoft.com/office/drawing/2014/main" id="{4FDAE7D3-C986-41B8-AA3B-3365923D10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0" name="直線コネクタ 130839">
                        <a:extLst>
                          <a:ext uri="{FF2B5EF4-FFF2-40B4-BE49-F238E27FC236}">
                            <a16:creationId xmlns:a16="http://schemas.microsoft.com/office/drawing/2014/main" id="{053A1990-7B3F-40F2-8CE9-817B104CEB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1" name="直線コネクタ 130840">
                        <a:extLst>
                          <a:ext uri="{FF2B5EF4-FFF2-40B4-BE49-F238E27FC236}">
                            <a16:creationId xmlns:a16="http://schemas.microsoft.com/office/drawing/2014/main" id="{8BF9547C-77C8-4170-9CC1-A213B7252B0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2" name="直線コネクタ 130841">
                        <a:extLst>
                          <a:ext uri="{FF2B5EF4-FFF2-40B4-BE49-F238E27FC236}">
                            <a16:creationId xmlns:a16="http://schemas.microsoft.com/office/drawing/2014/main" id="{0F05FDD3-71BE-44BC-A44C-7CAE403DFC2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3" name="直線コネクタ 130842">
                        <a:extLst>
                          <a:ext uri="{FF2B5EF4-FFF2-40B4-BE49-F238E27FC236}">
                            <a16:creationId xmlns:a16="http://schemas.microsoft.com/office/drawing/2014/main" id="{643DF31C-1B3B-4D32-8BD8-C5218CB624C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44" name="直線コネクタ 130843">
                        <a:extLst>
                          <a:ext uri="{FF2B5EF4-FFF2-40B4-BE49-F238E27FC236}">
                            <a16:creationId xmlns:a16="http://schemas.microsoft.com/office/drawing/2014/main" id="{016E82BB-05EC-4F85-B821-73CCEC12ADE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85" name="グループ化 130784">
                      <a:extLst>
                        <a:ext uri="{FF2B5EF4-FFF2-40B4-BE49-F238E27FC236}">
                          <a16:creationId xmlns:a16="http://schemas.microsoft.com/office/drawing/2014/main" id="{53AE7AF8-534E-458A-ADBB-E3F663CC18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829" name="直線コネクタ 130828">
                        <a:extLst>
                          <a:ext uri="{FF2B5EF4-FFF2-40B4-BE49-F238E27FC236}">
                            <a16:creationId xmlns:a16="http://schemas.microsoft.com/office/drawing/2014/main" id="{105B7430-B9BB-4AB0-97F3-4B54661502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0" name="直線コネクタ 130829">
                        <a:extLst>
                          <a:ext uri="{FF2B5EF4-FFF2-40B4-BE49-F238E27FC236}">
                            <a16:creationId xmlns:a16="http://schemas.microsoft.com/office/drawing/2014/main" id="{F99A8CBA-D02E-4243-8DA2-98BBACCA5B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1" name="直線コネクタ 130830">
                        <a:extLst>
                          <a:ext uri="{FF2B5EF4-FFF2-40B4-BE49-F238E27FC236}">
                            <a16:creationId xmlns:a16="http://schemas.microsoft.com/office/drawing/2014/main" id="{40F06FE4-2377-4D52-9E03-EB5179CE96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2" name="直線コネクタ 130831">
                        <a:extLst>
                          <a:ext uri="{FF2B5EF4-FFF2-40B4-BE49-F238E27FC236}">
                            <a16:creationId xmlns:a16="http://schemas.microsoft.com/office/drawing/2014/main" id="{34C13256-1D11-46D5-8D58-8D9A2F3C86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3" name="直線コネクタ 130832">
                        <a:extLst>
                          <a:ext uri="{FF2B5EF4-FFF2-40B4-BE49-F238E27FC236}">
                            <a16:creationId xmlns:a16="http://schemas.microsoft.com/office/drawing/2014/main" id="{F53BC53A-3D50-48E9-8556-0A1C34FE95E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4" name="直線コネクタ 130833">
                        <a:extLst>
                          <a:ext uri="{FF2B5EF4-FFF2-40B4-BE49-F238E27FC236}">
                            <a16:creationId xmlns:a16="http://schemas.microsoft.com/office/drawing/2014/main" id="{1B526271-3CD6-4541-A764-EC5FB819E5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5" name="直線コネクタ 130834">
                        <a:extLst>
                          <a:ext uri="{FF2B5EF4-FFF2-40B4-BE49-F238E27FC236}">
                            <a16:creationId xmlns:a16="http://schemas.microsoft.com/office/drawing/2014/main" id="{DFF587A6-3150-4E65-B6ED-C350094CE7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36" name="直線コネクタ 130835">
                        <a:extLst>
                          <a:ext uri="{FF2B5EF4-FFF2-40B4-BE49-F238E27FC236}">
                            <a16:creationId xmlns:a16="http://schemas.microsoft.com/office/drawing/2014/main" id="{28DA4B83-69A2-45CB-AF9D-009FD5D07B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86" name="グループ化 130785">
                      <a:extLst>
                        <a:ext uri="{FF2B5EF4-FFF2-40B4-BE49-F238E27FC236}">
                          <a16:creationId xmlns:a16="http://schemas.microsoft.com/office/drawing/2014/main" id="{AE66316B-170C-4087-B0D3-BEB27D6CF7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787" name="直線コネクタ 130786">
                        <a:extLst>
                          <a:ext uri="{FF2B5EF4-FFF2-40B4-BE49-F238E27FC236}">
                            <a16:creationId xmlns:a16="http://schemas.microsoft.com/office/drawing/2014/main" id="{13F3BD4D-FEE4-4149-AA62-82399D5252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88" name="直線コネクタ 130787">
                        <a:extLst>
                          <a:ext uri="{FF2B5EF4-FFF2-40B4-BE49-F238E27FC236}">
                            <a16:creationId xmlns:a16="http://schemas.microsoft.com/office/drawing/2014/main" id="{FA174633-6217-43D0-A802-282C1615588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89" name="直線コネクタ 130788">
                        <a:extLst>
                          <a:ext uri="{FF2B5EF4-FFF2-40B4-BE49-F238E27FC236}">
                            <a16:creationId xmlns:a16="http://schemas.microsoft.com/office/drawing/2014/main" id="{3FDBC80C-2AD6-401A-BA88-94ABD5BD4DB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0" name="直線コネクタ 130789">
                        <a:extLst>
                          <a:ext uri="{FF2B5EF4-FFF2-40B4-BE49-F238E27FC236}">
                            <a16:creationId xmlns:a16="http://schemas.microsoft.com/office/drawing/2014/main" id="{758B1ABE-1ED6-47BE-86B4-4ADB646CA1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1" name="直線コネクタ 130790">
                        <a:extLst>
                          <a:ext uri="{FF2B5EF4-FFF2-40B4-BE49-F238E27FC236}">
                            <a16:creationId xmlns:a16="http://schemas.microsoft.com/office/drawing/2014/main" id="{13C7D0E1-F7D3-4592-A6DF-A127B8EB077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2" name="直線コネクタ 130791">
                        <a:extLst>
                          <a:ext uri="{FF2B5EF4-FFF2-40B4-BE49-F238E27FC236}">
                            <a16:creationId xmlns:a16="http://schemas.microsoft.com/office/drawing/2014/main" id="{87AC59B0-B96F-44F9-AC8D-8DD7C84929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3" name="直線コネクタ 130792">
                        <a:extLst>
                          <a:ext uri="{FF2B5EF4-FFF2-40B4-BE49-F238E27FC236}">
                            <a16:creationId xmlns:a16="http://schemas.microsoft.com/office/drawing/2014/main" id="{BD8846A2-367C-495C-9D02-D8F7D6C931B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4" name="直線コネクタ 130793">
                        <a:extLst>
                          <a:ext uri="{FF2B5EF4-FFF2-40B4-BE49-F238E27FC236}">
                            <a16:creationId xmlns:a16="http://schemas.microsoft.com/office/drawing/2014/main" id="{7F54FE06-14E1-4F1D-B1B9-D23F107F6A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5" name="直線コネクタ 130794">
                        <a:extLst>
                          <a:ext uri="{FF2B5EF4-FFF2-40B4-BE49-F238E27FC236}">
                            <a16:creationId xmlns:a16="http://schemas.microsoft.com/office/drawing/2014/main" id="{8ACD9E31-6B2F-4138-8852-D75250DE6B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6" name="直線コネクタ 130795">
                        <a:extLst>
                          <a:ext uri="{FF2B5EF4-FFF2-40B4-BE49-F238E27FC236}">
                            <a16:creationId xmlns:a16="http://schemas.microsoft.com/office/drawing/2014/main" id="{89489BE7-0F5D-4633-8382-90B5BF72845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7" name="直線コネクタ 130796">
                        <a:extLst>
                          <a:ext uri="{FF2B5EF4-FFF2-40B4-BE49-F238E27FC236}">
                            <a16:creationId xmlns:a16="http://schemas.microsoft.com/office/drawing/2014/main" id="{B57DD114-0A7D-4E2D-BC88-22DECAE305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8" name="直線コネクタ 130797">
                        <a:extLst>
                          <a:ext uri="{FF2B5EF4-FFF2-40B4-BE49-F238E27FC236}">
                            <a16:creationId xmlns:a16="http://schemas.microsoft.com/office/drawing/2014/main" id="{FB9419E7-6497-4A38-99B1-96DE2CBD24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799" name="直線コネクタ 130798">
                        <a:extLst>
                          <a:ext uri="{FF2B5EF4-FFF2-40B4-BE49-F238E27FC236}">
                            <a16:creationId xmlns:a16="http://schemas.microsoft.com/office/drawing/2014/main" id="{11636728-9109-4608-AD76-F659B629D8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0" name="直線コネクタ 130799">
                        <a:extLst>
                          <a:ext uri="{FF2B5EF4-FFF2-40B4-BE49-F238E27FC236}">
                            <a16:creationId xmlns:a16="http://schemas.microsoft.com/office/drawing/2014/main" id="{D37703D1-3822-4427-AC8B-F3D5CED8774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1" name="直線コネクタ 130800">
                        <a:extLst>
                          <a:ext uri="{FF2B5EF4-FFF2-40B4-BE49-F238E27FC236}">
                            <a16:creationId xmlns:a16="http://schemas.microsoft.com/office/drawing/2014/main" id="{7574FC60-A91E-4993-A079-9157DE2C3CB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2" name="直線コネクタ 130801">
                        <a:extLst>
                          <a:ext uri="{FF2B5EF4-FFF2-40B4-BE49-F238E27FC236}">
                            <a16:creationId xmlns:a16="http://schemas.microsoft.com/office/drawing/2014/main" id="{FA3BFAF7-0B19-438A-86C0-0BB0CDB310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3" name="直線コネクタ 130802">
                        <a:extLst>
                          <a:ext uri="{FF2B5EF4-FFF2-40B4-BE49-F238E27FC236}">
                            <a16:creationId xmlns:a16="http://schemas.microsoft.com/office/drawing/2014/main" id="{87544126-82E7-41F9-AD8D-4F195A2F51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4" name="直線コネクタ 130803">
                        <a:extLst>
                          <a:ext uri="{FF2B5EF4-FFF2-40B4-BE49-F238E27FC236}">
                            <a16:creationId xmlns:a16="http://schemas.microsoft.com/office/drawing/2014/main" id="{64D72D8E-19C5-4CCD-89AE-3B33FD454E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5" name="直線コネクタ 130804">
                        <a:extLst>
                          <a:ext uri="{FF2B5EF4-FFF2-40B4-BE49-F238E27FC236}">
                            <a16:creationId xmlns:a16="http://schemas.microsoft.com/office/drawing/2014/main" id="{1D95E8BF-FD5C-45CE-9A78-38F70813519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6" name="直線コネクタ 130805">
                        <a:extLst>
                          <a:ext uri="{FF2B5EF4-FFF2-40B4-BE49-F238E27FC236}">
                            <a16:creationId xmlns:a16="http://schemas.microsoft.com/office/drawing/2014/main" id="{EB8043CD-1BF5-4C8D-AEA4-F8B5521B840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7" name="直線コネクタ 130806">
                        <a:extLst>
                          <a:ext uri="{FF2B5EF4-FFF2-40B4-BE49-F238E27FC236}">
                            <a16:creationId xmlns:a16="http://schemas.microsoft.com/office/drawing/2014/main" id="{1F4AD51D-EBB1-4AB5-95CA-F97089E2526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8" name="直線コネクタ 130807">
                        <a:extLst>
                          <a:ext uri="{FF2B5EF4-FFF2-40B4-BE49-F238E27FC236}">
                            <a16:creationId xmlns:a16="http://schemas.microsoft.com/office/drawing/2014/main" id="{DCEBE791-BC0A-4EC6-9EA8-B2E51242F2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09" name="直線コネクタ 130808">
                        <a:extLst>
                          <a:ext uri="{FF2B5EF4-FFF2-40B4-BE49-F238E27FC236}">
                            <a16:creationId xmlns:a16="http://schemas.microsoft.com/office/drawing/2014/main" id="{E4FE621B-C303-48C2-8688-5D1C40B23F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0" name="直線コネクタ 130809">
                        <a:extLst>
                          <a:ext uri="{FF2B5EF4-FFF2-40B4-BE49-F238E27FC236}">
                            <a16:creationId xmlns:a16="http://schemas.microsoft.com/office/drawing/2014/main" id="{B62DC65F-F5BA-410D-B6D8-28B948B72F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1" name="直線コネクタ 130810">
                        <a:extLst>
                          <a:ext uri="{FF2B5EF4-FFF2-40B4-BE49-F238E27FC236}">
                            <a16:creationId xmlns:a16="http://schemas.microsoft.com/office/drawing/2014/main" id="{6544312A-5890-44A1-B4FA-58C34F5E7D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2" name="直線コネクタ 130811">
                        <a:extLst>
                          <a:ext uri="{FF2B5EF4-FFF2-40B4-BE49-F238E27FC236}">
                            <a16:creationId xmlns:a16="http://schemas.microsoft.com/office/drawing/2014/main" id="{CEC8FBBD-DA89-41B6-8599-8E02E1D5B1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3" name="直線コネクタ 130812">
                        <a:extLst>
                          <a:ext uri="{FF2B5EF4-FFF2-40B4-BE49-F238E27FC236}">
                            <a16:creationId xmlns:a16="http://schemas.microsoft.com/office/drawing/2014/main" id="{0B25AC91-DA3C-445D-BD2D-87A7A15BF5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4" name="直線コネクタ 130813">
                        <a:extLst>
                          <a:ext uri="{FF2B5EF4-FFF2-40B4-BE49-F238E27FC236}">
                            <a16:creationId xmlns:a16="http://schemas.microsoft.com/office/drawing/2014/main" id="{625E9593-E328-4AB7-B929-2A7B162575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5" name="直線コネクタ 130814">
                        <a:extLst>
                          <a:ext uri="{FF2B5EF4-FFF2-40B4-BE49-F238E27FC236}">
                            <a16:creationId xmlns:a16="http://schemas.microsoft.com/office/drawing/2014/main" id="{C02032C9-57FC-4E72-9C0F-5D27C96296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6" name="直線コネクタ 130815">
                        <a:extLst>
                          <a:ext uri="{FF2B5EF4-FFF2-40B4-BE49-F238E27FC236}">
                            <a16:creationId xmlns:a16="http://schemas.microsoft.com/office/drawing/2014/main" id="{EC5ED84A-4CD4-467C-A7DF-5FD8DC3882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7" name="直線コネクタ 130816">
                        <a:extLst>
                          <a:ext uri="{FF2B5EF4-FFF2-40B4-BE49-F238E27FC236}">
                            <a16:creationId xmlns:a16="http://schemas.microsoft.com/office/drawing/2014/main" id="{64A05DD4-D718-41B7-A81F-F3D063933F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8" name="直線コネクタ 130817">
                        <a:extLst>
                          <a:ext uri="{FF2B5EF4-FFF2-40B4-BE49-F238E27FC236}">
                            <a16:creationId xmlns:a16="http://schemas.microsoft.com/office/drawing/2014/main" id="{D61E9A45-379F-4060-9A76-439B539A04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19" name="直線コネクタ 130818">
                        <a:extLst>
                          <a:ext uri="{FF2B5EF4-FFF2-40B4-BE49-F238E27FC236}">
                            <a16:creationId xmlns:a16="http://schemas.microsoft.com/office/drawing/2014/main" id="{7E9B5F5A-CFF3-4356-9B98-670DB0E98B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0" name="直線コネクタ 130819">
                        <a:extLst>
                          <a:ext uri="{FF2B5EF4-FFF2-40B4-BE49-F238E27FC236}">
                            <a16:creationId xmlns:a16="http://schemas.microsoft.com/office/drawing/2014/main" id="{3F3D7C4E-3D57-42F3-AA49-6E8FB2185B9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1" name="直線コネクタ 130820">
                        <a:extLst>
                          <a:ext uri="{FF2B5EF4-FFF2-40B4-BE49-F238E27FC236}">
                            <a16:creationId xmlns:a16="http://schemas.microsoft.com/office/drawing/2014/main" id="{DBBA245F-B830-49C0-8BC8-57C81E323D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2" name="直線コネクタ 130821">
                        <a:extLst>
                          <a:ext uri="{FF2B5EF4-FFF2-40B4-BE49-F238E27FC236}">
                            <a16:creationId xmlns:a16="http://schemas.microsoft.com/office/drawing/2014/main" id="{1383C933-0FD6-448C-84E7-EA53AC2835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3" name="直線コネクタ 130822">
                        <a:extLst>
                          <a:ext uri="{FF2B5EF4-FFF2-40B4-BE49-F238E27FC236}">
                            <a16:creationId xmlns:a16="http://schemas.microsoft.com/office/drawing/2014/main" id="{24464D05-FC60-436A-9F35-9A79700AF9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4" name="直線コネクタ 130823">
                        <a:extLst>
                          <a:ext uri="{FF2B5EF4-FFF2-40B4-BE49-F238E27FC236}">
                            <a16:creationId xmlns:a16="http://schemas.microsoft.com/office/drawing/2014/main" id="{6F24E104-2956-4717-AF9B-7BEF8B2F1B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5" name="直線コネクタ 130824">
                        <a:extLst>
                          <a:ext uri="{FF2B5EF4-FFF2-40B4-BE49-F238E27FC236}">
                            <a16:creationId xmlns:a16="http://schemas.microsoft.com/office/drawing/2014/main" id="{1C2FEDDF-736A-40A3-8CC3-584FE7F346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6" name="直線コネクタ 130825">
                        <a:extLst>
                          <a:ext uri="{FF2B5EF4-FFF2-40B4-BE49-F238E27FC236}">
                            <a16:creationId xmlns:a16="http://schemas.microsoft.com/office/drawing/2014/main" id="{48CF7613-DAB9-482B-B326-634AA02EE3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7" name="直線コネクタ 130826">
                        <a:extLst>
                          <a:ext uri="{FF2B5EF4-FFF2-40B4-BE49-F238E27FC236}">
                            <a16:creationId xmlns:a16="http://schemas.microsoft.com/office/drawing/2014/main" id="{A4727870-97EE-4310-98AB-433BD9E169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828" name="直線コネクタ 130827">
                        <a:extLst>
                          <a:ext uri="{FF2B5EF4-FFF2-40B4-BE49-F238E27FC236}">
                            <a16:creationId xmlns:a16="http://schemas.microsoft.com/office/drawing/2014/main" id="{C604B9AC-76E2-4F13-9D38-8ACEC036788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17" name="グループ化 127916">
                    <a:extLst>
                      <a:ext uri="{FF2B5EF4-FFF2-40B4-BE49-F238E27FC236}">
                        <a16:creationId xmlns:a16="http://schemas.microsoft.com/office/drawing/2014/main" id="{FC287A03-5240-45BA-86FF-7B201CC0FDD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299138" y="5299081"/>
                    <a:ext cx="201487" cy="201600"/>
                    <a:chOff x="4287481" y="4286224"/>
                    <a:chExt cx="2227978" cy="2229219"/>
                  </a:xfrm>
                </p:grpSpPr>
                <p:cxnSp>
                  <p:nvCxnSpPr>
                    <p:cNvPr id="130228" name="直線コネクタ 130227">
                      <a:extLst>
                        <a:ext uri="{FF2B5EF4-FFF2-40B4-BE49-F238E27FC236}">
                          <a16:creationId xmlns:a16="http://schemas.microsoft.com/office/drawing/2014/main" id="{BB0CBF13-ECD0-4CE0-9BB0-A986F7FD2A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29" name="直線コネクタ 130228">
                      <a:extLst>
                        <a:ext uri="{FF2B5EF4-FFF2-40B4-BE49-F238E27FC236}">
                          <a16:creationId xmlns:a16="http://schemas.microsoft.com/office/drawing/2014/main" id="{C21A5B25-2C21-4E49-883C-3AC1F9ABB7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0" name="直線コネクタ 130229">
                      <a:extLst>
                        <a:ext uri="{FF2B5EF4-FFF2-40B4-BE49-F238E27FC236}">
                          <a16:creationId xmlns:a16="http://schemas.microsoft.com/office/drawing/2014/main" id="{8BA1B15E-8552-4A03-9979-F2DA18F2CB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1" name="直線コネクタ 130230">
                      <a:extLst>
                        <a:ext uri="{FF2B5EF4-FFF2-40B4-BE49-F238E27FC236}">
                          <a16:creationId xmlns:a16="http://schemas.microsoft.com/office/drawing/2014/main" id="{7A779512-03A1-4BCC-AE9F-60B26F88B3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2" name="直線コネクタ 130231">
                      <a:extLst>
                        <a:ext uri="{FF2B5EF4-FFF2-40B4-BE49-F238E27FC236}">
                          <a16:creationId xmlns:a16="http://schemas.microsoft.com/office/drawing/2014/main" id="{4C862ADA-BD34-4479-A66D-B8756D8207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3" name="直線コネクタ 130232">
                      <a:extLst>
                        <a:ext uri="{FF2B5EF4-FFF2-40B4-BE49-F238E27FC236}">
                          <a16:creationId xmlns:a16="http://schemas.microsoft.com/office/drawing/2014/main" id="{6AC229A8-EC4E-44C0-A753-03156A28AE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4" name="直線コネクタ 130233">
                      <a:extLst>
                        <a:ext uri="{FF2B5EF4-FFF2-40B4-BE49-F238E27FC236}">
                          <a16:creationId xmlns:a16="http://schemas.microsoft.com/office/drawing/2014/main" id="{5D8290D8-41A1-4528-8F5F-F7D42D8902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5" name="直線コネクタ 130234">
                      <a:extLst>
                        <a:ext uri="{FF2B5EF4-FFF2-40B4-BE49-F238E27FC236}">
                          <a16:creationId xmlns:a16="http://schemas.microsoft.com/office/drawing/2014/main" id="{6D74E8BF-5FFE-4383-8713-245B4CECBD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6" name="直線コネクタ 130235">
                      <a:extLst>
                        <a:ext uri="{FF2B5EF4-FFF2-40B4-BE49-F238E27FC236}">
                          <a16:creationId xmlns:a16="http://schemas.microsoft.com/office/drawing/2014/main" id="{997295F7-A7D9-4D83-AB5B-275CC09348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7" name="直線コネクタ 130236">
                      <a:extLst>
                        <a:ext uri="{FF2B5EF4-FFF2-40B4-BE49-F238E27FC236}">
                          <a16:creationId xmlns:a16="http://schemas.microsoft.com/office/drawing/2014/main" id="{CA64F1C1-717E-46E3-9FAA-6181A67D38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8" name="直線コネクタ 130237">
                      <a:extLst>
                        <a:ext uri="{FF2B5EF4-FFF2-40B4-BE49-F238E27FC236}">
                          <a16:creationId xmlns:a16="http://schemas.microsoft.com/office/drawing/2014/main" id="{81F4F3F5-105F-4E1A-90EF-215A7F04B9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39" name="直線コネクタ 130238">
                      <a:extLst>
                        <a:ext uri="{FF2B5EF4-FFF2-40B4-BE49-F238E27FC236}">
                          <a16:creationId xmlns:a16="http://schemas.microsoft.com/office/drawing/2014/main" id="{779C359C-AC37-4215-8E62-CEF929B388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0" name="直線コネクタ 130239">
                      <a:extLst>
                        <a:ext uri="{FF2B5EF4-FFF2-40B4-BE49-F238E27FC236}">
                          <a16:creationId xmlns:a16="http://schemas.microsoft.com/office/drawing/2014/main" id="{F6F23BE3-DCEE-4299-9652-1BE46686DF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1" name="直線コネクタ 130240">
                      <a:extLst>
                        <a:ext uri="{FF2B5EF4-FFF2-40B4-BE49-F238E27FC236}">
                          <a16:creationId xmlns:a16="http://schemas.microsoft.com/office/drawing/2014/main" id="{947729E3-9365-499A-AA40-2759EC0C61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2" name="直線コネクタ 130241">
                      <a:extLst>
                        <a:ext uri="{FF2B5EF4-FFF2-40B4-BE49-F238E27FC236}">
                          <a16:creationId xmlns:a16="http://schemas.microsoft.com/office/drawing/2014/main" id="{5E2A2231-4BA9-4EB3-A690-59F7209572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3" name="直線コネクタ 130242">
                      <a:extLst>
                        <a:ext uri="{FF2B5EF4-FFF2-40B4-BE49-F238E27FC236}">
                          <a16:creationId xmlns:a16="http://schemas.microsoft.com/office/drawing/2014/main" id="{B5EC75F7-D4D5-454A-8C84-2FD663C3BB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4" name="直線コネクタ 130243">
                      <a:extLst>
                        <a:ext uri="{FF2B5EF4-FFF2-40B4-BE49-F238E27FC236}">
                          <a16:creationId xmlns:a16="http://schemas.microsoft.com/office/drawing/2014/main" id="{CB21819A-748C-4087-83E3-EDA53C45D7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5" name="直線コネクタ 130244">
                      <a:extLst>
                        <a:ext uri="{FF2B5EF4-FFF2-40B4-BE49-F238E27FC236}">
                          <a16:creationId xmlns:a16="http://schemas.microsoft.com/office/drawing/2014/main" id="{DD3E2A18-FAF5-41EF-8996-888FE8BDD3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6" name="直線コネクタ 130245">
                      <a:extLst>
                        <a:ext uri="{FF2B5EF4-FFF2-40B4-BE49-F238E27FC236}">
                          <a16:creationId xmlns:a16="http://schemas.microsoft.com/office/drawing/2014/main" id="{34B841CD-D005-4369-93A5-9DF5F8D16F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7" name="直線コネクタ 130246">
                      <a:extLst>
                        <a:ext uri="{FF2B5EF4-FFF2-40B4-BE49-F238E27FC236}">
                          <a16:creationId xmlns:a16="http://schemas.microsoft.com/office/drawing/2014/main" id="{AEADB3FD-870C-491C-9A10-FA6829D29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8" name="直線コネクタ 130247">
                      <a:extLst>
                        <a:ext uri="{FF2B5EF4-FFF2-40B4-BE49-F238E27FC236}">
                          <a16:creationId xmlns:a16="http://schemas.microsoft.com/office/drawing/2014/main" id="{0D63AB8C-8573-4A34-9493-9CF18DA5CD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49" name="直線コネクタ 130248">
                      <a:extLst>
                        <a:ext uri="{FF2B5EF4-FFF2-40B4-BE49-F238E27FC236}">
                          <a16:creationId xmlns:a16="http://schemas.microsoft.com/office/drawing/2014/main" id="{B9BD5E3C-12DB-43CD-94BA-C26632AED6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0" name="直線コネクタ 130249">
                      <a:extLst>
                        <a:ext uri="{FF2B5EF4-FFF2-40B4-BE49-F238E27FC236}">
                          <a16:creationId xmlns:a16="http://schemas.microsoft.com/office/drawing/2014/main" id="{1A16EF34-91C5-4316-A3C1-3D4F72F7DE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1" name="直線コネクタ 130250">
                      <a:extLst>
                        <a:ext uri="{FF2B5EF4-FFF2-40B4-BE49-F238E27FC236}">
                          <a16:creationId xmlns:a16="http://schemas.microsoft.com/office/drawing/2014/main" id="{3A570EFB-E6D4-46E1-AC27-36CAC59FA5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2" name="直線コネクタ 130251">
                      <a:extLst>
                        <a:ext uri="{FF2B5EF4-FFF2-40B4-BE49-F238E27FC236}">
                          <a16:creationId xmlns:a16="http://schemas.microsoft.com/office/drawing/2014/main" id="{035C4CD6-F8E2-41D3-9D1E-56BA497B1A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3" name="直線コネクタ 130252">
                      <a:extLst>
                        <a:ext uri="{FF2B5EF4-FFF2-40B4-BE49-F238E27FC236}">
                          <a16:creationId xmlns:a16="http://schemas.microsoft.com/office/drawing/2014/main" id="{5EA9CEC4-3409-46AC-AF14-C05FA60910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4" name="直線コネクタ 130253">
                      <a:extLst>
                        <a:ext uri="{FF2B5EF4-FFF2-40B4-BE49-F238E27FC236}">
                          <a16:creationId xmlns:a16="http://schemas.microsoft.com/office/drawing/2014/main" id="{F98CDF37-4DFC-470C-AE20-E583A3C43C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5" name="直線コネクタ 130254">
                      <a:extLst>
                        <a:ext uri="{FF2B5EF4-FFF2-40B4-BE49-F238E27FC236}">
                          <a16:creationId xmlns:a16="http://schemas.microsoft.com/office/drawing/2014/main" id="{3C3FA5FB-92F4-494D-8FFD-F23A7F35BE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6" name="直線コネクタ 130255">
                      <a:extLst>
                        <a:ext uri="{FF2B5EF4-FFF2-40B4-BE49-F238E27FC236}">
                          <a16:creationId xmlns:a16="http://schemas.microsoft.com/office/drawing/2014/main" id="{F65133C8-8AFD-4E89-8E6B-63B3261C02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7" name="直線コネクタ 130256">
                      <a:extLst>
                        <a:ext uri="{FF2B5EF4-FFF2-40B4-BE49-F238E27FC236}">
                          <a16:creationId xmlns:a16="http://schemas.microsoft.com/office/drawing/2014/main" id="{850111EA-AC5C-43C7-89CA-8B7C4BF0DE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8" name="直線コネクタ 130257">
                      <a:extLst>
                        <a:ext uri="{FF2B5EF4-FFF2-40B4-BE49-F238E27FC236}">
                          <a16:creationId xmlns:a16="http://schemas.microsoft.com/office/drawing/2014/main" id="{104EB9D7-755F-4A25-869A-B6176CA675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59" name="直線コネクタ 130258">
                      <a:extLst>
                        <a:ext uri="{FF2B5EF4-FFF2-40B4-BE49-F238E27FC236}">
                          <a16:creationId xmlns:a16="http://schemas.microsoft.com/office/drawing/2014/main" id="{EB5C4F16-F65C-4952-B71A-80DEE0825F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0" name="直線コネクタ 130259">
                      <a:extLst>
                        <a:ext uri="{FF2B5EF4-FFF2-40B4-BE49-F238E27FC236}">
                          <a16:creationId xmlns:a16="http://schemas.microsoft.com/office/drawing/2014/main" id="{C06D8E1D-7B71-423F-8AE8-41216F669A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1" name="直線コネクタ 130260">
                      <a:extLst>
                        <a:ext uri="{FF2B5EF4-FFF2-40B4-BE49-F238E27FC236}">
                          <a16:creationId xmlns:a16="http://schemas.microsoft.com/office/drawing/2014/main" id="{C65EF651-04D2-4927-A49C-B70C3DB05A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2" name="直線コネクタ 130261">
                      <a:extLst>
                        <a:ext uri="{FF2B5EF4-FFF2-40B4-BE49-F238E27FC236}">
                          <a16:creationId xmlns:a16="http://schemas.microsoft.com/office/drawing/2014/main" id="{74E54FAF-D819-42F3-931D-8129733CE6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3" name="直線コネクタ 130262">
                      <a:extLst>
                        <a:ext uri="{FF2B5EF4-FFF2-40B4-BE49-F238E27FC236}">
                          <a16:creationId xmlns:a16="http://schemas.microsoft.com/office/drawing/2014/main" id="{520EEE00-3299-4B5D-8FE2-0BF761535C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4" name="直線コネクタ 130263">
                      <a:extLst>
                        <a:ext uri="{FF2B5EF4-FFF2-40B4-BE49-F238E27FC236}">
                          <a16:creationId xmlns:a16="http://schemas.microsoft.com/office/drawing/2014/main" id="{B76B8AF0-3DFD-44C7-8A97-52A7627686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5" name="直線コネクタ 130264">
                      <a:extLst>
                        <a:ext uri="{FF2B5EF4-FFF2-40B4-BE49-F238E27FC236}">
                          <a16:creationId xmlns:a16="http://schemas.microsoft.com/office/drawing/2014/main" id="{B46190D9-A971-4233-B16F-1DD54DFF02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6" name="直線コネクタ 130265">
                      <a:extLst>
                        <a:ext uri="{FF2B5EF4-FFF2-40B4-BE49-F238E27FC236}">
                          <a16:creationId xmlns:a16="http://schemas.microsoft.com/office/drawing/2014/main" id="{2E992ECE-97DB-4E80-B120-691DA0CF2E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7" name="直線コネクタ 130266">
                      <a:extLst>
                        <a:ext uri="{FF2B5EF4-FFF2-40B4-BE49-F238E27FC236}">
                          <a16:creationId xmlns:a16="http://schemas.microsoft.com/office/drawing/2014/main" id="{B739E000-4981-47D4-914D-03F9BCA1E3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8" name="直線コネクタ 130267">
                      <a:extLst>
                        <a:ext uri="{FF2B5EF4-FFF2-40B4-BE49-F238E27FC236}">
                          <a16:creationId xmlns:a16="http://schemas.microsoft.com/office/drawing/2014/main" id="{0984DD8C-BCA5-4E60-8B54-2E060EFFE2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69" name="直線コネクタ 130268">
                      <a:extLst>
                        <a:ext uri="{FF2B5EF4-FFF2-40B4-BE49-F238E27FC236}">
                          <a16:creationId xmlns:a16="http://schemas.microsoft.com/office/drawing/2014/main" id="{C1D00C58-2E7E-4759-A873-CE7E3E25EB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0" name="直線コネクタ 130269">
                      <a:extLst>
                        <a:ext uri="{FF2B5EF4-FFF2-40B4-BE49-F238E27FC236}">
                          <a16:creationId xmlns:a16="http://schemas.microsoft.com/office/drawing/2014/main" id="{AF1B6794-9E68-4290-BB9D-63C4B058E5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1" name="直線コネクタ 130270">
                      <a:extLst>
                        <a:ext uri="{FF2B5EF4-FFF2-40B4-BE49-F238E27FC236}">
                          <a16:creationId xmlns:a16="http://schemas.microsoft.com/office/drawing/2014/main" id="{BDB3AA04-1180-4EC0-A100-C1822FE0E9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2" name="直線コネクタ 130271">
                      <a:extLst>
                        <a:ext uri="{FF2B5EF4-FFF2-40B4-BE49-F238E27FC236}">
                          <a16:creationId xmlns:a16="http://schemas.microsoft.com/office/drawing/2014/main" id="{F6DC3C5E-10DE-4011-B268-69B597470B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3" name="直線コネクタ 130272">
                      <a:extLst>
                        <a:ext uri="{FF2B5EF4-FFF2-40B4-BE49-F238E27FC236}">
                          <a16:creationId xmlns:a16="http://schemas.microsoft.com/office/drawing/2014/main" id="{B88829C0-B199-49AA-8392-A9261623B0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4" name="直線コネクタ 130273">
                      <a:extLst>
                        <a:ext uri="{FF2B5EF4-FFF2-40B4-BE49-F238E27FC236}">
                          <a16:creationId xmlns:a16="http://schemas.microsoft.com/office/drawing/2014/main" id="{A001C964-1397-445D-B921-ADE2C33F08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5" name="直線コネクタ 130274">
                      <a:extLst>
                        <a:ext uri="{FF2B5EF4-FFF2-40B4-BE49-F238E27FC236}">
                          <a16:creationId xmlns:a16="http://schemas.microsoft.com/office/drawing/2014/main" id="{E6911995-80A0-453C-BCF7-7676940B25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6" name="直線コネクタ 130275">
                      <a:extLst>
                        <a:ext uri="{FF2B5EF4-FFF2-40B4-BE49-F238E27FC236}">
                          <a16:creationId xmlns:a16="http://schemas.microsoft.com/office/drawing/2014/main" id="{8E231AD5-698E-4FFC-AD6A-6628E38D61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7" name="直線コネクタ 130276">
                      <a:extLst>
                        <a:ext uri="{FF2B5EF4-FFF2-40B4-BE49-F238E27FC236}">
                          <a16:creationId xmlns:a16="http://schemas.microsoft.com/office/drawing/2014/main" id="{44BACB28-50D2-44D0-BBE6-7745157FDA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8" name="直線コネクタ 130277">
                      <a:extLst>
                        <a:ext uri="{FF2B5EF4-FFF2-40B4-BE49-F238E27FC236}">
                          <a16:creationId xmlns:a16="http://schemas.microsoft.com/office/drawing/2014/main" id="{30F94E4C-0E6C-4055-BBF9-00DE1A45F7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79" name="直線コネクタ 130278">
                      <a:extLst>
                        <a:ext uri="{FF2B5EF4-FFF2-40B4-BE49-F238E27FC236}">
                          <a16:creationId xmlns:a16="http://schemas.microsoft.com/office/drawing/2014/main" id="{E5E94389-71D5-4FDD-9309-22C5FFE978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0" name="直線コネクタ 130279">
                      <a:extLst>
                        <a:ext uri="{FF2B5EF4-FFF2-40B4-BE49-F238E27FC236}">
                          <a16:creationId xmlns:a16="http://schemas.microsoft.com/office/drawing/2014/main" id="{B2E0FE03-326A-4284-96E1-F5BBE7DE30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1" name="直線コネクタ 130280">
                      <a:extLst>
                        <a:ext uri="{FF2B5EF4-FFF2-40B4-BE49-F238E27FC236}">
                          <a16:creationId xmlns:a16="http://schemas.microsoft.com/office/drawing/2014/main" id="{D405E200-7D37-4313-8BF2-BC095670D0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2" name="直線コネクタ 130281">
                      <a:extLst>
                        <a:ext uri="{FF2B5EF4-FFF2-40B4-BE49-F238E27FC236}">
                          <a16:creationId xmlns:a16="http://schemas.microsoft.com/office/drawing/2014/main" id="{38CFE90E-F384-43FE-8967-37CDA2873F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3" name="直線コネクタ 130282">
                      <a:extLst>
                        <a:ext uri="{FF2B5EF4-FFF2-40B4-BE49-F238E27FC236}">
                          <a16:creationId xmlns:a16="http://schemas.microsoft.com/office/drawing/2014/main" id="{97800E48-3416-4E52-A2E7-FFB0F7D7D8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4" name="直線コネクタ 130283">
                      <a:extLst>
                        <a:ext uri="{FF2B5EF4-FFF2-40B4-BE49-F238E27FC236}">
                          <a16:creationId xmlns:a16="http://schemas.microsoft.com/office/drawing/2014/main" id="{97FB9BC5-80E1-4F9B-9B8A-54ACA1178C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5" name="直線コネクタ 130284">
                      <a:extLst>
                        <a:ext uri="{FF2B5EF4-FFF2-40B4-BE49-F238E27FC236}">
                          <a16:creationId xmlns:a16="http://schemas.microsoft.com/office/drawing/2014/main" id="{0ACA6F3E-062C-42BC-A3AE-EE0584AAE5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6" name="直線コネクタ 130285">
                      <a:extLst>
                        <a:ext uri="{FF2B5EF4-FFF2-40B4-BE49-F238E27FC236}">
                          <a16:creationId xmlns:a16="http://schemas.microsoft.com/office/drawing/2014/main" id="{74F08538-31A1-4B3A-8FA6-5BC3198CE0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7" name="直線コネクタ 130286">
                      <a:extLst>
                        <a:ext uri="{FF2B5EF4-FFF2-40B4-BE49-F238E27FC236}">
                          <a16:creationId xmlns:a16="http://schemas.microsoft.com/office/drawing/2014/main" id="{FDE5E111-69AC-4785-99F2-FADB5544FC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8" name="直線コネクタ 130287">
                      <a:extLst>
                        <a:ext uri="{FF2B5EF4-FFF2-40B4-BE49-F238E27FC236}">
                          <a16:creationId xmlns:a16="http://schemas.microsoft.com/office/drawing/2014/main" id="{78E06C6A-2656-4CBB-9911-77DEAE65A0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89" name="直線コネクタ 130288">
                      <a:extLst>
                        <a:ext uri="{FF2B5EF4-FFF2-40B4-BE49-F238E27FC236}">
                          <a16:creationId xmlns:a16="http://schemas.microsoft.com/office/drawing/2014/main" id="{1C53690C-D503-4C58-BBB4-F0738BB726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0" name="直線コネクタ 130289">
                      <a:extLst>
                        <a:ext uri="{FF2B5EF4-FFF2-40B4-BE49-F238E27FC236}">
                          <a16:creationId xmlns:a16="http://schemas.microsoft.com/office/drawing/2014/main" id="{5614EAF2-6518-4E72-AAF4-BC0D6AC3B8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1" name="直線コネクタ 130290">
                      <a:extLst>
                        <a:ext uri="{FF2B5EF4-FFF2-40B4-BE49-F238E27FC236}">
                          <a16:creationId xmlns:a16="http://schemas.microsoft.com/office/drawing/2014/main" id="{1845AAC3-113A-4B09-8CBE-55EC617B36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2" name="直線コネクタ 130291">
                      <a:extLst>
                        <a:ext uri="{FF2B5EF4-FFF2-40B4-BE49-F238E27FC236}">
                          <a16:creationId xmlns:a16="http://schemas.microsoft.com/office/drawing/2014/main" id="{B12E632C-C4D1-44A0-AE34-67192978EC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3" name="直線コネクタ 130292">
                      <a:extLst>
                        <a:ext uri="{FF2B5EF4-FFF2-40B4-BE49-F238E27FC236}">
                          <a16:creationId xmlns:a16="http://schemas.microsoft.com/office/drawing/2014/main" id="{2D78485E-8FDE-4330-B8D9-1E70DE0296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4" name="直線コネクタ 130293">
                      <a:extLst>
                        <a:ext uri="{FF2B5EF4-FFF2-40B4-BE49-F238E27FC236}">
                          <a16:creationId xmlns:a16="http://schemas.microsoft.com/office/drawing/2014/main" id="{7D2067ED-3055-4247-BA34-54A7B7A8A8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5" name="直線コネクタ 130294">
                      <a:extLst>
                        <a:ext uri="{FF2B5EF4-FFF2-40B4-BE49-F238E27FC236}">
                          <a16:creationId xmlns:a16="http://schemas.microsoft.com/office/drawing/2014/main" id="{B12FBACA-0A7C-4462-8A66-7216CBC0EF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6" name="直線コネクタ 130295">
                      <a:extLst>
                        <a:ext uri="{FF2B5EF4-FFF2-40B4-BE49-F238E27FC236}">
                          <a16:creationId xmlns:a16="http://schemas.microsoft.com/office/drawing/2014/main" id="{E7EA9239-6A63-4D14-8C7A-8228B4940E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7" name="直線コネクタ 130296">
                      <a:extLst>
                        <a:ext uri="{FF2B5EF4-FFF2-40B4-BE49-F238E27FC236}">
                          <a16:creationId xmlns:a16="http://schemas.microsoft.com/office/drawing/2014/main" id="{B9B13757-3F6E-4BD5-9BEB-0D6FB6703A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8" name="直線コネクタ 130297">
                      <a:extLst>
                        <a:ext uri="{FF2B5EF4-FFF2-40B4-BE49-F238E27FC236}">
                          <a16:creationId xmlns:a16="http://schemas.microsoft.com/office/drawing/2014/main" id="{817FEA0A-87ED-4899-BDF8-98B27E88BD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299" name="直線コネクタ 130298">
                      <a:extLst>
                        <a:ext uri="{FF2B5EF4-FFF2-40B4-BE49-F238E27FC236}">
                          <a16:creationId xmlns:a16="http://schemas.microsoft.com/office/drawing/2014/main" id="{969C3C35-84F9-4161-8B68-4DEFFF1E55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0" name="直線コネクタ 130299">
                      <a:extLst>
                        <a:ext uri="{FF2B5EF4-FFF2-40B4-BE49-F238E27FC236}">
                          <a16:creationId xmlns:a16="http://schemas.microsoft.com/office/drawing/2014/main" id="{BE428B9F-ECA3-43C2-AB59-DFDA1DA8F6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1" name="直線コネクタ 130300">
                      <a:extLst>
                        <a:ext uri="{FF2B5EF4-FFF2-40B4-BE49-F238E27FC236}">
                          <a16:creationId xmlns:a16="http://schemas.microsoft.com/office/drawing/2014/main" id="{3F020B06-EA84-40E8-9CE8-48EB72AC2E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2" name="直線コネクタ 130301">
                      <a:extLst>
                        <a:ext uri="{FF2B5EF4-FFF2-40B4-BE49-F238E27FC236}">
                          <a16:creationId xmlns:a16="http://schemas.microsoft.com/office/drawing/2014/main" id="{E69B4DA0-25EA-4C3A-BCC6-B87771C7AD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3" name="直線コネクタ 130302">
                      <a:extLst>
                        <a:ext uri="{FF2B5EF4-FFF2-40B4-BE49-F238E27FC236}">
                          <a16:creationId xmlns:a16="http://schemas.microsoft.com/office/drawing/2014/main" id="{55675513-77A1-48D6-9AEF-A1F4FACD67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4" name="直線コネクタ 130303">
                      <a:extLst>
                        <a:ext uri="{FF2B5EF4-FFF2-40B4-BE49-F238E27FC236}">
                          <a16:creationId xmlns:a16="http://schemas.microsoft.com/office/drawing/2014/main" id="{45FA2566-9D65-4EF2-BCF1-C2581F9ABD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5" name="直線コネクタ 130304">
                      <a:extLst>
                        <a:ext uri="{FF2B5EF4-FFF2-40B4-BE49-F238E27FC236}">
                          <a16:creationId xmlns:a16="http://schemas.microsoft.com/office/drawing/2014/main" id="{CAB47E54-FDDA-4C80-9525-42729C2061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6" name="直線コネクタ 130305">
                      <a:extLst>
                        <a:ext uri="{FF2B5EF4-FFF2-40B4-BE49-F238E27FC236}">
                          <a16:creationId xmlns:a16="http://schemas.microsoft.com/office/drawing/2014/main" id="{D12E64CB-4F44-4E8A-9EA5-54BE943F5F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7" name="直線コネクタ 130306">
                      <a:extLst>
                        <a:ext uri="{FF2B5EF4-FFF2-40B4-BE49-F238E27FC236}">
                          <a16:creationId xmlns:a16="http://schemas.microsoft.com/office/drawing/2014/main" id="{CE75AEDF-3CA5-4A9D-A38F-BFB702AE52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8" name="直線コネクタ 130307">
                      <a:extLst>
                        <a:ext uri="{FF2B5EF4-FFF2-40B4-BE49-F238E27FC236}">
                          <a16:creationId xmlns:a16="http://schemas.microsoft.com/office/drawing/2014/main" id="{8CE68FEB-1411-40B8-93F7-75D6D86129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09" name="直線コネクタ 130308">
                      <a:extLst>
                        <a:ext uri="{FF2B5EF4-FFF2-40B4-BE49-F238E27FC236}">
                          <a16:creationId xmlns:a16="http://schemas.microsoft.com/office/drawing/2014/main" id="{28A42AF7-B5EC-4949-B669-979AD191FB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0" name="直線コネクタ 130309">
                      <a:extLst>
                        <a:ext uri="{FF2B5EF4-FFF2-40B4-BE49-F238E27FC236}">
                          <a16:creationId xmlns:a16="http://schemas.microsoft.com/office/drawing/2014/main" id="{9AF84D8D-84B5-4195-A79B-7A49D419F2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1" name="直線コネクタ 130310">
                      <a:extLst>
                        <a:ext uri="{FF2B5EF4-FFF2-40B4-BE49-F238E27FC236}">
                          <a16:creationId xmlns:a16="http://schemas.microsoft.com/office/drawing/2014/main" id="{77F28F58-1E17-42A1-9C92-830CBDCB59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2" name="直線コネクタ 130311">
                      <a:extLst>
                        <a:ext uri="{FF2B5EF4-FFF2-40B4-BE49-F238E27FC236}">
                          <a16:creationId xmlns:a16="http://schemas.microsoft.com/office/drawing/2014/main" id="{3D52BE06-42CB-4F2A-98D3-791EF7F9C1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3" name="直線コネクタ 130312">
                      <a:extLst>
                        <a:ext uri="{FF2B5EF4-FFF2-40B4-BE49-F238E27FC236}">
                          <a16:creationId xmlns:a16="http://schemas.microsoft.com/office/drawing/2014/main" id="{C4F6EBC2-FD23-4E1C-88DD-6F8A3D07C0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4" name="直線コネクタ 130313">
                      <a:extLst>
                        <a:ext uri="{FF2B5EF4-FFF2-40B4-BE49-F238E27FC236}">
                          <a16:creationId xmlns:a16="http://schemas.microsoft.com/office/drawing/2014/main" id="{8CCD7995-068B-4FA6-9CCF-31116EE557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5" name="直線コネクタ 130314">
                      <a:extLst>
                        <a:ext uri="{FF2B5EF4-FFF2-40B4-BE49-F238E27FC236}">
                          <a16:creationId xmlns:a16="http://schemas.microsoft.com/office/drawing/2014/main" id="{7069F7F0-C23B-4DB6-8A3C-7C27CB52D2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6" name="直線コネクタ 130315">
                      <a:extLst>
                        <a:ext uri="{FF2B5EF4-FFF2-40B4-BE49-F238E27FC236}">
                          <a16:creationId xmlns:a16="http://schemas.microsoft.com/office/drawing/2014/main" id="{CA80FB47-0805-429C-80F3-1A6E6C47A5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7" name="直線コネクタ 130316">
                      <a:extLst>
                        <a:ext uri="{FF2B5EF4-FFF2-40B4-BE49-F238E27FC236}">
                          <a16:creationId xmlns:a16="http://schemas.microsoft.com/office/drawing/2014/main" id="{2E76DD81-DE0E-4235-9D55-78887CD2D0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8" name="直線コネクタ 130317">
                      <a:extLst>
                        <a:ext uri="{FF2B5EF4-FFF2-40B4-BE49-F238E27FC236}">
                          <a16:creationId xmlns:a16="http://schemas.microsoft.com/office/drawing/2014/main" id="{EB3E615F-0B68-4ABE-BA70-2E5B352546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19" name="直線コネクタ 130318">
                      <a:extLst>
                        <a:ext uri="{FF2B5EF4-FFF2-40B4-BE49-F238E27FC236}">
                          <a16:creationId xmlns:a16="http://schemas.microsoft.com/office/drawing/2014/main" id="{A507DDC7-B9D2-471C-A89E-074574738B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0" name="直線コネクタ 130319">
                      <a:extLst>
                        <a:ext uri="{FF2B5EF4-FFF2-40B4-BE49-F238E27FC236}">
                          <a16:creationId xmlns:a16="http://schemas.microsoft.com/office/drawing/2014/main" id="{DB4135DC-D219-4C24-9797-46D207050D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1" name="直線コネクタ 130320">
                      <a:extLst>
                        <a:ext uri="{FF2B5EF4-FFF2-40B4-BE49-F238E27FC236}">
                          <a16:creationId xmlns:a16="http://schemas.microsoft.com/office/drawing/2014/main" id="{2B386674-3288-48A4-B81B-3CE4815E25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2" name="直線コネクタ 130321">
                      <a:extLst>
                        <a:ext uri="{FF2B5EF4-FFF2-40B4-BE49-F238E27FC236}">
                          <a16:creationId xmlns:a16="http://schemas.microsoft.com/office/drawing/2014/main" id="{B1F1A365-E3A6-4728-AF20-8C66FC07AC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3" name="直線コネクタ 130322">
                      <a:extLst>
                        <a:ext uri="{FF2B5EF4-FFF2-40B4-BE49-F238E27FC236}">
                          <a16:creationId xmlns:a16="http://schemas.microsoft.com/office/drawing/2014/main" id="{8CF6FA8F-868F-4499-A221-67E767DFF7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4" name="直線コネクタ 130323">
                      <a:extLst>
                        <a:ext uri="{FF2B5EF4-FFF2-40B4-BE49-F238E27FC236}">
                          <a16:creationId xmlns:a16="http://schemas.microsoft.com/office/drawing/2014/main" id="{2A8BA51A-71D3-459A-AD74-7C670164BF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5" name="直線コネクタ 130324">
                      <a:extLst>
                        <a:ext uri="{FF2B5EF4-FFF2-40B4-BE49-F238E27FC236}">
                          <a16:creationId xmlns:a16="http://schemas.microsoft.com/office/drawing/2014/main" id="{6A311F5E-BE11-4E53-883E-662DED6429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6" name="直線コネクタ 130325">
                      <a:extLst>
                        <a:ext uri="{FF2B5EF4-FFF2-40B4-BE49-F238E27FC236}">
                          <a16:creationId xmlns:a16="http://schemas.microsoft.com/office/drawing/2014/main" id="{BE06CB51-7E7A-43B1-A948-369F8BAFD3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7" name="直線コネクタ 130326">
                      <a:extLst>
                        <a:ext uri="{FF2B5EF4-FFF2-40B4-BE49-F238E27FC236}">
                          <a16:creationId xmlns:a16="http://schemas.microsoft.com/office/drawing/2014/main" id="{1EFF9143-17AE-43A8-97CA-37884F5EEA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8" name="直線コネクタ 130327">
                      <a:extLst>
                        <a:ext uri="{FF2B5EF4-FFF2-40B4-BE49-F238E27FC236}">
                          <a16:creationId xmlns:a16="http://schemas.microsoft.com/office/drawing/2014/main" id="{B2C4D95E-14BC-4D5B-8C9F-ABC078122D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29" name="直線コネクタ 130328">
                      <a:extLst>
                        <a:ext uri="{FF2B5EF4-FFF2-40B4-BE49-F238E27FC236}">
                          <a16:creationId xmlns:a16="http://schemas.microsoft.com/office/drawing/2014/main" id="{0031CA58-69E6-482E-81C3-916B1FC6A9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0" name="直線コネクタ 130329">
                      <a:extLst>
                        <a:ext uri="{FF2B5EF4-FFF2-40B4-BE49-F238E27FC236}">
                          <a16:creationId xmlns:a16="http://schemas.microsoft.com/office/drawing/2014/main" id="{0B13F348-0769-4B44-A896-62470F49DD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1" name="直線コネクタ 130330">
                      <a:extLst>
                        <a:ext uri="{FF2B5EF4-FFF2-40B4-BE49-F238E27FC236}">
                          <a16:creationId xmlns:a16="http://schemas.microsoft.com/office/drawing/2014/main" id="{EBA867BF-3D0C-49C2-B39F-3840AB66FA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2" name="直線コネクタ 130331">
                      <a:extLst>
                        <a:ext uri="{FF2B5EF4-FFF2-40B4-BE49-F238E27FC236}">
                          <a16:creationId xmlns:a16="http://schemas.microsoft.com/office/drawing/2014/main" id="{B85694A9-1D05-47B4-B9A9-561E792873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3" name="直線コネクタ 130332">
                      <a:extLst>
                        <a:ext uri="{FF2B5EF4-FFF2-40B4-BE49-F238E27FC236}">
                          <a16:creationId xmlns:a16="http://schemas.microsoft.com/office/drawing/2014/main" id="{66FAF337-73DE-4381-89F7-F375D4A9B0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4" name="直線コネクタ 130333">
                      <a:extLst>
                        <a:ext uri="{FF2B5EF4-FFF2-40B4-BE49-F238E27FC236}">
                          <a16:creationId xmlns:a16="http://schemas.microsoft.com/office/drawing/2014/main" id="{FB28F0E0-2D8B-4264-9BC0-27750A2EF9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5" name="直線コネクタ 130334">
                      <a:extLst>
                        <a:ext uri="{FF2B5EF4-FFF2-40B4-BE49-F238E27FC236}">
                          <a16:creationId xmlns:a16="http://schemas.microsoft.com/office/drawing/2014/main" id="{94C772C8-D578-47B2-9E05-6286C7C2B1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6" name="直線コネクタ 130335">
                      <a:extLst>
                        <a:ext uri="{FF2B5EF4-FFF2-40B4-BE49-F238E27FC236}">
                          <a16:creationId xmlns:a16="http://schemas.microsoft.com/office/drawing/2014/main" id="{C80B61C6-2875-4A7D-9CDE-FF6D3DCA7D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7" name="直線コネクタ 130336">
                      <a:extLst>
                        <a:ext uri="{FF2B5EF4-FFF2-40B4-BE49-F238E27FC236}">
                          <a16:creationId xmlns:a16="http://schemas.microsoft.com/office/drawing/2014/main" id="{25BFCEE5-BB45-4267-8044-7295D0A5AE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8" name="直線コネクタ 130337">
                      <a:extLst>
                        <a:ext uri="{FF2B5EF4-FFF2-40B4-BE49-F238E27FC236}">
                          <a16:creationId xmlns:a16="http://schemas.microsoft.com/office/drawing/2014/main" id="{28068C78-4623-4F12-BFC0-D003251472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39" name="直線コネクタ 130338">
                      <a:extLst>
                        <a:ext uri="{FF2B5EF4-FFF2-40B4-BE49-F238E27FC236}">
                          <a16:creationId xmlns:a16="http://schemas.microsoft.com/office/drawing/2014/main" id="{8A09274C-83FD-43C7-A4F0-4956E54606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0" name="直線コネクタ 130339">
                      <a:extLst>
                        <a:ext uri="{FF2B5EF4-FFF2-40B4-BE49-F238E27FC236}">
                          <a16:creationId xmlns:a16="http://schemas.microsoft.com/office/drawing/2014/main" id="{9830CECD-23FF-413A-8FE5-A4F1ED1ADC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1" name="直線コネクタ 130340">
                      <a:extLst>
                        <a:ext uri="{FF2B5EF4-FFF2-40B4-BE49-F238E27FC236}">
                          <a16:creationId xmlns:a16="http://schemas.microsoft.com/office/drawing/2014/main" id="{FC91B4BD-973C-4029-B585-55C7268628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2" name="直線コネクタ 130341">
                      <a:extLst>
                        <a:ext uri="{FF2B5EF4-FFF2-40B4-BE49-F238E27FC236}">
                          <a16:creationId xmlns:a16="http://schemas.microsoft.com/office/drawing/2014/main" id="{FE24CBCC-CC71-41BB-A4B2-FCE710428D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3" name="直線コネクタ 130342">
                      <a:extLst>
                        <a:ext uri="{FF2B5EF4-FFF2-40B4-BE49-F238E27FC236}">
                          <a16:creationId xmlns:a16="http://schemas.microsoft.com/office/drawing/2014/main" id="{F5BAABB2-19E4-4B96-A717-D48CA2D0D9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4" name="直線コネクタ 130343">
                      <a:extLst>
                        <a:ext uri="{FF2B5EF4-FFF2-40B4-BE49-F238E27FC236}">
                          <a16:creationId xmlns:a16="http://schemas.microsoft.com/office/drawing/2014/main" id="{D36C6FFF-B34C-4C7B-B074-EAB8EF236B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5" name="直線コネクタ 130344">
                      <a:extLst>
                        <a:ext uri="{FF2B5EF4-FFF2-40B4-BE49-F238E27FC236}">
                          <a16:creationId xmlns:a16="http://schemas.microsoft.com/office/drawing/2014/main" id="{02AFF1C3-7A96-44C5-A901-26D18A32C8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6" name="直線コネクタ 130345">
                      <a:extLst>
                        <a:ext uri="{FF2B5EF4-FFF2-40B4-BE49-F238E27FC236}">
                          <a16:creationId xmlns:a16="http://schemas.microsoft.com/office/drawing/2014/main" id="{700465F9-CC52-4778-B3A8-F184929F7C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7" name="直線コネクタ 130346">
                      <a:extLst>
                        <a:ext uri="{FF2B5EF4-FFF2-40B4-BE49-F238E27FC236}">
                          <a16:creationId xmlns:a16="http://schemas.microsoft.com/office/drawing/2014/main" id="{18EF33B2-1BA9-450D-AFB8-822B80F4FF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8" name="直線コネクタ 130347">
                      <a:extLst>
                        <a:ext uri="{FF2B5EF4-FFF2-40B4-BE49-F238E27FC236}">
                          <a16:creationId xmlns:a16="http://schemas.microsoft.com/office/drawing/2014/main" id="{2FD50FFF-2BDB-47A7-BED7-B5BF65439B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49" name="直線コネクタ 130348">
                      <a:extLst>
                        <a:ext uri="{FF2B5EF4-FFF2-40B4-BE49-F238E27FC236}">
                          <a16:creationId xmlns:a16="http://schemas.microsoft.com/office/drawing/2014/main" id="{CC94BDC5-D531-4D6E-9B1F-22197EF7E4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0" name="直線コネクタ 130349">
                      <a:extLst>
                        <a:ext uri="{FF2B5EF4-FFF2-40B4-BE49-F238E27FC236}">
                          <a16:creationId xmlns:a16="http://schemas.microsoft.com/office/drawing/2014/main" id="{26B4523A-9691-400E-A23E-94DBBCD2A8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1" name="直線コネクタ 130350">
                      <a:extLst>
                        <a:ext uri="{FF2B5EF4-FFF2-40B4-BE49-F238E27FC236}">
                          <a16:creationId xmlns:a16="http://schemas.microsoft.com/office/drawing/2014/main" id="{5C9803FA-353D-4CA3-9903-739D747516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2" name="直線コネクタ 130351">
                      <a:extLst>
                        <a:ext uri="{FF2B5EF4-FFF2-40B4-BE49-F238E27FC236}">
                          <a16:creationId xmlns:a16="http://schemas.microsoft.com/office/drawing/2014/main" id="{9C1B68DB-D262-4D6A-89E2-28469192E6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3" name="直線コネクタ 130352">
                      <a:extLst>
                        <a:ext uri="{FF2B5EF4-FFF2-40B4-BE49-F238E27FC236}">
                          <a16:creationId xmlns:a16="http://schemas.microsoft.com/office/drawing/2014/main" id="{8CCFC351-390B-4F51-AD1A-98DFB23954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4" name="直線コネクタ 130353">
                      <a:extLst>
                        <a:ext uri="{FF2B5EF4-FFF2-40B4-BE49-F238E27FC236}">
                          <a16:creationId xmlns:a16="http://schemas.microsoft.com/office/drawing/2014/main" id="{542333AF-E616-44BF-904B-F240F22D0E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5" name="直線コネクタ 130354">
                      <a:extLst>
                        <a:ext uri="{FF2B5EF4-FFF2-40B4-BE49-F238E27FC236}">
                          <a16:creationId xmlns:a16="http://schemas.microsoft.com/office/drawing/2014/main" id="{EA78B1A1-1630-411F-9E50-75EA867034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6" name="直線コネクタ 130355">
                      <a:extLst>
                        <a:ext uri="{FF2B5EF4-FFF2-40B4-BE49-F238E27FC236}">
                          <a16:creationId xmlns:a16="http://schemas.microsoft.com/office/drawing/2014/main" id="{126C7733-5DC8-41DB-A092-AAE5CD6182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7" name="直線コネクタ 130356">
                      <a:extLst>
                        <a:ext uri="{FF2B5EF4-FFF2-40B4-BE49-F238E27FC236}">
                          <a16:creationId xmlns:a16="http://schemas.microsoft.com/office/drawing/2014/main" id="{1474C72F-64CC-4A61-8625-0B334EBF09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8" name="直線コネクタ 130357">
                      <a:extLst>
                        <a:ext uri="{FF2B5EF4-FFF2-40B4-BE49-F238E27FC236}">
                          <a16:creationId xmlns:a16="http://schemas.microsoft.com/office/drawing/2014/main" id="{5591C7EE-09A4-451E-9485-EFC5990280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59" name="直線コネクタ 130358">
                      <a:extLst>
                        <a:ext uri="{FF2B5EF4-FFF2-40B4-BE49-F238E27FC236}">
                          <a16:creationId xmlns:a16="http://schemas.microsoft.com/office/drawing/2014/main" id="{7C6720AE-D92E-4BD3-B09F-DF6FE6F104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0" name="直線コネクタ 130359">
                      <a:extLst>
                        <a:ext uri="{FF2B5EF4-FFF2-40B4-BE49-F238E27FC236}">
                          <a16:creationId xmlns:a16="http://schemas.microsoft.com/office/drawing/2014/main" id="{F006F717-A2E7-4EC3-8EE2-A791BC4652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1" name="直線コネクタ 130360">
                      <a:extLst>
                        <a:ext uri="{FF2B5EF4-FFF2-40B4-BE49-F238E27FC236}">
                          <a16:creationId xmlns:a16="http://schemas.microsoft.com/office/drawing/2014/main" id="{D51B47AB-A6CA-42CE-B684-84C78B39CB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2" name="直線コネクタ 130361">
                      <a:extLst>
                        <a:ext uri="{FF2B5EF4-FFF2-40B4-BE49-F238E27FC236}">
                          <a16:creationId xmlns:a16="http://schemas.microsoft.com/office/drawing/2014/main" id="{F3F9AD6B-85D7-4606-9B44-9D38EAAF97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3" name="直線コネクタ 130362">
                      <a:extLst>
                        <a:ext uri="{FF2B5EF4-FFF2-40B4-BE49-F238E27FC236}">
                          <a16:creationId xmlns:a16="http://schemas.microsoft.com/office/drawing/2014/main" id="{97E0232D-F661-46BE-8C48-404858EBCB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4" name="直線コネクタ 130363">
                      <a:extLst>
                        <a:ext uri="{FF2B5EF4-FFF2-40B4-BE49-F238E27FC236}">
                          <a16:creationId xmlns:a16="http://schemas.microsoft.com/office/drawing/2014/main" id="{7C2305B3-96CC-4234-8473-CFFFE144F8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5" name="直線コネクタ 130364">
                      <a:extLst>
                        <a:ext uri="{FF2B5EF4-FFF2-40B4-BE49-F238E27FC236}">
                          <a16:creationId xmlns:a16="http://schemas.microsoft.com/office/drawing/2014/main" id="{3CEEB1BA-FBB2-435A-A1A7-A721B67A10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6" name="直線コネクタ 130365">
                      <a:extLst>
                        <a:ext uri="{FF2B5EF4-FFF2-40B4-BE49-F238E27FC236}">
                          <a16:creationId xmlns:a16="http://schemas.microsoft.com/office/drawing/2014/main" id="{A867AC76-9474-47BB-B477-CEB6EFBCB4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7" name="直線コネクタ 130366">
                      <a:extLst>
                        <a:ext uri="{FF2B5EF4-FFF2-40B4-BE49-F238E27FC236}">
                          <a16:creationId xmlns:a16="http://schemas.microsoft.com/office/drawing/2014/main" id="{900934CE-5890-4B86-A3AB-A7FB7F6E4B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8" name="直線コネクタ 130367">
                      <a:extLst>
                        <a:ext uri="{FF2B5EF4-FFF2-40B4-BE49-F238E27FC236}">
                          <a16:creationId xmlns:a16="http://schemas.microsoft.com/office/drawing/2014/main" id="{C0ADEB2E-2A3C-4E1A-A890-B120291E69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69" name="直線コネクタ 130368">
                      <a:extLst>
                        <a:ext uri="{FF2B5EF4-FFF2-40B4-BE49-F238E27FC236}">
                          <a16:creationId xmlns:a16="http://schemas.microsoft.com/office/drawing/2014/main" id="{437FD7A1-42C5-4C81-866B-02C0E1B8C9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0" name="直線コネクタ 130369">
                      <a:extLst>
                        <a:ext uri="{FF2B5EF4-FFF2-40B4-BE49-F238E27FC236}">
                          <a16:creationId xmlns:a16="http://schemas.microsoft.com/office/drawing/2014/main" id="{C7A87FD3-D485-413C-8E89-351551BD43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1" name="直線コネクタ 130370">
                      <a:extLst>
                        <a:ext uri="{FF2B5EF4-FFF2-40B4-BE49-F238E27FC236}">
                          <a16:creationId xmlns:a16="http://schemas.microsoft.com/office/drawing/2014/main" id="{421CBBCC-BBD2-4121-902D-0190B922F2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2" name="直線コネクタ 130371">
                      <a:extLst>
                        <a:ext uri="{FF2B5EF4-FFF2-40B4-BE49-F238E27FC236}">
                          <a16:creationId xmlns:a16="http://schemas.microsoft.com/office/drawing/2014/main" id="{F085A12A-6BC8-441E-A371-82E0C44C17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3" name="直線コネクタ 130372">
                      <a:extLst>
                        <a:ext uri="{FF2B5EF4-FFF2-40B4-BE49-F238E27FC236}">
                          <a16:creationId xmlns:a16="http://schemas.microsoft.com/office/drawing/2014/main" id="{4398CA69-17AC-40B5-8D68-82FE895979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4" name="直線コネクタ 130373">
                      <a:extLst>
                        <a:ext uri="{FF2B5EF4-FFF2-40B4-BE49-F238E27FC236}">
                          <a16:creationId xmlns:a16="http://schemas.microsoft.com/office/drawing/2014/main" id="{EE865A11-9E99-4FD4-A549-883AE695C8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5" name="直線コネクタ 130374">
                      <a:extLst>
                        <a:ext uri="{FF2B5EF4-FFF2-40B4-BE49-F238E27FC236}">
                          <a16:creationId xmlns:a16="http://schemas.microsoft.com/office/drawing/2014/main" id="{2A62EAD3-C721-4576-A511-CEC1AFE047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6" name="直線コネクタ 130375">
                      <a:extLst>
                        <a:ext uri="{FF2B5EF4-FFF2-40B4-BE49-F238E27FC236}">
                          <a16:creationId xmlns:a16="http://schemas.microsoft.com/office/drawing/2014/main" id="{E482BF50-9A4D-4BC5-BB5E-61C8FE380B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7" name="直線コネクタ 130376">
                      <a:extLst>
                        <a:ext uri="{FF2B5EF4-FFF2-40B4-BE49-F238E27FC236}">
                          <a16:creationId xmlns:a16="http://schemas.microsoft.com/office/drawing/2014/main" id="{BF7F6FA8-B67A-4292-AB4A-B9C28DF7D8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8" name="直線コネクタ 130377">
                      <a:extLst>
                        <a:ext uri="{FF2B5EF4-FFF2-40B4-BE49-F238E27FC236}">
                          <a16:creationId xmlns:a16="http://schemas.microsoft.com/office/drawing/2014/main" id="{9D90B9E5-A9C4-470F-AA51-1E92673F24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79" name="直線コネクタ 130378">
                      <a:extLst>
                        <a:ext uri="{FF2B5EF4-FFF2-40B4-BE49-F238E27FC236}">
                          <a16:creationId xmlns:a16="http://schemas.microsoft.com/office/drawing/2014/main" id="{DA013904-38DF-4FE3-80EE-C5C38E808F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0" name="直線コネクタ 130379">
                      <a:extLst>
                        <a:ext uri="{FF2B5EF4-FFF2-40B4-BE49-F238E27FC236}">
                          <a16:creationId xmlns:a16="http://schemas.microsoft.com/office/drawing/2014/main" id="{8F8C78B3-7C9F-47F7-AB74-44A65490BE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1" name="直線コネクタ 130380">
                      <a:extLst>
                        <a:ext uri="{FF2B5EF4-FFF2-40B4-BE49-F238E27FC236}">
                          <a16:creationId xmlns:a16="http://schemas.microsoft.com/office/drawing/2014/main" id="{3FD30D09-7BDE-4354-A124-03C883C805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2" name="直線コネクタ 130381">
                      <a:extLst>
                        <a:ext uri="{FF2B5EF4-FFF2-40B4-BE49-F238E27FC236}">
                          <a16:creationId xmlns:a16="http://schemas.microsoft.com/office/drawing/2014/main" id="{9A9B1783-6F75-4B0D-9D2C-884DC23BA0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3" name="直線コネクタ 130382">
                      <a:extLst>
                        <a:ext uri="{FF2B5EF4-FFF2-40B4-BE49-F238E27FC236}">
                          <a16:creationId xmlns:a16="http://schemas.microsoft.com/office/drawing/2014/main" id="{68760AF1-42C6-4AA0-A092-509B513351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4" name="直線コネクタ 130383">
                      <a:extLst>
                        <a:ext uri="{FF2B5EF4-FFF2-40B4-BE49-F238E27FC236}">
                          <a16:creationId xmlns:a16="http://schemas.microsoft.com/office/drawing/2014/main" id="{914FB68B-D75D-49A1-BB50-0826E7C8F9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5" name="直線コネクタ 130384">
                      <a:extLst>
                        <a:ext uri="{FF2B5EF4-FFF2-40B4-BE49-F238E27FC236}">
                          <a16:creationId xmlns:a16="http://schemas.microsoft.com/office/drawing/2014/main" id="{9291F44B-2FF9-4E6A-B49A-4E4525CA12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6" name="直線コネクタ 130385">
                      <a:extLst>
                        <a:ext uri="{FF2B5EF4-FFF2-40B4-BE49-F238E27FC236}">
                          <a16:creationId xmlns:a16="http://schemas.microsoft.com/office/drawing/2014/main" id="{3A6F54FF-ED03-4D63-BB71-3FF3FDEC6A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7" name="直線コネクタ 130386">
                      <a:extLst>
                        <a:ext uri="{FF2B5EF4-FFF2-40B4-BE49-F238E27FC236}">
                          <a16:creationId xmlns:a16="http://schemas.microsoft.com/office/drawing/2014/main" id="{556F21DD-FDD5-4358-8A0E-BD1E992FBE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8" name="直線コネクタ 130387">
                      <a:extLst>
                        <a:ext uri="{FF2B5EF4-FFF2-40B4-BE49-F238E27FC236}">
                          <a16:creationId xmlns:a16="http://schemas.microsoft.com/office/drawing/2014/main" id="{9665AD88-313F-4AEF-B767-A4FF010270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89" name="直線コネクタ 130388">
                      <a:extLst>
                        <a:ext uri="{FF2B5EF4-FFF2-40B4-BE49-F238E27FC236}">
                          <a16:creationId xmlns:a16="http://schemas.microsoft.com/office/drawing/2014/main" id="{44DB634F-5B4B-47D6-BBF7-9E72CB10BF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90" name="直線コネクタ 130389">
                      <a:extLst>
                        <a:ext uri="{FF2B5EF4-FFF2-40B4-BE49-F238E27FC236}">
                          <a16:creationId xmlns:a16="http://schemas.microsoft.com/office/drawing/2014/main" id="{D67DAD0E-6599-4898-8F74-6846C464A2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91" name="直線コネクタ 130390">
                      <a:extLst>
                        <a:ext uri="{FF2B5EF4-FFF2-40B4-BE49-F238E27FC236}">
                          <a16:creationId xmlns:a16="http://schemas.microsoft.com/office/drawing/2014/main" id="{CFE85F1E-8688-428E-B97D-A7F7335394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92" name="直線コネクタ 130391">
                      <a:extLst>
                        <a:ext uri="{FF2B5EF4-FFF2-40B4-BE49-F238E27FC236}">
                          <a16:creationId xmlns:a16="http://schemas.microsoft.com/office/drawing/2014/main" id="{33B979B2-6DB2-4F6A-A5EB-86874168C7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393" name="直線コネクタ 130392">
                      <a:extLst>
                        <a:ext uri="{FF2B5EF4-FFF2-40B4-BE49-F238E27FC236}">
                          <a16:creationId xmlns:a16="http://schemas.microsoft.com/office/drawing/2014/main" id="{C772CE82-F445-4BD9-B63C-0AC885952F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0394" name="グループ化 130393">
                      <a:extLst>
                        <a:ext uri="{FF2B5EF4-FFF2-40B4-BE49-F238E27FC236}">
                          <a16:creationId xmlns:a16="http://schemas.microsoft.com/office/drawing/2014/main" id="{C2CE471E-C6D9-44DC-BE48-64327C467E3F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570" name="直線コネクタ 130569">
                        <a:extLst>
                          <a:ext uri="{FF2B5EF4-FFF2-40B4-BE49-F238E27FC236}">
                            <a16:creationId xmlns:a16="http://schemas.microsoft.com/office/drawing/2014/main" id="{9E7F6638-5F47-4D92-95B5-F1320DC80C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1" name="直線コネクタ 130570">
                        <a:extLst>
                          <a:ext uri="{FF2B5EF4-FFF2-40B4-BE49-F238E27FC236}">
                            <a16:creationId xmlns:a16="http://schemas.microsoft.com/office/drawing/2014/main" id="{5FFD0B70-0E03-4374-B3FD-652232B6127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2" name="直線コネクタ 130571">
                        <a:extLst>
                          <a:ext uri="{FF2B5EF4-FFF2-40B4-BE49-F238E27FC236}">
                            <a16:creationId xmlns:a16="http://schemas.microsoft.com/office/drawing/2014/main" id="{E8E75FB9-41B4-4087-AAB3-C7EB822BD80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3" name="直線コネクタ 130572">
                        <a:extLst>
                          <a:ext uri="{FF2B5EF4-FFF2-40B4-BE49-F238E27FC236}">
                            <a16:creationId xmlns:a16="http://schemas.microsoft.com/office/drawing/2014/main" id="{C503F147-E57F-4BBB-A7A0-80C9428D1E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4" name="直線コネクタ 130573">
                        <a:extLst>
                          <a:ext uri="{FF2B5EF4-FFF2-40B4-BE49-F238E27FC236}">
                            <a16:creationId xmlns:a16="http://schemas.microsoft.com/office/drawing/2014/main" id="{FF500385-73F7-4C44-97BA-7A3A4B369B6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5" name="直線コネクタ 130574">
                        <a:extLst>
                          <a:ext uri="{FF2B5EF4-FFF2-40B4-BE49-F238E27FC236}">
                            <a16:creationId xmlns:a16="http://schemas.microsoft.com/office/drawing/2014/main" id="{2C6F29A8-F127-41BE-A46F-F7CC9E6306D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6" name="直線コネクタ 130575">
                        <a:extLst>
                          <a:ext uri="{FF2B5EF4-FFF2-40B4-BE49-F238E27FC236}">
                            <a16:creationId xmlns:a16="http://schemas.microsoft.com/office/drawing/2014/main" id="{2E004F10-6668-4995-A919-E4F0D4C93D6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7" name="直線コネクタ 130576">
                        <a:extLst>
                          <a:ext uri="{FF2B5EF4-FFF2-40B4-BE49-F238E27FC236}">
                            <a16:creationId xmlns:a16="http://schemas.microsoft.com/office/drawing/2014/main" id="{E8CB0162-D3E2-46E2-B13F-D4008ADD8A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8" name="直線コネクタ 130577">
                        <a:extLst>
                          <a:ext uri="{FF2B5EF4-FFF2-40B4-BE49-F238E27FC236}">
                            <a16:creationId xmlns:a16="http://schemas.microsoft.com/office/drawing/2014/main" id="{1B83C9B4-CEEA-44AC-A66E-84A9CF6129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79" name="直線コネクタ 130578">
                        <a:extLst>
                          <a:ext uri="{FF2B5EF4-FFF2-40B4-BE49-F238E27FC236}">
                            <a16:creationId xmlns:a16="http://schemas.microsoft.com/office/drawing/2014/main" id="{5A9ACEA0-CB04-4109-9859-EB590C5078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0" name="直線コネクタ 130579">
                        <a:extLst>
                          <a:ext uri="{FF2B5EF4-FFF2-40B4-BE49-F238E27FC236}">
                            <a16:creationId xmlns:a16="http://schemas.microsoft.com/office/drawing/2014/main" id="{CA87F2EB-BE00-47B4-A970-5DA12D5734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1" name="直線コネクタ 130580">
                        <a:extLst>
                          <a:ext uri="{FF2B5EF4-FFF2-40B4-BE49-F238E27FC236}">
                            <a16:creationId xmlns:a16="http://schemas.microsoft.com/office/drawing/2014/main" id="{65774C92-1565-420A-AA23-E870C673BB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2" name="直線コネクタ 130581">
                        <a:extLst>
                          <a:ext uri="{FF2B5EF4-FFF2-40B4-BE49-F238E27FC236}">
                            <a16:creationId xmlns:a16="http://schemas.microsoft.com/office/drawing/2014/main" id="{6AFCEA2E-3106-47AF-A796-C4784019F5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3" name="直線コネクタ 130582">
                        <a:extLst>
                          <a:ext uri="{FF2B5EF4-FFF2-40B4-BE49-F238E27FC236}">
                            <a16:creationId xmlns:a16="http://schemas.microsoft.com/office/drawing/2014/main" id="{3023CFA9-D710-469D-9617-A3C2221A1C4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4" name="直線コネクタ 130583">
                        <a:extLst>
                          <a:ext uri="{FF2B5EF4-FFF2-40B4-BE49-F238E27FC236}">
                            <a16:creationId xmlns:a16="http://schemas.microsoft.com/office/drawing/2014/main" id="{2462C2EF-98D4-4139-A4E5-28983BACE09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5" name="直線コネクタ 130584">
                        <a:extLst>
                          <a:ext uri="{FF2B5EF4-FFF2-40B4-BE49-F238E27FC236}">
                            <a16:creationId xmlns:a16="http://schemas.microsoft.com/office/drawing/2014/main" id="{DE309D73-E465-445D-B145-9382D3D92D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6" name="直線コネクタ 130585">
                        <a:extLst>
                          <a:ext uri="{FF2B5EF4-FFF2-40B4-BE49-F238E27FC236}">
                            <a16:creationId xmlns:a16="http://schemas.microsoft.com/office/drawing/2014/main" id="{B2972499-C84F-49BE-BE00-7294489214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7" name="直線コネクタ 130586">
                        <a:extLst>
                          <a:ext uri="{FF2B5EF4-FFF2-40B4-BE49-F238E27FC236}">
                            <a16:creationId xmlns:a16="http://schemas.microsoft.com/office/drawing/2014/main" id="{4FE4D504-E46E-44E5-ACE6-F3B7B42E4A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8" name="直線コネクタ 130587">
                        <a:extLst>
                          <a:ext uri="{FF2B5EF4-FFF2-40B4-BE49-F238E27FC236}">
                            <a16:creationId xmlns:a16="http://schemas.microsoft.com/office/drawing/2014/main" id="{BD2FF9AD-0A26-4AA4-AC34-29733A6DCD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89" name="直線コネクタ 130588">
                        <a:extLst>
                          <a:ext uri="{FF2B5EF4-FFF2-40B4-BE49-F238E27FC236}">
                            <a16:creationId xmlns:a16="http://schemas.microsoft.com/office/drawing/2014/main" id="{BB60472D-32B7-4402-8A55-976A8D6126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0" name="直線コネクタ 130589">
                        <a:extLst>
                          <a:ext uri="{FF2B5EF4-FFF2-40B4-BE49-F238E27FC236}">
                            <a16:creationId xmlns:a16="http://schemas.microsoft.com/office/drawing/2014/main" id="{F352C55D-C794-45D1-8ADC-C7769598D1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1" name="直線コネクタ 130590">
                        <a:extLst>
                          <a:ext uri="{FF2B5EF4-FFF2-40B4-BE49-F238E27FC236}">
                            <a16:creationId xmlns:a16="http://schemas.microsoft.com/office/drawing/2014/main" id="{51697CD4-3B68-4290-B305-952385B9E7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2" name="直線コネクタ 130591">
                        <a:extLst>
                          <a:ext uri="{FF2B5EF4-FFF2-40B4-BE49-F238E27FC236}">
                            <a16:creationId xmlns:a16="http://schemas.microsoft.com/office/drawing/2014/main" id="{FDFBF6C3-A3D9-4369-A0D6-6ED11CCD71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3" name="直線コネクタ 130592">
                        <a:extLst>
                          <a:ext uri="{FF2B5EF4-FFF2-40B4-BE49-F238E27FC236}">
                            <a16:creationId xmlns:a16="http://schemas.microsoft.com/office/drawing/2014/main" id="{D4A71786-61B6-4791-AA81-F870EF7C34A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4" name="直線コネクタ 130593">
                        <a:extLst>
                          <a:ext uri="{FF2B5EF4-FFF2-40B4-BE49-F238E27FC236}">
                            <a16:creationId xmlns:a16="http://schemas.microsoft.com/office/drawing/2014/main" id="{47A2FDB6-CFBD-4FFC-986C-605D4B51C9D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5" name="直線コネクタ 130594">
                        <a:extLst>
                          <a:ext uri="{FF2B5EF4-FFF2-40B4-BE49-F238E27FC236}">
                            <a16:creationId xmlns:a16="http://schemas.microsoft.com/office/drawing/2014/main" id="{D21CD2D9-0B07-4DA9-A11A-5A01EBCFFC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6" name="直線コネクタ 130595">
                        <a:extLst>
                          <a:ext uri="{FF2B5EF4-FFF2-40B4-BE49-F238E27FC236}">
                            <a16:creationId xmlns:a16="http://schemas.microsoft.com/office/drawing/2014/main" id="{FAD0E9F1-DF09-4A98-9A0C-49372685F2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7" name="直線コネクタ 130596">
                        <a:extLst>
                          <a:ext uri="{FF2B5EF4-FFF2-40B4-BE49-F238E27FC236}">
                            <a16:creationId xmlns:a16="http://schemas.microsoft.com/office/drawing/2014/main" id="{72308526-73D2-4E18-953D-74D981123B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8" name="直線コネクタ 130597">
                        <a:extLst>
                          <a:ext uri="{FF2B5EF4-FFF2-40B4-BE49-F238E27FC236}">
                            <a16:creationId xmlns:a16="http://schemas.microsoft.com/office/drawing/2014/main" id="{F585DC94-A077-4FAB-BC57-E03E90A362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99" name="直線コネクタ 130598">
                        <a:extLst>
                          <a:ext uri="{FF2B5EF4-FFF2-40B4-BE49-F238E27FC236}">
                            <a16:creationId xmlns:a16="http://schemas.microsoft.com/office/drawing/2014/main" id="{DB2E32BA-CCA3-4853-8F73-4EA77142DC6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0" name="直線コネクタ 130599">
                        <a:extLst>
                          <a:ext uri="{FF2B5EF4-FFF2-40B4-BE49-F238E27FC236}">
                            <a16:creationId xmlns:a16="http://schemas.microsoft.com/office/drawing/2014/main" id="{8F3E635C-F346-42AF-A570-9CE9A07B7E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1" name="直線コネクタ 130600">
                        <a:extLst>
                          <a:ext uri="{FF2B5EF4-FFF2-40B4-BE49-F238E27FC236}">
                            <a16:creationId xmlns:a16="http://schemas.microsoft.com/office/drawing/2014/main" id="{D4439855-583C-436E-A851-E4293E2649F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2" name="直線コネクタ 130601">
                        <a:extLst>
                          <a:ext uri="{FF2B5EF4-FFF2-40B4-BE49-F238E27FC236}">
                            <a16:creationId xmlns:a16="http://schemas.microsoft.com/office/drawing/2014/main" id="{1972FFE7-43BA-4CCE-9C98-D49651032B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3" name="直線コネクタ 130602">
                        <a:extLst>
                          <a:ext uri="{FF2B5EF4-FFF2-40B4-BE49-F238E27FC236}">
                            <a16:creationId xmlns:a16="http://schemas.microsoft.com/office/drawing/2014/main" id="{523934B4-0F5B-4215-BE65-2DD2FEC2108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4" name="直線コネクタ 130603">
                        <a:extLst>
                          <a:ext uri="{FF2B5EF4-FFF2-40B4-BE49-F238E27FC236}">
                            <a16:creationId xmlns:a16="http://schemas.microsoft.com/office/drawing/2014/main" id="{4E990046-F8F9-4E4C-9059-DF045A446F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5" name="直線コネクタ 130604">
                        <a:extLst>
                          <a:ext uri="{FF2B5EF4-FFF2-40B4-BE49-F238E27FC236}">
                            <a16:creationId xmlns:a16="http://schemas.microsoft.com/office/drawing/2014/main" id="{03AE2A13-B02C-404C-9C80-E6EF070E74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6" name="直線コネクタ 130605">
                        <a:extLst>
                          <a:ext uri="{FF2B5EF4-FFF2-40B4-BE49-F238E27FC236}">
                            <a16:creationId xmlns:a16="http://schemas.microsoft.com/office/drawing/2014/main" id="{26C2C9AC-5458-4C10-81A6-BEEEA0FDAF1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7" name="直線コネクタ 130606">
                        <a:extLst>
                          <a:ext uri="{FF2B5EF4-FFF2-40B4-BE49-F238E27FC236}">
                            <a16:creationId xmlns:a16="http://schemas.microsoft.com/office/drawing/2014/main" id="{9136E84F-414F-48DC-BFAD-941D57C207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8" name="直線コネクタ 130607">
                        <a:extLst>
                          <a:ext uri="{FF2B5EF4-FFF2-40B4-BE49-F238E27FC236}">
                            <a16:creationId xmlns:a16="http://schemas.microsoft.com/office/drawing/2014/main" id="{C20DA4CC-4585-4F9B-9D69-86F57E6257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09" name="直線コネクタ 130608">
                        <a:extLst>
                          <a:ext uri="{FF2B5EF4-FFF2-40B4-BE49-F238E27FC236}">
                            <a16:creationId xmlns:a16="http://schemas.microsoft.com/office/drawing/2014/main" id="{B55FFD8D-F811-4B1D-A83C-9968EF811C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10" name="直線コネクタ 130609">
                        <a:extLst>
                          <a:ext uri="{FF2B5EF4-FFF2-40B4-BE49-F238E27FC236}">
                            <a16:creationId xmlns:a16="http://schemas.microsoft.com/office/drawing/2014/main" id="{D8612F8A-191C-45D7-A1BA-B9B3CC704C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611" name="直線コネクタ 130610">
                        <a:extLst>
                          <a:ext uri="{FF2B5EF4-FFF2-40B4-BE49-F238E27FC236}">
                            <a16:creationId xmlns:a16="http://schemas.microsoft.com/office/drawing/2014/main" id="{A44E1808-7742-4180-8E9C-C5BDA6567C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395" name="グループ化 130394">
                      <a:extLst>
                        <a:ext uri="{FF2B5EF4-FFF2-40B4-BE49-F238E27FC236}">
                          <a16:creationId xmlns:a16="http://schemas.microsoft.com/office/drawing/2014/main" id="{0DC592DF-1ABC-4399-80A9-61AA7A3783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30561" name="正方形/長方形 130560">
                        <a:extLst>
                          <a:ext uri="{FF2B5EF4-FFF2-40B4-BE49-F238E27FC236}">
                            <a16:creationId xmlns:a16="http://schemas.microsoft.com/office/drawing/2014/main" id="{3DD499FE-5D73-497F-BBB8-714C082C6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562" name="正方形/長方形 130561">
                        <a:extLst>
                          <a:ext uri="{FF2B5EF4-FFF2-40B4-BE49-F238E27FC236}">
                            <a16:creationId xmlns:a16="http://schemas.microsoft.com/office/drawing/2014/main" id="{F36FEB16-3BAF-49B7-ABF5-56CEBCE9D8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563" name="正方形/長方形 130562">
                        <a:extLst>
                          <a:ext uri="{FF2B5EF4-FFF2-40B4-BE49-F238E27FC236}">
                            <a16:creationId xmlns:a16="http://schemas.microsoft.com/office/drawing/2014/main" id="{C8A14EAE-B681-4C00-AE7B-2B45ABBA5F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564" name="正方形/長方形 130563">
                        <a:extLst>
                          <a:ext uri="{FF2B5EF4-FFF2-40B4-BE49-F238E27FC236}">
                            <a16:creationId xmlns:a16="http://schemas.microsoft.com/office/drawing/2014/main" id="{6FC24685-E07A-466F-B794-1CB7BFA89E0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565" name="正方形/長方形 130564">
                        <a:extLst>
                          <a:ext uri="{FF2B5EF4-FFF2-40B4-BE49-F238E27FC236}">
                            <a16:creationId xmlns:a16="http://schemas.microsoft.com/office/drawing/2014/main" id="{5A77E348-AF56-4D70-9DF2-6DA6F46EF1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566" name="正方形/長方形 130565">
                        <a:extLst>
                          <a:ext uri="{FF2B5EF4-FFF2-40B4-BE49-F238E27FC236}">
                            <a16:creationId xmlns:a16="http://schemas.microsoft.com/office/drawing/2014/main" id="{0C1181FA-0170-4833-A5C4-4F38108F2D1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567" name="正方形/長方形 130566">
                        <a:extLst>
                          <a:ext uri="{FF2B5EF4-FFF2-40B4-BE49-F238E27FC236}">
                            <a16:creationId xmlns:a16="http://schemas.microsoft.com/office/drawing/2014/main" id="{B40A92EA-BBF2-4432-9F9B-02BCDBAE75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568" name="正方形/長方形 130567">
                        <a:extLst>
                          <a:ext uri="{FF2B5EF4-FFF2-40B4-BE49-F238E27FC236}">
                            <a16:creationId xmlns:a16="http://schemas.microsoft.com/office/drawing/2014/main" id="{164B1878-D404-4E5B-AE71-7995DD2B83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569" name="正方形/長方形 130568">
                        <a:extLst>
                          <a:ext uri="{FF2B5EF4-FFF2-40B4-BE49-F238E27FC236}">
                            <a16:creationId xmlns:a16="http://schemas.microsoft.com/office/drawing/2014/main" id="{3AA6D643-7B07-4AF0-9778-28A67F1957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30396" name="グループ化 130395">
                      <a:extLst>
                        <a:ext uri="{FF2B5EF4-FFF2-40B4-BE49-F238E27FC236}">
                          <a16:creationId xmlns:a16="http://schemas.microsoft.com/office/drawing/2014/main" id="{1CED3EE8-EA38-4F1F-9408-229B3DDB23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553" name="直線コネクタ 130552">
                        <a:extLst>
                          <a:ext uri="{FF2B5EF4-FFF2-40B4-BE49-F238E27FC236}">
                            <a16:creationId xmlns:a16="http://schemas.microsoft.com/office/drawing/2014/main" id="{90ED72AE-F810-45B7-AA09-AA88BBBD2F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4" name="直線コネクタ 130553">
                        <a:extLst>
                          <a:ext uri="{FF2B5EF4-FFF2-40B4-BE49-F238E27FC236}">
                            <a16:creationId xmlns:a16="http://schemas.microsoft.com/office/drawing/2014/main" id="{A3208148-F1F7-4063-BD96-7D219FB260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5" name="直線コネクタ 130554">
                        <a:extLst>
                          <a:ext uri="{FF2B5EF4-FFF2-40B4-BE49-F238E27FC236}">
                            <a16:creationId xmlns:a16="http://schemas.microsoft.com/office/drawing/2014/main" id="{FEC93362-B7C1-4723-BC63-B11C574D82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6" name="直線コネクタ 130555">
                        <a:extLst>
                          <a:ext uri="{FF2B5EF4-FFF2-40B4-BE49-F238E27FC236}">
                            <a16:creationId xmlns:a16="http://schemas.microsoft.com/office/drawing/2014/main" id="{4E31F2A3-2FBC-4F0E-BF86-B17C1D60A5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7" name="直線コネクタ 130556">
                        <a:extLst>
                          <a:ext uri="{FF2B5EF4-FFF2-40B4-BE49-F238E27FC236}">
                            <a16:creationId xmlns:a16="http://schemas.microsoft.com/office/drawing/2014/main" id="{089FE94C-070A-49B6-949A-91E6BA5CD1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8" name="直線コネクタ 130557">
                        <a:extLst>
                          <a:ext uri="{FF2B5EF4-FFF2-40B4-BE49-F238E27FC236}">
                            <a16:creationId xmlns:a16="http://schemas.microsoft.com/office/drawing/2014/main" id="{D8DA73FC-7A7E-4DD2-AEEB-E681C98D15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9" name="直線コネクタ 130558">
                        <a:extLst>
                          <a:ext uri="{FF2B5EF4-FFF2-40B4-BE49-F238E27FC236}">
                            <a16:creationId xmlns:a16="http://schemas.microsoft.com/office/drawing/2014/main" id="{D980915A-6B89-410F-A10E-E1DD87B3B11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60" name="直線コネクタ 130559">
                        <a:extLst>
                          <a:ext uri="{FF2B5EF4-FFF2-40B4-BE49-F238E27FC236}">
                            <a16:creationId xmlns:a16="http://schemas.microsoft.com/office/drawing/2014/main" id="{DDE9478C-7CD4-41D9-B888-D2B10DDD2D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397" name="グループ化 130396">
                      <a:extLst>
                        <a:ext uri="{FF2B5EF4-FFF2-40B4-BE49-F238E27FC236}">
                          <a16:creationId xmlns:a16="http://schemas.microsoft.com/office/drawing/2014/main" id="{86A9C43E-2BDF-4FF4-9A4A-0F7CB5CF49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545" name="直線コネクタ 130544">
                        <a:extLst>
                          <a:ext uri="{FF2B5EF4-FFF2-40B4-BE49-F238E27FC236}">
                            <a16:creationId xmlns:a16="http://schemas.microsoft.com/office/drawing/2014/main" id="{40F17653-21FD-485D-B453-C6A125768C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6" name="直線コネクタ 130545">
                        <a:extLst>
                          <a:ext uri="{FF2B5EF4-FFF2-40B4-BE49-F238E27FC236}">
                            <a16:creationId xmlns:a16="http://schemas.microsoft.com/office/drawing/2014/main" id="{62F8576A-1966-42D2-889C-316077B40D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7" name="直線コネクタ 130546">
                        <a:extLst>
                          <a:ext uri="{FF2B5EF4-FFF2-40B4-BE49-F238E27FC236}">
                            <a16:creationId xmlns:a16="http://schemas.microsoft.com/office/drawing/2014/main" id="{71A8D00D-8034-4AC2-85EE-DB5D11416F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8" name="直線コネクタ 130547">
                        <a:extLst>
                          <a:ext uri="{FF2B5EF4-FFF2-40B4-BE49-F238E27FC236}">
                            <a16:creationId xmlns:a16="http://schemas.microsoft.com/office/drawing/2014/main" id="{88DCA9BA-9A2E-488C-931C-380F25D54E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9" name="直線コネクタ 130548">
                        <a:extLst>
                          <a:ext uri="{FF2B5EF4-FFF2-40B4-BE49-F238E27FC236}">
                            <a16:creationId xmlns:a16="http://schemas.microsoft.com/office/drawing/2014/main" id="{7E8296FB-CF7C-4E45-8A2B-D7F4881017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0" name="直線コネクタ 130549">
                        <a:extLst>
                          <a:ext uri="{FF2B5EF4-FFF2-40B4-BE49-F238E27FC236}">
                            <a16:creationId xmlns:a16="http://schemas.microsoft.com/office/drawing/2014/main" id="{B66D3B1F-8890-4378-9622-403D2BF933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1" name="直線コネクタ 130550">
                        <a:extLst>
                          <a:ext uri="{FF2B5EF4-FFF2-40B4-BE49-F238E27FC236}">
                            <a16:creationId xmlns:a16="http://schemas.microsoft.com/office/drawing/2014/main" id="{2CFD6FD8-5C1A-457A-8B3A-3C1657E6EC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52" name="直線コネクタ 130551">
                        <a:extLst>
                          <a:ext uri="{FF2B5EF4-FFF2-40B4-BE49-F238E27FC236}">
                            <a16:creationId xmlns:a16="http://schemas.microsoft.com/office/drawing/2014/main" id="{9D6E76B4-73A6-410A-8C9F-175E94C4DB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398" name="グループ化 130397">
                      <a:extLst>
                        <a:ext uri="{FF2B5EF4-FFF2-40B4-BE49-F238E27FC236}">
                          <a16:creationId xmlns:a16="http://schemas.microsoft.com/office/drawing/2014/main" id="{46389ABE-6190-464F-B235-0506088ACA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503" name="直線コネクタ 130502">
                        <a:extLst>
                          <a:ext uri="{FF2B5EF4-FFF2-40B4-BE49-F238E27FC236}">
                            <a16:creationId xmlns:a16="http://schemas.microsoft.com/office/drawing/2014/main" id="{2208BF84-5D9B-4124-A4E4-99306E7E577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4" name="直線コネクタ 130503">
                        <a:extLst>
                          <a:ext uri="{FF2B5EF4-FFF2-40B4-BE49-F238E27FC236}">
                            <a16:creationId xmlns:a16="http://schemas.microsoft.com/office/drawing/2014/main" id="{DABA7009-EECD-4A65-86A0-7FF392BBAB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5" name="直線コネクタ 130504">
                        <a:extLst>
                          <a:ext uri="{FF2B5EF4-FFF2-40B4-BE49-F238E27FC236}">
                            <a16:creationId xmlns:a16="http://schemas.microsoft.com/office/drawing/2014/main" id="{16E7237A-4860-426B-A19E-ACBC5A50BB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6" name="直線コネクタ 130505">
                        <a:extLst>
                          <a:ext uri="{FF2B5EF4-FFF2-40B4-BE49-F238E27FC236}">
                            <a16:creationId xmlns:a16="http://schemas.microsoft.com/office/drawing/2014/main" id="{C8EB2889-6531-442F-BE99-630CF46EC7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7" name="直線コネクタ 130506">
                        <a:extLst>
                          <a:ext uri="{FF2B5EF4-FFF2-40B4-BE49-F238E27FC236}">
                            <a16:creationId xmlns:a16="http://schemas.microsoft.com/office/drawing/2014/main" id="{157DEC8E-D720-4A3F-B8A6-7F7A362C1E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8" name="直線コネクタ 130507">
                        <a:extLst>
                          <a:ext uri="{FF2B5EF4-FFF2-40B4-BE49-F238E27FC236}">
                            <a16:creationId xmlns:a16="http://schemas.microsoft.com/office/drawing/2014/main" id="{39438DFF-B3D4-4F67-AA0C-58BFE62F33D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9" name="直線コネクタ 130508">
                        <a:extLst>
                          <a:ext uri="{FF2B5EF4-FFF2-40B4-BE49-F238E27FC236}">
                            <a16:creationId xmlns:a16="http://schemas.microsoft.com/office/drawing/2014/main" id="{88FB7AE6-0A65-4AB3-96F3-28BD3023DA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0" name="直線コネクタ 130509">
                        <a:extLst>
                          <a:ext uri="{FF2B5EF4-FFF2-40B4-BE49-F238E27FC236}">
                            <a16:creationId xmlns:a16="http://schemas.microsoft.com/office/drawing/2014/main" id="{73D96CB4-EC6C-44FB-A81A-80B636616C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1" name="直線コネクタ 130510">
                        <a:extLst>
                          <a:ext uri="{FF2B5EF4-FFF2-40B4-BE49-F238E27FC236}">
                            <a16:creationId xmlns:a16="http://schemas.microsoft.com/office/drawing/2014/main" id="{D700D73C-739F-4495-A94C-799F802022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2" name="直線コネクタ 130511">
                        <a:extLst>
                          <a:ext uri="{FF2B5EF4-FFF2-40B4-BE49-F238E27FC236}">
                            <a16:creationId xmlns:a16="http://schemas.microsoft.com/office/drawing/2014/main" id="{B5C6DCC1-AA9C-49B4-BDD6-FD2434F76F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3" name="直線コネクタ 130512">
                        <a:extLst>
                          <a:ext uri="{FF2B5EF4-FFF2-40B4-BE49-F238E27FC236}">
                            <a16:creationId xmlns:a16="http://schemas.microsoft.com/office/drawing/2014/main" id="{1761A96F-D014-4971-A42B-DF4147D183B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4" name="直線コネクタ 130513">
                        <a:extLst>
                          <a:ext uri="{FF2B5EF4-FFF2-40B4-BE49-F238E27FC236}">
                            <a16:creationId xmlns:a16="http://schemas.microsoft.com/office/drawing/2014/main" id="{6EA6B2BC-60A4-45F9-AD98-D8F4259AF1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5" name="直線コネクタ 130514">
                        <a:extLst>
                          <a:ext uri="{FF2B5EF4-FFF2-40B4-BE49-F238E27FC236}">
                            <a16:creationId xmlns:a16="http://schemas.microsoft.com/office/drawing/2014/main" id="{D3227D07-B1FA-4A4F-B4F3-4C32820F194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6" name="直線コネクタ 130515">
                        <a:extLst>
                          <a:ext uri="{FF2B5EF4-FFF2-40B4-BE49-F238E27FC236}">
                            <a16:creationId xmlns:a16="http://schemas.microsoft.com/office/drawing/2014/main" id="{6DCAD84E-4820-4244-8503-0196BA377E9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7" name="直線コネクタ 130516">
                        <a:extLst>
                          <a:ext uri="{FF2B5EF4-FFF2-40B4-BE49-F238E27FC236}">
                            <a16:creationId xmlns:a16="http://schemas.microsoft.com/office/drawing/2014/main" id="{33293037-B3C7-4A48-AF6B-87CD6A009D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8" name="直線コネクタ 130517">
                        <a:extLst>
                          <a:ext uri="{FF2B5EF4-FFF2-40B4-BE49-F238E27FC236}">
                            <a16:creationId xmlns:a16="http://schemas.microsoft.com/office/drawing/2014/main" id="{F33A38AE-F8D9-4A73-9949-C88CED9A6F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19" name="直線コネクタ 130518">
                        <a:extLst>
                          <a:ext uri="{FF2B5EF4-FFF2-40B4-BE49-F238E27FC236}">
                            <a16:creationId xmlns:a16="http://schemas.microsoft.com/office/drawing/2014/main" id="{C7B4974E-CE18-4596-A5B5-C9AF833F450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0" name="直線コネクタ 130519">
                        <a:extLst>
                          <a:ext uri="{FF2B5EF4-FFF2-40B4-BE49-F238E27FC236}">
                            <a16:creationId xmlns:a16="http://schemas.microsoft.com/office/drawing/2014/main" id="{D2633121-2477-4745-BFE0-F84B0731E7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1" name="直線コネクタ 130520">
                        <a:extLst>
                          <a:ext uri="{FF2B5EF4-FFF2-40B4-BE49-F238E27FC236}">
                            <a16:creationId xmlns:a16="http://schemas.microsoft.com/office/drawing/2014/main" id="{3C43DE91-BEBC-4A64-A955-860640C350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2" name="直線コネクタ 130521">
                        <a:extLst>
                          <a:ext uri="{FF2B5EF4-FFF2-40B4-BE49-F238E27FC236}">
                            <a16:creationId xmlns:a16="http://schemas.microsoft.com/office/drawing/2014/main" id="{971997D4-0CA3-4609-BE6C-81C3BD88FE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3" name="直線コネクタ 130522">
                        <a:extLst>
                          <a:ext uri="{FF2B5EF4-FFF2-40B4-BE49-F238E27FC236}">
                            <a16:creationId xmlns:a16="http://schemas.microsoft.com/office/drawing/2014/main" id="{C7B320CA-AE57-421B-942F-12F8A88827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4" name="直線コネクタ 130523">
                        <a:extLst>
                          <a:ext uri="{FF2B5EF4-FFF2-40B4-BE49-F238E27FC236}">
                            <a16:creationId xmlns:a16="http://schemas.microsoft.com/office/drawing/2014/main" id="{BB438180-4FB5-45F2-A07F-0C04D8B2DF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5" name="直線コネクタ 130524">
                        <a:extLst>
                          <a:ext uri="{FF2B5EF4-FFF2-40B4-BE49-F238E27FC236}">
                            <a16:creationId xmlns:a16="http://schemas.microsoft.com/office/drawing/2014/main" id="{5A70BA4F-BA0A-4F4B-9E1B-3CCEA56B16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6" name="直線コネクタ 130525">
                        <a:extLst>
                          <a:ext uri="{FF2B5EF4-FFF2-40B4-BE49-F238E27FC236}">
                            <a16:creationId xmlns:a16="http://schemas.microsoft.com/office/drawing/2014/main" id="{49A6294F-AB65-4392-B8BA-CE6C71730B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7" name="直線コネクタ 130526">
                        <a:extLst>
                          <a:ext uri="{FF2B5EF4-FFF2-40B4-BE49-F238E27FC236}">
                            <a16:creationId xmlns:a16="http://schemas.microsoft.com/office/drawing/2014/main" id="{5CF0D3F3-6316-4FA3-90A1-AAB1DB6D574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8" name="直線コネクタ 130527">
                        <a:extLst>
                          <a:ext uri="{FF2B5EF4-FFF2-40B4-BE49-F238E27FC236}">
                            <a16:creationId xmlns:a16="http://schemas.microsoft.com/office/drawing/2014/main" id="{241E3F2A-117C-45E1-80DB-864CD83230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29" name="直線コネクタ 130528">
                        <a:extLst>
                          <a:ext uri="{FF2B5EF4-FFF2-40B4-BE49-F238E27FC236}">
                            <a16:creationId xmlns:a16="http://schemas.microsoft.com/office/drawing/2014/main" id="{10755CDA-42D0-42F6-8F63-48249A9FD7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0" name="直線コネクタ 130529">
                        <a:extLst>
                          <a:ext uri="{FF2B5EF4-FFF2-40B4-BE49-F238E27FC236}">
                            <a16:creationId xmlns:a16="http://schemas.microsoft.com/office/drawing/2014/main" id="{82C016AE-3CB1-4484-8B66-CAE6FBA408E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1" name="直線コネクタ 130530">
                        <a:extLst>
                          <a:ext uri="{FF2B5EF4-FFF2-40B4-BE49-F238E27FC236}">
                            <a16:creationId xmlns:a16="http://schemas.microsoft.com/office/drawing/2014/main" id="{CAA6305B-A64D-4E3C-8FA4-D36D750EC77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2" name="直線コネクタ 130531">
                        <a:extLst>
                          <a:ext uri="{FF2B5EF4-FFF2-40B4-BE49-F238E27FC236}">
                            <a16:creationId xmlns:a16="http://schemas.microsoft.com/office/drawing/2014/main" id="{DAF1036C-E497-40EB-BDAE-6093459934D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3" name="直線コネクタ 130532">
                        <a:extLst>
                          <a:ext uri="{FF2B5EF4-FFF2-40B4-BE49-F238E27FC236}">
                            <a16:creationId xmlns:a16="http://schemas.microsoft.com/office/drawing/2014/main" id="{9C441A78-B52C-410C-8372-BFFE85B356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4" name="直線コネクタ 130533">
                        <a:extLst>
                          <a:ext uri="{FF2B5EF4-FFF2-40B4-BE49-F238E27FC236}">
                            <a16:creationId xmlns:a16="http://schemas.microsoft.com/office/drawing/2014/main" id="{D2489DAD-14B3-42AB-85AC-150304BC6B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5" name="直線コネクタ 130534">
                        <a:extLst>
                          <a:ext uri="{FF2B5EF4-FFF2-40B4-BE49-F238E27FC236}">
                            <a16:creationId xmlns:a16="http://schemas.microsoft.com/office/drawing/2014/main" id="{6B934D3E-762F-4BE8-835E-A05CE8D4CF4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6" name="直線コネクタ 130535">
                        <a:extLst>
                          <a:ext uri="{FF2B5EF4-FFF2-40B4-BE49-F238E27FC236}">
                            <a16:creationId xmlns:a16="http://schemas.microsoft.com/office/drawing/2014/main" id="{284C5C80-F3C1-435F-BE99-FD60441EAC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7" name="直線コネクタ 130536">
                        <a:extLst>
                          <a:ext uri="{FF2B5EF4-FFF2-40B4-BE49-F238E27FC236}">
                            <a16:creationId xmlns:a16="http://schemas.microsoft.com/office/drawing/2014/main" id="{44FBE706-01A6-4532-A5E9-078EFF1765A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8" name="直線コネクタ 130537">
                        <a:extLst>
                          <a:ext uri="{FF2B5EF4-FFF2-40B4-BE49-F238E27FC236}">
                            <a16:creationId xmlns:a16="http://schemas.microsoft.com/office/drawing/2014/main" id="{E109B661-8119-4F5C-A484-C7509E743FA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39" name="直線コネクタ 130538">
                        <a:extLst>
                          <a:ext uri="{FF2B5EF4-FFF2-40B4-BE49-F238E27FC236}">
                            <a16:creationId xmlns:a16="http://schemas.microsoft.com/office/drawing/2014/main" id="{A90C5BB4-DA54-47E3-8F35-45905A470F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0" name="直線コネクタ 130539">
                        <a:extLst>
                          <a:ext uri="{FF2B5EF4-FFF2-40B4-BE49-F238E27FC236}">
                            <a16:creationId xmlns:a16="http://schemas.microsoft.com/office/drawing/2014/main" id="{4F89FDA9-7FF2-4F82-9A96-60BB9208333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1" name="直線コネクタ 130540">
                        <a:extLst>
                          <a:ext uri="{FF2B5EF4-FFF2-40B4-BE49-F238E27FC236}">
                            <a16:creationId xmlns:a16="http://schemas.microsoft.com/office/drawing/2014/main" id="{E659CA26-34D1-4BD7-BCE7-3F0A928D49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2" name="直線コネクタ 130541">
                        <a:extLst>
                          <a:ext uri="{FF2B5EF4-FFF2-40B4-BE49-F238E27FC236}">
                            <a16:creationId xmlns:a16="http://schemas.microsoft.com/office/drawing/2014/main" id="{FEB5E9C7-EAE4-442C-B55D-D2E70F54A42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3" name="直線コネクタ 130542">
                        <a:extLst>
                          <a:ext uri="{FF2B5EF4-FFF2-40B4-BE49-F238E27FC236}">
                            <a16:creationId xmlns:a16="http://schemas.microsoft.com/office/drawing/2014/main" id="{6179A4BC-DC5C-4A89-B594-76DCC9254D3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44" name="直線コネクタ 130543">
                        <a:extLst>
                          <a:ext uri="{FF2B5EF4-FFF2-40B4-BE49-F238E27FC236}">
                            <a16:creationId xmlns:a16="http://schemas.microsoft.com/office/drawing/2014/main" id="{3869790A-79E9-4168-A2BB-919E77AF945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399" name="グループ化 130398">
                      <a:extLst>
                        <a:ext uri="{FF2B5EF4-FFF2-40B4-BE49-F238E27FC236}">
                          <a16:creationId xmlns:a16="http://schemas.microsoft.com/office/drawing/2014/main" id="{A5208425-5E0D-4ACC-BEAB-9A243F390DE6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461" name="直線コネクタ 130460">
                        <a:extLst>
                          <a:ext uri="{FF2B5EF4-FFF2-40B4-BE49-F238E27FC236}">
                            <a16:creationId xmlns:a16="http://schemas.microsoft.com/office/drawing/2014/main" id="{90D41C08-3FBB-49F0-9E8B-59C9422C70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2" name="直線コネクタ 130461">
                        <a:extLst>
                          <a:ext uri="{FF2B5EF4-FFF2-40B4-BE49-F238E27FC236}">
                            <a16:creationId xmlns:a16="http://schemas.microsoft.com/office/drawing/2014/main" id="{16084874-FED7-4071-AFF5-EEAD0B0A0C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3" name="直線コネクタ 130462">
                        <a:extLst>
                          <a:ext uri="{FF2B5EF4-FFF2-40B4-BE49-F238E27FC236}">
                            <a16:creationId xmlns:a16="http://schemas.microsoft.com/office/drawing/2014/main" id="{AEC8711C-DC9A-4F12-8AAA-F9192203E8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4" name="直線コネクタ 130463">
                        <a:extLst>
                          <a:ext uri="{FF2B5EF4-FFF2-40B4-BE49-F238E27FC236}">
                            <a16:creationId xmlns:a16="http://schemas.microsoft.com/office/drawing/2014/main" id="{2AA49819-31A2-49EC-B532-70C2425B0C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5" name="直線コネクタ 130464">
                        <a:extLst>
                          <a:ext uri="{FF2B5EF4-FFF2-40B4-BE49-F238E27FC236}">
                            <a16:creationId xmlns:a16="http://schemas.microsoft.com/office/drawing/2014/main" id="{29718C72-7859-4FA7-9D12-3F13A3FC6D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6" name="直線コネクタ 130465">
                        <a:extLst>
                          <a:ext uri="{FF2B5EF4-FFF2-40B4-BE49-F238E27FC236}">
                            <a16:creationId xmlns:a16="http://schemas.microsoft.com/office/drawing/2014/main" id="{0B7DFCE9-3233-4E2C-90E8-B6D67A01E2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7" name="直線コネクタ 130466">
                        <a:extLst>
                          <a:ext uri="{FF2B5EF4-FFF2-40B4-BE49-F238E27FC236}">
                            <a16:creationId xmlns:a16="http://schemas.microsoft.com/office/drawing/2014/main" id="{157571AB-1423-46AD-87B4-7431EBD609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8" name="直線コネクタ 130467">
                        <a:extLst>
                          <a:ext uri="{FF2B5EF4-FFF2-40B4-BE49-F238E27FC236}">
                            <a16:creationId xmlns:a16="http://schemas.microsoft.com/office/drawing/2014/main" id="{239F134E-9932-42B0-8656-A22A07F03E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9" name="直線コネクタ 130468">
                        <a:extLst>
                          <a:ext uri="{FF2B5EF4-FFF2-40B4-BE49-F238E27FC236}">
                            <a16:creationId xmlns:a16="http://schemas.microsoft.com/office/drawing/2014/main" id="{44D1450C-EAF4-4458-8DBB-2EC9C8EA33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0" name="直線コネクタ 130469">
                        <a:extLst>
                          <a:ext uri="{FF2B5EF4-FFF2-40B4-BE49-F238E27FC236}">
                            <a16:creationId xmlns:a16="http://schemas.microsoft.com/office/drawing/2014/main" id="{2ECFDF53-A1D7-4762-A450-C862E49367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1" name="直線コネクタ 130470">
                        <a:extLst>
                          <a:ext uri="{FF2B5EF4-FFF2-40B4-BE49-F238E27FC236}">
                            <a16:creationId xmlns:a16="http://schemas.microsoft.com/office/drawing/2014/main" id="{182AB42B-25D8-4A82-8443-808AFA8217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2" name="直線コネクタ 130471">
                        <a:extLst>
                          <a:ext uri="{FF2B5EF4-FFF2-40B4-BE49-F238E27FC236}">
                            <a16:creationId xmlns:a16="http://schemas.microsoft.com/office/drawing/2014/main" id="{5652648D-4CB9-4838-A90A-81E761C05D0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3" name="直線コネクタ 130472">
                        <a:extLst>
                          <a:ext uri="{FF2B5EF4-FFF2-40B4-BE49-F238E27FC236}">
                            <a16:creationId xmlns:a16="http://schemas.microsoft.com/office/drawing/2014/main" id="{B3BB6F89-28D1-4885-898E-0CD6894A587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4" name="直線コネクタ 130473">
                        <a:extLst>
                          <a:ext uri="{FF2B5EF4-FFF2-40B4-BE49-F238E27FC236}">
                            <a16:creationId xmlns:a16="http://schemas.microsoft.com/office/drawing/2014/main" id="{E4DAE34D-FC6B-48F0-82C8-43510BD330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5" name="直線コネクタ 130474">
                        <a:extLst>
                          <a:ext uri="{FF2B5EF4-FFF2-40B4-BE49-F238E27FC236}">
                            <a16:creationId xmlns:a16="http://schemas.microsoft.com/office/drawing/2014/main" id="{4201D733-857C-4031-B781-8763B1BE699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6" name="直線コネクタ 130475">
                        <a:extLst>
                          <a:ext uri="{FF2B5EF4-FFF2-40B4-BE49-F238E27FC236}">
                            <a16:creationId xmlns:a16="http://schemas.microsoft.com/office/drawing/2014/main" id="{DBC36810-2F8A-4A45-9023-DCB5F16F9C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7" name="直線コネクタ 130476">
                        <a:extLst>
                          <a:ext uri="{FF2B5EF4-FFF2-40B4-BE49-F238E27FC236}">
                            <a16:creationId xmlns:a16="http://schemas.microsoft.com/office/drawing/2014/main" id="{091312D3-D649-475F-B0D4-6AC805A5BA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8" name="直線コネクタ 130477">
                        <a:extLst>
                          <a:ext uri="{FF2B5EF4-FFF2-40B4-BE49-F238E27FC236}">
                            <a16:creationId xmlns:a16="http://schemas.microsoft.com/office/drawing/2014/main" id="{7719798D-63F9-41E4-9973-55ECD65B46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79" name="直線コネクタ 130478">
                        <a:extLst>
                          <a:ext uri="{FF2B5EF4-FFF2-40B4-BE49-F238E27FC236}">
                            <a16:creationId xmlns:a16="http://schemas.microsoft.com/office/drawing/2014/main" id="{4B83BB0A-75CE-4F76-9793-EA9582772B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0" name="直線コネクタ 130479">
                        <a:extLst>
                          <a:ext uri="{FF2B5EF4-FFF2-40B4-BE49-F238E27FC236}">
                            <a16:creationId xmlns:a16="http://schemas.microsoft.com/office/drawing/2014/main" id="{A0BFD628-CD40-4ED9-991F-AF99B12D71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1" name="直線コネクタ 130480">
                        <a:extLst>
                          <a:ext uri="{FF2B5EF4-FFF2-40B4-BE49-F238E27FC236}">
                            <a16:creationId xmlns:a16="http://schemas.microsoft.com/office/drawing/2014/main" id="{561BFC43-A2B3-4286-A0FA-637C56325C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2" name="直線コネクタ 130481">
                        <a:extLst>
                          <a:ext uri="{FF2B5EF4-FFF2-40B4-BE49-F238E27FC236}">
                            <a16:creationId xmlns:a16="http://schemas.microsoft.com/office/drawing/2014/main" id="{8B7F596E-9534-4F42-AD9D-8B82F03077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3" name="直線コネクタ 130482">
                        <a:extLst>
                          <a:ext uri="{FF2B5EF4-FFF2-40B4-BE49-F238E27FC236}">
                            <a16:creationId xmlns:a16="http://schemas.microsoft.com/office/drawing/2014/main" id="{EA3D0E23-E204-4453-9A3E-1CB5A51EFA1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4" name="直線コネクタ 130483">
                        <a:extLst>
                          <a:ext uri="{FF2B5EF4-FFF2-40B4-BE49-F238E27FC236}">
                            <a16:creationId xmlns:a16="http://schemas.microsoft.com/office/drawing/2014/main" id="{86828BD8-D462-4001-A60C-8624BFAFA25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5" name="直線コネクタ 130484">
                        <a:extLst>
                          <a:ext uri="{FF2B5EF4-FFF2-40B4-BE49-F238E27FC236}">
                            <a16:creationId xmlns:a16="http://schemas.microsoft.com/office/drawing/2014/main" id="{D52FDD33-4D13-480B-B096-87C3637389A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6" name="直線コネクタ 130485">
                        <a:extLst>
                          <a:ext uri="{FF2B5EF4-FFF2-40B4-BE49-F238E27FC236}">
                            <a16:creationId xmlns:a16="http://schemas.microsoft.com/office/drawing/2014/main" id="{AFFE5A53-3D25-4907-AB15-7F7E1DD6204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7" name="直線コネクタ 130486">
                        <a:extLst>
                          <a:ext uri="{FF2B5EF4-FFF2-40B4-BE49-F238E27FC236}">
                            <a16:creationId xmlns:a16="http://schemas.microsoft.com/office/drawing/2014/main" id="{0671F6FA-149D-485B-9130-65BE6964C84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8" name="直線コネクタ 130487">
                        <a:extLst>
                          <a:ext uri="{FF2B5EF4-FFF2-40B4-BE49-F238E27FC236}">
                            <a16:creationId xmlns:a16="http://schemas.microsoft.com/office/drawing/2014/main" id="{D290B4FB-8008-48E2-8B79-DC4CF8C3ED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89" name="直線コネクタ 130488">
                        <a:extLst>
                          <a:ext uri="{FF2B5EF4-FFF2-40B4-BE49-F238E27FC236}">
                            <a16:creationId xmlns:a16="http://schemas.microsoft.com/office/drawing/2014/main" id="{B8C90937-79D8-47C7-8E06-EC1A834E00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0" name="直線コネクタ 130489">
                        <a:extLst>
                          <a:ext uri="{FF2B5EF4-FFF2-40B4-BE49-F238E27FC236}">
                            <a16:creationId xmlns:a16="http://schemas.microsoft.com/office/drawing/2014/main" id="{19901979-2BA9-4B1B-961A-5BECE32940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1" name="直線コネクタ 130490">
                        <a:extLst>
                          <a:ext uri="{FF2B5EF4-FFF2-40B4-BE49-F238E27FC236}">
                            <a16:creationId xmlns:a16="http://schemas.microsoft.com/office/drawing/2014/main" id="{59F09C05-107D-424F-8397-98349D5266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2" name="直線コネクタ 130491">
                        <a:extLst>
                          <a:ext uri="{FF2B5EF4-FFF2-40B4-BE49-F238E27FC236}">
                            <a16:creationId xmlns:a16="http://schemas.microsoft.com/office/drawing/2014/main" id="{4DF5D646-E91A-4F09-A1B7-16841D2D8B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3" name="直線コネクタ 130492">
                        <a:extLst>
                          <a:ext uri="{FF2B5EF4-FFF2-40B4-BE49-F238E27FC236}">
                            <a16:creationId xmlns:a16="http://schemas.microsoft.com/office/drawing/2014/main" id="{0F013A40-9F5F-492A-A0AB-3C81D81B34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4" name="直線コネクタ 130493">
                        <a:extLst>
                          <a:ext uri="{FF2B5EF4-FFF2-40B4-BE49-F238E27FC236}">
                            <a16:creationId xmlns:a16="http://schemas.microsoft.com/office/drawing/2014/main" id="{4A84DFBC-8578-43D9-82F1-784FF7EAAD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5" name="直線コネクタ 130494">
                        <a:extLst>
                          <a:ext uri="{FF2B5EF4-FFF2-40B4-BE49-F238E27FC236}">
                            <a16:creationId xmlns:a16="http://schemas.microsoft.com/office/drawing/2014/main" id="{73F1818E-8BAC-4136-8048-DAF02BDEB0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6" name="直線コネクタ 130495">
                        <a:extLst>
                          <a:ext uri="{FF2B5EF4-FFF2-40B4-BE49-F238E27FC236}">
                            <a16:creationId xmlns:a16="http://schemas.microsoft.com/office/drawing/2014/main" id="{B049F0FC-39BA-4184-8641-499BC28D95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7" name="直線コネクタ 130496">
                        <a:extLst>
                          <a:ext uri="{FF2B5EF4-FFF2-40B4-BE49-F238E27FC236}">
                            <a16:creationId xmlns:a16="http://schemas.microsoft.com/office/drawing/2014/main" id="{370AAB01-B662-4198-97C7-5E83093665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8" name="直線コネクタ 130497">
                        <a:extLst>
                          <a:ext uri="{FF2B5EF4-FFF2-40B4-BE49-F238E27FC236}">
                            <a16:creationId xmlns:a16="http://schemas.microsoft.com/office/drawing/2014/main" id="{9C695A87-6D65-427B-B13D-AD42495BBA6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99" name="直線コネクタ 130498">
                        <a:extLst>
                          <a:ext uri="{FF2B5EF4-FFF2-40B4-BE49-F238E27FC236}">
                            <a16:creationId xmlns:a16="http://schemas.microsoft.com/office/drawing/2014/main" id="{2FA1D2DA-65E2-4082-BDBF-BE485C4B7F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0" name="直線コネクタ 130499">
                        <a:extLst>
                          <a:ext uri="{FF2B5EF4-FFF2-40B4-BE49-F238E27FC236}">
                            <a16:creationId xmlns:a16="http://schemas.microsoft.com/office/drawing/2014/main" id="{979A3C67-752A-47EF-AC2D-DD6F860DE55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1" name="直線コネクタ 130500">
                        <a:extLst>
                          <a:ext uri="{FF2B5EF4-FFF2-40B4-BE49-F238E27FC236}">
                            <a16:creationId xmlns:a16="http://schemas.microsoft.com/office/drawing/2014/main" id="{685265C6-867B-42F7-A060-130896DABDE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502" name="直線コネクタ 130501">
                        <a:extLst>
                          <a:ext uri="{FF2B5EF4-FFF2-40B4-BE49-F238E27FC236}">
                            <a16:creationId xmlns:a16="http://schemas.microsoft.com/office/drawing/2014/main" id="{2A2E7FCA-E9B8-4310-B2B2-CBF5CB9619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400" name="グループ化 130399">
                      <a:extLst>
                        <a:ext uri="{FF2B5EF4-FFF2-40B4-BE49-F238E27FC236}">
                          <a16:creationId xmlns:a16="http://schemas.microsoft.com/office/drawing/2014/main" id="{04C12187-24C2-4A16-8F69-D8437B90DB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453" name="直線コネクタ 130452">
                        <a:extLst>
                          <a:ext uri="{FF2B5EF4-FFF2-40B4-BE49-F238E27FC236}">
                            <a16:creationId xmlns:a16="http://schemas.microsoft.com/office/drawing/2014/main" id="{F94E9F68-2781-41B0-9134-E862B3D25A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4" name="直線コネクタ 130453">
                        <a:extLst>
                          <a:ext uri="{FF2B5EF4-FFF2-40B4-BE49-F238E27FC236}">
                            <a16:creationId xmlns:a16="http://schemas.microsoft.com/office/drawing/2014/main" id="{ADD72925-59F0-4E7C-8E49-B1FCC2264A1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5" name="直線コネクタ 130454">
                        <a:extLst>
                          <a:ext uri="{FF2B5EF4-FFF2-40B4-BE49-F238E27FC236}">
                            <a16:creationId xmlns:a16="http://schemas.microsoft.com/office/drawing/2014/main" id="{9463B652-EC76-4194-A950-84545ADD6C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6" name="直線コネクタ 130455">
                        <a:extLst>
                          <a:ext uri="{FF2B5EF4-FFF2-40B4-BE49-F238E27FC236}">
                            <a16:creationId xmlns:a16="http://schemas.microsoft.com/office/drawing/2014/main" id="{E877D06A-9871-40DF-BF0E-A783A5BFD6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7" name="直線コネクタ 130456">
                        <a:extLst>
                          <a:ext uri="{FF2B5EF4-FFF2-40B4-BE49-F238E27FC236}">
                            <a16:creationId xmlns:a16="http://schemas.microsoft.com/office/drawing/2014/main" id="{31952432-EABA-48BE-BF75-4D42F1113F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8" name="直線コネクタ 130457">
                        <a:extLst>
                          <a:ext uri="{FF2B5EF4-FFF2-40B4-BE49-F238E27FC236}">
                            <a16:creationId xmlns:a16="http://schemas.microsoft.com/office/drawing/2014/main" id="{837A6CF1-F559-4135-A205-ED41118A5F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9" name="直線コネクタ 130458">
                        <a:extLst>
                          <a:ext uri="{FF2B5EF4-FFF2-40B4-BE49-F238E27FC236}">
                            <a16:creationId xmlns:a16="http://schemas.microsoft.com/office/drawing/2014/main" id="{4D083DC0-105D-4BC2-BEB8-42FA1151BD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60" name="直線コネクタ 130459">
                        <a:extLst>
                          <a:ext uri="{FF2B5EF4-FFF2-40B4-BE49-F238E27FC236}">
                            <a16:creationId xmlns:a16="http://schemas.microsoft.com/office/drawing/2014/main" id="{6FBBFB72-255B-4F79-8975-82260DF47D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401" name="グループ化 130400">
                      <a:extLst>
                        <a:ext uri="{FF2B5EF4-FFF2-40B4-BE49-F238E27FC236}">
                          <a16:creationId xmlns:a16="http://schemas.microsoft.com/office/drawing/2014/main" id="{7409537B-CF2F-4A66-B51B-DC6BDD0F33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445" name="直線コネクタ 130444">
                        <a:extLst>
                          <a:ext uri="{FF2B5EF4-FFF2-40B4-BE49-F238E27FC236}">
                            <a16:creationId xmlns:a16="http://schemas.microsoft.com/office/drawing/2014/main" id="{531C2986-836B-4A90-9C6E-067C46DDC68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6" name="直線コネクタ 130445">
                        <a:extLst>
                          <a:ext uri="{FF2B5EF4-FFF2-40B4-BE49-F238E27FC236}">
                            <a16:creationId xmlns:a16="http://schemas.microsoft.com/office/drawing/2014/main" id="{28BBB98A-796F-4437-A05B-B9DAA956B1C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7" name="直線コネクタ 130446">
                        <a:extLst>
                          <a:ext uri="{FF2B5EF4-FFF2-40B4-BE49-F238E27FC236}">
                            <a16:creationId xmlns:a16="http://schemas.microsoft.com/office/drawing/2014/main" id="{694D28BC-AFD7-4818-A26B-54A2896875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8" name="直線コネクタ 130447">
                        <a:extLst>
                          <a:ext uri="{FF2B5EF4-FFF2-40B4-BE49-F238E27FC236}">
                            <a16:creationId xmlns:a16="http://schemas.microsoft.com/office/drawing/2014/main" id="{228244E7-3375-418E-8670-118B11C036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9" name="直線コネクタ 130448">
                        <a:extLst>
                          <a:ext uri="{FF2B5EF4-FFF2-40B4-BE49-F238E27FC236}">
                            <a16:creationId xmlns:a16="http://schemas.microsoft.com/office/drawing/2014/main" id="{5190EDEA-680B-47CD-B1E2-C310407F5F9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0" name="直線コネクタ 130449">
                        <a:extLst>
                          <a:ext uri="{FF2B5EF4-FFF2-40B4-BE49-F238E27FC236}">
                            <a16:creationId xmlns:a16="http://schemas.microsoft.com/office/drawing/2014/main" id="{F6E378B5-70B4-46DD-824E-AF25FF37AE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1" name="直線コネクタ 130450">
                        <a:extLst>
                          <a:ext uri="{FF2B5EF4-FFF2-40B4-BE49-F238E27FC236}">
                            <a16:creationId xmlns:a16="http://schemas.microsoft.com/office/drawing/2014/main" id="{DB42B944-2EAB-40CB-9AF2-976660AB3B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52" name="直線コネクタ 130451">
                        <a:extLst>
                          <a:ext uri="{FF2B5EF4-FFF2-40B4-BE49-F238E27FC236}">
                            <a16:creationId xmlns:a16="http://schemas.microsoft.com/office/drawing/2014/main" id="{6877FD1F-F8B7-4884-ADD9-348C4AD18F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402" name="グループ化 130401">
                      <a:extLst>
                        <a:ext uri="{FF2B5EF4-FFF2-40B4-BE49-F238E27FC236}">
                          <a16:creationId xmlns:a16="http://schemas.microsoft.com/office/drawing/2014/main" id="{29ADD358-CEB8-45AC-9B57-4D2FBBCBB6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403" name="直線コネクタ 130402">
                        <a:extLst>
                          <a:ext uri="{FF2B5EF4-FFF2-40B4-BE49-F238E27FC236}">
                            <a16:creationId xmlns:a16="http://schemas.microsoft.com/office/drawing/2014/main" id="{96D8F614-FE38-4EE8-9B82-CDA12AFA92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04" name="直線コネクタ 130403">
                        <a:extLst>
                          <a:ext uri="{FF2B5EF4-FFF2-40B4-BE49-F238E27FC236}">
                            <a16:creationId xmlns:a16="http://schemas.microsoft.com/office/drawing/2014/main" id="{D83C08DA-C54D-45CA-8164-154F4427C1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05" name="直線コネクタ 130404">
                        <a:extLst>
                          <a:ext uri="{FF2B5EF4-FFF2-40B4-BE49-F238E27FC236}">
                            <a16:creationId xmlns:a16="http://schemas.microsoft.com/office/drawing/2014/main" id="{06C6A267-6BE5-49A9-BD3F-FDE742F8F9D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06" name="直線コネクタ 130405">
                        <a:extLst>
                          <a:ext uri="{FF2B5EF4-FFF2-40B4-BE49-F238E27FC236}">
                            <a16:creationId xmlns:a16="http://schemas.microsoft.com/office/drawing/2014/main" id="{46CA1CCB-D57C-4AAC-8593-BCFD7F8B51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07" name="直線コネクタ 130406">
                        <a:extLst>
                          <a:ext uri="{FF2B5EF4-FFF2-40B4-BE49-F238E27FC236}">
                            <a16:creationId xmlns:a16="http://schemas.microsoft.com/office/drawing/2014/main" id="{A6816946-0C88-45A4-A3F9-A43832C35D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08" name="直線コネクタ 130407">
                        <a:extLst>
                          <a:ext uri="{FF2B5EF4-FFF2-40B4-BE49-F238E27FC236}">
                            <a16:creationId xmlns:a16="http://schemas.microsoft.com/office/drawing/2014/main" id="{BA850DC0-B02E-4BE7-A539-3EEDB89975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09" name="直線コネクタ 130408">
                        <a:extLst>
                          <a:ext uri="{FF2B5EF4-FFF2-40B4-BE49-F238E27FC236}">
                            <a16:creationId xmlns:a16="http://schemas.microsoft.com/office/drawing/2014/main" id="{02B17490-1318-44D3-8AEB-BB5E3A649C1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0" name="直線コネクタ 130409">
                        <a:extLst>
                          <a:ext uri="{FF2B5EF4-FFF2-40B4-BE49-F238E27FC236}">
                            <a16:creationId xmlns:a16="http://schemas.microsoft.com/office/drawing/2014/main" id="{2BF98CCF-5D70-49A9-B197-BE043C17F8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1" name="直線コネクタ 130410">
                        <a:extLst>
                          <a:ext uri="{FF2B5EF4-FFF2-40B4-BE49-F238E27FC236}">
                            <a16:creationId xmlns:a16="http://schemas.microsoft.com/office/drawing/2014/main" id="{F54514B3-3CD8-4FBD-B619-4D716864B7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2" name="直線コネクタ 130411">
                        <a:extLst>
                          <a:ext uri="{FF2B5EF4-FFF2-40B4-BE49-F238E27FC236}">
                            <a16:creationId xmlns:a16="http://schemas.microsoft.com/office/drawing/2014/main" id="{4A4BB1A9-2F29-4163-B973-A04D462C98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3" name="直線コネクタ 130412">
                        <a:extLst>
                          <a:ext uri="{FF2B5EF4-FFF2-40B4-BE49-F238E27FC236}">
                            <a16:creationId xmlns:a16="http://schemas.microsoft.com/office/drawing/2014/main" id="{4662907C-6C07-46FE-9585-AE0F74780DC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4" name="直線コネクタ 130413">
                        <a:extLst>
                          <a:ext uri="{FF2B5EF4-FFF2-40B4-BE49-F238E27FC236}">
                            <a16:creationId xmlns:a16="http://schemas.microsoft.com/office/drawing/2014/main" id="{D3DACD94-088F-4256-A83C-ABFF215BF41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5" name="直線コネクタ 130414">
                        <a:extLst>
                          <a:ext uri="{FF2B5EF4-FFF2-40B4-BE49-F238E27FC236}">
                            <a16:creationId xmlns:a16="http://schemas.microsoft.com/office/drawing/2014/main" id="{B5CE767A-EDA7-4BAF-B298-BB28BACAAC7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6" name="直線コネクタ 130415">
                        <a:extLst>
                          <a:ext uri="{FF2B5EF4-FFF2-40B4-BE49-F238E27FC236}">
                            <a16:creationId xmlns:a16="http://schemas.microsoft.com/office/drawing/2014/main" id="{F0801D2B-441A-44F2-A5E4-75DEBF45B9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7" name="直線コネクタ 130416">
                        <a:extLst>
                          <a:ext uri="{FF2B5EF4-FFF2-40B4-BE49-F238E27FC236}">
                            <a16:creationId xmlns:a16="http://schemas.microsoft.com/office/drawing/2014/main" id="{62A7C119-7550-4BF4-84A4-E5698F834AE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8" name="直線コネクタ 130417">
                        <a:extLst>
                          <a:ext uri="{FF2B5EF4-FFF2-40B4-BE49-F238E27FC236}">
                            <a16:creationId xmlns:a16="http://schemas.microsoft.com/office/drawing/2014/main" id="{5541B3B6-01DD-421A-9DE5-ABD28D50EA9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19" name="直線コネクタ 130418">
                        <a:extLst>
                          <a:ext uri="{FF2B5EF4-FFF2-40B4-BE49-F238E27FC236}">
                            <a16:creationId xmlns:a16="http://schemas.microsoft.com/office/drawing/2014/main" id="{8F5BA117-DDDF-488B-9BD5-BA4CE500F2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0" name="直線コネクタ 130419">
                        <a:extLst>
                          <a:ext uri="{FF2B5EF4-FFF2-40B4-BE49-F238E27FC236}">
                            <a16:creationId xmlns:a16="http://schemas.microsoft.com/office/drawing/2014/main" id="{A26BEDCA-0C28-4858-8CB7-70B36FFBBA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1" name="直線コネクタ 130420">
                        <a:extLst>
                          <a:ext uri="{FF2B5EF4-FFF2-40B4-BE49-F238E27FC236}">
                            <a16:creationId xmlns:a16="http://schemas.microsoft.com/office/drawing/2014/main" id="{71D27DB7-7816-49BD-830D-2597D10E8C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2" name="直線コネクタ 130421">
                        <a:extLst>
                          <a:ext uri="{FF2B5EF4-FFF2-40B4-BE49-F238E27FC236}">
                            <a16:creationId xmlns:a16="http://schemas.microsoft.com/office/drawing/2014/main" id="{0BA30214-9451-4B68-B310-3A638053010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3" name="直線コネクタ 130422">
                        <a:extLst>
                          <a:ext uri="{FF2B5EF4-FFF2-40B4-BE49-F238E27FC236}">
                            <a16:creationId xmlns:a16="http://schemas.microsoft.com/office/drawing/2014/main" id="{96121526-2239-4D5A-A278-795A5433014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4" name="直線コネクタ 130423">
                        <a:extLst>
                          <a:ext uri="{FF2B5EF4-FFF2-40B4-BE49-F238E27FC236}">
                            <a16:creationId xmlns:a16="http://schemas.microsoft.com/office/drawing/2014/main" id="{7FDB6BB8-D9EC-4949-AF5A-8C10327C96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5" name="直線コネクタ 130424">
                        <a:extLst>
                          <a:ext uri="{FF2B5EF4-FFF2-40B4-BE49-F238E27FC236}">
                            <a16:creationId xmlns:a16="http://schemas.microsoft.com/office/drawing/2014/main" id="{DE613BB1-EA69-47E9-9982-CF2CB0ABB3C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6" name="直線コネクタ 130425">
                        <a:extLst>
                          <a:ext uri="{FF2B5EF4-FFF2-40B4-BE49-F238E27FC236}">
                            <a16:creationId xmlns:a16="http://schemas.microsoft.com/office/drawing/2014/main" id="{0663C8A3-2CE1-4314-B3B9-4525A7C0EB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7" name="直線コネクタ 130426">
                        <a:extLst>
                          <a:ext uri="{FF2B5EF4-FFF2-40B4-BE49-F238E27FC236}">
                            <a16:creationId xmlns:a16="http://schemas.microsoft.com/office/drawing/2014/main" id="{643FB478-E2F7-4843-A586-53131B3A48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8" name="直線コネクタ 130427">
                        <a:extLst>
                          <a:ext uri="{FF2B5EF4-FFF2-40B4-BE49-F238E27FC236}">
                            <a16:creationId xmlns:a16="http://schemas.microsoft.com/office/drawing/2014/main" id="{A1926041-EFA0-4060-9C56-14A6162300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29" name="直線コネクタ 130428">
                        <a:extLst>
                          <a:ext uri="{FF2B5EF4-FFF2-40B4-BE49-F238E27FC236}">
                            <a16:creationId xmlns:a16="http://schemas.microsoft.com/office/drawing/2014/main" id="{779771FA-8047-4630-B974-65EF5554FA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0" name="直線コネクタ 130429">
                        <a:extLst>
                          <a:ext uri="{FF2B5EF4-FFF2-40B4-BE49-F238E27FC236}">
                            <a16:creationId xmlns:a16="http://schemas.microsoft.com/office/drawing/2014/main" id="{5D5E6F4D-3788-42B0-BCC3-63C14064207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1" name="直線コネクタ 130430">
                        <a:extLst>
                          <a:ext uri="{FF2B5EF4-FFF2-40B4-BE49-F238E27FC236}">
                            <a16:creationId xmlns:a16="http://schemas.microsoft.com/office/drawing/2014/main" id="{092B14DB-5F02-4B8F-98E3-E11368889B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2" name="直線コネクタ 130431">
                        <a:extLst>
                          <a:ext uri="{FF2B5EF4-FFF2-40B4-BE49-F238E27FC236}">
                            <a16:creationId xmlns:a16="http://schemas.microsoft.com/office/drawing/2014/main" id="{D9835CEF-7BFB-4698-AA32-EC287155DFF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3" name="直線コネクタ 130432">
                        <a:extLst>
                          <a:ext uri="{FF2B5EF4-FFF2-40B4-BE49-F238E27FC236}">
                            <a16:creationId xmlns:a16="http://schemas.microsoft.com/office/drawing/2014/main" id="{C353BE7A-866A-489D-869D-51BC0CFE16C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4" name="直線コネクタ 130433">
                        <a:extLst>
                          <a:ext uri="{FF2B5EF4-FFF2-40B4-BE49-F238E27FC236}">
                            <a16:creationId xmlns:a16="http://schemas.microsoft.com/office/drawing/2014/main" id="{B782CA50-5C1C-42B8-A448-2D621E4B7C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5" name="直線コネクタ 130434">
                        <a:extLst>
                          <a:ext uri="{FF2B5EF4-FFF2-40B4-BE49-F238E27FC236}">
                            <a16:creationId xmlns:a16="http://schemas.microsoft.com/office/drawing/2014/main" id="{B921DFCC-C300-44AF-84E2-A0A5F0E653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6" name="直線コネクタ 130435">
                        <a:extLst>
                          <a:ext uri="{FF2B5EF4-FFF2-40B4-BE49-F238E27FC236}">
                            <a16:creationId xmlns:a16="http://schemas.microsoft.com/office/drawing/2014/main" id="{AA7A9C29-571E-4D45-B9E4-653029D2F28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7" name="直線コネクタ 130436">
                        <a:extLst>
                          <a:ext uri="{FF2B5EF4-FFF2-40B4-BE49-F238E27FC236}">
                            <a16:creationId xmlns:a16="http://schemas.microsoft.com/office/drawing/2014/main" id="{8CB49EED-4864-4F1E-9E39-FA70C25C8E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8" name="直線コネクタ 130437">
                        <a:extLst>
                          <a:ext uri="{FF2B5EF4-FFF2-40B4-BE49-F238E27FC236}">
                            <a16:creationId xmlns:a16="http://schemas.microsoft.com/office/drawing/2014/main" id="{BA38B2D2-CBF3-4E5A-A056-9A583E1102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39" name="直線コネクタ 130438">
                        <a:extLst>
                          <a:ext uri="{FF2B5EF4-FFF2-40B4-BE49-F238E27FC236}">
                            <a16:creationId xmlns:a16="http://schemas.microsoft.com/office/drawing/2014/main" id="{2BD8D0D2-9CA8-44E1-9568-D12CDC5464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0" name="直線コネクタ 130439">
                        <a:extLst>
                          <a:ext uri="{FF2B5EF4-FFF2-40B4-BE49-F238E27FC236}">
                            <a16:creationId xmlns:a16="http://schemas.microsoft.com/office/drawing/2014/main" id="{BE5AF163-C148-427F-8BD2-F923EBDF08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1" name="直線コネクタ 130440">
                        <a:extLst>
                          <a:ext uri="{FF2B5EF4-FFF2-40B4-BE49-F238E27FC236}">
                            <a16:creationId xmlns:a16="http://schemas.microsoft.com/office/drawing/2014/main" id="{D98DA361-EB3C-4FA0-9C30-32AB7E1EF7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2" name="直線コネクタ 130441">
                        <a:extLst>
                          <a:ext uri="{FF2B5EF4-FFF2-40B4-BE49-F238E27FC236}">
                            <a16:creationId xmlns:a16="http://schemas.microsoft.com/office/drawing/2014/main" id="{C2FEA202-4C60-4B18-9797-6A029E32CA8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3" name="直線コネクタ 130442">
                        <a:extLst>
                          <a:ext uri="{FF2B5EF4-FFF2-40B4-BE49-F238E27FC236}">
                            <a16:creationId xmlns:a16="http://schemas.microsoft.com/office/drawing/2014/main" id="{DCBFBAE8-E92E-4805-9687-1617E49A803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444" name="直線コネクタ 130443">
                        <a:extLst>
                          <a:ext uri="{FF2B5EF4-FFF2-40B4-BE49-F238E27FC236}">
                            <a16:creationId xmlns:a16="http://schemas.microsoft.com/office/drawing/2014/main" id="{0C8F7B25-38B7-41FA-9282-9498D56245D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18" name="グループ化 127917">
                    <a:extLst>
                      <a:ext uri="{FF2B5EF4-FFF2-40B4-BE49-F238E27FC236}">
                        <a16:creationId xmlns:a16="http://schemas.microsoft.com/office/drawing/2014/main" id="{6C06C528-EFDB-49CA-9360-563098C9F39B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336917" y="5336881"/>
                    <a:ext cx="125929" cy="126000"/>
                    <a:chOff x="4287481" y="4286224"/>
                    <a:chExt cx="2227978" cy="2229219"/>
                  </a:xfrm>
                </p:grpSpPr>
                <p:cxnSp>
                  <p:nvCxnSpPr>
                    <p:cNvPr id="129844" name="直線コネクタ 129843">
                      <a:extLst>
                        <a:ext uri="{FF2B5EF4-FFF2-40B4-BE49-F238E27FC236}">
                          <a16:creationId xmlns:a16="http://schemas.microsoft.com/office/drawing/2014/main" id="{C17169EF-3918-4192-90C0-C882ADFBF1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45" name="直線コネクタ 129844">
                      <a:extLst>
                        <a:ext uri="{FF2B5EF4-FFF2-40B4-BE49-F238E27FC236}">
                          <a16:creationId xmlns:a16="http://schemas.microsoft.com/office/drawing/2014/main" id="{969DCA95-7458-4D0D-98BD-A9D962C165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46" name="直線コネクタ 129845">
                      <a:extLst>
                        <a:ext uri="{FF2B5EF4-FFF2-40B4-BE49-F238E27FC236}">
                          <a16:creationId xmlns:a16="http://schemas.microsoft.com/office/drawing/2014/main" id="{2A1E051A-6109-40C9-B609-4813126D6B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47" name="直線コネクタ 129846">
                      <a:extLst>
                        <a:ext uri="{FF2B5EF4-FFF2-40B4-BE49-F238E27FC236}">
                          <a16:creationId xmlns:a16="http://schemas.microsoft.com/office/drawing/2014/main" id="{77D46E51-2852-4FA3-B3C4-FE6405A2FF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48" name="直線コネクタ 129847">
                      <a:extLst>
                        <a:ext uri="{FF2B5EF4-FFF2-40B4-BE49-F238E27FC236}">
                          <a16:creationId xmlns:a16="http://schemas.microsoft.com/office/drawing/2014/main" id="{5869F8C5-595E-4C3B-9935-05BCD770EE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49" name="直線コネクタ 129848">
                      <a:extLst>
                        <a:ext uri="{FF2B5EF4-FFF2-40B4-BE49-F238E27FC236}">
                          <a16:creationId xmlns:a16="http://schemas.microsoft.com/office/drawing/2014/main" id="{3E521E72-24D0-41DF-BB91-141146812F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0" name="直線コネクタ 129849">
                      <a:extLst>
                        <a:ext uri="{FF2B5EF4-FFF2-40B4-BE49-F238E27FC236}">
                          <a16:creationId xmlns:a16="http://schemas.microsoft.com/office/drawing/2014/main" id="{2070FA4B-1F4E-4614-8ACD-4C0AF07525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1" name="直線コネクタ 129850">
                      <a:extLst>
                        <a:ext uri="{FF2B5EF4-FFF2-40B4-BE49-F238E27FC236}">
                          <a16:creationId xmlns:a16="http://schemas.microsoft.com/office/drawing/2014/main" id="{B1550D2B-26D4-45E6-9754-2638BEAA26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2" name="直線コネクタ 129851">
                      <a:extLst>
                        <a:ext uri="{FF2B5EF4-FFF2-40B4-BE49-F238E27FC236}">
                          <a16:creationId xmlns:a16="http://schemas.microsoft.com/office/drawing/2014/main" id="{D1B81FF1-2168-43A0-8EEC-2F4447393D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3" name="直線コネクタ 129852">
                      <a:extLst>
                        <a:ext uri="{FF2B5EF4-FFF2-40B4-BE49-F238E27FC236}">
                          <a16:creationId xmlns:a16="http://schemas.microsoft.com/office/drawing/2014/main" id="{A0AC2387-57D5-44A2-A78A-850CDFCE2E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4" name="直線コネクタ 129853">
                      <a:extLst>
                        <a:ext uri="{FF2B5EF4-FFF2-40B4-BE49-F238E27FC236}">
                          <a16:creationId xmlns:a16="http://schemas.microsoft.com/office/drawing/2014/main" id="{1D884F29-838F-4F01-AC6A-FDD8FC39F0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5" name="直線コネクタ 129854">
                      <a:extLst>
                        <a:ext uri="{FF2B5EF4-FFF2-40B4-BE49-F238E27FC236}">
                          <a16:creationId xmlns:a16="http://schemas.microsoft.com/office/drawing/2014/main" id="{5E74AE9A-54F2-4C94-A837-58A39B384D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6" name="直線コネクタ 129855">
                      <a:extLst>
                        <a:ext uri="{FF2B5EF4-FFF2-40B4-BE49-F238E27FC236}">
                          <a16:creationId xmlns:a16="http://schemas.microsoft.com/office/drawing/2014/main" id="{14E2F6A9-DB1A-4D73-A19C-2CD74A271B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7" name="直線コネクタ 129856">
                      <a:extLst>
                        <a:ext uri="{FF2B5EF4-FFF2-40B4-BE49-F238E27FC236}">
                          <a16:creationId xmlns:a16="http://schemas.microsoft.com/office/drawing/2014/main" id="{6FB982EE-59E4-4C8D-A408-5A3ECC9548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8" name="直線コネクタ 129857">
                      <a:extLst>
                        <a:ext uri="{FF2B5EF4-FFF2-40B4-BE49-F238E27FC236}">
                          <a16:creationId xmlns:a16="http://schemas.microsoft.com/office/drawing/2014/main" id="{1958B8B4-1E90-4384-8816-7E66E9F1B6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59" name="直線コネクタ 129858">
                      <a:extLst>
                        <a:ext uri="{FF2B5EF4-FFF2-40B4-BE49-F238E27FC236}">
                          <a16:creationId xmlns:a16="http://schemas.microsoft.com/office/drawing/2014/main" id="{84D7474C-EC9B-48C0-A8F0-C353DF785A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0" name="直線コネクタ 129859">
                      <a:extLst>
                        <a:ext uri="{FF2B5EF4-FFF2-40B4-BE49-F238E27FC236}">
                          <a16:creationId xmlns:a16="http://schemas.microsoft.com/office/drawing/2014/main" id="{B60BE19C-F536-4728-9F8E-408E73B348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1" name="直線コネクタ 129860">
                      <a:extLst>
                        <a:ext uri="{FF2B5EF4-FFF2-40B4-BE49-F238E27FC236}">
                          <a16:creationId xmlns:a16="http://schemas.microsoft.com/office/drawing/2014/main" id="{07F05562-7D45-4FB6-8EE0-4446FE5696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2" name="直線コネクタ 129861">
                      <a:extLst>
                        <a:ext uri="{FF2B5EF4-FFF2-40B4-BE49-F238E27FC236}">
                          <a16:creationId xmlns:a16="http://schemas.microsoft.com/office/drawing/2014/main" id="{8F5159FF-C592-4EF3-AE48-C3B80A44BA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3" name="直線コネクタ 129862">
                      <a:extLst>
                        <a:ext uri="{FF2B5EF4-FFF2-40B4-BE49-F238E27FC236}">
                          <a16:creationId xmlns:a16="http://schemas.microsoft.com/office/drawing/2014/main" id="{286BAB08-FB52-4B80-A218-5C7683100E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4" name="直線コネクタ 129863">
                      <a:extLst>
                        <a:ext uri="{FF2B5EF4-FFF2-40B4-BE49-F238E27FC236}">
                          <a16:creationId xmlns:a16="http://schemas.microsoft.com/office/drawing/2014/main" id="{DC36AD4F-35DD-4DCB-B946-85D8905769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5" name="直線コネクタ 129864">
                      <a:extLst>
                        <a:ext uri="{FF2B5EF4-FFF2-40B4-BE49-F238E27FC236}">
                          <a16:creationId xmlns:a16="http://schemas.microsoft.com/office/drawing/2014/main" id="{460BEC47-DC32-49D8-A874-01764045F5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6" name="直線コネクタ 129865">
                      <a:extLst>
                        <a:ext uri="{FF2B5EF4-FFF2-40B4-BE49-F238E27FC236}">
                          <a16:creationId xmlns:a16="http://schemas.microsoft.com/office/drawing/2014/main" id="{67158EC4-569A-44D0-9A44-955D360309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7" name="直線コネクタ 129866">
                      <a:extLst>
                        <a:ext uri="{FF2B5EF4-FFF2-40B4-BE49-F238E27FC236}">
                          <a16:creationId xmlns:a16="http://schemas.microsoft.com/office/drawing/2014/main" id="{6F7CDBC4-1042-4C2C-8083-D264D72C68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8" name="直線コネクタ 129867">
                      <a:extLst>
                        <a:ext uri="{FF2B5EF4-FFF2-40B4-BE49-F238E27FC236}">
                          <a16:creationId xmlns:a16="http://schemas.microsoft.com/office/drawing/2014/main" id="{B80A37C3-BC75-4F6A-A0B1-FCDF0B9219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69" name="直線コネクタ 129868">
                      <a:extLst>
                        <a:ext uri="{FF2B5EF4-FFF2-40B4-BE49-F238E27FC236}">
                          <a16:creationId xmlns:a16="http://schemas.microsoft.com/office/drawing/2014/main" id="{BDD4B71D-0BD3-4BB8-8F22-40DA80DA7E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0" name="直線コネクタ 129869">
                      <a:extLst>
                        <a:ext uri="{FF2B5EF4-FFF2-40B4-BE49-F238E27FC236}">
                          <a16:creationId xmlns:a16="http://schemas.microsoft.com/office/drawing/2014/main" id="{FE7C8662-358A-4C0D-9BB0-EB92DEC793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1" name="直線コネクタ 129870">
                      <a:extLst>
                        <a:ext uri="{FF2B5EF4-FFF2-40B4-BE49-F238E27FC236}">
                          <a16:creationId xmlns:a16="http://schemas.microsoft.com/office/drawing/2014/main" id="{6066759E-D534-46E0-AC8E-5003901E7E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2" name="直線コネクタ 129871">
                      <a:extLst>
                        <a:ext uri="{FF2B5EF4-FFF2-40B4-BE49-F238E27FC236}">
                          <a16:creationId xmlns:a16="http://schemas.microsoft.com/office/drawing/2014/main" id="{1EB75FDC-A01D-4D45-A2DC-8175E29AF5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3" name="直線コネクタ 129872">
                      <a:extLst>
                        <a:ext uri="{FF2B5EF4-FFF2-40B4-BE49-F238E27FC236}">
                          <a16:creationId xmlns:a16="http://schemas.microsoft.com/office/drawing/2014/main" id="{AC86AC37-ADFE-47C4-99BB-D66A8F3473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4" name="直線コネクタ 129873">
                      <a:extLst>
                        <a:ext uri="{FF2B5EF4-FFF2-40B4-BE49-F238E27FC236}">
                          <a16:creationId xmlns:a16="http://schemas.microsoft.com/office/drawing/2014/main" id="{54684A26-6866-4E61-AB80-69A77252EB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5" name="直線コネクタ 129874">
                      <a:extLst>
                        <a:ext uri="{FF2B5EF4-FFF2-40B4-BE49-F238E27FC236}">
                          <a16:creationId xmlns:a16="http://schemas.microsoft.com/office/drawing/2014/main" id="{93229F3D-E69C-4432-8D9B-FFAECBA8DD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6" name="直線コネクタ 129875">
                      <a:extLst>
                        <a:ext uri="{FF2B5EF4-FFF2-40B4-BE49-F238E27FC236}">
                          <a16:creationId xmlns:a16="http://schemas.microsoft.com/office/drawing/2014/main" id="{E6062A31-F341-48E0-9903-0DBD07E184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7" name="直線コネクタ 129876">
                      <a:extLst>
                        <a:ext uri="{FF2B5EF4-FFF2-40B4-BE49-F238E27FC236}">
                          <a16:creationId xmlns:a16="http://schemas.microsoft.com/office/drawing/2014/main" id="{2BB56531-A0BF-4B01-8474-121FC78596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8" name="直線コネクタ 129877">
                      <a:extLst>
                        <a:ext uri="{FF2B5EF4-FFF2-40B4-BE49-F238E27FC236}">
                          <a16:creationId xmlns:a16="http://schemas.microsoft.com/office/drawing/2014/main" id="{58059CC3-2E6C-4DC3-A329-C83DFDBA43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79" name="直線コネクタ 129878">
                      <a:extLst>
                        <a:ext uri="{FF2B5EF4-FFF2-40B4-BE49-F238E27FC236}">
                          <a16:creationId xmlns:a16="http://schemas.microsoft.com/office/drawing/2014/main" id="{7A138A80-F2A2-4CF4-970A-F16339ED05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0" name="直線コネクタ 129879">
                      <a:extLst>
                        <a:ext uri="{FF2B5EF4-FFF2-40B4-BE49-F238E27FC236}">
                          <a16:creationId xmlns:a16="http://schemas.microsoft.com/office/drawing/2014/main" id="{192E9786-D0CF-4B07-AC5F-6D3FD4BF4E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1" name="直線コネクタ 129880">
                      <a:extLst>
                        <a:ext uri="{FF2B5EF4-FFF2-40B4-BE49-F238E27FC236}">
                          <a16:creationId xmlns:a16="http://schemas.microsoft.com/office/drawing/2014/main" id="{40CFF14A-0EA4-4945-B67C-FA9E338D1B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2" name="直線コネクタ 129881">
                      <a:extLst>
                        <a:ext uri="{FF2B5EF4-FFF2-40B4-BE49-F238E27FC236}">
                          <a16:creationId xmlns:a16="http://schemas.microsoft.com/office/drawing/2014/main" id="{718660E5-21B2-4CB8-BB1D-6EED2817F8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3" name="直線コネクタ 129882">
                      <a:extLst>
                        <a:ext uri="{FF2B5EF4-FFF2-40B4-BE49-F238E27FC236}">
                          <a16:creationId xmlns:a16="http://schemas.microsoft.com/office/drawing/2014/main" id="{C1E0BF00-B552-4C9F-B08E-2697610BAAF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4" name="直線コネクタ 129883">
                      <a:extLst>
                        <a:ext uri="{FF2B5EF4-FFF2-40B4-BE49-F238E27FC236}">
                          <a16:creationId xmlns:a16="http://schemas.microsoft.com/office/drawing/2014/main" id="{9AEE64B1-9FA7-470C-A5C9-68F809B6D8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5" name="直線コネクタ 129884">
                      <a:extLst>
                        <a:ext uri="{FF2B5EF4-FFF2-40B4-BE49-F238E27FC236}">
                          <a16:creationId xmlns:a16="http://schemas.microsoft.com/office/drawing/2014/main" id="{52086789-3433-4C5E-9D67-9D7B7B1871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6" name="直線コネクタ 129885">
                      <a:extLst>
                        <a:ext uri="{FF2B5EF4-FFF2-40B4-BE49-F238E27FC236}">
                          <a16:creationId xmlns:a16="http://schemas.microsoft.com/office/drawing/2014/main" id="{BD04D16D-4B3C-4175-93AF-740573C5EE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7" name="直線コネクタ 129886">
                      <a:extLst>
                        <a:ext uri="{FF2B5EF4-FFF2-40B4-BE49-F238E27FC236}">
                          <a16:creationId xmlns:a16="http://schemas.microsoft.com/office/drawing/2014/main" id="{A6E8FB0F-5C1C-4496-812C-77EF1D4924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8" name="直線コネクタ 129887">
                      <a:extLst>
                        <a:ext uri="{FF2B5EF4-FFF2-40B4-BE49-F238E27FC236}">
                          <a16:creationId xmlns:a16="http://schemas.microsoft.com/office/drawing/2014/main" id="{13271445-8BF6-4266-885A-7D59D696EB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89" name="直線コネクタ 129888">
                      <a:extLst>
                        <a:ext uri="{FF2B5EF4-FFF2-40B4-BE49-F238E27FC236}">
                          <a16:creationId xmlns:a16="http://schemas.microsoft.com/office/drawing/2014/main" id="{522B7C28-9C08-4939-A6AA-04CA064976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0" name="直線コネクタ 129889">
                      <a:extLst>
                        <a:ext uri="{FF2B5EF4-FFF2-40B4-BE49-F238E27FC236}">
                          <a16:creationId xmlns:a16="http://schemas.microsoft.com/office/drawing/2014/main" id="{996B5897-0E7A-4676-BAF8-790662BF63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1" name="直線コネクタ 129890">
                      <a:extLst>
                        <a:ext uri="{FF2B5EF4-FFF2-40B4-BE49-F238E27FC236}">
                          <a16:creationId xmlns:a16="http://schemas.microsoft.com/office/drawing/2014/main" id="{F41582EB-A3EB-48C7-A4D7-ECA840A368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2" name="直線コネクタ 129891">
                      <a:extLst>
                        <a:ext uri="{FF2B5EF4-FFF2-40B4-BE49-F238E27FC236}">
                          <a16:creationId xmlns:a16="http://schemas.microsoft.com/office/drawing/2014/main" id="{8AB4F279-531E-4691-A31A-189EEE1D8D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3" name="直線コネクタ 129892">
                      <a:extLst>
                        <a:ext uri="{FF2B5EF4-FFF2-40B4-BE49-F238E27FC236}">
                          <a16:creationId xmlns:a16="http://schemas.microsoft.com/office/drawing/2014/main" id="{3FCA1026-ED71-4F5B-BA9C-CAC000BB53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4" name="直線コネクタ 129893">
                      <a:extLst>
                        <a:ext uri="{FF2B5EF4-FFF2-40B4-BE49-F238E27FC236}">
                          <a16:creationId xmlns:a16="http://schemas.microsoft.com/office/drawing/2014/main" id="{7761E93F-F5DD-4CF3-8224-DECD4AAAF6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5" name="直線コネクタ 129894">
                      <a:extLst>
                        <a:ext uri="{FF2B5EF4-FFF2-40B4-BE49-F238E27FC236}">
                          <a16:creationId xmlns:a16="http://schemas.microsoft.com/office/drawing/2014/main" id="{D3854994-4CE6-4C60-8C49-5240D2D0B9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6" name="直線コネクタ 129895">
                      <a:extLst>
                        <a:ext uri="{FF2B5EF4-FFF2-40B4-BE49-F238E27FC236}">
                          <a16:creationId xmlns:a16="http://schemas.microsoft.com/office/drawing/2014/main" id="{1F3F2664-9568-409F-8A98-EFC3197D80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7" name="直線コネクタ 129896">
                      <a:extLst>
                        <a:ext uri="{FF2B5EF4-FFF2-40B4-BE49-F238E27FC236}">
                          <a16:creationId xmlns:a16="http://schemas.microsoft.com/office/drawing/2014/main" id="{236A49F3-D102-4FB0-A7E0-EA4616D515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8" name="直線コネクタ 129897">
                      <a:extLst>
                        <a:ext uri="{FF2B5EF4-FFF2-40B4-BE49-F238E27FC236}">
                          <a16:creationId xmlns:a16="http://schemas.microsoft.com/office/drawing/2014/main" id="{706AD997-5951-4DF8-9417-D86F570789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899" name="直線コネクタ 129898">
                      <a:extLst>
                        <a:ext uri="{FF2B5EF4-FFF2-40B4-BE49-F238E27FC236}">
                          <a16:creationId xmlns:a16="http://schemas.microsoft.com/office/drawing/2014/main" id="{84799011-387F-42A0-A5A2-E58944C4F0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0" name="直線コネクタ 129899">
                      <a:extLst>
                        <a:ext uri="{FF2B5EF4-FFF2-40B4-BE49-F238E27FC236}">
                          <a16:creationId xmlns:a16="http://schemas.microsoft.com/office/drawing/2014/main" id="{6F3B7594-0274-4832-ACB5-E49BEE1247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1" name="直線コネクタ 129900">
                      <a:extLst>
                        <a:ext uri="{FF2B5EF4-FFF2-40B4-BE49-F238E27FC236}">
                          <a16:creationId xmlns:a16="http://schemas.microsoft.com/office/drawing/2014/main" id="{003C7650-31B3-495D-BCD6-BEE6D24189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2" name="直線コネクタ 129901">
                      <a:extLst>
                        <a:ext uri="{FF2B5EF4-FFF2-40B4-BE49-F238E27FC236}">
                          <a16:creationId xmlns:a16="http://schemas.microsoft.com/office/drawing/2014/main" id="{601A3A99-6105-4F64-833E-82DDA4052F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3" name="直線コネクタ 129902">
                      <a:extLst>
                        <a:ext uri="{FF2B5EF4-FFF2-40B4-BE49-F238E27FC236}">
                          <a16:creationId xmlns:a16="http://schemas.microsoft.com/office/drawing/2014/main" id="{3750D23B-5E71-4106-9937-2775EF26EA2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4" name="直線コネクタ 129903">
                      <a:extLst>
                        <a:ext uri="{FF2B5EF4-FFF2-40B4-BE49-F238E27FC236}">
                          <a16:creationId xmlns:a16="http://schemas.microsoft.com/office/drawing/2014/main" id="{088CE0DA-FD5A-4C95-AE69-2A34F8D8F8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5" name="直線コネクタ 129904">
                      <a:extLst>
                        <a:ext uri="{FF2B5EF4-FFF2-40B4-BE49-F238E27FC236}">
                          <a16:creationId xmlns:a16="http://schemas.microsoft.com/office/drawing/2014/main" id="{4FD34D4D-9AA0-494E-B2EC-43841018DF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6" name="直線コネクタ 129905">
                      <a:extLst>
                        <a:ext uri="{FF2B5EF4-FFF2-40B4-BE49-F238E27FC236}">
                          <a16:creationId xmlns:a16="http://schemas.microsoft.com/office/drawing/2014/main" id="{4227EA5D-13A8-4FD3-AE3A-CDB14440F4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7" name="直線コネクタ 129906">
                      <a:extLst>
                        <a:ext uri="{FF2B5EF4-FFF2-40B4-BE49-F238E27FC236}">
                          <a16:creationId xmlns:a16="http://schemas.microsoft.com/office/drawing/2014/main" id="{BD41B6B3-CC4D-42F1-8691-6AED5BB20F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8" name="直線コネクタ 129907">
                      <a:extLst>
                        <a:ext uri="{FF2B5EF4-FFF2-40B4-BE49-F238E27FC236}">
                          <a16:creationId xmlns:a16="http://schemas.microsoft.com/office/drawing/2014/main" id="{45A136A2-BAD3-4CAF-AB55-D4E1099C77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09" name="直線コネクタ 129908">
                      <a:extLst>
                        <a:ext uri="{FF2B5EF4-FFF2-40B4-BE49-F238E27FC236}">
                          <a16:creationId xmlns:a16="http://schemas.microsoft.com/office/drawing/2014/main" id="{9C43ECFD-1F21-4F6E-B878-43F8689D68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0" name="直線コネクタ 129909">
                      <a:extLst>
                        <a:ext uri="{FF2B5EF4-FFF2-40B4-BE49-F238E27FC236}">
                          <a16:creationId xmlns:a16="http://schemas.microsoft.com/office/drawing/2014/main" id="{F7CD0625-E9C9-4105-9B12-1C493AB61A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1" name="直線コネクタ 129910">
                      <a:extLst>
                        <a:ext uri="{FF2B5EF4-FFF2-40B4-BE49-F238E27FC236}">
                          <a16:creationId xmlns:a16="http://schemas.microsoft.com/office/drawing/2014/main" id="{31E5BF16-59AB-46CD-9763-252E83EE35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2" name="直線コネクタ 129911">
                      <a:extLst>
                        <a:ext uri="{FF2B5EF4-FFF2-40B4-BE49-F238E27FC236}">
                          <a16:creationId xmlns:a16="http://schemas.microsoft.com/office/drawing/2014/main" id="{020DDA27-F9DF-4339-AC41-2CEB6E118A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3" name="直線コネクタ 129912">
                      <a:extLst>
                        <a:ext uri="{FF2B5EF4-FFF2-40B4-BE49-F238E27FC236}">
                          <a16:creationId xmlns:a16="http://schemas.microsoft.com/office/drawing/2014/main" id="{E8A591DC-9C8F-4173-8B37-64A7E979B4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4" name="直線コネクタ 129913">
                      <a:extLst>
                        <a:ext uri="{FF2B5EF4-FFF2-40B4-BE49-F238E27FC236}">
                          <a16:creationId xmlns:a16="http://schemas.microsoft.com/office/drawing/2014/main" id="{17ABC198-CCF5-4A5A-A7F7-3CD2920C39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5" name="直線コネクタ 129914">
                      <a:extLst>
                        <a:ext uri="{FF2B5EF4-FFF2-40B4-BE49-F238E27FC236}">
                          <a16:creationId xmlns:a16="http://schemas.microsoft.com/office/drawing/2014/main" id="{A9C4B2C9-7432-4D46-98E9-E4B54E798B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6" name="直線コネクタ 129915">
                      <a:extLst>
                        <a:ext uri="{FF2B5EF4-FFF2-40B4-BE49-F238E27FC236}">
                          <a16:creationId xmlns:a16="http://schemas.microsoft.com/office/drawing/2014/main" id="{10172158-7108-4A78-A072-8A4D66EF81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7" name="直線コネクタ 129916">
                      <a:extLst>
                        <a:ext uri="{FF2B5EF4-FFF2-40B4-BE49-F238E27FC236}">
                          <a16:creationId xmlns:a16="http://schemas.microsoft.com/office/drawing/2014/main" id="{9576F4C0-49A0-4547-93FD-8A5216B874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8" name="直線コネクタ 129917">
                      <a:extLst>
                        <a:ext uri="{FF2B5EF4-FFF2-40B4-BE49-F238E27FC236}">
                          <a16:creationId xmlns:a16="http://schemas.microsoft.com/office/drawing/2014/main" id="{4C2DFCC5-06A6-437A-8F93-B711C459D9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19" name="直線コネクタ 129918">
                      <a:extLst>
                        <a:ext uri="{FF2B5EF4-FFF2-40B4-BE49-F238E27FC236}">
                          <a16:creationId xmlns:a16="http://schemas.microsoft.com/office/drawing/2014/main" id="{3B30E465-4AA4-4EC6-85AD-26EDB31941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0" name="直線コネクタ 129919">
                      <a:extLst>
                        <a:ext uri="{FF2B5EF4-FFF2-40B4-BE49-F238E27FC236}">
                          <a16:creationId xmlns:a16="http://schemas.microsoft.com/office/drawing/2014/main" id="{758C0F17-99FE-4C65-85EB-5972D466F7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1" name="直線コネクタ 129920">
                      <a:extLst>
                        <a:ext uri="{FF2B5EF4-FFF2-40B4-BE49-F238E27FC236}">
                          <a16:creationId xmlns:a16="http://schemas.microsoft.com/office/drawing/2014/main" id="{FD98933A-D079-4A1C-9DFA-A358691D85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2" name="直線コネクタ 129921">
                      <a:extLst>
                        <a:ext uri="{FF2B5EF4-FFF2-40B4-BE49-F238E27FC236}">
                          <a16:creationId xmlns:a16="http://schemas.microsoft.com/office/drawing/2014/main" id="{1255D06B-9CE9-4F32-969E-90354B110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3" name="直線コネクタ 129922">
                      <a:extLst>
                        <a:ext uri="{FF2B5EF4-FFF2-40B4-BE49-F238E27FC236}">
                          <a16:creationId xmlns:a16="http://schemas.microsoft.com/office/drawing/2014/main" id="{B9F3039A-CF37-4F91-AC72-FB32E78022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4" name="直線コネクタ 129923">
                      <a:extLst>
                        <a:ext uri="{FF2B5EF4-FFF2-40B4-BE49-F238E27FC236}">
                          <a16:creationId xmlns:a16="http://schemas.microsoft.com/office/drawing/2014/main" id="{0EAD0E8D-C80A-4FCD-B60F-F6D9C9A224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5" name="直線コネクタ 129924">
                      <a:extLst>
                        <a:ext uri="{FF2B5EF4-FFF2-40B4-BE49-F238E27FC236}">
                          <a16:creationId xmlns:a16="http://schemas.microsoft.com/office/drawing/2014/main" id="{7B47EE92-2210-4D68-B81F-86E0B65F42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6" name="直線コネクタ 129925">
                      <a:extLst>
                        <a:ext uri="{FF2B5EF4-FFF2-40B4-BE49-F238E27FC236}">
                          <a16:creationId xmlns:a16="http://schemas.microsoft.com/office/drawing/2014/main" id="{7B0B4663-DAD0-4BB5-B1D3-E747F61D37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7" name="直線コネクタ 129926">
                      <a:extLst>
                        <a:ext uri="{FF2B5EF4-FFF2-40B4-BE49-F238E27FC236}">
                          <a16:creationId xmlns:a16="http://schemas.microsoft.com/office/drawing/2014/main" id="{7220F2C3-21D1-42B5-99AB-C6D784D900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8" name="直線コネクタ 129927">
                      <a:extLst>
                        <a:ext uri="{FF2B5EF4-FFF2-40B4-BE49-F238E27FC236}">
                          <a16:creationId xmlns:a16="http://schemas.microsoft.com/office/drawing/2014/main" id="{1DB821AF-65CD-41B5-AB45-7BD342AAAD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29" name="直線コネクタ 129928">
                      <a:extLst>
                        <a:ext uri="{FF2B5EF4-FFF2-40B4-BE49-F238E27FC236}">
                          <a16:creationId xmlns:a16="http://schemas.microsoft.com/office/drawing/2014/main" id="{3D9735C3-2F0D-41F8-A3D1-7E451ABB71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0" name="直線コネクタ 129929">
                      <a:extLst>
                        <a:ext uri="{FF2B5EF4-FFF2-40B4-BE49-F238E27FC236}">
                          <a16:creationId xmlns:a16="http://schemas.microsoft.com/office/drawing/2014/main" id="{D16EDC28-0760-4600-B2C5-2E26D16A81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1" name="直線コネクタ 129930">
                      <a:extLst>
                        <a:ext uri="{FF2B5EF4-FFF2-40B4-BE49-F238E27FC236}">
                          <a16:creationId xmlns:a16="http://schemas.microsoft.com/office/drawing/2014/main" id="{BC6670CA-D42B-4F7C-B5BF-16A55C7151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2" name="直線コネクタ 129931">
                      <a:extLst>
                        <a:ext uri="{FF2B5EF4-FFF2-40B4-BE49-F238E27FC236}">
                          <a16:creationId xmlns:a16="http://schemas.microsoft.com/office/drawing/2014/main" id="{06B36CD2-42F7-4E1C-B252-F00B021894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3" name="直線コネクタ 129932">
                      <a:extLst>
                        <a:ext uri="{FF2B5EF4-FFF2-40B4-BE49-F238E27FC236}">
                          <a16:creationId xmlns:a16="http://schemas.microsoft.com/office/drawing/2014/main" id="{C3F51793-92B9-4E66-9CED-0B3344F2E8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4" name="直線コネクタ 129933">
                      <a:extLst>
                        <a:ext uri="{FF2B5EF4-FFF2-40B4-BE49-F238E27FC236}">
                          <a16:creationId xmlns:a16="http://schemas.microsoft.com/office/drawing/2014/main" id="{8402267E-A573-4285-A796-72A818D6D0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5" name="直線コネクタ 129934">
                      <a:extLst>
                        <a:ext uri="{FF2B5EF4-FFF2-40B4-BE49-F238E27FC236}">
                          <a16:creationId xmlns:a16="http://schemas.microsoft.com/office/drawing/2014/main" id="{09FDFF7A-7BE9-49D4-AFFC-ACD70E2094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6" name="直線コネクタ 129935">
                      <a:extLst>
                        <a:ext uri="{FF2B5EF4-FFF2-40B4-BE49-F238E27FC236}">
                          <a16:creationId xmlns:a16="http://schemas.microsoft.com/office/drawing/2014/main" id="{FB7CB6C3-4B2C-4537-89F4-F96EFE10E2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7" name="直線コネクタ 129936">
                      <a:extLst>
                        <a:ext uri="{FF2B5EF4-FFF2-40B4-BE49-F238E27FC236}">
                          <a16:creationId xmlns:a16="http://schemas.microsoft.com/office/drawing/2014/main" id="{8671B7AD-1045-499F-BFD7-CC74249A47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8" name="直線コネクタ 129937">
                      <a:extLst>
                        <a:ext uri="{FF2B5EF4-FFF2-40B4-BE49-F238E27FC236}">
                          <a16:creationId xmlns:a16="http://schemas.microsoft.com/office/drawing/2014/main" id="{13FB85ED-B0E5-41A7-B440-C2FC234BE6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39" name="直線コネクタ 129938">
                      <a:extLst>
                        <a:ext uri="{FF2B5EF4-FFF2-40B4-BE49-F238E27FC236}">
                          <a16:creationId xmlns:a16="http://schemas.microsoft.com/office/drawing/2014/main" id="{1F6DAAAC-DC67-4145-8DAA-1AF868939C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0" name="直線コネクタ 129939">
                      <a:extLst>
                        <a:ext uri="{FF2B5EF4-FFF2-40B4-BE49-F238E27FC236}">
                          <a16:creationId xmlns:a16="http://schemas.microsoft.com/office/drawing/2014/main" id="{2D9C0A2B-2848-402A-9AD7-DD9F1751A7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1" name="直線コネクタ 129940">
                      <a:extLst>
                        <a:ext uri="{FF2B5EF4-FFF2-40B4-BE49-F238E27FC236}">
                          <a16:creationId xmlns:a16="http://schemas.microsoft.com/office/drawing/2014/main" id="{2B626644-06EB-432D-887F-28461976FF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2" name="直線コネクタ 129941">
                      <a:extLst>
                        <a:ext uri="{FF2B5EF4-FFF2-40B4-BE49-F238E27FC236}">
                          <a16:creationId xmlns:a16="http://schemas.microsoft.com/office/drawing/2014/main" id="{3BFC5BCE-EE5B-4900-B6CF-A84056CE3C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3" name="直線コネクタ 129942">
                      <a:extLst>
                        <a:ext uri="{FF2B5EF4-FFF2-40B4-BE49-F238E27FC236}">
                          <a16:creationId xmlns:a16="http://schemas.microsoft.com/office/drawing/2014/main" id="{89F8D152-969E-41C8-A47A-F8D408DBDB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4" name="直線コネクタ 129943">
                      <a:extLst>
                        <a:ext uri="{FF2B5EF4-FFF2-40B4-BE49-F238E27FC236}">
                          <a16:creationId xmlns:a16="http://schemas.microsoft.com/office/drawing/2014/main" id="{CD5F0814-B2AC-46DC-B2EF-2E84E27D15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5" name="直線コネクタ 129944">
                      <a:extLst>
                        <a:ext uri="{FF2B5EF4-FFF2-40B4-BE49-F238E27FC236}">
                          <a16:creationId xmlns:a16="http://schemas.microsoft.com/office/drawing/2014/main" id="{8C9C5B7A-C6E2-48A6-B9B5-9E3DC0EB7D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6" name="直線コネクタ 129945">
                      <a:extLst>
                        <a:ext uri="{FF2B5EF4-FFF2-40B4-BE49-F238E27FC236}">
                          <a16:creationId xmlns:a16="http://schemas.microsoft.com/office/drawing/2014/main" id="{747F68CF-0CEE-40DE-99E1-A7EA57CFBE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7" name="直線コネクタ 129946">
                      <a:extLst>
                        <a:ext uri="{FF2B5EF4-FFF2-40B4-BE49-F238E27FC236}">
                          <a16:creationId xmlns:a16="http://schemas.microsoft.com/office/drawing/2014/main" id="{5E2EB4AF-6F67-464B-904B-32AD24DCDC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8" name="直線コネクタ 129947">
                      <a:extLst>
                        <a:ext uri="{FF2B5EF4-FFF2-40B4-BE49-F238E27FC236}">
                          <a16:creationId xmlns:a16="http://schemas.microsoft.com/office/drawing/2014/main" id="{2876AA9E-92F9-4732-A1C4-B4E341CB78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49" name="直線コネクタ 129948">
                      <a:extLst>
                        <a:ext uri="{FF2B5EF4-FFF2-40B4-BE49-F238E27FC236}">
                          <a16:creationId xmlns:a16="http://schemas.microsoft.com/office/drawing/2014/main" id="{8B5094E7-1591-48D9-A218-348EEF3CF4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0" name="直線コネクタ 129949">
                      <a:extLst>
                        <a:ext uri="{FF2B5EF4-FFF2-40B4-BE49-F238E27FC236}">
                          <a16:creationId xmlns:a16="http://schemas.microsoft.com/office/drawing/2014/main" id="{134B3445-C867-4F54-A66C-8D0AE52AEB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1" name="直線コネクタ 129950">
                      <a:extLst>
                        <a:ext uri="{FF2B5EF4-FFF2-40B4-BE49-F238E27FC236}">
                          <a16:creationId xmlns:a16="http://schemas.microsoft.com/office/drawing/2014/main" id="{5976E637-C6C0-4EBF-833A-7C29489721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2" name="直線コネクタ 129951">
                      <a:extLst>
                        <a:ext uri="{FF2B5EF4-FFF2-40B4-BE49-F238E27FC236}">
                          <a16:creationId xmlns:a16="http://schemas.microsoft.com/office/drawing/2014/main" id="{E191FAD9-3AFE-479E-A105-9850E78A31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3" name="直線コネクタ 129952">
                      <a:extLst>
                        <a:ext uri="{FF2B5EF4-FFF2-40B4-BE49-F238E27FC236}">
                          <a16:creationId xmlns:a16="http://schemas.microsoft.com/office/drawing/2014/main" id="{5EDBEA3E-0AF9-4370-BA58-60FC259366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4" name="直線コネクタ 129953">
                      <a:extLst>
                        <a:ext uri="{FF2B5EF4-FFF2-40B4-BE49-F238E27FC236}">
                          <a16:creationId xmlns:a16="http://schemas.microsoft.com/office/drawing/2014/main" id="{B2A3AA13-1E30-4576-AC55-A646033DDC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5" name="直線コネクタ 129954">
                      <a:extLst>
                        <a:ext uri="{FF2B5EF4-FFF2-40B4-BE49-F238E27FC236}">
                          <a16:creationId xmlns:a16="http://schemas.microsoft.com/office/drawing/2014/main" id="{5518C91A-942A-4A9D-9150-7BBD1B8F81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6" name="直線コネクタ 129955">
                      <a:extLst>
                        <a:ext uri="{FF2B5EF4-FFF2-40B4-BE49-F238E27FC236}">
                          <a16:creationId xmlns:a16="http://schemas.microsoft.com/office/drawing/2014/main" id="{74AD493F-ACA9-47DA-BCF8-91B4A2F0FF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7" name="直線コネクタ 129956">
                      <a:extLst>
                        <a:ext uri="{FF2B5EF4-FFF2-40B4-BE49-F238E27FC236}">
                          <a16:creationId xmlns:a16="http://schemas.microsoft.com/office/drawing/2014/main" id="{2D995D37-C77B-4A1B-9B1E-2E5CE5EF2F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8" name="直線コネクタ 129957">
                      <a:extLst>
                        <a:ext uri="{FF2B5EF4-FFF2-40B4-BE49-F238E27FC236}">
                          <a16:creationId xmlns:a16="http://schemas.microsoft.com/office/drawing/2014/main" id="{2B7F7321-955B-4FDF-9022-53E624B897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59" name="直線コネクタ 129958">
                      <a:extLst>
                        <a:ext uri="{FF2B5EF4-FFF2-40B4-BE49-F238E27FC236}">
                          <a16:creationId xmlns:a16="http://schemas.microsoft.com/office/drawing/2014/main" id="{D8AA87D1-A8E1-4749-AA87-DF391546D1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0" name="直線コネクタ 129959">
                      <a:extLst>
                        <a:ext uri="{FF2B5EF4-FFF2-40B4-BE49-F238E27FC236}">
                          <a16:creationId xmlns:a16="http://schemas.microsoft.com/office/drawing/2014/main" id="{09BEF3EA-0865-42F9-88A1-C96FAEB22C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1" name="直線コネクタ 129960">
                      <a:extLst>
                        <a:ext uri="{FF2B5EF4-FFF2-40B4-BE49-F238E27FC236}">
                          <a16:creationId xmlns:a16="http://schemas.microsoft.com/office/drawing/2014/main" id="{1E6EE2F6-7E1F-4260-B571-EB0D5CD2C3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2" name="直線コネクタ 129961">
                      <a:extLst>
                        <a:ext uri="{FF2B5EF4-FFF2-40B4-BE49-F238E27FC236}">
                          <a16:creationId xmlns:a16="http://schemas.microsoft.com/office/drawing/2014/main" id="{87D7359F-66AF-449B-8E82-9DAD9D3CD4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3" name="直線コネクタ 129962">
                      <a:extLst>
                        <a:ext uri="{FF2B5EF4-FFF2-40B4-BE49-F238E27FC236}">
                          <a16:creationId xmlns:a16="http://schemas.microsoft.com/office/drawing/2014/main" id="{F13E2DB9-C4E6-4520-81A7-B1F30C2507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4" name="直線コネクタ 129963">
                      <a:extLst>
                        <a:ext uri="{FF2B5EF4-FFF2-40B4-BE49-F238E27FC236}">
                          <a16:creationId xmlns:a16="http://schemas.microsoft.com/office/drawing/2014/main" id="{F4B27309-7C08-4750-81C3-90C8E332E1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5" name="直線コネクタ 129964">
                      <a:extLst>
                        <a:ext uri="{FF2B5EF4-FFF2-40B4-BE49-F238E27FC236}">
                          <a16:creationId xmlns:a16="http://schemas.microsoft.com/office/drawing/2014/main" id="{B08FAA89-2D22-44A9-8D10-40F6BBB345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6" name="直線コネクタ 129965">
                      <a:extLst>
                        <a:ext uri="{FF2B5EF4-FFF2-40B4-BE49-F238E27FC236}">
                          <a16:creationId xmlns:a16="http://schemas.microsoft.com/office/drawing/2014/main" id="{E743B991-D948-44B8-9661-8CCDC3B0A0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7" name="直線コネクタ 129966">
                      <a:extLst>
                        <a:ext uri="{FF2B5EF4-FFF2-40B4-BE49-F238E27FC236}">
                          <a16:creationId xmlns:a16="http://schemas.microsoft.com/office/drawing/2014/main" id="{5F0E5080-687F-4CB6-8B59-01FE089698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8" name="直線コネクタ 129967">
                      <a:extLst>
                        <a:ext uri="{FF2B5EF4-FFF2-40B4-BE49-F238E27FC236}">
                          <a16:creationId xmlns:a16="http://schemas.microsoft.com/office/drawing/2014/main" id="{649A26B3-4B9D-4228-A2E9-0B96A0198E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69" name="直線コネクタ 129968">
                      <a:extLst>
                        <a:ext uri="{FF2B5EF4-FFF2-40B4-BE49-F238E27FC236}">
                          <a16:creationId xmlns:a16="http://schemas.microsoft.com/office/drawing/2014/main" id="{8258466B-2973-4829-AE5D-9D0EA01814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0" name="直線コネクタ 129969">
                      <a:extLst>
                        <a:ext uri="{FF2B5EF4-FFF2-40B4-BE49-F238E27FC236}">
                          <a16:creationId xmlns:a16="http://schemas.microsoft.com/office/drawing/2014/main" id="{56507E06-12FD-49E5-9943-156E6492A6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1" name="直線コネクタ 129970">
                      <a:extLst>
                        <a:ext uri="{FF2B5EF4-FFF2-40B4-BE49-F238E27FC236}">
                          <a16:creationId xmlns:a16="http://schemas.microsoft.com/office/drawing/2014/main" id="{A5C88310-8B5A-450E-A470-E0F53E326D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2" name="直線コネクタ 129971">
                      <a:extLst>
                        <a:ext uri="{FF2B5EF4-FFF2-40B4-BE49-F238E27FC236}">
                          <a16:creationId xmlns:a16="http://schemas.microsoft.com/office/drawing/2014/main" id="{D2033380-FD8A-43EA-944E-D8EE9A8842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3" name="直線コネクタ 129972">
                      <a:extLst>
                        <a:ext uri="{FF2B5EF4-FFF2-40B4-BE49-F238E27FC236}">
                          <a16:creationId xmlns:a16="http://schemas.microsoft.com/office/drawing/2014/main" id="{FC08CE68-79D6-4ADC-B7E0-89A75D25FF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4" name="直線コネクタ 129973">
                      <a:extLst>
                        <a:ext uri="{FF2B5EF4-FFF2-40B4-BE49-F238E27FC236}">
                          <a16:creationId xmlns:a16="http://schemas.microsoft.com/office/drawing/2014/main" id="{F5DD16F9-1F25-4E77-B792-FC74EAB37A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5" name="直線コネクタ 129974">
                      <a:extLst>
                        <a:ext uri="{FF2B5EF4-FFF2-40B4-BE49-F238E27FC236}">
                          <a16:creationId xmlns:a16="http://schemas.microsoft.com/office/drawing/2014/main" id="{58B1FF7D-D0A1-44CE-A641-D0E2B08ACA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6" name="直線コネクタ 129975">
                      <a:extLst>
                        <a:ext uri="{FF2B5EF4-FFF2-40B4-BE49-F238E27FC236}">
                          <a16:creationId xmlns:a16="http://schemas.microsoft.com/office/drawing/2014/main" id="{5748A490-0053-44F7-B1C3-E85A630A1F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7" name="直線コネクタ 129976">
                      <a:extLst>
                        <a:ext uri="{FF2B5EF4-FFF2-40B4-BE49-F238E27FC236}">
                          <a16:creationId xmlns:a16="http://schemas.microsoft.com/office/drawing/2014/main" id="{096AE94F-6908-42A3-ACD3-3D8FD7F6F8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8" name="直線コネクタ 129977">
                      <a:extLst>
                        <a:ext uri="{FF2B5EF4-FFF2-40B4-BE49-F238E27FC236}">
                          <a16:creationId xmlns:a16="http://schemas.microsoft.com/office/drawing/2014/main" id="{13195A14-8CC0-44CF-A061-2D76D55A1E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79" name="直線コネクタ 129978">
                      <a:extLst>
                        <a:ext uri="{FF2B5EF4-FFF2-40B4-BE49-F238E27FC236}">
                          <a16:creationId xmlns:a16="http://schemas.microsoft.com/office/drawing/2014/main" id="{FD5ABEBA-27B6-4C65-9A0B-CBD8E96A4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0" name="直線コネクタ 129979">
                      <a:extLst>
                        <a:ext uri="{FF2B5EF4-FFF2-40B4-BE49-F238E27FC236}">
                          <a16:creationId xmlns:a16="http://schemas.microsoft.com/office/drawing/2014/main" id="{37541EE1-4009-4C83-B1F7-AE4C970F9C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1" name="直線コネクタ 129980">
                      <a:extLst>
                        <a:ext uri="{FF2B5EF4-FFF2-40B4-BE49-F238E27FC236}">
                          <a16:creationId xmlns:a16="http://schemas.microsoft.com/office/drawing/2014/main" id="{3CB6465E-09FB-493E-AD19-CE2657B04F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2" name="直線コネクタ 129981">
                      <a:extLst>
                        <a:ext uri="{FF2B5EF4-FFF2-40B4-BE49-F238E27FC236}">
                          <a16:creationId xmlns:a16="http://schemas.microsoft.com/office/drawing/2014/main" id="{62D2C15C-7223-4B29-9C78-443CAED8D5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3" name="直線コネクタ 129982">
                      <a:extLst>
                        <a:ext uri="{FF2B5EF4-FFF2-40B4-BE49-F238E27FC236}">
                          <a16:creationId xmlns:a16="http://schemas.microsoft.com/office/drawing/2014/main" id="{70B62509-4022-4349-88D6-ACF7C56BB0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4" name="直線コネクタ 129983">
                      <a:extLst>
                        <a:ext uri="{FF2B5EF4-FFF2-40B4-BE49-F238E27FC236}">
                          <a16:creationId xmlns:a16="http://schemas.microsoft.com/office/drawing/2014/main" id="{0401F04D-E9E6-45C4-93DB-8770A13343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5" name="直線コネクタ 129984">
                      <a:extLst>
                        <a:ext uri="{FF2B5EF4-FFF2-40B4-BE49-F238E27FC236}">
                          <a16:creationId xmlns:a16="http://schemas.microsoft.com/office/drawing/2014/main" id="{E3081D9F-DF75-4A6B-B5FB-93A6F01032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6" name="直線コネクタ 129985">
                      <a:extLst>
                        <a:ext uri="{FF2B5EF4-FFF2-40B4-BE49-F238E27FC236}">
                          <a16:creationId xmlns:a16="http://schemas.microsoft.com/office/drawing/2014/main" id="{AF0142FA-65E8-4CDE-AD0C-39C6409777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7" name="直線コネクタ 129986">
                      <a:extLst>
                        <a:ext uri="{FF2B5EF4-FFF2-40B4-BE49-F238E27FC236}">
                          <a16:creationId xmlns:a16="http://schemas.microsoft.com/office/drawing/2014/main" id="{7D089337-91ED-445E-B26D-EF5619DEB3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8" name="直線コネクタ 129987">
                      <a:extLst>
                        <a:ext uri="{FF2B5EF4-FFF2-40B4-BE49-F238E27FC236}">
                          <a16:creationId xmlns:a16="http://schemas.microsoft.com/office/drawing/2014/main" id="{F44CE435-58AF-47F7-80F0-FBBC1A1F2F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89" name="直線コネクタ 129988">
                      <a:extLst>
                        <a:ext uri="{FF2B5EF4-FFF2-40B4-BE49-F238E27FC236}">
                          <a16:creationId xmlns:a16="http://schemas.microsoft.com/office/drawing/2014/main" id="{F9F59E7F-1CDB-47D1-BCF2-041A9B0C6D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0" name="直線コネクタ 129989">
                      <a:extLst>
                        <a:ext uri="{FF2B5EF4-FFF2-40B4-BE49-F238E27FC236}">
                          <a16:creationId xmlns:a16="http://schemas.microsoft.com/office/drawing/2014/main" id="{7593A1FB-85B1-4C6B-920A-99E70F7B87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1" name="直線コネクタ 129990">
                      <a:extLst>
                        <a:ext uri="{FF2B5EF4-FFF2-40B4-BE49-F238E27FC236}">
                          <a16:creationId xmlns:a16="http://schemas.microsoft.com/office/drawing/2014/main" id="{16F1E212-A9EF-48A8-9B99-F2AF454B30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2" name="直線コネクタ 129991">
                      <a:extLst>
                        <a:ext uri="{FF2B5EF4-FFF2-40B4-BE49-F238E27FC236}">
                          <a16:creationId xmlns:a16="http://schemas.microsoft.com/office/drawing/2014/main" id="{8CF166E5-CE74-4C58-9A34-67A780AD73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3" name="直線コネクタ 129992">
                      <a:extLst>
                        <a:ext uri="{FF2B5EF4-FFF2-40B4-BE49-F238E27FC236}">
                          <a16:creationId xmlns:a16="http://schemas.microsoft.com/office/drawing/2014/main" id="{8B00A16E-B0F1-487B-A525-F5B29BF05C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4" name="直線コネクタ 129993">
                      <a:extLst>
                        <a:ext uri="{FF2B5EF4-FFF2-40B4-BE49-F238E27FC236}">
                          <a16:creationId xmlns:a16="http://schemas.microsoft.com/office/drawing/2014/main" id="{CFC2FC3E-CAE2-4C9A-9B32-165D272603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5" name="直線コネクタ 129994">
                      <a:extLst>
                        <a:ext uri="{FF2B5EF4-FFF2-40B4-BE49-F238E27FC236}">
                          <a16:creationId xmlns:a16="http://schemas.microsoft.com/office/drawing/2014/main" id="{4F2F01B7-FF96-4AC8-945E-82A81D955E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6" name="直線コネクタ 129995">
                      <a:extLst>
                        <a:ext uri="{FF2B5EF4-FFF2-40B4-BE49-F238E27FC236}">
                          <a16:creationId xmlns:a16="http://schemas.microsoft.com/office/drawing/2014/main" id="{ACB334F7-EE76-4ED6-B612-5876CEA622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7" name="直線コネクタ 129996">
                      <a:extLst>
                        <a:ext uri="{FF2B5EF4-FFF2-40B4-BE49-F238E27FC236}">
                          <a16:creationId xmlns:a16="http://schemas.microsoft.com/office/drawing/2014/main" id="{282C59DA-9C61-4980-A62A-EBBC126CC1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8" name="直線コネクタ 129997">
                      <a:extLst>
                        <a:ext uri="{FF2B5EF4-FFF2-40B4-BE49-F238E27FC236}">
                          <a16:creationId xmlns:a16="http://schemas.microsoft.com/office/drawing/2014/main" id="{15264225-1DB9-4CBD-81C7-FD627070F9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999" name="直線コネクタ 129998">
                      <a:extLst>
                        <a:ext uri="{FF2B5EF4-FFF2-40B4-BE49-F238E27FC236}">
                          <a16:creationId xmlns:a16="http://schemas.microsoft.com/office/drawing/2014/main" id="{A1C4F10D-B3C1-4684-9D20-47F63E1D95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0" name="直線コネクタ 129999">
                      <a:extLst>
                        <a:ext uri="{FF2B5EF4-FFF2-40B4-BE49-F238E27FC236}">
                          <a16:creationId xmlns:a16="http://schemas.microsoft.com/office/drawing/2014/main" id="{01EEE9CA-A248-4D48-BFBD-C390A66B01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1" name="直線コネクタ 130000">
                      <a:extLst>
                        <a:ext uri="{FF2B5EF4-FFF2-40B4-BE49-F238E27FC236}">
                          <a16:creationId xmlns:a16="http://schemas.microsoft.com/office/drawing/2014/main" id="{CBDE8281-8123-4650-AAFE-BC52E57232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2" name="直線コネクタ 130001">
                      <a:extLst>
                        <a:ext uri="{FF2B5EF4-FFF2-40B4-BE49-F238E27FC236}">
                          <a16:creationId xmlns:a16="http://schemas.microsoft.com/office/drawing/2014/main" id="{7F50CD70-8FBD-4A61-9EAE-04311FBE36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3" name="直線コネクタ 130002">
                      <a:extLst>
                        <a:ext uri="{FF2B5EF4-FFF2-40B4-BE49-F238E27FC236}">
                          <a16:creationId xmlns:a16="http://schemas.microsoft.com/office/drawing/2014/main" id="{03C7EFA3-7560-464D-A678-51C106F32C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4" name="直線コネクタ 130003">
                      <a:extLst>
                        <a:ext uri="{FF2B5EF4-FFF2-40B4-BE49-F238E27FC236}">
                          <a16:creationId xmlns:a16="http://schemas.microsoft.com/office/drawing/2014/main" id="{65C25AC0-12BC-4BCF-961D-8F26B6F990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5" name="直線コネクタ 130004">
                      <a:extLst>
                        <a:ext uri="{FF2B5EF4-FFF2-40B4-BE49-F238E27FC236}">
                          <a16:creationId xmlns:a16="http://schemas.microsoft.com/office/drawing/2014/main" id="{3EF498CC-D2A1-4D54-9C1E-90F52599FD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6" name="直線コネクタ 130005">
                      <a:extLst>
                        <a:ext uri="{FF2B5EF4-FFF2-40B4-BE49-F238E27FC236}">
                          <a16:creationId xmlns:a16="http://schemas.microsoft.com/office/drawing/2014/main" id="{76672277-9733-43A8-A6D0-AA79E59058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7" name="直線コネクタ 130006">
                      <a:extLst>
                        <a:ext uri="{FF2B5EF4-FFF2-40B4-BE49-F238E27FC236}">
                          <a16:creationId xmlns:a16="http://schemas.microsoft.com/office/drawing/2014/main" id="{D440C587-966A-4B52-923F-B5AF21C133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8" name="直線コネクタ 130007">
                      <a:extLst>
                        <a:ext uri="{FF2B5EF4-FFF2-40B4-BE49-F238E27FC236}">
                          <a16:creationId xmlns:a16="http://schemas.microsoft.com/office/drawing/2014/main" id="{35C29F7D-6A31-48EE-9018-34B0AE4273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0009" name="直線コネクタ 130008">
                      <a:extLst>
                        <a:ext uri="{FF2B5EF4-FFF2-40B4-BE49-F238E27FC236}">
                          <a16:creationId xmlns:a16="http://schemas.microsoft.com/office/drawing/2014/main" id="{C220CA38-A62D-4CB2-ACE9-D68AC19FC7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0010" name="グループ化 130009">
                      <a:extLst>
                        <a:ext uri="{FF2B5EF4-FFF2-40B4-BE49-F238E27FC236}">
                          <a16:creationId xmlns:a16="http://schemas.microsoft.com/office/drawing/2014/main" id="{9007F3CE-27D0-40E7-8BCB-7BF8493BF9C9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186" name="直線コネクタ 130185">
                        <a:extLst>
                          <a:ext uri="{FF2B5EF4-FFF2-40B4-BE49-F238E27FC236}">
                            <a16:creationId xmlns:a16="http://schemas.microsoft.com/office/drawing/2014/main" id="{4AE8F612-36A8-470C-B485-4FEF41E26B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87" name="直線コネクタ 130186">
                        <a:extLst>
                          <a:ext uri="{FF2B5EF4-FFF2-40B4-BE49-F238E27FC236}">
                            <a16:creationId xmlns:a16="http://schemas.microsoft.com/office/drawing/2014/main" id="{A965C16A-6EC2-4E9E-9579-1E56B97044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88" name="直線コネクタ 130187">
                        <a:extLst>
                          <a:ext uri="{FF2B5EF4-FFF2-40B4-BE49-F238E27FC236}">
                            <a16:creationId xmlns:a16="http://schemas.microsoft.com/office/drawing/2014/main" id="{96C4EB03-6AC7-4A61-93F4-5B1C764300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89" name="直線コネクタ 130188">
                        <a:extLst>
                          <a:ext uri="{FF2B5EF4-FFF2-40B4-BE49-F238E27FC236}">
                            <a16:creationId xmlns:a16="http://schemas.microsoft.com/office/drawing/2014/main" id="{82804016-82F8-41AE-93F2-7F743C7803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0" name="直線コネクタ 130189">
                        <a:extLst>
                          <a:ext uri="{FF2B5EF4-FFF2-40B4-BE49-F238E27FC236}">
                            <a16:creationId xmlns:a16="http://schemas.microsoft.com/office/drawing/2014/main" id="{1F4BA3CB-A33A-41B5-8962-169E24C510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1" name="直線コネクタ 130190">
                        <a:extLst>
                          <a:ext uri="{FF2B5EF4-FFF2-40B4-BE49-F238E27FC236}">
                            <a16:creationId xmlns:a16="http://schemas.microsoft.com/office/drawing/2014/main" id="{5742F14F-BA4E-48BE-ACBA-E2B14FDE38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2" name="直線コネクタ 130191">
                        <a:extLst>
                          <a:ext uri="{FF2B5EF4-FFF2-40B4-BE49-F238E27FC236}">
                            <a16:creationId xmlns:a16="http://schemas.microsoft.com/office/drawing/2014/main" id="{0769E591-3915-4D34-B614-B76AA45C7C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3" name="直線コネクタ 130192">
                        <a:extLst>
                          <a:ext uri="{FF2B5EF4-FFF2-40B4-BE49-F238E27FC236}">
                            <a16:creationId xmlns:a16="http://schemas.microsoft.com/office/drawing/2014/main" id="{272A878F-EA5A-489B-BCD6-95013F5EF5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4" name="直線コネクタ 130193">
                        <a:extLst>
                          <a:ext uri="{FF2B5EF4-FFF2-40B4-BE49-F238E27FC236}">
                            <a16:creationId xmlns:a16="http://schemas.microsoft.com/office/drawing/2014/main" id="{CF3FAF08-D7A8-4478-B2C6-00D94C581B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5" name="直線コネクタ 130194">
                        <a:extLst>
                          <a:ext uri="{FF2B5EF4-FFF2-40B4-BE49-F238E27FC236}">
                            <a16:creationId xmlns:a16="http://schemas.microsoft.com/office/drawing/2014/main" id="{A5A527F9-5AE7-408E-A447-FDAB02D052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6" name="直線コネクタ 130195">
                        <a:extLst>
                          <a:ext uri="{FF2B5EF4-FFF2-40B4-BE49-F238E27FC236}">
                            <a16:creationId xmlns:a16="http://schemas.microsoft.com/office/drawing/2014/main" id="{33D52073-9C62-4F20-A697-499C9C5FA1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7" name="直線コネクタ 130196">
                        <a:extLst>
                          <a:ext uri="{FF2B5EF4-FFF2-40B4-BE49-F238E27FC236}">
                            <a16:creationId xmlns:a16="http://schemas.microsoft.com/office/drawing/2014/main" id="{1277C1C0-0C66-4FF6-B7B5-276FF01295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8" name="直線コネクタ 130197">
                        <a:extLst>
                          <a:ext uri="{FF2B5EF4-FFF2-40B4-BE49-F238E27FC236}">
                            <a16:creationId xmlns:a16="http://schemas.microsoft.com/office/drawing/2014/main" id="{4E6AAEF7-E505-4871-BDB8-5FD97AA734E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99" name="直線コネクタ 130198">
                        <a:extLst>
                          <a:ext uri="{FF2B5EF4-FFF2-40B4-BE49-F238E27FC236}">
                            <a16:creationId xmlns:a16="http://schemas.microsoft.com/office/drawing/2014/main" id="{E82B906D-EE3D-4CCA-B0B8-B6E342CAB67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0" name="直線コネクタ 130199">
                        <a:extLst>
                          <a:ext uri="{FF2B5EF4-FFF2-40B4-BE49-F238E27FC236}">
                            <a16:creationId xmlns:a16="http://schemas.microsoft.com/office/drawing/2014/main" id="{EDB3438B-3946-4E4D-A7F2-08C62D223A2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1" name="直線コネクタ 130200">
                        <a:extLst>
                          <a:ext uri="{FF2B5EF4-FFF2-40B4-BE49-F238E27FC236}">
                            <a16:creationId xmlns:a16="http://schemas.microsoft.com/office/drawing/2014/main" id="{B8866BDD-560D-4F0D-9857-08483495A9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2" name="直線コネクタ 130201">
                        <a:extLst>
                          <a:ext uri="{FF2B5EF4-FFF2-40B4-BE49-F238E27FC236}">
                            <a16:creationId xmlns:a16="http://schemas.microsoft.com/office/drawing/2014/main" id="{9C3D877A-1493-4BE6-A730-6CC625F23B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3" name="直線コネクタ 130202">
                        <a:extLst>
                          <a:ext uri="{FF2B5EF4-FFF2-40B4-BE49-F238E27FC236}">
                            <a16:creationId xmlns:a16="http://schemas.microsoft.com/office/drawing/2014/main" id="{CC78614F-7AAA-4740-9A8A-7746A7455D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4" name="直線コネクタ 130203">
                        <a:extLst>
                          <a:ext uri="{FF2B5EF4-FFF2-40B4-BE49-F238E27FC236}">
                            <a16:creationId xmlns:a16="http://schemas.microsoft.com/office/drawing/2014/main" id="{CF9EBE9E-AAEA-40B3-8866-0DEA5CE848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5" name="直線コネクタ 130204">
                        <a:extLst>
                          <a:ext uri="{FF2B5EF4-FFF2-40B4-BE49-F238E27FC236}">
                            <a16:creationId xmlns:a16="http://schemas.microsoft.com/office/drawing/2014/main" id="{032B8861-3FE3-4504-80C4-4D2DA14E3C9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6" name="直線コネクタ 130205">
                        <a:extLst>
                          <a:ext uri="{FF2B5EF4-FFF2-40B4-BE49-F238E27FC236}">
                            <a16:creationId xmlns:a16="http://schemas.microsoft.com/office/drawing/2014/main" id="{5382FCEC-F4BD-4AF4-9B40-46F43AB8B2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7" name="直線コネクタ 130206">
                        <a:extLst>
                          <a:ext uri="{FF2B5EF4-FFF2-40B4-BE49-F238E27FC236}">
                            <a16:creationId xmlns:a16="http://schemas.microsoft.com/office/drawing/2014/main" id="{34C8DEFD-DBC5-400F-8BB7-A22629A278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8" name="直線コネクタ 130207">
                        <a:extLst>
                          <a:ext uri="{FF2B5EF4-FFF2-40B4-BE49-F238E27FC236}">
                            <a16:creationId xmlns:a16="http://schemas.microsoft.com/office/drawing/2014/main" id="{407EEB95-24BD-43B8-A0F7-E0594C36715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09" name="直線コネクタ 130208">
                        <a:extLst>
                          <a:ext uri="{FF2B5EF4-FFF2-40B4-BE49-F238E27FC236}">
                            <a16:creationId xmlns:a16="http://schemas.microsoft.com/office/drawing/2014/main" id="{923AB294-C513-4E37-9A0A-93C3218C7C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0" name="直線コネクタ 130209">
                        <a:extLst>
                          <a:ext uri="{FF2B5EF4-FFF2-40B4-BE49-F238E27FC236}">
                            <a16:creationId xmlns:a16="http://schemas.microsoft.com/office/drawing/2014/main" id="{B88EC46F-6EF6-4256-AE34-60BFBC4F29D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1" name="直線コネクタ 130210">
                        <a:extLst>
                          <a:ext uri="{FF2B5EF4-FFF2-40B4-BE49-F238E27FC236}">
                            <a16:creationId xmlns:a16="http://schemas.microsoft.com/office/drawing/2014/main" id="{B983EF5E-2BFC-44D0-8E0C-8AFA8D545A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2" name="直線コネクタ 130211">
                        <a:extLst>
                          <a:ext uri="{FF2B5EF4-FFF2-40B4-BE49-F238E27FC236}">
                            <a16:creationId xmlns:a16="http://schemas.microsoft.com/office/drawing/2014/main" id="{1284B196-F4C0-4A18-BBC8-01EA0B465B1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3" name="直線コネクタ 130212">
                        <a:extLst>
                          <a:ext uri="{FF2B5EF4-FFF2-40B4-BE49-F238E27FC236}">
                            <a16:creationId xmlns:a16="http://schemas.microsoft.com/office/drawing/2014/main" id="{16411DD6-03B5-446E-9705-6C349FC8BD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4" name="直線コネクタ 130213">
                        <a:extLst>
                          <a:ext uri="{FF2B5EF4-FFF2-40B4-BE49-F238E27FC236}">
                            <a16:creationId xmlns:a16="http://schemas.microsoft.com/office/drawing/2014/main" id="{36060F01-E335-4CBF-8946-D7D2086FA1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5" name="直線コネクタ 130214">
                        <a:extLst>
                          <a:ext uri="{FF2B5EF4-FFF2-40B4-BE49-F238E27FC236}">
                            <a16:creationId xmlns:a16="http://schemas.microsoft.com/office/drawing/2014/main" id="{01538BE7-25C7-4C54-87A2-49B9EA89CD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6" name="直線コネクタ 130215">
                        <a:extLst>
                          <a:ext uri="{FF2B5EF4-FFF2-40B4-BE49-F238E27FC236}">
                            <a16:creationId xmlns:a16="http://schemas.microsoft.com/office/drawing/2014/main" id="{1CEA5C35-F8A1-4B1D-9954-33CD236C41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7" name="直線コネクタ 130216">
                        <a:extLst>
                          <a:ext uri="{FF2B5EF4-FFF2-40B4-BE49-F238E27FC236}">
                            <a16:creationId xmlns:a16="http://schemas.microsoft.com/office/drawing/2014/main" id="{0F0A835C-6B5E-4C7F-B018-3DD8041547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8" name="直線コネクタ 130217">
                        <a:extLst>
                          <a:ext uri="{FF2B5EF4-FFF2-40B4-BE49-F238E27FC236}">
                            <a16:creationId xmlns:a16="http://schemas.microsoft.com/office/drawing/2014/main" id="{DC816105-2541-4A01-ACC7-ABF12D6328E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19" name="直線コネクタ 130218">
                        <a:extLst>
                          <a:ext uri="{FF2B5EF4-FFF2-40B4-BE49-F238E27FC236}">
                            <a16:creationId xmlns:a16="http://schemas.microsoft.com/office/drawing/2014/main" id="{D3319FA9-0470-4CA5-838C-3DCACB43877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20" name="直線コネクタ 130219">
                        <a:extLst>
                          <a:ext uri="{FF2B5EF4-FFF2-40B4-BE49-F238E27FC236}">
                            <a16:creationId xmlns:a16="http://schemas.microsoft.com/office/drawing/2014/main" id="{37FF3152-9E2A-4BFF-9F52-4EF23E22DD2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21" name="直線コネクタ 130220">
                        <a:extLst>
                          <a:ext uri="{FF2B5EF4-FFF2-40B4-BE49-F238E27FC236}">
                            <a16:creationId xmlns:a16="http://schemas.microsoft.com/office/drawing/2014/main" id="{5D78A2CC-3EA9-42A9-9EE5-07CDAE5572A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22" name="直線コネクタ 130221">
                        <a:extLst>
                          <a:ext uri="{FF2B5EF4-FFF2-40B4-BE49-F238E27FC236}">
                            <a16:creationId xmlns:a16="http://schemas.microsoft.com/office/drawing/2014/main" id="{88D1D979-CBFB-491D-ADBF-1C45855287D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23" name="直線コネクタ 130222">
                        <a:extLst>
                          <a:ext uri="{FF2B5EF4-FFF2-40B4-BE49-F238E27FC236}">
                            <a16:creationId xmlns:a16="http://schemas.microsoft.com/office/drawing/2014/main" id="{8C416D9E-941B-4699-B28E-2BD6C5F1FD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24" name="直線コネクタ 130223">
                        <a:extLst>
                          <a:ext uri="{FF2B5EF4-FFF2-40B4-BE49-F238E27FC236}">
                            <a16:creationId xmlns:a16="http://schemas.microsoft.com/office/drawing/2014/main" id="{CD7A7DE9-9E31-4EED-8CD7-0AE716809E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25" name="直線コネクタ 130224">
                        <a:extLst>
                          <a:ext uri="{FF2B5EF4-FFF2-40B4-BE49-F238E27FC236}">
                            <a16:creationId xmlns:a16="http://schemas.microsoft.com/office/drawing/2014/main" id="{46063A1C-67AA-4698-B71E-6E32896DA3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26" name="直線コネクタ 130225">
                        <a:extLst>
                          <a:ext uri="{FF2B5EF4-FFF2-40B4-BE49-F238E27FC236}">
                            <a16:creationId xmlns:a16="http://schemas.microsoft.com/office/drawing/2014/main" id="{CCC68477-30A1-40CF-881C-D753684682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227" name="直線コネクタ 130226">
                        <a:extLst>
                          <a:ext uri="{FF2B5EF4-FFF2-40B4-BE49-F238E27FC236}">
                            <a16:creationId xmlns:a16="http://schemas.microsoft.com/office/drawing/2014/main" id="{16AEB076-C1D9-400B-ACB6-A1A110E9708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011" name="グループ化 130010">
                      <a:extLst>
                        <a:ext uri="{FF2B5EF4-FFF2-40B4-BE49-F238E27FC236}">
                          <a16:creationId xmlns:a16="http://schemas.microsoft.com/office/drawing/2014/main" id="{09057933-42F2-4E30-A24A-40564EAA06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30177" name="正方形/長方形 130176">
                        <a:extLst>
                          <a:ext uri="{FF2B5EF4-FFF2-40B4-BE49-F238E27FC236}">
                            <a16:creationId xmlns:a16="http://schemas.microsoft.com/office/drawing/2014/main" id="{B970972C-8E92-418A-91B0-F058B98A1A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178" name="正方形/長方形 130177">
                        <a:extLst>
                          <a:ext uri="{FF2B5EF4-FFF2-40B4-BE49-F238E27FC236}">
                            <a16:creationId xmlns:a16="http://schemas.microsoft.com/office/drawing/2014/main" id="{3E06D7F5-A0D4-4415-8332-45BBD517C8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179" name="正方形/長方形 130178">
                        <a:extLst>
                          <a:ext uri="{FF2B5EF4-FFF2-40B4-BE49-F238E27FC236}">
                            <a16:creationId xmlns:a16="http://schemas.microsoft.com/office/drawing/2014/main" id="{5294E178-FADB-4430-9A81-FAC47FEE59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180" name="正方形/長方形 130179">
                        <a:extLst>
                          <a:ext uri="{FF2B5EF4-FFF2-40B4-BE49-F238E27FC236}">
                            <a16:creationId xmlns:a16="http://schemas.microsoft.com/office/drawing/2014/main" id="{089517C0-514F-4E90-AF3D-0F3E625014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181" name="正方形/長方形 130180">
                        <a:extLst>
                          <a:ext uri="{FF2B5EF4-FFF2-40B4-BE49-F238E27FC236}">
                            <a16:creationId xmlns:a16="http://schemas.microsoft.com/office/drawing/2014/main" id="{8EA6B078-79A6-49FF-B11B-7FE0DE65B6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182" name="正方形/長方形 130181">
                        <a:extLst>
                          <a:ext uri="{FF2B5EF4-FFF2-40B4-BE49-F238E27FC236}">
                            <a16:creationId xmlns:a16="http://schemas.microsoft.com/office/drawing/2014/main" id="{9B3E36B7-7E6A-43B8-AFD4-985C3CE7F9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183" name="正方形/長方形 130182">
                        <a:extLst>
                          <a:ext uri="{FF2B5EF4-FFF2-40B4-BE49-F238E27FC236}">
                            <a16:creationId xmlns:a16="http://schemas.microsoft.com/office/drawing/2014/main" id="{F1727700-9A49-4B3C-BFFC-4881C1BC34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184" name="正方形/長方形 130183">
                        <a:extLst>
                          <a:ext uri="{FF2B5EF4-FFF2-40B4-BE49-F238E27FC236}">
                            <a16:creationId xmlns:a16="http://schemas.microsoft.com/office/drawing/2014/main" id="{AFE7D144-AD8D-45F8-AB6C-18350076DD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30185" name="正方形/長方形 130184">
                        <a:extLst>
                          <a:ext uri="{FF2B5EF4-FFF2-40B4-BE49-F238E27FC236}">
                            <a16:creationId xmlns:a16="http://schemas.microsoft.com/office/drawing/2014/main" id="{B2571C9F-22CE-46C9-85E2-66E9C7F7BE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30012" name="グループ化 130011">
                      <a:extLst>
                        <a:ext uri="{FF2B5EF4-FFF2-40B4-BE49-F238E27FC236}">
                          <a16:creationId xmlns:a16="http://schemas.microsoft.com/office/drawing/2014/main" id="{59067CEA-53DA-43FE-B4B7-7A76FB2546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169" name="直線コネクタ 130168">
                        <a:extLst>
                          <a:ext uri="{FF2B5EF4-FFF2-40B4-BE49-F238E27FC236}">
                            <a16:creationId xmlns:a16="http://schemas.microsoft.com/office/drawing/2014/main" id="{457FC927-B695-498D-9B78-B9C60CFCF2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70" name="直線コネクタ 130169">
                        <a:extLst>
                          <a:ext uri="{FF2B5EF4-FFF2-40B4-BE49-F238E27FC236}">
                            <a16:creationId xmlns:a16="http://schemas.microsoft.com/office/drawing/2014/main" id="{4A1CA167-A1C5-4B11-91CE-AE3D1E3184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71" name="直線コネクタ 130170">
                        <a:extLst>
                          <a:ext uri="{FF2B5EF4-FFF2-40B4-BE49-F238E27FC236}">
                            <a16:creationId xmlns:a16="http://schemas.microsoft.com/office/drawing/2014/main" id="{211CC2B6-AA3D-4B7F-9C31-DA9C55C405C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72" name="直線コネクタ 130171">
                        <a:extLst>
                          <a:ext uri="{FF2B5EF4-FFF2-40B4-BE49-F238E27FC236}">
                            <a16:creationId xmlns:a16="http://schemas.microsoft.com/office/drawing/2014/main" id="{420CC193-4C46-4F39-9F11-EB2F5364C3E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73" name="直線コネクタ 130172">
                        <a:extLst>
                          <a:ext uri="{FF2B5EF4-FFF2-40B4-BE49-F238E27FC236}">
                            <a16:creationId xmlns:a16="http://schemas.microsoft.com/office/drawing/2014/main" id="{51C6D91A-2233-4EC6-87A0-F9E396E45D4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74" name="直線コネクタ 130173">
                        <a:extLst>
                          <a:ext uri="{FF2B5EF4-FFF2-40B4-BE49-F238E27FC236}">
                            <a16:creationId xmlns:a16="http://schemas.microsoft.com/office/drawing/2014/main" id="{68788154-13D1-4AB5-B5BB-63E534F376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75" name="直線コネクタ 130174">
                        <a:extLst>
                          <a:ext uri="{FF2B5EF4-FFF2-40B4-BE49-F238E27FC236}">
                            <a16:creationId xmlns:a16="http://schemas.microsoft.com/office/drawing/2014/main" id="{5B327604-8760-49A8-90C7-27901AD2C4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76" name="直線コネクタ 130175">
                        <a:extLst>
                          <a:ext uri="{FF2B5EF4-FFF2-40B4-BE49-F238E27FC236}">
                            <a16:creationId xmlns:a16="http://schemas.microsoft.com/office/drawing/2014/main" id="{A536CCF8-2BAA-4555-894B-65833D715D7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013" name="グループ化 130012">
                      <a:extLst>
                        <a:ext uri="{FF2B5EF4-FFF2-40B4-BE49-F238E27FC236}">
                          <a16:creationId xmlns:a16="http://schemas.microsoft.com/office/drawing/2014/main" id="{2EA12426-9920-4560-A308-0DAC640C9D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161" name="直線コネクタ 130160">
                        <a:extLst>
                          <a:ext uri="{FF2B5EF4-FFF2-40B4-BE49-F238E27FC236}">
                            <a16:creationId xmlns:a16="http://schemas.microsoft.com/office/drawing/2014/main" id="{BF0000A1-5E46-4333-8BF7-3AF0DF0878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62" name="直線コネクタ 130161">
                        <a:extLst>
                          <a:ext uri="{FF2B5EF4-FFF2-40B4-BE49-F238E27FC236}">
                            <a16:creationId xmlns:a16="http://schemas.microsoft.com/office/drawing/2014/main" id="{30C02294-EF28-4E62-BD82-AE15AC0CAE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63" name="直線コネクタ 130162">
                        <a:extLst>
                          <a:ext uri="{FF2B5EF4-FFF2-40B4-BE49-F238E27FC236}">
                            <a16:creationId xmlns:a16="http://schemas.microsoft.com/office/drawing/2014/main" id="{0A4625D9-525D-4905-A50A-F3036BA2B6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64" name="直線コネクタ 130163">
                        <a:extLst>
                          <a:ext uri="{FF2B5EF4-FFF2-40B4-BE49-F238E27FC236}">
                            <a16:creationId xmlns:a16="http://schemas.microsoft.com/office/drawing/2014/main" id="{8C3385CC-A894-41A4-8097-BE8D3BC1C1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65" name="直線コネクタ 130164">
                        <a:extLst>
                          <a:ext uri="{FF2B5EF4-FFF2-40B4-BE49-F238E27FC236}">
                            <a16:creationId xmlns:a16="http://schemas.microsoft.com/office/drawing/2014/main" id="{B6924F15-7E48-4BB2-A832-2129DBA2F64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66" name="直線コネクタ 130165">
                        <a:extLst>
                          <a:ext uri="{FF2B5EF4-FFF2-40B4-BE49-F238E27FC236}">
                            <a16:creationId xmlns:a16="http://schemas.microsoft.com/office/drawing/2014/main" id="{8B107111-8778-4409-8CCE-23FDD85A549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67" name="直線コネクタ 130166">
                        <a:extLst>
                          <a:ext uri="{FF2B5EF4-FFF2-40B4-BE49-F238E27FC236}">
                            <a16:creationId xmlns:a16="http://schemas.microsoft.com/office/drawing/2014/main" id="{CE9FC0FD-8F9B-476D-A803-9EA0A32D648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68" name="直線コネクタ 130167">
                        <a:extLst>
                          <a:ext uri="{FF2B5EF4-FFF2-40B4-BE49-F238E27FC236}">
                            <a16:creationId xmlns:a16="http://schemas.microsoft.com/office/drawing/2014/main" id="{F647AE9C-2497-44B5-ACE1-E68B7D3D39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014" name="グループ化 130013">
                      <a:extLst>
                        <a:ext uri="{FF2B5EF4-FFF2-40B4-BE49-F238E27FC236}">
                          <a16:creationId xmlns:a16="http://schemas.microsoft.com/office/drawing/2014/main" id="{06DCBEFE-5937-4821-921A-8BDB6B3531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119" name="直線コネクタ 130118">
                        <a:extLst>
                          <a:ext uri="{FF2B5EF4-FFF2-40B4-BE49-F238E27FC236}">
                            <a16:creationId xmlns:a16="http://schemas.microsoft.com/office/drawing/2014/main" id="{B73F3443-84E9-4902-977D-D8EA922DD82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0" name="直線コネクタ 130119">
                        <a:extLst>
                          <a:ext uri="{FF2B5EF4-FFF2-40B4-BE49-F238E27FC236}">
                            <a16:creationId xmlns:a16="http://schemas.microsoft.com/office/drawing/2014/main" id="{13A7A8E2-B953-48D4-B255-DC5DD538F4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1" name="直線コネクタ 130120">
                        <a:extLst>
                          <a:ext uri="{FF2B5EF4-FFF2-40B4-BE49-F238E27FC236}">
                            <a16:creationId xmlns:a16="http://schemas.microsoft.com/office/drawing/2014/main" id="{E4DE9B37-73A8-4F58-854D-0DAB98B6A56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2" name="直線コネクタ 130121">
                        <a:extLst>
                          <a:ext uri="{FF2B5EF4-FFF2-40B4-BE49-F238E27FC236}">
                            <a16:creationId xmlns:a16="http://schemas.microsoft.com/office/drawing/2014/main" id="{095A9388-3FF6-4424-821A-7E64B880A8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3" name="直線コネクタ 130122">
                        <a:extLst>
                          <a:ext uri="{FF2B5EF4-FFF2-40B4-BE49-F238E27FC236}">
                            <a16:creationId xmlns:a16="http://schemas.microsoft.com/office/drawing/2014/main" id="{F11C8B7A-52DA-4AE2-A68D-45D16B76F3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4" name="直線コネクタ 130123">
                        <a:extLst>
                          <a:ext uri="{FF2B5EF4-FFF2-40B4-BE49-F238E27FC236}">
                            <a16:creationId xmlns:a16="http://schemas.microsoft.com/office/drawing/2014/main" id="{A4C4369C-709B-481F-8E28-53FD2D93F3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5" name="直線コネクタ 130124">
                        <a:extLst>
                          <a:ext uri="{FF2B5EF4-FFF2-40B4-BE49-F238E27FC236}">
                            <a16:creationId xmlns:a16="http://schemas.microsoft.com/office/drawing/2014/main" id="{3E41609E-2A1D-4D5D-9AC7-43E1E0B40D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6" name="直線コネクタ 130125">
                        <a:extLst>
                          <a:ext uri="{FF2B5EF4-FFF2-40B4-BE49-F238E27FC236}">
                            <a16:creationId xmlns:a16="http://schemas.microsoft.com/office/drawing/2014/main" id="{4AE01E20-94D0-471F-A646-7601A10AD2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7" name="直線コネクタ 130126">
                        <a:extLst>
                          <a:ext uri="{FF2B5EF4-FFF2-40B4-BE49-F238E27FC236}">
                            <a16:creationId xmlns:a16="http://schemas.microsoft.com/office/drawing/2014/main" id="{E8862F7D-7A9A-4FAE-AD78-07BE02B7033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8" name="直線コネクタ 130127">
                        <a:extLst>
                          <a:ext uri="{FF2B5EF4-FFF2-40B4-BE49-F238E27FC236}">
                            <a16:creationId xmlns:a16="http://schemas.microsoft.com/office/drawing/2014/main" id="{2033DC31-9BBE-4BD4-9AE7-66E87FC2CD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29" name="直線コネクタ 130128">
                        <a:extLst>
                          <a:ext uri="{FF2B5EF4-FFF2-40B4-BE49-F238E27FC236}">
                            <a16:creationId xmlns:a16="http://schemas.microsoft.com/office/drawing/2014/main" id="{6471B26F-B205-4CC2-A88F-DE9593D830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0" name="直線コネクタ 130129">
                        <a:extLst>
                          <a:ext uri="{FF2B5EF4-FFF2-40B4-BE49-F238E27FC236}">
                            <a16:creationId xmlns:a16="http://schemas.microsoft.com/office/drawing/2014/main" id="{7957AE06-4E4A-48E0-BF11-B22C28CD0F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1" name="直線コネクタ 130130">
                        <a:extLst>
                          <a:ext uri="{FF2B5EF4-FFF2-40B4-BE49-F238E27FC236}">
                            <a16:creationId xmlns:a16="http://schemas.microsoft.com/office/drawing/2014/main" id="{CE2F2262-071D-46FF-A901-09C7A20613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2" name="直線コネクタ 130131">
                        <a:extLst>
                          <a:ext uri="{FF2B5EF4-FFF2-40B4-BE49-F238E27FC236}">
                            <a16:creationId xmlns:a16="http://schemas.microsoft.com/office/drawing/2014/main" id="{B590611C-87AB-4B6C-B29F-B11227E219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3" name="直線コネクタ 130132">
                        <a:extLst>
                          <a:ext uri="{FF2B5EF4-FFF2-40B4-BE49-F238E27FC236}">
                            <a16:creationId xmlns:a16="http://schemas.microsoft.com/office/drawing/2014/main" id="{943025DF-AA04-48F9-A403-18CC98995C5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4" name="直線コネクタ 130133">
                        <a:extLst>
                          <a:ext uri="{FF2B5EF4-FFF2-40B4-BE49-F238E27FC236}">
                            <a16:creationId xmlns:a16="http://schemas.microsoft.com/office/drawing/2014/main" id="{058B97DB-2E70-4C09-A846-3878BB67A6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5" name="直線コネクタ 130134">
                        <a:extLst>
                          <a:ext uri="{FF2B5EF4-FFF2-40B4-BE49-F238E27FC236}">
                            <a16:creationId xmlns:a16="http://schemas.microsoft.com/office/drawing/2014/main" id="{992A4E70-AE03-4F4F-83EA-90CE874A80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6" name="直線コネクタ 130135">
                        <a:extLst>
                          <a:ext uri="{FF2B5EF4-FFF2-40B4-BE49-F238E27FC236}">
                            <a16:creationId xmlns:a16="http://schemas.microsoft.com/office/drawing/2014/main" id="{2C262799-39AC-4AA3-BE1A-EE2B49B25B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7" name="直線コネクタ 130136">
                        <a:extLst>
                          <a:ext uri="{FF2B5EF4-FFF2-40B4-BE49-F238E27FC236}">
                            <a16:creationId xmlns:a16="http://schemas.microsoft.com/office/drawing/2014/main" id="{9E34A0C8-6ABD-469D-AF41-B340570A96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8" name="直線コネクタ 130137">
                        <a:extLst>
                          <a:ext uri="{FF2B5EF4-FFF2-40B4-BE49-F238E27FC236}">
                            <a16:creationId xmlns:a16="http://schemas.microsoft.com/office/drawing/2014/main" id="{9B3246B4-27A3-46D5-96C5-BDE55A8AEE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39" name="直線コネクタ 130138">
                        <a:extLst>
                          <a:ext uri="{FF2B5EF4-FFF2-40B4-BE49-F238E27FC236}">
                            <a16:creationId xmlns:a16="http://schemas.microsoft.com/office/drawing/2014/main" id="{0E788047-97B0-4B65-AB07-7FE1741B4E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0" name="直線コネクタ 130139">
                        <a:extLst>
                          <a:ext uri="{FF2B5EF4-FFF2-40B4-BE49-F238E27FC236}">
                            <a16:creationId xmlns:a16="http://schemas.microsoft.com/office/drawing/2014/main" id="{EB9261BB-C48A-41D6-A491-40A479DCB6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1" name="直線コネクタ 130140">
                        <a:extLst>
                          <a:ext uri="{FF2B5EF4-FFF2-40B4-BE49-F238E27FC236}">
                            <a16:creationId xmlns:a16="http://schemas.microsoft.com/office/drawing/2014/main" id="{589D31F3-6BB2-4B3B-9CAE-24A20F2EDD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2" name="直線コネクタ 130141">
                        <a:extLst>
                          <a:ext uri="{FF2B5EF4-FFF2-40B4-BE49-F238E27FC236}">
                            <a16:creationId xmlns:a16="http://schemas.microsoft.com/office/drawing/2014/main" id="{6CE3211D-62E5-451A-B670-BD34620D98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3" name="直線コネクタ 130142">
                        <a:extLst>
                          <a:ext uri="{FF2B5EF4-FFF2-40B4-BE49-F238E27FC236}">
                            <a16:creationId xmlns:a16="http://schemas.microsoft.com/office/drawing/2014/main" id="{3C845485-983F-4DD7-952F-C949AD74867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4" name="直線コネクタ 130143">
                        <a:extLst>
                          <a:ext uri="{FF2B5EF4-FFF2-40B4-BE49-F238E27FC236}">
                            <a16:creationId xmlns:a16="http://schemas.microsoft.com/office/drawing/2014/main" id="{D56713F1-685D-44EE-8AA8-5331886EE2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5" name="直線コネクタ 130144">
                        <a:extLst>
                          <a:ext uri="{FF2B5EF4-FFF2-40B4-BE49-F238E27FC236}">
                            <a16:creationId xmlns:a16="http://schemas.microsoft.com/office/drawing/2014/main" id="{8D58CE57-E869-4107-A5B8-A084F3754E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6" name="直線コネクタ 130145">
                        <a:extLst>
                          <a:ext uri="{FF2B5EF4-FFF2-40B4-BE49-F238E27FC236}">
                            <a16:creationId xmlns:a16="http://schemas.microsoft.com/office/drawing/2014/main" id="{5AC5A14B-DADD-457F-9ABA-35FBBC9D07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7" name="直線コネクタ 130146">
                        <a:extLst>
                          <a:ext uri="{FF2B5EF4-FFF2-40B4-BE49-F238E27FC236}">
                            <a16:creationId xmlns:a16="http://schemas.microsoft.com/office/drawing/2014/main" id="{5E5B663B-2A54-4663-9D8D-F44F7AA7E9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8" name="直線コネクタ 130147">
                        <a:extLst>
                          <a:ext uri="{FF2B5EF4-FFF2-40B4-BE49-F238E27FC236}">
                            <a16:creationId xmlns:a16="http://schemas.microsoft.com/office/drawing/2014/main" id="{58A781FF-37D3-4869-AC38-FEF5139B78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49" name="直線コネクタ 130148">
                        <a:extLst>
                          <a:ext uri="{FF2B5EF4-FFF2-40B4-BE49-F238E27FC236}">
                            <a16:creationId xmlns:a16="http://schemas.microsoft.com/office/drawing/2014/main" id="{0629CC7F-1474-4747-9977-280DDFE2F8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0" name="直線コネクタ 130149">
                        <a:extLst>
                          <a:ext uri="{FF2B5EF4-FFF2-40B4-BE49-F238E27FC236}">
                            <a16:creationId xmlns:a16="http://schemas.microsoft.com/office/drawing/2014/main" id="{4103D3FF-05E1-415D-97F8-4048F0C11B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1" name="直線コネクタ 130150">
                        <a:extLst>
                          <a:ext uri="{FF2B5EF4-FFF2-40B4-BE49-F238E27FC236}">
                            <a16:creationId xmlns:a16="http://schemas.microsoft.com/office/drawing/2014/main" id="{6346EC2C-D9DA-4171-A642-43ED231319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2" name="直線コネクタ 130151">
                        <a:extLst>
                          <a:ext uri="{FF2B5EF4-FFF2-40B4-BE49-F238E27FC236}">
                            <a16:creationId xmlns:a16="http://schemas.microsoft.com/office/drawing/2014/main" id="{879A31D0-DC1B-4F4F-AD76-E822537169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3" name="直線コネクタ 130152">
                        <a:extLst>
                          <a:ext uri="{FF2B5EF4-FFF2-40B4-BE49-F238E27FC236}">
                            <a16:creationId xmlns:a16="http://schemas.microsoft.com/office/drawing/2014/main" id="{D3BB6510-6FC4-44CA-888F-671360A6C6A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4" name="直線コネクタ 130153">
                        <a:extLst>
                          <a:ext uri="{FF2B5EF4-FFF2-40B4-BE49-F238E27FC236}">
                            <a16:creationId xmlns:a16="http://schemas.microsoft.com/office/drawing/2014/main" id="{E46C6811-51A6-4EDD-A2E8-975B30BC65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5" name="直線コネクタ 130154">
                        <a:extLst>
                          <a:ext uri="{FF2B5EF4-FFF2-40B4-BE49-F238E27FC236}">
                            <a16:creationId xmlns:a16="http://schemas.microsoft.com/office/drawing/2014/main" id="{FC7C3635-567C-467D-9C1F-556D8447FBA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6" name="直線コネクタ 130155">
                        <a:extLst>
                          <a:ext uri="{FF2B5EF4-FFF2-40B4-BE49-F238E27FC236}">
                            <a16:creationId xmlns:a16="http://schemas.microsoft.com/office/drawing/2014/main" id="{169B6E71-B87C-4C31-9BC9-D08C1703BB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7" name="直線コネクタ 130156">
                        <a:extLst>
                          <a:ext uri="{FF2B5EF4-FFF2-40B4-BE49-F238E27FC236}">
                            <a16:creationId xmlns:a16="http://schemas.microsoft.com/office/drawing/2014/main" id="{BB45E276-288B-445D-AC3F-47C7D6BE7C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8" name="直線コネクタ 130157">
                        <a:extLst>
                          <a:ext uri="{FF2B5EF4-FFF2-40B4-BE49-F238E27FC236}">
                            <a16:creationId xmlns:a16="http://schemas.microsoft.com/office/drawing/2014/main" id="{18D87B1E-0D9F-42F4-9D39-F5EDE4B4E5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59" name="直線コネクタ 130158">
                        <a:extLst>
                          <a:ext uri="{FF2B5EF4-FFF2-40B4-BE49-F238E27FC236}">
                            <a16:creationId xmlns:a16="http://schemas.microsoft.com/office/drawing/2014/main" id="{753B0F27-87E9-4B1C-A8E1-C73E8ADF08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60" name="直線コネクタ 130159">
                        <a:extLst>
                          <a:ext uri="{FF2B5EF4-FFF2-40B4-BE49-F238E27FC236}">
                            <a16:creationId xmlns:a16="http://schemas.microsoft.com/office/drawing/2014/main" id="{49502EEE-2A9E-4159-AAD4-CD6D831E154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015" name="グループ化 130014">
                      <a:extLst>
                        <a:ext uri="{FF2B5EF4-FFF2-40B4-BE49-F238E27FC236}">
                          <a16:creationId xmlns:a16="http://schemas.microsoft.com/office/drawing/2014/main" id="{696384BF-5A8D-47C6-9E68-3ADA9F45ABBA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077" name="直線コネクタ 130076">
                        <a:extLst>
                          <a:ext uri="{FF2B5EF4-FFF2-40B4-BE49-F238E27FC236}">
                            <a16:creationId xmlns:a16="http://schemas.microsoft.com/office/drawing/2014/main" id="{56BC02A0-3FD9-4C67-BCB3-F6EB0CDABA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8" name="直線コネクタ 130077">
                        <a:extLst>
                          <a:ext uri="{FF2B5EF4-FFF2-40B4-BE49-F238E27FC236}">
                            <a16:creationId xmlns:a16="http://schemas.microsoft.com/office/drawing/2014/main" id="{ED551687-C999-42A8-8F68-9DD5032221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9" name="直線コネクタ 130078">
                        <a:extLst>
                          <a:ext uri="{FF2B5EF4-FFF2-40B4-BE49-F238E27FC236}">
                            <a16:creationId xmlns:a16="http://schemas.microsoft.com/office/drawing/2014/main" id="{A904E7A0-4931-4539-8BEB-5563325CED0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0" name="直線コネクタ 130079">
                        <a:extLst>
                          <a:ext uri="{FF2B5EF4-FFF2-40B4-BE49-F238E27FC236}">
                            <a16:creationId xmlns:a16="http://schemas.microsoft.com/office/drawing/2014/main" id="{23087F36-23DC-428E-AD16-940401152C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1" name="直線コネクタ 130080">
                        <a:extLst>
                          <a:ext uri="{FF2B5EF4-FFF2-40B4-BE49-F238E27FC236}">
                            <a16:creationId xmlns:a16="http://schemas.microsoft.com/office/drawing/2014/main" id="{57712625-E805-44E6-8C70-22F663C7146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2" name="直線コネクタ 130081">
                        <a:extLst>
                          <a:ext uri="{FF2B5EF4-FFF2-40B4-BE49-F238E27FC236}">
                            <a16:creationId xmlns:a16="http://schemas.microsoft.com/office/drawing/2014/main" id="{D3A07C84-EAED-4293-A50F-EBC58E76183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3" name="直線コネクタ 130082">
                        <a:extLst>
                          <a:ext uri="{FF2B5EF4-FFF2-40B4-BE49-F238E27FC236}">
                            <a16:creationId xmlns:a16="http://schemas.microsoft.com/office/drawing/2014/main" id="{79BDF8C7-6D87-4625-B763-BA2CC1C1399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4" name="直線コネクタ 130083">
                        <a:extLst>
                          <a:ext uri="{FF2B5EF4-FFF2-40B4-BE49-F238E27FC236}">
                            <a16:creationId xmlns:a16="http://schemas.microsoft.com/office/drawing/2014/main" id="{0229BE2B-B568-4FF6-ABFE-6C4AB312133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5" name="直線コネクタ 130084">
                        <a:extLst>
                          <a:ext uri="{FF2B5EF4-FFF2-40B4-BE49-F238E27FC236}">
                            <a16:creationId xmlns:a16="http://schemas.microsoft.com/office/drawing/2014/main" id="{D0B53863-AAAB-4251-ACA8-1A1F480E18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6" name="直線コネクタ 130085">
                        <a:extLst>
                          <a:ext uri="{FF2B5EF4-FFF2-40B4-BE49-F238E27FC236}">
                            <a16:creationId xmlns:a16="http://schemas.microsoft.com/office/drawing/2014/main" id="{D51020F4-50A6-4A55-BDAF-0AEB937615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7" name="直線コネクタ 130086">
                        <a:extLst>
                          <a:ext uri="{FF2B5EF4-FFF2-40B4-BE49-F238E27FC236}">
                            <a16:creationId xmlns:a16="http://schemas.microsoft.com/office/drawing/2014/main" id="{B9BA391B-373C-42F7-BB1F-5ABFE5680F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8" name="直線コネクタ 130087">
                        <a:extLst>
                          <a:ext uri="{FF2B5EF4-FFF2-40B4-BE49-F238E27FC236}">
                            <a16:creationId xmlns:a16="http://schemas.microsoft.com/office/drawing/2014/main" id="{E47C02FE-A55D-4031-8CB9-5C78674CEE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89" name="直線コネクタ 130088">
                        <a:extLst>
                          <a:ext uri="{FF2B5EF4-FFF2-40B4-BE49-F238E27FC236}">
                            <a16:creationId xmlns:a16="http://schemas.microsoft.com/office/drawing/2014/main" id="{54B97065-789A-4E8A-B37A-3F3D5396DA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0" name="直線コネクタ 130089">
                        <a:extLst>
                          <a:ext uri="{FF2B5EF4-FFF2-40B4-BE49-F238E27FC236}">
                            <a16:creationId xmlns:a16="http://schemas.microsoft.com/office/drawing/2014/main" id="{2682C26D-5860-4CE7-B060-4CCC629264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1" name="直線コネクタ 130090">
                        <a:extLst>
                          <a:ext uri="{FF2B5EF4-FFF2-40B4-BE49-F238E27FC236}">
                            <a16:creationId xmlns:a16="http://schemas.microsoft.com/office/drawing/2014/main" id="{C42031C9-5515-46BD-98F2-3DE14A06434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2" name="直線コネクタ 130091">
                        <a:extLst>
                          <a:ext uri="{FF2B5EF4-FFF2-40B4-BE49-F238E27FC236}">
                            <a16:creationId xmlns:a16="http://schemas.microsoft.com/office/drawing/2014/main" id="{DF626EE9-8E09-40F4-9318-D5BE1A0AED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3" name="直線コネクタ 130092">
                        <a:extLst>
                          <a:ext uri="{FF2B5EF4-FFF2-40B4-BE49-F238E27FC236}">
                            <a16:creationId xmlns:a16="http://schemas.microsoft.com/office/drawing/2014/main" id="{157A6181-96D9-4BB2-9673-24D8D6F9A3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4" name="直線コネクタ 130093">
                        <a:extLst>
                          <a:ext uri="{FF2B5EF4-FFF2-40B4-BE49-F238E27FC236}">
                            <a16:creationId xmlns:a16="http://schemas.microsoft.com/office/drawing/2014/main" id="{4698712D-E907-4CDD-AC77-154B4C9D5E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5" name="直線コネクタ 130094">
                        <a:extLst>
                          <a:ext uri="{FF2B5EF4-FFF2-40B4-BE49-F238E27FC236}">
                            <a16:creationId xmlns:a16="http://schemas.microsoft.com/office/drawing/2014/main" id="{C9061612-B94F-4AB6-A491-DE7760CEB15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6" name="直線コネクタ 130095">
                        <a:extLst>
                          <a:ext uri="{FF2B5EF4-FFF2-40B4-BE49-F238E27FC236}">
                            <a16:creationId xmlns:a16="http://schemas.microsoft.com/office/drawing/2014/main" id="{4777C961-0218-404E-BF5E-C26D55CF40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7" name="直線コネクタ 130096">
                        <a:extLst>
                          <a:ext uri="{FF2B5EF4-FFF2-40B4-BE49-F238E27FC236}">
                            <a16:creationId xmlns:a16="http://schemas.microsoft.com/office/drawing/2014/main" id="{690EDED2-8A24-4222-8E96-5B8B0882E2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8" name="直線コネクタ 130097">
                        <a:extLst>
                          <a:ext uri="{FF2B5EF4-FFF2-40B4-BE49-F238E27FC236}">
                            <a16:creationId xmlns:a16="http://schemas.microsoft.com/office/drawing/2014/main" id="{71892045-A0C2-4DE6-9753-87AFB722FA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99" name="直線コネクタ 130098">
                        <a:extLst>
                          <a:ext uri="{FF2B5EF4-FFF2-40B4-BE49-F238E27FC236}">
                            <a16:creationId xmlns:a16="http://schemas.microsoft.com/office/drawing/2014/main" id="{64AD396C-B1B0-41BD-BEBF-46F93295FB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0" name="直線コネクタ 130099">
                        <a:extLst>
                          <a:ext uri="{FF2B5EF4-FFF2-40B4-BE49-F238E27FC236}">
                            <a16:creationId xmlns:a16="http://schemas.microsoft.com/office/drawing/2014/main" id="{B5D3FE75-4E79-430C-BCD5-4DC0E05865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1" name="直線コネクタ 130100">
                        <a:extLst>
                          <a:ext uri="{FF2B5EF4-FFF2-40B4-BE49-F238E27FC236}">
                            <a16:creationId xmlns:a16="http://schemas.microsoft.com/office/drawing/2014/main" id="{173E6194-4F26-415C-BF41-7756C7DFEF2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2" name="直線コネクタ 130101">
                        <a:extLst>
                          <a:ext uri="{FF2B5EF4-FFF2-40B4-BE49-F238E27FC236}">
                            <a16:creationId xmlns:a16="http://schemas.microsoft.com/office/drawing/2014/main" id="{7AFE020F-4DDF-488D-9BD3-E1276C70B7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3" name="直線コネクタ 130102">
                        <a:extLst>
                          <a:ext uri="{FF2B5EF4-FFF2-40B4-BE49-F238E27FC236}">
                            <a16:creationId xmlns:a16="http://schemas.microsoft.com/office/drawing/2014/main" id="{89F64FCE-A8C0-4A3C-A15C-036718DFFA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4" name="直線コネクタ 130103">
                        <a:extLst>
                          <a:ext uri="{FF2B5EF4-FFF2-40B4-BE49-F238E27FC236}">
                            <a16:creationId xmlns:a16="http://schemas.microsoft.com/office/drawing/2014/main" id="{62D94DA1-14CD-4D7D-8ADA-3917D0D7F7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5" name="直線コネクタ 130104">
                        <a:extLst>
                          <a:ext uri="{FF2B5EF4-FFF2-40B4-BE49-F238E27FC236}">
                            <a16:creationId xmlns:a16="http://schemas.microsoft.com/office/drawing/2014/main" id="{19BCA7BC-A860-4763-A016-53C8004825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6" name="直線コネクタ 130105">
                        <a:extLst>
                          <a:ext uri="{FF2B5EF4-FFF2-40B4-BE49-F238E27FC236}">
                            <a16:creationId xmlns:a16="http://schemas.microsoft.com/office/drawing/2014/main" id="{622EE5DF-B989-44F7-90DC-B8D56DF57B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7" name="直線コネクタ 130106">
                        <a:extLst>
                          <a:ext uri="{FF2B5EF4-FFF2-40B4-BE49-F238E27FC236}">
                            <a16:creationId xmlns:a16="http://schemas.microsoft.com/office/drawing/2014/main" id="{A9B6129C-8B00-475F-AF3A-74BB9AA463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8" name="直線コネクタ 130107">
                        <a:extLst>
                          <a:ext uri="{FF2B5EF4-FFF2-40B4-BE49-F238E27FC236}">
                            <a16:creationId xmlns:a16="http://schemas.microsoft.com/office/drawing/2014/main" id="{2F04FC40-3101-4787-BC14-912EB66157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09" name="直線コネクタ 130108">
                        <a:extLst>
                          <a:ext uri="{FF2B5EF4-FFF2-40B4-BE49-F238E27FC236}">
                            <a16:creationId xmlns:a16="http://schemas.microsoft.com/office/drawing/2014/main" id="{4A83D0C1-2435-49AF-9915-AFB97C5B83A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0" name="直線コネクタ 130109">
                        <a:extLst>
                          <a:ext uri="{FF2B5EF4-FFF2-40B4-BE49-F238E27FC236}">
                            <a16:creationId xmlns:a16="http://schemas.microsoft.com/office/drawing/2014/main" id="{2C9D6C81-B1D0-4B7F-88AD-2336139B0A3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1" name="直線コネクタ 130110">
                        <a:extLst>
                          <a:ext uri="{FF2B5EF4-FFF2-40B4-BE49-F238E27FC236}">
                            <a16:creationId xmlns:a16="http://schemas.microsoft.com/office/drawing/2014/main" id="{94D6961B-797F-43D1-8DFF-DFF13B63B9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2" name="直線コネクタ 130111">
                        <a:extLst>
                          <a:ext uri="{FF2B5EF4-FFF2-40B4-BE49-F238E27FC236}">
                            <a16:creationId xmlns:a16="http://schemas.microsoft.com/office/drawing/2014/main" id="{71E9A1FD-BADF-41E9-A578-744EB4B24E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3" name="直線コネクタ 130112">
                        <a:extLst>
                          <a:ext uri="{FF2B5EF4-FFF2-40B4-BE49-F238E27FC236}">
                            <a16:creationId xmlns:a16="http://schemas.microsoft.com/office/drawing/2014/main" id="{32F9EB37-E671-4326-ABC7-A3E6B061CF7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4" name="直線コネクタ 130113">
                        <a:extLst>
                          <a:ext uri="{FF2B5EF4-FFF2-40B4-BE49-F238E27FC236}">
                            <a16:creationId xmlns:a16="http://schemas.microsoft.com/office/drawing/2014/main" id="{20CADE6C-C14B-4FAD-9691-A1183FC7B5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5" name="直線コネクタ 130114">
                        <a:extLst>
                          <a:ext uri="{FF2B5EF4-FFF2-40B4-BE49-F238E27FC236}">
                            <a16:creationId xmlns:a16="http://schemas.microsoft.com/office/drawing/2014/main" id="{3F75AA97-4E78-468D-8BF4-EADA03A8D6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6" name="直線コネクタ 130115">
                        <a:extLst>
                          <a:ext uri="{FF2B5EF4-FFF2-40B4-BE49-F238E27FC236}">
                            <a16:creationId xmlns:a16="http://schemas.microsoft.com/office/drawing/2014/main" id="{9A6CB845-EDC5-4372-950C-E909566107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7" name="直線コネクタ 130116">
                        <a:extLst>
                          <a:ext uri="{FF2B5EF4-FFF2-40B4-BE49-F238E27FC236}">
                            <a16:creationId xmlns:a16="http://schemas.microsoft.com/office/drawing/2014/main" id="{7F9CC6F6-F73A-44CC-8D0D-A4769197A2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118" name="直線コネクタ 130117">
                        <a:extLst>
                          <a:ext uri="{FF2B5EF4-FFF2-40B4-BE49-F238E27FC236}">
                            <a16:creationId xmlns:a16="http://schemas.microsoft.com/office/drawing/2014/main" id="{60E8F49A-58FA-4E96-8F6F-F07D8A91DD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016" name="グループ化 130015">
                      <a:extLst>
                        <a:ext uri="{FF2B5EF4-FFF2-40B4-BE49-F238E27FC236}">
                          <a16:creationId xmlns:a16="http://schemas.microsoft.com/office/drawing/2014/main" id="{1B433679-D140-4A18-9830-39F3F3F0D0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069" name="直線コネクタ 130068">
                        <a:extLst>
                          <a:ext uri="{FF2B5EF4-FFF2-40B4-BE49-F238E27FC236}">
                            <a16:creationId xmlns:a16="http://schemas.microsoft.com/office/drawing/2014/main" id="{AEABF41A-3A87-4CE9-BF3B-95CA60833C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0" name="直線コネクタ 130069">
                        <a:extLst>
                          <a:ext uri="{FF2B5EF4-FFF2-40B4-BE49-F238E27FC236}">
                            <a16:creationId xmlns:a16="http://schemas.microsoft.com/office/drawing/2014/main" id="{68C55213-A3A8-4F00-A5F0-2F5A0807860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1" name="直線コネクタ 130070">
                        <a:extLst>
                          <a:ext uri="{FF2B5EF4-FFF2-40B4-BE49-F238E27FC236}">
                            <a16:creationId xmlns:a16="http://schemas.microsoft.com/office/drawing/2014/main" id="{F81AD663-2A7A-4B5C-8EE0-6E24EB6466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2" name="直線コネクタ 130071">
                        <a:extLst>
                          <a:ext uri="{FF2B5EF4-FFF2-40B4-BE49-F238E27FC236}">
                            <a16:creationId xmlns:a16="http://schemas.microsoft.com/office/drawing/2014/main" id="{31136949-CEC7-40F8-9858-7BAEBAA628D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3" name="直線コネクタ 130072">
                        <a:extLst>
                          <a:ext uri="{FF2B5EF4-FFF2-40B4-BE49-F238E27FC236}">
                            <a16:creationId xmlns:a16="http://schemas.microsoft.com/office/drawing/2014/main" id="{5AA4680C-353F-4245-9478-86DD7BB5EF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4" name="直線コネクタ 130073">
                        <a:extLst>
                          <a:ext uri="{FF2B5EF4-FFF2-40B4-BE49-F238E27FC236}">
                            <a16:creationId xmlns:a16="http://schemas.microsoft.com/office/drawing/2014/main" id="{D283AFB8-854B-45AF-914A-F948319430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5" name="直線コネクタ 130074">
                        <a:extLst>
                          <a:ext uri="{FF2B5EF4-FFF2-40B4-BE49-F238E27FC236}">
                            <a16:creationId xmlns:a16="http://schemas.microsoft.com/office/drawing/2014/main" id="{D6D7B1FD-1341-4910-B48B-28ABAA73E36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76" name="直線コネクタ 130075">
                        <a:extLst>
                          <a:ext uri="{FF2B5EF4-FFF2-40B4-BE49-F238E27FC236}">
                            <a16:creationId xmlns:a16="http://schemas.microsoft.com/office/drawing/2014/main" id="{14F59EE3-886E-4533-904F-3DC28609B8B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017" name="グループ化 130016">
                      <a:extLst>
                        <a:ext uri="{FF2B5EF4-FFF2-40B4-BE49-F238E27FC236}">
                          <a16:creationId xmlns:a16="http://schemas.microsoft.com/office/drawing/2014/main" id="{956D8E01-65C3-44D8-94BE-A87DB65CB4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30061" name="直線コネクタ 130060">
                        <a:extLst>
                          <a:ext uri="{FF2B5EF4-FFF2-40B4-BE49-F238E27FC236}">
                            <a16:creationId xmlns:a16="http://schemas.microsoft.com/office/drawing/2014/main" id="{4512226E-7B5E-4AA4-B5A3-22AD152BC5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62" name="直線コネクタ 130061">
                        <a:extLst>
                          <a:ext uri="{FF2B5EF4-FFF2-40B4-BE49-F238E27FC236}">
                            <a16:creationId xmlns:a16="http://schemas.microsoft.com/office/drawing/2014/main" id="{592618C8-D93A-40B8-B0F0-111C6313CF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63" name="直線コネクタ 130062">
                        <a:extLst>
                          <a:ext uri="{FF2B5EF4-FFF2-40B4-BE49-F238E27FC236}">
                            <a16:creationId xmlns:a16="http://schemas.microsoft.com/office/drawing/2014/main" id="{CEEF6BA8-765F-4692-88CC-F002CEC8AB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64" name="直線コネクタ 130063">
                        <a:extLst>
                          <a:ext uri="{FF2B5EF4-FFF2-40B4-BE49-F238E27FC236}">
                            <a16:creationId xmlns:a16="http://schemas.microsoft.com/office/drawing/2014/main" id="{D6621C4F-B041-4917-904C-8797B35DE9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65" name="直線コネクタ 130064">
                        <a:extLst>
                          <a:ext uri="{FF2B5EF4-FFF2-40B4-BE49-F238E27FC236}">
                            <a16:creationId xmlns:a16="http://schemas.microsoft.com/office/drawing/2014/main" id="{19B61F86-5403-43FC-A067-5125CA568CB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66" name="直線コネクタ 130065">
                        <a:extLst>
                          <a:ext uri="{FF2B5EF4-FFF2-40B4-BE49-F238E27FC236}">
                            <a16:creationId xmlns:a16="http://schemas.microsoft.com/office/drawing/2014/main" id="{9E4C8D55-6F79-4A3B-91FB-B2F95077DC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67" name="直線コネクタ 130066">
                        <a:extLst>
                          <a:ext uri="{FF2B5EF4-FFF2-40B4-BE49-F238E27FC236}">
                            <a16:creationId xmlns:a16="http://schemas.microsoft.com/office/drawing/2014/main" id="{F4FD7AAA-97DA-424D-8844-DCA17467EB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68" name="直線コネクタ 130067">
                        <a:extLst>
                          <a:ext uri="{FF2B5EF4-FFF2-40B4-BE49-F238E27FC236}">
                            <a16:creationId xmlns:a16="http://schemas.microsoft.com/office/drawing/2014/main" id="{CD7141D2-297C-4FC7-A1FB-84ACAE0A83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018" name="グループ化 130017">
                      <a:extLst>
                        <a:ext uri="{FF2B5EF4-FFF2-40B4-BE49-F238E27FC236}">
                          <a16:creationId xmlns:a16="http://schemas.microsoft.com/office/drawing/2014/main" id="{53EF76C9-5770-4BDA-976A-6ED45A787E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30019" name="直線コネクタ 130018">
                        <a:extLst>
                          <a:ext uri="{FF2B5EF4-FFF2-40B4-BE49-F238E27FC236}">
                            <a16:creationId xmlns:a16="http://schemas.microsoft.com/office/drawing/2014/main" id="{8C0DF920-9DC2-44F8-AB20-231E7BBE00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0" name="直線コネクタ 130019">
                        <a:extLst>
                          <a:ext uri="{FF2B5EF4-FFF2-40B4-BE49-F238E27FC236}">
                            <a16:creationId xmlns:a16="http://schemas.microsoft.com/office/drawing/2014/main" id="{2FA05CC2-3FB6-4A2A-A9A1-DDBAE20F6D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1" name="直線コネクタ 130020">
                        <a:extLst>
                          <a:ext uri="{FF2B5EF4-FFF2-40B4-BE49-F238E27FC236}">
                            <a16:creationId xmlns:a16="http://schemas.microsoft.com/office/drawing/2014/main" id="{8B9799DC-D631-4E6A-9AF4-6C39ACBDE1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2" name="直線コネクタ 130021">
                        <a:extLst>
                          <a:ext uri="{FF2B5EF4-FFF2-40B4-BE49-F238E27FC236}">
                            <a16:creationId xmlns:a16="http://schemas.microsoft.com/office/drawing/2014/main" id="{C631C59F-74D8-468D-BF25-E8755FFC28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3" name="直線コネクタ 130022">
                        <a:extLst>
                          <a:ext uri="{FF2B5EF4-FFF2-40B4-BE49-F238E27FC236}">
                            <a16:creationId xmlns:a16="http://schemas.microsoft.com/office/drawing/2014/main" id="{524C11C0-EE6B-4A18-A07A-EC979414C1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4" name="直線コネクタ 130023">
                        <a:extLst>
                          <a:ext uri="{FF2B5EF4-FFF2-40B4-BE49-F238E27FC236}">
                            <a16:creationId xmlns:a16="http://schemas.microsoft.com/office/drawing/2014/main" id="{86583CC9-0D2B-4D9C-9299-CD81846B15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5" name="直線コネクタ 130024">
                        <a:extLst>
                          <a:ext uri="{FF2B5EF4-FFF2-40B4-BE49-F238E27FC236}">
                            <a16:creationId xmlns:a16="http://schemas.microsoft.com/office/drawing/2014/main" id="{CB9B9C3E-4B4A-4B85-BF2A-03E21476D3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6" name="直線コネクタ 130025">
                        <a:extLst>
                          <a:ext uri="{FF2B5EF4-FFF2-40B4-BE49-F238E27FC236}">
                            <a16:creationId xmlns:a16="http://schemas.microsoft.com/office/drawing/2014/main" id="{9DEC9715-24CB-425E-AC5E-90C0151AA2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7" name="直線コネクタ 130026">
                        <a:extLst>
                          <a:ext uri="{FF2B5EF4-FFF2-40B4-BE49-F238E27FC236}">
                            <a16:creationId xmlns:a16="http://schemas.microsoft.com/office/drawing/2014/main" id="{D63A21EC-EF0B-4F08-8DE0-79F420EF3E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8" name="直線コネクタ 130027">
                        <a:extLst>
                          <a:ext uri="{FF2B5EF4-FFF2-40B4-BE49-F238E27FC236}">
                            <a16:creationId xmlns:a16="http://schemas.microsoft.com/office/drawing/2014/main" id="{4975E22F-3688-48D6-8F3E-86E116FE8D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29" name="直線コネクタ 130028">
                        <a:extLst>
                          <a:ext uri="{FF2B5EF4-FFF2-40B4-BE49-F238E27FC236}">
                            <a16:creationId xmlns:a16="http://schemas.microsoft.com/office/drawing/2014/main" id="{4EDE1AD0-A43F-4929-8308-3B1AEA822A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0" name="直線コネクタ 130029">
                        <a:extLst>
                          <a:ext uri="{FF2B5EF4-FFF2-40B4-BE49-F238E27FC236}">
                            <a16:creationId xmlns:a16="http://schemas.microsoft.com/office/drawing/2014/main" id="{9220AA2F-F1E8-4B95-90DF-C0CEC5F238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1" name="直線コネクタ 130030">
                        <a:extLst>
                          <a:ext uri="{FF2B5EF4-FFF2-40B4-BE49-F238E27FC236}">
                            <a16:creationId xmlns:a16="http://schemas.microsoft.com/office/drawing/2014/main" id="{D98832CB-4498-4E97-80D2-DDF107EECD3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2" name="直線コネクタ 130031">
                        <a:extLst>
                          <a:ext uri="{FF2B5EF4-FFF2-40B4-BE49-F238E27FC236}">
                            <a16:creationId xmlns:a16="http://schemas.microsoft.com/office/drawing/2014/main" id="{B2AFEF76-FA02-44EC-BF21-CF0D1DA3601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3" name="直線コネクタ 130032">
                        <a:extLst>
                          <a:ext uri="{FF2B5EF4-FFF2-40B4-BE49-F238E27FC236}">
                            <a16:creationId xmlns:a16="http://schemas.microsoft.com/office/drawing/2014/main" id="{3BBF34DD-1882-4967-A016-CDB31BE21B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4" name="直線コネクタ 130033">
                        <a:extLst>
                          <a:ext uri="{FF2B5EF4-FFF2-40B4-BE49-F238E27FC236}">
                            <a16:creationId xmlns:a16="http://schemas.microsoft.com/office/drawing/2014/main" id="{C2273D84-29A8-494F-BE8E-B4752BA586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5" name="直線コネクタ 130034">
                        <a:extLst>
                          <a:ext uri="{FF2B5EF4-FFF2-40B4-BE49-F238E27FC236}">
                            <a16:creationId xmlns:a16="http://schemas.microsoft.com/office/drawing/2014/main" id="{BF7CCB92-AB28-4310-A2EB-4AAB3A9DAF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6" name="直線コネクタ 130035">
                        <a:extLst>
                          <a:ext uri="{FF2B5EF4-FFF2-40B4-BE49-F238E27FC236}">
                            <a16:creationId xmlns:a16="http://schemas.microsoft.com/office/drawing/2014/main" id="{E7878864-E594-4DB9-AE8F-275A195AC43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7" name="直線コネクタ 130036">
                        <a:extLst>
                          <a:ext uri="{FF2B5EF4-FFF2-40B4-BE49-F238E27FC236}">
                            <a16:creationId xmlns:a16="http://schemas.microsoft.com/office/drawing/2014/main" id="{A2920871-0291-404E-ABAF-32B2933EFD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8" name="直線コネクタ 130037">
                        <a:extLst>
                          <a:ext uri="{FF2B5EF4-FFF2-40B4-BE49-F238E27FC236}">
                            <a16:creationId xmlns:a16="http://schemas.microsoft.com/office/drawing/2014/main" id="{08A4A226-6D27-43CA-A789-60AB5B7683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39" name="直線コネクタ 130038">
                        <a:extLst>
                          <a:ext uri="{FF2B5EF4-FFF2-40B4-BE49-F238E27FC236}">
                            <a16:creationId xmlns:a16="http://schemas.microsoft.com/office/drawing/2014/main" id="{77DE974D-820B-4E17-A701-C59964F96BA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0" name="直線コネクタ 130039">
                        <a:extLst>
                          <a:ext uri="{FF2B5EF4-FFF2-40B4-BE49-F238E27FC236}">
                            <a16:creationId xmlns:a16="http://schemas.microsoft.com/office/drawing/2014/main" id="{A3E20694-9AB0-4766-9E5A-54744FCF751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1" name="直線コネクタ 130040">
                        <a:extLst>
                          <a:ext uri="{FF2B5EF4-FFF2-40B4-BE49-F238E27FC236}">
                            <a16:creationId xmlns:a16="http://schemas.microsoft.com/office/drawing/2014/main" id="{C19762AE-FA2F-4E31-8846-7D8FC394BB1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2" name="直線コネクタ 130041">
                        <a:extLst>
                          <a:ext uri="{FF2B5EF4-FFF2-40B4-BE49-F238E27FC236}">
                            <a16:creationId xmlns:a16="http://schemas.microsoft.com/office/drawing/2014/main" id="{58C392C9-D419-4AC0-A8F7-166D1FCE43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3" name="直線コネクタ 130042">
                        <a:extLst>
                          <a:ext uri="{FF2B5EF4-FFF2-40B4-BE49-F238E27FC236}">
                            <a16:creationId xmlns:a16="http://schemas.microsoft.com/office/drawing/2014/main" id="{A21ED9FB-99A0-4796-8110-38ADDE8264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4" name="直線コネクタ 130043">
                        <a:extLst>
                          <a:ext uri="{FF2B5EF4-FFF2-40B4-BE49-F238E27FC236}">
                            <a16:creationId xmlns:a16="http://schemas.microsoft.com/office/drawing/2014/main" id="{93ADA3CD-20A4-4BBB-AFD6-23DD0344D8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5" name="直線コネクタ 130044">
                        <a:extLst>
                          <a:ext uri="{FF2B5EF4-FFF2-40B4-BE49-F238E27FC236}">
                            <a16:creationId xmlns:a16="http://schemas.microsoft.com/office/drawing/2014/main" id="{2ADAD6FC-1FF9-4D99-8053-82E892C6C05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6" name="直線コネクタ 130045">
                        <a:extLst>
                          <a:ext uri="{FF2B5EF4-FFF2-40B4-BE49-F238E27FC236}">
                            <a16:creationId xmlns:a16="http://schemas.microsoft.com/office/drawing/2014/main" id="{1C4887C9-F7E2-40C0-906E-529A57D46D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7" name="直線コネクタ 130046">
                        <a:extLst>
                          <a:ext uri="{FF2B5EF4-FFF2-40B4-BE49-F238E27FC236}">
                            <a16:creationId xmlns:a16="http://schemas.microsoft.com/office/drawing/2014/main" id="{ECAAAACA-63B9-4F47-817B-2CBCACD06B9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8" name="直線コネクタ 130047">
                        <a:extLst>
                          <a:ext uri="{FF2B5EF4-FFF2-40B4-BE49-F238E27FC236}">
                            <a16:creationId xmlns:a16="http://schemas.microsoft.com/office/drawing/2014/main" id="{DA7646E3-F08B-4272-B134-ADF62ECF20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49" name="直線コネクタ 130048">
                        <a:extLst>
                          <a:ext uri="{FF2B5EF4-FFF2-40B4-BE49-F238E27FC236}">
                            <a16:creationId xmlns:a16="http://schemas.microsoft.com/office/drawing/2014/main" id="{04D77A25-C336-4C7F-ADC0-623D65293D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0" name="直線コネクタ 130049">
                        <a:extLst>
                          <a:ext uri="{FF2B5EF4-FFF2-40B4-BE49-F238E27FC236}">
                            <a16:creationId xmlns:a16="http://schemas.microsoft.com/office/drawing/2014/main" id="{2E30AA1E-C574-4E74-96EB-FF3D3E09A8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1" name="直線コネクタ 130050">
                        <a:extLst>
                          <a:ext uri="{FF2B5EF4-FFF2-40B4-BE49-F238E27FC236}">
                            <a16:creationId xmlns:a16="http://schemas.microsoft.com/office/drawing/2014/main" id="{93B50799-1264-455A-9C9D-AEE5E4C0D6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2" name="直線コネクタ 130051">
                        <a:extLst>
                          <a:ext uri="{FF2B5EF4-FFF2-40B4-BE49-F238E27FC236}">
                            <a16:creationId xmlns:a16="http://schemas.microsoft.com/office/drawing/2014/main" id="{766F43DA-10F8-4650-82B2-2AE61811E5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3" name="直線コネクタ 130052">
                        <a:extLst>
                          <a:ext uri="{FF2B5EF4-FFF2-40B4-BE49-F238E27FC236}">
                            <a16:creationId xmlns:a16="http://schemas.microsoft.com/office/drawing/2014/main" id="{87B7F48A-C02E-44F2-827F-78942F0128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4" name="直線コネクタ 130053">
                        <a:extLst>
                          <a:ext uri="{FF2B5EF4-FFF2-40B4-BE49-F238E27FC236}">
                            <a16:creationId xmlns:a16="http://schemas.microsoft.com/office/drawing/2014/main" id="{D9B42226-3F04-473C-AC14-CEEC317901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5" name="直線コネクタ 130054">
                        <a:extLst>
                          <a:ext uri="{FF2B5EF4-FFF2-40B4-BE49-F238E27FC236}">
                            <a16:creationId xmlns:a16="http://schemas.microsoft.com/office/drawing/2014/main" id="{976FE593-8BCC-4B5B-BF0F-3E2886DCAE7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6" name="直線コネクタ 130055">
                        <a:extLst>
                          <a:ext uri="{FF2B5EF4-FFF2-40B4-BE49-F238E27FC236}">
                            <a16:creationId xmlns:a16="http://schemas.microsoft.com/office/drawing/2014/main" id="{557CA50C-F13D-46FE-A54B-85D69E3E9EF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7" name="直線コネクタ 130056">
                        <a:extLst>
                          <a:ext uri="{FF2B5EF4-FFF2-40B4-BE49-F238E27FC236}">
                            <a16:creationId xmlns:a16="http://schemas.microsoft.com/office/drawing/2014/main" id="{1EBE8919-7967-4662-9A21-BB9D23D08D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8" name="直線コネクタ 130057">
                        <a:extLst>
                          <a:ext uri="{FF2B5EF4-FFF2-40B4-BE49-F238E27FC236}">
                            <a16:creationId xmlns:a16="http://schemas.microsoft.com/office/drawing/2014/main" id="{C5BD698F-8A35-4088-B5E1-323D7176B3A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59" name="直線コネクタ 130058">
                        <a:extLst>
                          <a:ext uri="{FF2B5EF4-FFF2-40B4-BE49-F238E27FC236}">
                            <a16:creationId xmlns:a16="http://schemas.microsoft.com/office/drawing/2014/main" id="{35DA347A-9E25-4A58-89E5-CC5558CAD16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0060" name="直線コネクタ 130059">
                        <a:extLst>
                          <a:ext uri="{FF2B5EF4-FFF2-40B4-BE49-F238E27FC236}">
                            <a16:creationId xmlns:a16="http://schemas.microsoft.com/office/drawing/2014/main" id="{8508D930-49FC-4656-BD2B-712833F15C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19" name="グループ化 127918">
                    <a:extLst>
                      <a:ext uri="{FF2B5EF4-FFF2-40B4-BE49-F238E27FC236}">
                        <a16:creationId xmlns:a16="http://schemas.microsoft.com/office/drawing/2014/main" id="{8935AEF7-887B-481E-885A-21325C22FB3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362103" y="5362081"/>
                    <a:ext cx="75557" cy="75600"/>
                    <a:chOff x="4287481" y="4286224"/>
                    <a:chExt cx="2227978" cy="2229219"/>
                  </a:xfrm>
                </p:grpSpPr>
                <p:cxnSp>
                  <p:nvCxnSpPr>
                    <p:cNvPr id="129460" name="直線コネクタ 129459">
                      <a:extLst>
                        <a:ext uri="{FF2B5EF4-FFF2-40B4-BE49-F238E27FC236}">
                          <a16:creationId xmlns:a16="http://schemas.microsoft.com/office/drawing/2014/main" id="{170F77E2-8AF7-490B-98DD-6446899C08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1" name="直線コネクタ 129460">
                      <a:extLst>
                        <a:ext uri="{FF2B5EF4-FFF2-40B4-BE49-F238E27FC236}">
                          <a16:creationId xmlns:a16="http://schemas.microsoft.com/office/drawing/2014/main" id="{29BDC0B2-60A5-4AA8-8580-57DF35EA9E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2" name="直線コネクタ 129461">
                      <a:extLst>
                        <a:ext uri="{FF2B5EF4-FFF2-40B4-BE49-F238E27FC236}">
                          <a16:creationId xmlns:a16="http://schemas.microsoft.com/office/drawing/2014/main" id="{EE42FB0E-E5E7-4A2B-9F90-B27A02FC27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3" name="直線コネクタ 129462">
                      <a:extLst>
                        <a:ext uri="{FF2B5EF4-FFF2-40B4-BE49-F238E27FC236}">
                          <a16:creationId xmlns:a16="http://schemas.microsoft.com/office/drawing/2014/main" id="{68B19DA0-2DA9-40A3-A1FB-3C3F3539F5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4" name="直線コネクタ 129463">
                      <a:extLst>
                        <a:ext uri="{FF2B5EF4-FFF2-40B4-BE49-F238E27FC236}">
                          <a16:creationId xmlns:a16="http://schemas.microsoft.com/office/drawing/2014/main" id="{C74C4FF7-5B0F-42D7-992E-D0463AC193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5" name="直線コネクタ 129464">
                      <a:extLst>
                        <a:ext uri="{FF2B5EF4-FFF2-40B4-BE49-F238E27FC236}">
                          <a16:creationId xmlns:a16="http://schemas.microsoft.com/office/drawing/2014/main" id="{CA17161B-2593-4338-A4A5-166E49B8D5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6" name="直線コネクタ 129465">
                      <a:extLst>
                        <a:ext uri="{FF2B5EF4-FFF2-40B4-BE49-F238E27FC236}">
                          <a16:creationId xmlns:a16="http://schemas.microsoft.com/office/drawing/2014/main" id="{DF3605CA-ED5A-4860-B76B-5C3AFE87EF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7" name="直線コネクタ 129466">
                      <a:extLst>
                        <a:ext uri="{FF2B5EF4-FFF2-40B4-BE49-F238E27FC236}">
                          <a16:creationId xmlns:a16="http://schemas.microsoft.com/office/drawing/2014/main" id="{F9E8D2B4-A980-4312-A540-81A33E9C96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8" name="直線コネクタ 129467">
                      <a:extLst>
                        <a:ext uri="{FF2B5EF4-FFF2-40B4-BE49-F238E27FC236}">
                          <a16:creationId xmlns:a16="http://schemas.microsoft.com/office/drawing/2014/main" id="{CAE3BF69-9F0E-4E45-A902-7AC22CB04B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69" name="直線コネクタ 129468">
                      <a:extLst>
                        <a:ext uri="{FF2B5EF4-FFF2-40B4-BE49-F238E27FC236}">
                          <a16:creationId xmlns:a16="http://schemas.microsoft.com/office/drawing/2014/main" id="{61CB0FF6-35AC-4A14-8F2A-5EAE20482B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0" name="直線コネクタ 129469">
                      <a:extLst>
                        <a:ext uri="{FF2B5EF4-FFF2-40B4-BE49-F238E27FC236}">
                          <a16:creationId xmlns:a16="http://schemas.microsoft.com/office/drawing/2014/main" id="{9D6B216A-E66D-423F-BA15-D9071A302D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1" name="直線コネクタ 129470">
                      <a:extLst>
                        <a:ext uri="{FF2B5EF4-FFF2-40B4-BE49-F238E27FC236}">
                          <a16:creationId xmlns:a16="http://schemas.microsoft.com/office/drawing/2014/main" id="{DF6069C5-BF67-4677-8F39-F1AC9FE6E0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2" name="直線コネクタ 129471">
                      <a:extLst>
                        <a:ext uri="{FF2B5EF4-FFF2-40B4-BE49-F238E27FC236}">
                          <a16:creationId xmlns:a16="http://schemas.microsoft.com/office/drawing/2014/main" id="{F3753904-22CC-471D-A35B-341000B9C0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3" name="直線コネクタ 129472">
                      <a:extLst>
                        <a:ext uri="{FF2B5EF4-FFF2-40B4-BE49-F238E27FC236}">
                          <a16:creationId xmlns:a16="http://schemas.microsoft.com/office/drawing/2014/main" id="{BE2E539C-9A0F-49AD-BB2B-6885C89709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4" name="直線コネクタ 129473">
                      <a:extLst>
                        <a:ext uri="{FF2B5EF4-FFF2-40B4-BE49-F238E27FC236}">
                          <a16:creationId xmlns:a16="http://schemas.microsoft.com/office/drawing/2014/main" id="{8BC77E52-E1C6-4702-A8B7-9AE84526B4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5" name="直線コネクタ 129474">
                      <a:extLst>
                        <a:ext uri="{FF2B5EF4-FFF2-40B4-BE49-F238E27FC236}">
                          <a16:creationId xmlns:a16="http://schemas.microsoft.com/office/drawing/2014/main" id="{A503C9B6-EAE3-4D7B-B51B-57DB8271D2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6" name="直線コネクタ 129475">
                      <a:extLst>
                        <a:ext uri="{FF2B5EF4-FFF2-40B4-BE49-F238E27FC236}">
                          <a16:creationId xmlns:a16="http://schemas.microsoft.com/office/drawing/2014/main" id="{FB719C07-8ADD-4F35-8D32-AE68A4AF38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7" name="直線コネクタ 129476">
                      <a:extLst>
                        <a:ext uri="{FF2B5EF4-FFF2-40B4-BE49-F238E27FC236}">
                          <a16:creationId xmlns:a16="http://schemas.microsoft.com/office/drawing/2014/main" id="{FFA4E453-80D0-4DD3-95C4-71D61E9323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8" name="直線コネクタ 129477">
                      <a:extLst>
                        <a:ext uri="{FF2B5EF4-FFF2-40B4-BE49-F238E27FC236}">
                          <a16:creationId xmlns:a16="http://schemas.microsoft.com/office/drawing/2014/main" id="{4F70CA2D-9D4A-4AAC-8C59-AF205DD22E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79" name="直線コネクタ 129478">
                      <a:extLst>
                        <a:ext uri="{FF2B5EF4-FFF2-40B4-BE49-F238E27FC236}">
                          <a16:creationId xmlns:a16="http://schemas.microsoft.com/office/drawing/2014/main" id="{F992B887-7CC4-4FC2-9524-04D25507D5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0" name="直線コネクタ 129479">
                      <a:extLst>
                        <a:ext uri="{FF2B5EF4-FFF2-40B4-BE49-F238E27FC236}">
                          <a16:creationId xmlns:a16="http://schemas.microsoft.com/office/drawing/2014/main" id="{93E3825A-834D-4E2B-B369-29FAB9508A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1" name="直線コネクタ 129480">
                      <a:extLst>
                        <a:ext uri="{FF2B5EF4-FFF2-40B4-BE49-F238E27FC236}">
                          <a16:creationId xmlns:a16="http://schemas.microsoft.com/office/drawing/2014/main" id="{6490A256-4482-44ED-839B-305A5039B1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2" name="直線コネクタ 129481">
                      <a:extLst>
                        <a:ext uri="{FF2B5EF4-FFF2-40B4-BE49-F238E27FC236}">
                          <a16:creationId xmlns:a16="http://schemas.microsoft.com/office/drawing/2014/main" id="{3237F935-CF56-422E-BF91-CD8A36BAA5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3" name="直線コネクタ 129482">
                      <a:extLst>
                        <a:ext uri="{FF2B5EF4-FFF2-40B4-BE49-F238E27FC236}">
                          <a16:creationId xmlns:a16="http://schemas.microsoft.com/office/drawing/2014/main" id="{155F82B0-33E2-4D20-B9FA-62CB20538F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4" name="直線コネクタ 129483">
                      <a:extLst>
                        <a:ext uri="{FF2B5EF4-FFF2-40B4-BE49-F238E27FC236}">
                          <a16:creationId xmlns:a16="http://schemas.microsoft.com/office/drawing/2014/main" id="{21979A55-0764-48BC-A743-9E1EA7AC3EF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5" name="直線コネクタ 129484">
                      <a:extLst>
                        <a:ext uri="{FF2B5EF4-FFF2-40B4-BE49-F238E27FC236}">
                          <a16:creationId xmlns:a16="http://schemas.microsoft.com/office/drawing/2014/main" id="{6F534F92-C35C-4BDC-AB5C-3A98E14E11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6" name="直線コネクタ 129485">
                      <a:extLst>
                        <a:ext uri="{FF2B5EF4-FFF2-40B4-BE49-F238E27FC236}">
                          <a16:creationId xmlns:a16="http://schemas.microsoft.com/office/drawing/2014/main" id="{AA7A0A09-6750-43CE-8666-0273721280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7" name="直線コネクタ 129486">
                      <a:extLst>
                        <a:ext uri="{FF2B5EF4-FFF2-40B4-BE49-F238E27FC236}">
                          <a16:creationId xmlns:a16="http://schemas.microsoft.com/office/drawing/2014/main" id="{A03F5AF2-D969-4EC8-9DA9-BBC93199AF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8" name="直線コネクタ 129487">
                      <a:extLst>
                        <a:ext uri="{FF2B5EF4-FFF2-40B4-BE49-F238E27FC236}">
                          <a16:creationId xmlns:a16="http://schemas.microsoft.com/office/drawing/2014/main" id="{FDA6B2FC-E962-425C-B2BB-7D1E86DDE8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89" name="直線コネクタ 129488">
                      <a:extLst>
                        <a:ext uri="{FF2B5EF4-FFF2-40B4-BE49-F238E27FC236}">
                          <a16:creationId xmlns:a16="http://schemas.microsoft.com/office/drawing/2014/main" id="{53B16EBB-C676-44D8-A411-016B9A3D0E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0" name="直線コネクタ 129489">
                      <a:extLst>
                        <a:ext uri="{FF2B5EF4-FFF2-40B4-BE49-F238E27FC236}">
                          <a16:creationId xmlns:a16="http://schemas.microsoft.com/office/drawing/2014/main" id="{53069FCF-8717-47DA-A79E-64D5BBCCC6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1" name="直線コネクタ 129490">
                      <a:extLst>
                        <a:ext uri="{FF2B5EF4-FFF2-40B4-BE49-F238E27FC236}">
                          <a16:creationId xmlns:a16="http://schemas.microsoft.com/office/drawing/2014/main" id="{3DFC06DC-FB53-4124-804A-E4D20FCFFA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2" name="直線コネクタ 129491">
                      <a:extLst>
                        <a:ext uri="{FF2B5EF4-FFF2-40B4-BE49-F238E27FC236}">
                          <a16:creationId xmlns:a16="http://schemas.microsoft.com/office/drawing/2014/main" id="{EE7BEFDE-C271-4F3F-BF72-F32B2C5A7E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3" name="直線コネクタ 129492">
                      <a:extLst>
                        <a:ext uri="{FF2B5EF4-FFF2-40B4-BE49-F238E27FC236}">
                          <a16:creationId xmlns:a16="http://schemas.microsoft.com/office/drawing/2014/main" id="{205AD5ED-AFF6-406C-AEBA-1ECCEC29B4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4" name="直線コネクタ 129493">
                      <a:extLst>
                        <a:ext uri="{FF2B5EF4-FFF2-40B4-BE49-F238E27FC236}">
                          <a16:creationId xmlns:a16="http://schemas.microsoft.com/office/drawing/2014/main" id="{96F414EB-22E3-45D7-9A2E-AA07923B39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5" name="直線コネクタ 129494">
                      <a:extLst>
                        <a:ext uri="{FF2B5EF4-FFF2-40B4-BE49-F238E27FC236}">
                          <a16:creationId xmlns:a16="http://schemas.microsoft.com/office/drawing/2014/main" id="{24E62C8A-F513-48BC-812A-804B1EA736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6" name="直線コネクタ 129495">
                      <a:extLst>
                        <a:ext uri="{FF2B5EF4-FFF2-40B4-BE49-F238E27FC236}">
                          <a16:creationId xmlns:a16="http://schemas.microsoft.com/office/drawing/2014/main" id="{E8752221-22E3-46FB-BA42-A9C1F5E871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7" name="直線コネクタ 129496">
                      <a:extLst>
                        <a:ext uri="{FF2B5EF4-FFF2-40B4-BE49-F238E27FC236}">
                          <a16:creationId xmlns:a16="http://schemas.microsoft.com/office/drawing/2014/main" id="{2C892903-3EDF-4470-ABEB-0C0C5C0317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8" name="直線コネクタ 129497">
                      <a:extLst>
                        <a:ext uri="{FF2B5EF4-FFF2-40B4-BE49-F238E27FC236}">
                          <a16:creationId xmlns:a16="http://schemas.microsoft.com/office/drawing/2014/main" id="{6ED7BBCE-EC08-49F8-857D-B62966FF5C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499" name="直線コネクタ 129498">
                      <a:extLst>
                        <a:ext uri="{FF2B5EF4-FFF2-40B4-BE49-F238E27FC236}">
                          <a16:creationId xmlns:a16="http://schemas.microsoft.com/office/drawing/2014/main" id="{FD51887F-6F3F-4A1E-8FCB-20D88D0139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0" name="直線コネクタ 129499">
                      <a:extLst>
                        <a:ext uri="{FF2B5EF4-FFF2-40B4-BE49-F238E27FC236}">
                          <a16:creationId xmlns:a16="http://schemas.microsoft.com/office/drawing/2014/main" id="{8F2562E8-CEC5-411B-A0CC-858F90F972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1" name="直線コネクタ 129500">
                      <a:extLst>
                        <a:ext uri="{FF2B5EF4-FFF2-40B4-BE49-F238E27FC236}">
                          <a16:creationId xmlns:a16="http://schemas.microsoft.com/office/drawing/2014/main" id="{68E2D458-5666-4B2A-A279-A697A0D846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2" name="直線コネクタ 129501">
                      <a:extLst>
                        <a:ext uri="{FF2B5EF4-FFF2-40B4-BE49-F238E27FC236}">
                          <a16:creationId xmlns:a16="http://schemas.microsoft.com/office/drawing/2014/main" id="{3B1AA2F1-F445-446B-A9C5-394610C37D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3" name="直線コネクタ 129502">
                      <a:extLst>
                        <a:ext uri="{FF2B5EF4-FFF2-40B4-BE49-F238E27FC236}">
                          <a16:creationId xmlns:a16="http://schemas.microsoft.com/office/drawing/2014/main" id="{74A69311-B26F-4281-8906-7D835C04AC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4" name="直線コネクタ 129503">
                      <a:extLst>
                        <a:ext uri="{FF2B5EF4-FFF2-40B4-BE49-F238E27FC236}">
                          <a16:creationId xmlns:a16="http://schemas.microsoft.com/office/drawing/2014/main" id="{5FF6CDE1-E6FE-44A2-9ED4-3B27287938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5" name="直線コネクタ 129504">
                      <a:extLst>
                        <a:ext uri="{FF2B5EF4-FFF2-40B4-BE49-F238E27FC236}">
                          <a16:creationId xmlns:a16="http://schemas.microsoft.com/office/drawing/2014/main" id="{EB9D32E8-3E46-430B-A302-4910D8D001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6" name="直線コネクタ 129505">
                      <a:extLst>
                        <a:ext uri="{FF2B5EF4-FFF2-40B4-BE49-F238E27FC236}">
                          <a16:creationId xmlns:a16="http://schemas.microsoft.com/office/drawing/2014/main" id="{D7E8A287-8CB6-467F-A9BF-83295F3E5F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7" name="直線コネクタ 129506">
                      <a:extLst>
                        <a:ext uri="{FF2B5EF4-FFF2-40B4-BE49-F238E27FC236}">
                          <a16:creationId xmlns:a16="http://schemas.microsoft.com/office/drawing/2014/main" id="{98B12E83-ACDC-433E-A2F3-58E1931255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8" name="直線コネクタ 129507">
                      <a:extLst>
                        <a:ext uri="{FF2B5EF4-FFF2-40B4-BE49-F238E27FC236}">
                          <a16:creationId xmlns:a16="http://schemas.microsoft.com/office/drawing/2014/main" id="{6C311819-583F-4659-88EA-F784A09AA7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09" name="直線コネクタ 129508">
                      <a:extLst>
                        <a:ext uri="{FF2B5EF4-FFF2-40B4-BE49-F238E27FC236}">
                          <a16:creationId xmlns:a16="http://schemas.microsoft.com/office/drawing/2014/main" id="{0E87892E-641F-492D-9921-2889B3F5B7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0" name="直線コネクタ 129509">
                      <a:extLst>
                        <a:ext uri="{FF2B5EF4-FFF2-40B4-BE49-F238E27FC236}">
                          <a16:creationId xmlns:a16="http://schemas.microsoft.com/office/drawing/2014/main" id="{50855A50-603D-44E2-90FB-70BF6322FE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1" name="直線コネクタ 129510">
                      <a:extLst>
                        <a:ext uri="{FF2B5EF4-FFF2-40B4-BE49-F238E27FC236}">
                          <a16:creationId xmlns:a16="http://schemas.microsoft.com/office/drawing/2014/main" id="{FBF0D012-22A8-4329-BD2A-EC2F1D5C3E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2" name="直線コネクタ 129511">
                      <a:extLst>
                        <a:ext uri="{FF2B5EF4-FFF2-40B4-BE49-F238E27FC236}">
                          <a16:creationId xmlns:a16="http://schemas.microsoft.com/office/drawing/2014/main" id="{36A1E909-E341-4208-B01F-2C91C0BBD8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3" name="直線コネクタ 129512">
                      <a:extLst>
                        <a:ext uri="{FF2B5EF4-FFF2-40B4-BE49-F238E27FC236}">
                          <a16:creationId xmlns:a16="http://schemas.microsoft.com/office/drawing/2014/main" id="{3337D35C-17F6-4FBF-8C4F-FD07E118AF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4" name="直線コネクタ 129513">
                      <a:extLst>
                        <a:ext uri="{FF2B5EF4-FFF2-40B4-BE49-F238E27FC236}">
                          <a16:creationId xmlns:a16="http://schemas.microsoft.com/office/drawing/2014/main" id="{1738734C-82B5-4F44-B4C4-9B23DACFD4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5" name="直線コネクタ 129514">
                      <a:extLst>
                        <a:ext uri="{FF2B5EF4-FFF2-40B4-BE49-F238E27FC236}">
                          <a16:creationId xmlns:a16="http://schemas.microsoft.com/office/drawing/2014/main" id="{797D3A35-1773-4852-8059-CDE000B20C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6" name="直線コネクタ 129515">
                      <a:extLst>
                        <a:ext uri="{FF2B5EF4-FFF2-40B4-BE49-F238E27FC236}">
                          <a16:creationId xmlns:a16="http://schemas.microsoft.com/office/drawing/2014/main" id="{53A8E3BD-E374-4971-A030-6B7DE1F29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7" name="直線コネクタ 129516">
                      <a:extLst>
                        <a:ext uri="{FF2B5EF4-FFF2-40B4-BE49-F238E27FC236}">
                          <a16:creationId xmlns:a16="http://schemas.microsoft.com/office/drawing/2014/main" id="{64E647C7-67A5-41D4-8E32-57A1395DA2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8" name="直線コネクタ 129517">
                      <a:extLst>
                        <a:ext uri="{FF2B5EF4-FFF2-40B4-BE49-F238E27FC236}">
                          <a16:creationId xmlns:a16="http://schemas.microsoft.com/office/drawing/2014/main" id="{511FD825-C7D1-4D41-A518-E55F4014B5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19" name="直線コネクタ 129518">
                      <a:extLst>
                        <a:ext uri="{FF2B5EF4-FFF2-40B4-BE49-F238E27FC236}">
                          <a16:creationId xmlns:a16="http://schemas.microsoft.com/office/drawing/2014/main" id="{34C15426-DE2C-41B9-921C-547B786C5E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0" name="直線コネクタ 129519">
                      <a:extLst>
                        <a:ext uri="{FF2B5EF4-FFF2-40B4-BE49-F238E27FC236}">
                          <a16:creationId xmlns:a16="http://schemas.microsoft.com/office/drawing/2014/main" id="{FA04A654-9ABB-4A13-8A50-EA4D7744DA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1" name="直線コネクタ 129520">
                      <a:extLst>
                        <a:ext uri="{FF2B5EF4-FFF2-40B4-BE49-F238E27FC236}">
                          <a16:creationId xmlns:a16="http://schemas.microsoft.com/office/drawing/2014/main" id="{7F62FA28-950B-49A8-AC64-28878D7451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2" name="直線コネクタ 129521">
                      <a:extLst>
                        <a:ext uri="{FF2B5EF4-FFF2-40B4-BE49-F238E27FC236}">
                          <a16:creationId xmlns:a16="http://schemas.microsoft.com/office/drawing/2014/main" id="{B9E6D346-A522-4DA6-B964-CA6C565CA2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3" name="直線コネクタ 129522">
                      <a:extLst>
                        <a:ext uri="{FF2B5EF4-FFF2-40B4-BE49-F238E27FC236}">
                          <a16:creationId xmlns:a16="http://schemas.microsoft.com/office/drawing/2014/main" id="{99E5099C-13AD-4C63-A2B5-696694D54D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4" name="直線コネクタ 129523">
                      <a:extLst>
                        <a:ext uri="{FF2B5EF4-FFF2-40B4-BE49-F238E27FC236}">
                          <a16:creationId xmlns:a16="http://schemas.microsoft.com/office/drawing/2014/main" id="{E3C852E3-3B58-410D-8948-F37DB26F9C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5" name="直線コネクタ 129524">
                      <a:extLst>
                        <a:ext uri="{FF2B5EF4-FFF2-40B4-BE49-F238E27FC236}">
                          <a16:creationId xmlns:a16="http://schemas.microsoft.com/office/drawing/2014/main" id="{4FDD7ADC-CA60-41CD-A957-04DDA4D479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6" name="直線コネクタ 129525">
                      <a:extLst>
                        <a:ext uri="{FF2B5EF4-FFF2-40B4-BE49-F238E27FC236}">
                          <a16:creationId xmlns:a16="http://schemas.microsoft.com/office/drawing/2014/main" id="{1583B757-7511-45BD-8BE4-68D2078D6A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7" name="直線コネクタ 129526">
                      <a:extLst>
                        <a:ext uri="{FF2B5EF4-FFF2-40B4-BE49-F238E27FC236}">
                          <a16:creationId xmlns:a16="http://schemas.microsoft.com/office/drawing/2014/main" id="{997226DE-3280-4597-84FC-DA2F077395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8" name="直線コネクタ 129527">
                      <a:extLst>
                        <a:ext uri="{FF2B5EF4-FFF2-40B4-BE49-F238E27FC236}">
                          <a16:creationId xmlns:a16="http://schemas.microsoft.com/office/drawing/2014/main" id="{C0D402A2-F962-4E9F-BB38-D1061E241A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29" name="直線コネクタ 129528">
                      <a:extLst>
                        <a:ext uri="{FF2B5EF4-FFF2-40B4-BE49-F238E27FC236}">
                          <a16:creationId xmlns:a16="http://schemas.microsoft.com/office/drawing/2014/main" id="{82086185-34ED-477A-A718-8D8AFEE04C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0" name="直線コネクタ 129529">
                      <a:extLst>
                        <a:ext uri="{FF2B5EF4-FFF2-40B4-BE49-F238E27FC236}">
                          <a16:creationId xmlns:a16="http://schemas.microsoft.com/office/drawing/2014/main" id="{F68F7A0F-300E-4703-B5C0-515CD72F3F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1" name="直線コネクタ 129530">
                      <a:extLst>
                        <a:ext uri="{FF2B5EF4-FFF2-40B4-BE49-F238E27FC236}">
                          <a16:creationId xmlns:a16="http://schemas.microsoft.com/office/drawing/2014/main" id="{75D93318-6D24-462E-9F7D-1E630DB9F6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2" name="直線コネクタ 129531">
                      <a:extLst>
                        <a:ext uri="{FF2B5EF4-FFF2-40B4-BE49-F238E27FC236}">
                          <a16:creationId xmlns:a16="http://schemas.microsoft.com/office/drawing/2014/main" id="{0DC45133-851C-46AB-9935-C7EE62F26B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3" name="直線コネクタ 129532">
                      <a:extLst>
                        <a:ext uri="{FF2B5EF4-FFF2-40B4-BE49-F238E27FC236}">
                          <a16:creationId xmlns:a16="http://schemas.microsoft.com/office/drawing/2014/main" id="{F759B95E-3E4D-47BF-837B-B339DE911A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4" name="直線コネクタ 129533">
                      <a:extLst>
                        <a:ext uri="{FF2B5EF4-FFF2-40B4-BE49-F238E27FC236}">
                          <a16:creationId xmlns:a16="http://schemas.microsoft.com/office/drawing/2014/main" id="{394DB66B-4022-472F-B488-891C673236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5" name="直線コネクタ 129534">
                      <a:extLst>
                        <a:ext uri="{FF2B5EF4-FFF2-40B4-BE49-F238E27FC236}">
                          <a16:creationId xmlns:a16="http://schemas.microsoft.com/office/drawing/2014/main" id="{B75EE6C5-5EFB-4BB4-B023-46BE0CB317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6" name="直線コネクタ 129535">
                      <a:extLst>
                        <a:ext uri="{FF2B5EF4-FFF2-40B4-BE49-F238E27FC236}">
                          <a16:creationId xmlns:a16="http://schemas.microsoft.com/office/drawing/2014/main" id="{1CC30D9A-8D37-478D-9F07-2711BF1514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7" name="直線コネクタ 129536">
                      <a:extLst>
                        <a:ext uri="{FF2B5EF4-FFF2-40B4-BE49-F238E27FC236}">
                          <a16:creationId xmlns:a16="http://schemas.microsoft.com/office/drawing/2014/main" id="{ED9B2123-C418-42E7-AA5C-002634AE3D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8" name="直線コネクタ 129537">
                      <a:extLst>
                        <a:ext uri="{FF2B5EF4-FFF2-40B4-BE49-F238E27FC236}">
                          <a16:creationId xmlns:a16="http://schemas.microsoft.com/office/drawing/2014/main" id="{A8A2CC66-B6A0-4CE4-9105-38D4D46B82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39" name="直線コネクタ 129538">
                      <a:extLst>
                        <a:ext uri="{FF2B5EF4-FFF2-40B4-BE49-F238E27FC236}">
                          <a16:creationId xmlns:a16="http://schemas.microsoft.com/office/drawing/2014/main" id="{61583F34-C5C8-47DE-935B-AF88DB550A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0" name="直線コネクタ 129539">
                      <a:extLst>
                        <a:ext uri="{FF2B5EF4-FFF2-40B4-BE49-F238E27FC236}">
                          <a16:creationId xmlns:a16="http://schemas.microsoft.com/office/drawing/2014/main" id="{117426F1-A945-4620-81D2-40641A17B7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1" name="直線コネクタ 129540">
                      <a:extLst>
                        <a:ext uri="{FF2B5EF4-FFF2-40B4-BE49-F238E27FC236}">
                          <a16:creationId xmlns:a16="http://schemas.microsoft.com/office/drawing/2014/main" id="{EF674049-9DC2-4BEC-8010-19D5E115CD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2" name="直線コネクタ 129541">
                      <a:extLst>
                        <a:ext uri="{FF2B5EF4-FFF2-40B4-BE49-F238E27FC236}">
                          <a16:creationId xmlns:a16="http://schemas.microsoft.com/office/drawing/2014/main" id="{0B28E515-AEE8-4ECD-8732-5F856B7AB5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3" name="直線コネクタ 129542">
                      <a:extLst>
                        <a:ext uri="{FF2B5EF4-FFF2-40B4-BE49-F238E27FC236}">
                          <a16:creationId xmlns:a16="http://schemas.microsoft.com/office/drawing/2014/main" id="{6E73A0E5-CF40-4D0B-A046-D467A0D180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4" name="直線コネクタ 129543">
                      <a:extLst>
                        <a:ext uri="{FF2B5EF4-FFF2-40B4-BE49-F238E27FC236}">
                          <a16:creationId xmlns:a16="http://schemas.microsoft.com/office/drawing/2014/main" id="{108A537D-4E66-4949-8BCE-1565AFE272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5" name="直線コネクタ 129544">
                      <a:extLst>
                        <a:ext uri="{FF2B5EF4-FFF2-40B4-BE49-F238E27FC236}">
                          <a16:creationId xmlns:a16="http://schemas.microsoft.com/office/drawing/2014/main" id="{E099D036-C372-4EEF-9E7A-39176DBCA1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6" name="直線コネクタ 129545">
                      <a:extLst>
                        <a:ext uri="{FF2B5EF4-FFF2-40B4-BE49-F238E27FC236}">
                          <a16:creationId xmlns:a16="http://schemas.microsoft.com/office/drawing/2014/main" id="{AC815D90-5BBF-4D15-9220-1F8C5362B6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7" name="直線コネクタ 129546">
                      <a:extLst>
                        <a:ext uri="{FF2B5EF4-FFF2-40B4-BE49-F238E27FC236}">
                          <a16:creationId xmlns:a16="http://schemas.microsoft.com/office/drawing/2014/main" id="{1CC9FFBC-4468-4EB2-847B-2DF2E903BD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8" name="直線コネクタ 129547">
                      <a:extLst>
                        <a:ext uri="{FF2B5EF4-FFF2-40B4-BE49-F238E27FC236}">
                          <a16:creationId xmlns:a16="http://schemas.microsoft.com/office/drawing/2014/main" id="{7DA50D51-1CD2-4F8B-8529-BF65B7A494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49" name="直線コネクタ 129548">
                      <a:extLst>
                        <a:ext uri="{FF2B5EF4-FFF2-40B4-BE49-F238E27FC236}">
                          <a16:creationId xmlns:a16="http://schemas.microsoft.com/office/drawing/2014/main" id="{0FD1CC51-9386-47C8-A16E-CDB83C3741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0" name="直線コネクタ 129549">
                      <a:extLst>
                        <a:ext uri="{FF2B5EF4-FFF2-40B4-BE49-F238E27FC236}">
                          <a16:creationId xmlns:a16="http://schemas.microsoft.com/office/drawing/2014/main" id="{4CF198EE-CF58-438D-BF76-59645902F9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1" name="直線コネクタ 129550">
                      <a:extLst>
                        <a:ext uri="{FF2B5EF4-FFF2-40B4-BE49-F238E27FC236}">
                          <a16:creationId xmlns:a16="http://schemas.microsoft.com/office/drawing/2014/main" id="{4B2FB0EB-614D-484E-B9F6-1721076D73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2" name="直線コネクタ 129551">
                      <a:extLst>
                        <a:ext uri="{FF2B5EF4-FFF2-40B4-BE49-F238E27FC236}">
                          <a16:creationId xmlns:a16="http://schemas.microsoft.com/office/drawing/2014/main" id="{A8C61399-505E-42CB-B4F2-670B6C26D1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3" name="直線コネクタ 129552">
                      <a:extLst>
                        <a:ext uri="{FF2B5EF4-FFF2-40B4-BE49-F238E27FC236}">
                          <a16:creationId xmlns:a16="http://schemas.microsoft.com/office/drawing/2014/main" id="{2ED08E81-FD9D-46B9-8753-7DC69A0C9E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4" name="直線コネクタ 129553">
                      <a:extLst>
                        <a:ext uri="{FF2B5EF4-FFF2-40B4-BE49-F238E27FC236}">
                          <a16:creationId xmlns:a16="http://schemas.microsoft.com/office/drawing/2014/main" id="{FF8E1606-5CDF-464B-A9C0-517A1F82FA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5" name="直線コネクタ 129554">
                      <a:extLst>
                        <a:ext uri="{FF2B5EF4-FFF2-40B4-BE49-F238E27FC236}">
                          <a16:creationId xmlns:a16="http://schemas.microsoft.com/office/drawing/2014/main" id="{5095A563-D242-4426-9940-6148160D5C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6" name="直線コネクタ 129555">
                      <a:extLst>
                        <a:ext uri="{FF2B5EF4-FFF2-40B4-BE49-F238E27FC236}">
                          <a16:creationId xmlns:a16="http://schemas.microsoft.com/office/drawing/2014/main" id="{D6CB8374-6CF0-48DC-958A-9C25ACC891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7" name="直線コネクタ 129556">
                      <a:extLst>
                        <a:ext uri="{FF2B5EF4-FFF2-40B4-BE49-F238E27FC236}">
                          <a16:creationId xmlns:a16="http://schemas.microsoft.com/office/drawing/2014/main" id="{450D5AAF-1FF8-4767-96CC-2798FAD795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8" name="直線コネクタ 129557">
                      <a:extLst>
                        <a:ext uri="{FF2B5EF4-FFF2-40B4-BE49-F238E27FC236}">
                          <a16:creationId xmlns:a16="http://schemas.microsoft.com/office/drawing/2014/main" id="{1105EBC8-FC95-4E75-9902-0E9F8729A0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59" name="直線コネクタ 129558">
                      <a:extLst>
                        <a:ext uri="{FF2B5EF4-FFF2-40B4-BE49-F238E27FC236}">
                          <a16:creationId xmlns:a16="http://schemas.microsoft.com/office/drawing/2014/main" id="{D8F184E7-7343-4882-BB4C-2A19088078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0" name="直線コネクタ 129559">
                      <a:extLst>
                        <a:ext uri="{FF2B5EF4-FFF2-40B4-BE49-F238E27FC236}">
                          <a16:creationId xmlns:a16="http://schemas.microsoft.com/office/drawing/2014/main" id="{742EB3EE-5A3D-4C93-9EBD-2E58DC7E8E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1" name="直線コネクタ 129560">
                      <a:extLst>
                        <a:ext uri="{FF2B5EF4-FFF2-40B4-BE49-F238E27FC236}">
                          <a16:creationId xmlns:a16="http://schemas.microsoft.com/office/drawing/2014/main" id="{BA0F962F-92B1-420F-8DC8-EB99B30784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2" name="直線コネクタ 129561">
                      <a:extLst>
                        <a:ext uri="{FF2B5EF4-FFF2-40B4-BE49-F238E27FC236}">
                          <a16:creationId xmlns:a16="http://schemas.microsoft.com/office/drawing/2014/main" id="{AE495ABB-FDBE-467F-9BAA-381C638533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3" name="直線コネクタ 129562">
                      <a:extLst>
                        <a:ext uri="{FF2B5EF4-FFF2-40B4-BE49-F238E27FC236}">
                          <a16:creationId xmlns:a16="http://schemas.microsoft.com/office/drawing/2014/main" id="{9A79887A-BDD1-4D6A-A48D-FA1C07B947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4" name="直線コネクタ 129563">
                      <a:extLst>
                        <a:ext uri="{FF2B5EF4-FFF2-40B4-BE49-F238E27FC236}">
                          <a16:creationId xmlns:a16="http://schemas.microsoft.com/office/drawing/2014/main" id="{410D5ECC-94F1-4179-B009-EF9A071549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5" name="直線コネクタ 129564">
                      <a:extLst>
                        <a:ext uri="{FF2B5EF4-FFF2-40B4-BE49-F238E27FC236}">
                          <a16:creationId xmlns:a16="http://schemas.microsoft.com/office/drawing/2014/main" id="{04F2A106-662A-412D-92E1-516C726D02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6" name="直線コネクタ 129565">
                      <a:extLst>
                        <a:ext uri="{FF2B5EF4-FFF2-40B4-BE49-F238E27FC236}">
                          <a16:creationId xmlns:a16="http://schemas.microsoft.com/office/drawing/2014/main" id="{4C092BE3-092A-4C86-9EBB-16DEBA2882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7" name="直線コネクタ 129566">
                      <a:extLst>
                        <a:ext uri="{FF2B5EF4-FFF2-40B4-BE49-F238E27FC236}">
                          <a16:creationId xmlns:a16="http://schemas.microsoft.com/office/drawing/2014/main" id="{D50BBBCB-D900-457D-BA27-EA84CAA379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8" name="直線コネクタ 129567">
                      <a:extLst>
                        <a:ext uri="{FF2B5EF4-FFF2-40B4-BE49-F238E27FC236}">
                          <a16:creationId xmlns:a16="http://schemas.microsoft.com/office/drawing/2014/main" id="{D3BB0853-07A0-49C2-A6C2-DDE6A939F4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69" name="直線コネクタ 129568">
                      <a:extLst>
                        <a:ext uri="{FF2B5EF4-FFF2-40B4-BE49-F238E27FC236}">
                          <a16:creationId xmlns:a16="http://schemas.microsoft.com/office/drawing/2014/main" id="{8F40514C-2DDC-4221-B743-2A56F5A437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0" name="直線コネクタ 129569">
                      <a:extLst>
                        <a:ext uri="{FF2B5EF4-FFF2-40B4-BE49-F238E27FC236}">
                          <a16:creationId xmlns:a16="http://schemas.microsoft.com/office/drawing/2014/main" id="{AE870F0F-9C17-4B09-9D01-87703C8001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1" name="直線コネクタ 129570">
                      <a:extLst>
                        <a:ext uri="{FF2B5EF4-FFF2-40B4-BE49-F238E27FC236}">
                          <a16:creationId xmlns:a16="http://schemas.microsoft.com/office/drawing/2014/main" id="{0F323C42-1488-4401-9FA5-2C4A1512C6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2" name="直線コネクタ 129571">
                      <a:extLst>
                        <a:ext uri="{FF2B5EF4-FFF2-40B4-BE49-F238E27FC236}">
                          <a16:creationId xmlns:a16="http://schemas.microsoft.com/office/drawing/2014/main" id="{E2B7DB2F-215D-4511-AEF3-F77247415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3" name="直線コネクタ 129572">
                      <a:extLst>
                        <a:ext uri="{FF2B5EF4-FFF2-40B4-BE49-F238E27FC236}">
                          <a16:creationId xmlns:a16="http://schemas.microsoft.com/office/drawing/2014/main" id="{89E1689D-2593-42DE-AF71-B87A6CAAE1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4" name="直線コネクタ 129573">
                      <a:extLst>
                        <a:ext uri="{FF2B5EF4-FFF2-40B4-BE49-F238E27FC236}">
                          <a16:creationId xmlns:a16="http://schemas.microsoft.com/office/drawing/2014/main" id="{22934257-BA74-4C98-83BD-F3DF285CB7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5" name="直線コネクタ 129574">
                      <a:extLst>
                        <a:ext uri="{FF2B5EF4-FFF2-40B4-BE49-F238E27FC236}">
                          <a16:creationId xmlns:a16="http://schemas.microsoft.com/office/drawing/2014/main" id="{C763C5B0-C1DD-4381-B868-7A578F6C3B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6" name="直線コネクタ 129575">
                      <a:extLst>
                        <a:ext uri="{FF2B5EF4-FFF2-40B4-BE49-F238E27FC236}">
                          <a16:creationId xmlns:a16="http://schemas.microsoft.com/office/drawing/2014/main" id="{F9A08391-CA3E-47F0-B9E4-BBDD5BEF0D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7" name="直線コネクタ 129576">
                      <a:extLst>
                        <a:ext uri="{FF2B5EF4-FFF2-40B4-BE49-F238E27FC236}">
                          <a16:creationId xmlns:a16="http://schemas.microsoft.com/office/drawing/2014/main" id="{28BBDBB1-DB68-4DCF-8FF8-F8BB051C36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8" name="直線コネクタ 129577">
                      <a:extLst>
                        <a:ext uri="{FF2B5EF4-FFF2-40B4-BE49-F238E27FC236}">
                          <a16:creationId xmlns:a16="http://schemas.microsoft.com/office/drawing/2014/main" id="{85D2A872-C59C-455C-868B-B19880F8C2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79" name="直線コネクタ 129578">
                      <a:extLst>
                        <a:ext uri="{FF2B5EF4-FFF2-40B4-BE49-F238E27FC236}">
                          <a16:creationId xmlns:a16="http://schemas.microsoft.com/office/drawing/2014/main" id="{746FCB5F-BE2B-44BC-B79A-1B960497DD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0" name="直線コネクタ 129579">
                      <a:extLst>
                        <a:ext uri="{FF2B5EF4-FFF2-40B4-BE49-F238E27FC236}">
                          <a16:creationId xmlns:a16="http://schemas.microsoft.com/office/drawing/2014/main" id="{BB92522E-E465-493D-BE64-7943D8F55A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1" name="直線コネクタ 129580">
                      <a:extLst>
                        <a:ext uri="{FF2B5EF4-FFF2-40B4-BE49-F238E27FC236}">
                          <a16:creationId xmlns:a16="http://schemas.microsoft.com/office/drawing/2014/main" id="{08584ACA-054D-4C1F-AD5C-2360FBB1A0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2" name="直線コネクタ 129581">
                      <a:extLst>
                        <a:ext uri="{FF2B5EF4-FFF2-40B4-BE49-F238E27FC236}">
                          <a16:creationId xmlns:a16="http://schemas.microsoft.com/office/drawing/2014/main" id="{1B03DD1F-2E5A-4885-8055-1A2D4FA270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3" name="直線コネクタ 129582">
                      <a:extLst>
                        <a:ext uri="{FF2B5EF4-FFF2-40B4-BE49-F238E27FC236}">
                          <a16:creationId xmlns:a16="http://schemas.microsoft.com/office/drawing/2014/main" id="{E26DD5B6-85CB-4EE8-AACC-EF5FDF6142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4" name="直線コネクタ 129583">
                      <a:extLst>
                        <a:ext uri="{FF2B5EF4-FFF2-40B4-BE49-F238E27FC236}">
                          <a16:creationId xmlns:a16="http://schemas.microsoft.com/office/drawing/2014/main" id="{1A737F3C-C215-4D6C-872E-AF4A164011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5" name="直線コネクタ 129584">
                      <a:extLst>
                        <a:ext uri="{FF2B5EF4-FFF2-40B4-BE49-F238E27FC236}">
                          <a16:creationId xmlns:a16="http://schemas.microsoft.com/office/drawing/2014/main" id="{9B158108-327E-4C90-B847-F81FB1422D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6" name="直線コネクタ 129585">
                      <a:extLst>
                        <a:ext uri="{FF2B5EF4-FFF2-40B4-BE49-F238E27FC236}">
                          <a16:creationId xmlns:a16="http://schemas.microsoft.com/office/drawing/2014/main" id="{0243780E-D26C-4C17-BC06-CC3D7C19CE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7" name="直線コネクタ 129586">
                      <a:extLst>
                        <a:ext uri="{FF2B5EF4-FFF2-40B4-BE49-F238E27FC236}">
                          <a16:creationId xmlns:a16="http://schemas.microsoft.com/office/drawing/2014/main" id="{6742A862-33BC-4F2D-BBB6-DDF42DE9B4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8" name="直線コネクタ 129587">
                      <a:extLst>
                        <a:ext uri="{FF2B5EF4-FFF2-40B4-BE49-F238E27FC236}">
                          <a16:creationId xmlns:a16="http://schemas.microsoft.com/office/drawing/2014/main" id="{A5BEDB0B-0CDE-475A-AEFD-C53E0484DD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89" name="直線コネクタ 129588">
                      <a:extLst>
                        <a:ext uri="{FF2B5EF4-FFF2-40B4-BE49-F238E27FC236}">
                          <a16:creationId xmlns:a16="http://schemas.microsoft.com/office/drawing/2014/main" id="{37CB34D7-4FC0-4BC2-9B24-7D070C4CA0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0" name="直線コネクタ 129589">
                      <a:extLst>
                        <a:ext uri="{FF2B5EF4-FFF2-40B4-BE49-F238E27FC236}">
                          <a16:creationId xmlns:a16="http://schemas.microsoft.com/office/drawing/2014/main" id="{C4876F22-4ED9-488B-8C90-2EF3B55C1D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1" name="直線コネクタ 129590">
                      <a:extLst>
                        <a:ext uri="{FF2B5EF4-FFF2-40B4-BE49-F238E27FC236}">
                          <a16:creationId xmlns:a16="http://schemas.microsoft.com/office/drawing/2014/main" id="{EA7B7919-05C5-4CC6-9C93-BE48ED8C19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2" name="直線コネクタ 129591">
                      <a:extLst>
                        <a:ext uri="{FF2B5EF4-FFF2-40B4-BE49-F238E27FC236}">
                          <a16:creationId xmlns:a16="http://schemas.microsoft.com/office/drawing/2014/main" id="{8A199970-7D45-403C-BCD0-554A289A17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3" name="直線コネクタ 129592">
                      <a:extLst>
                        <a:ext uri="{FF2B5EF4-FFF2-40B4-BE49-F238E27FC236}">
                          <a16:creationId xmlns:a16="http://schemas.microsoft.com/office/drawing/2014/main" id="{ADA00F92-F59C-4DA7-96B8-D6FE9BCF27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4" name="直線コネクタ 129593">
                      <a:extLst>
                        <a:ext uri="{FF2B5EF4-FFF2-40B4-BE49-F238E27FC236}">
                          <a16:creationId xmlns:a16="http://schemas.microsoft.com/office/drawing/2014/main" id="{E8F7212B-4791-4CBF-A77C-A0FC533A7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5" name="直線コネクタ 129594">
                      <a:extLst>
                        <a:ext uri="{FF2B5EF4-FFF2-40B4-BE49-F238E27FC236}">
                          <a16:creationId xmlns:a16="http://schemas.microsoft.com/office/drawing/2014/main" id="{015F4F3D-CDCF-4282-BBAB-5504D104A1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6" name="直線コネクタ 129595">
                      <a:extLst>
                        <a:ext uri="{FF2B5EF4-FFF2-40B4-BE49-F238E27FC236}">
                          <a16:creationId xmlns:a16="http://schemas.microsoft.com/office/drawing/2014/main" id="{123CFACF-985D-4611-AC5C-898E18402B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7" name="直線コネクタ 129596">
                      <a:extLst>
                        <a:ext uri="{FF2B5EF4-FFF2-40B4-BE49-F238E27FC236}">
                          <a16:creationId xmlns:a16="http://schemas.microsoft.com/office/drawing/2014/main" id="{61C9339E-9AF9-417B-A66C-ADC3E79BFB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8" name="直線コネクタ 129597">
                      <a:extLst>
                        <a:ext uri="{FF2B5EF4-FFF2-40B4-BE49-F238E27FC236}">
                          <a16:creationId xmlns:a16="http://schemas.microsoft.com/office/drawing/2014/main" id="{C7D549EE-8A7A-4DBA-853A-3A5CBCB45F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599" name="直線コネクタ 129598">
                      <a:extLst>
                        <a:ext uri="{FF2B5EF4-FFF2-40B4-BE49-F238E27FC236}">
                          <a16:creationId xmlns:a16="http://schemas.microsoft.com/office/drawing/2014/main" id="{087258F3-C4AD-4D20-80A8-EAE5D9A69F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0" name="直線コネクタ 129599">
                      <a:extLst>
                        <a:ext uri="{FF2B5EF4-FFF2-40B4-BE49-F238E27FC236}">
                          <a16:creationId xmlns:a16="http://schemas.microsoft.com/office/drawing/2014/main" id="{5D640385-FEF7-4D75-94EB-10BEFD061A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1" name="直線コネクタ 129600">
                      <a:extLst>
                        <a:ext uri="{FF2B5EF4-FFF2-40B4-BE49-F238E27FC236}">
                          <a16:creationId xmlns:a16="http://schemas.microsoft.com/office/drawing/2014/main" id="{8A83F68F-E4F9-4D54-9D45-0F2C4C27B0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2" name="直線コネクタ 129601">
                      <a:extLst>
                        <a:ext uri="{FF2B5EF4-FFF2-40B4-BE49-F238E27FC236}">
                          <a16:creationId xmlns:a16="http://schemas.microsoft.com/office/drawing/2014/main" id="{F27B92AC-67C2-4C34-BB42-F44F84AE96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3" name="直線コネクタ 129602">
                      <a:extLst>
                        <a:ext uri="{FF2B5EF4-FFF2-40B4-BE49-F238E27FC236}">
                          <a16:creationId xmlns:a16="http://schemas.microsoft.com/office/drawing/2014/main" id="{38445609-C20E-4C3C-A62D-7E4D385A72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4" name="直線コネクタ 129603">
                      <a:extLst>
                        <a:ext uri="{FF2B5EF4-FFF2-40B4-BE49-F238E27FC236}">
                          <a16:creationId xmlns:a16="http://schemas.microsoft.com/office/drawing/2014/main" id="{47A96AD9-CD6B-47D5-905A-4109A023DE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5" name="直線コネクタ 129604">
                      <a:extLst>
                        <a:ext uri="{FF2B5EF4-FFF2-40B4-BE49-F238E27FC236}">
                          <a16:creationId xmlns:a16="http://schemas.microsoft.com/office/drawing/2014/main" id="{F9210D1F-F274-4D9A-92FD-DAF33D0EFE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6" name="直線コネクタ 129605">
                      <a:extLst>
                        <a:ext uri="{FF2B5EF4-FFF2-40B4-BE49-F238E27FC236}">
                          <a16:creationId xmlns:a16="http://schemas.microsoft.com/office/drawing/2014/main" id="{66F45FEA-FFDC-4F61-9151-AE2A382721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7" name="直線コネクタ 129606">
                      <a:extLst>
                        <a:ext uri="{FF2B5EF4-FFF2-40B4-BE49-F238E27FC236}">
                          <a16:creationId xmlns:a16="http://schemas.microsoft.com/office/drawing/2014/main" id="{9CBCC525-41F1-49C5-B7D3-BEEB5F6380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8" name="直線コネクタ 129607">
                      <a:extLst>
                        <a:ext uri="{FF2B5EF4-FFF2-40B4-BE49-F238E27FC236}">
                          <a16:creationId xmlns:a16="http://schemas.microsoft.com/office/drawing/2014/main" id="{59FD15C6-AAD0-41E2-9AD8-146166025D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09" name="直線コネクタ 129608">
                      <a:extLst>
                        <a:ext uri="{FF2B5EF4-FFF2-40B4-BE49-F238E27FC236}">
                          <a16:creationId xmlns:a16="http://schemas.microsoft.com/office/drawing/2014/main" id="{F736E6A5-F2C4-4A6C-A295-19F0968286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0" name="直線コネクタ 129609">
                      <a:extLst>
                        <a:ext uri="{FF2B5EF4-FFF2-40B4-BE49-F238E27FC236}">
                          <a16:creationId xmlns:a16="http://schemas.microsoft.com/office/drawing/2014/main" id="{9C5B09D3-B067-4F15-A0AE-CA09FE0A95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1" name="直線コネクタ 129610">
                      <a:extLst>
                        <a:ext uri="{FF2B5EF4-FFF2-40B4-BE49-F238E27FC236}">
                          <a16:creationId xmlns:a16="http://schemas.microsoft.com/office/drawing/2014/main" id="{8E1BFA65-8B89-4FB9-B204-F56B64E1F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2" name="直線コネクタ 129611">
                      <a:extLst>
                        <a:ext uri="{FF2B5EF4-FFF2-40B4-BE49-F238E27FC236}">
                          <a16:creationId xmlns:a16="http://schemas.microsoft.com/office/drawing/2014/main" id="{BA8DDFB5-D2BD-4A9B-AC1F-A808D4F4B5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3" name="直線コネクタ 129612">
                      <a:extLst>
                        <a:ext uri="{FF2B5EF4-FFF2-40B4-BE49-F238E27FC236}">
                          <a16:creationId xmlns:a16="http://schemas.microsoft.com/office/drawing/2014/main" id="{A71AE94D-A823-4743-BFE0-56F90A334E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4" name="直線コネクタ 129613">
                      <a:extLst>
                        <a:ext uri="{FF2B5EF4-FFF2-40B4-BE49-F238E27FC236}">
                          <a16:creationId xmlns:a16="http://schemas.microsoft.com/office/drawing/2014/main" id="{A763482C-95DB-468C-90EC-DE41B03001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5" name="直線コネクタ 129614">
                      <a:extLst>
                        <a:ext uri="{FF2B5EF4-FFF2-40B4-BE49-F238E27FC236}">
                          <a16:creationId xmlns:a16="http://schemas.microsoft.com/office/drawing/2014/main" id="{AEC82756-8854-4E44-9BCD-E77A785D1F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6" name="直線コネクタ 129615">
                      <a:extLst>
                        <a:ext uri="{FF2B5EF4-FFF2-40B4-BE49-F238E27FC236}">
                          <a16:creationId xmlns:a16="http://schemas.microsoft.com/office/drawing/2014/main" id="{3969BC82-3395-4EF4-B8C5-28549EC4F8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7" name="直線コネクタ 129616">
                      <a:extLst>
                        <a:ext uri="{FF2B5EF4-FFF2-40B4-BE49-F238E27FC236}">
                          <a16:creationId xmlns:a16="http://schemas.microsoft.com/office/drawing/2014/main" id="{3E80D230-8DDD-40E2-8871-EAB2385AFD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8" name="直線コネクタ 129617">
                      <a:extLst>
                        <a:ext uri="{FF2B5EF4-FFF2-40B4-BE49-F238E27FC236}">
                          <a16:creationId xmlns:a16="http://schemas.microsoft.com/office/drawing/2014/main" id="{CFBF4A60-56C2-4D2C-A91E-F3A61744D2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19" name="直線コネクタ 129618">
                      <a:extLst>
                        <a:ext uri="{FF2B5EF4-FFF2-40B4-BE49-F238E27FC236}">
                          <a16:creationId xmlns:a16="http://schemas.microsoft.com/office/drawing/2014/main" id="{1974F6EF-E2C6-4E9B-A0F8-8DC7C78BA0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20" name="直線コネクタ 129619">
                      <a:extLst>
                        <a:ext uri="{FF2B5EF4-FFF2-40B4-BE49-F238E27FC236}">
                          <a16:creationId xmlns:a16="http://schemas.microsoft.com/office/drawing/2014/main" id="{FCC06A3A-C438-427B-9A07-AC36A80EEF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21" name="直線コネクタ 129620">
                      <a:extLst>
                        <a:ext uri="{FF2B5EF4-FFF2-40B4-BE49-F238E27FC236}">
                          <a16:creationId xmlns:a16="http://schemas.microsoft.com/office/drawing/2014/main" id="{173B3B77-8664-4A64-88A8-3F33F5D59E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22" name="直線コネクタ 129621">
                      <a:extLst>
                        <a:ext uri="{FF2B5EF4-FFF2-40B4-BE49-F238E27FC236}">
                          <a16:creationId xmlns:a16="http://schemas.microsoft.com/office/drawing/2014/main" id="{653CA308-3A9A-4A83-A7E4-0EF29AAAE6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23" name="直線コネクタ 129622">
                      <a:extLst>
                        <a:ext uri="{FF2B5EF4-FFF2-40B4-BE49-F238E27FC236}">
                          <a16:creationId xmlns:a16="http://schemas.microsoft.com/office/drawing/2014/main" id="{7A93CCAA-25E2-4CF8-A796-167C470B97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24" name="直線コネクタ 129623">
                      <a:extLst>
                        <a:ext uri="{FF2B5EF4-FFF2-40B4-BE49-F238E27FC236}">
                          <a16:creationId xmlns:a16="http://schemas.microsoft.com/office/drawing/2014/main" id="{AE5D0CDF-BF60-4B89-A8B5-59076DDB98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625" name="直線コネクタ 129624">
                      <a:extLst>
                        <a:ext uri="{FF2B5EF4-FFF2-40B4-BE49-F238E27FC236}">
                          <a16:creationId xmlns:a16="http://schemas.microsoft.com/office/drawing/2014/main" id="{23CA45BA-2C0D-4FDA-AA70-C04CCE4B5E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29626" name="グループ化 129625">
                      <a:extLst>
                        <a:ext uri="{FF2B5EF4-FFF2-40B4-BE49-F238E27FC236}">
                          <a16:creationId xmlns:a16="http://schemas.microsoft.com/office/drawing/2014/main" id="{FAC394C2-4AF9-42B0-AD43-E4381A7E0179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802" name="直線コネクタ 129801">
                        <a:extLst>
                          <a:ext uri="{FF2B5EF4-FFF2-40B4-BE49-F238E27FC236}">
                            <a16:creationId xmlns:a16="http://schemas.microsoft.com/office/drawing/2014/main" id="{3EB5C27E-52FA-4C86-AC03-1096E12AD34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03" name="直線コネクタ 129802">
                        <a:extLst>
                          <a:ext uri="{FF2B5EF4-FFF2-40B4-BE49-F238E27FC236}">
                            <a16:creationId xmlns:a16="http://schemas.microsoft.com/office/drawing/2014/main" id="{0688D1D5-110B-4E37-83C3-C070B56C392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04" name="直線コネクタ 129803">
                        <a:extLst>
                          <a:ext uri="{FF2B5EF4-FFF2-40B4-BE49-F238E27FC236}">
                            <a16:creationId xmlns:a16="http://schemas.microsoft.com/office/drawing/2014/main" id="{2DE3B81C-8453-45CD-84E6-1FEBCC0D44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05" name="直線コネクタ 129804">
                        <a:extLst>
                          <a:ext uri="{FF2B5EF4-FFF2-40B4-BE49-F238E27FC236}">
                            <a16:creationId xmlns:a16="http://schemas.microsoft.com/office/drawing/2014/main" id="{65AFBC61-D2C7-4110-9EA0-435A1B036A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06" name="直線コネクタ 129805">
                        <a:extLst>
                          <a:ext uri="{FF2B5EF4-FFF2-40B4-BE49-F238E27FC236}">
                            <a16:creationId xmlns:a16="http://schemas.microsoft.com/office/drawing/2014/main" id="{7D076F84-D53D-47F8-83B6-94493B7B24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07" name="直線コネクタ 129806">
                        <a:extLst>
                          <a:ext uri="{FF2B5EF4-FFF2-40B4-BE49-F238E27FC236}">
                            <a16:creationId xmlns:a16="http://schemas.microsoft.com/office/drawing/2014/main" id="{D74C88CE-5EF5-4ABA-956F-7999ACD50F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08" name="直線コネクタ 129807">
                        <a:extLst>
                          <a:ext uri="{FF2B5EF4-FFF2-40B4-BE49-F238E27FC236}">
                            <a16:creationId xmlns:a16="http://schemas.microsoft.com/office/drawing/2014/main" id="{DBB3C206-5272-4475-A341-7BFDABA5BA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09" name="直線コネクタ 129808">
                        <a:extLst>
                          <a:ext uri="{FF2B5EF4-FFF2-40B4-BE49-F238E27FC236}">
                            <a16:creationId xmlns:a16="http://schemas.microsoft.com/office/drawing/2014/main" id="{ED0487B9-F404-4E9B-878B-E0AF01C2657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0" name="直線コネクタ 129809">
                        <a:extLst>
                          <a:ext uri="{FF2B5EF4-FFF2-40B4-BE49-F238E27FC236}">
                            <a16:creationId xmlns:a16="http://schemas.microsoft.com/office/drawing/2014/main" id="{EDE68D3C-CFE4-4940-8BD6-DD8903A291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1" name="直線コネクタ 129810">
                        <a:extLst>
                          <a:ext uri="{FF2B5EF4-FFF2-40B4-BE49-F238E27FC236}">
                            <a16:creationId xmlns:a16="http://schemas.microsoft.com/office/drawing/2014/main" id="{BAE46ED4-CF2C-466C-B2CA-BAEC1076C3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2" name="直線コネクタ 129811">
                        <a:extLst>
                          <a:ext uri="{FF2B5EF4-FFF2-40B4-BE49-F238E27FC236}">
                            <a16:creationId xmlns:a16="http://schemas.microsoft.com/office/drawing/2014/main" id="{9D38085A-EBAB-46EA-B427-0C4ACD388C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3" name="直線コネクタ 129812">
                        <a:extLst>
                          <a:ext uri="{FF2B5EF4-FFF2-40B4-BE49-F238E27FC236}">
                            <a16:creationId xmlns:a16="http://schemas.microsoft.com/office/drawing/2014/main" id="{6F14248D-0454-483D-A226-ED41F81C347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4" name="直線コネクタ 129813">
                        <a:extLst>
                          <a:ext uri="{FF2B5EF4-FFF2-40B4-BE49-F238E27FC236}">
                            <a16:creationId xmlns:a16="http://schemas.microsoft.com/office/drawing/2014/main" id="{B7ADFBB8-0DC1-434C-A2EC-BAB11AEE130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5" name="直線コネクタ 129814">
                        <a:extLst>
                          <a:ext uri="{FF2B5EF4-FFF2-40B4-BE49-F238E27FC236}">
                            <a16:creationId xmlns:a16="http://schemas.microsoft.com/office/drawing/2014/main" id="{8F932D1F-E14A-496F-A48C-43FFCCFBCF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6" name="直線コネクタ 129815">
                        <a:extLst>
                          <a:ext uri="{FF2B5EF4-FFF2-40B4-BE49-F238E27FC236}">
                            <a16:creationId xmlns:a16="http://schemas.microsoft.com/office/drawing/2014/main" id="{7FE2AD22-5432-4330-9647-4CB5721F2E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7" name="直線コネクタ 129816">
                        <a:extLst>
                          <a:ext uri="{FF2B5EF4-FFF2-40B4-BE49-F238E27FC236}">
                            <a16:creationId xmlns:a16="http://schemas.microsoft.com/office/drawing/2014/main" id="{E52C7261-D82C-488D-887A-FAEE82B709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8" name="直線コネクタ 129817">
                        <a:extLst>
                          <a:ext uri="{FF2B5EF4-FFF2-40B4-BE49-F238E27FC236}">
                            <a16:creationId xmlns:a16="http://schemas.microsoft.com/office/drawing/2014/main" id="{B68D87AB-C3F1-4FD2-9354-D9E45F79FA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19" name="直線コネクタ 129818">
                        <a:extLst>
                          <a:ext uri="{FF2B5EF4-FFF2-40B4-BE49-F238E27FC236}">
                            <a16:creationId xmlns:a16="http://schemas.microsoft.com/office/drawing/2014/main" id="{E92A8935-5B1E-4AB8-98AF-261B4047B56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0" name="直線コネクタ 129819">
                        <a:extLst>
                          <a:ext uri="{FF2B5EF4-FFF2-40B4-BE49-F238E27FC236}">
                            <a16:creationId xmlns:a16="http://schemas.microsoft.com/office/drawing/2014/main" id="{1378E3BA-CD28-41C7-91C0-4BFAF1156F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1" name="直線コネクタ 129820">
                        <a:extLst>
                          <a:ext uri="{FF2B5EF4-FFF2-40B4-BE49-F238E27FC236}">
                            <a16:creationId xmlns:a16="http://schemas.microsoft.com/office/drawing/2014/main" id="{DFE0F80F-A085-4154-BEE9-F2A35299085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2" name="直線コネクタ 129821">
                        <a:extLst>
                          <a:ext uri="{FF2B5EF4-FFF2-40B4-BE49-F238E27FC236}">
                            <a16:creationId xmlns:a16="http://schemas.microsoft.com/office/drawing/2014/main" id="{9B516AA1-D429-4455-89E4-627568E78C9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3" name="直線コネクタ 129822">
                        <a:extLst>
                          <a:ext uri="{FF2B5EF4-FFF2-40B4-BE49-F238E27FC236}">
                            <a16:creationId xmlns:a16="http://schemas.microsoft.com/office/drawing/2014/main" id="{1AC0CE9C-9756-4788-9282-DBD839EDD0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4" name="直線コネクタ 129823">
                        <a:extLst>
                          <a:ext uri="{FF2B5EF4-FFF2-40B4-BE49-F238E27FC236}">
                            <a16:creationId xmlns:a16="http://schemas.microsoft.com/office/drawing/2014/main" id="{78A1F412-0999-40ED-A094-FEA628935F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5" name="直線コネクタ 129824">
                        <a:extLst>
                          <a:ext uri="{FF2B5EF4-FFF2-40B4-BE49-F238E27FC236}">
                            <a16:creationId xmlns:a16="http://schemas.microsoft.com/office/drawing/2014/main" id="{C79D3800-23BB-45D4-B71C-0628282C9A7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6" name="直線コネクタ 129825">
                        <a:extLst>
                          <a:ext uri="{FF2B5EF4-FFF2-40B4-BE49-F238E27FC236}">
                            <a16:creationId xmlns:a16="http://schemas.microsoft.com/office/drawing/2014/main" id="{1A99FE56-7D05-4438-A7E4-69A0EB936F9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7" name="直線コネクタ 129826">
                        <a:extLst>
                          <a:ext uri="{FF2B5EF4-FFF2-40B4-BE49-F238E27FC236}">
                            <a16:creationId xmlns:a16="http://schemas.microsoft.com/office/drawing/2014/main" id="{DEF91FAB-A981-4EB6-A378-C10C3076BC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8" name="直線コネクタ 129827">
                        <a:extLst>
                          <a:ext uri="{FF2B5EF4-FFF2-40B4-BE49-F238E27FC236}">
                            <a16:creationId xmlns:a16="http://schemas.microsoft.com/office/drawing/2014/main" id="{FA554C89-3236-4221-B5A4-3CF8774B55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29" name="直線コネクタ 129828">
                        <a:extLst>
                          <a:ext uri="{FF2B5EF4-FFF2-40B4-BE49-F238E27FC236}">
                            <a16:creationId xmlns:a16="http://schemas.microsoft.com/office/drawing/2014/main" id="{2356B393-817B-4285-84ED-E8C642F13A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0" name="直線コネクタ 129829">
                        <a:extLst>
                          <a:ext uri="{FF2B5EF4-FFF2-40B4-BE49-F238E27FC236}">
                            <a16:creationId xmlns:a16="http://schemas.microsoft.com/office/drawing/2014/main" id="{2717C5FE-9606-4612-843D-50927D86AF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1" name="直線コネクタ 129830">
                        <a:extLst>
                          <a:ext uri="{FF2B5EF4-FFF2-40B4-BE49-F238E27FC236}">
                            <a16:creationId xmlns:a16="http://schemas.microsoft.com/office/drawing/2014/main" id="{E1C964F4-6478-4F5D-94DD-36BDB3922B9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2" name="直線コネクタ 129831">
                        <a:extLst>
                          <a:ext uri="{FF2B5EF4-FFF2-40B4-BE49-F238E27FC236}">
                            <a16:creationId xmlns:a16="http://schemas.microsoft.com/office/drawing/2014/main" id="{E090B2C1-1819-4644-A3BF-08D0C1AFB7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3" name="直線コネクタ 129832">
                        <a:extLst>
                          <a:ext uri="{FF2B5EF4-FFF2-40B4-BE49-F238E27FC236}">
                            <a16:creationId xmlns:a16="http://schemas.microsoft.com/office/drawing/2014/main" id="{8F3B0FA0-3998-4BEE-ACA2-96911AA399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4" name="直線コネクタ 129833">
                        <a:extLst>
                          <a:ext uri="{FF2B5EF4-FFF2-40B4-BE49-F238E27FC236}">
                            <a16:creationId xmlns:a16="http://schemas.microsoft.com/office/drawing/2014/main" id="{EF9B2B8E-413E-400B-8A85-55E52CFD09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5" name="直線コネクタ 129834">
                        <a:extLst>
                          <a:ext uri="{FF2B5EF4-FFF2-40B4-BE49-F238E27FC236}">
                            <a16:creationId xmlns:a16="http://schemas.microsoft.com/office/drawing/2014/main" id="{03D98E66-ED79-4E7F-9BCA-8DBADFFD53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6" name="直線コネクタ 129835">
                        <a:extLst>
                          <a:ext uri="{FF2B5EF4-FFF2-40B4-BE49-F238E27FC236}">
                            <a16:creationId xmlns:a16="http://schemas.microsoft.com/office/drawing/2014/main" id="{914956D2-C05D-4808-8A9F-37729F7AF1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7" name="直線コネクタ 129836">
                        <a:extLst>
                          <a:ext uri="{FF2B5EF4-FFF2-40B4-BE49-F238E27FC236}">
                            <a16:creationId xmlns:a16="http://schemas.microsoft.com/office/drawing/2014/main" id="{155BDB76-F6D8-42D1-A7BB-AD6EE6510BB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8" name="直線コネクタ 129837">
                        <a:extLst>
                          <a:ext uri="{FF2B5EF4-FFF2-40B4-BE49-F238E27FC236}">
                            <a16:creationId xmlns:a16="http://schemas.microsoft.com/office/drawing/2014/main" id="{2AEBDB58-C1B5-4208-A5A4-7C07A621C6A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39" name="直線コネクタ 129838">
                        <a:extLst>
                          <a:ext uri="{FF2B5EF4-FFF2-40B4-BE49-F238E27FC236}">
                            <a16:creationId xmlns:a16="http://schemas.microsoft.com/office/drawing/2014/main" id="{C1279F34-EFB0-45FE-AB38-74ACD045FF3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40" name="直線コネクタ 129839">
                        <a:extLst>
                          <a:ext uri="{FF2B5EF4-FFF2-40B4-BE49-F238E27FC236}">
                            <a16:creationId xmlns:a16="http://schemas.microsoft.com/office/drawing/2014/main" id="{45E7BBF6-E9E0-4449-A082-564AC08DCA1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41" name="直線コネクタ 129840">
                        <a:extLst>
                          <a:ext uri="{FF2B5EF4-FFF2-40B4-BE49-F238E27FC236}">
                            <a16:creationId xmlns:a16="http://schemas.microsoft.com/office/drawing/2014/main" id="{A8AB7E50-DFBB-4EE1-8FCB-65AB2EB457C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42" name="直線コネクタ 129841">
                        <a:extLst>
                          <a:ext uri="{FF2B5EF4-FFF2-40B4-BE49-F238E27FC236}">
                            <a16:creationId xmlns:a16="http://schemas.microsoft.com/office/drawing/2014/main" id="{28C371C2-5C70-40F8-99E7-BB0FE3CBF8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843" name="直線コネクタ 129842">
                        <a:extLst>
                          <a:ext uri="{FF2B5EF4-FFF2-40B4-BE49-F238E27FC236}">
                            <a16:creationId xmlns:a16="http://schemas.microsoft.com/office/drawing/2014/main" id="{C6EAFCE6-F3E9-4B25-B8DA-6B8D86BB4F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627" name="グループ化 129626">
                      <a:extLst>
                        <a:ext uri="{FF2B5EF4-FFF2-40B4-BE49-F238E27FC236}">
                          <a16:creationId xmlns:a16="http://schemas.microsoft.com/office/drawing/2014/main" id="{82CDD416-B9D8-4562-B790-39FDBA1A9A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29793" name="正方形/長方形 129792">
                        <a:extLst>
                          <a:ext uri="{FF2B5EF4-FFF2-40B4-BE49-F238E27FC236}">
                            <a16:creationId xmlns:a16="http://schemas.microsoft.com/office/drawing/2014/main" id="{A2715ED5-B57C-4E53-AE4E-FD4191BA53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794" name="正方形/長方形 129793">
                        <a:extLst>
                          <a:ext uri="{FF2B5EF4-FFF2-40B4-BE49-F238E27FC236}">
                            <a16:creationId xmlns:a16="http://schemas.microsoft.com/office/drawing/2014/main" id="{902BF031-412F-459F-9B0E-3EDAF7B6E5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795" name="正方形/長方形 129794">
                        <a:extLst>
                          <a:ext uri="{FF2B5EF4-FFF2-40B4-BE49-F238E27FC236}">
                            <a16:creationId xmlns:a16="http://schemas.microsoft.com/office/drawing/2014/main" id="{5641009A-E7BC-42F8-B8FE-8B374CED9B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796" name="正方形/長方形 129795">
                        <a:extLst>
                          <a:ext uri="{FF2B5EF4-FFF2-40B4-BE49-F238E27FC236}">
                            <a16:creationId xmlns:a16="http://schemas.microsoft.com/office/drawing/2014/main" id="{E69F1CD3-CA73-411D-A9B7-9935E58E8E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797" name="正方形/長方形 129796">
                        <a:extLst>
                          <a:ext uri="{FF2B5EF4-FFF2-40B4-BE49-F238E27FC236}">
                            <a16:creationId xmlns:a16="http://schemas.microsoft.com/office/drawing/2014/main" id="{ECCC65ED-9F36-4014-A708-6E2280EA68A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798" name="正方形/長方形 129797">
                        <a:extLst>
                          <a:ext uri="{FF2B5EF4-FFF2-40B4-BE49-F238E27FC236}">
                            <a16:creationId xmlns:a16="http://schemas.microsoft.com/office/drawing/2014/main" id="{642089B9-E357-44B9-89F2-541B7381702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799" name="正方形/長方形 129798">
                        <a:extLst>
                          <a:ext uri="{FF2B5EF4-FFF2-40B4-BE49-F238E27FC236}">
                            <a16:creationId xmlns:a16="http://schemas.microsoft.com/office/drawing/2014/main" id="{66F99E34-B395-4AAA-94AC-2BEAFAE439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800" name="正方形/長方形 129799">
                        <a:extLst>
                          <a:ext uri="{FF2B5EF4-FFF2-40B4-BE49-F238E27FC236}">
                            <a16:creationId xmlns:a16="http://schemas.microsoft.com/office/drawing/2014/main" id="{F1E7289D-4B04-4FA9-8081-9AB9B55B7C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801" name="正方形/長方形 129800">
                        <a:extLst>
                          <a:ext uri="{FF2B5EF4-FFF2-40B4-BE49-F238E27FC236}">
                            <a16:creationId xmlns:a16="http://schemas.microsoft.com/office/drawing/2014/main" id="{40B683F4-E169-45CE-862D-94A2AA9FE6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29628" name="グループ化 129627">
                      <a:extLst>
                        <a:ext uri="{FF2B5EF4-FFF2-40B4-BE49-F238E27FC236}">
                          <a16:creationId xmlns:a16="http://schemas.microsoft.com/office/drawing/2014/main" id="{F3900C4D-01CC-4D62-B57A-BE034E0E6F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785" name="直線コネクタ 129784">
                        <a:extLst>
                          <a:ext uri="{FF2B5EF4-FFF2-40B4-BE49-F238E27FC236}">
                            <a16:creationId xmlns:a16="http://schemas.microsoft.com/office/drawing/2014/main" id="{077AFC24-B2CB-44E5-95BA-5000DA9959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6" name="直線コネクタ 129785">
                        <a:extLst>
                          <a:ext uri="{FF2B5EF4-FFF2-40B4-BE49-F238E27FC236}">
                            <a16:creationId xmlns:a16="http://schemas.microsoft.com/office/drawing/2014/main" id="{578290F5-65F6-458E-A77E-D8A46766A1E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7" name="直線コネクタ 129786">
                        <a:extLst>
                          <a:ext uri="{FF2B5EF4-FFF2-40B4-BE49-F238E27FC236}">
                            <a16:creationId xmlns:a16="http://schemas.microsoft.com/office/drawing/2014/main" id="{AC9352F1-3544-4C19-8BC6-840E31BFEE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8" name="直線コネクタ 129787">
                        <a:extLst>
                          <a:ext uri="{FF2B5EF4-FFF2-40B4-BE49-F238E27FC236}">
                            <a16:creationId xmlns:a16="http://schemas.microsoft.com/office/drawing/2014/main" id="{2BA150F0-8C73-44EC-A1EC-6802299C847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9" name="直線コネクタ 129788">
                        <a:extLst>
                          <a:ext uri="{FF2B5EF4-FFF2-40B4-BE49-F238E27FC236}">
                            <a16:creationId xmlns:a16="http://schemas.microsoft.com/office/drawing/2014/main" id="{4C50FC5A-1946-4FAF-8452-7F071FCD0F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90" name="直線コネクタ 129789">
                        <a:extLst>
                          <a:ext uri="{FF2B5EF4-FFF2-40B4-BE49-F238E27FC236}">
                            <a16:creationId xmlns:a16="http://schemas.microsoft.com/office/drawing/2014/main" id="{25226858-6F72-4E4D-A882-B101DBED45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91" name="直線コネクタ 129790">
                        <a:extLst>
                          <a:ext uri="{FF2B5EF4-FFF2-40B4-BE49-F238E27FC236}">
                            <a16:creationId xmlns:a16="http://schemas.microsoft.com/office/drawing/2014/main" id="{95776293-FE83-4B36-9093-AD3E239BEDD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92" name="直線コネクタ 129791">
                        <a:extLst>
                          <a:ext uri="{FF2B5EF4-FFF2-40B4-BE49-F238E27FC236}">
                            <a16:creationId xmlns:a16="http://schemas.microsoft.com/office/drawing/2014/main" id="{C11CF8C5-D73F-4039-A022-BED0CA0E92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629" name="グループ化 129628">
                      <a:extLst>
                        <a:ext uri="{FF2B5EF4-FFF2-40B4-BE49-F238E27FC236}">
                          <a16:creationId xmlns:a16="http://schemas.microsoft.com/office/drawing/2014/main" id="{2ECBB311-E506-41FA-A310-CD3957AC39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777" name="直線コネクタ 129776">
                        <a:extLst>
                          <a:ext uri="{FF2B5EF4-FFF2-40B4-BE49-F238E27FC236}">
                            <a16:creationId xmlns:a16="http://schemas.microsoft.com/office/drawing/2014/main" id="{60C7A509-468D-4951-B932-45E199AFA7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8" name="直線コネクタ 129777">
                        <a:extLst>
                          <a:ext uri="{FF2B5EF4-FFF2-40B4-BE49-F238E27FC236}">
                            <a16:creationId xmlns:a16="http://schemas.microsoft.com/office/drawing/2014/main" id="{803A5613-4974-45F8-9082-79659A2E2B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9" name="直線コネクタ 129778">
                        <a:extLst>
                          <a:ext uri="{FF2B5EF4-FFF2-40B4-BE49-F238E27FC236}">
                            <a16:creationId xmlns:a16="http://schemas.microsoft.com/office/drawing/2014/main" id="{9EF63286-44FC-4F13-AA5C-07D6A916D4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0" name="直線コネクタ 129779">
                        <a:extLst>
                          <a:ext uri="{FF2B5EF4-FFF2-40B4-BE49-F238E27FC236}">
                            <a16:creationId xmlns:a16="http://schemas.microsoft.com/office/drawing/2014/main" id="{15CE7A22-34E2-47F7-85C9-7FC0134728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1" name="直線コネクタ 129780">
                        <a:extLst>
                          <a:ext uri="{FF2B5EF4-FFF2-40B4-BE49-F238E27FC236}">
                            <a16:creationId xmlns:a16="http://schemas.microsoft.com/office/drawing/2014/main" id="{4E3CBC85-A3AE-47FD-AF23-5DF70EF275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2" name="直線コネクタ 129781">
                        <a:extLst>
                          <a:ext uri="{FF2B5EF4-FFF2-40B4-BE49-F238E27FC236}">
                            <a16:creationId xmlns:a16="http://schemas.microsoft.com/office/drawing/2014/main" id="{92F821F6-3DC8-4B75-8CE5-9795412AB1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3" name="直線コネクタ 129782">
                        <a:extLst>
                          <a:ext uri="{FF2B5EF4-FFF2-40B4-BE49-F238E27FC236}">
                            <a16:creationId xmlns:a16="http://schemas.microsoft.com/office/drawing/2014/main" id="{80D05E58-F5AA-406D-9041-CC80093C97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84" name="直線コネクタ 129783">
                        <a:extLst>
                          <a:ext uri="{FF2B5EF4-FFF2-40B4-BE49-F238E27FC236}">
                            <a16:creationId xmlns:a16="http://schemas.microsoft.com/office/drawing/2014/main" id="{8868AD43-CE05-488B-81FE-EBFD2CB403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630" name="グループ化 129629">
                      <a:extLst>
                        <a:ext uri="{FF2B5EF4-FFF2-40B4-BE49-F238E27FC236}">
                          <a16:creationId xmlns:a16="http://schemas.microsoft.com/office/drawing/2014/main" id="{E109654A-64EF-4FE4-ABF7-13F439BBAB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735" name="直線コネクタ 129734">
                        <a:extLst>
                          <a:ext uri="{FF2B5EF4-FFF2-40B4-BE49-F238E27FC236}">
                            <a16:creationId xmlns:a16="http://schemas.microsoft.com/office/drawing/2014/main" id="{ABEB6ACD-6228-4B37-85CF-72A8242C06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6" name="直線コネクタ 129735">
                        <a:extLst>
                          <a:ext uri="{FF2B5EF4-FFF2-40B4-BE49-F238E27FC236}">
                            <a16:creationId xmlns:a16="http://schemas.microsoft.com/office/drawing/2014/main" id="{9ECE3088-F9FF-4015-8B50-3C2099FDADA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7" name="直線コネクタ 129736">
                        <a:extLst>
                          <a:ext uri="{FF2B5EF4-FFF2-40B4-BE49-F238E27FC236}">
                            <a16:creationId xmlns:a16="http://schemas.microsoft.com/office/drawing/2014/main" id="{C8181F8B-4867-481E-A858-23ED60CA254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8" name="直線コネクタ 129737">
                        <a:extLst>
                          <a:ext uri="{FF2B5EF4-FFF2-40B4-BE49-F238E27FC236}">
                            <a16:creationId xmlns:a16="http://schemas.microsoft.com/office/drawing/2014/main" id="{37E07770-1927-4B12-B4AD-C2F94C03B1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9" name="直線コネクタ 129738">
                        <a:extLst>
                          <a:ext uri="{FF2B5EF4-FFF2-40B4-BE49-F238E27FC236}">
                            <a16:creationId xmlns:a16="http://schemas.microsoft.com/office/drawing/2014/main" id="{98530ACA-15EA-425E-9C09-73D647F2DC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0" name="直線コネクタ 129739">
                        <a:extLst>
                          <a:ext uri="{FF2B5EF4-FFF2-40B4-BE49-F238E27FC236}">
                            <a16:creationId xmlns:a16="http://schemas.microsoft.com/office/drawing/2014/main" id="{4BFDF399-AE2A-408D-A29C-ED517AC627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1" name="直線コネクタ 129740">
                        <a:extLst>
                          <a:ext uri="{FF2B5EF4-FFF2-40B4-BE49-F238E27FC236}">
                            <a16:creationId xmlns:a16="http://schemas.microsoft.com/office/drawing/2014/main" id="{207200B6-FA1D-4D28-BEC8-BE6D328A04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2" name="直線コネクタ 129741">
                        <a:extLst>
                          <a:ext uri="{FF2B5EF4-FFF2-40B4-BE49-F238E27FC236}">
                            <a16:creationId xmlns:a16="http://schemas.microsoft.com/office/drawing/2014/main" id="{AB1BE5F9-6E57-4B77-82A0-DFC2E8270E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3" name="直線コネクタ 129742">
                        <a:extLst>
                          <a:ext uri="{FF2B5EF4-FFF2-40B4-BE49-F238E27FC236}">
                            <a16:creationId xmlns:a16="http://schemas.microsoft.com/office/drawing/2014/main" id="{AF194C19-D9CB-4D31-AD65-7F109AA728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4" name="直線コネクタ 129743">
                        <a:extLst>
                          <a:ext uri="{FF2B5EF4-FFF2-40B4-BE49-F238E27FC236}">
                            <a16:creationId xmlns:a16="http://schemas.microsoft.com/office/drawing/2014/main" id="{ABC51526-9750-493F-AD09-BC1594E4AC4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5" name="直線コネクタ 129744">
                        <a:extLst>
                          <a:ext uri="{FF2B5EF4-FFF2-40B4-BE49-F238E27FC236}">
                            <a16:creationId xmlns:a16="http://schemas.microsoft.com/office/drawing/2014/main" id="{ABCB15FC-54FE-4DC5-BB72-D4EE435A17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6" name="直線コネクタ 129745">
                        <a:extLst>
                          <a:ext uri="{FF2B5EF4-FFF2-40B4-BE49-F238E27FC236}">
                            <a16:creationId xmlns:a16="http://schemas.microsoft.com/office/drawing/2014/main" id="{43DAB87D-EA35-4862-BD71-4EF2E55B70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7" name="直線コネクタ 129746">
                        <a:extLst>
                          <a:ext uri="{FF2B5EF4-FFF2-40B4-BE49-F238E27FC236}">
                            <a16:creationId xmlns:a16="http://schemas.microsoft.com/office/drawing/2014/main" id="{0F62BA0F-2A44-414F-9BBC-FCE6229751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8" name="直線コネクタ 129747">
                        <a:extLst>
                          <a:ext uri="{FF2B5EF4-FFF2-40B4-BE49-F238E27FC236}">
                            <a16:creationId xmlns:a16="http://schemas.microsoft.com/office/drawing/2014/main" id="{3EEB908E-C520-4693-AA27-F2F96962E4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49" name="直線コネクタ 129748">
                        <a:extLst>
                          <a:ext uri="{FF2B5EF4-FFF2-40B4-BE49-F238E27FC236}">
                            <a16:creationId xmlns:a16="http://schemas.microsoft.com/office/drawing/2014/main" id="{B2F3F665-1C2C-404D-8974-0F119E89B63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0" name="直線コネクタ 129749">
                        <a:extLst>
                          <a:ext uri="{FF2B5EF4-FFF2-40B4-BE49-F238E27FC236}">
                            <a16:creationId xmlns:a16="http://schemas.microsoft.com/office/drawing/2014/main" id="{95B99B75-377D-4C2F-A956-6EFC3EC259E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1" name="直線コネクタ 129750">
                        <a:extLst>
                          <a:ext uri="{FF2B5EF4-FFF2-40B4-BE49-F238E27FC236}">
                            <a16:creationId xmlns:a16="http://schemas.microsoft.com/office/drawing/2014/main" id="{72F9C126-65E9-4230-B826-496B20CCA6C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2" name="直線コネクタ 129751">
                        <a:extLst>
                          <a:ext uri="{FF2B5EF4-FFF2-40B4-BE49-F238E27FC236}">
                            <a16:creationId xmlns:a16="http://schemas.microsoft.com/office/drawing/2014/main" id="{4DA59327-C6A2-4EA7-B00D-962E13C7E4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3" name="直線コネクタ 129752">
                        <a:extLst>
                          <a:ext uri="{FF2B5EF4-FFF2-40B4-BE49-F238E27FC236}">
                            <a16:creationId xmlns:a16="http://schemas.microsoft.com/office/drawing/2014/main" id="{5BA5161B-E0FA-4D70-82FD-DDCAB92726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4" name="直線コネクタ 129753">
                        <a:extLst>
                          <a:ext uri="{FF2B5EF4-FFF2-40B4-BE49-F238E27FC236}">
                            <a16:creationId xmlns:a16="http://schemas.microsoft.com/office/drawing/2014/main" id="{4637F756-E353-4613-A645-C1A6728541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5" name="直線コネクタ 129754">
                        <a:extLst>
                          <a:ext uri="{FF2B5EF4-FFF2-40B4-BE49-F238E27FC236}">
                            <a16:creationId xmlns:a16="http://schemas.microsoft.com/office/drawing/2014/main" id="{543CC457-A673-4088-A6E1-3DACBF2A70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6" name="直線コネクタ 129755">
                        <a:extLst>
                          <a:ext uri="{FF2B5EF4-FFF2-40B4-BE49-F238E27FC236}">
                            <a16:creationId xmlns:a16="http://schemas.microsoft.com/office/drawing/2014/main" id="{FE3BF4AC-87F4-426C-B52B-14C1286DBCA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7" name="直線コネクタ 129756">
                        <a:extLst>
                          <a:ext uri="{FF2B5EF4-FFF2-40B4-BE49-F238E27FC236}">
                            <a16:creationId xmlns:a16="http://schemas.microsoft.com/office/drawing/2014/main" id="{A9466FAD-CF6A-47DA-89FC-5E710A5C1D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8" name="直線コネクタ 129757">
                        <a:extLst>
                          <a:ext uri="{FF2B5EF4-FFF2-40B4-BE49-F238E27FC236}">
                            <a16:creationId xmlns:a16="http://schemas.microsoft.com/office/drawing/2014/main" id="{38AD3DF2-7D21-4182-8FB6-8DD97985BAB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59" name="直線コネクタ 129758">
                        <a:extLst>
                          <a:ext uri="{FF2B5EF4-FFF2-40B4-BE49-F238E27FC236}">
                            <a16:creationId xmlns:a16="http://schemas.microsoft.com/office/drawing/2014/main" id="{DA4DD91F-A25B-4301-A4F8-5BBE9C7FA7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0" name="直線コネクタ 129759">
                        <a:extLst>
                          <a:ext uri="{FF2B5EF4-FFF2-40B4-BE49-F238E27FC236}">
                            <a16:creationId xmlns:a16="http://schemas.microsoft.com/office/drawing/2014/main" id="{922945E2-453A-4226-8146-CC54F7A6BA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1" name="直線コネクタ 129760">
                        <a:extLst>
                          <a:ext uri="{FF2B5EF4-FFF2-40B4-BE49-F238E27FC236}">
                            <a16:creationId xmlns:a16="http://schemas.microsoft.com/office/drawing/2014/main" id="{0B9DB53E-D81C-4656-854F-5EB21A3FD7D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2" name="直線コネクタ 129761">
                        <a:extLst>
                          <a:ext uri="{FF2B5EF4-FFF2-40B4-BE49-F238E27FC236}">
                            <a16:creationId xmlns:a16="http://schemas.microsoft.com/office/drawing/2014/main" id="{5FF0A100-B1B2-4DAB-97F5-2B92C9E6AE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3" name="直線コネクタ 129762">
                        <a:extLst>
                          <a:ext uri="{FF2B5EF4-FFF2-40B4-BE49-F238E27FC236}">
                            <a16:creationId xmlns:a16="http://schemas.microsoft.com/office/drawing/2014/main" id="{2DC203D7-098B-4741-9396-F8D51720CF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4" name="直線コネクタ 129763">
                        <a:extLst>
                          <a:ext uri="{FF2B5EF4-FFF2-40B4-BE49-F238E27FC236}">
                            <a16:creationId xmlns:a16="http://schemas.microsoft.com/office/drawing/2014/main" id="{0CD06A4B-1840-488C-83C0-7C3F403CAC1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5" name="直線コネクタ 129764">
                        <a:extLst>
                          <a:ext uri="{FF2B5EF4-FFF2-40B4-BE49-F238E27FC236}">
                            <a16:creationId xmlns:a16="http://schemas.microsoft.com/office/drawing/2014/main" id="{845B19A5-727A-4339-A6AA-E4C5C91B32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6" name="直線コネクタ 129765">
                        <a:extLst>
                          <a:ext uri="{FF2B5EF4-FFF2-40B4-BE49-F238E27FC236}">
                            <a16:creationId xmlns:a16="http://schemas.microsoft.com/office/drawing/2014/main" id="{7D921345-9D7F-469F-A27A-A6BC269ADF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7" name="直線コネクタ 129766">
                        <a:extLst>
                          <a:ext uri="{FF2B5EF4-FFF2-40B4-BE49-F238E27FC236}">
                            <a16:creationId xmlns:a16="http://schemas.microsoft.com/office/drawing/2014/main" id="{91E485BF-81B0-4108-892E-51E14B352D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8" name="直線コネクタ 129767">
                        <a:extLst>
                          <a:ext uri="{FF2B5EF4-FFF2-40B4-BE49-F238E27FC236}">
                            <a16:creationId xmlns:a16="http://schemas.microsoft.com/office/drawing/2014/main" id="{413B6B37-32AA-4457-BE88-927335E9E69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69" name="直線コネクタ 129768">
                        <a:extLst>
                          <a:ext uri="{FF2B5EF4-FFF2-40B4-BE49-F238E27FC236}">
                            <a16:creationId xmlns:a16="http://schemas.microsoft.com/office/drawing/2014/main" id="{5A6D98DC-6250-44BA-8FEB-31145CBD00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0" name="直線コネクタ 129769">
                        <a:extLst>
                          <a:ext uri="{FF2B5EF4-FFF2-40B4-BE49-F238E27FC236}">
                            <a16:creationId xmlns:a16="http://schemas.microsoft.com/office/drawing/2014/main" id="{6D56D3C3-364A-4F06-98AD-128EA94B82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1" name="直線コネクタ 129770">
                        <a:extLst>
                          <a:ext uri="{FF2B5EF4-FFF2-40B4-BE49-F238E27FC236}">
                            <a16:creationId xmlns:a16="http://schemas.microsoft.com/office/drawing/2014/main" id="{6F60AD98-706D-4FA6-899A-27328FC078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2" name="直線コネクタ 129771">
                        <a:extLst>
                          <a:ext uri="{FF2B5EF4-FFF2-40B4-BE49-F238E27FC236}">
                            <a16:creationId xmlns:a16="http://schemas.microsoft.com/office/drawing/2014/main" id="{6BCCD2B6-3FF3-42FC-8E47-138C9E0C18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3" name="直線コネクタ 129772">
                        <a:extLst>
                          <a:ext uri="{FF2B5EF4-FFF2-40B4-BE49-F238E27FC236}">
                            <a16:creationId xmlns:a16="http://schemas.microsoft.com/office/drawing/2014/main" id="{CE5E417F-3207-4435-8CA3-CD92FEC4A6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4" name="直線コネクタ 129773">
                        <a:extLst>
                          <a:ext uri="{FF2B5EF4-FFF2-40B4-BE49-F238E27FC236}">
                            <a16:creationId xmlns:a16="http://schemas.microsoft.com/office/drawing/2014/main" id="{5EC8DC11-EB0A-4C9A-B25D-01437E5FB9B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5" name="直線コネクタ 129774">
                        <a:extLst>
                          <a:ext uri="{FF2B5EF4-FFF2-40B4-BE49-F238E27FC236}">
                            <a16:creationId xmlns:a16="http://schemas.microsoft.com/office/drawing/2014/main" id="{FC8D0C02-E916-4445-AAC4-E1E1AAF7537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76" name="直線コネクタ 129775">
                        <a:extLst>
                          <a:ext uri="{FF2B5EF4-FFF2-40B4-BE49-F238E27FC236}">
                            <a16:creationId xmlns:a16="http://schemas.microsoft.com/office/drawing/2014/main" id="{C28B705B-15B3-4E47-A773-F265E02694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631" name="グループ化 129630">
                      <a:extLst>
                        <a:ext uri="{FF2B5EF4-FFF2-40B4-BE49-F238E27FC236}">
                          <a16:creationId xmlns:a16="http://schemas.microsoft.com/office/drawing/2014/main" id="{626FDBC4-2382-41A7-BD49-406012365C99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693" name="直線コネクタ 129692">
                        <a:extLst>
                          <a:ext uri="{FF2B5EF4-FFF2-40B4-BE49-F238E27FC236}">
                            <a16:creationId xmlns:a16="http://schemas.microsoft.com/office/drawing/2014/main" id="{4EBC9080-CC5D-436E-B47A-A9F0A1EEED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4" name="直線コネクタ 129693">
                        <a:extLst>
                          <a:ext uri="{FF2B5EF4-FFF2-40B4-BE49-F238E27FC236}">
                            <a16:creationId xmlns:a16="http://schemas.microsoft.com/office/drawing/2014/main" id="{AE228533-4077-4762-9128-F1C49FFE0AD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5" name="直線コネクタ 129694">
                        <a:extLst>
                          <a:ext uri="{FF2B5EF4-FFF2-40B4-BE49-F238E27FC236}">
                            <a16:creationId xmlns:a16="http://schemas.microsoft.com/office/drawing/2014/main" id="{73469B01-64AF-45EC-BC2D-F71AC2DFDE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6" name="直線コネクタ 129695">
                        <a:extLst>
                          <a:ext uri="{FF2B5EF4-FFF2-40B4-BE49-F238E27FC236}">
                            <a16:creationId xmlns:a16="http://schemas.microsoft.com/office/drawing/2014/main" id="{D4D8D408-340A-43D0-BFB2-D806357D099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7" name="直線コネクタ 129696">
                        <a:extLst>
                          <a:ext uri="{FF2B5EF4-FFF2-40B4-BE49-F238E27FC236}">
                            <a16:creationId xmlns:a16="http://schemas.microsoft.com/office/drawing/2014/main" id="{DFDD3BB7-704C-47C2-81E9-EAF42101AB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8" name="直線コネクタ 129697">
                        <a:extLst>
                          <a:ext uri="{FF2B5EF4-FFF2-40B4-BE49-F238E27FC236}">
                            <a16:creationId xmlns:a16="http://schemas.microsoft.com/office/drawing/2014/main" id="{A5731F39-9504-4121-97F8-DE4D76D3067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9" name="直線コネクタ 129698">
                        <a:extLst>
                          <a:ext uri="{FF2B5EF4-FFF2-40B4-BE49-F238E27FC236}">
                            <a16:creationId xmlns:a16="http://schemas.microsoft.com/office/drawing/2014/main" id="{21487171-40BC-4F61-BEEA-FC07F9E79D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0" name="直線コネクタ 129699">
                        <a:extLst>
                          <a:ext uri="{FF2B5EF4-FFF2-40B4-BE49-F238E27FC236}">
                            <a16:creationId xmlns:a16="http://schemas.microsoft.com/office/drawing/2014/main" id="{644EECAD-12D0-4482-BD49-CEA0F762C3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1" name="直線コネクタ 129700">
                        <a:extLst>
                          <a:ext uri="{FF2B5EF4-FFF2-40B4-BE49-F238E27FC236}">
                            <a16:creationId xmlns:a16="http://schemas.microsoft.com/office/drawing/2014/main" id="{10B8E2B5-B39E-4AD0-9938-135BC31605E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2" name="直線コネクタ 129701">
                        <a:extLst>
                          <a:ext uri="{FF2B5EF4-FFF2-40B4-BE49-F238E27FC236}">
                            <a16:creationId xmlns:a16="http://schemas.microsoft.com/office/drawing/2014/main" id="{526B00E1-0536-43CC-BE7C-22F4A41E649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3" name="直線コネクタ 129702">
                        <a:extLst>
                          <a:ext uri="{FF2B5EF4-FFF2-40B4-BE49-F238E27FC236}">
                            <a16:creationId xmlns:a16="http://schemas.microsoft.com/office/drawing/2014/main" id="{EFB3A3EE-4C3B-461C-9E74-371729C5AD0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4" name="直線コネクタ 129703">
                        <a:extLst>
                          <a:ext uri="{FF2B5EF4-FFF2-40B4-BE49-F238E27FC236}">
                            <a16:creationId xmlns:a16="http://schemas.microsoft.com/office/drawing/2014/main" id="{B32E101A-E314-4271-9728-927039E655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5" name="直線コネクタ 129704">
                        <a:extLst>
                          <a:ext uri="{FF2B5EF4-FFF2-40B4-BE49-F238E27FC236}">
                            <a16:creationId xmlns:a16="http://schemas.microsoft.com/office/drawing/2014/main" id="{F8594C35-CCBB-4CA3-B970-072213CD72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6" name="直線コネクタ 129705">
                        <a:extLst>
                          <a:ext uri="{FF2B5EF4-FFF2-40B4-BE49-F238E27FC236}">
                            <a16:creationId xmlns:a16="http://schemas.microsoft.com/office/drawing/2014/main" id="{B92E18EA-68D7-445D-BB39-D0591101C4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7" name="直線コネクタ 129706">
                        <a:extLst>
                          <a:ext uri="{FF2B5EF4-FFF2-40B4-BE49-F238E27FC236}">
                            <a16:creationId xmlns:a16="http://schemas.microsoft.com/office/drawing/2014/main" id="{E3C2A68A-0A4A-44F9-BD08-40F25EECF5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8" name="直線コネクタ 129707">
                        <a:extLst>
                          <a:ext uri="{FF2B5EF4-FFF2-40B4-BE49-F238E27FC236}">
                            <a16:creationId xmlns:a16="http://schemas.microsoft.com/office/drawing/2014/main" id="{99533004-0334-4A52-A90A-B243DFC9AA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09" name="直線コネクタ 129708">
                        <a:extLst>
                          <a:ext uri="{FF2B5EF4-FFF2-40B4-BE49-F238E27FC236}">
                            <a16:creationId xmlns:a16="http://schemas.microsoft.com/office/drawing/2014/main" id="{4EA0E26B-3B24-4F8A-BCCD-3889A4BE5F3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0" name="直線コネクタ 129709">
                        <a:extLst>
                          <a:ext uri="{FF2B5EF4-FFF2-40B4-BE49-F238E27FC236}">
                            <a16:creationId xmlns:a16="http://schemas.microsoft.com/office/drawing/2014/main" id="{65D60F8B-63F4-4E6B-8D6B-2434228E5B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1" name="直線コネクタ 129710">
                        <a:extLst>
                          <a:ext uri="{FF2B5EF4-FFF2-40B4-BE49-F238E27FC236}">
                            <a16:creationId xmlns:a16="http://schemas.microsoft.com/office/drawing/2014/main" id="{42341800-C184-44E5-8080-BA99589525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2" name="直線コネクタ 129711">
                        <a:extLst>
                          <a:ext uri="{FF2B5EF4-FFF2-40B4-BE49-F238E27FC236}">
                            <a16:creationId xmlns:a16="http://schemas.microsoft.com/office/drawing/2014/main" id="{DC248D01-2E4F-4352-8B9E-A454E596C0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3" name="直線コネクタ 129712">
                        <a:extLst>
                          <a:ext uri="{FF2B5EF4-FFF2-40B4-BE49-F238E27FC236}">
                            <a16:creationId xmlns:a16="http://schemas.microsoft.com/office/drawing/2014/main" id="{808FC5DD-90E6-48E5-AFED-7ABDF814C3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4" name="直線コネクタ 129713">
                        <a:extLst>
                          <a:ext uri="{FF2B5EF4-FFF2-40B4-BE49-F238E27FC236}">
                            <a16:creationId xmlns:a16="http://schemas.microsoft.com/office/drawing/2014/main" id="{4A9E50E4-7301-4694-B609-AF60F4B046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5" name="直線コネクタ 129714">
                        <a:extLst>
                          <a:ext uri="{FF2B5EF4-FFF2-40B4-BE49-F238E27FC236}">
                            <a16:creationId xmlns:a16="http://schemas.microsoft.com/office/drawing/2014/main" id="{EBCD9055-78F2-44D2-BF3C-BCEE316F75D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6" name="直線コネクタ 129715">
                        <a:extLst>
                          <a:ext uri="{FF2B5EF4-FFF2-40B4-BE49-F238E27FC236}">
                            <a16:creationId xmlns:a16="http://schemas.microsoft.com/office/drawing/2014/main" id="{A4F86DD1-2A1B-437D-BE2E-2FD97D7000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7" name="直線コネクタ 129716">
                        <a:extLst>
                          <a:ext uri="{FF2B5EF4-FFF2-40B4-BE49-F238E27FC236}">
                            <a16:creationId xmlns:a16="http://schemas.microsoft.com/office/drawing/2014/main" id="{3F6A5F5E-72BA-42E9-8704-5A75609BD2F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8" name="直線コネクタ 129717">
                        <a:extLst>
                          <a:ext uri="{FF2B5EF4-FFF2-40B4-BE49-F238E27FC236}">
                            <a16:creationId xmlns:a16="http://schemas.microsoft.com/office/drawing/2014/main" id="{38F9164D-258E-4ADD-9B6B-B09A23E470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19" name="直線コネクタ 129718">
                        <a:extLst>
                          <a:ext uri="{FF2B5EF4-FFF2-40B4-BE49-F238E27FC236}">
                            <a16:creationId xmlns:a16="http://schemas.microsoft.com/office/drawing/2014/main" id="{F38C9E16-5F62-463A-AB1D-4E7C7849FC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0" name="直線コネクタ 129719">
                        <a:extLst>
                          <a:ext uri="{FF2B5EF4-FFF2-40B4-BE49-F238E27FC236}">
                            <a16:creationId xmlns:a16="http://schemas.microsoft.com/office/drawing/2014/main" id="{7017CF77-8A5D-4576-AF69-3062652FF39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1" name="直線コネクタ 129720">
                        <a:extLst>
                          <a:ext uri="{FF2B5EF4-FFF2-40B4-BE49-F238E27FC236}">
                            <a16:creationId xmlns:a16="http://schemas.microsoft.com/office/drawing/2014/main" id="{75C74686-1F90-4F46-9E47-5B665D7389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2" name="直線コネクタ 129721">
                        <a:extLst>
                          <a:ext uri="{FF2B5EF4-FFF2-40B4-BE49-F238E27FC236}">
                            <a16:creationId xmlns:a16="http://schemas.microsoft.com/office/drawing/2014/main" id="{AA482C1D-44D4-4350-8F61-7B13C26A4C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3" name="直線コネクタ 129722">
                        <a:extLst>
                          <a:ext uri="{FF2B5EF4-FFF2-40B4-BE49-F238E27FC236}">
                            <a16:creationId xmlns:a16="http://schemas.microsoft.com/office/drawing/2014/main" id="{B3FA771B-6284-4F4C-B6E9-08936A9820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4" name="直線コネクタ 129723">
                        <a:extLst>
                          <a:ext uri="{FF2B5EF4-FFF2-40B4-BE49-F238E27FC236}">
                            <a16:creationId xmlns:a16="http://schemas.microsoft.com/office/drawing/2014/main" id="{20B318B5-1D64-4EB7-AE27-FB8AAFB628A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5" name="直線コネクタ 129724">
                        <a:extLst>
                          <a:ext uri="{FF2B5EF4-FFF2-40B4-BE49-F238E27FC236}">
                            <a16:creationId xmlns:a16="http://schemas.microsoft.com/office/drawing/2014/main" id="{5A1DA9A8-0E2C-41C8-AAE0-E71E680F02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6" name="直線コネクタ 129725">
                        <a:extLst>
                          <a:ext uri="{FF2B5EF4-FFF2-40B4-BE49-F238E27FC236}">
                            <a16:creationId xmlns:a16="http://schemas.microsoft.com/office/drawing/2014/main" id="{03995E72-B299-4BC0-B2DA-CF47B72B04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7" name="直線コネクタ 129726">
                        <a:extLst>
                          <a:ext uri="{FF2B5EF4-FFF2-40B4-BE49-F238E27FC236}">
                            <a16:creationId xmlns:a16="http://schemas.microsoft.com/office/drawing/2014/main" id="{CB4C80B4-4577-4460-88B1-1A57840387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8" name="直線コネクタ 129727">
                        <a:extLst>
                          <a:ext uri="{FF2B5EF4-FFF2-40B4-BE49-F238E27FC236}">
                            <a16:creationId xmlns:a16="http://schemas.microsoft.com/office/drawing/2014/main" id="{2C01A0CF-1987-4D5A-BDC5-DBCF1D5B10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29" name="直線コネクタ 129728">
                        <a:extLst>
                          <a:ext uri="{FF2B5EF4-FFF2-40B4-BE49-F238E27FC236}">
                            <a16:creationId xmlns:a16="http://schemas.microsoft.com/office/drawing/2014/main" id="{52C70D4B-6041-45B1-965F-B8C894DB980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0" name="直線コネクタ 129729">
                        <a:extLst>
                          <a:ext uri="{FF2B5EF4-FFF2-40B4-BE49-F238E27FC236}">
                            <a16:creationId xmlns:a16="http://schemas.microsoft.com/office/drawing/2014/main" id="{82ACD6AA-FCB4-440B-99AC-AC9D2F93E2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1" name="直線コネクタ 129730">
                        <a:extLst>
                          <a:ext uri="{FF2B5EF4-FFF2-40B4-BE49-F238E27FC236}">
                            <a16:creationId xmlns:a16="http://schemas.microsoft.com/office/drawing/2014/main" id="{1176B5B5-B40E-4A73-AABF-25ABE38634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2" name="直線コネクタ 129731">
                        <a:extLst>
                          <a:ext uri="{FF2B5EF4-FFF2-40B4-BE49-F238E27FC236}">
                            <a16:creationId xmlns:a16="http://schemas.microsoft.com/office/drawing/2014/main" id="{D154FB34-FDBC-4692-8686-EB993F9764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3" name="直線コネクタ 129732">
                        <a:extLst>
                          <a:ext uri="{FF2B5EF4-FFF2-40B4-BE49-F238E27FC236}">
                            <a16:creationId xmlns:a16="http://schemas.microsoft.com/office/drawing/2014/main" id="{E96D31BE-69B0-4655-A198-EA77552B653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734" name="直線コネクタ 129733">
                        <a:extLst>
                          <a:ext uri="{FF2B5EF4-FFF2-40B4-BE49-F238E27FC236}">
                            <a16:creationId xmlns:a16="http://schemas.microsoft.com/office/drawing/2014/main" id="{29BDC4DF-6A9C-4585-9D50-BA601A5D81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632" name="グループ化 129631">
                      <a:extLst>
                        <a:ext uri="{FF2B5EF4-FFF2-40B4-BE49-F238E27FC236}">
                          <a16:creationId xmlns:a16="http://schemas.microsoft.com/office/drawing/2014/main" id="{5FC7F3AD-6F84-4D6D-A300-85928E039C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685" name="直線コネクタ 129684">
                        <a:extLst>
                          <a:ext uri="{FF2B5EF4-FFF2-40B4-BE49-F238E27FC236}">
                            <a16:creationId xmlns:a16="http://schemas.microsoft.com/office/drawing/2014/main" id="{4E404069-377A-4B9B-BEF5-49EBA2F68C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6" name="直線コネクタ 129685">
                        <a:extLst>
                          <a:ext uri="{FF2B5EF4-FFF2-40B4-BE49-F238E27FC236}">
                            <a16:creationId xmlns:a16="http://schemas.microsoft.com/office/drawing/2014/main" id="{86B31FCE-6C13-4FA2-A171-25590B08A0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7" name="直線コネクタ 129686">
                        <a:extLst>
                          <a:ext uri="{FF2B5EF4-FFF2-40B4-BE49-F238E27FC236}">
                            <a16:creationId xmlns:a16="http://schemas.microsoft.com/office/drawing/2014/main" id="{4D5A5FBE-B0A6-4662-AA31-03483B8157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8" name="直線コネクタ 129687">
                        <a:extLst>
                          <a:ext uri="{FF2B5EF4-FFF2-40B4-BE49-F238E27FC236}">
                            <a16:creationId xmlns:a16="http://schemas.microsoft.com/office/drawing/2014/main" id="{4CBBCE42-C84A-481E-B350-7441F8021F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9" name="直線コネクタ 129688">
                        <a:extLst>
                          <a:ext uri="{FF2B5EF4-FFF2-40B4-BE49-F238E27FC236}">
                            <a16:creationId xmlns:a16="http://schemas.microsoft.com/office/drawing/2014/main" id="{B4D91A9D-4058-4264-ADE2-855699AAE5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0" name="直線コネクタ 129689">
                        <a:extLst>
                          <a:ext uri="{FF2B5EF4-FFF2-40B4-BE49-F238E27FC236}">
                            <a16:creationId xmlns:a16="http://schemas.microsoft.com/office/drawing/2014/main" id="{200A147F-FAA3-4B54-BE37-07EA21A51D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1" name="直線コネクタ 129690">
                        <a:extLst>
                          <a:ext uri="{FF2B5EF4-FFF2-40B4-BE49-F238E27FC236}">
                            <a16:creationId xmlns:a16="http://schemas.microsoft.com/office/drawing/2014/main" id="{17C87453-1AB7-43CC-841E-6BBC415712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92" name="直線コネクタ 129691">
                        <a:extLst>
                          <a:ext uri="{FF2B5EF4-FFF2-40B4-BE49-F238E27FC236}">
                            <a16:creationId xmlns:a16="http://schemas.microsoft.com/office/drawing/2014/main" id="{99E46FD9-9C64-4125-9E7E-9AB2787C6B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633" name="グループ化 129632">
                      <a:extLst>
                        <a:ext uri="{FF2B5EF4-FFF2-40B4-BE49-F238E27FC236}">
                          <a16:creationId xmlns:a16="http://schemas.microsoft.com/office/drawing/2014/main" id="{5C46AA9F-D200-49AF-8E9C-AC0EE12204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677" name="直線コネクタ 129676">
                        <a:extLst>
                          <a:ext uri="{FF2B5EF4-FFF2-40B4-BE49-F238E27FC236}">
                            <a16:creationId xmlns:a16="http://schemas.microsoft.com/office/drawing/2014/main" id="{947D0722-6198-4705-9120-A95DD40DDD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8" name="直線コネクタ 129677">
                        <a:extLst>
                          <a:ext uri="{FF2B5EF4-FFF2-40B4-BE49-F238E27FC236}">
                            <a16:creationId xmlns:a16="http://schemas.microsoft.com/office/drawing/2014/main" id="{F867E897-EF3A-43C6-947B-4E9C376D786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9" name="直線コネクタ 129678">
                        <a:extLst>
                          <a:ext uri="{FF2B5EF4-FFF2-40B4-BE49-F238E27FC236}">
                            <a16:creationId xmlns:a16="http://schemas.microsoft.com/office/drawing/2014/main" id="{2ED38CCE-7D9F-49CC-A49F-616DF6247B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0" name="直線コネクタ 129679">
                        <a:extLst>
                          <a:ext uri="{FF2B5EF4-FFF2-40B4-BE49-F238E27FC236}">
                            <a16:creationId xmlns:a16="http://schemas.microsoft.com/office/drawing/2014/main" id="{571B973A-4A65-4398-869B-EDD45E9272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1" name="直線コネクタ 129680">
                        <a:extLst>
                          <a:ext uri="{FF2B5EF4-FFF2-40B4-BE49-F238E27FC236}">
                            <a16:creationId xmlns:a16="http://schemas.microsoft.com/office/drawing/2014/main" id="{C88A62A4-5539-44CA-B4BB-55FDF09C5B5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2" name="直線コネクタ 129681">
                        <a:extLst>
                          <a:ext uri="{FF2B5EF4-FFF2-40B4-BE49-F238E27FC236}">
                            <a16:creationId xmlns:a16="http://schemas.microsoft.com/office/drawing/2014/main" id="{273EE2F2-4962-4941-8D38-30BFD9EED7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3" name="直線コネクタ 129682">
                        <a:extLst>
                          <a:ext uri="{FF2B5EF4-FFF2-40B4-BE49-F238E27FC236}">
                            <a16:creationId xmlns:a16="http://schemas.microsoft.com/office/drawing/2014/main" id="{B4977B72-1942-4B1C-8DED-299D787C57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84" name="直線コネクタ 129683">
                        <a:extLst>
                          <a:ext uri="{FF2B5EF4-FFF2-40B4-BE49-F238E27FC236}">
                            <a16:creationId xmlns:a16="http://schemas.microsoft.com/office/drawing/2014/main" id="{E31881C5-6D43-41A4-B61F-1794D70577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634" name="グループ化 129633">
                      <a:extLst>
                        <a:ext uri="{FF2B5EF4-FFF2-40B4-BE49-F238E27FC236}">
                          <a16:creationId xmlns:a16="http://schemas.microsoft.com/office/drawing/2014/main" id="{79129BC3-3853-4BCD-98FC-42723085CC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635" name="直線コネクタ 129634">
                        <a:extLst>
                          <a:ext uri="{FF2B5EF4-FFF2-40B4-BE49-F238E27FC236}">
                            <a16:creationId xmlns:a16="http://schemas.microsoft.com/office/drawing/2014/main" id="{478661CB-BC34-42BA-B29F-6C68C0E59D7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36" name="直線コネクタ 129635">
                        <a:extLst>
                          <a:ext uri="{FF2B5EF4-FFF2-40B4-BE49-F238E27FC236}">
                            <a16:creationId xmlns:a16="http://schemas.microsoft.com/office/drawing/2014/main" id="{A78E34D2-059D-445C-842E-CAB58AD2BB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37" name="直線コネクタ 129636">
                        <a:extLst>
                          <a:ext uri="{FF2B5EF4-FFF2-40B4-BE49-F238E27FC236}">
                            <a16:creationId xmlns:a16="http://schemas.microsoft.com/office/drawing/2014/main" id="{56B1CAE4-8EBC-415E-9E28-A5D2029904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38" name="直線コネクタ 129637">
                        <a:extLst>
                          <a:ext uri="{FF2B5EF4-FFF2-40B4-BE49-F238E27FC236}">
                            <a16:creationId xmlns:a16="http://schemas.microsoft.com/office/drawing/2014/main" id="{D0DEC6BD-C7CF-4C8D-82A2-7994AC2B7EF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39" name="直線コネクタ 129638">
                        <a:extLst>
                          <a:ext uri="{FF2B5EF4-FFF2-40B4-BE49-F238E27FC236}">
                            <a16:creationId xmlns:a16="http://schemas.microsoft.com/office/drawing/2014/main" id="{7A3FFA92-DD8A-4254-A189-594A476343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0" name="直線コネクタ 129639">
                        <a:extLst>
                          <a:ext uri="{FF2B5EF4-FFF2-40B4-BE49-F238E27FC236}">
                            <a16:creationId xmlns:a16="http://schemas.microsoft.com/office/drawing/2014/main" id="{D338E4C2-18DE-483C-9D5B-E41655871E4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1" name="直線コネクタ 129640">
                        <a:extLst>
                          <a:ext uri="{FF2B5EF4-FFF2-40B4-BE49-F238E27FC236}">
                            <a16:creationId xmlns:a16="http://schemas.microsoft.com/office/drawing/2014/main" id="{1770C253-A735-447E-867C-347F482739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2" name="直線コネクタ 129641">
                        <a:extLst>
                          <a:ext uri="{FF2B5EF4-FFF2-40B4-BE49-F238E27FC236}">
                            <a16:creationId xmlns:a16="http://schemas.microsoft.com/office/drawing/2014/main" id="{DEA17797-4AC3-4064-A951-EDBE1CC7E1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3" name="直線コネクタ 129642">
                        <a:extLst>
                          <a:ext uri="{FF2B5EF4-FFF2-40B4-BE49-F238E27FC236}">
                            <a16:creationId xmlns:a16="http://schemas.microsoft.com/office/drawing/2014/main" id="{768AB410-EC8C-46B3-A629-8746AC7F5D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4" name="直線コネクタ 129643">
                        <a:extLst>
                          <a:ext uri="{FF2B5EF4-FFF2-40B4-BE49-F238E27FC236}">
                            <a16:creationId xmlns:a16="http://schemas.microsoft.com/office/drawing/2014/main" id="{122047CF-7865-4CF0-94AA-079B4B2650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5" name="直線コネクタ 129644">
                        <a:extLst>
                          <a:ext uri="{FF2B5EF4-FFF2-40B4-BE49-F238E27FC236}">
                            <a16:creationId xmlns:a16="http://schemas.microsoft.com/office/drawing/2014/main" id="{2DD06A05-F1A1-473C-BED1-25389B442A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6" name="直線コネクタ 129645">
                        <a:extLst>
                          <a:ext uri="{FF2B5EF4-FFF2-40B4-BE49-F238E27FC236}">
                            <a16:creationId xmlns:a16="http://schemas.microsoft.com/office/drawing/2014/main" id="{4F50FDF4-AE39-445D-8AFA-A8CFC9D417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7" name="直線コネクタ 129646">
                        <a:extLst>
                          <a:ext uri="{FF2B5EF4-FFF2-40B4-BE49-F238E27FC236}">
                            <a16:creationId xmlns:a16="http://schemas.microsoft.com/office/drawing/2014/main" id="{F1F17D17-C0C0-4851-8CC1-CA452D6892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8" name="直線コネクタ 129647">
                        <a:extLst>
                          <a:ext uri="{FF2B5EF4-FFF2-40B4-BE49-F238E27FC236}">
                            <a16:creationId xmlns:a16="http://schemas.microsoft.com/office/drawing/2014/main" id="{C9EBEDDD-A244-423F-9DE8-238CA6EAF9B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49" name="直線コネクタ 129648">
                        <a:extLst>
                          <a:ext uri="{FF2B5EF4-FFF2-40B4-BE49-F238E27FC236}">
                            <a16:creationId xmlns:a16="http://schemas.microsoft.com/office/drawing/2014/main" id="{898C6F03-1FAF-4604-8B51-ABC6D93951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0" name="直線コネクタ 129649">
                        <a:extLst>
                          <a:ext uri="{FF2B5EF4-FFF2-40B4-BE49-F238E27FC236}">
                            <a16:creationId xmlns:a16="http://schemas.microsoft.com/office/drawing/2014/main" id="{E9948951-6EA1-4CE4-934C-424DAF99FD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1" name="直線コネクタ 129650">
                        <a:extLst>
                          <a:ext uri="{FF2B5EF4-FFF2-40B4-BE49-F238E27FC236}">
                            <a16:creationId xmlns:a16="http://schemas.microsoft.com/office/drawing/2014/main" id="{6B751DC1-08E9-474E-9118-0612C4F37BC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2" name="直線コネクタ 129651">
                        <a:extLst>
                          <a:ext uri="{FF2B5EF4-FFF2-40B4-BE49-F238E27FC236}">
                            <a16:creationId xmlns:a16="http://schemas.microsoft.com/office/drawing/2014/main" id="{8F33EB7A-DF31-43DC-9826-BB32F929745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3" name="直線コネクタ 129652">
                        <a:extLst>
                          <a:ext uri="{FF2B5EF4-FFF2-40B4-BE49-F238E27FC236}">
                            <a16:creationId xmlns:a16="http://schemas.microsoft.com/office/drawing/2014/main" id="{488DEA07-1C52-4B86-95B4-B297B046920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4" name="直線コネクタ 129653">
                        <a:extLst>
                          <a:ext uri="{FF2B5EF4-FFF2-40B4-BE49-F238E27FC236}">
                            <a16:creationId xmlns:a16="http://schemas.microsoft.com/office/drawing/2014/main" id="{E3863EFF-D296-45A6-AF58-DD658F0F01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5" name="直線コネクタ 129654">
                        <a:extLst>
                          <a:ext uri="{FF2B5EF4-FFF2-40B4-BE49-F238E27FC236}">
                            <a16:creationId xmlns:a16="http://schemas.microsoft.com/office/drawing/2014/main" id="{8D609FAA-3E1F-4B12-9397-A32E3220894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6" name="直線コネクタ 129655">
                        <a:extLst>
                          <a:ext uri="{FF2B5EF4-FFF2-40B4-BE49-F238E27FC236}">
                            <a16:creationId xmlns:a16="http://schemas.microsoft.com/office/drawing/2014/main" id="{8A560422-1548-4190-BD19-F777C703E3F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7" name="直線コネクタ 129656">
                        <a:extLst>
                          <a:ext uri="{FF2B5EF4-FFF2-40B4-BE49-F238E27FC236}">
                            <a16:creationId xmlns:a16="http://schemas.microsoft.com/office/drawing/2014/main" id="{9B34588C-DF74-4747-A7F2-BC1E27FDEE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8" name="直線コネクタ 129657">
                        <a:extLst>
                          <a:ext uri="{FF2B5EF4-FFF2-40B4-BE49-F238E27FC236}">
                            <a16:creationId xmlns:a16="http://schemas.microsoft.com/office/drawing/2014/main" id="{642C6C99-B4DD-4144-A780-CCF03A8131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59" name="直線コネクタ 129658">
                        <a:extLst>
                          <a:ext uri="{FF2B5EF4-FFF2-40B4-BE49-F238E27FC236}">
                            <a16:creationId xmlns:a16="http://schemas.microsoft.com/office/drawing/2014/main" id="{C17A6A3C-B9C9-44C9-B2B0-17CFD3AE13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0" name="直線コネクタ 129659">
                        <a:extLst>
                          <a:ext uri="{FF2B5EF4-FFF2-40B4-BE49-F238E27FC236}">
                            <a16:creationId xmlns:a16="http://schemas.microsoft.com/office/drawing/2014/main" id="{D45219F8-F328-407A-B7FC-174958AECD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1" name="直線コネクタ 129660">
                        <a:extLst>
                          <a:ext uri="{FF2B5EF4-FFF2-40B4-BE49-F238E27FC236}">
                            <a16:creationId xmlns:a16="http://schemas.microsoft.com/office/drawing/2014/main" id="{A46AFF1D-4285-4D3A-9A2D-8F732CA79D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2" name="直線コネクタ 129661">
                        <a:extLst>
                          <a:ext uri="{FF2B5EF4-FFF2-40B4-BE49-F238E27FC236}">
                            <a16:creationId xmlns:a16="http://schemas.microsoft.com/office/drawing/2014/main" id="{7B67C99C-25B6-4F13-82DF-48CB7A2A05D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3" name="直線コネクタ 129662">
                        <a:extLst>
                          <a:ext uri="{FF2B5EF4-FFF2-40B4-BE49-F238E27FC236}">
                            <a16:creationId xmlns:a16="http://schemas.microsoft.com/office/drawing/2014/main" id="{55CE1A15-CCC4-4AFA-990F-D045EE8B3D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4" name="直線コネクタ 129663">
                        <a:extLst>
                          <a:ext uri="{FF2B5EF4-FFF2-40B4-BE49-F238E27FC236}">
                            <a16:creationId xmlns:a16="http://schemas.microsoft.com/office/drawing/2014/main" id="{AF42230E-492A-4675-9ADD-53CD3FA59D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5" name="直線コネクタ 129664">
                        <a:extLst>
                          <a:ext uri="{FF2B5EF4-FFF2-40B4-BE49-F238E27FC236}">
                            <a16:creationId xmlns:a16="http://schemas.microsoft.com/office/drawing/2014/main" id="{BCDF8BAA-FCFE-4593-AD4E-687CE1DC10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6" name="直線コネクタ 129665">
                        <a:extLst>
                          <a:ext uri="{FF2B5EF4-FFF2-40B4-BE49-F238E27FC236}">
                            <a16:creationId xmlns:a16="http://schemas.microsoft.com/office/drawing/2014/main" id="{4A0DF468-0ADB-43B2-B052-66EC706323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7" name="直線コネクタ 129666">
                        <a:extLst>
                          <a:ext uri="{FF2B5EF4-FFF2-40B4-BE49-F238E27FC236}">
                            <a16:creationId xmlns:a16="http://schemas.microsoft.com/office/drawing/2014/main" id="{B628E617-263A-4A07-A660-DA5910AA173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8" name="直線コネクタ 129667">
                        <a:extLst>
                          <a:ext uri="{FF2B5EF4-FFF2-40B4-BE49-F238E27FC236}">
                            <a16:creationId xmlns:a16="http://schemas.microsoft.com/office/drawing/2014/main" id="{E4EE3438-4D1B-4017-AC58-A63E53E4C8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69" name="直線コネクタ 129668">
                        <a:extLst>
                          <a:ext uri="{FF2B5EF4-FFF2-40B4-BE49-F238E27FC236}">
                            <a16:creationId xmlns:a16="http://schemas.microsoft.com/office/drawing/2014/main" id="{24D7A260-7458-40D4-BB70-F7324F87B84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0" name="直線コネクタ 129669">
                        <a:extLst>
                          <a:ext uri="{FF2B5EF4-FFF2-40B4-BE49-F238E27FC236}">
                            <a16:creationId xmlns:a16="http://schemas.microsoft.com/office/drawing/2014/main" id="{30441242-435A-475A-AA34-FB43449927E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1" name="直線コネクタ 129670">
                        <a:extLst>
                          <a:ext uri="{FF2B5EF4-FFF2-40B4-BE49-F238E27FC236}">
                            <a16:creationId xmlns:a16="http://schemas.microsoft.com/office/drawing/2014/main" id="{22D79650-A4F4-464D-98C6-4C0B05DAC3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2" name="直線コネクタ 129671">
                        <a:extLst>
                          <a:ext uri="{FF2B5EF4-FFF2-40B4-BE49-F238E27FC236}">
                            <a16:creationId xmlns:a16="http://schemas.microsoft.com/office/drawing/2014/main" id="{DB6012CD-15A6-43F7-9D2E-F8585A46AE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3" name="直線コネクタ 129672">
                        <a:extLst>
                          <a:ext uri="{FF2B5EF4-FFF2-40B4-BE49-F238E27FC236}">
                            <a16:creationId xmlns:a16="http://schemas.microsoft.com/office/drawing/2014/main" id="{0988A4B9-D569-4E47-8BC8-8BC76E03454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4" name="直線コネクタ 129673">
                        <a:extLst>
                          <a:ext uri="{FF2B5EF4-FFF2-40B4-BE49-F238E27FC236}">
                            <a16:creationId xmlns:a16="http://schemas.microsoft.com/office/drawing/2014/main" id="{FFEC9AEF-EB8A-47F6-8627-78B365C6CC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5" name="直線コネクタ 129674">
                        <a:extLst>
                          <a:ext uri="{FF2B5EF4-FFF2-40B4-BE49-F238E27FC236}">
                            <a16:creationId xmlns:a16="http://schemas.microsoft.com/office/drawing/2014/main" id="{EF741956-979E-4061-A458-C0859B32F22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676" name="直線コネクタ 129675">
                        <a:extLst>
                          <a:ext uri="{FF2B5EF4-FFF2-40B4-BE49-F238E27FC236}">
                            <a16:creationId xmlns:a16="http://schemas.microsoft.com/office/drawing/2014/main" id="{BC56827D-8179-4D41-B46B-DB6EB0D4234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20" name="グループ化 127919">
                    <a:extLst>
                      <a:ext uri="{FF2B5EF4-FFF2-40B4-BE49-F238E27FC236}">
                        <a16:creationId xmlns:a16="http://schemas.microsoft.com/office/drawing/2014/main" id="{C0F8F41C-6745-40E3-8590-4403DEAB94B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376495" y="5376481"/>
                    <a:ext cx="46773" cy="46800"/>
                    <a:chOff x="4287481" y="4286224"/>
                    <a:chExt cx="2227978" cy="2229219"/>
                  </a:xfrm>
                </p:grpSpPr>
                <p:cxnSp>
                  <p:nvCxnSpPr>
                    <p:cNvPr id="129076" name="直線コネクタ 129075">
                      <a:extLst>
                        <a:ext uri="{FF2B5EF4-FFF2-40B4-BE49-F238E27FC236}">
                          <a16:creationId xmlns:a16="http://schemas.microsoft.com/office/drawing/2014/main" id="{FCF313DC-A25D-4907-AF70-6F6719AAA2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77" name="直線コネクタ 129076">
                      <a:extLst>
                        <a:ext uri="{FF2B5EF4-FFF2-40B4-BE49-F238E27FC236}">
                          <a16:creationId xmlns:a16="http://schemas.microsoft.com/office/drawing/2014/main" id="{E139DADF-28A4-4DFA-A426-2836385E3E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78" name="直線コネクタ 129077">
                      <a:extLst>
                        <a:ext uri="{FF2B5EF4-FFF2-40B4-BE49-F238E27FC236}">
                          <a16:creationId xmlns:a16="http://schemas.microsoft.com/office/drawing/2014/main" id="{D2501677-A035-41DD-9C25-4E379A5A45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79" name="直線コネクタ 129078">
                      <a:extLst>
                        <a:ext uri="{FF2B5EF4-FFF2-40B4-BE49-F238E27FC236}">
                          <a16:creationId xmlns:a16="http://schemas.microsoft.com/office/drawing/2014/main" id="{72291C84-3518-4A46-BA38-2F0780DD8C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0" name="直線コネクタ 129079">
                      <a:extLst>
                        <a:ext uri="{FF2B5EF4-FFF2-40B4-BE49-F238E27FC236}">
                          <a16:creationId xmlns:a16="http://schemas.microsoft.com/office/drawing/2014/main" id="{3BD11717-E259-45ED-9B70-C6BEEC20C7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1" name="直線コネクタ 129080">
                      <a:extLst>
                        <a:ext uri="{FF2B5EF4-FFF2-40B4-BE49-F238E27FC236}">
                          <a16:creationId xmlns:a16="http://schemas.microsoft.com/office/drawing/2014/main" id="{D9B8D8E7-D74A-4196-952E-EDF5EB4A78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2" name="直線コネクタ 129081">
                      <a:extLst>
                        <a:ext uri="{FF2B5EF4-FFF2-40B4-BE49-F238E27FC236}">
                          <a16:creationId xmlns:a16="http://schemas.microsoft.com/office/drawing/2014/main" id="{F28CAFF6-DE31-433B-9793-97E3A46784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3" name="直線コネクタ 129082">
                      <a:extLst>
                        <a:ext uri="{FF2B5EF4-FFF2-40B4-BE49-F238E27FC236}">
                          <a16:creationId xmlns:a16="http://schemas.microsoft.com/office/drawing/2014/main" id="{F93CE041-C1A7-4E28-B7E4-7CD8867717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4" name="直線コネクタ 129083">
                      <a:extLst>
                        <a:ext uri="{FF2B5EF4-FFF2-40B4-BE49-F238E27FC236}">
                          <a16:creationId xmlns:a16="http://schemas.microsoft.com/office/drawing/2014/main" id="{30A31C2B-4BEF-43F2-85ED-31BDBB0D1C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5" name="直線コネクタ 129084">
                      <a:extLst>
                        <a:ext uri="{FF2B5EF4-FFF2-40B4-BE49-F238E27FC236}">
                          <a16:creationId xmlns:a16="http://schemas.microsoft.com/office/drawing/2014/main" id="{BF29E009-2782-4CA8-A8D0-099F444114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6" name="直線コネクタ 129085">
                      <a:extLst>
                        <a:ext uri="{FF2B5EF4-FFF2-40B4-BE49-F238E27FC236}">
                          <a16:creationId xmlns:a16="http://schemas.microsoft.com/office/drawing/2014/main" id="{C2F5769C-C438-488E-A16E-1EAE7A2E2D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7" name="直線コネクタ 129086">
                      <a:extLst>
                        <a:ext uri="{FF2B5EF4-FFF2-40B4-BE49-F238E27FC236}">
                          <a16:creationId xmlns:a16="http://schemas.microsoft.com/office/drawing/2014/main" id="{CCECBBF4-EDD9-4035-95AA-82A0C5FC8A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8" name="直線コネクタ 129087">
                      <a:extLst>
                        <a:ext uri="{FF2B5EF4-FFF2-40B4-BE49-F238E27FC236}">
                          <a16:creationId xmlns:a16="http://schemas.microsoft.com/office/drawing/2014/main" id="{A34F4D65-95F2-4CA6-A70B-1741E0D110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89" name="直線コネクタ 129088">
                      <a:extLst>
                        <a:ext uri="{FF2B5EF4-FFF2-40B4-BE49-F238E27FC236}">
                          <a16:creationId xmlns:a16="http://schemas.microsoft.com/office/drawing/2014/main" id="{C91BC868-0F34-4F6D-8FA6-A1C27CCA80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0" name="直線コネクタ 129089">
                      <a:extLst>
                        <a:ext uri="{FF2B5EF4-FFF2-40B4-BE49-F238E27FC236}">
                          <a16:creationId xmlns:a16="http://schemas.microsoft.com/office/drawing/2014/main" id="{2BD852E0-0B4E-41CB-8C3F-02BC27F18C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1" name="直線コネクタ 129090">
                      <a:extLst>
                        <a:ext uri="{FF2B5EF4-FFF2-40B4-BE49-F238E27FC236}">
                          <a16:creationId xmlns:a16="http://schemas.microsoft.com/office/drawing/2014/main" id="{41465059-283B-4569-8065-FA752FDC2F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2" name="直線コネクタ 129091">
                      <a:extLst>
                        <a:ext uri="{FF2B5EF4-FFF2-40B4-BE49-F238E27FC236}">
                          <a16:creationId xmlns:a16="http://schemas.microsoft.com/office/drawing/2014/main" id="{D6101746-3D1D-425B-BED8-6A88DAEA27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3" name="直線コネクタ 129092">
                      <a:extLst>
                        <a:ext uri="{FF2B5EF4-FFF2-40B4-BE49-F238E27FC236}">
                          <a16:creationId xmlns:a16="http://schemas.microsoft.com/office/drawing/2014/main" id="{CEBBB426-71D0-4030-8122-65D85CC8BF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4" name="直線コネクタ 129093">
                      <a:extLst>
                        <a:ext uri="{FF2B5EF4-FFF2-40B4-BE49-F238E27FC236}">
                          <a16:creationId xmlns:a16="http://schemas.microsoft.com/office/drawing/2014/main" id="{DA7DF01F-E388-43E0-933A-30DF0C0B5F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5" name="直線コネクタ 129094">
                      <a:extLst>
                        <a:ext uri="{FF2B5EF4-FFF2-40B4-BE49-F238E27FC236}">
                          <a16:creationId xmlns:a16="http://schemas.microsoft.com/office/drawing/2014/main" id="{7A9929A8-1D66-4A9C-9C44-34061BA402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6" name="直線コネクタ 129095">
                      <a:extLst>
                        <a:ext uri="{FF2B5EF4-FFF2-40B4-BE49-F238E27FC236}">
                          <a16:creationId xmlns:a16="http://schemas.microsoft.com/office/drawing/2014/main" id="{570FBBEF-3004-4338-B605-02C51E03D8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7" name="直線コネクタ 129096">
                      <a:extLst>
                        <a:ext uri="{FF2B5EF4-FFF2-40B4-BE49-F238E27FC236}">
                          <a16:creationId xmlns:a16="http://schemas.microsoft.com/office/drawing/2014/main" id="{64367C38-0938-42BA-8935-BE11FCBAA0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8" name="直線コネクタ 129097">
                      <a:extLst>
                        <a:ext uri="{FF2B5EF4-FFF2-40B4-BE49-F238E27FC236}">
                          <a16:creationId xmlns:a16="http://schemas.microsoft.com/office/drawing/2014/main" id="{AA92388F-B7F7-449D-BEC8-989F76CC14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099" name="直線コネクタ 129098">
                      <a:extLst>
                        <a:ext uri="{FF2B5EF4-FFF2-40B4-BE49-F238E27FC236}">
                          <a16:creationId xmlns:a16="http://schemas.microsoft.com/office/drawing/2014/main" id="{C93080FE-423B-48C7-8E6F-2003F4923C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0" name="直線コネクタ 129099">
                      <a:extLst>
                        <a:ext uri="{FF2B5EF4-FFF2-40B4-BE49-F238E27FC236}">
                          <a16:creationId xmlns:a16="http://schemas.microsoft.com/office/drawing/2014/main" id="{9732D24C-6D8E-4C23-B24A-EA4C6A9883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1" name="直線コネクタ 129100">
                      <a:extLst>
                        <a:ext uri="{FF2B5EF4-FFF2-40B4-BE49-F238E27FC236}">
                          <a16:creationId xmlns:a16="http://schemas.microsoft.com/office/drawing/2014/main" id="{DF5D70AA-9A52-419D-87D5-AE0D594597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2" name="直線コネクタ 129101">
                      <a:extLst>
                        <a:ext uri="{FF2B5EF4-FFF2-40B4-BE49-F238E27FC236}">
                          <a16:creationId xmlns:a16="http://schemas.microsoft.com/office/drawing/2014/main" id="{54111722-52BA-420E-8A37-2E8D395334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3" name="直線コネクタ 129102">
                      <a:extLst>
                        <a:ext uri="{FF2B5EF4-FFF2-40B4-BE49-F238E27FC236}">
                          <a16:creationId xmlns:a16="http://schemas.microsoft.com/office/drawing/2014/main" id="{59398A07-8017-4D58-94D8-55F2D40A37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4" name="直線コネクタ 129103">
                      <a:extLst>
                        <a:ext uri="{FF2B5EF4-FFF2-40B4-BE49-F238E27FC236}">
                          <a16:creationId xmlns:a16="http://schemas.microsoft.com/office/drawing/2014/main" id="{3AA5A33B-4D14-4D0D-B8A8-B971FCAEB5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5" name="直線コネクタ 129104">
                      <a:extLst>
                        <a:ext uri="{FF2B5EF4-FFF2-40B4-BE49-F238E27FC236}">
                          <a16:creationId xmlns:a16="http://schemas.microsoft.com/office/drawing/2014/main" id="{ECDE46D9-C9A3-44C2-9582-53AA15697A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6" name="直線コネクタ 129105">
                      <a:extLst>
                        <a:ext uri="{FF2B5EF4-FFF2-40B4-BE49-F238E27FC236}">
                          <a16:creationId xmlns:a16="http://schemas.microsoft.com/office/drawing/2014/main" id="{AA80D4D1-BB94-4186-8D8D-686239A1CF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7" name="直線コネクタ 129106">
                      <a:extLst>
                        <a:ext uri="{FF2B5EF4-FFF2-40B4-BE49-F238E27FC236}">
                          <a16:creationId xmlns:a16="http://schemas.microsoft.com/office/drawing/2014/main" id="{B11C62C3-4CB8-494C-999B-1750AB6F1D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8" name="直線コネクタ 129107">
                      <a:extLst>
                        <a:ext uri="{FF2B5EF4-FFF2-40B4-BE49-F238E27FC236}">
                          <a16:creationId xmlns:a16="http://schemas.microsoft.com/office/drawing/2014/main" id="{D26863F7-3795-4F19-A585-7EA4302B7F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09" name="直線コネクタ 129108">
                      <a:extLst>
                        <a:ext uri="{FF2B5EF4-FFF2-40B4-BE49-F238E27FC236}">
                          <a16:creationId xmlns:a16="http://schemas.microsoft.com/office/drawing/2014/main" id="{334378AD-A351-466B-BB1D-42B7D3EF50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0" name="直線コネクタ 129109">
                      <a:extLst>
                        <a:ext uri="{FF2B5EF4-FFF2-40B4-BE49-F238E27FC236}">
                          <a16:creationId xmlns:a16="http://schemas.microsoft.com/office/drawing/2014/main" id="{4677CD80-9DEF-4521-920D-7141FAED7D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1" name="直線コネクタ 129110">
                      <a:extLst>
                        <a:ext uri="{FF2B5EF4-FFF2-40B4-BE49-F238E27FC236}">
                          <a16:creationId xmlns:a16="http://schemas.microsoft.com/office/drawing/2014/main" id="{8980A091-E554-4F6B-B447-07D10D8AB9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2" name="直線コネクタ 129111">
                      <a:extLst>
                        <a:ext uri="{FF2B5EF4-FFF2-40B4-BE49-F238E27FC236}">
                          <a16:creationId xmlns:a16="http://schemas.microsoft.com/office/drawing/2014/main" id="{067A902D-56DF-4346-8E6A-7430E10E27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3" name="直線コネクタ 129112">
                      <a:extLst>
                        <a:ext uri="{FF2B5EF4-FFF2-40B4-BE49-F238E27FC236}">
                          <a16:creationId xmlns:a16="http://schemas.microsoft.com/office/drawing/2014/main" id="{B6C7B4AB-F8C5-47A7-BB05-D78069CD2B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4" name="直線コネクタ 129113">
                      <a:extLst>
                        <a:ext uri="{FF2B5EF4-FFF2-40B4-BE49-F238E27FC236}">
                          <a16:creationId xmlns:a16="http://schemas.microsoft.com/office/drawing/2014/main" id="{FCBEDA3E-DEBB-4B9F-914F-B6AAE389A2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5" name="直線コネクタ 129114">
                      <a:extLst>
                        <a:ext uri="{FF2B5EF4-FFF2-40B4-BE49-F238E27FC236}">
                          <a16:creationId xmlns:a16="http://schemas.microsoft.com/office/drawing/2014/main" id="{2E980342-5712-4D20-A9AB-7F56A31C9D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6" name="直線コネクタ 129115">
                      <a:extLst>
                        <a:ext uri="{FF2B5EF4-FFF2-40B4-BE49-F238E27FC236}">
                          <a16:creationId xmlns:a16="http://schemas.microsoft.com/office/drawing/2014/main" id="{84DC87B0-2576-40C0-8344-D4997376A7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7" name="直線コネクタ 129116">
                      <a:extLst>
                        <a:ext uri="{FF2B5EF4-FFF2-40B4-BE49-F238E27FC236}">
                          <a16:creationId xmlns:a16="http://schemas.microsoft.com/office/drawing/2014/main" id="{048CB6BC-7FC7-431B-A952-C318B79E52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8" name="直線コネクタ 129117">
                      <a:extLst>
                        <a:ext uri="{FF2B5EF4-FFF2-40B4-BE49-F238E27FC236}">
                          <a16:creationId xmlns:a16="http://schemas.microsoft.com/office/drawing/2014/main" id="{9B81BC9C-C22A-4133-BA38-C2A90E20AF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19" name="直線コネクタ 129118">
                      <a:extLst>
                        <a:ext uri="{FF2B5EF4-FFF2-40B4-BE49-F238E27FC236}">
                          <a16:creationId xmlns:a16="http://schemas.microsoft.com/office/drawing/2014/main" id="{CAF2483E-38BD-43D7-A192-79B78DC9AC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0" name="直線コネクタ 129119">
                      <a:extLst>
                        <a:ext uri="{FF2B5EF4-FFF2-40B4-BE49-F238E27FC236}">
                          <a16:creationId xmlns:a16="http://schemas.microsoft.com/office/drawing/2014/main" id="{0B0C2F4C-CC5A-4014-BD06-A9FC662CC6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1" name="直線コネクタ 129120">
                      <a:extLst>
                        <a:ext uri="{FF2B5EF4-FFF2-40B4-BE49-F238E27FC236}">
                          <a16:creationId xmlns:a16="http://schemas.microsoft.com/office/drawing/2014/main" id="{56DCB8EE-A21B-443A-8193-2650506544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2" name="直線コネクタ 129121">
                      <a:extLst>
                        <a:ext uri="{FF2B5EF4-FFF2-40B4-BE49-F238E27FC236}">
                          <a16:creationId xmlns:a16="http://schemas.microsoft.com/office/drawing/2014/main" id="{22102892-546E-4984-B7EB-916A4CBD30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3" name="直線コネクタ 129122">
                      <a:extLst>
                        <a:ext uri="{FF2B5EF4-FFF2-40B4-BE49-F238E27FC236}">
                          <a16:creationId xmlns:a16="http://schemas.microsoft.com/office/drawing/2014/main" id="{AD85E1BB-D3B3-468A-BF4B-52349825AD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4" name="直線コネクタ 129123">
                      <a:extLst>
                        <a:ext uri="{FF2B5EF4-FFF2-40B4-BE49-F238E27FC236}">
                          <a16:creationId xmlns:a16="http://schemas.microsoft.com/office/drawing/2014/main" id="{1D4CA5DB-E808-47BC-AF35-2FA18DF176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5" name="直線コネクタ 129124">
                      <a:extLst>
                        <a:ext uri="{FF2B5EF4-FFF2-40B4-BE49-F238E27FC236}">
                          <a16:creationId xmlns:a16="http://schemas.microsoft.com/office/drawing/2014/main" id="{FCD97C4D-9196-4A0E-8E92-70F013978B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6" name="直線コネクタ 129125">
                      <a:extLst>
                        <a:ext uri="{FF2B5EF4-FFF2-40B4-BE49-F238E27FC236}">
                          <a16:creationId xmlns:a16="http://schemas.microsoft.com/office/drawing/2014/main" id="{9CBC9BE1-D68D-48EB-B328-689BFECC7A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7" name="直線コネクタ 129126">
                      <a:extLst>
                        <a:ext uri="{FF2B5EF4-FFF2-40B4-BE49-F238E27FC236}">
                          <a16:creationId xmlns:a16="http://schemas.microsoft.com/office/drawing/2014/main" id="{47E2435C-8288-41C0-A09B-B79C28405D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8" name="直線コネクタ 129127">
                      <a:extLst>
                        <a:ext uri="{FF2B5EF4-FFF2-40B4-BE49-F238E27FC236}">
                          <a16:creationId xmlns:a16="http://schemas.microsoft.com/office/drawing/2014/main" id="{7FB29D66-A15F-496F-8D4F-4A8D3F8490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29" name="直線コネクタ 129128">
                      <a:extLst>
                        <a:ext uri="{FF2B5EF4-FFF2-40B4-BE49-F238E27FC236}">
                          <a16:creationId xmlns:a16="http://schemas.microsoft.com/office/drawing/2014/main" id="{D2951782-8E88-48A2-8726-53776C3DFC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0" name="直線コネクタ 129129">
                      <a:extLst>
                        <a:ext uri="{FF2B5EF4-FFF2-40B4-BE49-F238E27FC236}">
                          <a16:creationId xmlns:a16="http://schemas.microsoft.com/office/drawing/2014/main" id="{3C188EFA-CA72-457A-91DD-56798FEB47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1" name="直線コネクタ 129130">
                      <a:extLst>
                        <a:ext uri="{FF2B5EF4-FFF2-40B4-BE49-F238E27FC236}">
                          <a16:creationId xmlns:a16="http://schemas.microsoft.com/office/drawing/2014/main" id="{DEF8E641-2794-4B15-B8DD-0102117E53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2" name="直線コネクタ 129131">
                      <a:extLst>
                        <a:ext uri="{FF2B5EF4-FFF2-40B4-BE49-F238E27FC236}">
                          <a16:creationId xmlns:a16="http://schemas.microsoft.com/office/drawing/2014/main" id="{8DED88F0-FF63-4EC9-BC00-9D41C86289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3" name="直線コネクタ 129132">
                      <a:extLst>
                        <a:ext uri="{FF2B5EF4-FFF2-40B4-BE49-F238E27FC236}">
                          <a16:creationId xmlns:a16="http://schemas.microsoft.com/office/drawing/2014/main" id="{03384487-DCD2-4F83-B350-AF2DA52A00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4" name="直線コネクタ 129133">
                      <a:extLst>
                        <a:ext uri="{FF2B5EF4-FFF2-40B4-BE49-F238E27FC236}">
                          <a16:creationId xmlns:a16="http://schemas.microsoft.com/office/drawing/2014/main" id="{5C8AA721-7CC2-493E-A4D5-8195DB5C6E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5" name="直線コネクタ 129134">
                      <a:extLst>
                        <a:ext uri="{FF2B5EF4-FFF2-40B4-BE49-F238E27FC236}">
                          <a16:creationId xmlns:a16="http://schemas.microsoft.com/office/drawing/2014/main" id="{48CBB5F8-5689-4D49-8DCE-EC7172FA33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6" name="直線コネクタ 129135">
                      <a:extLst>
                        <a:ext uri="{FF2B5EF4-FFF2-40B4-BE49-F238E27FC236}">
                          <a16:creationId xmlns:a16="http://schemas.microsoft.com/office/drawing/2014/main" id="{211FFCA4-9AAC-44F1-B727-E2270ACA6E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7" name="直線コネクタ 129136">
                      <a:extLst>
                        <a:ext uri="{FF2B5EF4-FFF2-40B4-BE49-F238E27FC236}">
                          <a16:creationId xmlns:a16="http://schemas.microsoft.com/office/drawing/2014/main" id="{0B57A4CF-B3A9-440D-9EBB-ABC0D12F0E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8" name="直線コネクタ 129137">
                      <a:extLst>
                        <a:ext uri="{FF2B5EF4-FFF2-40B4-BE49-F238E27FC236}">
                          <a16:creationId xmlns:a16="http://schemas.microsoft.com/office/drawing/2014/main" id="{38FEA42D-C9B8-4856-A1F1-E62BE2A940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39" name="直線コネクタ 129138">
                      <a:extLst>
                        <a:ext uri="{FF2B5EF4-FFF2-40B4-BE49-F238E27FC236}">
                          <a16:creationId xmlns:a16="http://schemas.microsoft.com/office/drawing/2014/main" id="{A43E3DD9-936B-4A4A-82D9-75F170B413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0" name="直線コネクタ 129139">
                      <a:extLst>
                        <a:ext uri="{FF2B5EF4-FFF2-40B4-BE49-F238E27FC236}">
                          <a16:creationId xmlns:a16="http://schemas.microsoft.com/office/drawing/2014/main" id="{8EF8A22C-EE54-42A4-85AD-A622BFE3B7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1" name="直線コネクタ 129140">
                      <a:extLst>
                        <a:ext uri="{FF2B5EF4-FFF2-40B4-BE49-F238E27FC236}">
                          <a16:creationId xmlns:a16="http://schemas.microsoft.com/office/drawing/2014/main" id="{66DBA6B9-CECA-4E30-8029-F9B36AF371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2" name="直線コネクタ 129141">
                      <a:extLst>
                        <a:ext uri="{FF2B5EF4-FFF2-40B4-BE49-F238E27FC236}">
                          <a16:creationId xmlns:a16="http://schemas.microsoft.com/office/drawing/2014/main" id="{A326DD2D-2074-4D6B-B3ED-47083D46C5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3" name="直線コネクタ 129142">
                      <a:extLst>
                        <a:ext uri="{FF2B5EF4-FFF2-40B4-BE49-F238E27FC236}">
                          <a16:creationId xmlns:a16="http://schemas.microsoft.com/office/drawing/2014/main" id="{19F1AD77-09F9-4A46-885B-6FAE21AC29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4" name="直線コネクタ 129143">
                      <a:extLst>
                        <a:ext uri="{FF2B5EF4-FFF2-40B4-BE49-F238E27FC236}">
                          <a16:creationId xmlns:a16="http://schemas.microsoft.com/office/drawing/2014/main" id="{316FD0A5-D9B2-476D-A4AC-1E2A9D8420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5" name="直線コネクタ 129144">
                      <a:extLst>
                        <a:ext uri="{FF2B5EF4-FFF2-40B4-BE49-F238E27FC236}">
                          <a16:creationId xmlns:a16="http://schemas.microsoft.com/office/drawing/2014/main" id="{FB9F0932-0BBA-4286-914C-72562C0608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6" name="直線コネクタ 129145">
                      <a:extLst>
                        <a:ext uri="{FF2B5EF4-FFF2-40B4-BE49-F238E27FC236}">
                          <a16:creationId xmlns:a16="http://schemas.microsoft.com/office/drawing/2014/main" id="{8F784D23-2C1E-4EB0-898B-C160B63B47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7" name="直線コネクタ 129146">
                      <a:extLst>
                        <a:ext uri="{FF2B5EF4-FFF2-40B4-BE49-F238E27FC236}">
                          <a16:creationId xmlns:a16="http://schemas.microsoft.com/office/drawing/2014/main" id="{5F1A504D-B969-4972-85D9-712ABE17E0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8" name="直線コネクタ 129147">
                      <a:extLst>
                        <a:ext uri="{FF2B5EF4-FFF2-40B4-BE49-F238E27FC236}">
                          <a16:creationId xmlns:a16="http://schemas.microsoft.com/office/drawing/2014/main" id="{7385A6DC-CAE2-4575-A98C-B7C2200A09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49" name="直線コネクタ 129148">
                      <a:extLst>
                        <a:ext uri="{FF2B5EF4-FFF2-40B4-BE49-F238E27FC236}">
                          <a16:creationId xmlns:a16="http://schemas.microsoft.com/office/drawing/2014/main" id="{245F3DBD-88A2-4EF7-8A20-01C716E652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0" name="直線コネクタ 129149">
                      <a:extLst>
                        <a:ext uri="{FF2B5EF4-FFF2-40B4-BE49-F238E27FC236}">
                          <a16:creationId xmlns:a16="http://schemas.microsoft.com/office/drawing/2014/main" id="{C6648038-DF07-4DD3-AF4E-7AABC07D78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1" name="直線コネクタ 129150">
                      <a:extLst>
                        <a:ext uri="{FF2B5EF4-FFF2-40B4-BE49-F238E27FC236}">
                          <a16:creationId xmlns:a16="http://schemas.microsoft.com/office/drawing/2014/main" id="{DB1A77E5-BA2D-4F2C-A6EB-59F4FFEE33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2" name="直線コネクタ 129151">
                      <a:extLst>
                        <a:ext uri="{FF2B5EF4-FFF2-40B4-BE49-F238E27FC236}">
                          <a16:creationId xmlns:a16="http://schemas.microsoft.com/office/drawing/2014/main" id="{8AD3BC0B-E847-41B8-900C-871E0237DE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3" name="直線コネクタ 129152">
                      <a:extLst>
                        <a:ext uri="{FF2B5EF4-FFF2-40B4-BE49-F238E27FC236}">
                          <a16:creationId xmlns:a16="http://schemas.microsoft.com/office/drawing/2014/main" id="{4424EE4E-D0A6-46B8-B015-E1EAE68EC2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4" name="直線コネクタ 129153">
                      <a:extLst>
                        <a:ext uri="{FF2B5EF4-FFF2-40B4-BE49-F238E27FC236}">
                          <a16:creationId xmlns:a16="http://schemas.microsoft.com/office/drawing/2014/main" id="{23F4CB7D-F1A6-4293-A60A-F0110F7046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5" name="直線コネクタ 129154">
                      <a:extLst>
                        <a:ext uri="{FF2B5EF4-FFF2-40B4-BE49-F238E27FC236}">
                          <a16:creationId xmlns:a16="http://schemas.microsoft.com/office/drawing/2014/main" id="{EF953864-A334-4D1F-A737-62B67296AF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6" name="直線コネクタ 129155">
                      <a:extLst>
                        <a:ext uri="{FF2B5EF4-FFF2-40B4-BE49-F238E27FC236}">
                          <a16:creationId xmlns:a16="http://schemas.microsoft.com/office/drawing/2014/main" id="{06B1B03B-E462-4B42-9435-5241FF8274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7" name="直線コネクタ 129156">
                      <a:extLst>
                        <a:ext uri="{FF2B5EF4-FFF2-40B4-BE49-F238E27FC236}">
                          <a16:creationId xmlns:a16="http://schemas.microsoft.com/office/drawing/2014/main" id="{535060A7-E1D3-4A82-A95C-E51DCB8F8F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8" name="直線コネクタ 129157">
                      <a:extLst>
                        <a:ext uri="{FF2B5EF4-FFF2-40B4-BE49-F238E27FC236}">
                          <a16:creationId xmlns:a16="http://schemas.microsoft.com/office/drawing/2014/main" id="{1DE79340-2526-4271-886E-EB7C8016C5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59" name="直線コネクタ 129158">
                      <a:extLst>
                        <a:ext uri="{FF2B5EF4-FFF2-40B4-BE49-F238E27FC236}">
                          <a16:creationId xmlns:a16="http://schemas.microsoft.com/office/drawing/2014/main" id="{87BB8356-A5F7-4E59-ABEA-79B0CFF186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0" name="直線コネクタ 129159">
                      <a:extLst>
                        <a:ext uri="{FF2B5EF4-FFF2-40B4-BE49-F238E27FC236}">
                          <a16:creationId xmlns:a16="http://schemas.microsoft.com/office/drawing/2014/main" id="{CD385D4F-7624-4383-A67B-898407DB53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1" name="直線コネクタ 129160">
                      <a:extLst>
                        <a:ext uri="{FF2B5EF4-FFF2-40B4-BE49-F238E27FC236}">
                          <a16:creationId xmlns:a16="http://schemas.microsoft.com/office/drawing/2014/main" id="{38DD1B6C-CD8F-4596-A90E-CF7A7000C1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2" name="直線コネクタ 129161">
                      <a:extLst>
                        <a:ext uri="{FF2B5EF4-FFF2-40B4-BE49-F238E27FC236}">
                          <a16:creationId xmlns:a16="http://schemas.microsoft.com/office/drawing/2014/main" id="{C6BBDB09-97CC-41BD-8077-BDD870CD8C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3" name="直線コネクタ 129162">
                      <a:extLst>
                        <a:ext uri="{FF2B5EF4-FFF2-40B4-BE49-F238E27FC236}">
                          <a16:creationId xmlns:a16="http://schemas.microsoft.com/office/drawing/2014/main" id="{2C8C9BB0-AAD9-4B8B-A83E-18AD0CF493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4" name="直線コネクタ 129163">
                      <a:extLst>
                        <a:ext uri="{FF2B5EF4-FFF2-40B4-BE49-F238E27FC236}">
                          <a16:creationId xmlns:a16="http://schemas.microsoft.com/office/drawing/2014/main" id="{EFC1DBCA-02CA-4DC4-897E-5F6F86E8A4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5" name="直線コネクタ 129164">
                      <a:extLst>
                        <a:ext uri="{FF2B5EF4-FFF2-40B4-BE49-F238E27FC236}">
                          <a16:creationId xmlns:a16="http://schemas.microsoft.com/office/drawing/2014/main" id="{CFBEA4A7-B4A3-4875-89B3-BBCA12EF72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6" name="直線コネクタ 129165">
                      <a:extLst>
                        <a:ext uri="{FF2B5EF4-FFF2-40B4-BE49-F238E27FC236}">
                          <a16:creationId xmlns:a16="http://schemas.microsoft.com/office/drawing/2014/main" id="{F24ABD7C-9051-4101-945A-EEB08EAE03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7" name="直線コネクタ 129166">
                      <a:extLst>
                        <a:ext uri="{FF2B5EF4-FFF2-40B4-BE49-F238E27FC236}">
                          <a16:creationId xmlns:a16="http://schemas.microsoft.com/office/drawing/2014/main" id="{04C9BB2E-8AE3-44A1-B7C5-AB5B4DDE3E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8" name="直線コネクタ 129167">
                      <a:extLst>
                        <a:ext uri="{FF2B5EF4-FFF2-40B4-BE49-F238E27FC236}">
                          <a16:creationId xmlns:a16="http://schemas.microsoft.com/office/drawing/2014/main" id="{0E31DE49-D641-43D7-92E7-76596F71F5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69" name="直線コネクタ 129168">
                      <a:extLst>
                        <a:ext uri="{FF2B5EF4-FFF2-40B4-BE49-F238E27FC236}">
                          <a16:creationId xmlns:a16="http://schemas.microsoft.com/office/drawing/2014/main" id="{6780067F-3647-4035-8385-F1D7F8D245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0" name="直線コネクタ 129169">
                      <a:extLst>
                        <a:ext uri="{FF2B5EF4-FFF2-40B4-BE49-F238E27FC236}">
                          <a16:creationId xmlns:a16="http://schemas.microsoft.com/office/drawing/2014/main" id="{3B0513B9-F4AA-4D72-98AF-726D8FC02F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1" name="直線コネクタ 129170">
                      <a:extLst>
                        <a:ext uri="{FF2B5EF4-FFF2-40B4-BE49-F238E27FC236}">
                          <a16:creationId xmlns:a16="http://schemas.microsoft.com/office/drawing/2014/main" id="{7A11F9E8-9DFF-4ED0-90A5-B92CEFFFF6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2" name="直線コネクタ 129171">
                      <a:extLst>
                        <a:ext uri="{FF2B5EF4-FFF2-40B4-BE49-F238E27FC236}">
                          <a16:creationId xmlns:a16="http://schemas.microsoft.com/office/drawing/2014/main" id="{3E112FF0-8FEC-456B-AF81-2EA4B2D864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3" name="直線コネクタ 129172">
                      <a:extLst>
                        <a:ext uri="{FF2B5EF4-FFF2-40B4-BE49-F238E27FC236}">
                          <a16:creationId xmlns:a16="http://schemas.microsoft.com/office/drawing/2014/main" id="{81EF99D5-6EF9-4F85-9B3A-4E664E91BE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4" name="直線コネクタ 129173">
                      <a:extLst>
                        <a:ext uri="{FF2B5EF4-FFF2-40B4-BE49-F238E27FC236}">
                          <a16:creationId xmlns:a16="http://schemas.microsoft.com/office/drawing/2014/main" id="{43485D6E-9840-4957-8BC0-C02514CBAD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5" name="直線コネクタ 129174">
                      <a:extLst>
                        <a:ext uri="{FF2B5EF4-FFF2-40B4-BE49-F238E27FC236}">
                          <a16:creationId xmlns:a16="http://schemas.microsoft.com/office/drawing/2014/main" id="{E9301247-4D8E-47CD-9E2C-47B0E269CB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6" name="直線コネクタ 129175">
                      <a:extLst>
                        <a:ext uri="{FF2B5EF4-FFF2-40B4-BE49-F238E27FC236}">
                          <a16:creationId xmlns:a16="http://schemas.microsoft.com/office/drawing/2014/main" id="{2653AD6E-60BC-4955-92C5-6D5595D2BB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7" name="直線コネクタ 129176">
                      <a:extLst>
                        <a:ext uri="{FF2B5EF4-FFF2-40B4-BE49-F238E27FC236}">
                          <a16:creationId xmlns:a16="http://schemas.microsoft.com/office/drawing/2014/main" id="{571229C1-EC45-4463-8D81-E850014710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8" name="直線コネクタ 129177">
                      <a:extLst>
                        <a:ext uri="{FF2B5EF4-FFF2-40B4-BE49-F238E27FC236}">
                          <a16:creationId xmlns:a16="http://schemas.microsoft.com/office/drawing/2014/main" id="{C92BB169-F52C-4A04-9F62-CAA8C71D3B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79" name="直線コネクタ 129178">
                      <a:extLst>
                        <a:ext uri="{FF2B5EF4-FFF2-40B4-BE49-F238E27FC236}">
                          <a16:creationId xmlns:a16="http://schemas.microsoft.com/office/drawing/2014/main" id="{39E7F565-0DA9-4837-8BC5-65368DBA23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0" name="直線コネクタ 129179">
                      <a:extLst>
                        <a:ext uri="{FF2B5EF4-FFF2-40B4-BE49-F238E27FC236}">
                          <a16:creationId xmlns:a16="http://schemas.microsoft.com/office/drawing/2014/main" id="{20E9D46D-1F29-4504-981F-9C1C95F444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1" name="直線コネクタ 129180">
                      <a:extLst>
                        <a:ext uri="{FF2B5EF4-FFF2-40B4-BE49-F238E27FC236}">
                          <a16:creationId xmlns:a16="http://schemas.microsoft.com/office/drawing/2014/main" id="{37363F6C-C8EE-4C77-88D6-1ECA4E8AAF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2" name="直線コネクタ 129181">
                      <a:extLst>
                        <a:ext uri="{FF2B5EF4-FFF2-40B4-BE49-F238E27FC236}">
                          <a16:creationId xmlns:a16="http://schemas.microsoft.com/office/drawing/2014/main" id="{9E6D9397-A4FC-4CB6-A58D-7E14471A86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3" name="直線コネクタ 129182">
                      <a:extLst>
                        <a:ext uri="{FF2B5EF4-FFF2-40B4-BE49-F238E27FC236}">
                          <a16:creationId xmlns:a16="http://schemas.microsoft.com/office/drawing/2014/main" id="{F985CBD5-2460-41B0-85C9-C46E98FA2B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4" name="直線コネクタ 129183">
                      <a:extLst>
                        <a:ext uri="{FF2B5EF4-FFF2-40B4-BE49-F238E27FC236}">
                          <a16:creationId xmlns:a16="http://schemas.microsoft.com/office/drawing/2014/main" id="{D4374850-43BE-4449-BD19-2A01233B57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5" name="直線コネクタ 129184">
                      <a:extLst>
                        <a:ext uri="{FF2B5EF4-FFF2-40B4-BE49-F238E27FC236}">
                          <a16:creationId xmlns:a16="http://schemas.microsoft.com/office/drawing/2014/main" id="{083306FE-15B9-4B18-A211-05DA3B63F5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6" name="直線コネクタ 129185">
                      <a:extLst>
                        <a:ext uri="{FF2B5EF4-FFF2-40B4-BE49-F238E27FC236}">
                          <a16:creationId xmlns:a16="http://schemas.microsoft.com/office/drawing/2014/main" id="{1A257D80-6ECE-4928-9E84-D44DFAC309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7" name="直線コネクタ 129186">
                      <a:extLst>
                        <a:ext uri="{FF2B5EF4-FFF2-40B4-BE49-F238E27FC236}">
                          <a16:creationId xmlns:a16="http://schemas.microsoft.com/office/drawing/2014/main" id="{39B46F3E-DA66-4369-968C-115B88E10B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8" name="直線コネクタ 129187">
                      <a:extLst>
                        <a:ext uri="{FF2B5EF4-FFF2-40B4-BE49-F238E27FC236}">
                          <a16:creationId xmlns:a16="http://schemas.microsoft.com/office/drawing/2014/main" id="{F4067061-91C4-47DD-9020-CCBA25D80E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89" name="直線コネクタ 129188">
                      <a:extLst>
                        <a:ext uri="{FF2B5EF4-FFF2-40B4-BE49-F238E27FC236}">
                          <a16:creationId xmlns:a16="http://schemas.microsoft.com/office/drawing/2014/main" id="{F93405E3-5F19-4128-819D-5FE6AD599F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0" name="直線コネクタ 129189">
                      <a:extLst>
                        <a:ext uri="{FF2B5EF4-FFF2-40B4-BE49-F238E27FC236}">
                          <a16:creationId xmlns:a16="http://schemas.microsoft.com/office/drawing/2014/main" id="{63AD42FA-C020-4BAC-B59F-D43816DE37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1" name="直線コネクタ 129190">
                      <a:extLst>
                        <a:ext uri="{FF2B5EF4-FFF2-40B4-BE49-F238E27FC236}">
                          <a16:creationId xmlns:a16="http://schemas.microsoft.com/office/drawing/2014/main" id="{BDD7F11C-C63D-44DA-BE3D-659D5DC2AC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2" name="直線コネクタ 129191">
                      <a:extLst>
                        <a:ext uri="{FF2B5EF4-FFF2-40B4-BE49-F238E27FC236}">
                          <a16:creationId xmlns:a16="http://schemas.microsoft.com/office/drawing/2014/main" id="{EB760255-3CED-4297-BE50-4BCA8DB867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3" name="直線コネクタ 129192">
                      <a:extLst>
                        <a:ext uri="{FF2B5EF4-FFF2-40B4-BE49-F238E27FC236}">
                          <a16:creationId xmlns:a16="http://schemas.microsoft.com/office/drawing/2014/main" id="{7EC9A520-DC93-45DD-BF20-F4F0AFBAFF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4" name="直線コネクタ 129193">
                      <a:extLst>
                        <a:ext uri="{FF2B5EF4-FFF2-40B4-BE49-F238E27FC236}">
                          <a16:creationId xmlns:a16="http://schemas.microsoft.com/office/drawing/2014/main" id="{2FF1D8DA-FB8B-4D46-AE52-DFB4FE2EC1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5" name="直線コネクタ 129194">
                      <a:extLst>
                        <a:ext uri="{FF2B5EF4-FFF2-40B4-BE49-F238E27FC236}">
                          <a16:creationId xmlns:a16="http://schemas.microsoft.com/office/drawing/2014/main" id="{6219FD91-2A38-4C2F-8276-66C42E5973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6" name="直線コネクタ 129195">
                      <a:extLst>
                        <a:ext uri="{FF2B5EF4-FFF2-40B4-BE49-F238E27FC236}">
                          <a16:creationId xmlns:a16="http://schemas.microsoft.com/office/drawing/2014/main" id="{8C85EB15-0C72-4DB7-8AD2-4FF98FB9D5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7" name="直線コネクタ 129196">
                      <a:extLst>
                        <a:ext uri="{FF2B5EF4-FFF2-40B4-BE49-F238E27FC236}">
                          <a16:creationId xmlns:a16="http://schemas.microsoft.com/office/drawing/2014/main" id="{46E052A1-358C-4218-ACF7-405A89D64D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8" name="直線コネクタ 129197">
                      <a:extLst>
                        <a:ext uri="{FF2B5EF4-FFF2-40B4-BE49-F238E27FC236}">
                          <a16:creationId xmlns:a16="http://schemas.microsoft.com/office/drawing/2014/main" id="{D2B8F804-5A81-4201-A729-71BFB40D25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199" name="直線コネクタ 129198">
                      <a:extLst>
                        <a:ext uri="{FF2B5EF4-FFF2-40B4-BE49-F238E27FC236}">
                          <a16:creationId xmlns:a16="http://schemas.microsoft.com/office/drawing/2014/main" id="{E598DCEE-A0B5-43A5-ADA5-0FBF1CED7A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0" name="直線コネクタ 129199">
                      <a:extLst>
                        <a:ext uri="{FF2B5EF4-FFF2-40B4-BE49-F238E27FC236}">
                          <a16:creationId xmlns:a16="http://schemas.microsoft.com/office/drawing/2014/main" id="{A53A0E49-695C-472B-B7C6-4D1E5FF60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1" name="直線コネクタ 129200">
                      <a:extLst>
                        <a:ext uri="{FF2B5EF4-FFF2-40B4-BE49-F238E27FC236}">
                          <a16:creationId xmlns:a16="http://schemas.microsoft.com/office/drawing/2014/main" id="{A53CF714-DA24-43E0-95C8-8B12EAD09A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2" name="直線コネクタ 129201">
                      <a:extLst>
                        <a:ext uri="{FF2B5EF4-FFF2-40B4-BE49-F238E27FC236}">
                          <a16:creationId xmlns:a16="http://schemas.microsoft.com/office/drawing/2014/main" id="{5093030C-7E8B-40C2-AB40-7D3B97898A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3" name="直線コネクタ 129202">
                      <a:extLst>
                        <a:ext uri="{FF2B5EF4-FFF2-40B4-BE49-F238E27FC236}">
                          <a16:creationId xmlns:a16="http://schemas.microsoft.com/office/drawing/2014/main" id="{18C54331-6F7F-4A91-B1EF-F453AF6FC6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4" name="直線コネクタ 129203">
                      <a:extLst>
                        <a:ext uri="{FF2B5EF4-FFF2-40B4-BE49-F238E27FC236}">
                          <a16:creationId xmlns:a16="http://schemas.microsoft.com/office/drawing/2014/main" id="{0AD5DCFD-1CE6-41AD-A393-F98BE98A7C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5" name="直線コネクタ 129204">
                      <a:extLst>
                        <a:ext uri="{FF2B5EF4-FFF2-40B4-BE49-F238E27FC236}">
                          <a16:creationId xmlns:a16="http://schemas.microsoft.com/office/drawing/2014/main" id="{2D21562C-8B7E-44AB-AAA6-5D4EB6A2E4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6" name="直線コネクタ 129205">
                      <a:extLst>
                        <a:ext uri="{FF2B5EF4-FFF2-40B4-BE49-F238E27FC236}">
                          <a16:creationId xmlns:a16="http://schemas.microsoft.com/office/drawing/2014/main" id="{3CA01E62-3D83-495B-9712-EE9FD7931E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7" name="直線コネクタ 129206">
                      <a:extLst>
                        <a:ext uri="{FF2B5EF4-FFF2-40B4-BE49-F238E27FC236}">
                          <a16:creationId xmlns:a16="http://schemas.microsoft.com/office/drawing/2014/main" id="{DF3D7F90-B557-4F76-88E3-4C44A631DB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8" name="直線コネクタ 129207">
                      <a:extLst>
                        <a:ext uri="{FF2B5EF4-FFF2-40B4-BE49-F238E27FC236}">
                          <a16:creationId xmlns:a16="http://schemas.microsoft.com/office/drawing/2014/main" id="{A49805F0-AAD1-44BE-A538-F0EFE8154D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09" name="直線コネクタ 129208">
                      <a:extLst>
                        <a:ext uri="{FF2B5EF4-FFF2-40B4-BE49-F238E27FC236}">
                          <a16:creationId xmlns:a16="http://schemas.microsoft.com/office/drawing/2014/main" id="{B40D5EFF-7D4A-41CC-B376-3AFF85DCC6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0" name="直線コネクタ 129209">
                      <a:extLst>
                        <a:ext uri="{FF2B5EF4-FFF2-40B4-BE49-F238E27FC236}">
                          <a16:creationId xmlns:a16="http://schemas.microsoft.com/office/drawing/2014/main" id="{689D0A92-EB94-4943-B004-4228244234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1" name="直線コネクタ 129210">
                      <a:extLst>
                        <a:ext uri="{FF2B5EF4-FFF2-40B4-BE49-F238E27FC236}">
                          <a16:creationId xmlns:a16="http://schemas.microsoft.com/office/drawing/2014/main" id="{F5C13047-FCE5-4C5E-B46B-0D0C7B897B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2" name="直線コネクタ 129211">
                      <a:extLst>
                        <a:ext uri="{FF2B5EF4-FFF2-40B4-BE49-F238E27FC236}">
                          <a16:creationId xmlns:a16="http://schemas.microsoft.com/office/drawing/2014/main" id="{495EBB6B-0711-4507-8531-4C42B8C2F6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3" name="直線コネクタ 129212">
                      <a:extLst>
                        <a:ext uri="{FF2B5EF4-FFF2-40B4-BE49-F238E27FC236}">
                          <a16:creationId xmlns:a16="http://schemas.microsoft.com/office/drawing/2014/main" id="{34947841-5A36-4679-B002-0DC7B150AE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4" name="直線コネクタ 129213">
                      <a:extLst>
                        <a:ext uri="{FF2B5EF4-FFF2-40B4-BE49-F238E27FC236}">
                          <a16:creationId xmlns:a16="http://schemas.microsoft.com/office/drawing/2014/main" id="{F5C14680-DC5E-439A-BC4A-0F27C005B8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5" name="直線コネクタ 129214">
                      <a:extLst>
                        <a:ext uri="{FF2B5EF4-FFF2-40B4-BE49-F238E27FC236}">
                          <a16:creationId xmlns:a16="http://schemas.microsoft.com/office/drawing/2014/main" id="{F9CC095E-A0E3-4DDA-B448-508D0567AE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6" name="直線コネクタ 129215">
                      <a:extLst>
                        <a:ext uri="{FF2B5EF4-FFF2-40B4-BE49-F238E27FC236}">
                          <a16:creationId xmlns:a16="http://schemas.microsoft.com/office/drawing/2014/main" id="{9CB5E485-D7CE-4564-B610-A5ADE8538D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7" name="直線コネクタ 129216">
                      <a:extLst>
                        <a:ext uri="{FF2B5EF4-FFF2-40B4-BE49-F238E27FC236}">
                          <a16:creationId xmlns:a16="http://schemas.microsoft.com/office/drawing/2014/main" id="{A1FB7C05-5AF3-4ECC-86FB-CE8A9B07E2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8" name="直線コネクタ 129217">
                      <a:extLst>
                        <a:ext uri="{FF2B5EF4-FFF2-40B4-BE49-F238E27FC236}">
                          <a16:creationId xmlns:a16="http://schemas.microsoft.com/office/drawing/2014/main" id="{63D126EE-76C1-41AC-BF95-A22850DBB6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19" name="直線コネクタ 129218">
                      <a:extLst>
                        <a:ext uri="{FF2B5EF4-FFF2-40B4-BE49-F238E27FC236}">
                          <a16:creationId xmlns:a16="http://schemas.microsoft.com/office/drawing/2014/main" id="{649F3AB3-6B9B-48ED-9AAE-0556746B30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0" name="直線コネクタ 129219">
                      <a:extLst>
                        <a:ext uri="{FF2B5EF4-FFF2-40B4-BE49-F238E27FC236}">
                          <a16:creationId xmlns:a16="http://schemas.microsoft.com/office/drawing/2014/main" id="{9629905E-764A-4F4D-9A6F-03A9FC9C06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1" name="直線コネクタ 129220">
                      <a:extLst>
                        <a:ext uri="{FF2B5EF4-FFF2-40B4-BE49-F238E27FC236}">
                          <a16:creationId xmlns:a16="http://schemas.microsoft.com/office/drawing/2014/main" id="{C119B89C-8BF7-45C7-B184-5BA2B45F69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2" name="直線コネクタ 129221">
                      <a:extLst>
                        <a:ext uri="{FF2B5EF4-FFF2-40B4-BE49-F238E27FC236}">
                          <a16:creationId xmlns:a16="http://schemas.microsoft.com/office/drawing/2014/main" id="{4C9D757B-BB78-4BB1-8BB6-AF91EFFA0C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3" name="直線コネクタ 129222">
                      <a:extLst>
                        <a:ext uri="{FF2B5EF4-FFF2-40B4-BE49-F238E27FC236}">
                          <a16:creationId xmlns:a16="http://schemas.microsoft.com/office/drawing/2014/main" id="{1ECCDF43-17F2-48CA-9C20-CD2304A1A0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4" name="直線コネクタ 129223">
                      <a:extLst>
                        <a:ext uri="{FF2B5EF4-FFF2-40B4-BE49-F238E27FC236}">
                          <a16:creationId xmlns:a16="http://schemas.microsoft.com/office/drawing/2014/main" id="{812315B4-2984-4035-8A06-7452406C39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5" name="直線コネクタ 129224">
                      <a:extLst>
                        <a:ext uri="{FF2B5EF4-FFF2-40B4-BE49-F238E27FC236}">
                          <a16:creationId xmlns:a16="http://schemas.microsoft.com/office/drawing/2014/main" id="{D8987B12-4836-4087-9F12-1E5993420A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6" name="直線コネクタ 129225">
                      <a:extLst>
                        <a:ext uri="{FF2B5EF4-FFF2-40B4-BE49-F238E27FC236}">
                          <a16:creationId xmlns:a16="http://schemas.microsoft.com/office/drawing/2014/main" id="{FD4BA1DE-F37C-4920-A77E-A4A9F6E77B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7" name="直線コネクタ 129226">
                      <a:extLst>
                        <a:ext uri="{FF2B5EF4-FFF2-40B4-BE49-F238E27FC236}">
                          <a16:creationId xmlns:a16="http://schemas.microsoft.com/office/drawing/2014/main" id="{704AEF90-9C81-4FBB-A9E4-7DD4318FDE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8" name="直線コネクタ 129227">
                      <a:extLst>
                        <a:ext uri="{FF2B5EF4-FFF2-40B4-BE49-F238E27FC236}">
                          <a16:creationId xmlns:a16="http://schemas.microsoft.com/office/drawing/2014/main" id="{5D734FBC-0533-4162-B506-AB2A774DE9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29" name="直線コネクタ 129228">
                      <a:extLst>
                        <a:ext uri="{FF2B5EF4-FFF2-40B4-BE49-F238E27FC236}">
                          <a16:creationId xmlns:a16="http://schemas.microsoft.com/office/drawing/2014/main" id="{61A57C38-E5D1-4B1A-A1F5-4F19EBB926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0" name="直線コネクタ 129229">
                      <a:extLst>
                        <a:ext uri="{FF2B5EF4-FFF2-40B4-BE49-F238E27FC236}">
                          <a16:creationId xmlns:a16="http://schemas.microsoft.com/office/drawing/2014/main" id="{7E3A5FE6-DB45-4549-ABD0-5307E2505C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1" name="直線コネクタ 129230">
                      <a:extLst>
                        <a:ext uri="{FF2B5EF4-FFF2-40B4-BE49-F238E27FC236}">
                          <a16:creationId xmlns:a16="http://schemas.microsoft.com/office/drawing/2014/main" id="{EBC13912-6125-4F5B-BC96-7CC415A8CB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2" name="直線コネクタ 129231">
                      <a:extLst>
                        <a:ext uri="{FF2B5EF4-FFF2-40B4-BE49-F238E27FC236}">
                          <a16:creationId xmlns:a16="http://schemas.microsoft.com/office/drawing/2014/main" id="{DFB31DAA-8BAB-4A1E-AFC0-9C21F7DA68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3" name="直線コネクタ 129232">
                      <a:extLst>
                        <a:ext uri="{FF2B5EF4-FFF2-40B4-BE49-F238E27FC236}">
                          <a16:creationId xmlns:a16="http://schemas.microsoft.com/office/drawing/2014/main" id="{57D5EB95-CD92-4F7E-8146-B8A01E1D54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4" name="直線コネクタ 129233">
                      <a:extLst>
                        <a:ext uri="{FF2B5EF4-FFF2-40B4-BE49-F238E27FC236}">
                          <a16:creationId xmlns:a16="http://schemas.microsoft.com/office/drawing/2014/main" id="{0ADADD0C-ED26-44D5-B42B-972D9B523A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5" name="直線コネクタ 129234">
                      <a:extLst>
                        <a:ext uri="{FF2B5EF4-FFF2-40B4-BE49-F238E27FC236}">
                          <a16:creationId xmlns:a16="http://schemas.microsoft.com/office/drawing/2014/main" id="{426CA4CE-016C-4A7E-8717-AD22FFE00D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6" name="直線コネクタ 129235">
                      <a:extLst>
                        <a:ext uri="{FF2B5EF4-FFF2-40B4-BE49-F238E27FC236}">
                          <a16:creationId xmlns:a16="http://schemas.microsoft.com/office/drawing/2014/main" id="{1453EE83-3C3E-47C6-8ACA-CA724B444C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7" name="直線コネクタ 129236">
                      <a:extLst>
                        <a:ext uri="{FF2B5EF4-FFF2-40B4-BE49-F238E27FC236}">
                          <a16:creationId xmlns:a16="http://schemas.microsoft.com/office/drawing/2014/main" id="{D72BD57C-A30A-405A-A4B6-6FC7BDA863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8" name="直線コネクタ 129237">
                      <a:extLst>
                        <a:ext uri="{FF2B5EF4-FFF2-40B4-BE49-F238E27FC236}">
                          <a16:creationId xmlns:a16="http://schemas.microsoft.com/office/drawing/2014/main" id="{A4E4A636-0BB9-4400-8CCF-9920B82A4D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39" name="直線コネクタ 129238">
                      <a:extLst>
                        <a:ext uri="{FF2B5EF4-FFF2-40B4-BE49-F238E27FC236}">
                          <a16:creationId xmlns:a16="http://schemas.microsoft.com/office/drawing/2014/main" id="{E74185E7-A328-4004-8376-B920504ABB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40" name="直線コネクタ 129239">
                      <a:extLst>
                        <a:ext uri="{FF2B5EF4-FFF2-40B4-BE49-F238E27FC236}">
                          <a16:creationId xmlns:a16="http://schemas.microsoft.com/office/drawing/2014/main" id="{6DF726C9-617F-4682-BFCF-E779697577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9241" name="直線コネクタ 129240">
                      <a:extLst>
                        <a:ext uri="{FF2B5EF4-FFF2-40B4-BE49-F238E27FC236}">
                          <a16:creationId xmlns:a16="http://schemas.microsoft.com/office/drawing/2014/main" id="{DB8AE52B-A8AA-4EEE-B485-8341DD9858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29242" name="グループ化 129241">
                      <a:extLst>
                        <a:ext uri="{FF2B5EF4-FFF2-40B4-BE49-F238E27FC236}">
                          <a16:creationId xmlns:a16="http://schemas.microsoft.com/office/drawing/2014/main" id="{5CA91E26-EF6D-4BFB-A9D6-529F0118DA3E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418" name="直線コネクタ 129417">
                        <a:extLst>
                          <a:ext uri="{FF2B5EF4-FFF2-40B4-BE49-F238E27FC236}">
                            <a16:creationId xmlns:a16="http://schemas.microsoft.com/office/drawing/2014/main" id="{F9382F8A-7E04-40D9-926A-AE79A222C6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19" name="直線コネクタ 129418">
                        <a:extLst>
                          <a:ext uri="{FF2B5EF4-FFF2-40B4-BE49-F238E27FC236}">
                            <a16:creationId xmlns:a16="http://schemas.microsoft.com/office/drawing/2014/main" id="{265CC6C8-5597-4777-A440-DDBD77A114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0" name="直線コネクタ 129419">
                        <a:extLst>
                          <a:ext uri="{FF2B5EF4-FFF2-40B4-BE49-F238E27FC236}">
                            <a16:creationId xmlns:a16="http://schemas.microsoft.com/office/drawing/2014/main" id="{456B04D3-C56C-45CA-8321-9A4E60559B0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1" name="直線コネクタ 129420">
                        <a:extLst>
                          <a:ext uri="{FF2B5EF4-FFF2-40B4-BE49-F238E27FC236}">
                            <a16:creationId xmlns:a16="http://schemas.microsoft.com/office/drawing/2014/main" id="{10EF508F-8F61-4C92-9B5E-B637E480D6C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2" name="直線コネクタ 129421">
                        <a:extLst>
                          <a:ext uri="{FF2B5EF4-FFF2-40B4-BE49-F238E27FC236}">
                            <a16:creationId xmlns:a16="http://schemas.microsoft.com/office/drawing/2014/main" id="{106F14E9-F50F-42B4-BC1A-BCB202AD5AB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3" name="直線コネクタ 129422">
                        <a:extLst>
                          <a:ext uri="{FF2B5EF4-FFF2-40B4-BE49-F238E27FC236}">
                            <a16:creationId xmlns:a16="http://schemas.microsoft.com/office/drawing/2014/main" id="{05619C39-FAE2-44E7-A8C9-2FA2352D28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4" name="直線コネクタ 129423">
                        <a:extLst>
                          <a:ext uri="{FF2B5EF4-FFF2-40B4-BE49-F238E27FC236}">
                            <a16:creationId xmlns:a16="http://schemas.microsoft.com/office/drawing/2014/main" id="{0D763BDB-FD70-46EB-A1D4-DD3D4083C14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5" name="直線コネクタ 129424">
                        <a:extLst>
                          <a:ext uri="{FF2B5EF4-FFF2-40B4-BE49-F238E27FC236}">
                            <a16:creationId xmlns:a16="http://schemas.microsoft.com/office/drawing/2014/main" id="{5B76AC96-AD38-4B4A-AFDF-3645A87DD9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6" name="直線コネクタ 129425">
                        <a:extLst>
                          <a:ext uri="{FF2B5EF4-FFF2-40B4-BE49-F238E27FC236}">
                            <a16:creationId xmlns:a16="http://schemas.microsoft.com/office/drawing/2014/main" id="{FE257C41-9595-4DF9-9CB0-D720F4614D0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7" name="直線コネクタ 129426">
                        <a:extLst>
                          <a:ext uri="{FF2B5EF4-FFF2-40B4-BE49-F238E27FC236}">
                            <a16:creationId xmlns:a16="http://schemas.microsoft.com/office/drawing/2014/main" id="{B9D7F3FA-DC2B-4095-8B94-275891D79C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8" name="直線コネクタ 129427">
                        <a:extLst>
                          <a:ext uri="{FF2B5EF4-FFF2-40B4-BE49-F238E27FC236}">
                            <a16:creationId xmlns:a16="http://schemas.microsoft.com/office/drawing/2014/main" id="{C317ABF4-AE2D-44B0-9C89-346D69260A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29" name="直線コネクタ 129428">
                        <a:extLst>
                          <a:ext uri="{FF2B5EF4-FFF2-40B4-BE49-F238E27FC236}">
                            <a16:creationId xmlns:a16="http://schemas.microsoft.com/office/drawing/2014/main" id="{52F81EBC-947F-4CC9-8B4A-1C64CEB21B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0" name="直線コネクタ 129429">
                        <a:extLst>
                          <a:ext uri="{FF2B5EF4-FFF2-40B4-BE49-F238E27FC236}">
                            <a16:creationId xmlns:a16="http://schemas.microsoft.com/office/drawing/2014/main" id="{79B3BFB9-9128-4B36-A4F4-80A0EA8AA8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1" name="直線コネクタ 129430">
                        <a:extLst>
                          <a:ext uri="{FF2B5EF4-FFF2-40B4-BE49-F238E27FC236}">
                            <a16:creationId xmlns:a16="http://schemas.microsoft.com/office/drawing/2014/main" id="{39AEFCE7-E25B-4D52-8852-96165D8712B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2" name="直線コネクタ 129431">
                        <a:extLst>
                          <a:ext uri="{FF2B5EF4-FFF2-40B4-BE49-F238E27FC236}">
                            <a16:creationId xmlns:a16="http://schemas.microsoft.com/office/drawing/2014/main" id="{D54EADC2-44C1-4E6F-917A-ECCEE6EAA3C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3" name="直線コネクタ 129432">
                        <a:extLst>
                          <a:ext uri="{FF2B5EF4-FFF2-40B4-BE49-F238E27FC236}">
                            <a16:creationId xmlns:a16="http://schemas.microsoft.com/office/drawing/2014/main" id="{46659C6A-94AE-4A2B-89E7-0BDD79FFE3C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4" name="直線コネクタ 129433">
                        <a:extLst>
                          <a:ext uri="{FF2B5EF4-FFF2-40B4-BE49-F238E27FC236}">
                            <a16:creationId xmlns:a16="http://schemas.microsoft.com/office/drawing/2014/main" id="{2B6F1CFE-E04E-487D-908C-20FCF72716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5" name="直線コネクタ 129434">
                        <a:extLst>
                          <a:ext uri="{FF2B5EF4-FFF2-40B4-BE49-F238E27FC236}">
                            <a16:creationId xmlns:a16="http://schemas.microsoft.com/office/drawing/2014/main" id="{B9701D6A-341E-4B71-B423-9252F1B19C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6" name="直線コネクタ 129435">
                        <a:extLst>
                          <a:ext uri="{FF2B5EF4-FFF2-40B4-BE49-F238E27FC236}">
                            <a16:creationId xmlns:a16="http://schemas.microsoft.com/office/drawing/2014/main" id="{7CD6BB73-DDBE-43B8-A11C-44213B8CB2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7" name="直線コネクタ 129436">
                        <a:extLst>
                          <a:ext uri="{FF2B5EF4-FFF2-40B4-BE49-F238E27FC236}">
                            <a16:creationId xmlns:a16="http://schemas.microsoft.com/office/drawing/2014/main" id="{ED503439-51E2-4991-B9C7-C482936A7A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8" name="直線コネクタ 129437">
                        <a:extLst>
                          <a:ext uri="{FF2B5EF4-FFF2-40B4-BE49-F238E27FC236}">
                            <a16:creationId xmlns:a16="http://schemas.microsoft.com/office/drawing/2014/main" id="{68FFEA05-8EF9-4779-98FB-E6D4E945B7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39" name="直線コネクタ 129438">
                        <a:extLst>
                          <a:ext uri="{FF2B5EF4-FFF2-40B4-BE49-F238E27FC236}">
                            <a16:creationId xmlns:a16="http://schemas.microsoft.com/office/drawing/2014/main" id="{3F132EAE-DFE7-4CA8-96C3-FC3ABD3D01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0" name="直線コネクタ 129439">
                        <a:extLst>
                          <a:ext uri="{FF2B5EF4-FFF2-40B4-BE49-F238E27FC236}">
                            <a16:creationId xmlns:a16="http://schemas.microsoft.com/office/drawing/2014/main" id="{D6EA812F-9224-492F-A397-A7735E5CEC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1" name="直線コネクタ 129440">
                        <a:extLst>
                          <a:ext uri="{FF2B5EF4-FFF2-40B4-BE49-F238E27FC236}">
                            <a16:creationId xmlns:a16="http://schemas.microsoft.com/office/drawing/2014/main" id="{60AD3318-79C3-49AC-BABD-3A9144F5E4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2" name="直線コネクタ 129441">
                        <a:extLst>
                          <a:ext uri="{FF2B5EF4-FFF2-40B4-BE49-F238E27FC236}">
                            <a16:creationId xmlns:a16="http://schemas.microsoft.com/office/drawing/2014/main" id="{C3299C20-509D-441F-ADF1-8FCE1A2A21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3" name="直線コネクタ 129442">
                        <a:extLst>
                          <a:ext uri="{FF2B5EF4-FFF2-40B4-BE49-F238E27FC236}">
                            <a16:creationId xmlns:a16="http://schemas.microsoft.com/office/drawing/2014/main" id="{7CB71533-8BF8-46D8-B8A5-A17656CA5E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4" name="直線コネクタ 129443">
                        <a:extLst>
                          <a:ext uri="{FF2B5EF4-FFF2-40B4-BE49-F238E27FC236}">
                            <a16:creationId xmlns:a16="http://schemas.microsoft.com/office/drawing/2014/main" id="{8B3FEA76-5692-4F18-A4EB-44934B489B1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5" name="直線コネクタ 129444">
                        <a:extLst>
                          <a:ext uri="{FF2B5EF4-FFF2-40B4-BE49-F238E27FC236}">
                            <a16:creationId xmlns:a16="http://schemas.microsoft.com/office/drawing/2014/main" id="{BD911943-CF7A-4CF3-9E9D-7E279438A3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6" name="直線コネクタ 129445">
                        <a:extLst>
                          <a:ext uri="{FF2B5EF4-FFF2-40B4-BE49-F238E27FC236}">
                            <a16:creationId xmlns:a16="http://schemas.microsoft.com/office/drawing/2014/main" id="{16D8FCDC-3AB3-44E4-B54A-3F1352DB632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7" name="直線コネクタ 129446">
                        <a:extLst>
                          <a:ext uri="{FF2B5EF4-FFF2-40B4-BE49-F238E27FC236}">
                            <a16:creationId xmlns:a16="http://schemas.microsoft.com/office/drawing/2014/main" id="{67EA2916-5E45-4371-827F-F48B07A8880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8" name="直線コネクタ 129447">
                        <a:extLst>
                          <a:ext uri="{FF2B5EF4-FFF2-40B4-BE49-F238E27FC236}">
                            <a16:creationId xmlns:a16="http://schemas.microsoft.com/office/drawing/2014/main" id="{7ACF6907-2DF1-427A-BAE0-82D4B9BE00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49" name="直線コネクタ 129448">
                        <a:extLst>
                          <a:ext uri="{FF2B5EF4-FFF2-40B4-BE49-F238E27FC236}">
                            <a16:creationId xmlns:a16="http://schemas.microsoft.com/office/drawing/2014/main" id="{42358D44-37F4-4294-8716-FAA79BF2B7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0" name="直線コネクタ 129449">
                        <a:extLst>
                          <a:ext uri="{FF2B5EF4-FFF2-40B4-BE49-F238E27FC236}">
                            <a16:creationId xmlns:a16="http://schemas.microsoft.com/office/drawing/2014/main" id="{FD644236-7A5C-4C05-8614-C55C709A06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1" name="直線コネクタ 129450">
                        <a:extLst>
                          <a:ext uri="{FF2B5EF4-FFF2-40B4-BE49-F238E27FC236}">
                            <a16:creationId xmlns:a16="http://schemas.microsoft.com/office/drawing/2014/main" id="{E88C7780-0343-4166-BD62-BB85AC38CE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2" name="直線コネクタ 129451">
                        <a:extLst>
                          <a:ext uri="{FF2B5EF4-FFF2-40B4-BE49-F238E27FC236}">
                            <a16:creationId xmlns:a16="http://schemas.microsoft.com/office/drawing/2014/main" id="{1090E36E-283A-443E-B383-8AE55CC594C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3" name="直線コネクタ 129452">
                        <a:extLst>
                          <a:ext uri="{FF2B5EF4-FFF2-40B4-BE49-F238E27FC236}">
                            <a16:creationId xmlns:a16="http://schemas.microsoft.com/office/drawing/2014/main" id="{67C547BE-7868-4A3A-B868-9BC4F5150F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4" name="直線コネクタ 129453">
                        <a:extLst>
                          <a:ext uri="{FF2B5EF4-FFF2-40B4-BE49-F238E27FC236}">
                            <a16:creationId xmlns:a16="http://schemas.microsoft.com/office/drawing/2014/main" id="{6E40DFF8-F988-458B-8980-8FD2E750601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5" name="直線コネクタ 129454">
                        <a:extLst>
                          <a:ext uri="{FF2B5EF4-FFF2-40B4-BE49-F238E27FC236}">
                            <a16:creationId xmlns:a16="http://schemas.microsoft.com/office/drawing/2014/main" id="{5917E9C6-9F86-4B22-8EAF-0237AA5039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6" name="直線コネクタ 129455">
                        <a:extLst>
                          <a:ext uri="{FF2B5EF4-FFF2-40B4-BE49-F238E27FC236}">
                            <a16:creationId xmlns:a16="http://schemas.microsoft.com/office/drawing/2014/main" id="{BEB85D72-31CA-4A05-B79B-787F7E884B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7" name="直線コネクタ 129456">
                        <a:extLst>
                          <a:ext uri="{FF2B5EF4-FFF2-40B4-BE49-F238E27FC236}">
                            <a16:creationId xmlns:a16="http://schemas.microsoft.com/office/drawing/2014/main" id="{32C5486A-2601-41FE-A10B-5F520D0413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8" name="直線コネクタ 129457">
                        <a:extLst>
                          <a:ext uri="{FF2B5EF4-FFF2-40B4-BE49-F238E27FC236}">
                            <a16:creationId xmlns:a16="http://schemas.microsoft.com/office/drawing/2014/main" id="{CE9E0C17-2FA7-452A-B098-BBEE948C52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59" name="直線コネクタ 129458">
                        <a:extLst>
                          <a:ext uri="{FF2B5EF4-FFF2-40B4-BE49-F238E27FC236}">
                            <a16:creationId xmlns:a16="http://schemas.microsoft.com/office/drawing/2014/main" id="{8FC35970-0D9A-4ED5-AF1B-1B5A3B3CD0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243" name="グループ化 129242">
                      <a:extLst>
                        <a:ext uri="{FF2B5EF4-FFF2-40B4-BE49-F238E27FC236}">
                          <a16:creationId xmlns:a16="http://schemas.microsoft.com/office/drawing/2014/main" id="{E41A6EC2-AFAA-489D-A487-AD3D7D8907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29409" name="正方形/長方形 129408">
                        <a:extLst>
                          <a:ext uri="{FF2B5EF4-FFF2-40B4-BE49-F238E27FC236}">
                            <a16:creationId xmlns:a16="http://schemas.microsoft.com/office/drawing/2014/main" id="{EFCDBCEE-0A45-4F1D-AD4A-70113377D9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410" name="正方形/長方形 129409">
                        <a:extLst>
                          <a:ext uri="{FF2B5EF4-FFF2-40B4-BE49-F238E27FC236}">
                            <a16:creationId xmlns:a16="http://schemas.microsoft.com/office/drawing/2014/main" id="{B562B8B4-0BB3-4E0B-82F6-CA18C72D0A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411" name="正方形/長方形 129410">
                        <a:extLst>
                          <a:ext uri="{FF2B5EF4-FFF2-40B4-BE49-F238E27FC236}">
                            <a16:creationId xmlns:a16="http://schemas.microsoft.com/office/drawing/2014/main" id="{14619D2C-F4DB-43A1-966F-507FA8A162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412" name="正方形/長方形 129411">
                        <a:extLst>
                          <a:ext uri="{FF2B5EF4-FFF2-40B4-BE49-F238E27FC236}">
                            <a16:creationId xmlns:a16="http://schemas.microsoft.com/office/drawing/2014/main" id="{AD76DDCC-0F9E-41FF-9C93-0EA99D1FC5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413" name="正方形/長方形 129412">
                        <a:extLst>
                          <a:ext uri="{FF2B5EF4-FFF2-40B4-BE49-F238E27FC236}">
                            <a16:creationId xmlns:a16="http://schemas.microsoft.com/office/drawing/2014/main" id="{5FFF962C-6C8A-4067-87E6-0BEE1A0E19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414" name="正方形/長方形 129413">
                        <a:extLst>
                          <a:ext uri="{FF2B5EF4-FFF2-40B4-BE49-F238E27FC236}">
                            <a16:creationId xmlns:a16="http://schemas.microsoft.com/office/drawing/2014/main" id="{988C4221-EFAA-4179-ACF2-D3F8AF8CD5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415" name="正方形/長方形 129414">
                        <a:extLst>
                          <a:ext uri="{FF2B5EF4-FFF2-40B4-BE49-F238E27FC236}">
                            <a16:creationId xmlns:a16="http://schemas.microsoft.com/office/drawing/2014/main" id="{19F788EB-19A6-4719-9B9E-1FA58477401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416" name="正方形/長方形 129415">
                        <a:extLst>
                          <a:ext uri="{FF2B5EF4-FFF2-40B4-BE49-F238E27FC236}">
                            <a16:creationId xmlns:a16="http://schemas.microsoft.com/office/drawing/2014/main" id="{8B42A23D-7542-4BF6-8CE5-DE9F34BD0D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417" name="正方形/長方形 129416">
                        <a:extLst>
                          <a:ext uri="{FF2B5EF4-FFF2-40B4-BE49-F238E27FC236}">
                            <a16:creationId xmlns:a16="http://schemas.microsoft.com/office/drawing/2014/main" id="{EBC1FD8A-6FBB-48EF-ACA2-C89D44DFCAA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29244" name="グループ化 129243">
                      <a:extLst>
                        <a:ext uri="{FF2B5EF4-FFF2-40B4-BE49-F238E27FC236}">
                          <a16:creationId xmlns:a16="http://schemas.microsoft.com/office/drawing/2014/main" id="{7402B037-CE31-4ED5-9964-D087CFB9A1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401" name="直線コネクタ 129400">
                        <a:extLst>
                          <a:ext uri="{FF2B5EF4-FFF2-40B4-BE49-F238E27FC236}">
                            <a16:creationId xmlns:a16="http://schemas.microsoft.com/office/drawing/2014/main" id="{7CED86D8-2084-4223-BA61-043E0ED1F3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02" name="直線コネクタ 129401">
                        <a:extLst>
                          <a:ext uri="{FF2B5EF4-FFF2-40B4-BE49-F238E27FC236}">
                            <a16:creationId xmlns:a16="http://schemas.microsoft.com/office/drawing/2014/main" id="{AA01027C-A65A-4621-BB30-4619A53387A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03" name="直線コネクタ 129402">
                        <a:extLst>
                          <a:ext uri="{FF2B5EF4-FFF2-40B4-BE49-F238E27FC236}">
                            <a16:creationId xmlns:a16="http://schemas.microsoft.com/office/drawing/2014/main" id="{203AF77E-E010-4D65-B0A9-717A48BE4A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04" name="直線コネクタ 129403">
                        <a:extLst>
                          <a:ext uri="{FF2B5EF4-FFF2-40B4-BE49-F238E27FC236}">
                            <a16:creationId xmlns:a16="http://schemas.microsoft.com/office/drawing/2014/main" id="{82EBD8A7-D4BE-4B4B-BDF3-A7F01FFF92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05" name="直線コネクタ 129404">
                        <a:extLst>
                          <a:ext uri="{FF2B5EF4-FFF2-40B4-BE49-F238E27FC236}">
                            <a16:creationId xmlns:a16="http://schemas.microsoft.com/office/drawing/2014/main" id="{E31F71E2-39AC-45AC-B00D-B40C5FEEA8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06" name="直線コネクタ 129405">
                        <a:extLst>
                          <a:ext uri="{FF2B5EF4-FFF2-40B4-BE49-F238E27FC236}">
                            <a16:creationId xmlns:a16="http://schemas.microsoft.com/office/drawing/2014/main" id="{2EF289E7-9750-4A7A-95D9-1AB09C1038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07" name="直線コネクタ 129406">
                        <a:extLst>
                          <a:ext uri="{FF2B5EF4-FFF2-40B4-BE49-F238E27FC236}">
                            <a16:creationId xmlns:a16="http://schemas.microsoft.com/office/drawing/2014/main" id="{EF56C32A-C6F3-4AA3-BD7F-E7E0CF93235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08" name="直線コネクタ 129407">
                        <a:extLst>
                          <a:ext uri="{FF2B5EF4-FFF2-40B4-BE49-F238E27FC236}">
                            <a16:creationId xmlns:a16="http://schemas.microsoft.com/office/drawing/2014/main" id="{CE736B5A-DD83-4F01-9470-1E0C882457D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245" name="グループ化 129244">
                      <a:extLst>
                        <a:ext uri="{FF2B5EF4-FFF2-40B4-BE49-F238E27FC236}">
                          <a16:creationId xmlns:a16="http://schemas.microsoft.com/office/drawing/2014/main" id="{0B39256B-70F0-44D8-9F50-7B1791E130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393" name="直線コネクタ 129392">
                        <a:extLst>
                          <a:ext uri="{FF2B5EF4-FFF2-40B4-BE49-F238E27FC236}">
                            <a16:creationId xmlns:a16="http://schemas.microsoft.com/office/drawing/2014/main" id="{39EF5B8F-1E74-49A2-9826-201A252A56D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4" name="直線コネクタ 129393">
                        <a:extLst>
                          <a:ext uri="{FF2B5EF4-FFF2-40B4-BE49-F238E27FC236}">
                            <a16:creationId xmlns:a16="http://schemas.microsoft.com/office/drawing/2014/main" id="{E6AAD2C5-67DA-475B-923C-34C10EA54D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5" name="直線コネクタ 129394">
                        <a:extLst>
                          <a:ext uri="{FF2B5EF4-FFF2-40B4-BE49-F238E27FC236}">
                            <a16:creationId xmlns:a16="http://schemas.microsoft.com/office/drawing/2014/main" id="{5FBFB9E6-4FA8-4ECA-8DFF-C7306B6ECB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6" name="直線コネクタ 129395">
                        <a:extLst>
                          <a:ext uri="{FF2B5EF4-FFF2-40B4-BE49-F238E27FC236}">
                            <a16:creationId xmlns:a16="http://schemas.microsoft.com/office/drawing/2014/main" id="{6AECB398-32AB-44C2-9EAC-C2DE03BD5A6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7" name="直線コネクタ 129396">
                        <a:extLst>
                          <a:ext uri="{FF2B5EF4-FFF2-40B4-BE49-F238E27FC236}">
                            <a16:creationId xmlns:a16="http://schemas.microsoft.com/office/drawing/2014/main" id="{5AA49C14-CD2B-4BA0-A7AE-80AD4959A0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8" name="直線コネクタ 129397">
                        <a:extLst>
                          <a:ext uri="{FF2B5EF4-FFF2-40B4-BE49-F238E27FC236}">
                            <a16:creationId xmlns:a16="http://schemas.microsoft.com/office/drawing/2014/main" id="{4953D179-FDE4-41C3-80AC-F2168D06E7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9" name="直線コネクタ 129398">
                        <a:extLst>
                          <a:ext uri="{FF2B5EF4-FFF2-40B4-BE49-F238E27FC236}">
                            <a16:creationId xmlns:a16="http://schemas.microsoft.com/office/drawing/2014/main" id="{90F55EF5-DBC5-483B-A94A-96202D5B402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400" name="直線コネクタ 129399">
                        <a:extLst>
                          <a:ext uri="{FF2B5EF4-FFF2-40B4-BE49-F238E27FC236}">
                            <a16:creationId xmlns:a16="http://schemas.microsoft.com/office/drawing/2014/main" id="{C77A3E2B-0F15-458A-8614-034FA9B1DD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246" name="グループ化 129245">
                      <a:extLst>
                        <a:ext uri="{FF2B5EF4-FFF2-40B4-BE49-F238E27FC236}">
                          <a16:creationId xmlns:a16="http://schemas.microsoft.com/office/drawing/2014/main" id="{300A3E83-3320-4CD7-AEC0-792A0EBF45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351" name="直線コネクタ 129350">
                        <a:extLst>
                          <a:ext uri="{FF2B5EF4-FFF2-40B4-BE49-F238E27FC236}">
                            <a16:creationId xmlns:a16="http://schemas.microsoft.com/office/drawing/2014/main" id="{632691EA-E267-41DA-873A-B39BC24BAF2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2" name="直線コネクタ 129351">
                        <a:extLst>
                          <a:ext uri="{FF2B5EF4-FFF2-40B4-BE49-F238E27FC236}">
                            <a16:creationId xmlns:a16="http://schemas.microsoft.com/office/drawing/2014/main" id="{289A588D-6855-4F4B-A4C2-E0A26441EBA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3" name="直線コネクタ 129352">
                        <a:extLst>
                          <a:ext uri="{FF2B5EF4-FFF2-40B4-BE49-F238E27FC236}">
                            <a16:creationId xmlns:a16="http://schemas.microsoft.com/office/drawing/2014/main" id="{13F11395-639B-4746-B97D-3085DBA53C0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4" name="直線コネクタ 129353">
                        <a:extLst>
                          <a:ext uri="{FF2B5EF4-FFF2-40B4-BE49-F238E27FC236}">
                            <a16:creationId xmlns:a16="http://schemas.microsoft.com/office/drawing/2014/main" id="{242553BB-8B79-4610-B38F-3BBE80AA4A3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5" name="直線コネクタ 129354">
                        <a:extLst>
                          <a:ext uri="{FF2B5EF4-FFF2-40B4-BE49-F238E27FC236}">
                            <a16:creationId xmlns:a16="http://schemas.microsoft.com/office/drawing/2014/main" id="{5A9CCC2E-110C-4091-948A-664A19CC5B3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6" name="直線コネクタ 129355">
                        <a:extLst>
                          <a:ext uri="{FF2B5EF4-FFF2-40B4-BE49-F238E27FC236}">
                            <a16:creationId xmlns:a16="http://schemas.microsoft.com/office/drawing/2014/main" id="{511D85E4-7B72-461A-A7B2-A4CE357BEC4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7" name="直線コネクタ 129356">
                        <a:extLst>
                          <a:ext uri="{FF2B5EF4-FFF2-40B4-BE49-F238E27FC236}">
                            <a16:creationId xmlns:a16="http://schemas.microsoft.com/office/drawing/2014/main" id="{876F54C5-08DA-46A3-B147-F040B084CCF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8" name="直線コネクタ 129357">
                        <a:extLst>
                          <a:ext uri="{FF2B5EF4-FFF2-40B4-BE49-F238E27FC236}">
                            <a16:creationId xmlns:a16="http://schemas.microsoft.com/office/drawing/2014/main" id="{2B49F51C-F8A1-425C-AA2D-3616440B84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9" name="直線コネクタ 129358">
                        <a:extLst>
                          <a:ext uri="{FF2B5EF4-FFF2-40B4-BE49-F238E27FC236}">
                            <a16:creationId xmlns:a16="http://schemas.microsoft.com/office/drawing/2014/main" id="{990E40E2-D1D4-49DF-AE25-491EF7C3D0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0" name="直線コネクタ 129359">
                        <a:extLst>
                          <a:ext uri="{FF2B5EF4-FFF2-40B4-BE49-F238E27FC236}">
                            <a16:creationId xmlns:a16="http://schemas.microsoft.com/office/drawing/2014/main" id="{68F67ED8-4FB5-4D24-B022-272B41951B3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1" name="直線コネクタ 129360">
                        <a:extLst>
                          <a:ext uri="{FF2B5EF4-FFF2-40B4-BE49-F238E27FC236}">
                            <a16:creationId xmlns:a16="http://schemas.microsoft.com/office/drawing/2014/main" id="{3D753E68-2143-44B9-9A26-050F0E38A7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2" name="直線コネクタ 129361">
                        <a:extLst>
                          <a:ext uri="{FF2B5EF4-FFF2-40B4-BE49-F238E27FC236}">
                            <a16:creationId xmlns:a16="http://schemas.microsoft.com/office/drawing/2014/main" id="{2BE67AC8-5DEF-4141-9B0F-4274950CAD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3" name="直線コネクタ 129362">
                        <a:extLst>
                          <a:ext uri="{FF2B5EF4-FFF2-40B4-BE49-F238E27FC236}">
                            <a16:creationId xmlns:a16="http://schemas.microsoft.com/office/drawing/2014/main" id="{D8C8421F-FEFC-4D1D-A573-25B8F7474C0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4" name="直線コネクタ 129363">
                        <a:extLst>
                          <a:ext uri="{FF2B5EF4-FFF2-40B4-BE49-F238E27FC236}">
                            <a16:creationId xmlns:a16="http://schemas.microsoft.com/office/drawing/2014/main" id="{571B726A-89E1-4FBC-9932-9CB2F91B81F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5" name="直線コネクタ 129364">
                        <a:extLst>
                          <a:ext uri="{FF2B5EF4-FFF2-40B4-BE49-F238E27FC236}">
                            <a16:creationId xmlns:a16="http://schemas.microsoft.com/office/drawing/2014/main" id="{06AC2353-9909-4D3C-A702-5FC082317E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6" name="直線コネクタ 129365">
                        <a:extLst>
                          <a:ext uri="{FF2B5EF4-FFF2-40B4-BE49-F238E27FC236}">
                            <a16:creationId xmlns:a16="http://schemas.microsoft.com/office/drawing/2014/main" id="{0213AB7A-9F91-4F50-9804-8C713EBC0F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7" name="直線コネクタ 129366">
                        <a:extLst>
                          <a:ext uri="{FF2B5EF4-FFF2-40B4-BE49-F238E27FC236}">
                            <a16:creationId xmlns:a16="http://schemas.microsoft.com/office/drawing/2014/main" id="{228DC7D0-410B-44FC-9F3B-468A43F38F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8" name="直線コネクタ 129367">
                        <a:extLst>
                          <a:ext uri="{FF2B5EF4-FFF2-40B4-BE49-F238E27FC236}">
                            <a16:creationId xmlns:a16="http://schemas.microsoft.com/office/drawing/2014/main" id="{AA6BAD82-5599-4367-B6A6-42A855F96BC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69" name="直線コネクタ 129368">
                        <a:extLst>
                          <a:ext uri="{FF2B5EF4-FFF2-40B4-BE49-F238E27FC236}">
                            <a16:creationId xmlns:a16="http://schemas.microsoft.com/office/drawing/2014/main" id="{9C400B57-BB06-4459-B769-01C0BA2EFB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0" name="直線コネクタ 129369">
                        <a:extLst>
                          <a:ext uri="{FF2B5EF4-FFF2-40B4-BE49-F238E27FC236}">
                            <a16:creationId xmlns:a16="http://schemas.microsoft.com/office/drawing/2014/main" id="{6CC9CE48-9E86-4EB0-A57B-0BFE0AA45A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1" name="直線コネクタ 129370">
                        <a:extLst>
                          <a:ext uri="{FF2B5EF4-FFF2-40B4-BE49-F238E27FC236}">
                            <a16:creationId xmlns:a16="http://schemas.microsoft.com/office/drawing/2014/main" id="{541266CB-7D13-4E76-A9E5-31D52F8ADE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2" name="直線コネクタ 129371">
                        <a:extLst>
                          <a:ext uri="{FF2B5EF4-FFF2-40B4-BE49-F238E27FC236}">
                            <a16:creationId xmlns:a16="http://schemas.microsoft.com/office/drawing/2014/main" id="{EDBB2049-E2B1-4145-91E8-495576CE86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3" name="直線コネクタ 129372">
                        <a:extLst>
                          <a:ext uri="{FF2B5EF4-FFF2-40B4-BE49-F238E27FC236}">
                            <a16:creationId xmlns:a16="http://schemas.microsoft.com/office/drawing/2014/main" id="{AA99C5F6-EB29-4994-A28E-4FDA9E583D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4" name="直線コネクタ 129373">
                        <a:extLst>
                          <a:ext uri="{FF2B5EF4-FFF2-40B4-BE49-F238E27FC236}">
                            <a16:creationId xmlns:a16="http://schemas.microsoft.com/office/drawing/2014/main" id="{5972F5A8-C981-4BA5-9A5C-9794836553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5" name="直線コネクタ 129374">
                        <a:extLst>
                          <a:ext uri="{FF2B5EF4-FFF2-40B4-BE49-F238E27FC236}">
                            <a16:creationId xmlns:a16="http://schemas.microsoft.com/office/drawing/2014/main" id="{0475C2C5-5587-4587-9456-E93AE619F8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6" name="直線コネクタ 129375">
                        <a:extLst>
                          <a:ext uri="{FF2B5EF4-FFF2-40B4-BE49-F238E27FC236}">
                            <a16:creationId xmlns:a16="http://schemas.microsoft.com/office/drawing/2014/main" id="{EC926266-A28A-4CFC-B396-876AB8C093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7" name="直線コネクタ 129376">
                        <a:extLst>
                          <a:ext uri="{FF2B5EF4-FFF2-40B4-BE49-F238E27FC236}">
                            <a16:creationId xmlns:a16="http://schemas.microsoft.com/office/drawing/2014/main" id="{E72FF011-35AE-44F3-BA9B-E57FC26705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8" name="直線コネクタ 129377">
                        <a:extLst>
                          <a:ext uri="{FF2B5EF4-FFF2-40B4-BE49-F238E27FC236}">
                            <a16:creationId xmlns:a16="http://schemas.microsoft.com/office/drawing/2014/main" id="{C100F554-2CF1-4A43-A4B9-40AA7834B4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79" name="直線コネクタ 129378">
                        <a:extLst>
                          <a:ext uri="{FF2B5EF4-FFF2-40B4-BE49-F238E27FC236}">
                            <a16:creationId xmlns:a16="http://schemas.microsoft.com/office/drawing/2014/main" id="{1725DBBE-8181-4372-942B-0373A95663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0" name="直線コネクタ 129379">
                        <a:extLst>
                          <a:ext uri="{FF2B5EF4-FFF2-40B4-BE49-F238E27FC236}">
                            <a16:creationId xmlns:a16="http://schemas.microsoft.com/office/drawing/2014/main" id="{344AC818-F4D7-4A51-B2FA-E7E0B1A24A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1" name="直線コネクタ 129380">
                        <a:extLst>
                          <a:ext uri="{FF2B5EF4-FFF2-40B4-BE49-F238E27FC236}">
                            <a16:creationId xmlns:a16="http://schemas.microsoft.com/office/drawing/2014/main" id="{2591D8F2-2D9A-42DA-B2A6-5A3B5CBD597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2" name="直線コネクタ 129381">
                        <a:extLst>
                          <a:ext uri="{FF2B5EF4-FFF2-40B4-BE49-F238E27FC236}">
                            <a16:creationId xmlns:a16="http://schemas.microsoft.com/office/drawing/2014/main" id="{F7A178B0-78C9-4B50-9062-9634B56DD7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3" name="直線コネクタ 129382">
                        <a:extLst>
                          <a:ext uri="{FF2B5EF4-FFF2-40B4-BE49-F238E27FC236}">
                            <a16:creationId xmlns:a16="http://schemas.microsoft.com/office/drawing/2014/main" id="{018756FD-3366-42CA-AE06-12970B4F1B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4" name="直線コネクタ 129383">
                        <a:extLst>
                          <a:ext uri="{FF2B5EF4-FFF2-40B4-BE49-F238E27FC236}">
                            <a16:creationId xmlns:a16="http://schemas.microsoft.com/office/drawing/2014/main" id="{BB5B42F2-DB89-46BB-858B-9690AFCCEB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5" name="直線コネクタ 129384">
                        <a:extLst>
                          <a:ext uri="{FF2B5EF4-FFF2-40B4-BE49-F238E27FC236}">
                            <a16:creationId xmlns:a16="http://schemas.microsoft.com/office/drawing/2014/main" id="{4DAE781A-F196-438B-8F26-E60A6ADB50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6" name="直線コネクタ 129385">
                        <a:extLst>
                          <a:ext uri="{FF2B5EF4-FFF2-40B4-BE49-F238E27FC236}">
                            <a16:creationId xmlns:a16="http://schemas.microsoft.com/office/drawing/2014/main" id="{1D61E591-6EFB-439A-B8E6-A26883DD34C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7" name="直線コネクタ 129386">
                        <a:extLst>
                          <a:ext uri="{FF2B5EF4-FFF2-40B4-BE49-F238E27FC236}">
                            <a16:creationId xmlns:a16="http://schemas.microsoft.com/office/drawing/2014/main" id="{6350CC37-A00F-4674-8C9C-648BB281F2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8" name="直線コネクタ 129387">
                        <a:extLst>
                          <a:ext uri="{FF2B5EF4-FFF2-40B4-BE49-F238E27FC236}">
                            <a16:creationId xmlns:a16="http://schemas.microsoft.com/office/drawing/2014/main" id="{0DA68587-D6C9-4AB8-A623-A9A8C5E547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89" name="直線コネクタ 129388">
                        <a:extLst>
                          <a:ext uri="{FF2B5EF4-FFF2-40B4-BE49-F238E27FC236}">
                            <a16:creationId xmlns:a16="http://schemas.microsoft.com/office/drawing/2014/main" id="{8AA2802C-9AC8-4571-89A0-5F7D93C393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0" name="直線コネクタ 129389">
                        <a:extLst>
                          <a:ext uri="{FF2B5EF4-FFF2-40B4-BE49-F238E27FC236}">
                            <a16:creationId xmlns:a16="http://schemas.microsoft.com/office/drawing/2014/main" id="{30678FE1-B076-4FB3-B850-C322D65641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1" name="直線コネクタ 129390">
                        <a:extLst>
                          <a:ext uri="{FF2B5EF4-FFF2-40B4-BE49-F238E27FC236}">
                            <a16:creationId xmlns:a16="http://schemas.microsoft.com/office/drawing/2014/main" id="{9B7EACEE-C7EB-4B56-9CF0-42D98620AB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92" name="直線コネクタ 129391">
                        <a:extLst>
                          <a:ext uri="{FF2B5EF4-FFF2-40B4-BE49-F238E27FC236}">
                            <a16:creationId xmlns:a16="http://schemas.microsoft.com/office/drawing/2014/main" id="{FE93F231-8BAC-4456-9D64-E0EE0ABF068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247" name="グループ化 129246">
                      <a:extLst>
                        <a:ext uri="{FF2B5EF4-FFF2-40B4-BE49-F238E27FC236}">
                          <a16:creationId xmlns:a16="http://schemas.microsoft.com/office/drawing/2014/main" id="{590A1AE2-2010-4E0F-9274-CE6B11D4DB39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309" name="直線コネクタ 129308">
                        <a:extLst>
                          <a:ext uri="{FF2B5EF4-FFF2-40B4-BE49-F238E27FC236}">
                            <a16:creationId xmlns:a16="http://schemas.microsoft.com/office/drawing/2014/main" id="{4C0E8DF6-1FD1-4A36-8882-AAE1941A3A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0" name="直線コネクタ 129309">
                        <a:extLst>
                          <a:ext uri="{FF2B5EF4-FFF2-40B4-BE49-F238E27FC236}">
                            <a16:creationId xmlns:a16="http://schemas.microsoft.com/office/drawing/2014/main" id="{6343A7E1-9B09-4C43-A138-5ACCEC3947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1" name="直線コネクタ 129310">
                        <a:extLst>
                          <a:ext uri="{FF2B5EF4-FFF2-40B4-BE49-F238E27FC236}">
                            <a16:creationId xmlns:a16="http://schemas.microsoft.com/office/drawing/2014/main" id="{D2D75240-5200-4F02-A002-529DAE929C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2" name="直線コネクタ 129311">
                        <a:extLst>
                          <a:ext uri="{FF2B5EF4-FFF2-40B4-BE49-F238E27FC236}">
                            <a16:creationId xmlns:a16="http://schemas.microsoft.com/office/drawing/2014/main" id="{649EDED5-FA52-4A40-B653-7F7662AA9C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3" name="直線コネクタ 129312">
                        <a:extLst>
                          <a:ext uri="{FF2B5EF4-FFF2-40B4-BE49-F238E27FC236}">
                            <a16:creationId xmlns:a16="http://schemas.microsoft.com/office/drawing/2014/main" id="{AD1AB50D-73C7-4361-8BAB-DD5D7D4385D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4" name="直線コネクタ 129313">
                        <a:extLst>
                          <a:ext uri="{FF2B5EF4-FFF2-40B4-BE49-F238E27FC236}">
                            <a16:creationId xmlns:a16="http://schemas.microsoft.com/office/drawing/2014/main" id="{471EA571-CF90-4F1B-8DA8-0C07572937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5" name="直線コネクタ 129314">
                        <a:extLst>
                          <a:ext uri="{FF2B5EF4-FFF2-40B4-BE49-F238E27FC236}">
                            <a16:creationId xmlns:a16="http://schemas.microsoft.com/office/drawing/2014/main" id="{342F482A-E13A-4953-A2DF-9D99926832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6" name="直線コネクタ 129315">
                        <a:extLst>
                          <a:ext uri="{FF2B5EF4-FFF2-40B4-BE49-F238E27FC236}">
                            <a16:creationId xmlns:a16="http://schemas.microsoft.com/office/drawing/2014/main" id="{41474DA5-2640-4F6B-A021-32864F8E06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7" name="直線コネクタ 129316">
                        <a:extLst>
                          <a:ext uri="{FF2B5EF4-FFF2-40B4-BE49-F238E27FC236}">
                            <a16:creationId xmlns:a16="http://schemas.microsoft.com/office/drawing/2014/main" id="{2DF50A7E-668B-47C7-8A0D-A09229395D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8" name="直線コネクタ 129317">
                        <a:extLst>
                          <a:ext uri="{FF2B5EF4-FFF2-40B4-BE49-F238E27FC236}">
                            <a16:creationId xmlns:a16="http://schemas.microsoft.com/office/drawing/2014/main" id="{F0AC721C-AAA0-473F-B1D6-F07A5980129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19" name="直線コネクタ 129318">
                        <a:extLst>
                          <a:ext uri="{FF2B5EF4-FFF2-40B4-BE49-F238E27FC236}">
                            <a16:creationId xmlns:a16="http://schemas.microsoft.com/office/drawing/2014/main" id="{E977E7C9-4A18-4778-887C-9468755226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0" name="直線コネクタ 129319">
                        <a:extLst>
                          <a:ext uri="{FF2B5EF4-FFF2-40B4-BE49-F238E27FC236}">
                            <a16:creationId xmlns:a16="http://schemas.microsoft.com/office/drawing/2014/main" id="{0B152B6B-B094-46F8-813E-7C28406183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1" name="直線コネクタ 129320">
                        <a:extLst>
                          <a:ext uri="{FF2B5EF4-FFF2-40B4-BE49-F238E27FC236}">
                            <a16:creationId xmlns:a16="http://schemas.microsoft.com/office/drawing/2014/main" id="{B0E715D8-844A-49DE-87F4-77EA2170CF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2" name="直線コネクタ 129321">
                        <a:extLst>
                          <a:ext uri="{FF2B5EF4-FFF2-40B4-BE49-F238E27FC236}">
                            <a16:creationId xmlns:a16="http://schemas.microsoft.com/office/drawing/2014/main" id="{816EEC9F-8553-48B4-9FFB-3830F50182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3" name="直線コネクタ 129322">
                        <a:extLst>
                          <a:ext uri="{FF2B5EF4-FFF2-40B4-BE49-F238E27FC236}">
                            <a16:creationId xmlns:a16="http://schemas.microsoft.com/office/drawing/2014/main" id="{1DCA14B4-9421-451A-A05F-00FD8AD9CD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4" name="直線コネクタ 129323">
                        <a:extLst>
                          <a:ext uri="{FF2B5EF4-FFF2-40B4-BE49-F238E27FC236}">
                            <a16:creationId xmlns:a16="http://schemas.microsoft.com/office/drawing/2014/main" id="{DAA45F0A-F485-4AF0-AD4B-C1AE74E02D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5" name="直線コネクタ 129324">
                        <a:extLst>
                          <a:ext uri="{FF2B5EF4-FFF2-40B4-BE49-F238E27FC236}">
                            <a16:creationId xmlns:a16="http://schemas.microsoft.com/office/drawing/2014/main" id="{A3E570DC-5102-422E-95ED-D22B849CE2D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6" name="直線コネクタ 129325">
                        <a:extLst>
                          <a:ext uri="{FF2B5EF4-FFF2-40B4-BE49-F238E27FC236}">
                            <a16:creationId xmlns:a16="http://schemas.microsoft.com/office/drawing/2014/main" id="{8DDC6643-15C8-447B-A783-4B816D33294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7" name="直線コネクタ 129326">
                        <a:extLst>
                          <a:ext uri="{FF2B5EF4-FFF2-40B4-BE49-F238E27FC236}">
                            <a16:creationId xmlns:a16="http://schemas.microsoft.com/office/drawing/2014/main" id="{5E652AC2-B56E-4BBB-A44C-30C8F418CA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8" name="直線コネクタ 129327">
                        <a:extLst>
                          <a:ext uri="{FF2B5EF4-FFF2-40B4-BE49-F238E27FC236}">
                            <a16:creationId xmlns:a16="http://schemas.microsoft.com/office/drawing/2014/main" id="{297E4946-B943-437F-82E7-59C7D162D7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29" name="直線コネクタ 129328">
                        <a:extLst>
                          <a:ext uri="{FF2B5EF4-FFF2-40B4-BE49-F238E27FC236}">
                            <a16:creationId xmlns:a16="http://schemas.microsoft.com/office/drawing/2014/main" id="{442F9264-6E84-4B9B-873A-421C813B78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0" name="直線コネクタ 129329">
                        <a:extLst>
                          <a:ext uri="{FF2B5EF4-FFF2-40B4-BE49-F238E27FC236}">
                            <a16:creationId xmlns:a16="http://schemas.microsoft.com/office/drawing/2014/main" id="{E1DC2AF7-46FC-4182-9F9B-59EB554B78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1" name="直線コネクタ 129330">
                        <a:extLst>
                          <a:ext uri="{FF2B5EF4-FFF2-40B4-BE49-F238E27FC236}">
                            <a16:creationId xmlns:a16="http://schemas.microsoft.com/office/drawing/2014/main" id="{49D247EC-9DE0-4F79-B2D0-54E07B09A6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2" name="直線コネクタ 129331">
                        <a:extLst>
                          <a:ext uri="{FF2B5EF4-FFF2-40B4-BE49-F238E27FC236}">
                            <a16:creationId xmlns:a16="http://schemas.microsoft.com/office/drawing/2014/main" id="{DF4B4E2F-46A2-450D-AAB1-8EE6CC91423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3" name="直線コネクタ 129332">
                        <a:extLst>
                          <a:ext uri="{FF2B5EF4-FFF2-40B4-BE49-F238E27FC236}">
                            <a16:creationId xmlns:a16="http://schemas.microsoft.com/office/drawing/2014/main" id="{EE30A141-5B71-4221-8A76-30E876F4A4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4" name="直線コネクタ 129333">
                        <a:extLst>
                          <a:ext uri="{FF2B5EF4-FFF2-40B4-BE49-F238E27FC236}">
                            <a16:creationId xmlns:a16="http://schemas.microsoft.com/office/drawing/2014/main" id="{8391FA15-6613-42EC-B828-1E2481B463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5" name="直線コネクタ 129334">
                        <a:extLst>
                          <a:ext uri="{FF2B5EF4-FFF2-40B4-BE49-F238E27FC236}">
                            <a16:creationId xmlns:a16="http://schemas.microsoft.com/office/drawing/2014/main" id="{0F363DB3-4154-4BA7-A640-B1DAD49889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6" name="直線コネクタ 129335">
                        <a:extLst>
                          <a:ext uri="{FF2B5EF4-FFF2-40B4-BE49-F238E27FC236}">
                            <a16:creationId xmlns:a16="http://schemas.microsoft.com/office/drawing/2014/main" id="{E4CA61E4-5E91-430B-BF48-82154C4768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7" name="直線コネクタ 129336">
                        <a:extLst>
                          <a:ext uri="{FF2B5EF4-FFF2-40B4-BE49-F238E27FC236}">
                            <a16:creationId xmlns:a16="http://schemas.microsoft.com/office/drawing/2014/main" id="{48E17329-A6B7-4D86-BEE2-D3E03675F4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8" name="直線コネクタ 129337">
                        <a:extLst>
                          <a:ext uri="{FF2B5EF4-FFF2-40B4-BE49-F238E27FC236}">
                            <a16:creationId xmlns:a16="http://schemas.microsoft.com/office/drawing/2014/main" id="{40160363-4271-4122-AFA2-3DE396552F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39" name="直線コネクタ 129338">
                        <a:extLst>
                          <a:ext uri="{FF2B5EF4-FFF2-40B4-BE49-F238E27FC236}">
                            <a16:creationId xmlns:a16="http://schemas.microsoft.com/office/drawing/2014/main" id="{67E93A6C-4C1A-4C04-B504-8D3CC10A0D8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0" name="直線コネクタ 129339">
                        <a:extLst>
                          <a:ext uri="{FF2B5EF4-FFF2-40B4-BE49-F238E27FC236}">
                            <a16:creationId xmlns:a16="http://schemas.microsoft.com/office/drawing/2014/main" id="{01CDAF10-1944-4511-8F01-342E917BF46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1" name="直線コネクタ 129340">
                        <a:extLst>
                          <a:ext uri="{FF2B5EF4-FFF2-40B4-BE49-F238E27FC236}">
                            <a16:creationId xmlns:a16="http://schemas.microsoft.com/office/drawing/2014/main" id="{58C3225C-07D9-411A-B5ED-BB10A020E9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2" name="直線コネクタ 129341">
                        <a:extLst>
                          <a:ext uri="{FF2B5EF4-FFF2-40B4-BE49-F238E27FC236}">
                            <a16:creationId xmlns:a16="http://schemas.microsoft.com/office/drawing/2014/main" id="{01443BC3-7FAE-4498-83B1-AE67BC3B8D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3" name="直線コネクタ 129342">
                        <a:extLst>
                          <a:ext uri="{FF2B5EF4-FFF2-40B4-BE49-F238E27FC236}">
                            <a16:creationId xmlns:a16="http://schemas.microsoft.com/office/drawing/2014/main" id="{91F46E1D-5927-47CA-8830-79D91EBA9F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4" name="直線コネクタ 129343">
                        <a:extLst>
                          <a:ext uri="{FF2B5EF4-FFF2-40B4-BE49-F238E27FC236}">
                            <a16:creationId xmlns:a16="http://schemas.microsoft.com/office/drawing/2014/main" id="{FF7EF633-6C83-493A-8C9D-97EF9F09F4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5" name="直線コネクタ 129344">
                        <a:extLst>
                          <a:ext uri="{FF2B5EF4-FFF2-40B4-BE49-F238E27FC236}">
                            <a16:creationId xmlns:a16="http://schemas.microsoft.com/office/drawing/2014/main" id="{8FF892AE-B1E3-46E9-B34A-B0B4D2E9548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6" name="直線コネクタ 129345">
                        <a:extLst>
                          <a:ext uri="{FF2B5EF4-FFF2-40B4-BE49-F238E27FC236}">
                            <a16:creationId xmlns:a16="http://schemas.microsoft.com/office/drawing/2014/main" id="{AE53570D-1625-458C-9405-CDA4D434BC3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7" name="直線コネクタ 129346">
                        <a:extLst>
                          <a:ext uri="{FF2B5EF4-FFF2-40B4-BE49-F238E27FC236}">
                            <a16:creationId xmlns:a16="http://schemas.microsoft.com/office/drawing/2014/main" id="{45D25862-2AFF-4A9B-B95F-FAB93065DDC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8" name="直線コネクタ 129347">
                        <a:extLst>
                          <a:ext uri="{FF2B5EF4-FFF2-40B4-BE49-F238E27FC236}">
                            <a16:creationId xmlns:a16="http://schemas.microsoft.com/office/drawing/2014/main" id="{F389B454-A596-43A4-9BF3-0A061D19011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49" name="直線コネクタ 129348">
                        <a:extLst>
                          <a:ext uri="{FF2B5EF4-FFF2-40B4-BE49-F238E27FC236}">
                            <a16:creationId xmlns:a16="http://schemas.microsoft.com/office/drawing/2014/main" id="{7D03B02E-4A35-4C35-AAA5-4302872998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50" name="直線コネクタ 129349">
                        <a:extLst>
                          <a:ext uri="{FF2B5EF4-FFF2-40B4-BE49-F238E27FC236}">
                            <a16:creationId xmlns:a16="http://schemas.microsoft.com/office/drawing/2014/main" id="{825A5C9D-3E91-4300-AE64-7733D33DF5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248" name="グループ化 129247">
                      <a:extLst>
                        <a:ext uri="{FF2B5EF4-FFF2-40B4-BE49-F238E27FC236}">
                          <a16:creationId xmlns:a16="http://schemas.microsoft.com/office/drawing/2014/main" id="{CADA4CB0-A1BE-427E-84F0-4666DA5CE4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301" name="直線コネクタ 129300">
                        <a:extLst>
                          <a:ext uri="{FF2B5EF4-FFF2-40B4-BE49-F238E27FC236}">
                            <a16:creationId xmlns:a16="http://schemas.microsoft.com/office/drawing/2014/main" id="{37D7B3D7-E0C2-4294-9EB8-F9DD747ADE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02" name="直線コネクタ 129301">
                        <a:extLst>
                          <a:ext uri="{FF2B5EF4-FFF2-40B4-BE49-F238E27FC236}">
                            <a16:creationId xmlns:a16="http://schemas.microsoft.com/office/drawing/2014/main" id="{AEBB4B75-1DC6-49C7-8105-B4E1AAA5CF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03" name="直線コネクタ 129302">
                        <a:extLst>
                          <a:ext uri="{FF2B5EF4-FFF2-40B4-BE49-F238E27FC236}">
                            <a16:creationId xmlns:a16="http://schemas.microsoft.com/office/drawing/2014/main" id="{4CB1B86D-8A99-428C-96BF-1B4826E5C01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04" name="直線コネクタ 129303">
                        <a:extLst>
                          <a:ext uri="{FF2B5EF4-FFF2-40B4-BE49-F238E27FC236}">
                            <a16:creationId xmlns:a16="http://schemas.microsoft.com/office/drawing/2014/main" id="{E88AB7F3-8C33-46F3-9138-C7CDAC3CB68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05" name="直線コネクタ 129304">
                        <a:extLst>
                          <a:ext uri="{FF2B5EF4-FFF2-40B4-BE49-F238E27FC236}">
                            <a16:creationId xmlns:a16="http://schemas.microsoft.com/office/drawing/2014/main" id="{40A65F4B-DAEA-4A20-902F-3B79074082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06" name="直線コネクタ 129305">
                        <a:extLst>
                          <a:ext uri="{FF2B5EF4-FFF2-40B4-BE49-F238E27FC236}">
                            <a16:creationId xmlns:a16="http://schemas.microsoft.com/office/drawing/2014/main" id="{76F2E583-677E-499B-931A-87700ECF05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07" name="直線コネクタ 129306">
                        <a:extLst>
                          <a:ext uri="{FF2B5EF4-FFF2-40B4-BE49-F238E27FC236}">
                            <a16:creationId xmlns:a16="http://schemas.microsoft.com/office/drawing/2014/main" id="{84DCF552-38E7-4C3E-85F9-86BFA6C1EE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08" name="直線コネクタ 129307">
                        <a:extLst>
                          <a:ext uri="{FF2B5EF4-FFF2-40B4-BE49-F238E27FC236}">
                            <a16:creationId xmlns:a16="http://schemas.microsoft.com/office/drawing/2014/main" id="{7417792E-C600-4494-9C97-56D3FE1039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249" name="グループ化 129248">
                      <a:extLst>
                        <a:ext uri="{FF2B5EF4-FFF2-40B4-BE49-F238E27FC236}">
                          <a16:creationId xmlns:a16="http://schemas.microsoft.com/office/drawing/2014/main" id="{02907BA5-4EE2-4336-ABBB-475EAD1563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293" name="直線コネクタ 129292">
                        <a:extLst>
                          <a:ext uri="{FF2B5EF4-FFF2-40B4-BE49-F238E27FC236}">
                            <a16:creationId xmlns:a16="http://schemas.microsoft.com/office/drawing/2014/main" id="{D78D9F09-44CE-4D73-9C9F-091E07B880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4" name="直線コネクタ 129293">
                        <a:extLst>
                          <a:ext uri="{FF2B5EF4-FFF2-40B4-BE49-F238E27FC236}">
                            <a16:creationId xmlns:a16="http://schemas.microsoft.com/office/drawing/2014/main" id="{372DA528-8604-4927-84CA-38688E35A1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5" name="直線コネクタ 129294">
                        <a:extLst>
                          <a:ext uri="{FF2B5EF4-FFF2-40B4-BE49-F238E27FC236}">
                            <a16:creationId xmlns:a16="http://schemas.microsoft.com/office/drawing/2014/main" id="{A69CA6FC-EF3C-4484-9EFA-7D9D2E7E0B0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6" name="直線コネクタ 129295">
                        <a:extLst>
                          <a:ext uri="{FF2B5EF4-FFF2-40B4-BE49-F238E27FC236}">
                            <a16:creationId xmlns:a16="http://schemas.microsoft.com/office/drawing/2014/main" id="{5C8C8372-BEEB-400E-9A2D-4CD0BCCD631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7" name="直線コネクタ 129296">
                        <a:extLst>
                          <a:ext uri="{FF2B5EF4-FFF2-40B4-BE49-F238E27FC236}">
                            <a16:creationId xmlns:a16="http://schemas.microsoft.com/office/drawing/2014/main" id="{19C1CE08-9BFF-44DE-9BEC-8C4AE91778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8" name="直線コネクタ 129297">
                        <a:extLst>
                          <a:ext uri="{FF2B5EF4-FFF2-40B4-BE49-F238E27FC236}">
                            <a16:creationId xmlns:a16="http://schemas.microsoft.com/office/drawing/2014/main" id="{50AEFC5B-F610-456A-B6AA-35931835D1C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9" name="直線コネクタ 129298">
                        <a:extLst>
                          <a:ext uri="{FF2B5EF4-FFF2-40B4-BE49-F238E27FC236}">
                            <a16:creationId xmlns:a16="http://schemas.microsoft.com/office/drawing/2014/main" id="{854E13DF-A75E-494B-AF2F-8BD7A84657B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300" name="直線コネクタ 129299">
                        <a:extLst>
                          <a:ext uri="{FF2B5EF4-FFF2-40B4-BE49-F238E27FC236}">
                            <a16:creationId xmlns:a16="http://schemas.microsoft.com/office/drawing/2014/main" id="{42EC7043-DBE6-426C-A60D-FC2E27FB40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9250" name="グループ化 129249">
                      <a:extLst>
                        <a:ext uri="{FF2B5EF4-FFF2-40B4-BE49-F238E27FC236}">
                          <a16:creationId xmlns:a16="http://schemas.microsoft.com/office/drawing/2014/main" id="{D3AE5B67-3C33-4532-9D87-C492BA957D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251" name="直線コネクタ 129250">
                        <a:extLst>
                          <a:ext uri="{FF2B5EF4-FFF2-40B4-BE49-F238E27FC236}">
                            <a16:creationId xmlns:a16="http://schemas.microsoft.com/office/drawing/2014/main" id="{2931F81C-744F-4196-A3FF-30DDED8045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52" name="直線コネクタ 129251">
                        <a:extLst>
                          <a:ext uri="{FF2B5EF4-FFF2-40B4-BE49-F238E27FC236}">
                            <a16:creationId xmlns:a16="http://schemas.microsoft.com/office/drawing/2014/main" id="{51E092AB-A962-4A95-9843-0EC7F44C24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53" name="直線コネクタ 129252">
                        <a:extLst>
                          <a:ext uri="{FF2B5EF4-FFF2-40B4-BE49-F238E27FC236}">
                            <a16:creationId xmlns:a16="http://schemas.microsoft.com/office/drawing/2014/main" id="{73F19A98-B12F-4F31-8721-864D2B7953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54" name="直線コネクタ 129253">
                        <a:extLst>
                          <a:ext uri="{FF2B5EF4-FFF2-40B4-BE49-F238E27FC236}">
                            <a16:creationId xmlns:a16="http://schemas.microsoft.com/office/drawing/2014/main" id="{9D14B3AF-A62E-4024-99E3-BAD02678712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55" name="直線コネクタ 129254">
                        <a:extLst>
                          <a:ext uri="{FF2B5EF4-FFF2-40B4-BE49-F238E27FC236}">
                            <a16:creationId xmlns:a16="http://schemas.microsoft.com/office/drawing/2014/main" id="{6FFB1A06-F412-47BA-81F9-A2796C4665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56" name="直線コネクタ 129255">
                        <a:extLst>
                          <a:ext uri="{FF2B5EF4-FFF2-40B4-BE49-F238E27FC236}">
                            <a16:creationId xmlns:a16="http://schemas.microsoft.com/office/drawing/2014/main" id="{FCF776F5-67CF-4E68-A3B0-D006FF85B73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57" name="直線コネクタ 129256">
                        <a:extLst>
                          <a:ext uri="{FF2B5EF4-FFF2-40B4-BE49-F238E27FC236}">
                            <a16:creationId xmlns:a16="http://schemas.microsoft.com/office/drawing/2014/main" id="{C1DB3B24-7D9B-43E7-95F6-976B10EE19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58" name="直線コネクタ 129257">
                        <a:extLst>
                          <a:ext uri="{FF2B5EF4-FFF2-40B4-BE49-F238E27FC236}">
                            <a16:creationId xmlns:a16="http://schemas.microsoft.com/office/drawing/2014/main" id="{F6F5513E-1778-4C93-8901-ED46BE36A3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59" name="直線コネクタ 129258">
                        <a:extLst>
                          <a:ext uri="{FF2B5EF4-FFF2-40B4-BE49-F238E27FC236}">
                            <a16:creationId xmlns:a16="http://schemas.microsoft.com/office/drawing/2014/main" id="{FAAB83AC-10D4-4D7B-8E99-829FCA1E91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0" name="直線コネクタ 129259">
                        <a:extLst>
                          <a:ext uri="{FF2B5EF4-FFF2-40B4-BE49-F238E27FC236}">
                            <a16:creationId xmlns:a16="http://schemas.microsoft.com/office/drawing/2014/main" id="{F35844BA-A7B4-4EFF-9652-FD7442F58B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1" name="直線コネクタ 129260">
                        <a:extLst>
                          <a:ext uri="{FF2B5EF4-FFF2-40B4-BE49-F238E27FC236}">
                            <a16:creationId xmlns:a16="http://schemas.microsoft.com/office/drawing/2014/main" id="{7250FC3D-9727-41E1-9AB1-5F9D95E135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2" name="直線コネクタ 129261">
                        <a:extLst>
                          <a:ext uri="{FF2B5EF4-FFF2-40B4-BE49-F238E27FC236}">
                            <a16:creationId xmlns:a16="http://schemas.microsoft.com/office/drawing/2014/main" id="{24908722-0D75-4063-922A-C9FF11C7C7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3" name="直線コネクタ 129262">
                        <a:extLst>
                          <a:ext uri="{FF2B5EF4-FFF2-40B4-BE49-F238E27FC236}">
                            <a16:creationId xmlns:a16="http://schemas.microsoft.com/office/drawing/2014/main" id="{B1A98741-5451-4F11-9E89-53277D29C1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4" name="直線コネクタ 129263">
                        <a:extLst>
                          <a:ext uri="{FF2B5EF4-FFF2-40B4-BE49-F238E27FC236}">
                            <a16:creationId xmlns:a16="http://schemas.microsoft.com/office/drawing/2014/main" id="{0378BD34-C09E-4939-8D2C-29AE62ABF9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5" name="直線コネクタ 129264">
                        <a:extLst>
                          <a:ext uri="{FF2B5EF4-FFF2-40B4-BE49-F238E27FC236}">
                            <a16:creationId xmlns:a16="http://schemas.microsoft.com/office/drawing/2014/main" id="{3D154CFF-BF0B-40AF-80BD-01632BDAC9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6" name="直線コネクタ 129265">
                        <a:extLst>
                          <a:ext uri="{FF2B5EF4-FFF2-40B4-BE49-F238E27FC236}">
                            <a16:creationId xmlns:a16="http://schemas.microsoft.com/office/drawing/2014/main" id="{21184A02-6935-4D5F-94C9-554D613AC2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7" name="直線コネクタ 129266">
                        <a:extLst>
                          <a:ext uri="{FF2B5EF4-FFF2-40B4-BE49-F238E27FC236}">
                            <a16:creationId xmlns:a16="http://schemas.microsoft.com/office/drawing/2014/main" id="{954D524F-0351-4E64-A0D2-B07BC09C73E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8" name="直線コネクタ 129267">
                        <a:extLst>
                          <a:ext uri="{FF2B5EF4-FFF2-40B4-BE49-F238E27FC236}">
                            <a16:creationId xmlns:a16="http://schemas.microsoft.com/office/drawing/2014/main" id="{3AD24114-B95B-410E-8BED-BB4161A8D2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69" name="直線コネクタ 129268">
                        <a:extLst>
                          <a:ext uri="{FF2B5EF4-FFF2-40B4-BE49-F238E27FC236}">
                            <a16:creationId xmlns:a16="http://schemas.microsoft.com/office/drawing/2014/main" id="{A3901BE8-12F7-479C-914B-456AD6CEE4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0" name="直線コネクタ 129269">
                        <a:extLst>
                          <a:ext uri="{FF2B5EF4-FFF2-40B4-BE49-F238E27FC236}">
                            <a16:creationId xmlns:a16="http://schemas.microsoft.com/office/drawing/2014/main" id="{7BF4B339-54E6-4193-A893-84F757B244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1" name="直線コネクタ 129270">
                        <a:extLst>
                          <a:ext uri="{FF2B5EF4-FFF2-40B4-BE49-F238E27FC236}">
                            <a16:creationId xmlns:a16="http://schemas.microsoft.com/office/drawing/2014/main" id="{533CEA54-FFF2-4B76-8B3C-C60F7A9BA41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2" name="直線コネクタ 129271">
                        <a:extLst>
                          <a:ext uri="{FF2B5EF4-FFF2-40B4-BE49-F238E27FC236}">
                            <a16:creationId xmlns:a16="http://schemas.microsoft.com/office/drawing/2014/main" id="{B3385210-321A-4A71-995B-5FFB78A601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3" name="直線コネクタ 129272">
                        <a:extLst>
                          <a:ext uri="{FF2B5EF4-FFF2-40B4-BE49-F238E27FC236}">
                            <a16:creationId xmlns:a16="http://schemas.microsoft.com/office/drawing/2014/main" id="{613CDB23-6B8C-4F67-BA76-CA1360EB738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4" name="直線コネクタ 129273">
                        <a:extLst>
                          <a:ext uri="{FF2B5EF4-FFF2-40B4-BE49-F238E27FC236}">
                            <a16:creationId xmlns:a16="http://schemas.microsoft.com/office/drawing/2014/main" id="{D72C95BE-1A7B-4F4A-A280-26CB187EB6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5" name="直線コネクタ 129274">
                        <a:extLst>
                          <a:ext uri="{FF2B5EF4-FFF2-40B4-BE49-F238E27FC236}">
                            <a16:creationId xmlns:a16="http://schemas.microsoft.com/office/drawing/2014/main" id="{DEA7C3AE-FC18-498A-8292-657CC0E1A7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6" name="直線コネクタ 129275">
                        <a:extLst>
                          <a:ext uri="{FF2B5EF4-FFF2-40B4-BE49-F238E27FC236}">
                            <a16:creationId xmlns:a16="http://schemas.microsoft.com/office/drawing/2014/main" id="{EDFE54E5-7C45-4FC1-B9CA-DC8283422C9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7" name="直線コネクタ 129276">
                        <a:extLst>
                          <a:ext uri="{FF2B5EF4-FFF2-40B4-BE49-F238E27FC236}">
                            <a16:creationId xmlns:a16="http://schemas.microsoft.com/office/drawing/2014/main" id="{C9953AD0-9126-420D-88FF-962282B47B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8" name="直線コネクタ 129277">
                        <a:extLst>
                          <a:ext uri="{FF2B5EF4-FFF2-40B4-BE49-F238E27FC236}">
                            <a16:creationId xmlns:a16="http://schemas.microsoft.com/office/drawing/2014/main" id="{7C7A61A2-5322-460F-B305-A3CE2C5E18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79" name="直線コネクタ 129278">
                        <a:extLst>
                          <a:ext uri="{FF2B5EF4-FFF2-40B4-BE49-F238E27FC236}">
                            <a16:creationId xmlns:a16="http://schemas.microsoft.com/office/drawing/2014/main" id="{2EAA0699-E9C7-4B09-9E79-99B2CE1A0E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0" name="直線コネクタ 129279">
                        <a:extLst>
                          <a:ext uri="{FF2B5EF4-FFF2-40B4-BE49-F238E27FC236}">
                            <a16:creationId xmlns:a16="http://schemas.microsoft.com/office/drawing/2014/main" id="{18BD667C-90E3-4F69-9987-E0FE32A3CE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1" name="直線コネクタ 129280">
                        <a:extLst>
                          <a:ext uri="{FF2B5EF4-FFF2-40B4-BE49-F238E27FC236}">
                            <a16:creationId xmlns:a16="http://schemas.microsoft.com/office/drawing/2014/main" id="{A1813E47-C830-4CA8-9EA8-67116B0E95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2" name="直線コネクタ 129281">
                        <a:extLst>
                          <a:ext uri="{FF2B5EF4-FFF2-40B4-BE49-F238E27FC236}">
                            <a16:creationId xmlns:a16="http://schemas.microsoft.com/office/drawing/2014/main" id="{288074A8-C9C8-473B-A4B5-F6231877C7A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3" name="直線コネクタ 129282">
                        <a:extLst>
                          <a:ext uri="{FF2B5EF4-FFF2-40B4-BE49-F238E27FC236}">
                            <a16:creationId xmlns:a16="http://schemas.microsoft.com/office/drawing/2014/main" id="{40689CE3-5B1E-4899-988E-72A3A56B631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4" name="直線コネクタ 129283">
                        <a:extLst>
                          <a:ext uri="{FF2B5EF4-FFF2-40B4-BE49-F238E27FC236}">
                            <a16:creationId xmlns:a16="http://schemas.microsoft.com/office/drawing/2014/main" id="{0E73D34A-DEEB-401F-ADA5-8CBDE9AA04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5" name="直線コネクタ 129284">
                        <a:extLst>
                          <a:ext uri="{FF2B5EF4-FFF2-40B4-BE49-F238E27FC236}">
                            <a16:creationId xmlns:a16="http://schemas.microsoft.com/office/drawing/2014/main" id="{B58A5010-0952-4734-BBEC-CE5A0A84792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6" name="直線コネクタ 129285">
                        <a:extLst>
                          <a:ext uri="{FF2B5EF4-FFF2-40B4-BE49-F238E27FC236}">
                            <a16:creationId xmlns:a16="http://schemas.microsoft.com/office/drawing/2014/main" id="{3A251253-3958-40CC-9253-F036A49A7C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7" name="直線コネクタ 129286">
                        <a:extLst>
                          <a:ext uri="{FF2B5EF4-FFF2-40B4-BE49-F238E27FC236}">
                            <a16:creationId xmlns:a16="http://schemas.microsoft.com/office/drawing/2014/main" id="{53F1C539-A218-44E6-9BF2-A276CB5155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8" name="直線コネクタ 129287">
                        <a:extLst>
                          <a:ext uri="{FF2B5EF4-FFF2-40B4-BE49-F238E27FC236}">
                            <a16:creationId xmlns:a16="http://schemas.microsoft.com/office/drawing/2014/main" id="{F81F9A89-09CA-44B9-85D6-D1FAE6F52E0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89" name="直線コネクタ 129288">
                        <a:extLst>
                          <a:ext uri="{FF2B5EF4-FFF2-40B4-BE49-F238E27FC236}">
                            <a16:creationId xmlns:a16="http://schemas.microsoft.com/office/drawing/2014/main" id="{7950663C-8186-4352-86D2-4D087EE39B7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0" name="直線コネクタ 129289">
                        <a:extLst>
                          <a:ext uri="{FF2B5EF4-FFF2-40B4-BE49-F238E27FC236}">
                            <a16:creationId xmlns:a16="http://schemas.microsoft.com/office/drawing/2014/main" id="{5A665505-3479-48AF-9F46-1CB0095429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1" name="直線コネクタ 129290">
                        <a:extLst>
                          <a:ext uri="{FF2B5EF4-FFF2-40B4-BE49-F238E27FC236}">
                            <a16:creationId xmlns:a16="http://schemas.microsoft.com/office/drawing/2014/main" id="{CF734E2F-7433-4D64-8448-9822B7671E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292" name="直線コネクタ 129291">
                        <a:extLst>
                          <a:ext uri="{FF2B5EF4-FFF2-40B4-BE49-F238E27FC236}">
                            <a16:creationId xmlns:a16="http://schemas.microsoft.com/office/drawing/2014/main" id="{99D87D3F-6ADE-4635-A17A-3B859B51C1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21" name="グループ化 127920">
                    <a:extLst>
                      <a:ext uri="{FF2B5EF4-FFF2-40B4-BE49-F238E27FC236}">
                        <a16:creationId xmlns:a16="http://schemas.microsoft.com/office/drawing/2014/main" id="{331709D5-212D-4EDE-9D69-6E6B0EBA7B3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385490" y="5385481"/>
                    <a:ext cx="28783" cy="28800"/>
                    <a:chOff x="4287481" y="4286224"/>
                    <a:chExt cx="2227978" cy="2229219"/>
                  </a:xfrm>
                </p:grpSpPr>
                <p:cxnSp>
                  <p:nvCxnSpPr>
                    <p:cNvPr id="128692" name="直線コネクタ 128691">
                      <a:extLst>
                        <a:ext uri="{FF2B5EF4-FFF2-40B4-BE49-F238E27FC236}">
                          <a16:creationId xmlns:a16="http://schemas.microsoft.com/office/drawing/2014/main" id="{18708564-A774-4314-91DE-D7B3A38725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693" name="直線コネクタ 128692">
                      <a:extLst>
                        <a:ext uri="{FF2B5EF4-FFF2-40B4-BE49-F238E27FC236}">
                          <a16:creationId xmlns:a16="http://schemas.microsoft.com/office/drawing/2014/main" id="{37E9332F-C4E1-44E0-9460-9535E899FF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694" name="直線コネクタ 128693">
                      <a:extLst>
                        <a:ext uri="{FF2B5EF4-FFF2-40B4-BE49-F238E27FC236}">
                          <a16:creationId xmlns:a16="http://schemas.microsoft.com/office/drawing/2014/main" id="{7E503356-4299-44BD-B02F-132BD48DBC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695" name="直線コネクタ 128694">
                      <a:extLst>
                        <a:ext uri="{FF2B5EF4-FFF2-40B4-BE49-F238E27FC236}">
                          <a16:creationId xmlns:a16="http://schemas.microsoft.com/office/drawing/2014/main" id="{141FF593-34DF-4F97-BAE7-1980E582F8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696" name="直線コネクタ 128695">
                      <a:extLst>
                        <a:ext uri="{FF2B5EF4-FFF2-40B4-BE49-F238E27FC236}">
                          <a16:creationId xmlns:a16="http://schemas.microsoft.com/office/drawing/2014/main" id="{ED484CB7-B8F3-47CE-9E4E-68834465C0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697" name="直線コネクタ 128696">
                      <a:extLst>
                        <a:ext uri="{FF2B5EF4-FFF2-40B4-BE49-F238E27FC236}">
                          <a16:creationId xmlns:a16="http://schemas.microsoft.com/office/drawing/2014/main" id="{7F4980E4-3E85-47AB-8B3D-E1FF0EBA1C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698" name="直線コネクタ 128697">
                      <a:extLst>
                        <a:ext uri="{FF2B5EF4-FFF2-40B4-BE49-F238E27FC236}">
                          <a16:creationId xmlns:a16="http://schemas.microsoft.com/office/drawing/2014/main" id="{C22EFAA3-984D-4174-B650-23BC7CE6E8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699" name="直線コネクタ 128698">
                      <a:extLst>
                        <a:ext uri="{FF2B5EF4-FFF2-40B4-BE49-F238E27FC236}">
                          <a16:creationId xmlns:a16="http://schemas.microsoft.com/office/drawing/2014/main" id="{0B53DA0A-0646-43EC-9370-2BF6C8E18E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0" name="直線コネクタ 128699">
                      <a:extLst>
                        <a:ext uri="{FF2B5EF4-FFF2-40B4-BE49-F238E27FC236}">
                          <a16:creationId xmlns:a16="http://schemas.microsoft.com/office/drawing/2014/main" id="{C16383FF-286E-4840-9D78-F0C01E0A9B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1" name="直線コネクタ 128700">
                      <a:extLst>
                        <a:ext uri="{FF2B5EF4-FFF2-40B4-BE49-F238E27FC236}">
                          <a16:creationId xmlns:a16="http://schemas.microsoft.com/office/drawing/2014/main" id="{9834C3B2-54CE-45A0-84B0-5A90FDD0D0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2" name="直線コネクタ 128701">
                      <a:extLst>
                        <a:ext uri="{FF2B5EF4-FFF2-40B4-BE49-F238E27FC236}">
                          <a16:creationId xmlns:a16="http://schemas.microsoft.com/office/drawing/2014/main" id="{B9BBFCF9-89CB-4001-B167-F8CE524728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3" name="直線コネクタ 128702">
                      <a:extLst>
                        <a:ext uri="{FF2B5EF4-FFF2-40B4-BE49-F238E27FC236}">
                          <a16:creationId xmlns:a16="http://schemas.microsoft.com/office/drawing/2014/main" id="{D9D3B286-355F-4A33-AF01-0365A93DD2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4" name="直線コネクタ 128703">
                      <a:extLst>
                        <a:ext uri="{FF2B5EF4-FFF2-40B4-BE49-F238E27FC236}">
                          <a16:creationId xmlns:a16="http://schemas.microsoft.com/office/drawing/2014/main" id="{5CC4D3DD-0D7C-4F1B-91E0-C7E3B9DABE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5" name="直線コネクタ 128704">
                      <a:extLst>
                        <a:ext uri="{FF2B5EF4-FFF2-40B4-BE49-F238E27FC236}">
                          <a16:creationId xmlns:a16="http://schemas.microsoft.com/office/drawing/2014/main" id="{CD99FE60-DE17-4B78-9678-0038D6DF3F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6" name="直線コネクタ 128705">
                      <a:extLst>
                        <a:ext uri="{FF2B5EF4-FFF2-40B4-BE49-F238E27FC236}">
                          <a16:creationId xmlns:a16="http://schemas.microsoft.com/office/drawing/2014/main" id="{376B2D80-846B-49EA-9390-39B3B42CE2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7" name="直線コネクタ 128706">
                      <a:extLst>
                        <a:ext uri="{FF2B5EF4-FFF2-40B4-BE49-F238E27FC236}">
                          <a16:creationId xmlns:a16="http://schemas.microsoft.com/office/drawing/2014/main" id="{33F26D51-A778-469D-AD3A-A477CBAFCD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8" name="直線コネクタ 128707">
                      <a:extLst>
                        <a:ext uri="{FF2B5EF4-FFF2-40B4-BE49-F238E27FC236}">
                          <a16:creationId xmlns:a16="http://schemas.microsoft.com/office/drawing/2014/main" id="{6DF672F7-CA0D-4599-9C2A-3BF659F44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09" name="直線コネクタ 128708">
                      <a:extLst>
                        <a:ext uri="{FF2B5EF4-FFF2-40B4-BE49-F238E27FC236}">
                          <a16:creationId xmlns:a16="http://schemas.microsoft.com/office/drawing/2014/main" id="{3916913B-9041-4A15-AAB6-8DA536AB40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0" name="直線コネクタ 128709">
                      <a:extLst>
                        <a:ext uri="{FF2B5EF4-FFF2-40B4-BE49-F238E27FC236}">
                          <a16:creationId xmlns:a16="http://schemas.microsoft.com/office/drawing/2014/main" id="{8566E00E-94C4-422E-874A-47D91D40CC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1" name="直線コネクタ 128710">
                      <a:extLst>
                        <a:ext uri="{FF2B5EF4-FFF2-40B4-BE49-F238E27FC236}">
                          <a16:creationId xmlns:a16="http://schemas.microsoft.com/office/drawing/2014/main" id="{8CFBC313-3D32-463F-9E1B-BD5CB1358D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2" name="直線コネクタ 128711">
                      <a:extLst>
                        <a:ext uri="{FF2B5EF4-FFF2-40B4-BE49-F238E27FC236}">
                          <a16:creationId xmlns:a16="http://schemas.microsoft.com/office/drawing/2014/main" id="{D65E6FE0-6DBC-4978-BE9E-B86DD25097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3" name="直線コネクタ 128712">
                      <a:extLst>
                        <a:ext uri="{FF2B5EF4-FFF2-40B4-BE49-F238E27FC236}">
                          <a16:creationId xmlns:a16="http://schemas.microsoft.com/office/drawing/2014/main" id="{FBFCADBA-2144-42D7-A607-84E8BCDCBF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4" name="直線コネクタ 128713">
                      <a:extLst>
                        <a:ext uri="{FF2B5EF4-FFF2-40B4-BE49-F238E27FC236}">
                          <a16:creationId xmlns:a16="http://schemas.microsoft.com/office/drawing/2014/main" id="{142FD654-17EA-4E79-8E6F-078D630AC1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5" name="直線コネクタ 128714">
                      <a:extLst>
                        <a:ext uri="{FF2B5EF4-FFF2-40B4-BE49-F238E27FC236}">
                          <a16:creationId xmlns:a16="http://schemas.microsoft.com/office/drawing/2014/main" id="{C45EA76C-33D3-4CC1-93BC-8FA4CF21E9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6" name="直線コネクタ 128715">
                      <a:extLst>
                        <a:ext uri="{FF2B5EF4-FFF2-40B4-BE49-F238E27FC236}">
                          <a16:creationId xmlns:a16="http://schemas.microsoft.com/office/drawing/2014/main" id="{B30F6792-A8A6-4403-B4DF-8E329C1527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7" name="直線コネクタ 128716">
                      <a:extLst>
                        <a:ext uri="{FF2B5EF4-FFF2-40B4-BE49-F238E27FC236}">
                          <a16:creationId xmlns:a16="http://schemas.microsoft.com/office/drawing/2014/main" id="{7092D944-64FA-46F7-B495-E775D335C7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8" name="直線コネクタ 128717">
                      <a:extLst>
                        <a:ext uri="{FF2B5EF4-FFF2-40B4-BE49-F238E27FC236}">
                          <a16:creationId xmlns:a16="http://schemas.microsoft.com/office/drawing/2014/main" id="{7CD59E52-1A22-4874-8776-24AAF6E4A5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19" name="直線コネクタ 128718">
                      <a:extLst>
                        <a:ext uri="{FF2B5EF4-FFF2-40B4-BE49-F238E27FC236}">
                          <a16:creationId xmlns:a16="http://schemas.microsoft.com/office/drawing/2014/main" id="{9741AB0A-7824-44E1-9199-167231A346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0" name="直線コネクタ 128719">
                      <a:extLst>
                        <a:ext uri="{FF2B5EF4-FFF2-40B4-BE49-F238E27FC236}">
                          <a16:creationId xmlns:a16="http://schemas.microsoft.com/office/drawing/2014/main" id="{319EF900-BB25-49BE-8C7C-281DAB5AB9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1" name="直線コネクタ 128720">
                      <a:extLst>
                        <a:ext uri="{FF2B5EF4-FFF2-40B4-BE49-F238E27FC236}">
                          <a16:creationId xmlns:a16="http://schemas.microsoft.com/office/drawing/2014/main" id="{C8E329AA-5D80-4570-B38D-25B35702DB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2" name="直線コネクタ 128721">
                      <a:extLst>
                        <a:ext uri="{FF2B5EF4-FFF2-40B4-BE49-F238E27FC236}">
                          <a16:creationId xmlns:a16="http://schemas.microsoft.com/office/drawing/2014/main" id="{4C642652-74E7-44A4-9CDA-B0DA1CB0EB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3" name="直線コネクタ 128722">
                      <a:extLst>
                        <a:ext uri="{FF2B5EF4-FFF2-40B4-BE49-F238E27FC236}">
                          <a16:creationId xmlns:a16="http://schemas.microsoft.com/office/drawing/2014/main" id="{F1F90569-F2D5-4BC8-A34E-30D84F4771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4" name="直線コネクタ 128723">
                      <a:extLst>
                        <a:ext uri="{FF2B5EF4-FFF2-40B4-BE49-F238E27FC236}">
                          <a16:creationId xmlns:a16="http://schemas.microsoft.com/office/drawing/2014/main" id="{D790CF87-7333-4F56-90EB-EB37B24A5F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5" name="直線コネクタ 128724">
                      <a:extLst>
                        <a:ext uri="{FF2B5EF4-FFF2-40B4-BE49-F238E27FC236}">
                          <a16:creationId xmlns:a16="http://schemas.microsoft.com/office/drawing/2014/main" id="{BA6824F4-BD37-4971-8F05-7C7500BB78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6" name="直線コネクタ 128725">
                      <a:extLst>
                        <a:ext uri="{FF2B5EF4-FFF2-40B4-BE49-F238E27FC236}">
                          <a16:creationId xmlns:a16="http://schemas.microsoft.com/office/drawing/2014/main" id="{A58074DD-9662-4766-9383-C95EEA589F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7" name="直線コネクタ 128726">
                      <a:extLst>
                        <a:ext uri="{FF2B5EF4-FFF2-40B4-BE49-F238E27FC236}">
                          <a16:creationId xmlns:a16="http://schemas.microsoft.com/office/drawing/2014/main" id="{8B41BC2F-7891-4C41-9C6B-F90F757FD9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8" name="直線コネクタ 128727">
                      <a:extLst>
                        <a:ext uri="{FF2B5EF4-FFF2-40B4-BE49-F238E27FC236}">
                          <a16:creationId xmlns:a16="http://schemas.microsoft.com/office/drawing/2014/main" id="{DA1A0FB2-309A-493E-B993-41129406AE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29" name="直線コネクタ 128728">
                      <a:extLst>
                        <a:ext uri="{FF2B5EF4-FFF2-40B4-BE49-F238E27FC236}">
                          <a16:creationId xmlns:a16="http://schemas.microsoft.com/office/drawing/2014/main" id="{6C6526FD-C980-4251-BECC-813960D7FD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0" name="直線コネクタ 128729">
                      <a:extLst>
                        <a:ext uri="{FF2B5EF4-FFF2-40B4-BE49-F238E27FC236}">
                          <a16:creationId xmlns:a16="http://schemas.microsoft.com/office/drawing/2014/main" id="{92E43163-93E9-4896-829A-55902F679C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1" name="直線コネクタ 128730">
                      <a:extLst>
                        <a:ext uri="{FF2B5EF4-FFF2-40B4-BE49-F238E27FC236}">
                          <a16:creationId xmlns:a16="http://schemas.microsoft.com/office/drawing/2014/main" id="{CD35DD72-1473-4B4E-B565-72418BE472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2" name="直線コネクタ 128731">
                      <a:extLst>
                        <a:ext uri="{FF2B5EF4-FFF2-40B4-BE49-F238E27FC236}">
                          <a16:creationId xmlns:a16="http://schemas.microsoft.com/office/drawing/2014/main" id="{093DEFCA-663A-490F-A5F7-0D7A45AF88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3" name="直線コネクタ 128732">
                      <a:extLst>
                        <a:ext uri="{FF2B5EF4-FFF2-40B4-BE49-F238E27FC236}">
                          <a16:creationId xmlns:a16="http://schemas.microsoft.com/office/drawing/2014/main" id="{88905CAA-EEAB-4DB2-AC25-3ED2535642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4" name="直線コネクタ 128733">
                      <a:extLst>
                        <a:ext uri="{FF2B5EF4-FFF2-40B4-BE49-F238E27FC236}">
                          <a16:creationId xmlns:a16="http://schemas.microsoft.com/office/drawing/2014/main" id="{BA4EFB35-3218-4F5F-A1FB-F9ED54CFB9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5" name="直線コネクタ 128734">
                      <a:extLst>
                        <a:ext uri="{FF2B5EF4-FFF2-40B4-BE49-F238E27FC236}">
                          <a16:creationId xmlns:a16="http://schemas.microsoft.com/office/drawing/2014/main" id="{0B6C32EA-AF6E-4443-9646-3F7D5B4FCF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6" name="直線コネクタ 128735">
                      <a:extLst>
                        <a:ext uri="{FF2B5EF4-FFF2-40B4-BE49-F238E27FC236}">
                          <a16:creationId xmlns:a16="http://schemas.microsoft.com/office/drawing/2014/main" id="{287707F1-17B4-4E2F-95A3-252207A654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7" name="直線コネクタ 128736">
                      <a:extLst>
                        <a:ext uri="{FF2B5EF4-FFF2-40B4-BE49-F238E27FC236}">
                          <a16:creationId xmlns:a16="http://schemas.microsoft.com/office/drawing/2014/main" id="{0C134F86-BD8C-4F01-832D-FF307E0F95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8" name="直線コネクタ 128737">
                      <a:extLst>
                        <a:ext uri="{FF2B5EF4-FFF2-40B4-BE49-F238E27FC236}">
                          <a16:creationId xmlns:a16="http://schemas.microsoft.com/office/drawing/2014/main" id="{F92D8004-55C0-4A9F-A10A-06C1CD1194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39" name="直線コネクタ 128738">
                      <a:extLst>
                        <a:ext uri="{FF2B5EF4-FFF2-40B4-BE49-F238E27FC236}">
                          <a16:creationId xmlns:a16="http://schemas.microsoft.com/office/drawing/2014/main" id="{DDEB4100-0AE2-4113-B73D-5817E8F9B1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0" name="直線コネクタ 128739">
                      <a:extLst>
                        <a:ext uri="{FF2B5EF4-FFF2-40B4-BE49-F238E27FC236}">
                          <a16:creationId xmlns:a16="http://schemas.microsoft.com/office/drawing/2014/main" id="{4569262B-7265-4497-9322-52BB5DCEC7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1" name="直線コネクタ 128740">
                      <a:extLst>
                        <a:ext uri="{FF2B5EF4-FFF2-40B4-BE49-F238E27FC236}">
                          <a16:creationId xmlns:a16="http://schemas.microsoft.com/office/drawing/2014/main" id="{080A4ED3-4204-49C3-AC4D-1C0C49D223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2" name="直線コネクタ 128741">
                      <a:extLst>
                        <a:ext uri="{FF2B5EF4-FFF2-40B4-BE49-F238E27FC236}">
                          <a16:creationId xmlns:a16="http://schemas.microsoft.com/office/drawing/2014/main" id="{F44F37FB-6267-4A35-8205-8F33902A09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3" name="直線コネクタ 128742">
                      <a:extLst>
                        <a:ext uri="{FF2B5EF4-FFF2-40B4-BE49-F238E27FC236}">
                          <a16:creationId xmlns:a16="http://schemas.microsoft.com/office/drawing/2014/main" id="{8F78D8A6-673C-40DD-B906-84FD75ED64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4" name="直線コネクタ 128743">
                      <a:extLst>
                        <a:ext uri="{FF2B5EF4-FFF2-40B4-BE49-F238E27FC236}">
                          <a16:creationId xmlns:a16="http://schemas.microsoft.com/office/drawing/2014/main" id="{E2D695D8-AE8E-4377-BDB7-21A1449AC0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5" name="直線コネクタ 128744">
                      <a:extLst>
                        <a:ext uri="{FF2B5EF4-FFF2-40B4-BE49-F238E27FC236}">
                          <a16:creationId xmlns:a16="http://schemas.microsoft.com/office/drawing/2014/main" id="{36C63DA1-8626-4DEC-8B4A-11E81E9FC4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6" name="直線コネクタ 128745">
                      <a:extLst>
                        <a:ext uri="{FF2B5EF4-FFF2-40B4-BE49-F238E27FC236}">
                          <a16:creationId xmlns:a16="http://schemas.microsoft.com/office/drawing/2014/main" id="{7C1A2E08-5079-4114-92AD-78B3FE2BF9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7" name="直線コネクタ 128746">
                      <a:extLst>
                        <a:ext uri="{FF2B5EF4-FFF2-40B4-BE49-F238E27FC236}">
                          <a16:creationId xmlns:a16="http://schemas.microsoft.com/office/drawing/2014/main" id="{24A4CDDB-065F-4EF9-93DC-0132A6084A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8" name="直線コネクタ 128747">
                      <a:extLst>
                        <a:ext uri="{FF2B5EF4-FFF2-40B4-BE49-F238E27FC236}">
                          <a16:creationId xmlns:a16="http://schemas.microsoft.com/office/drawing/2014/main" id="{C86CBA61-AE75-42BB-B694-91F3FA9945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49" name="直線コネクタ 128748">
                      <a:extLst>
                        <a:ext uri="{FF2B5EF4-FFF2-40B4-BE49-F238E27FC236}">
                          <a16:creationId xmlns:a16="http://schemas.microsoft.com/office/drawing/2014/main" id="{1FEB5543-139A-4CD0-B720-6C5864D9C7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0" name="直線コネクタ 128749">
                      <a:extLst>
                        <a:ext uri="{FF2B5EF4-FFF2-40B4-BE49-F238E27FC236}">
                          <a16:creationId xmlns:a16="http://schemas.microsoft.com/office/drawing/2014/main" id="{D2521948-83D2-4CF1-9801-CF3B46BAEB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1" name="直線コネクタ 128750">
                      <a:extLst>
                        <a:ext uri="{FF2B5EF4-FFF2-40B4-BE49-F238E27FC236}">
                          <a16:creationId xmlns:a16="http://schemas.microsoft.com/office/drawing/2014/main" id="{60A4A62B-8EAA-4011-A075-1C7589A6DF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2" name="直線コネクタ 128751">
                      <a:extLst>
                        <a:ext uri="{FF2B5EF4-FFF2-40B4-BE49-F238E27FC236}">
                          <a16:creationId xmlns:a16="http://schemas.microsoft.com/office/drawing/2014/main" id="{F673DCD9-D6F8-4E0E-84BA-5C2304711F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3" name="直線コネクタ 128752">
                      <a:extLst>
                        <a:ext uri="{FF2B5EF4-FFF2-40B4-BE49-F238E27FC236}">
                          <a16:creationId xmlns:a16="http://schemas.microsoft.com/office/drawing/2014/main" id="{A5FC94DA-A9AE-48A8-B8F6-55E69539A5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4" name="直線コネクタ 128753">
                      <a:extLst>
                        <a:ext uri="{FF2B5EF4-FFF2-40B4-BE49-F238E27FC236}">
                          <a16:creationId xmlns:a16="http://schemas.microsoft.com/office/drawing/2014/main" id="{CB4DF594-6BBB-4164-B68D-3915E0B4C5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5" name="直線コネクタ 128754">
                      <a:extLst>
                        <a:ext uri="{FF2B5EF4-FFF2-40B4-BE49-F238E27FC236}">
                          <a16:creationId xmlns:a16="http://schemas.microsoft.com/office/drawing/2014/main" id="{A38C81E0-059B-4F20-87D9-0B69020457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6" name="直線コネクタ 128755">
                      <a:extLst>
                        <a:ext uri="{FF2B5EF4-FFF2-40B4-BE49-F238E27FC236}">
                          <a16:creationId xmlns:a16="http://schemas.microsoft.com/office/drawing/2014/main" id="{8A336313-A777-40D8-A868-AB61C79CE7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7" name="直線コネクタ 128756">
                      <a:extLst>
                        <a:ext uri="{FF2B5EF4-FFF2-40B4-BE49-F238E27FC236}">
                          <a16:creationId xmlns:a16="http://schemas.microsoft.com/office/drawing/2014/main" id="{4B0AE339-DA23-4B64-8BA8-70E412D2F7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8" name="直線コネクタ 128757">
                      <a:extLst>
                        <a:ext uri="{FF2B5EF4-FFF2-40B4-BE49-F238E27FC236}">
                          <a16:creationId xmlns:a16="http://schemas.microsoft.com/office/drawing/2014/main" id="{92F4D9C3-F993-48E4-AE5A-F85188E431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59" name="直線コネクタ 128758">
                      <a:extLst>
                        <a:ext uri="{FF2B5EF4-FFF2-40B4-BE49-F238E27FC236}">
                          <a16:creationId xmlns:a16="http://schemas.microsoft.com/office/drawing/2014/main" id="{1FD28ABB-75BD-42EF-924D-B9F46E699A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0" name="直線コネクタ 128759">
                      <a:extLst>
                        <a:ext uri="{FF2B5EF4-FFF2-40B4-BE49-F238E27FC236}">
                          <a16:creationId xmlns:a16="http://schemas.microsoft.com/office/drawing/2014/main" id="{D3CA8359-4019-4734-9B87-66AD0A2B17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1" name="直線コネクタ 128760">
                      <a:extLst>
                        <a:ext uri="{FF2B5EF4-FFF2-40B4-BE49-F238E27FC236}">
                          <a16:creationId xmlns:a16="http://schemas.microsoft.com/office/drawing/2014/main" id="{06F94BD6-53C8-4CA3-9260-388C0086E2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2" name="直線コネクタ 128761">
                      <a:extLst>
                        <a:ext uri="{FF2B5EF4-FFF2-40B4-BE49-F238E27FC236}">
                          <a16:creationId xmlns:a16="http://schemas.microsoft.com/office/drawing/2014/main" id="{3B8C1A15-2ABE-4B98-A379-1389927204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3" name="直線コネクタ 128762">
                      <a:extLst>
                        <a:ext uri="{FF2B5EF4-FFF2-40B4-BE49-F238E27FC236}">
                          <a16:creationId xmlns:a16="http://schemas.microsoft.com/office/drawing/2014/main" id="{DA04B773-E381-42B5-A38E-A57B0FCCB8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4" name="直線コネクタ 128763">
                      <a:extLst>
                        <a:ext uri="{FF2B5EF4-FFF2-40B4-BE49-F238E27FC236}">
                          <a16:creationId xmlns:a16="http://schemas.microsoft.com/office/drawing/2014/main" id="{39C153A6-2E07-4EBA-AD12-AC6EF6FB47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5" name="直線コネクタ 128764">
                      <a:extLst>
                        <a:ext uri="{FF2B5EF4-FFF2-40B4-BE49-F238E27FC236}">
                          <a16:creationId xmlns:a16="http://schemas.microsoft.com/office/drawing/2014/main" id="{CCFB74C4-DDD5-470F-B08F-9894F314F8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6" name="直線コネクタ 128765">
                      <a:extLst>
                        <a:ext uri="{FF2B5EF4-FFF2-40B4-BE49-F238E27FC236}">
                          <a16:creationId xmlns:a16="http://schemas.microsoft.com/office/drawing/2014/main" id="{C9687C84-FAB3-4D89-888B-A5A8339971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7" name="直線コネクタ 128766">
                      <a:extLst>
                        <a:ext uri="{FF2B5EF4-FFF2-40B4-BE49-F238E27FC236}">
                          <a16:creationId xmlns:a16="http://schemas.microsoft.com/office/drawing/2014/main" id="{08589040-F7A0-413F-81EF-A75081337F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8" name="直線コネクタ 128767">
                      <a:extLst>
                        <a:ext uri="{FF2B5EF4-FFF2-40B4-BE49-F238E27FC236}">
                          <a16:creationId xmlns:a16="http://schemas.microsoft.com/office/drawing/2014/main" id="{DCDAF536-3B53-49CA-928A-45F80AD67C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69" name="直線コネクタ 128768">
                      <a:extLst>
                        <a:ext uri="{FF2B5EF4-FFF2-40B4-BE49-F238E27FC236}">
                          <a16:creationId xmlns:a16="http://schemas.microsoft.com/office/drawing/2014/main" id="{418A4F84-0191-4DB5-AAE4-E132B13425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0" name="直線コネクタ 128769">
                      <a:extLst>
                        <a:ext uri="{FF2B5EF4-FFF2-40B4-BE49-F238E27FC236}">
                          <a16:creationId xmlns:a16="http://schemas.microsoft.com/office/drawing/2014/main" id="{A8C64E4D-42D1-4A71-870E-4706EE0FAA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1" name="直線コネクタ 128770">
                      <a:extLst>
                        <a:ext uri="{FF2B5EF4-FFF2-40B4-BE49-F238E27FC236}">
                          <a16:creationId xmlns:a16="http://schemas.microsoft.com/office/drawing/2014/main" id="{BEFBC07D-D7B1-47E9-919D-DB8546F210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2" name="直線コネクタ 128771">
                      <a:extLst>
                        <a:ext uri="{FF2B5EF4-FFF2-40B4-BE49-F238E27FC236}">
                          <a16:creationId xmlns:a16="http://schemas.microsoft.com/office/drawing/2014/main" id="{0E88C603-681C-47DF-AB02-321995A3D7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3" name="直線コネクタ 128772">
                      <a:extLst>
                        <a:ext uri="{FF2B5EF4-FFF2-40B4-BE49-F238E27FC236}">
                          <a16:creationId xmlns:a16="http://schemas.microsoft.com/office/drawing/2014/main" id="{3D896526-54D3-456E-BD58-9C94BFC5AC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4" name="直線コネクタ 128773">
                      <a:extLst>
                        <a:ext uri="{FF2B5EF4-FFF2-40B4-BE49-F238E27FC236}">
                          <a16:creationId xmlns:a16="http://schemas.microsoft.com/office/drawing/2014/main" id="{A11E945E-6DB2-4165-AF88-44E9E7A442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5" name="直線コネクタ 128774">
                      <a:extLst>
                        <a:ext uri="{FF2B5EF4-FFF2-40B4-BE49-F238E27FC236}">
                          <a16:creationId xmlns:a16="http://schemas.microsoft.com/office/drawing/2014/main" id="{D522D08D-E0D3-4607-95A8-15AC6A4C0A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6" name="直線コネクタ 128775">
                      <a:extLst>
                        <a:ext uri="{FF2B5EF4-FFF2-40B4-BE49-F238E27FC236}">
                          <a16:creationId xmlns:a16="http://schemas.microsoft.com/office/drawing/2014/main" id="{3FC26E94-6046-4F0E-83D2-3454B082DC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7" name="直線コネクタ 128776">
                      <a:extLst>
                        <a:ext uri="{FF2B5EF4-FFF2-40B4-BE49-F238E27FC236}">
                          <a16:creationId xmlns:a16="http://schemas.microsoft.com/office/drawing/2014/main" id="{1360CA43-A853-44D7-8CE4-06CA648EA6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8" name="直線コネクタ 128777">
                      <a:extLst>
                        <a:ext uri="{FF2B5EF4-FFF2-40B4-BE49-F238E27FC236}">
                          <a16:creationId xmlns:a16="http://schemas.microsoft.com/office/drawing/2014/main" id="{0C3FEBBB-CF84-499F-B55D-6840864291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79" name="直線コネクタ 128778">
                      <a:extLst>
                        <a:ext uri="{FF2B5EF4-FFF2-40B4-BE49-F238E27FC236}">
                          <a16:creationId xmlns:a16="http://schemas.microsoft.com/office/drawing/2014/main" id="{00176AA4-7D06-4FF9-A896-159762F16E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0" name="直線コネクタ 128779">
                      <a:extLst>
                        <a:ext uri="{FF2B5EF4-FFF2-40B4-BE49-F238E27FC236}">
                          <a16:creationId xmlns:a16="http://schemas.microsoft.com/office/drawing/2014/main" id="{83CA3F47-E98E-41CA-900F-0D785E5E06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1" name="直線コネクタ 128780">
                      <a:extLst>
                        <a:ext uri="{FF2B5EF4-FFF2-40B4-BE49-F238E27FC236}">
                          <a16:creationId xmlns:a16="http://schemas.microsoft.com/office/drawing/2014/main" id="{1EC0AB3C-F78A-46A2-B4A5-2857205263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2" name="直線コネクタ 128781">
                      <a:extLst>
                        <a:ext uri="{FF2B5EF4-FFF2-40B4-BE49-F238E27FC236}">
                          <a16:creationId xmlns:a16="http://schemas.microsoft.com/office/drawing/2014/main" id="{2D5C7281-7B39-495C-8E42-EA703B178C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3" name="直線コネクタ 128782">
                      <a:extLst>
                        <a:ext uri="{FF2B5EF4-FFF2-40B4-BE49-F238E27FC236}">
                          <a16:creationId xmlns:a16="http://schemas.microsoft.com/office/drawing/2014/main" id="{5B813622-A2FE-478E-8C64-36467509AB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4" name="直線コネクタ 128783">
                      <a:extLst>
                        <a:ext uri="{FF2B5EF4-FFF2-40B4-BE49-F238E27FC236}">
                          <a16:creationId xmlns:a16="http://schemas.microsoft.com/office/drawing/2014/main" id="{981FEE7B-303E-4F4C-B51B-7735FDBF9D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5" name="直線コネクタ 128784">
                      <a:extLst>
                        <a:ext uri="{FF2B5EF4-FFF2-40B4-BE49-F238E27FC236}">
                          <a16:creationId xmlns:a16="http://schemas.microsoft.com/office/drawing/2014/main" id="{93998099-FE08-45FB-BE8E-4796C1A435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6" name="直線コネクタ 128785">
                      <a:extLst>
                        <a:ext uri="{FF2B5EF4-FFF2-40B4-BE49-F238E27FC236}">
                          <a16:creationId xmlns:a16="http://schemas.microsoft.com/office/drawing/2014/main" id="{051E3CA3-3EEE-4960-A1B7-3717067796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7" name="直線コネクタ 128786">
                      <a:extLst>
                        <a:ext uri="{FF2B5EF4-FFF2-40B4-BE49-F238E27FC236}">
                          <a16:creationId xmlns:a16="http://schemas.microsoft.com/office/drawing/2014/main" id="{DA544F54-9B71-4184-B7E6-8586E53297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8" name="直線コネクタ 128787">
                      <a:extLst>
                        <a:ext uri="{FF2B5EF4-FFF2-40B4-BE49-F238E27FC236}">
                          <a16:creationId xmlns:a16="http://schemas.microsoft.com/office/drawing/2014/main" id="{C4181349-4E62-4DF3-9EE5-7D67B550B7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89" name="直線コネクタ 128788">
                      <a:extLst>
                        <a:ext uri="{FF2B5EF4-FFF2-40B4-BE49-F238E27FC236}">
                          <a16:creationId xmlns:a16="http://schemas.microsoft.com/office/drawing/2014/main" id="{28B8A728-8159-449A-A891-EA78668151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0" name="直線コネクタ 128789">
                      <a:extLst>
                        <a:ext uri="{FF2B5EF4-FFF2-40B4-BE49-F238E27FC236}">
                          <a16:creationId xmlns:a16="http://schemas.microsoft.com/office/drawing/2014/main" id="{8B5C3C44-36FA-471A-8C0C-F258E9A080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1" name="直線コネクタ 128790">
                      <a:extLst>
                        <a:ext uri="{FF2B5EF4-FFF2-40B4-BE49-F238E27FC236}">
                          <a16:creationId xmlns:a16="http://schemas.microsoft.com/office/drawing/2014/main" id="{EED64807-D153-4697-BB1E-BDBBDFB392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2" name="直線コネクタ 128791">
                      <a:extLst>
                        <a:ext uri="{FF2B5EF4-FFF2-40B4-BE49-F238E27FC236}">
                          <a16:creationId xmlns:a16="http://schemas.microsoft.com/office/drawing/2014/main" id="{2F79D17A-14FE-4BA9-891C-015276C8D0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3" name="直線コネクタ 128792">
                      <a:extLst>
                        <a:ext uri="{FF2B5EF4-FFF2-40B4-BE49-F238E27FC236}">
                          <a16:creationId xmlns:a16="http://schemas.microsoft.com/office/drawing/2014/main" id="{EFFE7E18-BB0C-4763-ADE1-9818B7CD40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4" name="直線コネクタ 128793">
                      <a:extLst>
                        <a:ext uri="{FF2B5EF4-FFF2-40B4-BE49-F238E27FC236}">
                          <a16:creationId xmlns:a16="http://schemas.microsoft.com/office/drawing/2014/main" id="{CAA042A9-72C3-44FA-93E6-328C7CE0DB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5" name="直線コネクタ 128794">
                      <a:extLst>
                        <a:ext uri="{FF2B5EF4-FFF2-40B4-BE49-F238E27FC236}">
                          <a16:creationId xmlns:a16="http://schemas.microsoft.com/office/drawing/2014/main" id="{05907FCE-22E6-4A60-9003-3DCC3CBF04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6" name="直線コネクタ 128795">
                      <a:extLst>
                        <a:ext uri="{FF2B5EF4-FFF2-40B4-BE49-F238E27FC236}">
                          <a16:creationId xmlns:a16="http://schemas.microsoft.com/office/drawing/2014/main" id="{80C2ABED-F454-4AB1-BAAE-BFAA54C168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7" name="直線コネクタ 128796">
                      <a:extLst>
                        <a:ext uri="{FF2B5EF4-FFF2-40B4-BE49-F238E27FC236}">
                          <a16:creationId xmlns:a16="http://schemas.microsoft.com/office/drawing/2014/main" id="{6CCA192F-4307-479A-9CFA-DA440D99B8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8" name="直線コネクタ 128797">
                      <a:extLst>
                        <a:ext uri="{FF2B5EF4-FFF2-40B4-BE49-F238E27FC236}">
                          <a16:creationId xmlns:a16="http://schemas.microsoft.com/office/drawing/2014/main" id="{F50F3982-213E-43AB-9984-4C4D2EE627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799" name="直線コネクタ 128798">
                      <a:extLst>
                        <a:ext uri="{FF2B5EF4-FFF2-40B4-BE49-F238E27FC236}">
                          <a16:creationId xmlns:a16="http://schemas.microsoft.com/office/drawing/2014/main" id="{0B08DB0A-518C-4403-8ECC-5B551C208C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0" name="直線コネクタ 128799">
                      <a:extLst>
                        <a:ext uri="{FF2B5EF4-FFF2-40B4-BE49-F238E27FC236}">
                          <a16:creationId xmlns:a16="http://schemas.microsoft.com/office/drawing/2014/main" id="{1A12EFF8-FC87-4ADF-94A4-FF5ED0B0DE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1" name="直線コネクタ 128800">
                      <a:extLst>
                        <a:ext uri="{FF2B5EF4-FFF2-40B4-BE49-F238E27FC236}">
                          <a16:creationId xmlns:a16="http://schemas.microsoft.com/office/drawing/2014/main" id="{D3691B3B-2892-48E6-9543-862DA9749F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2" name="直線コネクタ 128801">
                      <a:extLst>
                        <a:ext uri="{FF2B5EF4-FFF2-40B4-BE49-F238E27FC236}">
                          <a16:creationId xmlns:a16="http://schemas.microsoft.com/office/drawing/2014/main" id="{B0FD782C-8FAF-474D-A155-91D51D1C52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3" name="直線コネクタ 128802">
                      <a:extLst>
                        <a:ext uri="{FF2B5EF4-FFF2-40B4-BE49-F238E27FC236}">
                          <a16:creationId xmlns:a16="http://schemas.microsoft.com/office/drawing/2014/main" id="{B70B60E4-5579-44A5-A806-F82549A732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4" name="直線コネクタ 128803">
                      <a:extLst>
                        <a:ext uri="{FF2B5EF4-FFF2-40B4-BE49-F238E27FC236}">
                          <a16:creationId xmlns:a16="http://schemas.microsoft.com/office/drawing/2014/main" id="{291CF6C9-F490-4E3E-9744-9723298C74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5" name="直線コネクタ 128804">
                      <a:extLst>
                        <a:ext uri="{FF2B5EF4-FFF2-40B4-BE49-F238E27FC236}">
                          <a16:creationId xmlns:a16="http://schemas.microsoft.com/office/drawing/2014/main" id="{CCAF1173-B8FE-4312-B12C-54A0586588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6" name="直線コネクタ 128805">
                      <a:extLst>
                        <a:ext uri="{FF2B5EF4-FFF2-40B4-BE49-F238E27FC236}">
                          <a16:creationId xmlns:a16="http://schemas.microsoft.com/office/drawing/2014/main" id="{CDCB79B4-B220-46BE-A227-F7510B3B1B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7" name="直線コネクタ 128806">
                      <a:extLst>
                        <a:ext uri="{FF2B5EF4-FFF2-40B4-BE49-F238E27FC236}">
                          <a16:creationId xmlns:a16="http://schemas.microsoft.com/office/drawing/2014/main" id="{DB6B854B-8556-4A4D-8F53-6ACC78B007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8" name="直線コネクタ 128807">
                      <a:extLst>
                        <a:ext uri="{FF2B5EF4-FFF2-40B4-BE49-F238E27FC236}">
                          <a16:creationId xmlns:a16="http://schemas.microsoft.com/office/drawing/2014/main" id="{9430165B-6C29-47F5-8D48-77EE3E1219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09" name="直線コネクタ 128808">
                      <a:extLst>
                        <a:ext uri="{FF2B5EF4-FFF2-40B4-BE49-F238E27FC236}">
                          <a16:creationId xmlns:a16="http://schemas.microsoft.com/office/drawing/2014/main" id="{B50069BA-D486-4C55-8D47-B31BEF8113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0" name="直線コネクタ 128809">
                      <a:extLst>
                        <a:ext uri="{FF2B5EF4-FFF2-40B4-BE49-F238E27FC236}">
                          <a16:creationId xmlns:a16="http://schemas.microsoft.com/office/drawing/2014/main" id="{34716A6B-A54A-4784-98D5-76CF0ACA19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1" name="直線コネクタ 128810">
                      <a:extLst>
                        <a:ext uri="{FF2B5EF4-FFF2-40B4-BE49-F238E27FC236}">
                          <a16:creationId xmlns:a16="http://schemas.microsoft.com/office/drawing/2014/main" id="{7A54BEBC-A181-4BC2-8589-AB46AEA61D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2" name="直線コネクタ 128811">
                      <a:extLst>
                        <a:ext uri="{FF2B5EF4-FFF2-40B4-BE49-F238E27FC236}">
                          <a16:creationId xmlns:a16="http://schemas.microsoft.com/office/drawing/2014/main" id="{9C84B000-7F53-434E-90F6-10F678CF38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3" name="直線コネクタ 128812">
                      <a:extLst>
                        <a:ext uri="{FF2B5EF4-FFF2-40B4-BE49-F238E27FC236}">
                          <a16:creationId xmlns:a16="http://schemas.microsoft.com/office/drawing/2014/main" id="{3E02A3E2-D597-4F51-ABA6-434F07263A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4" name="直線コネクタ 128813">
                      <a:extLst>
                        <a:ext uri="{FF2B5EF4-FFF2-40B4-BE49-F238E27FC236}">
                          <a16:creationId xmlns:a16="http://schemas.microsoft.com/office/drawing/2014/main" id="{BDEC8EDC-15D6-4798-85D7-F6CD97B6CB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5" name="直線コネクタ 128814">
                      <a:extLst>
                        <a:ext uri="{FF2B5EF4-FFF2-40B4-BE49-F238E27FC236}">
                          <a16:creationId xmlns:a16="http://schemas.microsoft.com/office/drawing/2014/main" id="{9F9CFDB8-CB62-43AC-A13A-FB63F2EB9B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6" name="直線コネクタ 128815">
                      <a:extLst>
                        <a:ext uri="{FF2B5EF4-FFF2-40B4-BE49-F238E27FC236}">
                          <a16:creationId xmlns:a16="http://schemas.microsoft.com/office/drawing/2014/main" id="{682CDC56-3EA1-49E2-8EE3-098FD4855D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7" name="直線コネクタ 128816">
                      <a:extLst>
                        <a:ext uri="{FF2B5EF4-FFF2-40B4-BE49-F238E27FC236}">
                          <a16:creationId xmlns:a16="http://schemas.microsoft.com/office/drawing/2014/main" id="{2235DA9D-9FA0-4A00-BABE-C5DFC7D8FE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8" name="直線コネクタ 128817">
                      <a:extLst>
                        <a:ext uri="{FF2B5EF4-FFF2-40B4-BE49-F238E27FC236}">
                          <a16:creationId xmlns:a16="http://schemas.microsoft.com/office/drawing/2014/main" id="{5254BDF6-A21E-4B0C-85DD-67B1B1412E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19" name="直線コネクタ 128818">
                      <a:extLst>
                        <a:ext uri="{FF2B5EF4-FFF2-40B4-BE49-F238E27FC236}">
                          <a16:creationId xmlns:a16="http://schemas.microsoft.com/office/drawing/2014/main" id="{0347BBC1-C900-448E-8312-A661F13908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0" name="直線コネクタ 128819">
                      <a:extLst>
                        <a:ext uri="{FF2B5EF4-FFF2-40B4-BE49-F238E27FC236}">
                          <a16:creationId xmlns:a16="http://schemas.microsoft.com/office/drawing/2014/main" id="{B5CD849D-3E8E-4E79-B49C-50587161B3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1" name="直線コネクタ 128820">
                      <a:extLst>
                        <a:ext uri="{FF2B5EF4-FFF2-40B4-BE49-F238E27FC236}">
                          <a16:creationId xmlns:a16="http://schemas.microsoft.com/office/drawing/2014/main" id="{662017BF-8377-437B-8774-13F1EDC01C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2" name="直線コネクタ 128821">
                      <a:extLst>
                        <a:ext uri="{FF2B5EF4-FFF2-40B4-BE49-F238E27FC236}">
                          <a16:creationId xmlns:a16="http://schemas.microsoft.com/office/drawing/2014/main" id="{723E9968-3B9B-46C7-926F-159546C799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3" name="直線コネクタ 128822">
                      <a:extLst>
                        <a:ext uri="{FF2B5EF4-FFF2-40B4-BE49-F238E27FC236}">
                          <a16:creationId xmlns:a16="http://schemas.microsoft.com/office/drawing/2014/main" id="{B7015946-7470-401E-A5A0-EFD0F2DC73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4" name="直線コネクタ 128823">
                      <a:extLst>
                        <a:ext uri="{FF2B5EF4-FFF2-40B4-BE49-F238E27FC236}">
                          <a16:creationId xmlns:a16="http://schemas.microsoft.com/office/drawing/2014/main" id="{6B9D8822-60C3-43DF-828B-AC7CCB2007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5" name="直線コネクタ 128824">
                      <a:extLst>
                        <a:ext uri="{FF2B5EF4-FFF2-40B4-BE49-F238E27FC236}">
                          <a16:creationId xmlns:a16="http://schemas.microsoft.com/office/drawing/2014/main" id="{5F234C1D-E5B4-4338-9B39-2D5BABAC80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6" name="直線コネクタ 128825">
                      <a:extLst>
                        <a:ext uri="{FF2B5EF4-FFF2-40B4-BE49-F238E27FC236}">
                          <a16:creationId xmlns:a16="http://schemas.microsoft.com/office/drawing/2014/main" id="{62A530DF-9395-4166-8124-F9D87EEF43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7" name="直線コネクタ 128826">
                      <a:extLst>
                        <a:ext uri="{FF2B5EF4-FFF2-40B4-BE49-F238E27FC236}">
                          <a16:creationId xmlns:a16="http://schemas.microsoft.com/office/drawing/2014/main" id="{A71F5231-A19D-490E-9C98-D72C6462B8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8" name="直線コネクタ 128827">
                      <a:extLst>
                        <a:ext uri="{FF2B5EF4-FFF2-40B4-BE49-F238E27FC236}">
                          <a16:creationId xmlns:a16="http://schemas.microsoft.com/office/drawing/2014/main" id="{E80CB167-3D3A-4262-AEFD-F66CCF726B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29" name="直線コネクタ 128828">
                      <a:extLst>
                        <a:ext uri="{FF2B5EF4-FFF2-40B4-BE49-F238E27FC236}">
                          <a16:creationId xmlns:a16="http://schemas.microsoft.com/office/drawing/2014/main" id="{1E018B37-DD47-4B15-A1E9-5E1274BB65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0" name="直線コネクタ 128829">
                      <a:extLst>
                        <a:ext uri="{FF2B5EF4-FFF2-40B4-BE49-F238E27FC236}">
                          <a16:creationId xmlns:a16="http://schemas.microsoft.com/office/drawing/2014/main" id="{8A0DB09A-936C-4BDA-9C71-01B7161AEE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1" name="直線コネクタ 128830">
                      <a:extLst>
                        <a:ext uri="{FF2B5EF4-FFF2-40B4-BE49-F238E27FC236}">
                          <a16:creationId xmlns:a16="http://schemas.microsoft.com/office/drawing/2014/main" id="{D8ECD363-57A7-46F2-86ED-2BA42CAC7C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2" name="直線コネクタ 128831">
                      <a:extLst>
                        <a:ext uri="{FF2B5EF4-FFF2-40B4-BE49-F238E27FC236}">
                          <a16:creationId xmlns:a16="http://schemas.microsoft.com/office/drawing/2014/main" id="{A582D93B-899B-42AA-A30C-C372661057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3" name="直線コネクタ 128832">
                      <a:extLst>
                        <a:ext uri="{FF2B5EF4-FFF2-40B4-BE49-F238E27FC236}">
                          <a16:creationId xmlns:a16="http://schemas.microsoft.com/office/drawing/2014/main" id="{79AAF9E6-BE68-4368-9DCE-1D2531CD7E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4" name="直線コネクタ 128833">
                      <a:extLst>
                        <a:ext uri="{FF2B5EF4-FFF2-40B4-BE49-F238E27FC236}">
                          <a16:creationId xmlns:a16="http://schemas.microsoft.com/office/drawing/2014/main" id="{BEAB66D8-95C3-4356-A9E8-694919C714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5" name="直線コネクタ 128834">
                      <a:extLst>
                        <a:ext uri="{FF2B5EF4-FFF2-40B4-BE49-F238E27FC236}">
                          <a16:creationId xmlns:a16="http://schemas.microsoft.com/office/drawing/2014/main" id="{4BD5B541-7797-434E-8FEB-1496247D1A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6" name="直線コネクタ 128835">
                      <a:extLst>
                        <a:ext uri="{FF2B5EF4-FFF2-40B4-BE49-F238E27FC236}">
                          <a16:creationId xmlns:a16="http://schemas.microsoft.com/office/drawing/2014/main" id="{269FCA9F-66A4-48A7-B7D3-35B0171592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7" name="直線コネクタ 128836">
                      <a:extLst>
                        <a:ext uri="{FF2B5EF4-FFF2-40B4-BE49-F238E27FC236}">
                          <a16:creationId xmlns:a16="http://schemas.microsoft.com/office/drawing/2014/main" id="{23BD64DF-4FDA-4C6D-9B59-EA81C40C2E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8" name="直線コネクタ 128837">
                      <a:extLst>
                        <a:ext uri="{FF2B5EF4-FFF2-40B4-BE49-F238E27FC236}">
                          <a16:creationId xmlns:a16="http://schemas.microsoft.com/office/drawing/2014/main" id="{31068E6E-9D82-4702-A9CF-57A4809794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39" name="直線コネクタ 128838">
                      <a:extLst>
                        <a:ext uri="{FF2B5EF4-FFF2-40B4-BE49-F238E27FC236}">
                          <a16:creationId xmlns:a16="http://schemas.microsoft.com/office/drawing/2014/main" id="{533F84D5-8880-49B3-B69B-169BC08931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0" name="直線コネクタ 128839">
                      <a:extLst>
                        <a:ext uri="{FF2B5EF4-FFF2-40B4-BE49-F238E27FC236}">
                          <a16:creationId xmlns:a16="http://schemas.microsoft.com/office/drawing/2014/main" id="{F366F2A4-7383-498F-B5EC-370C7C2E2A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1" name="直線コネクタ 128840">
                      <a:extLst>
                        <a:ext uri="{FF2B5EF4-FFF2-40B4-BE49-F238E27FC236}">
                          <a16:creationId xmlns:a16="http://schemas.microsoft.com/office/drawing/2014/main" id="{5B7B39CB-5B62-42DF-9C22-17947C35CA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2" name="直線コネクタ 128841">
                      <a:extLst>
                        <a:ext uri="{FF2B5EF4-FFF2-40B4-BE49-F238E27FC236}">
                          <a16:creationId xmlns:a16="http://schemas.microsoft.com/office/drawing/2014/main" id="{DA69DBA7-7537-42AC-82D0-1CF124EC6D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3" name="直線コネクタ 128842">
                      <a:extLst>
                        <a:ext uri="{FF2B5EF4-FFF2-40B4-BE49-F238E27FC236}">
                          <a16:creationId xmlns:a16="http://schemas.microsoft.com/office/drawing/2014/main" id="{44A58340-652A-4D64-80C8-06B1FA044B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4" name="直線コネクタ 128843">
                      <a:extLst>
                        <a:ext uri="{FF2B5EF4-FFF2-40B4-BE49-F238E27FC236}">
                          <a16:creationId xmlns:a16="http://schemas.microsoft.com/office/drawing/2014/main" id="{BC70F9FB-9DBB-468C-BD76-A927B917D1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5" name="直線コネクタ 128844">
                      <a:extLst>
                        <a:ext uri="{FF2B5EF4-FFF2-40B4-BE49-F238E27FC236}">
                          <a16:creationId xmlns:a16="http://schemas.microsoft.com/office/drawing/2014/main" id="{2B1BF2BC-B1CC-442A-B1FC-EF8D83FE24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6" name="直線コネクタ 128845">
                      <a:extLst>
                        <a:ext uri="{FF2B5EF4-FFF2-40B4-BE49-F238E27FC236}">
                          <a16:creationId xmlns:a16="http://schemas.microsoft.com/office/drawing/2014/main" id="{C79A9906-31E3-4D04-B685-8A8DBD0521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7" name="直線コネクタ 128846">
                      <a:extLst>
                        <a:ext uri="{FF2B5EF4-FFF2-40B4-BE49-F238E27FC236}">
                          <a16:creationId xmlns:a16="http://schemas.microsoft.com/office/drawing/2014/main" id="{4F8CD9E2-F311-49AA-9B14-2349B2BA8E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8" name="直線コネクタ 128847">
                      <a:extLst>
                        <a:ext uri="{FF2B5EF4-FFF2-40B4-BE49-F238E27FC236}">
                          <a16:creationId xmlns:a16="http://schemas.microsoft.com/office/drawing/2014/main" id="{2ED5FE35-D1A2-4719-96AE-96AC2C4567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49" name="直線コネクタ 128848">
                      <a:extLst>
                        <a:ext uri="{FF2B5EF4-FFF2-40B4-BE49-F238E27FC236}">
                          <a16:creationId xmlns:a16="http://schemas.microsoft.com/office/drawing/2014/main" id="{00617DA3-B368-489B-97F5-B560762E45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50" name="直線コネクタ 128849">
                      <a:extLst>
                        <a:ext uri="{FF2B5EF4-FFF2-40B4-BE49-F238E27FC236}">
                          <a16:creationId xmlns:a16="http://schemas.microsoft.com/office/drawing/2014/main" id="{EF0FE49C-B96C-4EEE-B7E8-66C9F486664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51" name="直線コネクタ 128850">
                      <a:extLst>
                        <a:ext uri="{FF2B5EF4-FFF2-40B4-BE49-F238E27FC236}">
                          <a16:creationId xmlns:a16="http://schemas.microsoft.com/office/drawing/2014/main" id="{17129B27-5EF8-49F3-A943-A4DBEE4555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52" name="直線コネクタ 128851">
                      <a:extLst>
                        <a:ext uri="{FF2B5EF4-FFF2-40B4-BE49-F238E27FC236}">
                          <a16:creationId xmlns:a16="http://schemas.microsoft.com/office/drawing/2014/main" id="{07B845B2-E7E1-405B-AD4C-847891E453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53" name="直線コネクタ 128852">
                      <a:extLst>
                        <a:ext uri="{FF2B5EF4-FFF2-40B4-BE49-F238E27FC236}">
                          <a16:creationId xmlns:a16="http://schemas.microsoft.com/office/drawing/2014/main" id="{58F5DDEF-A66A-442E-80EA-CC008900F9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54" name="直線コネクタ 128853">
                      <a:extLst>
                        <a:ext uri="{FF2B5EF4-FFF2-40B4-BE49-F238E27FC236}">
                          <a16:creationId xmlns:a16="http://schemas.microsoft.com/office/drawing/2014/main" id="{5181ECD6-F768-426D-88A3-AC12BD6336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55" name="直線コネクタ 128854">
                      <a:extLst>
                        <a:ext uri="{FF2B5EF4-FFF2-40B4-BE49-F238E27FC236}">
                          <a16:creationId xmlns:a16="http://schemas.microsoft.com/office/drawing/2014/main" id="{89A9C872-BDA6-4AA5-A8D3-13755F9EEA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56" name="直線コネクタ 128855">
                      <a:extLst>
                        <a:ext uri="{FF2B5EF4-FFF2-40B4-BE49-F238E27FC236}">
                          <a16:creationId xmlns:a16="http://schemas.microsoft.com/office/drawing/2014/main" id="{9AEBE8A3-4F74-4680-B31D-F4D3EDFE55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857" name="直線コネクタ 128856">
                      <a:extLst>
                        <a:ext uri="{FF2B5EF4-FFF2-40B4-BE49-F238E27FC236}">
                          <a16:creationId xmlns:a16="http://schemas.microsoft.com/office/drawing/2014/main" id="{06B8687A-8697-498A-BA82-B499CD94FD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28858" name="グループ化 128857">
                      <a:extLst>
                        <a:ext uri="{FF2B5EF4-FFF2-40B4-BE49-F238E27FC236}">
                          <a16:creationId xmlns:a16="http://schemas.microsoft.com/office/drawing/2014/main" id="{EBEE1F45-A69E-4161-9A37-567351EEA02A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9034" name="直線コネクタ 129033">
                        <a:extLst>
                          <a:ext uri="{FF2B5EF4-FFF2-40B4-BE49-F238E27FC236}">
                            <a16:creationId xmlns:a16="http://schemas.microsoft.com/office/drawing/2014/main" id="{98A51F56-85DE-4D1C-A6EE-234D32360C5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35" name="直線コネクタ 129034">
                        <a:extLst>
                          <a:ext uri="{FF2B5EF4-FFF2-40B4-BE49-F238E27FC236}">
                            <a16:creationId xmlns:a16="http://schemas.microsoft.com/office/drawing/2014/main" id="{67B4B992-040E-482E-AE0D-63FCF73AE8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36" name="直線コネクタ 129035">
                        <a:extLst>
                          <a:ext uri="{FF2B5EF4-FFF2-40B4-BE49-F238E27FC236}">
                            <a16:creationId xmlns:a16="http://schemas.microsoft.com/office/drawing/2014/main" id="{6002FA66-57D1-49DC-9DE6-DE1536D73DD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37" name="直線コネクタ 129036">
                        <a:extLst>
                          <a:ext uri="{FF2B5EF4-FFF2-40B4-BE49-F238E27FC236}">
                            <a16:creationId xmlns:a16="http://schemas.microsoft.com/office/drawing/2014/main" id="{E5E944D7-BA96-4555-A656-7AD765F000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38" name="直線コネクタ 129037">
                        <a:extLst>
                          <a:ext uri="{FF2B5EF4-FFF2-40B4-BE49-F238E27FC236}">
                            <a16:creationId xmlns:a16="http://schemas.microsoft.com/office/drawing/2014/main" id="{776D9DBC-502D-4542-90A7-48AEB5FE66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39" name="直線コネクタ 129038">
                        <a:extLst>
                          <a:ext uri="{FF2B5EF4-FFF2-40B4-BE49-F238E27FC236}">
                            <a16:creationId xmlns:a16="http://schemas.microsoft.com/office/drawing/2014/main" id="{E573932B-94CE-42D8-A2A3-C01CC5CE8C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0" name="直線コネクタ 129039">
                        <a:extLst>
                          <a:ext uri="{FF2B5EF4-FFF2-40B4-BE49-F238E27FC236}">
                            <a16:creationId xmlns:a16="http://schemas.microsoft.com/office/drawing/2014/main" id="{66660DE4-8D96-4319-ADAB-AF98D04AE5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1" name="直線コネクタ 129040">
                        <a:extLst>
                          <a:ext uri="{FF2B5EF4-FFF2-40B4-BE49-F238E27FC236}">
                            <a16:creationId xmlns:a16="http://schemas.microsoft.com/office/drawing/2014/main" id="{558971CB-4BFF-419A-BFAC-F6E1584C56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2" name="直線コネクタ 129041">
                        <a:extLst>
                          <a:ext uri="{FF2B5EF4-FFF2-40B4-BE49-F238E27FC236}">
                            <a16:creationId xmlns:a16="http://schemas.microsoft.com/office/drawing/2014/main" id="{7DAE8543-2354-4583-A7DD-2B06D39863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3" name="直線コネクタ 129042">
                        <a:extLst>
                          <a:ext uri="{FF2B5EF4-FFF2-40B4-BE49-F238E27FC236}">
                            <a16:creationId xmlns:a16="http://schemas.microsoft.com/office/drawing/2014/main" id="{F4533A4F-D6B1-44F1-B452-CDCD70C60A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4" name="直線コネクタ 129043">
                        <a:extLst>
                          <a:ext uri="{FF2B5EF4-FFF2-40B4-BE49-F238E27FC236}">
                            <a16:creationId xmlns:a16="http://schemas.microsoft.com/office/drawing/2014/main" id="{EFB806F2-2453-4A71-871F-5C6E545044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5" name="直線コネクタ 129044">
                        <a:extLst>
                          <a:ext uri="{FF2B5EF4-FFF2-40B4-BE49-F238E27FC236}">
                            <a16:creationId xmlns:a16="http://schemas.microsoft.com/office/drawing/2014/main" id="{E644D55F-5DE9-45A1-AF2D-99A49E9F617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6" name="直線コネクタ 129045">
                        <a:extLst>
                          <a:ext uri="{FF2B5EF4-FFF2-40B4-BE49-F238E27FC236}">
                            <a16:creationId xmlns:a16="http://schemas.microsoft.com/office/drawing/2014/main" id="{B07AE348-5CF4-469B-9161-120222FD9D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7" name="直線コネクタ 129046">
                        <a:extLst>
                          <a:ext uri="{FF2B5EF4-FFF2-40B4-BE49-F238E27FC236}">
                            <a16:creationId xmlns:a16="http://schemas.microsoft.com/office/drawing/2014/main" id="{3D391076-BED0-4E1C-B2C4-E9DF2925625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8" name="直線コネクタ 129047">
                        <a:extLst>
                          <a:ext uri="{FF2B5EF4-FFF2-40B4-BE49-F238E27FC236}">
                            <a16:creationId xmlns:a16="http://schemas.microsoft.com/office/drawing/2014/main" id="{10DA99C9-EA06-4865-8525-2E94BF8493A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49" name="直線コネクタ 129048">
                        <a:extLst>
                          <a:ext uri="{FF2B5EF4-FFF2-40B4-BE49-F238E27FC236}">
                            <a16:creationId xmlns:a16="http://schemas.microsoft.com/office/drawing/2014/main" id="{AFB95DCF-B6C2-4DE4-B337-0E73CFAC89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0" name="直線コネクタ 129049">
                        <a:extLst>
                          <a:ext uri="{FF2B5EF4-FFF2-40B4-BE49-F238E27FC236}">
                            <a16:creationId xmlns:a16="http://schemas.microsoft.com/office/drawing/2014/main" id="{A3D08B37-8574-4896-AE10-8A1DC69E1D3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1" name="直線コネクタ 129050">
                        <a:extLst>
                          <a:ext uri="{FF2B5EF4-FFF2-40B4-BE49-F238E27FC236}">
                            <a16:creationId xmlns:a16="http://schemas.microsoft.com/office/drawing/2014/main" id="{BD914741-4E90-49B5-8E42-97F35198FFE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2" name="直線コネクタ 129051">
                        <a:extLst>
                          <a:ext uri="{FF2B5EF4-FFF2-40B4-BE49-F238E27FC236}">
                            <a16:creationId xmlns:a16="http://schemas.microsoft.com/office/drawing/2014/main" id="{39C5EA4A-EC51-4843-8E7C-366712C36F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3" name="直線コネクタ 129052">
                        <a:extLst>
                          <a:ext uri="{FF2B5EF4-FFF2-40B4-BE49-F238E27FC236}">
                            <a16:creationId xmlns:a16="http://schemas.microsoft.com/office/drawing/2014/main" id="{70173960-EB8C-4AB3-A02F-FB244BFF6A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4" name="直線コネクタ 129053">
                        <a:extLst>
                          <a:ext uri="{FF2B5EF4-FFF2-40B4-BE49-F238E27FC236}">
                            <a16:creationId xmlns:a16="http://schemas.microsoft.com/office/drawing/2014/main" id="{F083C39E-858A-426E-9966-5032B74FF19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5" name="直線コネクタ 129054">
                        <a:extLst>
                          <a:ext uri="{FF2B5EF4-FFF2-40B4-BE49-F238E27FC236}">
                            <a16:creationId xmlns:a16="http://schemas.microsoft.com/office/drawing/2014/main" id="{6D2B2C8F-FCCE-4615-A3A9-C04932B6EC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6" name="直線コネクタ 129055">
                        <a:extLst>
                          <a:ext uri="{FF2B5EF4-FFF2-40B4-BE49-F238E27FC236}">
                            <a16:creationId xmlns:a16="http://schemas.microsoft.com/office/drawing/2014/main" id="{F539948E-5D35-4B3E-9635-0F8188CE37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7" name="直線コネクタ 129056">
                        <a:extLst>
                          <a:ext uri="{FF2B5EF4-FFF2-40B4-BE49-F238E27FC236}">
                            <a16:creationId xmlns:a16="http://schemas.microsoft.com/office/drawing/2014/main" id="{3635F351-1AE2-4C2A-8B8E-B695D6885B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8" name="直線コネクタ 129057">
                        <a:extLst>
                          <a:ext uri="{FF2B5EF4-FFF2-40B4-BE49-F238E27FC236}">
                            <a16:creationId xmlns:a16="http://schemas.microsoft.com/office/drawing/2014/main" id="{C43C05B5-3D0B-4446-83C9-705E1C1F95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59" name="直線コネクタ 129058">
                        <a:extLst>
                          <a:ext uri="{FF2B5EF4-FFF2-40B4-BE49-F238E27FC236}">
                            <a16:creationId xmlns:a16="http://schemas.microsoft.com/office/drawing/2014/main" id="{2AF8D23F-6042-4265-BA86-AE7024EE9E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0" name="直線コネクタ 129059">
                        <a:extLst>
                          <a:ext uri="{FF2B5EF4-FFF2-40B4-BE49-F238E27FC236}">
                            <a16:creationId xmlns:a16="http://schemas.microsoft.com/office/drawing/2014/main" id="{74B49637-C54E-4187-BE17-7EAB1F876E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1" name="直線コネクタ 129060">
                        <a:extLst>
                          <a:ext uri="{FF2B5EF4-FFF2-40B4-BE49-F238E27FC236}">
                            <a16:creationId xmlns:a16="http://schemas.microsoft.com/office/drawing/2014/main" id="{9F46CFD7-A700-4C6C-A01E-70AB1F7CA0F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2" name="直線コネクタ 129061">
                        <a:extLst>
                          <a:ext uri="{FF2B5EF4-FFF2-40B4-BE49-F238E27FC236}">
                            <a16:creationId xmlns:a16="http://schemas.microsoft.com/office/drawing/2014/main" id="{11BAA139-57A1-4D2E-AB01-042F4637CB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3" name="直線コネクタ 129062">
                        <a:extLst>
                          <a:ext uri="{FF2B5EF4-FFF2-40B4-BE49-F238E27FC236}">
                            <a16:creationId xmlns:a16="http://schemas.microsoft.com/office/drawing/2014/main" id="{5FEDB8B1-739A-4112-BFE9-75A2D5173E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4" name="直線コネクタ 129063">
                        <a:extLst>
                          <a:ext uri="{FF2B5EF4-FFF2-40B4-BE49-F238E27FC236}">
                            <a16:creationId xmlns:a16="http://schemas.microsoft.com/office/drawing/2014/main" id="{0A60D2D4-A703-4C12-B2B9-85B6F7D849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5" name="直線コネクタ 129064">
                        <a:extLst>
                          <a:ext uri="{FF2B5EF4-FFF2-40B4-BE49-F238E27FC236}">
                            <a16:creationId xmlns:a16="http://schemas.microsoft.com/office/drawing/2014/main" id="{C2B8375B-FF92-4BD9-9474-36D65771A5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6" name="直線コネクタ 129065">
                        <a:extLst>
                          <a:ext uri="{FF2B5EF4-FFF2-40B4-BE49-F238E27FC236}">
                            <a16:creationId xmlns:a16="http://schemas.microsoft.com/office/drawing/2014/main" id="{C56BB85E-FD0C-4A36-A30C-6645A1CF3D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7" name="直線コネクタ 129066">
                        <a:extLst>
                          <a:ext uri="{FF2B5EF4-FFF2-40B4-BE49-F238E27FC236}">
                            <a16:creationId xmlns:a16="http://schemas.microsoft.com/office/drawing/2014/main" id="{E900CBCF-DF65-4205-8990-884DDCA9BD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8" name="直線コネクタ 129067">
                        <a:extLst>
                          <a:ext uri="{FF2B5EF4-FFF2-40B4-BE49-F238E27FC236}">
                            <a16:creationId xmlns:a16="http://schemas.microsoft.com/office/drawing/2014/main" id="{AF848146-F18E-4314-AA03-47211674A3A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69" name="直線コネクタ 129068">
                        <a:extLst>
                          <a:ext uri="{FF2B5EF4-FFF2-40B4-BE49-F238E27FC236}">
                            <a16:creationId xmlns:a16="http://schemas.microsoft.com/office/drawing/2014/main" id="{B97FEDFE-62FA-4B8D-87BB-8DF44AD47F1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70" name="直線コネクタ 129069">
                        <a:extLst>
                          <a:ext uri="{FF2B5EF4-FFF2-40B4-BE49-F238E27FC236}">
                            <a16:creationId xmlns:a16="http://schemas.microsoft.com/office/drawing/2014/main" id="{0538A394-B43D-4C8E-BA0C-E4EE16D1AF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71" name="直線コネクタ 129070">
                        <a:extLst>
                          <a:ext uri="{FF2B5EF4-FFF2-40B4-BE49-F238E27FC236}">
                            <a16:creationId xmlns:a16="http://schemas.microsoft.com/office/drawing/2014/main" id="{A7F50CA4-7414-4689-A0BF-9C7C6FE63A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72" name="直線コネクタ 129071">
                        <a:extLst>
                          <a:ext uri="{FF2B5EF4-FFF2-40B4-BE49-F238E27FC236}">
                            <a16:creationId xmlns:a16="http://schemas.microsoft.com/office/drawing/2014/main" id="{6048DC49-CB31-4685-BFC8-0D4761C91C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73" name="直線コネクタ 129072">
                        <a:extLst>
                          <a:ext uri="{FF2B5EF4-FFF2-40B4-BE49-F238E27FC236}">
                            <a16:creationId xmlns:a16="http://schemas.microsoft.com/office/drawing/2014/main" id="{B126D9ED-5E3D-46BE-BC4B-4225E11359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74" name="直線コネクタ 129073">
                        <a:extLst>
                          <a:ext uri="{FF2B5EF4-FFF2-40B4-BE49-F238E27FC236}">
                            <a16:creationId xmlns:a16="http://schemas.microsoft.com/office/drawing/2014/main" id="{2AF93170-2080-4809-BCD0-626F3585641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75" name="直線コネクタ 129074">
                        <a:extLst>
                          <a:ext uri="{FF2B5EF4-FFF2-40B4-BE49-F238E27FC236}">
                            <a16:creationId xmlns:a16="http://schemas.microsoft.com/office/drawing/2014/main" id="{580530BD-FC8C-421E-920C-41262DE5CF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859" name="グループ化 128858">
                      <a:extLst>
                        <a:ext uri="{FF2B5EF4-FFF2-40B4-BE49-F238E27FC236}">
                          <a16:creationId xmlns:a16="http://schemas.microsoft.com/office/drawing/2014/main" id="{1EF32A91-7085-4935-A1A3-EF630129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29025" name="正方形/長方形 129024">
                        <a:extLst>
                          <a:ext uri="{FF2B5EF4-FFF2-40B4-BE49-F238E27FC236}">
                            <a16:creationId xmlns:a16="http://schemas.microsoft.com/office/drawing/2014/main" id="{7DD168AC-3A8B-45DA-A2E9-2D87DFC2E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026" name="正方形/長方形 129025">
                        <a:extLst>
                          <a:ext uri="{FF2B5EF4-FFF2-40B4-BE49-F238E27FC236}">
                            <a16:creationId xmlns:a16="http://schemas.microsoft.com/office/drawing/2014/main" id="{6CD5D8EA-BE78-4F36-B273-DF2F9F4A86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027" name="正方形/長方形 129026">
                        <a:extLst>
                          <a:ext uri="{FF2B5EF4-FFF2-40B4-BE49-F238E27FC236}">
                            <a16:creationId xmlns:a16="http://schemas.microsoft.com/office/drawing/2014/main" id="{9B3E4E0C-FD36-4CAF-964E-0C50AB0D3A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028" name="正方形/長方形 129027">
                        <a:extLst>
                          <a:ext uri="{FF2B5EF4-FFF2-40B4-BE49-F238E27FC236}">
                            <a16:creationId xmlns:a16="http://schemas.microsoft.com/office/drawing/2014/main" id="{27DF2EA4-DC71-450C-B966-123886F5E1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029" name="正方形/長方形 129028">
                        <a:extLst>
                          <a:ext uri="{FF2B5EF4-FFF2-40B4-BE49-F238E27FC236}">
                            <a16:creationId xmlns:a16="http://schemas.microsoft.com/office/drawing/2014/main" id="{C79E17CA-7974-438A-B07D-AC89306547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030" name="正方形/長方形 129029">
                        <a:extLst>
                          <a:ext uri="{FF2B5EF4-FFF2-40B4-BE49-F238E27FC236}">
                            <a16:creationId xmlns:a16="http://schemas.microsoft.com/office/drawing/2014/main" id="{0851BAF9-8D4C-457C-8824-A17B860606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031" name="正方形/長方形 129030">
                        <a:extLst>
                          <a:ext uri="{FF2B5EF4-FFF2-40B4-BE49-F238E27FC236}">
                            <a16:creationId xmlns:a16="http://schemas.microsoft.com/office/drawing/2014/main" id="{E970B08B-0112-41B6-A68C-0338141CC89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032" name="正方形/長方形 129031">
                        <a:extLst>
                          <a:ext uri="{FF2B5EF4-FFF2-40B4-BE49-F238E27FC236}">
                            <a16:creationId xmlns:a16="http://schemas.microsoft.com/office/drawing/2014/main" id="{BD3E0B23-F636-4E34-A20D-A3C8E6FD03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9033" name="正方形/長方形 129032">
                        <a:extLst>
                          <a:ext uri="{FF2B5EF4-FFF2-40B4-BE49-F238E27FC236}">
                            <a16:creationId xmlns:a16="http://schemas.microsoft.com/office/drawing/2014/main" id="{406BE3A3-EE74-4D7B-95BC-D9907B40AF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28860" name="グループ化 128859">
                      <a:extLst>
                        <a:ext uri="{FF2B5EF4-FFF2-40B4-BE49-F238E27FC236}">
                          <a16:creationId xmlns:a16="http://schemas.microsoft.com/office/drawing/2014/main" id="{86DEC70E-5EDE-4660-9824-C5D1517EE7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017" name="直線コネクタ 129016">
                        <a:extLst>
                          <a:ext uri="{FF2B5EF4-FFF2-40B4-BE49-F238E27FC236}">
                            <a16:creationId xmlns:a16="http://schemas.microsoft.com/office/drawing/2014/main" id="{C2542D06-3A38-48FC-AC6A-7D6D35DE2AB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8" name="直線コネクタ 129017">
                        <a:extLst>
                          <a:ext uri="{FF2B5EF4-FFF2-40B4-BE49-F238E27FC236}">
                            <a16:creationId xmlns:a16="http://schemas.microsoft.com/office/drawing/2014/main" id="{04D61253-5A3B-464D-906C-222905DCF0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9" name="直線コネクタ 129018">
                        <a:extLst>
                          <a:ext uri="{FF2B5EF4-FFF2-40B4-BE49-F238E27FC236}">
                            <a16:creationId xmlns:a16="http://schemas.microsoft.com/office/drawing/2014/main" id="{9824D811-5A61-4082-B152-2D3F5F16CA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20" name="直線コネクタ 129019">
                        <a:extLst>
                          <a:ext uri="{FF2B5EF4-FFF2-40B4-BE49-F238E27FC236}">
                            <a16:creationId xmlns:a16="http://schemas.microsoft.com/office/drawing/2014/main" id="{3E1C440F-A926-46B4-9185-6D77A4550E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21" name="直線コネクタ 129020">
                        <a:extLst>
                          <a:ext uri="{FF2B5EF4-FFF2-40B4-BE49-F238E27FC236}">
                            <a16:creationId xmlns:a16="http://schemas.microsoft.com/office/drawing/2014/main" id="{26FF3FA0-560A-4DD2-A844-FEC51C691B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22" name="直線コネクタ 129021">
                        <a:extLst>
                          <a:ext uri="{FF2B5EF4-FFF2-40B4-BE49-F238E27FC236}">
                            <a16:creationId xmlns:a16="http://schemas.microsoft.com/office/drawing/2014/main" id="{29996689-FA83-4D01-8000-253B877867A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23" name="直線コネクタ 129022">
                        <a:extLst>
                          <a:ext uri="{FF2B5EF4-FFF2-40B4-BE49-F238E27FC236}">
                            <a16:creationId xmlns:a16="http://schemas.microsoft.com/office/drawing/2014/main" id="{BD79B646-4C1D-48C7-9BE0-771B8E2CC7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24" name="直線コネクタ 129023">
                        <a:extLst>
                          <a:ext uri="{FF2B5EF4-FFF2-40B4-BE49-F238E27FC236}">
                            <a16:creationId xmlns:a16="http://schemas.microsoft.com/office/drawing/2014/main" id="{5DBBBBD8-ACEC-4E65-AA48-B8C2620E225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861" name="グループ化 128860">
                      <a:extLst>
                        <a:ext uri="{FF2B5EF4-FFF2-40B4-BE49-F238E27FC236}">
                          <a16:creationId xmlns:a16="http://schemas.microsoft.com/office/drawing/2014/main" id="{392A8A70-3B7F-44DC-9249-286B11AB5D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9009" name="直線コネクタ 129008">
                        <a:extLst>
                          <a:ext uri="{FF2B5EF4-FFF2-40B4-BE49-F238E27FC236}">
                            <a16:creationId xmlns:a16="http://schemas.microsoft.com/office/drawing/2014/main" id="{56444F17-54DA-4A85-8C62-FF66869A73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0" name="直線コネクタ 129009">
                        <a:extLst>
                          <a:ext uri="{FF2B5EF4-FFF2-40B4-BE49-F238E27FC236}">
                            <a16:creationId xmlns:a16="http://schemas.microsoft.com/office/drawing/2014/main" id="{4A64F2C2-1374-4174-85C9-9425491B67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1" name="直線コネクタ 129010">
                        <a:extLst>
                          <a:ext uri="{FF2B5EF4-FFF2-40B4-BE49-F238E27FC236}">
                            <a16:creationId xmlns:a16="http://schemas.microsoft.com/office/drawing/2014/main" id="{E8E2E07F-8940-4637-8E3C-52EE749679D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2" name="直線コネクタ 129011">
                        <a:extLst>
                          <a:ext uri="{FF2B5EF4-FFF2-40B4-BE49-F238E27FC236}">
                            <a16:creationId xmlns:a16="http://schemas.microsoft.com/office/drawing/2014/main" id="{F922CA83-B331-44E9-80A2-71D210ED753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3" name="直線コネクタ 129012">
                        <a:extLst>
                          <a:ext uri="{FF2B5EF4-FFF2-40B4-BE49-F238E27FC236}">
                            <a16:creationId xmlns:a16="http://schemas.microsoft.com/office/drawing/2014/main" id="{17C473BD-FFB1-4445-926D-F5C10B06EC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4" name="直線コネクタ 129013">
                        <a:extLst>
                          <a:ext uri="{FF2B5EF4-FFF2-40B4-BE49-F238E27FC236}">
                            <a16:creationId xmlns:a16="http://schemas.microsoft.com/office/drawing/2014/main" id="{A5172A59-8C20-43B1-BCE1-2C0E3397E7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5" name="直線コネクタ 129014">
                        <a:extLst>
                          <a:ext uri="{FF2B5EF4-FFF2-40B4-BE49-F238E27FC236}">
                            <a16:creationId xmlns:a16="http://schemas.microsoft.com/office/drawing/2014/main" id="{D814382C-5B57-44D6-B241-22DEBFE32B0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16" name="直線コネクタ 129015">
                        <a:extLst>
                          <a:ext uri="{FF2B5EF4-FFF2-40B4-BE49-F238E27FC236}">
                            <a16:creationId xmlns:a16="http://schemas.microsoft.com/office/drawing/2014/main" id="{1161328C-80E8-42C2-92B6-F71E1B29216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862" name="グループ化 128861">
                      <a:extLst>
                        <a:ext uri="{FF2B5EF4-FFF2-40B4-BE49-F238E27FC236}">
                          <a16:creationId xmlns:a16="http://schemas.microsoft.com/office/drawing/2014/main" id="{DD0AF4E2-12FC-41DA-8F4C-9D8E71B776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967" name="直線コネクタ 128966">
                        <a:extLst>
                          <a:ext uri="{FF2B5EF4-FFF2-40B4-BE49-F238E27FC236}">
                            <a16:creationId xmlns:a16="http://schemas.microsoft.com/office/drawing/2014/main" id="{0824DCF7-C0A5-417C-BEE2-97BA507B90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8" name="直線コネクタ 128967">
                        <a:extLst>
                          <a:ext uri="{FF2B5EF4-FFF2-40B4-BE49-F238E27FC236}">
                            <a16:creationId xmlns:a16="http://schemas.microsoft.com/office/drawing/2014/main" id="{EC3D0BCC-9BF9-4B46-A472-11F7C3C588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9" name="直線コネクタ 128968">
                        <a:extLst>
                          <a:ext uri="{FF2B5EF4-FFF2-40B4-BE49-F238E27FC236}">
                            <a16:creationId xmlns:a16="http://schemas.microsoft.com/office/drawing/2014/main" id="{F561A0E4-0616-41FC-B87B-E91AC9C28E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0" name="直線コネクタ 128969">
                        <a:extLst>
                          <a:ext uri="{FF2B5EF4-FFF2-40B4-BE49-F238E27FC236}">
                            <a16:creationId xmlns:a16="http://schemas.microsoft.com/office/drawing/2014/main" id="{2D3B6B36-BF1B-4882-82A2-A44F62B4AF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1" name="直線コネクタ 128970">
                        <a:extLst>
                          <a:ext uri="{FF2B5EF4-FFF2-40B4-BE49-F238E27FC236}">
                            <a16:creationId xmlns:a16="http://schemas.microsoft.com/office/drawing/2014/main" id="{6BE4D2F8-63B1-4C55-A128-5A25018BD1A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2" name="直線コネクタ 128971">
                        <a:extLst>
                          <a:ext uri="{FF2B5EF4-FFF2-40B4-BE49-F238E27FC236}">
                            <a16:creationId xmlns:a16="http://schemas.microsoft.com/office/drawing/2014/main" id="{BA77B3AD-0E44-4FA4-9B32-25A7DA5522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3" name="直線コネクタ 128972">
                        <a:extLst>
                          <a:ext uri="{FF2B5EF4-FFF2-40B4-BE49-F238E27FC236}">
                            <a16:creationId xmlns:a16="http://schemas.microsoft.com/office/drawing/2014/main" id="{BC1AF7C0-9E22-4349-850F-BB138747E7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4" name="直線コネクタ 128973">
                        <a:extLst>
                          <a:ext uri="{FF2B5EF4-FFF2-40B4-BE49-F238E27FC236}">
                            <a16:creationId xmlns:a16="http://schemas.microsoft.com/office/drawing/2014/main" id="{D73D31BA-4F7F-48EB-9ADD-F5B1927CA6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5" name="直線コネクタ 128974">
                        <a:extLst>
                          <a:ext uri="{FF2B5EF4-FFF2-40B4-BE49-F238E27FC236}">
                            <a16:creationId xmlns:a16="http://schemas.microsoft.com/office/drawing/2014/main" id="{9CF765D4-B3AD-4A19-A2A4-B321AE7ABA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6" name="直線コネクタ 128975">
                        <a:extLst>
                          <a:ext uri="{FF2B5EF4-FFF2-40B4-BE49-F238E27FC236}">
                            <a16:creationId xmlns:a16="http://schemas.microsoft.com/office/drawing/2014/main" id="{107D9DC2-8215-43E2-BBB5-61CD1DEB03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7" name="直線コネクタ 128976">
                        <a:extLst>
                          <a:ext uri="{FF2B5EF4-FFF2-40B4-BE49-F238E27FC236}">
                            <a16:creationId xmlns:a16="http://schemas.microsoft.com/office/drawing/2014/main" id="{7BB9A528-A71B-4014-99C4-AE054DF4F8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8" name="直線コネクタ 128977">
                        <a:extLst>
                          <a:ext uri="{FF2B5EF4-FFF2-40B4-BE49-F238E27FC236}">
                            <a16:creationId xmlns:a16="http://schemas.microsoft.com/office/drawing/2014/main" id="{3037E308-2F2B-467C-8BD3-52F0978718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79" name="直線コネクタ 128978">
                        <a:extLst>
                          <a:ext uri="{FF2B5EF4-FFF2-40B4-BE49-F238E27FC236}">
                            <a16:creationId xmlns:a16="http://schemas.microsoft.com/office/drawing/2014/main" id="{CC6F4074-72B0-4D5F-A8BB-B8192DA4300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0" name="直線コネクタ 128979">
                        <a:extLst>
                          <a:ext uri="{FF2B5EF4-FFF2-40B4-BE49-F238E27FC236}">
                            <a16:creationId xmlns:a16="http://schemas.microsoft.com/office/drawing/2014/main" id="{C4493556-6F3A-4599-8E02-79EEF8BEAA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1" name="直線コネクタ 128980">
                        <a:extLst>
                          <a:ext uri="{FF2B5EF4-FFF2-40B4-BE49-F238E27FC236}">
                            <a16:creationId xmlns:a16="http://schemas.microsoft.com/office/drawing/2014/main" id="{477A0B72-CAD7-4E65-B7AC-C4464017DB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2" name="直線コネクタ 128981">
                        <a:extLst>
                          <a:ext uri="{FF2B5EF4-FFF2-40B4-BE49-F238E27FC236}">
                            <a16:creationId xmlns:a16="http://schemas.microsoft.com/office/drawing/2014/main" id="{0C504300-273E-4241-8BB4-42C2E6EC81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3" name="直線コネクタ 128982">
                        <a:extLst>
                          <a:ext uri="{FF2B5EF4-FFF2-40B4-BE49-F238E27FC236}">
                            <a16:creationId xmlns:a16="http://schemas.microsoft.com/office/drawing/2014/main" id="{8BE9385E-7F85-41ED-8147-DBADB4EA0F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4" name="直線コネクタ 128983">
                        <a:extLst>
                          <a:ext uri="{FF2B5EF4-FFF2-40B4-BE49-F238E27FC236}">
                            <a16:creationId xmlns:a16="http://schemas.microsoft.com/office/drawing/2014/main" id="{ADB628BB-3BEA-43FD-9023-8F8E51C458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5" name="直線コネクタ 128984">
                        <a:extLst>
                          <a:ext uri="{FF2B5EF4-FFF2-40B4-BE49-F238E27FC236}">
                            <a16:creationId xmlns:a16="http://schemas.microsoft.com/office/drawing/2014/main" id="{2612DD4B-EF99-4421-8040-B1A6F50B001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6" name="直線コネクタ 128985">
                        <a:extLst>
                          <a:ext uri="{FF2B5EF4-FFF2-40B4-BE49-F238E27FC236}">
                            <a16:creationId xmlns:a16="http://schemas.microsoft.com/office/drawing/2014/main" id="{EF02A471-8A15-4410-85DD-F7B4DD433D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7" name="直線コネクタ 128986">
                        <a:extLst>
                          <a:ext uri="{FF2B5EF4-FFF2-40B4-BE49-F238E27FC236}">
                            <a16:creationId xmlns:a16="http://schemas.microsoft.com/office/drawing/2014/main" id="{47368CB1-3047-4D20-8C2D-C7070E20F1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8" name="直線コネクタ 128987">
                        <a:extLst>
                          <a:ext uri="{FF2B5EF4-FFF2-40B4-BE49-F238E27FC236}">
                            <a16:creationId xmlns:a16="http://schemas.microsoft.com/office/drawing/2014/main" id="{79128AE2-A432-4B06-A9DF-702270A01E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89" name="直線コネクタ 128988">
                        <a:extLst>
                          <a:ext uri="{FF2B5EF4-FFF2-40B4-BE49-F238E27FC236}">
                            <a16:creationId xmlns:a16="http://schemas.microsoft.com/office/drawing/2014/main" id="{A10251D8-F617-41BE-90D4-D5BA24B4CA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0" name="直線コネクタ 128989">
                        <a:extLst>
                          <a:ext uri="{FF2B5EF4-FFF2-40B4-BE49-F238E27FC236}">
                            <a16:creationId xmlns:a16="http://schemas.microsoft.com/office/drawing/2014/main" id="{97F51CC9-7507-4BD7-9729-BF80567A8C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1" name="直線コネクタ 128990">
                        <a:extLst>
                          <a:ext uri="{FF2B5EF4-FFF2-40B4-BE49-F238E27FC236}">
                            <a16:creationId xmlns:a16="http://schemas.microsoft.com/office/drawing/2014/main" id="{C6FA436B-5312-4EA2-94FB-E1DDC1B1C1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2" name="直線コネクタ 128991">
                        <a:extLst>
                          <a:ext uri="{FF2B5EF4-FFF2-40B4-BE49-F238E27FC236}">
                            <a16:creationId xmlns:a16="http://schemas.microsoft.com/office/drawing/2014/main" id="{3F36CA18-87E2-4BDD-8F52-158149D89FF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3" name="直線コネクタ 128992">
                        <a:extLst>
                          <a:ext uri="{FF2B5EF4-FFF2-40B4-BE49-F238E27FC236}">
                            <a16:creationId xmlns:a16="http://schemas.microsoft.com/office/drawing/2014/main" id="{DCD84A44-6E5A-45F3-A07F-5C70826D27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4" name="直線コネクタ 128993">
                        <a:extLst>
                          <a:ext uri="{FF2B5EF4-FFF2-40B4-BE49-F238E27FC236}">
                            <a16:creationId xmlns:a16="http://schemas.microsoft.com/office/drawing/2014/main" id="{94006837-DC0B-4D5D-90C3-FFA4A15298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5" name="直線コネクタ 128994">
                        <a:extLst>
                          <a:ext uri="{FF2B5EF4-FFF2-40B4-BE49-F238E27FC236}">
                            <a16:creationId xmlns:a16="http://schemas.microsoft.com/office/drawing/2014/main" id="{067E10BD-09F0-432E-8DFC-C661FE4F4E4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6" name="直線コネクタ 128995">
                        <a:extLst>
                          <a:ext uri="{FF2B5EF4-FFF2-40B4-BE49-F238E27FC236}">
                            <a16:creationId xmlns:a16="http://schemas.microsoft.com/office/drawing/2014/main" id="{4B026F3D-8934-47C2-893C-725F46DD1C4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7" name="直線コネクタ 128996">
                        <a:extLst>
                          <a:ext uri="{FF2B5EF4-FFF2-40B4-BE49-F238E27FC236}">
                            <a16:creationId xmlns:a16="http://schemas.microsoft.com/office/drawing/2014/main" id="{94E3C1AA-01C8-41CD-AAD9-87D96F678B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8" name="直線コネクタ 128997">
                        <a:extLst>
                          <a:ext uri="{FF2B5EF4-FFF2-40B4-BE49-F238E27FC236}">
                            <a16:creationId xmlns:a16="http://schemas.microsoft.com/office/drawing/2014/main" id="{6E499C0E-97AB-496D-A760-36A4D5B423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99" name="直線コネクタ 128998">
                        <a:extLst>
                          <a:ext uri="{FF2B5EF4-FFF2-40B4-BE49-F238E27FC236}">
                            <a16:creationId xmlns:a16="http://schemas.microsoft.com/office/drawing/2014/main" id="{33887104-58FC-42FC-9244-DBA001B5B33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0" name="直線コネクタ 128999">
                        <a:extLst>
                          <a:ext uri="{FF2B5EF4-FFF2-40B4-BE49-F238E27FC236}">
                            <a16:creationId xmlns:a16="http://schemas.microsoft.com/office/drawing/2014/main" id="{F8DEEFE8-FE27-4F28-8F9D-62514FE22E4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1" name="直線コネクタ 129000">
                        <a:extLst>
                          <a:ext uri="{FF2B5EF4-FFF2-40B4-BE49-F238E27FC236}">
                            <a16:creationId xmlns:a16="http://schemas.microsoft.com/office/drawing/2014/main" id="{C807AE95-EAFC-42C4-8FFD-7CEFCCCBF3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2" name="直線コネクタ 129001">
                        <a:extLst>
                          <a:ext uri="{FF2B5EF4-FFF2-40B4-BE49-F238E27FC236}">
                            <a16:creationId xmlns:a16="http://schemas.microsoft.com/office/drawing/2014/main" id="{4314D2E8-2512-464E-A7F6-66E8C3C5B6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3" name="直線コネクタ 129002">
                        <a:extLst>
                          <a:ext uri="{FF2B5EF4-FFF2-40B4-BE49-F238E27FC236}">
                            <a16:creationId xmlns:a16="http://schemas.microsoft.com/office/drawing/2014/main" id="{A404E627-7C92-4F8C-9610-A72AC6B0CA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4" name="直線コネクタ 129003">
                        <a:extLst>
                          <a:ext uri="{FF2B5EF4-FFF2-40B4-BE49-F238E27FC236}">
                            <a16:creationId xmlns:a16="http://schemas.microsoft.com/office/drawing/2014/main" id="{2DF8EA6C-9DC7-4136-BFCD-25AAA97F7F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5" name="直線コネクタ 129004">
                        <a:extLst>
                          <a:ext uri="{FF2B5EF4-FFF2-40B4-BE49-F238E27FC236}">
                            <a16:creationId xmlns:a16="http://schemas.microsoft.com/office/drawing/2014/main" id="{A6C47A6A-4575-40B7-BAEA-609247DD93B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6" name="直線コネクタ 129005">
                        <a:extLst>
                          <a:ext uri="{FF2B5EF4-FFF2-40B4-BE49-F238E27FC236}">
                            <a16:creationId xmlns:a16="http://schemas.microsoft.com/office/drawing/2014/main" id="{FE46899A-783B-40E7-8573-89D52DEFB4F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7" name="直線コネクタ 129006">
                        <a:extLst>
                          <a:ext uri="{FF2B5EF4-FFF2-40B4-BE49-F238E27FC236}">
                            <a16:creationId xmlns:a16="http://schemas.microsoft.com/office/drawing/2014/main" id="{E6E19C83-04D1-4FAB-8F6E-FB732F4C60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9008" name="直線コネクタ 129007">
                        <a:extLst>
                          <a:ext uri="{FF2B5EF4-FFF2-40B4-BE49-F238E27FC236}">
                            <a16:creationId xmlns:a16="http://schemas.microsoft.com/office/drawing/2014/main" id="{F049E431-AB57-4BBA-A907-7BADA7253D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863" name="グループ化 128862">
                      <a:extLst>
                        <a:ext uri="{FF2B5EF4-FFF2-40B4-BE49-F238E27FC236}">
                          <a16:creationId xmlns:a16="http://schemas.microsoft.com/office/drawing/2014/main" id="{73D742DA-30ED-4B91-9AB2-DEBE9C9A8376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925" name="直線コネクタ 128924">
                        <a:extLst>
                          <a:ext uri="{FF2B5EF4-FFF2-40B4-BE49-F238E27FC236}">
                            <a16:creationId xmlns:a16="http://schemas.microsoft.com/office/drawing/2014/main" id="{D8D6B389-0668-4907-B202-0A5A0E1B5C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6" name="直線コネクタ 128925">
                        <a:extLst>
                          <a:ext uri="{FF2B5EF4-FFF2-40B4-BE49-F238E27FC236}">
                            <a16:creationId xmlns:a16="http://schemas.microsoft.com/office/drawing/2014/main" id="{2AA3ED02-E574-4329-968B-4A7352EC75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7" name="直線コネクタ 128926">
                        <a:extLst>
                          <a:ext uri="{FF2B5EF4-FFF2-40B4-BE49-F238E27FC236}">
                            <a16:creationId xmlns:a16="http://schemas.microsoft.com/office/drawing/2014/main" id="{59E6C765-E675-4E91-A58A-7750E45041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8" name="直線コネクタ 128927">
                        <a:extLst>
                          <a:ext uri="{FF2B5EF4-FFF2-40B4-BE49-F238E27FC236}">
                            <a16:creationId xmlns:a16="http://schemas.microsoft.com/office/drawing/2014/main" id="{D81C7A48-36EF-4A5F-878C-EBD680008E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9" name="直線コネクタ 128928">
                        <a:extLst>
                          <a:ext uri="{FF2B5EF4-FFF2-40B4-BE49-F238E27FC236}">
                            <a16:creationId xmlns:a16="http://schemas.microsoft.com/office/drawing/2014/main" id="{64716B86-5D3B-4FB8-96AC-84BC7C528BC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0" name="直線コネクタ 128929">
                        <a:extLst>
                          <a:ext uri="{FF2B5EF4-FFF2-40B4-BE49-F238E27FC236}">
                            <a16:creationId xmlns:a16="http://schemas.microsoft.com/office/drawing/2014/main" id="{8EA49FDA-8E99-405C-A658-BB1AE8CD34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1" name="直線コネクタ 128930">
                        <a:extLst>
                          <a:ext uri="{FF2B5EF4-FFF2-40B4-BE49-F238E27FC236}">
                            <a16:creationId xmlns:a16="http://schemas.microsoft.com/office/drawing/2014/main" id="{31AB39B8-B013-4720-914A-BBDEBFD54D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2" name="直線コネクタ 128931">
                        <a:extLst>
                          <a:ext uri="{FF2B5EF4-FFF2-40B4-BE49-F238E27FC236}">
                            <a16:creationId xmlns:a16="http://schemas.microsoft.com/office/drawing/2014/main" id="{091DF43A-CAAE-4437-87A2-942C2B685CA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3" name="直線コネクタ 128932">
                        <a:extLst>
                          <a:ext uri="{FF2B5EF4-FFF2-40B4-BE49-F238E27FC236}">
                            <a16:creationId xmlns:a16="http://schemas.microsoft.com/office/drawing/2014/main" id="{58DC3A8E-4025-4F6E-B26D-B87CB80409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4" name="直線コネクタ 128933">
                        <a:extLst>
                          <a:ext uri="{FF2B5EF4-FFF2-40B4-BE49-F238E27FC236}">
                            <a16:creationId xmlns:a16="http://schemas.microsoft.com/office/drawing/2014/main" id="{E7B6DA3F-1FBE-4A2E-A75E-DE399D34AB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5" name="直線コネクタ 128934">
                        <a:extLst>
                          <a:ext uri="{FF2B5EF4-FFF2-40B4-BE49-F238E27FC236}">
                            <a16:creationId xmlns:a16="http://schemas.microsoft.com/office/drawing/2014/main" id="{B33E1846-95CC-41FC-B1EE-0F68657921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6" name="直線コネクタ 128935">
                        <a:extLst>
                          <a:ext uri="{FF2B5EF4-FFF2-40B4-BE49-F238E27FC236}">
                            <a16:creationId xmlns:a16="http://schemas.microsoft.com/office/drawing/2014/main" id="{C24A94D9-0ED2-4035-8315-C871D619FA0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7" name="直線コネクタ 128936">
                        <a:extLst>
                          <a:ext uri="{FF2B5EF4-FFF2-40B4-BE49-F238E27FC236}">
                            <a16:creationId xmlns:a16="http://schemas.microsoft.com/office/drawing/2014/main" id="{4FC7FE9C-70E9-4CDA-8BAE-273AAEAAC8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8" name="直線コネクタ 128937">
                        <a:extLst>
                          <a:ext uri="{FF2B5EF4-FFF2-40B4-BE49-F238E27FC236}">
                            <a16:creationId xmlns:a16="http://schemas.microsoft.com/office/drawing/2014/main" id="{325BA6CE-48B0-4BD1-8DB0-A8E4BBC6B7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39" name="直線コネクタ 128938">
                        <a:extLst>
                          <a:ext uri="{FF2B5EF4-FFF2-40B4-BE49-F238E27FC236}">
                            <a16:creationId xmlns:a16="http://schemas.microsoft.com/office/drawing/2014/main" id="{24BCF4FF-C608-46F6-A0E1-BA26C0A45B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0" name="直線コネクタ 128939">
                        <a:extLst>
                          <a:ext uri="{FF2B5EF4-FFF2-40B4-BE49-F238E27FC236}">
                            <a16:creationId xmlns:a16="http://schemas.microsoft.com/office/drawing/2014/main" id="{481C3EDA-52BE-4F25-8A46-1E2107ECED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1" name="直線コネクタ 128940">
                        <a:extLst>
                          <a:ext uri="{FF2B5EF4-FFF2-40B4-BE49-F238E27FC236}">
                            <a16:creationId xmlns:a16="http://schemas.microsoft.com/office/drawing/2014/main" id="{7BDCEADB-FEC5-4E7E-B731-9378632C41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2" name="直線コネクタ 128941">
                        <a:extLst>
                          <a:ext uri="{FF2B5EF4-FFF2-40B4-BE49-F238E27FC236}">
                            <a16:creationId xmlns:a16="http://schemas.microsoft.com/office/drawing/2014/main" id="{DD42B57D-73F9-4B0B-9D77-F41196B8EDC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3" name="直線コネクタ 128942">
                        <a:extLst>
                          <a:ext uri="{FF2B5EF4-FFF2-40B4-BE49-F238E27FC236}">
                            <a16:creationId xmlns:a16="http://schemas.microsoft.com/office/drawing/2014/main" id="{A104F469-2E3B-4F87-9759-B7DA8708707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4" name="直線コネクタ 128943">
                        <a:extLst>
                          <a:ext uri="{FF2B5EF4-FFF2-40B4-BE49-F238E27FC236}">
                            <a16:creationId xmlns:a16="http://schemas.microsoft.com/office/drawing/2014/main" id="{F847F87D-9BE1-457F-A732-A096C9F04E3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5" name="直線コネクタ 128944">
                        <a:extLst>
                          <a:ext uri="{FF2B5EF4-FFF2-40B4-BE49-F238E27FC236}">
                            <a16:creationId xmlns:a16="http://schemas.microsoft.com/office/drawing/2014/main" id="{BB5E0030-3D1F-480B-B82B-467781D7E02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6" name="直線コネクタ 128945">
                        <a:extLst>
                          <a:ext uri="{FF2B5EF4-FFF2-40B4-BE49-F238E27FC236}">
                            <a16:creationId xmlns:a16="http://schemas.microsoft.com/office/drawing/2014/main" id="{316F50E6-E682-49BC-B162-6FC337B2C2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7" name="直線コネクタ 128946">
                        <a:extLst>
                          <a:ext uri="{FF2B5EF4-FFF2-40B4-BE49-F238E27FC236}">
                            <a16:creationId xmlns:a16="http://schemas.microsoft.com/office/drawing/2014/main" id="{2246DAEE-6F90-4C0B-93BF-66AD08D3057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8" name="直線コネクタ 128947">
                        <a:extLst>
                          <a:ext uri="{FF2B5EF4-FFF2-40B4-BE49-F238E27FC236}">
                            <a16:creationId xmlns:a16="http://schemas.microsoft.com/office/drawing/2014/main" id="{C7C4B5A2-7804-4727-AC05-0E6DB975DB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49" name="直線コネクタ 128948">
                        <a:extLst>
                          <a:ext uri="{FF2B5EF4-FFF2-40B4-BE49-F238E27FC236}">
                            <a16:creationId xmlns:a16="http://schemas.microsoft.com/office/drawing/2014/main" id="{C7D63494-9FB2-4229-8B2C-B020027253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0" name="直線コネクタ 128949">
                        <a:extLst>
                          <a:ext uri="{FF2B5EF4-FFF2-40B4-BE49-F238E27FC236}">
                            <a16:creationId xmlns:a16="http://schemas.microsoft.com/office/drawing/2014/main" id="{44B6A350-4415-4666-BA4E-05CB3B2862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1" name="直線コネクタ 128950">
                        <a:extLst>
                          <a:ext uri="{FF2B5EF4-FFF2-40B4-BE49-F238E27FC236}">
                            <a16:creationId xmlns:a16="http://schemas.microsoft.com/office/drawing/2014/main" id="{130DC58B-ECA6-4C6E-8AB8-59EBCA6758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2" name="直線コネクタ 128951">
                        <a:extLst>
                          <a:ext uri="{FF2B5EF4-FFF2-40B4-BE49-F238E27FC236}">
                            <a16:creationId xmlns:a16="http://schemas.microsoft.com/office/drawing/2014/main" id="{6FBB434C-E411-485C-B8FA-74E994BD78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3" name="直線コネクタ 128952">
                        <a:extLst>
                          <a:ext uri="{FF2B5EF4-FFF2-40B4-BE49-F238E27FC236}">
                            <a16:creationId xmlns:a16="http://schemas.microsoft.com/office/drawing/2014/main" id="{14A1BDB9-73B7-4B0F-8936-7E33A599BF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4" name="直線コネクタ 128953">
                        <a:extLst>
                          <a:ext uri="{FF2B5EF4-FFF2-40B4-BE49-F238E27FC236}">
                            <a16:creationId xmlns:a16="http://schemas.microsoft.com/office/drawing/2014/main" id="{C62F009C-A507-4C70-9300-CBEC0BB0CE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5" name="直線コネクタ 128954">
                        <a:extLst>
                          <a:ext uri="{FF2B5EF4-FFF2-40B4-BE49-F238E27FC236}">
                            <a16:creationId xmlns:a16="http://schemas.microsoft.com/office/drawing/2014/main" id="{A554CC56-6A82-4B43-9EA2-347C7AAC9B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6" name="直線コネクタ 128955">
                        <a:extLst>
                          <a:ext uri="{FF2B5EF4-FFF2-40B4-BE49-F238E27FC236}">
                            <a16:creationId xmlns:a16="http://schemas.microsoft.com/office/drawing/2014/main" id="{F1DCF8C5-9E84-4576-A0FC-178ED20E45E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7" name="直線コネクタ 128956">
                        <a:extLst>
                          <a:ext uri="{FF2B5EF4-FFF2-40B4-BE49-F238E27FC236}">
                            <a16:creationId xmlns:a16="http://schemas.microsoft.com/office/drawing/2014/main" id="{81869890-BDCA-4C38-B656-F9E97515BB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8" name="直線コネクタ 128957">
                        <a:extLst>
                          <a:ext uri="{FF2B5EF4-FFF2-40B4-BE49-F238E27FC236}">
                            <a16:creationId xmlns:a16="http://schemas.microsoft.com/office/drawing/2014/main" id="{0DBDCA48-7AE7-4317-949E-D53F02F99A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59" name="直線コネクタ 128958">
                        <a:extLst>
                          <a:ext uri="{FF2B5EF4-FFF2-40B4-BE49-F238E27FC236}">
                            <a16:creationId xmlns:a16="http://schemas.microsoft.com/office/drawing/2014/main" id="{216993C7-A761-4A73-8F73-D56BB96F47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0" name="直線コネクタ 128959">
                        <a:extLst>
                          <a:ext uri="{FF2B5EF4-FFF2-40B4-BE49-F238E27FC236}">
                            <a16:creationId xmlns:a16="http://schemas.microsoft.com/office/drawing/2014/main" id="{966A82B9-CCDE-4322-80DD-F6E6163AAC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1" name="直線コネクタ 128960">
                        <a:extLst>
                          <a:ext uri="{FF2B5EF4-FFF2-40B4-BE49-F238E27FC236}">
                            <a16:creationId xmlns:a16="http://schemas.microsoft.com/office/drawing/2014/main" id="{6DD64AAD-A0BE-4773-AA3E-E64DCB4A47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2" name="直線コネクタ 128961">
                        <a:extLst>
                          <a:ext uri="{FF2B5EF4-FFF2-40B4-BE49-F238E27FC236}">
                            <a16:creationId xmlns:a16="http://schemas.microsoft.com/office/drawing/2014/main" id="{E81B0791-1406-4C0E-87B7-3CC8030CCAD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3" name="直線コネクタ 128962">
                        <a:extLst>
                          <a:ext uri="{FF2B5EF4-FFF2-40B4-BE49-F238E27FC236}">
                            <a16:creationId xmlns:a16="http://schemas.microsoft.com/office/drawing/2014/main" id="{8FC2682B-3957-4574-AC0D-00868B4F43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4" name="直線コネクタ 128963">
                        <a:extLst>
                          <a:ext uri="{FF2B5EF4-FFF2-40B4-BE49-F238E27FC236}">
                            <a16:creationId xmlns:a16="http://schemas.microsoft.com/office/drawing/2014/main" id="{7E717E9A-E1B6-4B0B-982B-87E76AFDD7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5" name="直線コネクタ 128964">
                        <a:extLst>
                          <a:ext uri="{FF2B5EF4-FFF2-40B4-BE49-F238E27FC236}">
                            <a16:creationId xmlns:a16="http://schemas.microsoft.com/office/drawing/2014/main" id="{556978E2-5514-444B-96B5-DFD2AE56F7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66" name="直線コネクタ 128965">
                        <a:extLst>
                          <a:ext uri="{FF2B5EF4-FFF2-40B4-BE49-F238E27FC236}">
                            <a16:creationId xmlns:a16="http://schemas.microsoft.com/office/drawing/2014/main" id="{A1CE82E7-4337-4E5A-85FE-FCDE441388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864" name="グループ化 128863">
                      <a:extLst>
                        <a:ext uri="{FF2B5EF4-FFF2-40B4-BE49-F238E27FC236}">
                          <a16:creationId xmlns:a16="http://schemas.microsoft.com/office/drawing/2014/main" id="{13E2090F-E7A8-4742-BC02-BA9BD451C8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917" name="直線コネクタ 128916">
                        <a:extLst>
                          <a:ext uri="{FF2B5EF4-FFF2-40B4-BE49-F238E27FC236}">
                            <a16:creationId xmlns:a16="http://schemas.microsoft.com/office/drawing/2014/main" id="{03E3371E-8ADB-4E72-9F1F-59798E281F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8" name="直線コネクタ 128917">
                        <a:extLst>
                          <a:ext uri="{FF2B5EF4-FFF2-40B4-BE49-F238E27FC236}">
                            <a16:creationId xmlns:a16="http://schemas.microsoft.com/office/drawing/2014/main" id="{32725A1E-98DB-46F3-A30B-A33B3CA74C8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9" name="直線コネクタ 128918">
                        <a:extLst>
                          <a:ext uri="{FF2B5EF4-FFF2-40B4-BE49-F238E27FC236}">
                            <a16:creationId xmlns:a16="http://schemas.microsoft.com/office/drawing/2014/main" id="{FA9BF0DD-A79C-4D1C-A41F-42CA08B5367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0" name="直線コネクタ 128919">
                        <a:extLst>
                          <a:ext uri="{FF2B5EF4-FFF2-40B4-BE49-F238E27FC236}">
                            <a16:creationId xmlns:a16="http://schemas.microsoft.com/office/drawing/2014/main" id="{EFF2130E-3F9F-4411-A84F-91C7508270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1" name="直線コネクタ 128920">
                        <a:extLst>
                          <a:ext uri="{FF2B5EF4-FFF2-40B4-BE49-F238E27FC236}">
                            <a16:creationId xmlns:a16="http://schemas.microsoft.com/office/drawing/2014/main" id="{AB9B58B5-E383-4376-9852-12D1344F48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2" name="直線コネクタ 128921">
                        <a:extLst>
                          <a:ext uri="{FF2B5EF4-FFF2-40B4-BE49-F238E27FC236}">
                            <a16:creationId xmlns:a16="http://schemas.microsoft.com/office/drawing/2014/main" id="{B54E1CE3-18C4-441F-88E2-0FD42CD5D7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3" name="直線コネクタ 128922">
                        <a:extLst>
                          <a:ext uri="{FF2B5EF4-FFF2-40B4-BE49-F238E27FC236}">
                            <a16:creationId xmlns:a16="http://schemas.microsoft.com/office/drawing/2014/main" id="{29CD9AE8-1FC5-46C6-A983-A61F34F5769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24" name="直線コネクタ 128923">
                        <a:extLst>
                          <a:ext uri="{FF2B5EF4-FFF2-40B4-BE49-F238E27FC236}">
                            <a16:creationId xmlns:a16="http://schemas.microsoft.com/office/drawing/2014/main" id="{DF8685FB-3F87-4F92-968E-1145AD381F4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865" name="グループ化 128864">
                      <a:extLst>
                        <a:ext uri="{FF2B5EF4-FFF2-40B4-BE49-F238E27FC236}">
                          <a16:creationId xmlns:a16="http://schemas.microsoft.com/office/drawing/2014/main" id="{CFB370B5-3AF4-440B-B176-F8D1FE4549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909" name="直線コネクタ 128908">
                        <a:extLst>
                          <a:ext uri="{FF2B5EF4-FFF2-40B4-BE49-F238E27FC236}">
                            <a16:creationId xmlns:a16="http://schemas.microsoft.com/office/drawing/2014/main" id="{5EBD058E-4574-438F-94BB-752F101ECD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0" name="直線コネクタ 128909">
                        <a:extLst>
                          <a:ext uri="{FF2B5EF4-FFF2-40B4-BE49-F238E27FC236}">
                            <a16:creationId xmlns:a16="http://schemas.microsoft.com/office/drawing/2014/main" id="{1942C37E-3360-4485-8930-BFB55F0EFD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1" name="直線コネクタ 128910">
                        <a:extLst>
                          <a:ext uri="{FF2B5EF4-FFF2-40B4-BE49-F238E27FC236}">
                            <a16:creationId xmlns:a16="http://schemas.microsoft.com/office/drawing/2014/main" id="{47F72BB2-D17B-4EDD-A2F9-8525D12A32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2" name="直線コネクタ 128911">
                        <a:extLst>
                          <a:ext uri="{FF2B5EF4-FFF2-40B4-BE49-F238E27FC236}">
                            <a16:creationId xmlns:a16="http://schemas.microsoft.com/office/drawing/2014/main" id="{F9937151-3E1E-450F-9D40-49F9545945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3" name="直線コネクタ 128912">
                        <a:extLst>
                          <a:ext uri="{FF2B5EF4-FFF2-40B4-BE49-F238E27FC236}">
                            <a16:creationId xmlns:a16="http://schemas.microsoft.com/office/drawing/2014/main" id="{C224D0B7-D5ED-49E6-A5DF-044466F4A1C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4" name="直線コネクタ 128913">
                        <a:extLst>
                          <a:ext uri="{FF2B5EF4-FFF2-40B4-BE49-F238E27FC236}">
                            <a16:creationId xmlns:a16="http://schemas.microsoft.com/office/drawing/2014/main" id="{319462D5-B941-4D2F-93C4-B15985A04D2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5" name="直線コネクタ 128914">
                        <a:extLst>
                          <a:ext uri="{FF2B5EF4-FFF2-40B4-BE49-F238E27FC236}">
                            <a16:creationId xmlns:a16="http://schemas.microsoft.com/office/drawing/2014/main" id="{1BEA28A0-F401-4CCD-A371-1A8D76FC5E6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16" name="直線コネクタ 128915">
                        <a:extLst>
                          <a:ext uri="{FF2B5EF4-FFF2-40B4-BE49-F238E27FC236}">
                            <a16:creationId xmlns:a16="http://schemas.microsoft.com/office/drawing/2014/main" id="{E8DEF392-C889-463C-91E1-20839B97BF2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866" name="グループ化 128865">
                      <a:extLst>
                        <a:ext uri="{FF2B5EF4-FFF2-40B4-BE49-F238E27FC236}">
                          <a16:creationId xmlns:a16="http://schemas.microsoft.com/office/drawing/2014/main" id="{A8823E50-9086-4356-9B08-34ADACCACE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867" name="直線コネクタ 128866">
                        <a:extLst>
                          <a:ext uri="{FF2B5EF4-FFF2-40B4-BE49-F238E27FC236}">
                            <a16:creationId xmlns:a16="http://schemas.microsoft.com/office/drawing/2014/main" id="{E033C798-8178-4DE0-856B-CDCE7C659E2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68" name="直線コネクタ 128867">
                        <a:extLst>
                          <a:ext uri="{FF2B5EF4-FFF2-40B4-BE49-F238E27FC236}">
                            <a16:creationId xmlns:a16="http://schemas.microsoft.com/office/drawing/2014/main" id="{572F619C-6511-4E25-9347-B5F0E33FEE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69" name="直線コネクタ 128868">
                        <a:extLst>
                          <a:ext uri="{FF2B5EF4-FFF2-40B4-BE49-F238E27FC236}">
                            <a16:creationId xmlns:a16="http://schemas.microsoft.com/office/drawing/2014/main" id="{CD9F7015-161A-4269-A315-C6619E07F6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0" name="直線コネクタ 128869">
                        <a:extLst>
                          <a:ext uri="{FF2B5EF4-FFF2-40B4-BE49-F238E27FC236}">
                            <a16:creationId xmlns:a16="http://schemas.microsoft.com/office/drawing/2014/main" id="{9AF005DC-E972-4BC8-8DEE-92B50D6D93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1" name="直線コネクタ 128870">
                        <a:extLst>
                          <a:ext uri="{FF2B5EF4-FFF2-40B4-BE49-F238E27FC236}">
                            <a16:creationId xmlns:a16="http://schemas.microsoft.com/office/drawing/2014/main" id="{914254D5-F273-4EE1-8FBD-49A56358A4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2" name="直線コネクタ 128871">
                        <a:extLst>
                          <a:ext uri="{FF2B5EF4-FFF2-40B4-BE49-F238E27FC236}">
                            <a16:creationId xmlns:a16="http://schemas.microsoft.com/office/drawing/2014/main" id="{CAA7E0EB-4AF4-49EF-ACED-DEA227D6AC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3" name="直線コネクタ 128872">
                        <a:extLst>
                          <a:ext uri="{FF2B5EF4-FFF2-40B4-BE49-F238E27FC236}">
                            <a16:creationId xmlns:a16="http://schemas.microsoft.com/office/drawing/2014/main" id="{99D4255F-24C3-429E-83F8-4302A9BB21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4" name="直線コネクタ 128873">
                        <a:extLst>
                          <a:ext uri="{FF2B5EF4-FFF2-40B4-BE49-F238E27FC236}">
                            <a16:creationId xmlns:a16="http://schemas.microsoft.com/office/drawing/2014/main" id="{DD3E9CCB-BD5B-41DA-B183-7F122405BD7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5" name="直線コネクタ 128874">
                        <a:extLst>
                          <a:ext uri="{FF2B5EF4-FFF2-40B4-BE49-F238E27FC236}">
                            <a16:creationId xmlns:a16="http://schemas.microsoft.com/office/drawing/2014/main" id="{9A7ED450-76FD-4D10-84D2-38419AE8E3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6" name="直線コネクタ 128875">
                        <a:extLst>
                          <a:ext uri="{FF2B5EF4-FFF2-40B4-BE49-F238E27FC236}">
                            <a16:creationId xmlns:a16="http://schemas.microsoft.com/office/drawing/2014/main" id="{82232AEB-26E1-4B7E-9D6B-0CF5570B75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7" name="直線コネクタ 128876">
                        <a:extLst>
                          <a:ext uri="{FF2B5EF4-FFF2-40B4-BE49-F238E27FC236}">
                            <a16:creationId xmlns:a16="http://schemas.microsoft.com/office/drawing/2014/main" id="{DFBCA5AD-9E38-4859-8527-68B48BDF3C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8" name="直線コネクタ 128877">
                        <a:extLst>
                          <a:ext uri="{FF2B5EF4-FFF2-40B4-BE49-F238E27FC236}">
                            <a16:creationId xmlns:a16="http://schemas.microsoft.com/office/drawing/2014/main" id="{F32C9FDA-4640-4A02-9829-9C8B9AE51B1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79" name="直線コネクタ 128878">
                        <a:extLst>
                          <a:ext uri="{FF2B5EF4-FFF2-40B4-BE49-F238E27FC236}">
                            <a16:creationId xmlns:a16="http://schemas.microsoft.com/office/drawing/2014/main" id="{DA17D381-D26B-48E3-86BB-8674DC0E99E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0" name="直線コネクタ 128879">
                        <a:extLst>
                          <a:ext uri="{FF2B5EF4-FFF2-40B4-BE49-F238E27FC236}">
                            <a16:creationId xmlns:a16="http://schemas.microsoft.com/office/drawing/2014/main" id="{90242153-EE57-48C2-A8DA-F066A28C7AC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1" name="直線コネクタ 128880">
                        <a:extLst>
                          <a:ext uri="{FF2B5EF4-FFF2-40B4-BE49-F238E27FC236}">
                            <a16:creationId xmlns:a16="http://schemas.microsoft.com/office/drawing/2014/main" id="{DCEA1EE3-935A-4AA5-9356-B75661B9076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2" name="直線コネクタ 128881">
                        <a:extLst>
                          <a:ext uri="{FF2B5EF4-FFF2-40B4-BE49-F238E27FC236}">
                            <a16:creationId xmlns:a16="http://schemas.microsoft.com/office/drawing/2014/main" id="{6E1590C6-F168-4BD4-954F-B06F177746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3" name="直線コネクタ 128882">
                        <a:extLst>
                          <a:ext uri="{FF2B5EF4-FFF2-40B4-BE49-F238E27FC236}">
                            <a16:creationId xmlns:a16="http://schemas.microsoft.com/office/drawing/2014/main" id="{5E1AEABA-4E77-4172-B7CD-77481F1FB9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4" name="直線コネクタ 128883">
                        <a:extLst>
                          <a:ext uri="{FF2B5EF4-FFF2-40B4-BE49-F238E27FC236}">
                            <a16:creationId xmlns:a16="http://schemas.microsoft.com/office/drawing/2014/main" id="{CA5D4E84-23D1-4FAE-A74F-6909215C37D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5" name="直線コネクタ 128884">
                        <a:extLst>
                          <a:ext uri="{FF2B5EF4-FFF2-40B4-BE49-F238E27FC236}">
                            <a16:creationId xmlns:a16="http://schemas.microsoft.com/office/drawing/2014/main" id="{42E0B7E0-D818-468A-B43A-3095A95446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6" name="直線コネクタ 128885">
                        <a:extLst>
                          <a:ext uri="{FF2B5EF4-FFF2-40B4-BE49-F238E27FC236}">
                            <a16:creationId xmlns:a16="http://schemas.microsoft.com/office/drawing/2014/main" id="{C658DE65-3BA7-4E3F-9AB8-E89A53A12EB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7" name="直線コネクタ 128886">
                        <a:extLst>
                          <a:ext uri="{FF2B5EF4-FFF2-40B4-BE49-F238E27FC236}">
                            <a16:creationId xmlns:a16="http://schemas.microsoft.com/office/drawing/2014/main" id="{6C3A2F9B-E1CA-4D36-891B-97F3A7A71D8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8" name="直線コネクタ 128887">
                        <a:extLst>
                          <a:ext uri="{FF2B5EF4-FFF2-40B4-BE49-F238E27FC236}">
                            <a16:creationId xmlns:a16="http://schemas.microsoft.com/office/drawing/2014/main" id="{2ECF9729-35DD-40C2-842B-58F0B17286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89" name="直線コネクタ 128888">
                        <a:extLst>
                          <a:ext uri="{FF2B5EF4-FFF2-40B4-BE49-F238E27FC236}">
                            <a16:creationId xmlns:a16="http://schemas.microsoft.com/office/drawing/2014/main" id="{87590974-DF1F-40E0-973C-3FB9E6F1C02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0" name="直線コネクタ 128889">
                        <a:extLst>
                          <a:ext uri="{FF2B5EF4-FFF2-40B4-BE49-F238E27FC236}">
                            <a16:creationId xmlns:a16="http://schemas.microsoft.com/office/drawing/2014/main" id="{DF7C7D50-5C4F-42DE-8A4B-F994D04038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1" name="直線コネクタ 128890">
                        <a:extLst>
                          <a:ext uri="{FF2B5EF4-FFF2-40B4-BE49-F238E27FC236}">
                            <a16:creationId xmlns:a16="http://schemas.microsoft.com/office/drawing/2014/main" id="{A5BCAEA3-7955-40A2-8D56-0C8253EECD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2" name="直線コネクタ 128891">
                        <a:extLst>
                          <a:ext uri="{FF2B5EF4-FFF2-40B4-BE49-F238E27FC236}">
                            <a16:creationId xmlns:a16="http://schemas.microsoft.com/office/drawing/2014/main" id="{4A95ABE6-EE23-4D84-AC4A-2E131F18D0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3" name="直線コネクタ 128892">
                        <a:extLst>
                          <a:ext uri="{FF2B5EF4-FFF2-40B4-BE49-F238E27FC236}">
                            <a16:creationId xmlns:a16="http://schemas.microsoft.com/office/drawing/2014/main" id="{E88202F5-BD9C-49BF-B30B-56578B63C2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4" name="直線コネクタ 128893">
                        <a:extLst>
                          <a:ext uri="{FF2B5EF4-FFF2-40B4-BE49-F238E27FC236}">
                            <a16:creationId xmlns:a16="http://schemas.microsoft.com/office/drawing/2014/main" id="{6598D2C8-402E-4909-AA6A-E958016C27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5" name="直線コネクタ 128894">
                        <a:extLst>
                          <a:ext uri="{FF2B5EF4-FFF2-40B4-BE49-F238E27FC236}">
                            <a16:creationId xmlns:a16="http://schemas.microsoft.com/office/drawing/2014/main" id="{415F66EC-A06B-4DE8-8720-3A4C6E28D2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6" name="直線コネクタ 128895">
                        <a:extLst>
                          <a:ext uri="{FF2B5EF4-FFF2-40B4-BE49-F238E27FC236}">
                            <a16:creationId xmlns:a16="http://schemas.microsoft.com/office/drawing/2014/main" id="{81617E0D-BE9E-4B47-AF4E-C17C1528B81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7" name="直線コネクタ 128896">
                        <a:extLst>
                          <a:ext uri="{FF2B5EF4-FFF2-40B4-BE49-F238E27FC236}">
                            <a16:creationId xmlns:a16="http://schemas.microsoft.com/office/drawing/2014/main" id="{EEC43235-C69B-4AB6-920A-2F6365C26B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8" name="直線コネクタ 128897">
                        <a:extLst>
                          <a:ext uri="{FF2B5EF4-FFF2-40B4-BE49-F238E27FC236}">
                            <a16:creationId xmlns:a16="http://schemas.microsoft.com/office/drawing/2014/main" id="{6398A5C3-4653-4336-90E3-5A908D704F6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899" name="直線コネクタ 128898">
                        <a:extLst>
                          <a:ext uri="{FF2B5EF4-FFF2-40B4-BE49-F238E27FC236}">
                            <a16:creationId xmlns:a16="http://schemas.microsoft.com/office/drawing/2014/main" id="{022323F0-446B-4559-B24B-564925ED821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0" name="直線コネクタ 128899">
                        <a:extLst>
                          <a:ext uri="{FF2B5EF4-FFF2-40B4-BE49-F238E27FC236}">
                            <a16:creationId xmlns:a16="http://schemas.microsoft.com/office/drawing/2014/main" id="{3540C4DF-0CB0-4E3C-8C3E-218601670A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1" name="直線コネクタ 128900">
                        <a:extLst>
                          <a:ext uri="{FF2B5EF4-FFF2-40B4-BE49-F238E27FC236}">
                            <a16:creationId xmlns:a16="http://schemas.microsoft.com/office/drawing/2014/main" id="{A2E01A69-9629-4872-A785-5798719478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2" name="直線コネクタ 128901">
                        <a:extLst>
                          <a:ext uri="{FF2B5EF4-FFF2-40B4-BE49-F238E27FC236}">
                            <a16:creationId xmlns:a16="http://schemas.microsoft.com/office/drawing/2014/main" id="{B6F2F102-2406-4664-9CDC-8CC38C39ED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3" name="直線コネクタ 128902">
                        <a:extLst>
                          <a:ext uri="{FF2B5EF4-FFF2-40B4-BE49-F238E27FC236}">
                            <a16:creationId xmlns:a16="http://schemas.microsoft.com/office/drawing/2014/main" id="{297BFA54-58A0-4DE7-8B6E-600036881E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4" name="直線コネクタ 128903">
                        <a:extLst>
                          <a:ext uri="{FF2B5EF4-FFF2-40B4-BE49-F238E27FC236}">
                            <a16:creationId xmlns:a16="http://schemas.microsoft.com/office/drawing/2014/main" id="{31509422-6AF9-479D-8C14-36D8F4A542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5" name="直線コネクタ 128904">
                        <a:extLst>
                          <a:ext uri="{FF2B5EF4-FFF2-40B4-BE49-F238E27FC236}">
                            <a16:creationId xmlns:a16="http://schemas.microsoft.com/office/drawing/2014/main" id="{A4799CAD-DD62-41B5-BDFC-2CB912870EC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6" name="直線コネクタ 128905">
                        <a:extLst>
                          <a:ext uri="{FF2B5EF4-FFF2-40B4-BE49-F238E27FC236}">
                            <a16:creationId xmlns:a16="http://schemas.microsoft.com/office/drawing/2014/main" id="{FF75FBF3-2E8E-4DEF-9131-BDB595856D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7" name="直線コネクタ 128906">
                        <a:extLst>
                          <a:ext uri="{FF2B5EF4-FFF2-40B4-BE49-F238E27FC236}">
                            <a16:creationId xmlns:a16="http://schemas.microsoft.com/office/drawing/2014/main" id="{BE1CAAB9-B1B0-4379-B911-CF01513323C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908" name="直線コネクタ 128907">
                        <a:extLst>
                          <a:ext uri="{FF2B5EF4-FFF2-40B4-BE49-F238E27FC236}">
                            <a16:creationId xmlns:a16="http://schemas.microsoft.com/office/drawing/2014/main" id="{EE642EF3-E50F-4F94-83C1-100CD27AD35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22" name="グループ化 127921">
                    <a:extLst>
                      <a:ext uri="{FF2B5EF4-FFF2-40B4-BE49-F238E27FC236}">
                        <a16:creationId xmlns:a16="http://schemas.microsoft.com/office/drawing/2014/main" id="{7609E110-0E1B-49FD-B89F-B2466D64CB7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390887" y="5390881"/>
                    <a:ext cx="17989" cy="18000"/>
                    <a:chOff x="4287481" y="4286224"/>
                    <a:chExt cx="2227978" cy="2229219"/>
                  </a:xfrm>
                </p:grpSpPr>
                <p:cxnSp>
                  <p:nvCxnSpPr>
                    <p:cNvPr id="128308" name="直線コネクタ 128307">
                      <a:extLst>
                        <a:ext uri="{FF2B5EF4-FFF2-40B4-BE49-F238E27FC236}">
                          <a16:creationId xmlns:a16="http://schemas.microsoft.com/office/drawing/2014/main" id="{D2876EED-2AC3-451B-B09E-EEDE503D90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09" name="直線コネクタ 128308">
                      <a:extLst>
                        <a:ext uri="{FF2B5EF4-FFF2-40B4-BE49-F238E27FC236}">
                          <a16:creationId xmlns:a16="http://schemas.microsoft.com/office/drawing/2014/main" id="{111599CF-46EC-4C78-9149-4C5F20289B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0" name="直線コネクタ 128309">
                      <a:extLst>
                        <a:ext uri="{FF2B5EF4-FFF2-40B4-BE49-F238E27FC236}">
                          <a16:creationId xmlns:a16="http://schemas.microsoft.com/office/drawing/2014/main" id="{65A441A5-5299-4415-89ED-85AEB0F7EC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1" name="直線コネクタ 128310">
                      <a:extLst>
                        <a:ext uri="{FF2B5EF4-FFF2-40B4-BE49-F238E27FC236}">
                          <a16:creationId xmlns:a16="http://schemas.microsoft.com/office/drawing/2014/main" id="{82377C83-277B-404F-BE23-DD4C99D79C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2" name="直線コネクタ 128311">
                      <a:extLst>
                        <a:ext uri="{FF2B5EF4-FFF2-40B4-BE49-F238E27FC236}">
                          <a16:creationId xmlns:a16="http://schemas.microsoft.com/office/drawing/2014/main" id="{1BE0011B-D218-4BF1-B7A1-99F6C42A7B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3" name="直線コネクタ 128312">
                      <a:extLst>
                        <a:ext uri="{FF2B5EF4-FFF2-40B4-BE49-F238E27FC236}">
                          <a16:creationId xmlns:a16="http://schemas.microsoft.com/office/drawing/2014/main" id="{68DBE29A-D104-4EE4-95E4-F5658A841A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4" name="直線コネクタ 128313">
                      <a:extLst>
                        <a:ext uri="{FF2B5EF4-FFF2-40B4-BE49-F238E27FC236}">
                          <a16:creationId xmlns:a16="http://schemas.microsoft.com/office/drawing/2014/main" id="{5C877383-E0A5-42B7-B42A-EB05B15B97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5" name="直線コネクタ 128314">
                      <a:extLst>
                        <a:ext uri="{FF2B5EF4-FFF2-40B4-BE49-F238E27FC236}">
                          <a16:creationId xmlns:a16="http://schemas.microsoft.com/office/drawing/2014/main" id="{D39AF4E7-C9E3-43BE-8B43-30F85C4BD2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6" name="直線コネクタ 128315">
                      <a:extLst>
                        <a:ext uri="{FF2B5EF4-FFF2-40B4-BE49-F238E27FC236}">
                          <a16:creationId xmlns:a16="http://schemas.microsoft.com/office/drawing/2014/main" id="{31FE4674-F90E-4DF3-80C5-040DE64DA1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7" name="直線コネクタ 128316">
                      <a:extLst>
                        <a:ext uri="{FF2B5EF4-FFF2-40B4-BE49-F238E27FC236}">
                          <a16:creationId xmlns:a16="http://schemas.microsoft.com/office/drawing/2014/main" id="{BB77DF28-C79B-4704-9DCB-28215A9BCC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8" name="直線コネクタ 128317">
                      <a:extLst>
                        <a:ext uri="{FF2B5EF4-FFF2-40B4-BE49-F238E27FC236}">
                          <a16:creationId xmlns:a16="http://schemas.microsoft.com/office/drawing/2014/main" id="{8AC81516-4ED5-4139-8B03-98AF7405BA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19" name="直線コネクタ 128318">
                      <a:extLst>
                        <a:ext uri="{FF2B5EF4-FFF2-40B4-BE49-F238E27FC236}">
                          <a16:creationId xmlns:a16="http://schemas.microsoft.com/office/drawing/2014/main" id="{651C459D-8FB6-487E-9943-F4AFD73087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0" name="直線コネクタ 128319">
                      <a:extLst>
                        <a:ext uri="{FF2B5EF4-FFF2-40B4-BE49-F238E27FC236}">
                          <a16:creationId xmlns:a16="http://schemas.microsoft.com/office/drawing/2014/main" id="{0CFCB27A-B9F8-404B-BC34-641B751EA8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1" name="直線コネクタ 128320">
                      <a:extLst>
                        <a:ext uri="{FF2B5EF4-FFF2-40B4-BE49-F238E27FC236}">
                          <a16:creationId xmlns:a16="http://schemas.microsoft.com/office/drawing/2014/main" id="{DF634F92-1970-4FE6-A952-17662127FF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2" name="直線コネクタ 128321">
                      <a:extLst>
                        <a:ext uri="{FF2B5EF4-FFF2-40B4-BE49-F238E27FC236}">
                          <a16:creationId xmlns:a16="http://schemas.microsoft.com/office/drawing/2014/main" id="{55B31F3B-0F3F-49EA-8D4A-2ABEAEEA10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3" name="直線コネクタ 128322">
                      <a:extLst>
                        <a:ext uri="{FF2B5EF4-FFF2-40B4-BE49-F238E27FC236}">
                          <a16:creationId xmlns:a16="http://schemas.microsoft.com/office/drawing/2014/main" id="{C0B2CD02-12A3-482F-BD23-328582F007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4" name="直線コネクタ 128323">
                      <a:extLst>
                        <a:ext uri="{FF2B5EF4-FFF2-40B4-BE49-F238E27FC236}">
                          <a16:creationId xmlns:a16="http://schemas.microsoft.com/office/drawing/2014/main" id="{916FDB74-9137-464A-A3CA-8EF44FCA70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5" name="直線コネクタ 128324">
                      <a:extLst>
                        <a:ext uri="{FF2B5EF4-FFF2-40B4-BE49-F238E27FC236}">
                          <a16:creationId xmlns:a16="http://schemas.microsoft.com/office/drawing/2014/main" id="{7506ED76-BF15-4AD0-83B1-9A6070D256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6" name="直線コネクタ 128325">
                      <a:extLst>
                        <a:ext uri="{FF2B5EF4-FFF2-40B4-BE49-F238E27FC236}">
                          <a16:creationId xmlns:a16="http://schemas.microsoft.com/office/drawing/2014/main" id="{7FA86A8B-419A-4BE7-AEB6-CFEF1F33E3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7" name="直線コネクタ 128326">
                      <a:extLst>
                        <a:ext uri="{FF2B5EF4-FFF2-40B4-BE49-F238E27FC236}">
                          <a16:creationId xmlns:a16="http://schemas.microsoft.com/office/drawing/2014/main" id="{AAB41A3A-24A3-4054-9917-F770C7FA75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8" name="直線コネクタ 128327">
                      <a:extLst>
                        <a:ext uri="{FF2B5EF4-FFF2-40B4-BE49-F238E27FC236}">
                          <a16:creationId xmlns:a16="http://schemas.microsoft.com/office/drawing/2014/main" id="{64A33D40-04B8-48E7-8E2F-EB7E4578B4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29" name="直線コネクタ 128328">
                      <a:extLst>
                        <a:ext uri="{FF2B5EF4-FFF2-40B4-BE49-F238E27FC236}">
                          <a16:creationId xmlns:a16="http://schemas.microsoft.com/office/drawing/2014/main" id="{5131D174-AB59-473D-863B-C7401C21B8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0" name="直線コネクタ 128329">
                      <a:extLst>
                        <a:ext uri="{FF2B5EF4-FFF2-40B4-BE49-F238E27FC236}">
                          <a16:creationId xmlns:a16="http://schemas.microsoft.com/office/drawing/2014/main" id="{5EE71DA0-70E2-4BF9-9422-87FA93BD30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1" name="直線コネクタ 128330">
                      <a:extLst>
                        <a:ext uri="{FF2B5EF4-FFF2-40B4-BE49-F238E27FC236}">
                          <a16:creationId xmlns:a16="http://schemas.microsoft.com/office/drawing/2014/main" id="{20E716D4-4C94-462A-B2E0-D578C59A44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2" name="直線コネクタ 128331">
                      <a:extLst>
                        <a:ext uri="{FF2B5EF4-FFF2-40B4-BE49-F238E27FC236}">
                          <a16:creationId xmlns:a16="http://schemas.microsoft.com/office/drawing/2014/main" id="{C55A8009-C943-4B2E-BE60-3E1DD8335B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3" name="直線コネクタ 128332">
                      <a:extLst>
                        <a:ext uri="{FF2B5EF4-FFF2-40B4-BE49-F238E27FC236}">
                          <a16:creationId xmlns:a16="http://schemas.microsoft.com/office/drawing/2014/main" id="{752E5EA6-C152-4702-85DF-5C3C8F0B3C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4" name="直線コネクタ 128333">
                      <a:extLst>
                        <a:ext uri="{FF2B5EF4-FFF2-40B4-BE49-F238E27FC236}">
                          <a16:creationId xmlns:a16="http://schemas.microsoft.com/office/drawing/2014/main" id="{667CD179-3735-4ABB-9B19-A0C4AF7F98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5" name="直線コネクタ 128334">
                      <a:extLst>
                        <a:ext uri="{FF2B5EF4-FFF2-40B4-BE49-F238E27FC236}">
                          <a16:creationId xmlns:a16="http://schemas.microsoft.com/office/drawing/2014/main" id="{B582B465-2E41-4FC5-8545-4D37BDAD21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6" name="直線コネクタ 128335">
                      <a:extLst>
                        <a:ext uri="{FF2B5EF4-FFF2-40B4-BE49-F238E27FC236}">
                          <a16:creationId xmlns:a16="http://schemas.microsoft.com/office/drawing/2014/main" id="{CB7A57D3-B64C-4D05-AF04-0C69FA38E8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7" name="直線コネクタ 128336">
                      <a:extLst>
                        <a:ext uri="{FF2B5EF4-FFF2-40B4-BE49-F238E27FC236}">
                          <a16:creationId xmlns:a16="http://schemas.microsoft.com/office/drawing/2014/main" id="{0859CE11-4FF5-4603-B422-5AF2E4571A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8" name="直線コネクタ 128337">
                      <a:extLst>
                        <a:ext uri="{FF2B5EF4-FFF2-40B4-BE49-F238E27FC236}">
                          <a16:creationId xmlns:a16="http://schemas.microsoft.com/office/drawing/2014/main" id="{236284F7-EBEA-49F6-9FFB-FE3990A2E5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39" name="直線コネクタ 128338">
                      <a:extLst>
                        <a:ext uri="{FF2B5EF4-FFF2-40B4-BE49-F238E27FC236}">
                          <a16:creationId xmlns:a16="http://schemas.microsoft.com/office/drawing/2014/main" id="{FADA50D8-8D80-4644-842F-8CAA36B12B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0" name="直線コネクタ 128339">
                      <a:extLst>
                        <a:ext uri="{FF2B5EF4-FFF2-40B4-BE49-F238E27FC236}">
                          <a16:creationId xmlns:a16="http://schemas.microsoft.com/office/drawing/2014/main" id="{212743DE-E53F-49D3-B866-2542F45711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1" name="直線コネクタ 128340">
                      <a:extLst>
                        <a:ext uri="{FF2B5EF4-FFF2-40B4-BE49-F238E27FC236}">
                          <a16:creationId xmlns:a16="http://schemas.microsoft.com/office/drawing/2014/main" id="{0C5BC5E4-33A1-4C19-896D-D72E7B035E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2" name="直線コネクタ 128341">
                      <a:extLst>
                        <a:ext uri="{FF2B5EF4-FFF2-40B4-BE49-F238E27FC236}">
                          <a16:creationId xmlns:a16="http://schemas.microsoft.com/office/drawing/2014/main" id="{277B5A0E-2155-4999-BD36-C437FECCE9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3" name="直線コネクタ 128342">
                      <a:extLst>
                        <a:ext uri="{FF2B5EF4-FFF2-40B4-BE49-F238E27FC236}">
                          <a16:creationId xmlns:a16="http://schemas.microsoft.com/office/drawing/2014/main" id="{61FDF064-4D6C-46C5-8A3C-CCDD9F242C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4" name="直線コネクタ 128343">
                      <a:extLst>
                        <a:ext uri="{FF2B5EF4-FFF2-40B4-BE49-F238E27FC236}">
                          <a16:creationId xmlns:a16="http://schemas.microsoft.com/office/drawing/2014/main" id="{5B804575-6A19-48FA-965A-F3E61D0341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5" name="直線コネクタ 128344">
                      <a:extLst>
                        <a:ext uri="{FF2B5EF4-FFF2-40B4-BE49-F238E27FC236}">
                          <a16:creationId xmlns:a16="http://schemas.microsoft.com/office/drawing/2014/main" id="{A61E0802-A84D-49AE-B08C-32F2F7C56D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6" name="直線コネクタ 128345">
                      <a:extLst>
                        <a:ext uri="{FF2B5EF4-FFF2-40B4-BE49-F238E27FC236}">
                          <a16:creationId xmlns:a16="http://schemas.microsoft.com/office/drawing/2014/main" id="{C3D9EEDB-53CB-4F8D-BBAA-C433F2FAD6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7" name="直線コネクタ 128346">
                      <a:extLst>
                        <a:ext uri="{FF2B5EF4-FFF2-40B4-BE49-F238E27FC236}">
                          <a16:creationId xmlns:a16="http://schemas.microsoft.com/office/drawing/2014/main" id="{8B4FF7ED-38FB-4225-8F4A-78BDADF8D7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8" name="直線コネクタ 128347">
                      <a:extLst>
                        <a:ext uri="{FF2B5EF4-FFF2-40B4-BE49-F238E27FC236}">
                          <a16:creationId xmlns:a16="http://schemas.microsoft.com/office/drawing/2014/main" id="{75A55A7B-F8D4-49CD-9132-2E6744947B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49" name="直線コネクタ 128348">
                      <a:extLst>
                        <a:ext uri="{FF2B5EF4-FFF2-40B4-BE49-F238E27FC236}">
                          <a16:creationId xmlns:a16="http://schemas.microsoft.com/office/drawing/2014/main" id="{36D012C9-FD29-4CAB-AD44-6D6F5003CD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0" name="直線コネクタ 128349">
                      <a:extLst>
                        <a:ext uri="{FF2B5EF4-FFF2-40B4-BE49-F238E27FC236}">
                          <a16:creationId xmlns:a16="http://schemas.microsoft.com/office/drawing/2014/main" id="{40A245D1-B5E4-4AC2-AA24-DBBFD2D4BC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1" name="直線コネクタ 128350">
                      <a:extLst>
                        <a:ext uri="{FF2B5EF4-FFF2-40B4-BE49-F238E27FC236}">
                          <a16:creationId xmlns:a16="http://schemas.microsoft.com/office/drawing/2014/main" id="{B5447446-348F-4A87-9222-0BDC79C2E0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2" name="直線コネクタ 128351">
                      <a:extLst>
                        <a:ext uri="{FF2B5EF4-FFF2-40B4-BE49-F238E27FC236}">
                          <a16:creationId xmlns:a16="http://schemas.microsoft.com/office/drawing/2014/main" id="{FE489DEE-47D3-469F-8FDC-A97F6552AA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3" name="直線コネクタ 128352">
                      <a:extLst>
                        <a:ext uri="{FF2B5EF4-FFF2-40B4-BE49-F238E27FC236}">
                          <a16:creationId xmlns:a16="http://schemas.microsoft.com/office/drawing/2014/main" id="{C6B27819-0AA6-49B1-AF19-8914990BF4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4" name="直線コネクタ 128353">
                      <a:extLst>
                        <a:ext uri="{FF2B5EF4-FFF2-40B4-BE49-F238E27FC236}">
                          <a16:creationId xmlns:a16="http://schemas.microsoft.com/office/drawing/2014/main" id="{EC0BD4E6-05DE-47E4-9042-7C4D61E359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5" name="直線コネクタ 128354">
                      <a:extLst>
                        <a:ext uri="{FF2B5EF4-FFF2-40B4-BE49-F238E27FC236}">
                          <a16:creationId xmlns:a16="http://schemas.microsoft.com/office/drawing/2014/main" id="{7B45011B-1A26-41EA-A571-CEC895E85D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6" name="直線コネクタ 128355">
                      <a:extLst>
                        <a:ext uri="{FF2B5EF4-FFF2-40B4-BE49-F238E27FC236}">
                          <a16:creationId xmlns:a16="http://schemas.microsoft.com/office/drawing/2014/main" id="{D512FEBD-8719-4FCA-B73D-BF0A10F2F2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7" name="直線コネクタ 128356">
                      <a:extLst>
                        <a:ext uri="{FF2B5EF4-FFF2-40B4-BE49-F238E27FC236}">
                          <a16:creationId xmlns:a16="http://schemas.microsoft.com/office/drawing/2014/main" id="{38DBDFF2-2566-48D2-83A6-6B15B7075B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8" name="直線コネクタ 128357">
                      <a:extLst>
                        <a:ext uri="{FF2B5EF4-FFF2-40B4-BE49-F238E27FC236}">
                          <a16:creationId xmlns:a16="http://schemas.microsoft.com/office/drawing/2014/main" id="{814C368A-A238-4CEF-8A81-D01C4927D2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59" name="直線コネクタ 128358">
                      <a:extLst>
                        <a:ext uri="{FF2B5EF4-FFF2-40B4-BE49-F238E27FC236}">
                          <a16:creationId xmlns:a16="http://schemas.microsoft.com/office/drawing/2014/main" id="{C67FBE9A-38DD-4BF7-AA7A-1B9925745B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0" name="直線コネクタ 128359">
                      <a:extLst>
                        <a:ext uri="{FF2B5EF4-FFF2-40B4-BE49-F238E27FC236}">
                          <a16:creationId xmlns:a16="http://schemas.microsoft.com/office/drawing/2014/main" id="{277725DA-6A85-4B1C-BD82-3CC0DF391A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1" name="直線コネクタ 128360">
                      <a:extLst>
                        <a:ext uri="{FF2B5EF4-FFF2-40B4-BE49-F238E27FC236}">
                          <a16:creationId xmlns:a16="http://schemas.microsoft.com/office/drawing/2014/main" id="{2514DC09-2D39-4675-B968-B02AAF9D5B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2" name="直線コネクタ 128361">
                      <a:extLst>
                        <a:ext uri="{FF2B5EF4-FFF2-40B4-BE49-F238E27FC236}">
                          <a16:creationId xmlns:a16="http://schemas.microsoft.com/office/drawing/2014/main" id="{6E291745-6FDE-4502-ACE2-D979830EE3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3" name="直線コネクタ 128362">
                      <a:extLst>
                        <a:ext uri="{FF2B5EF4-FFF2-40B4-BE49-F238E27FC236}">
                          <a16:creationId xmlns:a16="http://schemas.microsoft.com/office/drawing/2014/main" id="{C6B1FFC1-8591-4498-9532-D79EED801B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4" name="直線コネクタ 128363">
                      <a:extLst>
                        <a:ext uri="{FF2B5EF4-FFF2-40B4-BE49-F238E27FC236}">
                          <a16:creationId xmlns:a16="http://schemas.microsoft.com/office/drawing/2014/main" id="{2E37CD41-28E6-41C4-8EFA-5282CDB896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5" name="直線コネクタ 128364">
                      <a:extLst>
                        <a:ext uri="{FF2B5EF4-FFF2-40B4-BE49-F238E27FC236}">
                          <a16:creationId xmlns:a16="http://schemas.microsoft.com/office/drawing/2014/main" id="{9A487168-323F-4809-8D2D-5D6E316E1D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6" name="直線コネクタ 128365">
                      <a:extLst>
                        <a:ext uri="{FF2B5EF4-FFF2-40B4-BE49-F238E27FC236}">
                          <a16:creationId xmlns:a16="http://schemas.microsoft.com/office/drawing/2014/main" id="{7488FAA4-C26F-4AE7-B277-B0EF452FBA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7" name="直線コネクタ 128366">
                      <a:extLst>
                        <a:ext uri="{FF2B5EF4-FFF2-40B4-BE49-F238E27FC236}">
                          <a16:creationId xmlns:a16="http://schemas.microsoft.com/office/drawing/2014/main" id="{56DAEA89-0F75-49B9-BBCD-73FB050D30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8" name="直線コネクタ 128367">
                      <a:extLst>
                        <a:ext uri="{FF2B5EF4-FFF2-40B4-BE49-F238E27FC236}">
                          <a16:creationId xmlns:a16="http://schemas.microsoft.com/office/drawing/2014/main" id="{C3788012-C78F-4D7C-97B1-8D7FA97403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69" name="直線コネクタ 128368">
                      <a:extLst>
                        <a:ext uri="{FF2B5EF4-FFF2-40B4-BE49-F238E27FC236}">
                          <a16:creationId xmlns:a16="http://schemas.microsoft.com/office/drawing/2014/main" id="{728BD3D2-6F59-4386-B4D3-FF8A667CAC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0" name="直線コネクタ 128369">
                      <a:extLst>
                        <a:ext uri="{FF2B5EF4-FFF2-40B4-BE49-F238E27FC236}">
                          <a16:creationId xmlns:a16="http://schemas.microsoft.com/office/drawing/2014/main" id="{64D6493C-3D4B-4406-A67F-F7A3204ABF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1" name="直線コネクタ 128370">
                      <a:extLst>
                        <a:ext uri="{FF2B5EF4-FFF2-40B4-BE49-F238E27FC236}">
                          <a16:creationId xmlns:a16="http://schemas.microsoft.com/office/drawing/2014/main" id="{D06AF247-D721-4E77-9658-D1AA024901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2" name="直線コネクタ 128371">
                      <a:extLst>
                        <a:ext uri="{FF2B5EF4-FFF2-40B4-BE49-F238E27FC236}">
                          <a16:creationId xmlns:a16="http://schemas.microsoft.com/office/drawing/2014/main" id="{AC4ACEFF-5082-4692-8385-FD3445A679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3" name="直線コネクタ 128372">
                      <a:extLst>
                        <a:ext uri="{FF2B5EF4-FFF2-40B4-BE49-F238E27FC236}">
                          <a16:creationId xmlns:a16="http://schemas.microsoft.com/office/drawing/2014/main" id="{1BFBDA71-5A8A-4B2A-BC29-577885B879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4" name="直線コネクタ 128373">
                      <a:extLst>
                        <a:ext uri="{FF2B5EF4-FFF2-40B4-BE49-F238E27FC236}">
                          <a16:creationId xmlns:a16="http://schemas.microsoft.com/office/drawing/2014/main" id="{7FA357B3-AD71-41CC-964E-B5D1D5C9CE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5" name="直線コネクタ 128374">
                      <a:extLst>
                        <a:ext uri="{FF2B5EF4-FFF2-40B4-BE49-F238E27FC236}">
                          <a16:creationId xmlns:a16="http://schemas.microsoft.com/office/drawing/2014/main" id="{9DE6B670-FBBF-4E52-B7A6-E03DB9554F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6" name="直線コネクタ 128375">
                      <a:extLst>
                        <a:ext uri="{FF2B5EF4-FFF2-40B4-BE49-F238E27FC236}">
                          <a16:creationId xmlns:a16="http://schemas.microsoft.com/office/drawing/2014/main" id="{5629EDE5-711A-4C12-81A3-E9910C004B9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7" name="直線コネクタ 128376">
                      <a:extLst>
                        <a:ext uri="{FF2B5EF4-FFF2-40B4-BE49-F238E27FC236}">
                          <a16:creationId xmlns:a16="http://schemas.microsoft.com/office/drawing/2014/main" id="{8FA69356-1213-438C-B60B-D267FE84CB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8" name="直線コネクタ 128377">
                      <a:extLst>
                        <a:ext uri="{FF2B5EF4-FFF2-40B4-BE49-F238E27FC236}">
                          <a16:creationId xmlns:a16="http://schemas.microsoft.com/office/drawing/2014/main" id="{FAB344E0-A69F-444A-BF06-EB4AF4E906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79" name="直線コネクタ 128378">
                      <a:extLst>
                        <a:ext uri="{FF2B5EF4-FFF2-40B4-BE49-F238E27FC236}">
                          <a16:creationId xmlns:a16="http://schemas.microsoft.com/office/drawing/2014/main" id="{809619BA-A356-40C5-8122-BB281D13FE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0" name="直線コネクタ 128379">
                      <a:extLst>
                        <a:ext uri="{FF2B5EF4-FFF2-40B4-BE49-F238E27FC236}">
                          <a16:creationId xmlns:a16="http://schemas.microsoft.com/office/drawing/2014/main" id="{8B0766CB-3CE3-4D76-948B-B9E34936E3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1" name="直線コネクタ 128380">
                      <a:extLst>
                        <a:ext uri="{FF2B5EF4-FFF2-40B4-BE49-F238E27FC236}">
                          <a16:creationId xmlns:a16="http://schemas.microsoft.com/office/drawing/2014/main" id="{153DB898-DBA6-480E-A453-4643EFD3FA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2" name="直線コネクタ 128381">
                      <a:extLst>
                        <a:ext uri="{FF2B5EF4-FFF2-40B4-BE49-F238E27FC236}">
                          <a16:creationId xmlns:a16="http://schemas.microsoft.com/office/drawing/2014/main" id="{DBFC0AC8-E17F-4161-8514-F8988459D7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3" name="直線コネクタ 128382">
                      <a:extLst>
                        <a:ext uri="{FF2B5EF4-FFF2-40B4-BE49-F238E27FC236}">
                          <a16:creationId xmlns:a16="http://schemas.microsoft.com/office/drawing/2014/main" id="{BF6F94F3-A6E4-45CE-A5EF-BE9881E7A6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4" name="直線コネクタ 128383">
                      <a:extLst>
                        <a:ext uri="{FF2B5EF4-FFF2-40B4-BE49-F238E27FC236}">
                          <a16:creationId xmlns:a16="http://schemas.microsoft.com/office/drawing/2014/main" id="{1494F6D1-7132-4A61-B3C5-7B163E55AD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5" name="直線コネクタ 128384">
                      <a:extLst>
                        <a:ext uri="{FF2B5EF4-FFF2-40B4-BE49-F238E27FC236}">
                          <a16:creationId xmlns:a16="http://schemas.microsoft.com/office/drawing/2014/main" id="{F87EFA1F-9D02-4641-A9F1-8F49401FA8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6" name="直線コネクタ 128385">
                      <a:extLst>
                        <a:ext uri="{FF2B5EF4-FFF2-40B4-BE49-F238E27FC236}">
                          <a16:creationId xmlns:a16="http://schemas.microsoft.com/office/drawing/2014/main" id="{73103C7D-C6F4-4861-BE6E-E775A0CC60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7" name="直線コネクタ 128386">
                      <a:extLst>
                        <a:ext uri="{FF2B5EF4-FFF2-40B4-BE49-F238E27FC236}">
                          <a16:creationId xmlns:a16="http://schemas.microsoft.com/office/drawing/2014/main" id="{90C8AB6D-20D3-4645-AB88-BB06285EF1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8" name="直線コネクタ 128387">
                      <a:extLst>
                        <a:ext uri="{FF2B5EF4-FFF2-40B4-BE49-F238E27FC236}">
                          <a16:creationId xmlns:a16="http://schemas.microsoft.com/office/drawing/2014/main" id="{2F22D82A-6F3B-4C6E-9036-794029EC08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89" name="直線コネクタ 128388">
                      <a:extLst>
                        <a:ext uri="{FF2B5EF4-FFF2-40B4-BE49-F238E27FC236}">
                          <a16:creationId xmlns:a16="http://schemas.microsoft.com/office/drawing/2014/main" id="{F19E836D-5A1E-4A77-9013-746D9A027E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0" name="直線コネクタ 128389">
                      <a:extLst>
                        <a:ext uri="{FF2B5EF4-FFF2-40B4-BE49-F238E27FC236}">
                          <a16:creationId xmlns:a16="http://schemas.microsoft.com/office/drawing/2014/main" id="{E67FF526-4E24-4C58-8015-493A0C3DB0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1" name="直線コネクタ 128390">
                      <a:extLst>
                        <a:ext uri="{FF2B5EF4-FFF2-40B4-BE49-F238E27FC236}">
                          <a16:creationId xmlns:a16="http://schemas.microsoft.com/office/drawing/2014/main" id="{4C5244B2-7846-4AF3-83D2-5856402374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2" name="直線コネクタ 128391">
                      <a:extLst>
                        <a:ext uri="{FF2B5EF4-FFF2-40B4-BE49-F238E27FC236}">
                          <a16:creationId xmlns:a16="http://schemas.microsoft.com/office/drawing/2014/main" id="{83F90AF2-D9B8-42A3-8475-ADAD31CDB1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3" name="直線コネクタ 128392">
                      <a:extLst>
                        <a:ext uri="{FF2B5EF4-FFF2-40B4-BE49-F238E27FC236}">
                          <a16:creationId xmlns:a16="http://schemas.microsoft.com/office/drawing/2014/main" id="{CB820DE2-9504-429C-A32C-E96F66B862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4" name="直線コネクタ 128393">
                      <a:extLst>
                        <a:ext uri="{FF2B5EF4-FFF2-40B4-BE49-F238E27FC236}">
                          <a16:creationId xmlns:a16="http://schemas.microsoft.com/office/drawing/2014/main" id="{F5966EB6-D406-4BBF-B5F0-EAA190B4EA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5" name="直線コネクタ 128394">
                      <a:extLst>
                        <a:ext uri="{FF2B5EF4-FFF2-40B4-BE49-F238E27FC236}">
                          <a16:creationId xmlns:a16="http://schemas.microsoft.com/office/drawing/2014/main" id="{8F7FB746-F5A2-4536-8A25-35F81EC3FC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6" name="直線コネクタ 128395">
                      <a:extLst>
                        <a:ext uri="{FF2B5EF4-FFF2-40B4-BE49-F238E27FC236}">
                          <a16:creationId xmlns:a16="http://schemas.microsoft.com/office/drawing/2014/main" id="{2E56F07B-796E-4058-A165-4CA89C5D00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7" name="直線コネクタ 128396">
                      <a:extLst>
                        <a:ext uri="{FF2B5EF4-FFF2-40B4-BE49-F238E27FC236}">
                          <a16:creationId xmlns:a16="http://schemas.microsoft.com/office/drawing/2014/main" id="{0B58296D-0002-4405-A80B-3026834A9F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8" name="直線コネクタ 128397">
                      <a:extLst>
                        <a:ext uri="{FF2B5EF4-FFF2-40B4-BE49-F238E27FC236}">
                          <a16:creationId xmlns:a16="http://schemas.microsoft.com/office/drawing/2014/main" id="{A6455719-08FB-4D71-8CDD-5243DDBE89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399" name="直線コネクタ 128398">
                      <a:extLst>
                        <a:ext uri="{FF2B5EF4-FFF2-40B4-BE49-F238E27FC236}">
                          <a16:creationId xmlns:a16="http://schemas.microsoft.com/office/drawing/2014/main" id="{C18577C1-A9DE-416D-8EA6-4919F6507F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0" name="直線コネクタ 128399">
                      <a:extLst>
                        <a:ext uri="{FF2B5EF4-FFF2-40B4-BE49-F238E27FC236}">
                          <a16:creationId xmlns:a16="http://schemas.microsoft.com/office/drawing/2014/main" id="{B090E7A9-5A15-4FD7-A946-5B0E56AF62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1" name="直線コネクタ 128400">
                      <a:extLst>
                        <a:ext uri="{FF2B5EF4-FFF2-40B4-BE49-F238E27FC236}">
                          <a16:creationId xmlns:a16="http://schemas.microsoft.com/office/drawing/2014/main" id="{208B5CF0-7696-476F-BFF8-7870F11BBF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2" name="直線コネクタ 128401">
                      <a:extLst>
                        <a:ext uri="{FF2B5EF4-FFF2-40B4-BE49-F238E27FC236}">
                          <a16:creationId xmlns:a16="http://schemas.microsoft.com/office/drawing/2014/main" id="{06E7A182-9BF2-4BBE-9150-77162D1F95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3" name="直線コネクタ 128402">
                      <a:extLst>
                        <a:ext uri="{FF2B5EF4-FFF2-40B4-BE49-F238E27FC236}">
                          <a16:creationId xmlns:a16="http://schemas.microsoft.com/office/drawing/2014/main" id="{F93C585D-BA48-4E6D-8492-B357D05F3F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4" name="直線コネクタ 128403">
                      <a:extLst>
                        <a:ext uri="{FF2B5EF4-FFF2-40B4-BE49-F238E27FC236}">
                          <a16:creationId xmlns:a16="http://schemas.microsoft.com/office/drawing/2014/main" id="{D5974590-66E9-46FA-9660-7E991EB941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5" name="直線コネクタ 128404">
                      <a:extLst>
                        <a:ext uri="{FF2B5EF4-FFF2-40B4-BE49-F238E27FC236}">
                          <a16:creationId xmlns:a16="http://schemas.microsoft.com/office/drawing/2014/main" id="{31E273C0-82CB-4FE3-B5CE-C1216BC52A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6" name="直線コネクタ 128405">
                      <a:extLst>
                        <a:ext uri="{FF2B5EF4-FFF2-40B4-BE49-F238E27FC236}">
                          <a16:creationId xmlns:a16="http://schemas.microsoft.com/office/drawing/2014/main" id="{5C3A5F57-315C-4221-A2D5-A78570F105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7" name="直線コネクタ 128406">
                      <a:extLst>
                        <a:ext uri="{FF2B5EF4-FFF2-40B4-BE49-F238E27FC236}">
                          <a16:creationId xmlns:a16="http://schemas.microsoft.com/office/drawing/2014/main" id="{4F4267FE-21AA-48FD-AA54-A22AF19925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8" name="直線コネクタ 128407">
                      <a:extLst>
                        <a:ext uri="{FF2B5EF4-FFF2-40B4-BE49-F238E27FC236}">
                          <a16:creationId xmlns:a16="http://schemas.microsoft.com/office/drawing/2014/main" id="{7B9A3B98-BCE4-4E66-B501-C60B46B84A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09" name="直線コネクタ 128408">
                      <a:extLst>
                        <a:ext uri="{FF2B5EF4-FFF2-40B4-BE49-F238E27FC236}">
                          <a16:creationId xmlns:a16="http://schemas.microsoft.com/office/drawing/2014/main" id="{3B2FCC4F-A881-414B-971C-E0DF237D41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0" name="直線コネクタ 128409">
                      <a:extLst>
                        <a:ext uri="{FF2B5EF4-FFF2-40B4-BE49-F238E27FC236}">
                          <a16:creationId xmlns:a16="http://schemas.microsoft.com/office/drawing/2014/main" id="{E08701F8-7B44-474B-82AE-19322F83C3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1" name="直線コネクタ 128410">
                      <a:extLst>
                        <a:ext uri="{FF2B5EF4-FFF2-40B4-BE49-F238E27FC236}">
                          <a16:creationId xmlns:a16="http://schemas.microsoft.com/office/drawing/2014/main" id="{68CEB5DB-99A4-4DFF-B191-1B523776D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2" name="直線コネクタ 128411">
                      <a:extLst>
                        <a:ext uri="{FF2B5EF4-FFF2-40B4-BE49-F238E27FC236}">
                          <a16:creationId xmlns:a16="http://schemas.microsoft.com/office/drawing/2014/main" id="{D6B60DA4-F8E0-4B0A-B786-6A27FDA5A9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3" name="直線コネクタ 128412">
                      <a:extLst>
                        <a:ext uri="{FF2B5EF4-FFF2-40B4-BE49-F238E27FC236}">
                          <a16:creationId xmlns:a16="http://schemas.microsoft.com/office/drawing/2014/main" id="{069C671A-F201-4F4F-A028-7049872845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4" name="直線コネクタ 128413">
                      <a:extLst>
                        <a:ext uri="{FF2B5EF4-FFF2-40B4-BE49-F238E27FC236}">
                          <a16:creationId xmlns:a16="http://schemas.microsoft.com/office/drawing/2014/main" id="{334A4C28-A911-4857-B4B2-1E5CBB490F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5" name="直線コネクタ 128414">
                      <a:extLst>
                        <a:ext uri="{FF2B5EF4-FFF2-40B4-BE49-F238E27FC236}">
                          <a16:creationId xmlns:a16="http://schemas.microsoft.com/office/drawing/2014/main" id="{F8BDE3A1-9D00-4558-91C6-7627DDB32A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6" name="直線コネクタ 128415">
                      <a:extLst>
                        <a:ext uri="{FF2B5EF4-FFF2-40B4-BE49-F238E27FC236}">
                          <a16:creationId xmlns:a16="http://schemas.microsoft.com/office/drawing/2014/main" id="{B2BBDB23-103B-4F85-9CA5-4FC7FC52FC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7" name="直線コネクタ 128416">
                      <a:extLst>
                        <a:ext uri="{FF2B5EF4-FFF2-40B4-BE49-F238E27FC236}">
                          <a16:creationId xmlns:a16="http://schemas.microsoft.com/office/drawing/2014/main" id="{D0BD05E8-9703-4196-9B9B-2384F611AE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8" name="直線コネクタ 128417">
                      <a:extLst>
                        <a:ext uri="{FF2B5EF4-FFF2-40B4-BE49-F238E27FC236}">
                          <a16:creationId xmlns:a16="http://schemas.microsoft.com/office/drawing/2014/main" id="{440C8ECE-4C96-4830-A476-9332FA9341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19" name="直線コネクタ 128418">
                      <a:extLst>
                        <a:ext uri="{FF2B5EF4-FFF2-40B4-BE49-F238E27FC236}">
                          <a16:creationId xmlns:a16="http://schemas.microsoft.com/office/drawing/2014/main" id="{01B964A0-33B6-4FA0-B42A-CDB572BFF6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0" name="直線コネクタ 128419">
                      <a:extLst>
                        <a:ext uri="{FF2B5EF4-FFF2-40B4-BE49-F238E27FC236}">
                          <a16:creationId xmlns:a16="http://schemas.microsoft.com/office/drawing/2014/main" id="{BFBE1076-6C26-45E9-958D-372EB89A2C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1" name="直線コネクタ 128420">
                      <a:extLst>
                        <a:ext uri="{FF2B5EF4-FFF2-40B4-BE49-F238E27FC236}">
                          <a16:creationId xmlns:a16="http://schemas.microsoft.com/office/drawing/2014/main" id="{5821B7CE-E25C-4608-933A-E1109345EA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2" name="直線コネクタ 128421">
                      <a:extLst>
                        <a:ext uri="{FF2B5EF4-FFF2-40B4-BE49-F238E27FC236}">
                          <a16:creationId xmlns:a16="http://schemas.microsoft.com/office/drawing/2014/main" id="{90239AC4-9FEA-40D8-A31F-D671B87D84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3" name="直線コネクタ 128422">
                      <a:extLst>
                        <a:ext uri="{FF2B5EF4-FFF2-40B4-BE49-F238E27FC236}">
                          <a16:creationId xmlns:a16="http://schemas.microsoft.com/office/drawing/2014/main" id="{42E6D60B-A14E-4294-8A6D-41282A62C1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4" name="直線コネクタ 128423">
                      <a:extLst>
                        <a:ext uri="{FF2B5EF4-FFF2-40B4-BE49-F238E27FC236}">
                          <a16:creationId xmlns:a16="http://schemas.microsoft.com/office/drawing/2014/main" id="{64F92D4A-7D8C-4D84-BEF1-F99E393791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5" name="直線コネクタ 128424">
                      <a:extLst>
                        <a:ext uri="{FF2B5EF4-FFF2-40B4-BE49-F238E27FC236}">
                          <a16:creationId xmlns:a16="http://schemas.microsoft.com/office/drawing/2014/main" id="{ADCC314A-53CD-4727-A064-D16BA594F7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6" name="直線コネクタ 128425">
                      <a:extLst>
                        <a:ext uri="{FF2B5EF4-FFF2-40B4-BE49-F238E27FC236}">
                          <a16:creationId xmlns:a16="http://schemas.microsoft.com/office/drawing/2014/main" id="{6E6168A7-0FD7-40C0-AF93-F4688C2B08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7" name="直線コネクタ 128426">
                      <a:extLst>
                        <a:ext uri="{FF2B5EF4-FFF2-40B4-BE49-F238E27FC236}">
                          <a16:creationId xmlns:a16="http://schemas.microsoft.com/office/drawing/2014/main" id="{735B2F82-622B-43C6-A189-5F5B404BBD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8" name="直線コネクタ 128427">
                      <a:extLst>
                        <a:ext uri="{FF2B5EF4-FFF2-40B4-BE49-F238E27FC236}">
                          <a16:creationId xmlns:a16="http://schemas.microsoft.com/office/drawing/2014/main" id="{EC3BE7FD-C90A-4B14-954F-A4CCA1DEEC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29" name="直線コネクタ 128428">
                      <a:extLst>
                        <a:ext uri="{FF2B5EF4-FFF2-40B4-BE49-F238E27FC236}">
                          <a16:creationId xmlns:a16="http://schemas.microsoft.com/office/drawing/2014/main" id="{3D17B6AF-0405-4C38-BF3A-4FF211DCD2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0" name="直線コネクタ 128429">
                      <a:extLst>
                        <a:ext uri="{FF2B5EF4-FFF2-40B4-BE49-F238E27FC236}">
                          <a16:creationId xmlns:a16="http://schemas.microsoft.com/office/drawing/2014/main" id="{DDEB80A3-CC20-4A38-BAD1-A81B5DF8F6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1" name="直線コネクタ 128430">
                      <a:extLst>
                        <a:ext uri="{FF2B5EF4-FFF2-40B4-BE49-F238E27FC236}">
                          <a16:creationId xmlns:a16="http://schemas.microsoft.com/office/drawing/2014/main" id="{8DC3ABC4-3B13-43FE-860A-1CE0279A0F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2" name="直線コネクタ 128431">
                      <a:extLst>
                        <a:ext uri="{FF2B5EF4-FFF2-40B4-BE49-F238E27FC236}">
                          <a16:creationId xmlns:a16="http://schemas.microsoft.com/office/drawing/2014/main" id="{78DCDEB3-46A2-4E0D-BEF6-05DC568EDC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3" name="直線コネクタ 128432">
                      <a:extLst>
                        <a:ext uri="{FF2B5EF4-FFF2-40B4-BE49-F238E27FC236}">
                          <a16:creationId xmlns:a16="http://schemas.microsoft.com/office/drawing/2014/main" id="{D57132C5-3AEB-48B3-90A8-0065ADD9B0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4" name="直線コネクタ 128433">
                      <a:extLst>
                        <a:ext uri="{FF2B5EF4-FFF2-40B4-BE49-F238E27FC236}">
                          <a16:creationId xmlns:a16="http://schemas.microsoft.com/office/drawing/2014/main" id="{A1C2ABCE-9D54-48C4-8E2C-792C7DB4DF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5" name="直線コネクタ 128434">
                      <a:extLst>
                        <a:ext uri="{FF2B5EF4-FFF2-40B4-BE49-F238E27FC236}">
                          <a16:creationId xmlns:a16="http://schemas.microsoft.com/office/drawing/2014/main" id="{CDDD1EE0-A252-4FA8-B09C-992B73B807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6" name="直線コネクタ 128435">
                      <a:extLst>
                        <a:ext uri="{FF2B5EF4-FFF2-40B4-BE49-F238E27FC236}">
                          <a16:creationId xmlns:a16="http://schemas.microsoft.com/office/drawing/2014/main" id="{D368FE44-C4ED-4639-8939-0285F664C3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7" name="直線コネクタ 128436">
                      <a:extLst>
                        <a:ext uri="{FF2B5EF4-FFF2-40B4-BE49-F238E27FC236}">
                          <a16:creationId xmlns:a16="http://schemas.microsoft.com/office/drawing/2014/main" id="{8E3AE072-1A07-47EA-A0D6-BD5CD8146D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8" name="直線コネクタ 128437">
                      <a:extLst>
                        <a:ext uri="{FF2B5EF4-FFF2-40B4-BE49-F238E27FC236}">
                          <a16:creationId xmlns:a16="http://schemas.microsoft.com/office/drawing/2014/main" id="{ED7EFC89-E791-4CEA-AB02-48D5F4FEC0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39" name="直線コネクタ 128438">
                      <a:extLst>
                        <a:ext uri="{FF2B5EF4-FFF2-40B4-BE49-F238E27FC236}">
                          <a16:creationId xmlns:a16="http://schemas.microsoft.com/office/drawing/2014/main" id="{D60E1580-047E-4371-98E1-6480A6CE36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0" name="直線コネクタ 128439">
                      <a:extLst>
                        <a:ext uri="{FF2B5EF4-FFF2-40B4-BE49-F238E27FC236}">
                          <a16:creationId xmlns:a16="http://schemas.microsoft.com/office/drawing/2014/main" id="{3169F82A-9809-4D0D-8954-D918FF389C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1" name="直線コネクタ 128440">
                      <a:extLst>
                        <a:ext uri="{FF2B5EF4-FFF2-40B4-BE49-F238E27FC236}">
                          <a16:creationId xmlns:a16="http://schemas.microsoft.com/office/drawing/2014/main" id="{62A22F6B-19F3-4458-B1C5-CF9328EF5D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2" name="直線コネクタ 128441">
                      <a:extLst>
                        <a:ext uri="{FF2B5EF4-FFF2-40B4-BE49-F238E27FC236}">
                          <a16:creationId xmlns:a16="http://schemas.microsoft.com/office/drawing/2014/main" id="{EB0406B3-D900-4B3A-AD27-1E34208819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3" name="直線コネクタ 128442">
                      <a:extLst>
                        <a:ext uri="{FF2B5EF4-FFF2-40B4-BE49-F238E27FC236}">
                          <a16:creationId xmlns:a16="http://schemas.microsoft.com/office/drawing/2014/main" id="{209FF0C7-4954-4AB3-A572-4B295BE5BD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4" name="直線コネクタ 128443">
                      <a:extLst>
                        <a:ext uri="{FF2B5EF4-FFF2-40B4-BE49-F238E27FC236}">
                          <a16:creationId xmlns:a16="http://schemas.microsoft.com/office/drawing/2014/main" id="{0A9F01A5-65D8-4798-81BF-E676DA5973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5" name="直線コネクタ 128444">
                      <a:extLst>
                        <a:ext uri="{FF2B5EF4-FFF2-40B4-BE49-F238E27FC236}">
                          <a16:creationId xmlns:a16="http://schemas.microsoft.com/office/drawing/2014/main" id="{13C523CF-401C-48B1-9961-18A92B0D87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6" name="直線コネクタ 128445">
                      <a:extLst>
                        <a:ext uri="{FF2B5EF4-FFF2-40B4-BE49-F238E27FC236}">
                          <a16:creationId xmlns:a16="http://schemas.microsoft.com/office/drawing/2014/main" id="{F78565B2-07D6-4F53-9D51-ABA171978E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7" name="直線コネクタ 128446">
                      <a:extLst>
                        <a:ext uri="{FF2B5EF4-FFF2-40B4-BE49-F238E27FC236}">
                          <a16:creationId xmlns:a16="http://schemas.microsoft.com/office/drawing/2014/main" id="{70426714-F72E-4B36-ABC9-A8C30CB612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8" name="直線コネクタ 128447">
                      <a:extLst>
                        <a:ext uri="{FF2B5EF4-FFF2-40B4-BE49-F238E27FC236}">
                          <a16:creationId xmlns:a16="http://schemas.microsoft.com/office/drawing/2014/main" id="{B2086C56-A8CB-4467-9DCC-26E19B2AE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49" name="直線コネクタ 128448">
                      <a:extLst>
                        <a:ext uri="{FF2B5EF4-FFF2-40B4-BE49-F238E27FC236}">
                          <a16:creationId xmlns:a16="http://schemas.microsoft.com/office/drawing/2014/main" id="{D374154F-6E38-488A-8E99-9579D5999F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0" name="直線コネクタ 128449">
                      <a:extLst>
                        <a:ext uri="{FF2B5EF4-FFF2-40B4-BE49-F238E27FC236}">
                          <a16:creationId xmlns:a16="http://schemas.microsoft.com/office/drawing/2014/main" id="{1232B00B-9B4D-4727-9417-CAE8D89815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1" name="直線コネクタ 128450">
                      <a:extLst>
                        <a:ext uri="{FF2B5EF4-FFF2-40B4-BE49-F238E27FC236}">
                          <a16:creationId xmlns:a16="http://schemas.microsoft.com/office/drawing/2014/main" id="{D7C931DA-0139-4D12-B8B6-61583E3C3F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2" name="直線コネクタ 128451">
                      <a:extLst>
                        <a:ext uri="{FF2B5EF4-FFF2-40B4-BE49-F238E27FC236}">
                          <a16:creationId xmlns:a16="http://schemas.microsoft.com/office/drawing/2014/main" id="{98055D5B-FFD9-42C0-BEC3-83C2CE89DA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3" name="直線コネクタ 128452">
                      <a:extLst>
                        <a:ext uri="{FF2B5EF4-FFF2-40B4-BE49-F238E27FC236}">
                          <a16:creationId xmlns:a16="http://schemas.microsoft.com/office/drawing/2014/main" id="{05A5E469-8063-49A1-B762-D0D2B6A59E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4" name="直線コネクタ 128453">
                      <a:extLst>
                        <a:ext uri="{FF2B5EF4-FFF2-40B4-BE49-F238E27FC236}">
                          <a16:creationId xmlns:a16="http://schemas.microsoft.com/office/drawing/2014/main" id="{BAC334FA-9E93-4ADC-9C58-FF63E725C3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5" name="直線コネクタ 128454">
                      <a:extLst>
                        <a:ext uri="{FF2B5EF4-FFF2-40B4-BE49-F238E27FC236}">
                          <a16:creationId xmlns:a16="http://schemas.microsoft.com/office/drawing/2014/main" id="{4720F01F-1D26-4C85-B7B4-F3CA36A9CF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6" name="直線コネクタ 128455">
                      <a:extLst>
                        <a:ext uri="{FF2B5EF4-FFF2-40B4-BE49-F238E27FC236}">
                          <a16:creationId xmlns:a16="http://schemas.microsoft.com/office/drawing/2014/main" id="{778A7093-D929-4809-81B8-A38D77C60B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7" name="直線コネクタ 128456">
                      <a:extLst>
                        <a:ext uri="{FF2B5EF4-FFF2-40B4-BE49-F238E27FC236}">
                          <a16:creationId xmlns:a16="http://schemas.microsoft.com/office/drawing/2014/main" id="{8F816683-C3D0-4DA3-80E3-1C61D6B0C5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8" name="直線コネクタ 128457">
                      <a:extLst>
                        <a:ext uri="{FF2B5EF4-FFF2-40B4-BE49-F238E27FC236}">
                          <a16:creationId xmlns:a16="http://schemas.microsoft.com/office/drawing/2014/main" id="{FF7809DA-8ADB-4B30-B073-75BEB56DDA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59" name="直線コネクタ 128458">
                      <a:extLst>
                        <a:ext uri="{FF2B5EF4-FFF2-40B4-BE49-F238E27FC236}">
                          <a16:creationId xmlns:a16="http://schemas.microsoft.com/office/drawing/2014/main" id="{3B371D3E-6E21-4C5F-B66F-A866A6B9CC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0" name="直線コネクタ 128459">
                      <a:extLst>
                        <a:ext uri="{FF2B5EF4-FFF2-40B4-BE49-F238E27FC236}">
                          <a16:creationId xmlns:a16="http://schemas.microsoft.com/office/drawing/2014/main" id="{E01FAB42-C519-4D41-A914-BF4D06ACBA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1" name="直線コネクタ 128460">
                      <a:extLst>
                        <a:ext uri="{FF2B5EF4-FFF2-40B4-BE49-F238E27FC236}">
                          <a16:creationId xmlns:a16="http://schemas.microsoft.com/office/drawing/2014/main" id="{8C6D3F57-33B5-4A2D-9F29-6839C83958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2" name="直線コネクタ 128461">
                      <a:extLst>
                        <a:ext uri="{FF2B5EF4-FFF2-40B4-BE49-F238E27FC236}">
                          <a16:creationId xmlns:a16="http://schemas.microsoft.com/office/drawing/2014/main" id="{11E521D9-ACEA-46DD-92A7-9A8D929145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3" name="直線コネクタ 128462">
                      <a:extLst>
                        <a:ext uri="{FF2B5EF4-FFF2-40B4-BE49-F238E27FC236}">
                          <a16:creationId xmlns:a16="http://schemas.microsoft.com/office/drawing/2014/main" id="{43D34813-0F60-4940-8093-A0FD804715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4" name="直線コネクタ 128463">
                      <a:extLst>
                        <a:ext uri="{FF2B5EF4-FFF2-40B4-BE49-F238E27FC236}">
                          <a16:creationId xmlns:a16="http://schemas.microsoft.com/office/drawing/2014/main" id="{707061D3-7CE0-470E-ADF0-E2080A0EE8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5" name="直線コネクタ 128464">
                      <a:extLst>
                        <a:ext uri="{FF2B5EF4-FFF2-40B4-BE49-F238E27FC236}">
                          <a16:creationId xmlns:a16="http://schemas.microsoft.com/office/drawing/2014/main" id="{9FD16B93-5F13-4A77-86B4-F862A9A13B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6" name="直線コネクタ 128465">
                      <a:extLst>
                        <a:ext uri="{FF2B5EF4-FFF2-40B4-BE49-F238E27FC236}">
                          <a16:creationId xmlns:a16="http://schemas.microsoft.com/office/drawing/2014/main" id="{4474BA61-4261-4C98-9833-695CD070A7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7" name="直線コネクタ 128466">
                      <a:extLst>
                        <a:ext uri="{FF2B5EF4-FFF2-40B4-BE49-F238E27FC236}">
                          <a16:creationId xmlns:a16="http://schemas.microsoft.com/office/drawing/2014/main" id="{8547B9C2-88C5-4D8F-A40C-A87D2D613E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8" name="直線コネクタ 128467">
                      <a:extLst>
                        <a:ext uri="{FF2B5EF4-FFF2-40B4-BE49-F238E27FC236}">
                          <a16:creationId xmlns:a16="http://schemas.microsoft.com/office/drawing/2014/main" id="{104873F3-A757-4181-A51F-095808FF71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69" name="直線コネクタ 128468">
                      <a:extLst>
                        <a:ext uri="{FF2B5EF4-FFF2-40B4-BE49-F238E27FC236}">
                          <a16:creationId xmlns:a16="http://schemas.microsoft.com/office/drawing/2014/main" id="{714BC0AC-5467-4879-A1FC-C3C1051AB6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70" name="直線コネクタ 128469">
                      <a:extLst>
                        <a:ext uri="{FF2B5EF4-FFF2-40B4-BE49-F238E27FC236}">
                          <a16:creationId xmlns:a16="http://schemas.microsoft.com/office/drawing/2014/main" id="{393351D3-DAC6-42E8-A872-C3A76E7E54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71" name="直線コネクタ 128470">
                      <a:extLst>
                        <a:ext uri="{FF2B5EF4-FFF2-40B4-BE49-F238E27FC236}">
                          <a16:creationId xmlns:a16="http://schemas.microsoft.com/office/drawing/2014/main" id="{F7070FC6-6890-457C-8E12-DF333289AE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72" name="直線コネクタ 128471">
                      <a:extLst>
                        <a:ext uri="{FF2B5EF4-FFF2-40B4-BE49-F238E27FC236}">
                          <a16:creationId xmlns:a16="http://schemas.microsoft.com/office/drawing/2014/main" id="{0BE5856D-4C81-49AF-B291-FEDF2FB698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473" name="直線コネクタ 128472">
                      <a:extLst>
                        <a:ext uri="{FF2B5EF4-FFF2-40B4-BE49-F238E27FC236}">
                          <a16:creationId xmlns:a16="http://schemas.microsoft.com/office/drawing/2014/main" id="{1DA3FE32-F124-4788-AAAE-8E144EFE37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28474" name="グループ化 128473">
                      <a:extLst>
                        <a:ext uri="{FF2B5EF4-FFF2-40B4-BE49-F238E27FC236}">
                          <a16:creationId xmlns:a16="http://schemas.microsoft.com/office/drawing/2014/main" id="{5DEA4A53-D7C1-478B-A382-BF7A2EC168DF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650" name="直線コネクタ 128649">
                        <a:extLst>
                          <a:ext uri="{FF2B5EF4-FFF2-40B4-BE49-F238E27FC236}">
                            <a16:creationId xmlns:a16="http://schemas.microsoft.com/office/drawing/2014/main" id="{3A1F7B95-8EFF-4952-A175-43A362E6996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1" name="直線コネクタ 128650">
                        <a:extLst>
                          <a:ext uri="{FF2B5EF4-FFF2-40B4-BE49-F238E27FC236}">
                            <a16:creationId xmlns:a16="http://schemas.microsoft.com/office/drawing/2014/main" id="{2F06FFF2-9BA3-4350-95D0-C6DF8D9F3D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2" name="直線コネクタ 128651">
                        <a:extLst>
                          <a:ext uri="{FF2B5EF4-FFF2-40B4-BE49-F238E27FC236}">
                            <a16:creationId xmlns:a16="http://schemas.microsoft.com/office/drawing/2014/main" id="{F208B0F3-C13B-4926-BC4A-53AD4A0D84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3" name="直線コネクタ 128652">
                        <a:extLst>
                          <a:ext uri="{FF2B5EF4-FFF2-40B4-BE49-F238E27FC236}">
                            <a16:creationId xmlns:a16="http://schemas.microsoft.com/office/drawing/2014/main" id="{43130DC8-F6DB-49C4-82F6-27935AB34BE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4" name="直線コネクタ 128653">
                        <a:extLst>
                          <a:ext uri="{FF2B5EF4-FFF2-40B4-BE49-F238E27FC236}">
                            <a16:creationId xmlns:a16="http://schemas.microsoft.com/office/drawing/2014/main" id="{2218878D-96D7-44C9-B5C3-BF63544F58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5" name="直線コネクタ 128654">
                        <a:extLst>
                          <a:ext uri="{FF2B5EF4-FFF2-40B4-BE49-F238E27FC236}">
                            <a16:creationId xmlns:a16="http://schemas.microsoft.com/office/drawing/2014/main" id="{03CA31C0-8915-4943-AAF7-667C945879A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6" name="直線コネクタ 128655">
                        <a:extLst>
                          <a:ext uri="{FF2B5EF4-FFF2-40B4-BE49-F238E27FC236}">
                            <a16:creationId xmlns:a16="http://schemas.microsoft.com/office/drawing/2014/main" id="{79F1D18C-85B1-4331-8FA0-0EB0A489BB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7" name="直線コネクタ 128656">
                        <a:extLst>
                          <a:ext uri="{FF2B5EF4-FFF2-40B4-BE49-F238E27FC236}">
                            <a16:creationId xmlns:a16="http://schemas.microsoft.com/office/drawing/2014/main" id="{4A372CCF-951D-4C03-B089-9C7879645A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8" name="直線コネクタ 128657">
                        <a:extLst>
                          <a:ext uri="{FF2B5EF4-FFF2-40B4-BE49-F238E27FC236}">
                            <a16:creationId xmlns:a16="http://schemas.microsoft.com/office/drawing/2014/main" id="{97F7967E-D953-4985-BBF0-50E0B0B4CF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59" name="直線コネクタ 128658">
                        <a:extLst>
                          <a:ext uri="{FF2B5EF4-FFF2-40B4-BE49-F238E27FC236}">
                            <a16:creationId xmlns:a16="http://schemas.microsoft.com/office/drawing/2014/main" id="{A4F9C97E-985B-4379-B866-197A91F10A9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0" name="直線コネクタ 128659">
                        <a:extLst>
                          <a:ext uri="{FF2B5EF4-FFF2-40B4-BE49-F238E27FC236}">
                            <a16:creationId xmlns:a16="http://schemas.microsoft.com/office/drawing/2014/main" id="{CC107E68-A20B-4F79-999B-9D8BC61386D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1" name="直線コネクタ 128660">
                        <a:extLst>
                          <a:ext uri="{FF2B5EF4-FFF2-40B4-BE49-F238E27FC236}">
                            <a16:creationId xmlns:a16="http://schemas.microsoft.com/office/drawing/2014/main" id="{D0ACC3B2-F162-4D25-A1C0-6E9AD817EA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2" name="直線コネクタ 128661">
                        <a:extLst>
                          <a:ext uri="{FF2B5EF4-FFF2-40B4-BE49-F238E27FC236}">
                            <a16:creationId xmlns:a16="http://schemas.microsoft.com/office/drawing/2014/main" id="{AE1C372D-32B0-4C1E-AD44-ECD5AD1421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3" name="直線コネクタ 128662">
                        <a:extLst>
                          <a:ext uri="{FF2B5EF4-FFF2-40B4-BE49-F238E27FC236}">
                            <a16:creationId xmlns:a16="http://schemas.microsoft.com/office/drawing/2014/main" id="{2CB395EF-6863-4E38-9694-0E82D01120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4" name="直線コネクタ 128663">
                        <a:extLst>
                          <a:ext uri="{FF2B5EF4-FFF2-40B4-BE49-F238E27FC236}">
                            <a16:creationId xmlns:a16="http://schemas.microsoft.com/office/drawing/2014/main" id="{005E6250-54B6-4F17-A738-44E8BFF0CF7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5" name="直線コネクタ 128664">
                        <a:extLst>
                          <a:ext uri="{FF2B5EF4-FFF2-40B4-BE49-F238E27FC236}">
                            <a16:creationId xmlns:a16="http://schemas.microsoft.com/office/drawing/2014/main" id="{0AAD9995-C0E3-499B-8FD5-42B837E9CCE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6" name="直線コネクタ 128665">
                        <a:extLst>
                          <a:ext uri="{FF2B5EF4-FFF2-40B4-BE49-F238E27FC236}">
                            <a16:creationId xmlns:a16="http://schemas.microsoft.com/office/drawing/2014/main" id="{1C1F96D6-828A-4F32-80DE-1CCEC090FC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7" name="直線コネクタ 128666">
                        <a:extLst>
                          <a:ext uri="{FF2B5EF4-FFF2-40B4-BE49-F238E27FC236}">
                            <a16:creationId xmlns:a16="http://schemas.microsoft.com/office/drawing/2014/main" id="{39918B3E-4352-41E8-9CE6-BA3D6FC1B7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8" name="直線コネクタ 128667">
                        <a:extLst>
                          <a:ext uri="{FF2B5EF4-FFF2-40B4-BE49-F238E27FC236}">
                            <a16:creationId xmlns:a16="http://schemas.microsoft.com/office/drawing/2014/main" id="{7DA82C65-0F4E-4C26-9A02-99D7DF4721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69" name="直線コネクタ 128668">
                        <a:extLst>
                          <a:ext uri="{FF2B5EF4-FFF2-40B4-BE49-F238E27FC236}">
                            <a16:creationId xmlns:a16="http://schemas.microsoft.com/office/drawing/2014/main" id="{0C97520A-3647-4B2D-AB6C-5515F01FBB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0" name="直線コネクタ 128669">
                        <a:extLst>
                          <a:ext uri="{FF2B5EF4-FFF2-40B4-BE49-F238E27FC236}">
                            <a16:creationId xmlns:a16="http://schemas.microsoft.com/office/drawing/2014/main" id="{33BB4596-1FB0-46B4-B459-39CFBE87D7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1" name="直線コネクタ 128670">
                        <a:extLst>
                          <a:ext uri="{FF2B5EF4-FFF2-40B4-BE49-F238E27FC236}">
                            <a16:creationId xmlns:a16="http://schemas.microsoft.com/office/drawing/2014/main" id="{0CC3C202-E4E3-4FF4-8CA9-85FE7865495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2" name="直線コネクタ 128671">
                        <a:extLst>
                          <a:ext uri="{FF2B5EF4-FFF2-40B4-BE49-F238E27FC236}">
                            <a16:creationId xmlns:a16="http://schemas.microsoft.com/office/drawing/2014/main" id="{B2C0F19E-AA8C-4765-9D85-B2FF0C690B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3" name="直線コネクタ 128672">
                        <a:extLst>
                          <a:ext uri="{FF2B5EF4-FFF2-40B4-BE49-F238E27FC236}">
                            <a16:creationId xmlns:a16="http://schemas.microsoft.com/office/drawing/2014/main" id="{4890961E-242F-4B40-9AAB-78DB9982E25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4" name="直線コネクタ 128673">
                        <a:extLst>
                          <a:ext uri="{FF2B5EF4-FFF2-40B4-BE49-F238E27FC236}">
                            <a16:creationId xmlns:a16="http://schemas.microsoft.com/office/drawing/2014/main" id="{323A6B52-F343-450F-8A90-B63A007A54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5" name="直線コネクタ 128674">
                        <a:extLst>
                          <a:ext uri="{FF2B5EF4-FFF2-40B4-BE49-F238E27FC236}">
                            <a16:creationId xmlns:a16="http://schemas.microsoft.com/office/drawing/2014/main" id="{ADB8F34A-8A64-4D09-8A5B-717328080B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6" name="直線コネクタ 128675">
                        <a:extLst>
                          <a:ext uri="{FF2B5EF4-FFF2-40B4-BE49-F238E27FC236}">
                            <a16:creationId xmlns:a16="http://schemas.microsoft.com/office/drawing/2014/main" id="{C30BDF18-7C65-4BC3-AFF3-9F58493ECB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7" name="直線コネクタ 128676">
                        <a:extLst>
                          <a:ext uri="{FF2B5EF4-FFF2-40B4-BE49-F238E27FC236}">
                            <a16:creationId xmlns:a16="http://schemas.microsoft.com/office/drawing/2014/main" id="{8578C6D7-46D8-4F02-91BB-EC52132AED5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8" name="直線コネクタ 128677">
                        <a:extLst>
                          <a:ext uri="{FF2B5EF4-FFF2-40B4-BE49-F238E27FC236}">
                            <a16:creationId xmlns:a16="http://schemas.microsoft.com/office/drawing/2014/main" id="{2BBDAD86-6C70-4EC8-B082-3DF88AC2428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79" name="直線コネクタ 128678">
                        <a:extLst>
                          <a:ext uri="{FF2B5EF4-FFF2-40B4-BE49-F238E27FC236}">
                            <a16:creationId xmlns:a16="http://schemas.microsoft.com/office/drawing/2014/main" id="{0C0D198A-CE33-435F-8682-7ED5C9FF20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0" name="直線コネクタ 128679">
                        <a:extLst>
                          <a:ext uri="{FF2B5EF4-FFF2-40B4-BE49-F238E27FC236}">
                            <a16:creationId xmlns:a16="http://schemas.microsoft.com/office/drawing/2014/main" id="{08ED56BD-E276-4BBB-AE0A-BDA7B24D4C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1" name="直線コネクタ 128680">
                        <a:extLst>
                          <a:ext uri="{FF2B5EF4-FFF2-40B4-BE49-F238E27FC236}">
                            <a16:creationId xmlns:a16="http://schemas.microsoft.com/office/drawing/2014/main" id="{3CB300B1-BC7D-43B4-BFCF-34C0F960B9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2" name="直線コネクタ 128681">
                        <a:extLst>
                          <a:ext uri="{FF2B5EF4-FFF2-40B4-BE49-F238E27FC236}">
                            <a16:creationId xmlns:a16="http://schemas.microsoft.com/office/drawing/2014/main" id="{E2F56B96-95BF-40AA-9A14-D7D4BB455E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3" name="直線コネクタ 128682">
                        <a:extLst>
                          <a:ext uri="{FF2B5EF4-FFF2-40B4-BE49-F238E27FC236}">
                            <a16:creationId xmlns:a16="http://schemas.microsoft.com/office/drawing/2014/main" id="{350AD260-0558-465C-930A-624C1B8DA7A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4" name="直線コネクタ 128683">
                        <a:extLst>
                          <a:ext uri="{FF2B5EF4-FFF2-40B4-BE49-F238E27FC236}">
                            <a16:creationId xmlns:a16="http://schemas.microsoft.com/office/drawing/2014/main" id="{F3275B40-D8AD-4D85-AFB9-FC677427F1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5" name="直線コネクタ 128684">
                        <a:extLst>
                          <a:ext uri="{FF2B5EF4-FFF2-40B4-BE49-F238E27FC236}">
                            <a16:creationId xmlns:a16="http://schemas.microsoft.com/office/drawing/2014/main" id="{E3254E6D-9072-463B-9E4D-C3CA8C3CA1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6" name="直線コネクタ 128685">
                        <a:extLst>
                          <a:ext uri="{FF2B5EF4-FFF2-40B4-BE49-F238E27FC236}">
                            <a16:creationId xmlns:a16="http://schemas.microsoft.com/office/drawing/2014/main" id="{563D4F3D-C936-45E3-A326-A4DEA5BDFD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7" name="直線コネクタ 128686">
                        <a:extLst>
                          <a:ext uri="{FF2B5EF4-FFF2-40B4-BE49-F238E27FC236}">
                            <a16:creationId xmlns:a16="http://schemas.microsoft.com/office/drawing/2014/main" id="{9060CAA8-9F0D-4D90-BD45-480A545549A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8" name="直線コネクタ 128687">
                        <a:extLst>
                          <a:ext uri="{FF2B5EF4-FFF2-40B4-BE49-F238E27FC236}">
                            <a16:creationId xmlns:a16="http://schemas.microsoft.com/office/drawing/2014/main" id="{3751808E-C352-4AEF-9C2B-167966D894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89" name="直線コネクタ 128688">
                        <a:extLst>
                          <a:ext uri="{FF2B5EF4-FFF2-40B4-BE49-F238E27FC236}">
                            <a16:creationId xmlns:a16="http://schemas.microsoft.com/office/drawing/2014/main" id="{897C0617-225D-4872-A9FB-B6D3677D4D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90" name="直線コネクタ 128689">
                        <a:extLst>
                          <a:ext uri="{FF2B5EF4-FFF2-40B4-BE49-F238E27FC236}">
                            <a16:creationId xmlns:a16="http://schemas.microsoft.com/office/drawing/2014/main" id="{19FED097-D1FD-4591-B1AA-B00E71EE0B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91" name="直線コネクタ 128690">
                        <a:extLst>
                          <a:ext uri="{FF2B5EF4-FFF2-40B4-BE49-F238E27FC236}">
                            <a16:creationId xmlns:a16="http://schemas.microsoft.com/office/drawing/2014/main" id="{BBD337C0-D2F9-462A-AAC8-1179C2E00F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475" name="グループ化 128474">
                      <a:extLst>
                        <a:ext uri="{FF2B5EF4-FFF2-40B4-BE49-F238E27FC236}">
                          <a16:creationId xmlns:a16="http://schemas.microsoft.com/office/drawing/2014/main" id="{1ABD2745-3304-4964-8683-D29B5A738E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28641" name="正方形/長方形 128640">
                        <a:extLst>
                          <a:ext uri="{FF2B5EF4-FFF2-40B4-BE49-F238E27FC236}">
                            <a16:creationId xmlns:a16="http://schemas.microsoft.com/office/drawing/2014/main" id="{95534990-8745-4DF2-B47B-ED1D527A6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642" name="正方形/長方形 128641">
                        <a:extLst>
                          <a:ext uri="{FF2B5EF4-FFF2-40B4-BE49-F238E27FC236}">
                            <a16:creationId xmlns:a16="http://schemas.microsoft.com/office/drawing/2014/main" id="{98077BAF-9DCB-4524-8E81-FCD2335467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643" name="正方形/長方形 128642">
                        <a:extLst>
                          <a:ext uri="{FF2B5EF4-FFF2-40B4-BE49-F238E27FC236}">
                            <a16:creationId xmlns:a16="http://schemas.microsoft.com/office/drawing/2014/main" id="{6219EB9F-0376-48E8-A9BA-230AD311C0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644" name="正方形/長方形 128643">
                        <a:extLst>
                          <a:ext uri="{FF2B5EF4-FFF2-40B4-BE49-F238E27FC236}">
                            <a16:creationId xmlns:a16="http://schemas.microsoft.com/office/drawing/2014/main" id="{D31B822E-A58F-4859-A43C-842CF9CA43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645" name="正方形/長方形 128644">
                        <a:extLst>
                          <a:ext uri="{FF2B5EF4-FFF2-40B4-BE49-F238E27FC236}">
                            <a16:creationId xmlns:a16="http://schemas.microsoft.com/office/drawing/2014/main" id="{7B0866C5-CDB6-40D7-978B-7221ABB2BB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646" name="正方形/長方形 128645">
                        <a:extLst>
                          <a:ext uri="{FF2B5EF4-FFF2-40B4-BE49-F238E27FC236}">
                            <a16:creationId xmlns:a16="http://schemas.microsoft.com/office/drawing/2014/main" id="{B958557C-803F-4B42-A836-862126A976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647" name="正方形/長方形 128646">
                        <a:extLst>
                          <a:ext uri="{FF2B5EF4-FFF2-40B4-BE49-F238E27FC236}">
                            <a16:creationId xmlns:a16="http://schemas.microsoft.com/office/drawing/2014/main" id="{307050C2-CBCE-452D-AA43-45330805EE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648" name="正方形/長方形 128647">
                        <a:extLst>
                          <a:ext uri="{FF2B5EF4-FFF2-40B4-BE49-F238E27FC236}">
                            <a16:creationId xmlns:a16="http://schemas.microsoft.com/office/drawing/2014/main" id="{7EB5AE34-6997-45A2-A984-6FE3C5BB08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649" name="正方形/長方形 128648">
                        <a:extLst>
                          <a:ext uri="{FF2B5EF4-FFF2-40B4-BE49-F238E27FC236}">
                            <a16:creationId xmlns:a16="http://schemas.microsoft.com/office/drawing/2014/main" id="{5014F3BE-E889-48EA-B6C3-EE427773BD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28476" name="グループ化 128475">
                      <a:extLst>
                        <a:ext uri="{FF2B5EF4-FFF2-40B4-BE49-F238E27FC236}">
                          <a16:creationId xmlns:a16="http://schemas.microsoft.com/office/drawing/2014/main" id="{44D53788-6AE6-4708-AB83-D5145624BE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633" name="直線コネクタ 128632">
                        <a:extLst>
                          <a:ext uri="{FF2B5EF4-FFF2-40B4-BE49-F238E27FC236}">
                            <a16:creationId xmlns:a16="http://schemas.microsoft.com/office/drawing/2014/main" id="{A4589506-BCAE-4A57-99F3-E3F235A7BE9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4" name="直線コネクタ 128633">
                        <a:extLst>
                          <a:ext uri="{FF2B5EF4-FFF2-40B4-BE49-F238E27FC236}">
                            <a16:creationId xmlns:a16="http://schemas.microsoft.com/office/drawing/2014/main" id="{9C59DAA2-3B27-4A75-AC94-0507B85609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5" name="直線コネクタ 128634">
                        <a:extLst>
                          <a:ext uri="{FF2B5EF4-FFF2-40B4-BE49-F238E27FC236}">
                            <a16:creationId xmlns:a16="http://schemas.microsoft.com/office/drawing/2014/main" id="{BCB1AEEF-8C40-401B-A720-176083C5A06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6" name="直線コネクタ 128635">
                        <a:extLst>
                          <a:ext uri="{FF2B5EF4-FFF2-40B4-BE49-F238E27FC236}">
                            <a16:creationId xmlns:a16="http://schemas.microsoft.com/office/drawing/2014/main" id="{29205DDE-2345-4E34-9E9F-DD3DF8AB3E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7" name="直線コネクタ 128636">
                        <a:extLst>
                          <a:ext uri="{FF2B5EF4-FFF2-40B4-BE49-F238E27FC236}">
                            <a16:creationId xmlns:a16="http://schemas.microsoft.com/office/drawing/2014/main" id="{998359A6-F96B-431C-AC5D-35DDE104342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8" name="直線コネクタ 128637">
                        <a:extLst>
                          <a:ext uri="{FF2B5EF4-FFF2-40B4-BE49-F238E27FC236}">
                            <a16:creationId xmlns:a16="http://schemas.microsoft.com/office/drawing/2014/main" id="{28B03FB4-C4E8-4FD3-AA01-F981DC385A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9" name="直線コネクタ 128638">
                        <a:extLst>
                          <a:ext uri="{FF2B5EF4-FFF2-40B4-BE49-F238E27FC236}">
                            <a16:creationId xmlns:a16="http://schemas.microsoft.com/office/drawing/2014/main" id="{F565E8E8-361F-4069-A00A-3A5B6E3EDC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40" name="直線コネクタ 128639">
                        <a:extLst>
                          <a:ext uri="{FF2B5EF4-FFF2-40B4-BE49-F238E27FC236}">
                            <a16:creationId xmlns:a16="http://schemas.microsoft.com/office/drawing/2014/main" id="{D59240D0-7052-4328-BC79-67253FE8491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477" name="グループ化 128476">
                      <a:extLst>
                        <a:ext uri="{FF2B5EF4-FFF2-40B4-BE49-F238E27FC236}">
                          <a16:creationId xmlns:a16="http://schemas.microsoft.com/office/drawing/2014/main" id="{A3F509ED-67D9-41C0-AFA6-B09B348AAC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625" name="直線コネクタ 128624">
                        <a:extLst>
                          <a:ext uri="{FF2B5EF4-FFF2-40B4-BE49-F238E27FC236}">
                            <a16:creationId xmlns:a16="http://schemas.microsoft.com/office/drawing/2014/main" id="{75032A09-A139-49D1-AD1A-42BEAD6937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6" name="直線コネクタ 128625">
                        <a:extLst>
                          <a:ext uri="{FF2B5EF4-FFF2-40B4-BE49-F238E27FC236}">
                            <a16:creationId xmlns:a16="http://schemas.microsoft.com/office/drawing/2014/main" id="{87C8BE69-1F0D-4269-9FBA-00507638DF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7" name="直線コネクタ 128626">
                        <a:extLst>
                          <a:ext uri="{FF2B5EF4-FFF2-40B4-BE49-F238E27FC236}">
                            <a16:creationId xmlns:a16="http://schemas.microsoft.com/office/drawing/2014/main" id="{0ACB639D-78F2-4E50-9D01-D6E000C9EE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8" name="直線コネクタ 128627">
                        <a:extLst>
                          <a:ext uri="{FF2B5EF4-FFF2-40B4-BE49-F238E27FC236}">
                            <a16:creationId xmlns:a16="http://schemas.microsoft.com/office/drawing/2014/main" id="{78BE1937-CABD-445C-8BBF-3FA23C2D1E3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9" name="直線コネクタ 128628">
                        <a:extLst>
                          <a:ext uri="{FF2B5EF4-FFF2-40B4-BE49-F238E27FC236}">
                            <a16:creationId xmlns:a16="http://schemas.microsoft.com/office/drawing/2014/main" id="{A1BB700C-A657-4A58-9088-8FF9E6D2809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0" name="直線コネクタ 128629">
                        <a:extLst>
                          <a:ext uri="{FF2B5EF4-FFF2-40B4-BE49-F238E27FC236}">
                            <a16:creationId xmlns:a16="http://schemas.microsoft.com/office/drawing/2014/main" id="{8877C50F-898C-4258-B13C-E3F71FE20A4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1" name="直線コネクタ 128630">
                        <a:extLst>
                          <a:ext uri="{FF2B5EF4-FFF2-40B4-BE49-F238E27FC236}">
                            <a16:creationId xmlns:a16="http://schemas.microsoft.com/office/drawing/2014/main" id="{06CC4400-57CC-48E0-BF77-ECB1E50814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32" name="直線コネクタ 128631">
                        <a:extLst>
                          <a:ext uri="{FF2B5EF4-FFF2-40B4-BE49-F238E27FC236}">
                            <a16:creationId xmlns:a16="http://schemas.microsoft.com/office/drawing/2014/main" id="{C6553D5C-BF0D-4A27-B19E-9A4EC21DC2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478" name="グループ化 128477">
                      <a:extLst>
                        <a:ext uri="{FF2B5EF4-FFF2-40B4-BE49-F238E27FC236}">
                          <a16:creationId xmlns:a16="http://schemas.microsoft.com/office/drawing/2014/main" id="{2B8122D1-0831-48E5-8AAC-3FA1F87D63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583" name="直線コネクタ 128582">
                        <a:extLst>
                          <a:ext uri="{FF2B5EF4-FFF2-40B4-BE49-F238E27FC236}">
                            <a16:creationId xmlns:a16="http://schemas.microsoft.com/office/drawing/2014/main" id="{25586701-FE7C-41FA-BA00-D27079B85E0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4" name="直線コネクタ 128583">
                        <a:extLst>
                          <a:ext uri="{FF2B5EF4-FFF2-40B4-BE49-F238E27FC236}">
                            <a16:creationId xmlns:a16="http://schemas.microsoft.com/office/drawing/2014/main" id="{9ABB1F6A-4CE6-4D23-829E-BBAA564983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5" name="直線コネクタ 128584">
                        <a:extLst>
                          <a:ext uri="{FF2B5EF4-FFF2-40B4-BE49-F238E27FC236}">
                            <a16:creationId xmlns:a16="http://schemas.microsoft.com/office/drawing/2014/main" id="{5E191D33-78B3-4DA7-904D-8D1ADE65A4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6" name="直線コネクタ 128585">
                        <a:extLst>
                          <a:ext uri="{FF2B5EF4-FFF2-40B4-BE49-F238E27FC236}">
                            <a16:creationId xmlns:a16="http://schemas.microsoft.com/office/drawing/2014/main" id="{0BB8B950-A146-4609-A9AB-DAA73C1920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7" name="直線コネクタ 128586">
                        <a:extLst>
                          <a:ext uri="{FF2B5EF4-FFF2-40B4-BE49-F238E27FC236}">
                            <a16:creationId xmlns:a16="http://schemas.microsoft.com/office/drawing/2014/main" id="{BF7996A4-8554-4A3C-B25E-4CEAF5C47D5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8" name="直線コネクタ 128587">
                        <a:extLst>
                          <a:ext uri="{FF2B5EF4-FFF2-40B4-BE49-F238E27FC236}">
                            <a16:creationId xmlns:a16="http://schemas.microsoft.com/office/drawing/2014/main" id="{740DDA36-1977-4CDF-A777-1A59AB22ED5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9" name="直線コネクタ 128588">
                        <a:extLst>
                          <a:ext uri="{FF2B5EF4-FFF2-40B4-BE49-F238E27FC236}">
                            <a16:creationId xmlns:a16="http://schemas.microsoft.com/office/drawing/2014/main" id="{C81F6FD1-A823-450A-98FF-B91F23911A6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0" name="直線コネクタ 128589">
                        <a:extLst>
                          <a:ext uri="{FF2B5EF4-FFF2-40B4-BE49-F238E27FC236}">
                            <a16:creationId xmlns:a16="http://schemas.microsoft.com/office/drawing/2014/main" id="{30D857F5-A200-4EED-9F1B-AC20B920ED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1" name="直線コネクタ 128590">
                        <a:extLst>
                          <a:ext uri="{FF2B5EF4-FFF2-40B4-BE49-F238E27FC236}">
                            <a16:creationId xmlns:a16="http://schemas.microsoft.com/office/drawing/2014/main" id="{3F227B9A-A885-4269-AF2D-96E6AE0FE7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2" name="直線コネクタ 128591">
                        <a:extLst>
                          <a:ext uri="{FF2B5EF4-FFF2-40B4-BE49-F238E27FC236}">
                            <a16:creationId xmlns:a16="http://schemas.microsoft.com/office/drawing/2014/main" id="{D90A2C58-0A1D-48F6-9471-B94A3E0B86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3" name="直線コネクタ 128592">
                        <a:extLst>
                          <a:ext uri="{FF2B5EF4-FFF2-40B4-BE49-F238E27FC236}">
                            <a16:creationId xmlns:a16="http://schemas.microsoft.com/office/drawing/2014/main" id="{ABC19DE2-8542-4186-AD63-8C7903E7EC6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4" name="直線コネクタ 128593">
                        <a:extLst>
                          <a:ext uri="{FF2B5EF4-FFF2-40B4-BE49-F238E27FC236}">
                            <a16:creationId xmlns:a16="http://schemas.microsoft.com/office/drawing/2014/main" id="{6EC02622-9D6D-48C6-BB4B-B3E72784B0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5" name="直線コネクタ 128594">
                        <a:extLst>
                          <a:ext uri="{FF2B5EF4-FFF2-40B4-BE49-F238E27FC236}">
                            <a16:creationId xmlns:a16="http://schemas.microsoft.com/office/drawing/2014/main" id="{CB72D7EB-8034-4A46-97B9-E0418CCE6A8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6" name="直線コネクタ 128595">
                        <a:extLst>
                          <a:ext uri="{FF2B5EF4-FFF2-40B4-BE49-F238E27FC236}">
                            <a16:creationId xmlns:a16="http://schemas.microsoft.com/office/drawing/2014/main" id="{E25BFDB4-F9A1-479B-9B97-AA9E9321795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7" name="直線コネクタ 128596">
                        <a:extLst>
                          <a:ext uri="{FF2B5EF4-FFF2-40B4-BE49-F238E27FC236}">
                            <a16:creationId xmlns:a16="http://schemas.microsoft.com/office/drawing/2014/main" id="{CDBE1001-48F5-42AA-81CC-5C514297666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8" name="直線コネクタ 128597">
                        <a:extLst>
                          <a:ext uri="{FF2B5EF4-FFF2-40B4-BE49-F238E27FC236}">
                            <a16:creationId xmlns:a16="http://schemas.microsoft.com/office/drawing/2014/main" id="{8F4943EC-8244-4F08-8270-4AC77E871EF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99" name="直線コネクタ 128598">
                        <a:extLst>
                          <a:ext uri="{FF2B5EF4-FFF2-40B4-BE49-F238E27FC236}">
                            <a16:creationId xmlns:a16="http://schemas.microsoft.com/office/drawing/2014/main" id="{B7128C0C-B379-4BF5-8AC4-8FC551A2A0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0" name="直線コネクタ 128599">
                        <a:extLst>
                          <a:ext uri="{FF2B5EF4-FFF2-40B4-BE49-F238E27FC236}">
                            <a16:creationId xmlns:a16="http://schemas.microsoft.com/office/drawing/2014/main" id="{DF224D2B-09C2-4D07-BB28-BA41E6D93F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1" name="直線コネクタ 128600">
                        <a:extLst>
                          <a:ext uri="{FF2B5EF4-FFF2-40B4-BE49-F238E27FC236}">
                            <a16:creationId xmlns:a16="http://schemas.microsoft.com/office/drawing/2014/main" id="{A4636F50-CBD6-4709-94B4-B3D09A15CC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2" name="直線コネクタ 128601">
                        <a:extLst>
                          <a:ext uri="{FF2B5EF4-FFF2-40B4-BE49-F238E27FC236}">
                            <a16:creationId xmlns:a16="http://schemas.microsoft.com/office/drawing/2014/main" id="{D1105082-A3B8-4164-94EB-98CEBA5C15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3" name="直線コネクタ 128602">
                        <a:extLst>
                          <a:ext uri="{FF2B5EF4-FFF2-40B4-BE49-F238E27FC236}">
                            <a16:creationId xmlns:a16="http://schemas.microsoft.com/office/drawing/2014/main" id="{560A28E9-103D-4760-8B23-EBFFD6047D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4" name="直線コネクタ 128603">
                        <a:extLst>
                          <a:ext uri="{FF2B5EF4-FFF2-40B4-BE49-F238E27FC236}">
                            <a16:creationId xmlns:a16="http://schemas.microsoft.com/office/drawing/2014/main" id="{E1A3EF37-DB74-4A74-979E-0F729703A85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5" name="直線コネクタ 128604">
                        <a:extLst>
                          <a:ext uri="{FF2B5EF4-FFF2-40B4-BE49-F238E27FC236}">
                            <a16:creationId xmlns:a16="http://schemas.microsoft.com/office/drawing/2014/main" id="{2496CAF1-5E89-4ECC-8105-4BB0E583FCA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6" name="直線コネクタ 128605">
                        <a:extLst>
                          <a:ext uri="{FF2B5EF4-FFF2-40B4-BE49-F238E27FC236}">
                            <a16:creationId xmlns:a16="http://schemas.microsoft.com/office/drawing/2014/main" id="{9B3EDB8C-88B8-49AE-965E-0CBE8E6E47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7" name="直線コネクタ 128606">
                        <a:extLst>
                          <a:ext uri="{FF2B5EF4-FFF2-40B4-BE49-F238E27FC236}">
                            <a16:creationId xmlns:a16="http://schemas.microsoft.com/office/drawing/2014/main" id="{7399F496-7787-4199-A44A-B77C65908A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8" name="直線コネクタ 128607">
                        <a:extLst>
                          <a:ext uri="{FF2B5EF4-FFF2-40B4-BE49-F238E27FC236}">
                            <a16:creationId xmlns:a16="http://schemas.microsoft.com/office/drawing/2014/main" id="{2404C19B-19C2-4035-A36D-8CF33FE8B58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09" name="直線コネクタ 128608">
                        <a:extLst>
                          <a:ext uri="{FF2B5EF4-FFF2-40B4-BE49-F238E27FC236}">
                            <a16:creationId xmlns:a16="http://schemas.microsoft.com/office/drawing/2014/main" id="{1E4142CB-40AD-4ED0-9DC5-ED5875D602F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0" name="直線コネクタ 128609">
                        <a:extLst>
                          <a:ext uri="{FF2B5EF4-FFF2-40B4-BE49-F238E27FC236}">
                            <a16:creationId xmlns:a16="http://schemas.microsoft.com/office/drawing/2014/main" id="{3939EDD6-13C0-4FCD-82BF-12BBBDF0B0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1" name="直線コネクタ 128610">
                        <a:extLst>
                          <a:ext uri="{FF2B5EF4-FFF2-40B4-BE49-F238E27FC236}">
                            <a16:creationId xmlns:a16="http://schemas.microsoft.com/office/drawing/2014/main" id="{6EB51AD6-053E-4BF0-AFE4-6DAA07022C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2" name="直線コネクタ 128611">
                        <a:extLst>
                          <a:ext uri="{FF2B5EF4-FFF2-40B4-BE49-F238E27FC236}">
                            <a16:creationId xmlns:a16="http://schemas.microsoft.com/office/drawing/2014/main" id="{63F61310-D1C6-45BB-A3C3-1D99DAB07F7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3" name="直線コネクタ 128612">
                        <a:extLst>
                          <a:ext uri="{FF2B5EF4-FFF2-40B4-BE49-F238E27FC236}">
                            <a16:creationId xmlns:a16="http://schemas.microsoft.com/office/drawing/2014/main" id="{E6808699-775B-4974-B3DE-C2F1A5B8225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4" name="直線コネクタ 128613">
                        <a:extLst>
                          <a:ext uri="{FF2B5EF4-FFF2-40B4-BE49-F238E27FC236}">
                            <a16:creationId xmlns:a16="http://schemas.microsoft.com/office/drawing/2014/main" id="{3E7F592D-2068-4777-8551-4E38C18B56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5" name="直線コネクタ 128614">
                        <a:extLst>
                          <a:ext uri="{FF2B5EF4-FFF2-40B4-BE49-F238E27FC236}">
                            <a16:creationId xmlns:a16="http://schemas.microsoft.com/office/drawing/2014/main" id="{97A685E7-BCD1-4442-BE5D-96EA0A88C7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6" name="直線コネクタ 128615">
                        <a:extLst>
                          <a:ext uri="{FF2B5EF4-FFF2-40B4-BE49-F238E27FC236}">
                            <a16:creationId xmlns:a16="http://schemas.microsoft.com/office/drawing/2014/main" id="{DBF9E915-E97E-45A9-9E47-E538811E2ED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7" name="直線コネクタ 128616">
                        <a:extLst>
                          <a:ext uri="{FF2B5EF4-FFF2-40B4-BE49-F238E27FC236}">
                            <a16:creationId xmlns:a16="http://schemas.microsoft.com/office/drawing/2014/main" id="{8C0B0BEA-ABEB-4670-8862-C7E8E8B396A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8" name="直線コネクタ 128617">
                        <a:extLst>
                          <a:ext uri="{FF2B5EF4-FFF2-40B4-BE49-F238E27FC236}">
                            <a16:creationId xmlns:a16="http://schemas.microsoft.com/office/drawing/2014/main" id="{E064FA3C-8DAD-40CD-82AA-14421628EB1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19" name="直線コネクタ 128618">
                        <a:extLst>
                          <a:ext uri="{FF2B5EF4-FFF2-40B4-BE49-F238E27FC236}">
                            <a16:creationId xmlns:a16="http://schemas.microsoft.com/office/drawing/2014/main" id="{EDEA90CE-7DB6-4628-AB6B-0AFC80B5C2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0" name="直線コネクタ 128619">
                        <a:extLst>
                          <a:ext uri="{FF2B5EF4-FFF2-40B4-BE49-F238E27FC236}">
                            <a16:creationId xmlns:a16="http://schemas.microsoft.com/office/drawing/2014/main" id="{1B5F3522-B989-46F4-BD7F-719D850BBF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1" name="直線コネクタ 128620">
                        <a:extLst>
                          <a:ext uri="{FF2B5EF4-FFF2-40B4-BE49-F238E27FC236}">
                            <a16:creationId xmlns:a16="http://schemas.microsoft.com/office/drawing/2014/main" id="{6DEDA376-3769-41B7-B53B-8124814596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2" name="直線コネクタ 128621">
                        <a:extLst>
                          <a:ext uri="{FF2B5EF4-FFF2-40B4-BE49-F238E27FC236}">
                            <a16:creationId xmlns:a16="http://schemas.microsoft.com/office/drawing/2014/main" id="{3AADE626-DCF5-4BC2-B8F6-B2898A0F225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3" name="直線コネクタ 128622">
                        <a:extLst>
                          <a:ext uri="{FF2B5EF4-FFF2-40B4-BE49-F238E27FC236}">
                            <a16:creationId xmlns:a16="http://schemas.microsoft.com/office/drawing/2014/main" id="{20C336E2-9823-4989-8D7B-18F298AFF2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624" name="直線コネクタ 128623">
                        <a:extLst>
                          <a:ext uri="{FF2B5EF4-FFF2-40B4-BE49-F238E27FC236}">
                            <a16:creationId xmlns:a16="http://schemas.microsoft.com/office/drawing/2014/main" id="{A96FCBD0-AFD0-4207-9FE3-CD7EBE97A66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479" name="グループ化 128478">
                      <a:extLst>
                        <a:ext uri="{FF2B5EF4-FFF2-40B4-BE49-F238E27FC236}">
                          <a16:creationId xmlns:a16="http://schemas.microsoft.com/office/drawing/2014/main" id="{0A6EC17B-E73B-4937-830A-2ED7E1D9EC7B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541" name="直線コネクタ 128540">
                        <a:extLst>
                          <a:ext uri="{FF2B5EF4-FFF2-40B4-BE49-F238E27FC236}">
                            <a16:creationId xmlns:a16="http://schemas.microsoft.com/office/drawing/2014/main" id="{33A6A810-7ED1-4A81-AA42-865EFF816BD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2" name="直線コネクタ 128541">
                        <a:extLst>
                          <a:ext uri="{FF2B5EF4-FFF2-40B4-BE49-F238E27FC236}">
                            <a16:creationId xmlns:a16="http://schemas.microsoft.com/office/drawing/2014/main" id="{9D739DEB-CEE3-4D6F-AE75-DA3CE49F4D3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3" name="直線コネクタ 128542">
                        <a:extLst>
                          <a:ext uri="{FF2B5EF4-FFF2-40B4-BE49-F238E27FC236}">
                            <a16:creationId xmlns:a16="http://schemas.microsoft.com/office/drawing/2014/main" id="{9D988D28-5A9D-4EE7-BD4B-4507B05692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4" name="直線コネクタ 128543">
                        <a:extLst>
                          <a:ext uri="{FF2B5EF4-FFF2-40B4-BE49-F238E27FC236}">
                            <a16:creationId xmlns:a16="http://schemas.microsoft.com/office/drawing/2014/main" id="{A7C002AC-36C7-4CB5-992C-1955B4F506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5" name="直線コネクタ 128544">
                        <a:extLst>
                          <a:ext uri="{FF2B5EF4-FFF2-40B4-BE49-F238E27FC236}">
                            <a16:creationId xmlns:a16="http://schemas.microsoft.com/office/drawing/2014/main" id="{F12EDA22-C9CD-452F-A683-80DCD2604FE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6" name="直線コネクタ 128545">
                        <a:extLst>
                          <a:ext uri="{FF2B5EF4-FFF2-40B4-BE49-F238E27FC236}">
                            <a16:creationId xmlns:a16="http://schemas.microsoft.com/office/drawing/2014/main" id="{F180E2C5-4EA8-4E4C-8CD3-37355D2272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7" name="直線コネクタ 128546">
                        <a:extLst>
                          <a:ext uri="{FF2B5EF4-FFF2-40B4-BE49-F238E27FC236}">
                            <a16:creationId xmlns:a16="http://schemas.microsoft.com/office/drawing/2014/main" id="{3EAE97F5-AAC4-4823-8C52-24D4F5FB8B4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8" name="直線コネクタ 128547">
                        <a:extLst>
                          <a:ext uri="{FF2B5EF4-FFF2-40B4-BE49-F238E27FC236}">
                            <a16:creationId xmlns:a16="http://schemas.microsoft.com/office/drawing/2014/main" id="{30243996-D07C-4803-A09B-FB3E482613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9" name="直線コネクタ 128548">
                        <a:extLst>
                          <a:ext uri="{FF2B5EF4-FFF2-40B4-BE49-F238E27FC236}">
                            <a16:creationId xmlns:a16="http://schemas.microsoft.com/office/drawing/2014/main" id="{5E3D10DB-3950-4F23-B31C-EC1A34CD50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0" name="直線コネクタ 128549">
                        <a:extLst>
                          <a:ext uri="{FF2B5EF4-FFF2-40B4-BE49-F238E27FC236}">
                            <a16:creationId xmlns:a16="http://schemas.microsoft.com/office/drawing/2014/main" id="{4292E3CF-21E2-4871-A47D-63ECF84D9D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1" name="直線コネクタ 128550">
                        <a:extLst>
                          <a:ext uri="{FF2B5EF4-FFF2-40B4-BE49-F238E27FC236}">
                            <a16:creationId xmlns:a16="http://schemas.microsoft.com/office/drawing/2014/main" id="{41DB0DC3-378E-498D-BD74-240EE22752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2" name="直線コネクタ 128551">
                        <a:extLst>
                          <a:ext uri="{FF2B5EF4-FFF2-40B4-BE49-F238E27FC236}">
                            <a16:creationId xmlns:a16="http://schemas.microsoft.com/office/drawing/2014/main" id="{B9818C73-5272-41B6-B509-E724BC4095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3" name="直線コネクタ 128552">
                        <a:extLst>
                          <a:ext uri="{FF2B5EF4-FFF2-40B4-BE49-F238E27FC236}">
                            <a16:creationId xmlns:a16="http://schemas.microsoft.com/office/drawing/2014/main" id="{48014B02-5002-41AD-A2EE-18002DDDC5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4" name="直線コネクタ 128553">
                        <a:extLst>
                          <a:ext uri="{FF2B5EF4-FFF2-40B4-BE49-F238E27FC236}">
                            <a16:creationId xmlns:a16="http://schemas.microsoft.com/office/drawing/2014/main" id="{7634FAAD-3BB1-43F0-BB49-F7A9169190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5" name="直線コネクタ 128554">
                        <a:extLst>
                          <a:ext uri="{FF2B5EF4-FFF2-40B4-BE49-F238E27FC236}">
                            <a16:creationId xmlns:a16="http://schemas.microsoft.com/office/drawing/2014/main" id="{6C2CA80B-94A5-43DE-B3E6-2ED730E50D3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6" name="直線コネクタ 128555">
                        <a:extLst>
                          <a:ext uri="{FF2B5EF4-FFF2-40B4-BE49-F238E27FC236}">
                            <a16:creationId xmlns:a16="http://schemas.microsoft.com/office/drawing/2014/main" id="{42FCFBAF-3203-4E55-A1D5-8DE42B59676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7" name="直線コネクタ 128556">
                        <a:extLst>
                          <a:ext uri="{FF2B5EF4-FFF2-40B4-BE49-F238E27FC236}">
                            <a16:creationId xmlns:a16="http://schemas.microsoft.com/office/drawing/2014/main" id="{25DA7D3F-3BF3-4241-BEBE-715433DC3A2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8" name="直線コネクタ 128557">
                        <a:extLst>
                          <a:ext uri="{FF2B5EF4-FFF2-40B4-BE49-F238E27FC236}">
                            <a16:creationId xmlns:a16="http://schemas.microsoft.com/office/drawing/2014/main" id="{CE887A45-94CF-4DA9-B1AF-17D564E6A9E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59" name="直線コネクタ 128558">
                        <a:extLst>
                          <a:ext uri="{FF2B5EF4-FFF2-40B4-BE49-F238E27FC236}">
                            <a16:creationId xmlns:a16="http://schemas.microsoft.com/office/drawing/2014/main" id="{9BD85EA7-DE48-4C3E-8483-30B992A0A7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0" name="直線コネクタ 128559">
                        <a:extLst>
                          <a:ext uri="{FF2B5EF4-FFF2-40B4-BE49-F238E27FC236}">
                            <a16:creationId xmlns:a16="http://schemas.microsoft.com/office/drawing/2014/main" id="{DA5C94ED-C81A-4B9F-8546-6F5B83B41CC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1" name="直線コネクタ 128560">
                        <a:extLst>
                          <a:ext uri="{FF2B5EF4-FFF2-40B4-BE49-F238E27FC236}">
                            <a16:creationId xmlns:a16="http://schemas.microsoft.com/office/drawing/2014/main" id="{ACDDB11D-A5D2-4F7F-BDAC-8944731B6F3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2" name="直線コネクタ 128561">
                        <a:extLst>
                          <a:ext uri="{FF2B5EF4-FFF2-40B4-BE49-F238E27FC236}">
                            <a16:creationId xmlns:a16="http://schemas.microsoft.com/office/drawing/2014/main" id="{E87867D1-A222-4B4C-AF8B-1B0264EF4E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3" name="直線コネクタ 128562">
                        <a:extLst>
                          <a:ext uri="{FF2B5EF4-FFF2-40B4-BE49-F238E27FC236}">
                            <a16:creationId xmlns:a16="http://schemas.microsoft.com/office/drawing/2014/main" id="{A5B7F824-62F3-44AE-8C77-27AACCCAC5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4" name="直線コネクタ 128563">
                        <a:extLst>
                          <a:ext uri="{FF2B5EF4-FFF2-40B4-BE49-F238E27FC236}">
                            <a16:creationId xmlns:a16="http://schemas.microsoft.com/office/drawing/2014/main" id="{44E5E034-097A-48A0-8A88-29E31E47C12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5" name="直線コネクタ 128564">
                        <a:extLst>
                          <a:ext uri="{FF2B5EF4-FFF2-40B4-BE49-F238E27FC236}">
                            <a16:creationId xmlns:a16="http://schemas.microsoft.com/office/drawing/2014/main" id="{A9D85F99-B8F2-473F-A8AC-2CD3672DAF2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6" name="直線コネクタ 128565">
                        <a:extLst>
                          <a:ext uri="{FF2B5EF4-FFF2-40B4-BE49-F238E27FC236}">
                            <a16:creationId xmlns:a16="http://schemas.microsoft.com/office/drawing/2014/main" id="{7E44709C-B3D6-4858-B2DA-97FD81ADB6E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7" name="直線コネクタ 128566">
                        <a:extLst>
                          <a:ext uri="{FF2B5EF4-FFF2-40B4-BE49-F238E27FC236}">
                            <a16:creationId xmlns:a16="http://schemas.microsoft.com/office/drawing/2014/main" id="{B79A6FFF-A1AF-44EF-8F7E-C307D06558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8" name="直線コネクタ 128567">
                        <a:extLst>
                          <a:ext uri="{FF2B5EF4-FFF2-40B4-BE49-F238E27FC236}">
                            <a16:creationId xmlns:a16="http://schemas.microsoft.com/office/drawing/2014/main" id="{54BD9E87-640E-4704-AB24-260BD4BC4E7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69" name="直線コネクタ 128568">
                        <a:extLst>
                          <a:ext uri="{FF2B5EF4-FFF2-40B4-BE49-F238E27FC236}">
                            <a16:creationId xmlns:a16="http://schemas.microsoft.com/office/drawing/2014/main" id="{4D418C71-3722-425B-B72D-3D2DC1C050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0" name="直線コネクタ 128569">
                        <a:extLst>
                          <a:ext uri="{FF2B5EF4-FFF2-40B4-BE49-F238E27FC236}">
                            <a16:creationId xmlns:a16="http://schemas.microsoft.com/office/drawing/2014/main" id="{7BA29930-2098-46CE-995E-BD6D7556FD0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1" name="直線コネクタ 128570">
                        <a:extLst>
                          <a:ext uri="{FF2B5EF4-FFF2-40B4-BE49-F238E27FC236}">
                            <a16:creationId xmlns:a16="http://schemas.microsoft.com/office/drawing/2014/main" id="{EB0D53B3-C0F3-4097-B211-BEE7433067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2" name="直線コネクタ 128571">
                        <a:extLst>
                          <a:ext uri="{FF2B5EF4-FFF2-40B4-BE49-F238E27FC236}">
                            <a16:creationId xmlns:a16="http://schemas.microsoft.com/office/drawing/2014/main" id="{8F42F00D-4B67-41BA-8BCE-8DB3D88ADB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3" name="直線コネクタ 128572">
                        <a:extLst>
                          <a:ext uri="{FF2B5EF4-FFF2-40B4-BE49-F238E27FC236}">
                            <a16:creationId xmlns:a16="http://schemas.microsoft.com/office/drawing/2014/main" id="{B3CF6B56-ABC5-4F9A-84D2-C53664F932B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4" name="直線コネクタ 128573">
                        <a:extLst>
                          <a:ext uri="{FF2B5EF4-FFF2-40B4-BE49-F238E27FC236}">
                            <a16:creationId xmlns:a16="http://schemas.microsoft.com/office/drawing/2014/main" id="{43291457-E1D6-43A2-9814-9328B6F4F1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5" name="直線コネクタ 128574">
                        <a:extLst>
                          <a:ext uri="{FF2B5EF4-FFF2-40B4-BE49-F238E27FC236}">
                            <a16:creationId xmlns:a16="http://schemas.microsoft.com/office/drawing/2014/main" id="{34CFFB35-F3C8-4667-96B7-C8A72E1903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6" name="直線コネクタ 128575">
                        <a:extLst>
                          <a:ext uri="{FF2B5EF4-FFF2-40B4-BE49-F238E27FC236}">
                            <a16:creationId xmlns:a16="http://schemas.microsoft.com/office/drawing/2014/main" id="{8D1F7C88-2F49-4364-AD43-0F8534FFC26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7" name="直線コネクタ 128576">
                        <a:extLst>
                          <a:ext uri="{FF2B5EF4-FFF2-40B4-BE49-F238E27FC236}">
                            <a16:creationId xmlns:a16="http://schemas.microsoft.com/office/drawing/2014/main" id="{28FFA641-F478-4F78-BFC1-6302CA2262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8" name="直線コネクタ 128577">
                        <a:extLst>
                          <a:ext uri="{FF2B5EF4-FFF2-40B4-BE49-F238E27FC236}">
                            <a16:creationId xmlns:a16="http://schemas.microsoft.com/office/drawing/2014/main" id="{188E196A-7938-4B02-880C-A7D2D766FC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79" name="直線コネクタ 128578">
                        <a:extLst>
                          <a:ext uri="{FF2B5EF4-FFF2-40B4-BE49-F238E27FC236}">
                            <a16:creationId xmlns:a16="http://schemas.microsoft.com/office/drawing/2014/main" id="{46C1E8F1-F953-4BC9-BDCF-9448CD3EBF0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0" name="直線コネクタ 128579">
                        <a:extLst>
                          <a:ext uri="{FF2B5EF4-FFF2-40B4-BE49-F238E27FC236}">
                            <a16:creationId xmlns:a16="http://schemas.microsoft.com/office/drawing/2014/main" id="{5E5DDE9B-17EB-4DE0-A3C4-A76B47CD13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1" name="直線コネクタ 128580">
                        <a:extLst>
                          <a:ext uri="{FF2B5EF4-FFF2-40B4-BE49-F238E27FC236}">
                            <a16:creationId xmlns:a16="http://schemas.microsoft.com/office/drawing/2014/main" id="{671BFCC2-40B8-4D3E-910D-24B6125238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82" name="直線コネクタ 128581">
                        <a:extLst>
                          <a:ext uri="{FF2B5EF4-FFF2-40B4-BE49-F238E27FC236}">
                            <a16:creationId xmlns:a16="http://schemas.microsoft.com/office/drawing/2014/main" id="{4BF7018A-6A9C-47EA-BF2B-2C343C5E82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480" name="グループ化 128479">
                      <a:extLst>
                        <a:ext uri="{FF2B5EF4-FFF2-40B4-BE49-F238E27FC236}">
                          <a16:creationId xmlns:a16="http://schemas.microsoft.com/office/drawing/2014/main" id="{BE0CF14F-F481-4677-AEE3-A7502ECEBF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533" name="直線コネクタ 128532">
                        <a:extLst>
                          <a:ext uri="{FF2B5EF4-FFF2-40B4-BE49-F238E27FC236}">
                            <a16:creationId xmlns:a16="http://schemas.microsoft.com/office/drawing/2014/main" id="{8EDB5AFA-A462-4891-A0A5-1AEA7EE01E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4" name="直線コネクタ 128533">
                        <a:extLst>
                          <a:ext uri="{FF2B5EF4-FFF2-40B4-BE49-F238E27FC236}">
                            <a16:creationId xmlns:a16="http://schemas.microsoft.com/office/drawing/2014/main" id="{11B17FBA-E392-401A-B521-2AFA8CC5D01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5" name="直線コネクタ 128534">
                        <a:extLst>
                          <a:ext uri="{FF2B5EF4-FFF2-40B4-BE49-F238E27FC236}">
                            <a16:creationId xmlns:a16="http://schemas.microsoft.com/office/drawing/2014/main" id="{873D5AED-4EC3-4C6F-A9DF-E019796701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6" name="直線コネクタ 128535">
                        <a:extLst>
                          <a:ext uri="{FF2B5EF4-FFF2-40B4-BE49-F238E27FC236}">
                            <a16:creationId xmlns:a16="http://schemas.microsoft.com/office/drawing/2014/main" id="{BDF8EDF4-CDF4-4226-8608-A7E51CEF50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7" name="直線コネクタ 128536">
                        <a:extLst>
                          <a:ext uri="{FF2B5EF4-FFF2-40B4-BE49-F238E27FC236}">
                            <a16:creationId xmlns:a16="http://schemas.microsoft.com/office/drawing/2014/main" id="{E34BF544-1827-4F99-9BA9-A09C0844E05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8" name="直線コネクタ 128537">
                        <a:extLst>
                          <a:ext uri="{FF2B5EF4-FFF2-40B4-BE49-F238E27FC236}">
                            <a16:creationId xmlns:a16="http://schemas.microsoft.com/office/drawing/2014/main" id="{EA279978-CA30-42A4-AD5C-82079B5157C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9" name="直線コネクタ 128538">
                        <a:extLst>
                          <a:ext uri="{FF2B5EF4-FFF2-40B4-BE49-F238E27FC236}">
                            <a16:creationId xmlns:a16="http://schemas.microsoft.com/office/drawing/2014/main" id="{7114377F-2290-479A-8F40-9FE624B763E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40" name="直線コネクタ 128539">
                        <a:extLst>
                          <a:ext uri="{FF2B5EF4-FFF2-40B4-BE49-F238E27FC236}">
                            <a16:creationId xmlns:a16="http://schemas.microsoft.com/office/drawing/2014/main" id="{5FAEBD5B-26D0-4726-A5A7-A4D0C42DBA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481" name="グループ化 128480">
                      <a:extLst>
                        <a:ext uri="{FF2B5EF4-FFF2-40B4-BE49-F238E27FC236}">
                          <a16:creationId xmlns:a16="http://schemas.microsoft.com/office/drawing/2014/main" id="{65554F87-6F27-49E1-A6EB-1DCA2CFDD4F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525" name="直線コネクタ 128524">
                        <a:extLst>
                          <a:ext uri="{FF2B5EF4-FFF2-40B4-BE49-F238E27FC236}">
                            <a16:creationId xmlns:a16="http://schemas.microsoft.com/office/drawing/2014/main" id="{F0F32602-39D7-46FE-805E-C6B4E57453B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6" name="直線コネクタ 128525">
                        <a:extLst>
                          <a:ext uri="{FF2B5EF4-FFF2-40B4-BE49-F238E27FC236}">
                            <a16:creationId xmlns:a16="http://schemas.microsoft.com/office/drawing/2014/main" id="{3231042A-2D38-464D-BE04-DBC576D157B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7" name="直線コネクタ 128526">
                        <a:extLst>
                          <a:ext uri="{FF2B5EF4-FFF2-40B4-BE49-F238E27FC236}">
                            <a16:creationId xmlns:a16="http://schemas.microsoft.com/office/drawing/2014/main" id="{96BED890-9A86-4EB3-ADD5-EB0D31E4BC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8" name="直線コネクタ 128527">
                        <a:extLst>
                          <a:ext uri="{FF2B5EF4-FFF2-40B4-BE49-F238E27FC236}">
                            <a16:creationId xmlns:a16="http://schemas.microsoft.com/office/drawing/2014/main" id="{40B5EA67-027D-4ED5-A077-ECA3D56F080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9" name="直線コネクタ 128528">
                        <a:extLst>
                          <a:ext uri="{FF2B5EF4-FFF2-40B4-BE49-F238E27FC236}">
                            <a16:creationId xmlns:a16="http://schemas.microsoft.com/office/drawing/2014/main" id="{23A04F3C-4EB3-4DEB-92CC-98245EB095D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0" name="直線コネクタ 128529">
                        <a:extLst>
                          <a:ext uri="{FF2B5EF4-FFF2-40B4-BE49-F238E27FC236}">
                            <a16:creationId xmlns:a16="http://schemas.microsoft.com/office/drawing/2014/main" id="{5E1646CF-0262-4AF3-BB40-27A65D8572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1" name="直線コネクタ 128530">
                        <a:extLst>
                          <a:ext uri="{FF2B5EF4-FFF2-40B4-BE49-F238E27FC236}">
                            <a16:creationId xmlns:a16="http://schemas.microsoft.com/office/drawing/2014/main" id="{015CD849-4442-4700-B1D5-32FBBD5464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32" name="直線コネクタ 128531">
                        <a:extLst>
                          <a:ext uri="{FF2B5EF4-FFF2-40B4-BE49-F238E27FC236}">
                            <a16:creationId xmlns:a16="http://schemas.microsoft.com/office/drawing/2014/main" id="{2891F2F4-1DED-4BFC-B612-54A3EF1B7E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482" name="グループ化 128481">
                      <a:extLst>
                        <a:ext uri="{FF2B5EF4-FFF2-40B4-BE49-F238E27FC236}">
                          <a16:creationId xmlns:a16="http://schemas.microsoft.com/office/drawing/2014/main" id="{E03A3EEF-3C0E-49AF-812C-9C7AF4D1A9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483" name="直線コネクタ 128482">
                        <a:extLst>
                          <a:ext uri="{FF2B5EF4-FFF2-40B4-BE49-F238E27FC236}">
                            <a16:creationId xmlns:a16="http://schemas.microsoft.com/office/drawing/2014/main" id="{86BF86D6-900F-4E88-9C87-7A1E9C8C03C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84" name="直線コネクタ 128483">
                        <a:extLst>
                          <a:ext uri="{FF2B5EF4-FFF2-40B4-BE49-F238E27FC236}">
                            <a16:creationId xmlns:a16="http://schemas.microsoft.com/office/drawing/2014/main" id="{33A1CB27-E6C8-4C9A-A05F-1BFA8BFC6B5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85" name="直線コネクタ 128484">
                        <a:extLst>
                          <a:ext uri="{FF2B5EF4-FFF2-40B4-BE49-F238E27FC236}">
                            <a16:creationId xmlns:a16="http://schemas.microsoft.com/office/drawing/2014/main" id="{E28B3EED-5DD9-4B83-99DA-B58A83DAD14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86" name="直線コネクタ 128485">
                        <a:extLst>
                          <a:ext uri="{FF2B5EF4-FFF2-40B4-BE49-F238E27FC236}">
                            <a16:creationId xmlns:a16="http://schemas.microsoft.com/office/drawing/2014/main" id="{48A42E17-C631-4CE5-AE18-35AF833CD6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87" name="直線コネクタ 128486">
                        <a:extLst>
                          <a:ext uri="{FF2B5EF4-FFF2-40B4-BE49-F238E27FC236}">
                            <a16:creationId xmlns:a16="http://schemas.microsoft.com/office/drawing/2014/main" id="{37C181D2-3690-49FB-BFA1-34D2A5D764B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88" name="直線コネクタ 128487">
                        <a:extLst>
                          <a:ext uri="{FF2B5EF4-FFF2-40B4-BE49-F238E27FC236}">
                            <a16:creationId xmlns:a16="http://schemas.microsoft.com/office/drawing/2014/main" id="{A853DCBB-9894-4605-A5B3-596FB3DE564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89" name="直線コネクタ 128488">
                        <a:extLst>
                          <a:ext uri="{FF2B5EF4-FFF2-40B4-BE49-F238E27FC236}">
                            <a16:creationId xmlns:a16="http://schemas.microsoft.com/office/drawing/2014/main" id="{C2C846BE-D48D-49E4-9C21-1A267B1CD2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0" name="直線コネクタ 128489">
                        <a:extLst>
                          <a:ext uri="{FF2B5EF4-FFF2-40B4-BE49-F238E27FC236}">
                            <a16:creationId xmlns:a16="http://schemas.microsoft.com/office/drawing/2014/main" id="{E485CE1A-7AEE-478C-BA0B-9FC0B11431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1" name="直線コネクタ 128490">
                        <a:extLst>
                          <a:ext uri="{FF2B5EF4-FFF2-40B4-BE49-F238E27FC236}">
                            <a16:creationId xmlns:a16="http://schemas.microsoft.com/office/drawing/2014/main" id="{AD225F01-6BC0-4B3B-8458-6067C10B2AA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2" name="直線コネクタ 128491">
                        <a:extLst>
                          <a:ext uri="{FF2B5EF4-FFF2-40B4-BE49-F238E27FC236}">
                            <a16:creationId xmlns:a16="http://schemas.microsoft.com/office/drawing/2014/main" id="{90C32F51-CD42-4654-88DD-42C6336509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3" name="直線コネクタ 128492">
                        <a:extLst>
                          <a:ext uri="{FF2B5EF4-FFF2-40B4-BE49-F238E27FC236}">
                            <a16:creationId xmlns:a16="http://schemas.microsoft.com/office/drawing/2014/main" id="{2AFEDE64-88CE-4102-991B-2863D2D2FAE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4" name="直線コネクタ 128493">
                        <a:extLst>
                          <a:ext uri="{FF2B5EF4-FFF2-40B4-BE49-F238E27FC236}">
                            <a16:creationId xmlns:a16="http://schemas.microsoft.com/office/drawing/2014/main" id="{38599058-C2A7-4C71-A21D-41E2C99A68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5" name="直線コネクタ 128494">
                        <a:extLst>
                          <a:ext uri="{FF2B5EF4-FFF2-40B4-BE49-F238E27FC236}">
                            <a16:creationId xmlns:a16="http://schemas.microsoft.com/office/drawing/2014/main" id="{8DCADA02-FC28-4792-84BC-440D1938E12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6" name="直線コネクタ 128495">
                        <a:extLst>
                          <a:ext uri="{FF2B5EF4-FFF2-40B4-BE49-F238E27FC236}">
                            <a16:creationId xmlns:a16="http://schemas.microsoft.com/office/drawing/2014/main" id="{DDFA8DF3-8306-4C13-8CF4-0EEC947FDA7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7" name="直線コネクタ 128496">
                        <a:extLst>
                          <a:ext uri="{FF2B5EF4-FFF2-40B4-BE49-F238E27FC236}">
                            <a16:creationId xmlns:a16="http://schemas.microsoft.com/office/drawing/2014/main" id="{3AC3E838-D1AF-48FB-A953-B99C9B2C49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8" name="直線コネクタ 128497">
                        <a:extLst>
                          <a:ext uri="{FF2B5EF4-FFF2-40B4-BE49-F238E27FC236}">
                            <a16:creationId xmlns:a16="http://schemas.microsoft.com/office/drawing/2014/main" id="{6FDBFE55-C13E-4A07-8BB1-5C512773DF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499" name="直線コネクタ 128498">
                        <a:extLst>
                          <a:ext uri="{FF2B5EF4-FFF2-40B4-BE49-F238E27FC236}">
                            <a16:creationId xmlns:a16="http://schemas.microsoft.com/office/drawing/2014/main" id="{E7C77FA7-A42A-4074-BFC9-A78FF653AA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0" name="直線コネクタ 128499">
                        <a:extLst>
                          <a:ext uri="{FF2B5EF4-FFF2-40B4-BE49-F238E27FC236}">
                            <a16:creationId xmlns:a16="http://schemas.microsoft.com/office/drawing/2014/main" id="{8C86CBAE-C1E8-4C45-9D35-F6154679A5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1" name="直線コネクタ 128500">
                        <a:extLst>
                          <a:ext uri="{FF2B5EF4-FFF2-40B4-BE49-F238E27FC236}">
                            <a16:creationId xmlns:a16="http://schemas.microsoft.com/office/drawing/2014/main" id="{7E440B8A-4823-4C20-BAAB-FB8635C45F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2" name="直線コネクタ 128501">
                        <a:extLst>
                          <a:ext uri="{FF2B5EF4-FFF2-40B4-BE49-F238E27FC236}">
                            <a16:creationId xmlns:a16="http://schemas.microsoft.com/office/drawing/2014/main" id="{A1D053FB-649F-484E-86C8-F9258AD4CC1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3" name="直線コネクタ 128502">
                        <a:extLst>
                          <a:ext uri="{FF2B5EF4-FFF2-40B4-BE49-F238E27FC236}">
                            <a16:creationId xmlns:a16="http://schemas.microsoft.com/office/drawing/2014/main" id="{4D999422-DDE5-4BBE-998C-72E785DE48E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4" name="直線コネクタ 128503">
                        <a:extLst>
                          <a:ext uri="{FF2B5EF4-FFF2-40B4-BE49-F238E27FC236}">
                            <a16:creationId xmlns:a16="http://schemas.microsoft.com/office/drawing/2014/main" id="{E32C08C8-8C2D-44E6-AA0E-71E3E02D9E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5" name="直線コネクタ 128504">
                        <a:extLst>
                          <a:ext uri="{FF2B5EF4-FFF2-40B4-BE49-F238E27FC236}">
                            <a16:creationId xmlns:a16="http://schemas.microsoft.com/office/drawing/2014/main" id="{7DD91256-CAD2-4EBC-B317-FF0563CF6C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6" name="直線コネクタ 128505">
                        <a:extLst>
                          <a:ext uri="{FF2B5EF4-FFF2-40B4-BE49-F238E27FC236}">
                            <a16:creationId xmlns:a16="http://schemas.microsoft.com/office/drawing/2014/main" id="{0C601599-5AE2-4F12-B718-F2DCAB0244B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7" name="直線コネクタ 128506">
                        <a:extLst>
                          <a:ext uri="{FF2B5EF4-FFF2-40B4-BE49-F238E27FC236}">
                            <a16:creationId xmlns:a16="http://schemas.microsoft.com/office/drawing/2014/main" id="{C483EFB0-6397-4945-BAE1-875C9D01E61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8" name="直線コネクタ 128507">
                        <a:extLst>
                          <a:ext uri="{FF2B5EF4-FFF2-40B4-BE49-F238E27FC236}">
                            <a16:creationId xmlns:a16="http://schemas.microsoft.com/office/drawing/2014/main" id="{8E9D68E8-0351-4D4B-8066-CF279C91D23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09" name="直線コネクタ 128508">
                        <a:extLst>
                          <a:ext uri="{FF2B5EF4-FFF2-40B4-BE49-F238E27FC236}">
                            <a16:creationId xmlns:a16="http://schemas.microsoft.com/office/drawing/2014/main" id="{1540A947-C962-419D-A006-D33F5DC78A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0" name="直線コネクタ 128509">
                        <a:extLst>
                          <a:ext uri="{FF2B5EF4-FFF2-40B4-BE49-F238E27FC236}">
                            <a16:creationId xmlns:a16="http://schemas.microsoft.com/office/drawing/2014/main" id="{F3D08DED-3CE6-48A1-B8D4-795E856966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1" name="直線コネクタ 128510">
                        <a:extLst>
                          <a:ext uri="{FF2B5EF4-FFF2-40B4-BE49-F238E27FC236}">
                            <a16:creationId xmlns:a16="http://schemas.microsoft.com/office/drawing/2014/main" id="{E1F85C7D-CA34-4428-AA90-0883FB7DA39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2" name="直線コネクタ 128511">
                        <a:extLst>
                          <a:ext uri="{FF2B5EF4-FFF2-40B4-BE49-F238E27FC236}">
                            <a16:creationId xmlns:a16="http://schemas.microsoft.com/office/drawing/2014/main" id="{DC5308A1-84C3-4EE9-856D-0EDA85ABA0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3" name="直線コネクタ 128512">
                        <a:extLst>
                          <a:ext uri="{FF2B5EF4-FFF2-40B4-BE49-F238E27FC236}">
                            <a16:creationId xmlns:a16="http://schemas.microsoft.com/office/drawing/2014/main" id="{260BE926-8D75-4C36-A07F-1D34120B4AF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4" name="直線コネクタ 128513">
                        <a:extLst>
                          <a:ext uri="{FF2B5EF4-FFF2-40B4-BE49-F238E27FC236}">
                            <a16:creationId xmlns:a16="http://schemas.microsoft.com/office/drawing/2014/main" id="{4AFF3E90-8240-4B52-B1FE-C1DE9015864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5" name="直線コネクタ 128514">
                        <a:extLst>
                          <a:ext uri="{FF2B5EF4-FFF2-40B4-BE49-F238E27FC236}">
                            <a16:creationId xmlns:a16="http://schemas.microsoft.com/office/drawing/2014/main" id="{49021E84-D847-4922-A28A-6E18556B2F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6" name="直線コネクタ 128515">
                        <a:extLst>
                          <a:ext uri="{FF2B5EF4-FFF2-40B4-BE49-F238E27FC236}">
                            <a16:creationId xmlns:a16="http://schemas.microsoft.com/office/drawing/2014/main" id="{3A7B4636-2E42-4503-BBB5-332B94E28B1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7" name="直線コネクタ 128516">
                        <a:extLst>
                          <a:ext uri="{FF2B5EF4-FFF2-40B4-BE49-F238E27FC236}">
                            <a16:creationId xmlns:a16="http://schemas.microsoft.com/office/drawing/2014/main" id="{7720ACB8-4782-4EBB-88D9-D7757AFAE65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8" name="直線コネクタ 128517">
                        <a:extLst>
                          <a:ext uri="{FF2B5EF4-FFF2-40B4-BE49-F238E27FC236}">
                            <a16:creationId xmlns:a16="http://schemas.microsoft.com/office/drawing/2014/main" id="{A32A0EC7-CCE7-4D51-AFE2-EA38EC3941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19" name="直線コネクタ 128518">
                        <a:extLst>
                          <a:ext uri="{FF2B5EF4-FFF2-40B4-BE49-F238E27FC236}">
                            <a16:creationId xmlns:a16="http://schemas.microsoft.com/office/drawing/2014/main" id="{D8F5538F-612C-4BE5-9BD8-EBEAFC6D597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0" name="直線コネクタ 128519">
                        <a:extLst>
                          <a:ext uri="{FF2B5EF4-FFF2-40B4-BE49-F238E27FC236}">
                            <a16:creationId xmlns:a16="http://schemas.microsoft.com/office/drawing/2014/main" id="{97E7C446-4093-4B2E-A3A4-D9E5DE30F35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1" name="直線コネクタ 128520">
                        <a:extLst>
                          <a:ext uri="{FF2B5EF4-FFF2-40B4-BE49-F238E27FC236}">
                            <a16:creationId xmlns:a16="http://schemas.microsoft.com/office/drawing/2014/main" id="{E872EB85-F51D-4333-B809-92607B31AEE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2" name="直線コネクタ 128521">
                        <a:extLst>
                          <a:ext uri="{FF2B5EF4-FFF2-40B4-BE49-F238E27FC236}">
                            <a16:creationId xmlns:a16="http://schemas.microsoft.com/office/drawing/2014/main" id="{D8B854EE-54F4-4AB1-A6D4-7E849C9D22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3" name="直線コネクタ 128522">
                        <a:extLst>
                          <a:ext uri="{FF2B5EF4-FFF2-40B4-BE49-F238E27FC236}">
                            <a16:creationId xmlns:a16="http://schemas.microsoft.com/office/drawing/2014/main" id="{43389B4B-761C-4F07-8352-1AAC8C290AF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524" name="直線コネクタ 128523">
                        <a:extLst>
                          <a:ext uri="{FF2B5EF4-FFF2-40B4-BE49-F238E27FC236}">
                            <a16:creationId xmlns:a16="http://schemas.microsoft.com/office/drawing/2014/main" id="{D8A933E9-6A36-487E-83C4-5260A9E16D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27923" name="グループ化 127922">
                    <a:extLst>
                      <a:ext uri="{FF2B5EF4-FFF2-40B4-BE49-F238E27FC236}">
                        <a16:creationId xmlns:a16="http://schemas.microsoft.com/office/drawing/2014/main" id="{707EF795-26E1-46A5-AC93-E05C7514642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5394485" y="5394481"/>
                    <a:ext cx="10793" cy="10800"/>
                    <a:chOff x="4287481" y="4286224"/>
                    <a:chExt cx="2227978" cy="2229219"/>
                  </a:xfrm>
                </p:grpSpPr>
                <p:cxnSp>
                  <p:nvCxnSpPr>
                    <p:cNvPr id="127924" name="直線コネクタ 127923">
                      <a:extLst>
                        <a:ext uri="{FF2B5EF4-FFF2-40B4-BE49-F238E27FC236}">
                          <a16:creationId xmlns:a16="http://schemas.microsoft.com/office/drawing/2014/main" id="{F86A71B2-EE05-4F6C-8547-F8137DC34B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62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25" name="直線コネクタ 127924">
                      <a:extLst>
                        <a:ext uri="{FF2B5EF4-FFF2-40B4-BE49-F238E27FC236}">
                          <a16:creationId xmlns:a16="http://schemas.microsoft.com/office/drawing/2014/main" id="{D3FF0151-CAE5-4625-A813-8848760FBF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6248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26" name="直線コネクタ 127925">
                      <a:extLst>
                        <a:ext uri="{FF2B5EF4-FFF2-40B4-BE49-F238E27FC236}">
                          <a16:creationId xmlns:a16="http://schemas.microsoft.com/office/drawing/2014/main" id="{2B1A7776-8FA9-48A6-B467-CFEA24B6E8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69762" y="4287362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27" name="直線コネクタ 127926">
                      <a:extLst>
                        <a:ext uri="{FF2B5EF4-FFF2-40B4-BE49-F238E27FC236}">
                          <a16:creationId xmlns:a16="http://schemas.microsoft.com/office/drawing/2014/main" id="{3DA9054C-B44D-40EF-9B01-DA290FCA7D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14739" y="4289267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28" name="直線コネクタ 127927">
                      <a:extLst>
                        <a:ext uri="{FF2B5EF4-FFF2-40B4-BE49-F238E27FC236}">
                          <a16:creationId xmlns:a16="http://schemas.microsoft.com/office/drawing/2014/main" id="{65C7DF5C-7966-4675-A079-DE318FD9F3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57817" y="4289267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29" name="直線コネクタ 127928">
                      <a:extLst>
                        <a:ext uri="{FF2B5EF4-FFF2-40B4-BE49-F238E27FC236}">
                          <a16:creationId xmlns:a16="http://schemas.microsoft.com/office/drawing/2014/main" id="{5EDCDE33-2FA0-4A29-948B-B20810DADB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01267" y="4289268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0" name="直線コネクタ 127929">
                      <a:extLst>
                        <a:ext uri="{FF2B5EF4-FFF2-40B4-BE49-F238E27FC236}">
                          <a16:creationId xmlns:a16="http://schemas.microsoft.com/office/drawing/2014/main" id="{31E362C0-92A4-4230-B793-094EB02F00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44468" y="4289384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1" name="直線コネクタ 127930">
                      <a:extLst>
                        <a:ext uri="{FF2B5EF4-FFF2-40B4-BE49-F238E27FC236}">
                          <a16:creationId xmlns:a16="http://schemas.microsoft.com/office/drawing/2014/main" id="{8B713B98-F427-4A30-A9C6-0FCBB20A7D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89544" y="4289386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2" name="直線コネクタ 127931">
                      <a:extLst>
                        <a:ext uri="{FF2B5EF4-FFF2-40B4-BE49-F238E27FC236}">
                          <a16:creationId xmlns:a16="http://schemas.microsoft.com/office/drawing/2014/main" id="{7212EBF8-4452-4612-BEF6-B55E65252E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32621" y="4289384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3" name="直線コネクタ 127932">
                      <a:extLst>
                        <a:ext uri="{FF2B5EF4-FFF2-40B4-BE49-F238E27FC236}">
                          <a16:creationId xmlns:a16="http://schemas.microsoft.com/office/drawing/2014/main" id="{932561CF-BD5C-4575-BD04-FBB9FB28CA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5972548" y="4289267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4" name="直線コネクタ 127933">
                      <a:extLst>
                        <a:ext uri="{FF2B5EF4-FFF2-40B4-BE49-F238E27FC236}">
                          <a16:creationId xmlns:a16="http://schemas.microsoft.com/office/drawing/2014/main" id="{FD7AAA19-451E-4E7C-8BB0-6E05AC84B3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6013668" y="428622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5" name="直線コネクタ 127934">
                      <a:extLst>
                        <a:ext uri="{FF2B5EF4-FFF2-40B4-BE49-F238E27FC236}">
                          <a16:creationId xmlns:a16="http://schemas.microsoft.com/office/drawing/2014/main" id="{0C61B4F9-DBD0-45AB-ACEE-1A755872CB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60468" y="4289268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6" name="直線コネクタ 127935">
                      <a:extLst>
                        <a:ext uri="{FF2B5EF4-FFF2-40B4-BE49-F238E27FC236}">
                          <a16:creationId xmlns:a16="http://schemas.microsoft.com/office/drawing/2014/main" id="{227BACC4-F76E-4912-8D11-5D9B05278F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0800000">
                      <a:off x="4287600" y="5972400"/>
                      <a:ext cx="541519" cy="540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7" name="直線コネクタ 127936">
                      <a:extLst>
                        <a:ext uri="{FF2B5EF4-FFF2-40B4-BE49-F238E27FC236}">
                          <a16:creationId xmlns:a16="http://schemas.microsoft.com/office/drawing/2014/main" id="{E2DBB0A8-3F58-4F51-B403-09B4C16BE5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8" name="直線コネクタ 127937">
                      <a:extLst>
                        <a:ext uri="{FF2B5EF4-FFF2-40B4-BE49-F238E27FC236}">
                          <a16:creationId xmlns:a16="http://schemas.microsoft.com/office/drawing/2014/main" id="{706F5D06-3A6A-4DD2-B340-24364DBC6F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3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39" name="直線コネクタ 127938">
                      <a:extLst>
                        <a:ext uri="{FF2B5EF4-FFF2-40B4-BE49-F238E27FC236}">
                          <a16:creationId xmlns:a16="http://schemas.microsoft.com/office/drawing/2014/main" id="{22D04DAC-6BEA-4101-9692-4A5D38E965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0" name="直線コネクタ 127939">
                      <a:extLst>
                        <a:ext uri="{FF2B5EF4-FFF2-40B4-BE49-F238E27FC236}">
                          <a16:creationId xmlns:a16="http://schemas.microsoft.com/office/drawing/2014/main" id="{E1E2847F-9DF4-4A48-9DAA-9F8E1EA947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1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1" name="直線コネクタ 127940">
                      <a:extLst>
                        <a:ext uri="{FF2B5EF4-FFF2-40B4-BE49-F238E27FC236}">
                          <a16:creationId xmlns:a16="http://schemas.microsoft.com/office/drawing/2014/main" id="{284F30CC-807B-4049-B525-27F3C8303C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4584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2" name="直線コネクタ 127941">
                      <a:extLst>
                        <a:ext uri="{FF2B5EF4-FFF2-40B4-BE49-F238E27FC236}">
                          <a16:creationId xmlns:a16="http://schemas.microsoft.com/office/drawing/2014/main" id="{08CA7829-0CCD-47AC-BA05-A8EC385B95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0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3" name="直線コネクタ 127942">
                      <a:extLst>
                        <a:ext uri="{FF2B5EF4-FFF2-40B4-BE49-F238E27FC236}">
                          <a16:creationId xmlns:a16="http://schemas.microsoft.com/office/drawing/2014/main" id="{82DC61E9-1859-43F1-B983-94FF02953B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46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4" name="直線コネクタ 127943">
                      <a:extLst>
                        <a:ext uri="{FF2B5EF4-FFF2-40B4-BE49-F238E27FC236}">
                          <a16:creationId xmlns:a16="http://schemas.microsoft.com/office/drawing/2014/main" id="{5C71D22A-A590-49F0-8968-68CD62F103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590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5" name="直線コネクタ 127944">
                      <a:extLst>
                        <a:ext uri="{FF2B5EF4-FFF2-40B4-BE49-F238E27FC236}">
                          <a16:creationId xmlns:a16="http://schemas.microsoft.com/office/drawing/2014/main" id="{6030278A-C1DF-4DEC-9864-D227CD315F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33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6" name="直線コネクタ 127945">
                      <a:extLst>
                        <a:ext uri="{FF2B5EF4-FFF2-40B4-BE49-F238E27FC236}">
                          <a16:creationId xmlns:a16="http://schemas.microsoft.com/office/drawing/2014/main" id="{0B290805-A1B6-41C8-BFB2-B929FD925D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676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7" name="直線コネクタ 127946">
                      <a:extLst>
                        <a:ext uri="{FF2B5EF4-FFF2-40B4-BE49-F238E27FC236}">
                          <a16:creationId xmlns:a16="http://schemas.microsoft.com/office/drawing/2014/main" id="{90A927F4-EA5C-43A8-BB24-D7042D6547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19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8" name="直線コネクタ 127947">
                      <a:extLst>
                        <a:ext uri="{FF2B5EF4-FFF2-40B4-BE49-F238E27FC236}">
                          <a16:creationId xmlns:a16="http://schemas.microsoft.com/office/drawing/2014/main" id="{9F75B763-55EF-4C07-BFA6-6D3B625D50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06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49" name="直線コネクタ 127948">
                      <a:extLst>
                        <a:ext uri="{FF2B5EF4-FFF2-40B4-BE49-F238E27FC236}">
                          <a16:creationId xmlns:a16="http://schemas.microsoft.com/office/drawing/2014/main" id="{87B1BEAD-9E5A-4DC9-9EA5-15270B2179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472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0" name="直線コネクタ 127949">
                      <a:extLst>
                        <a:ext uri="{FF2B5EF4-FFF2-40B4-BE49-F238E27FC236}">
                          <a16:creationId xmlns:a16="http://schemas.microsoft.com/office/drawing/2014/main" id="{67999536-3071-4827-966F-A22871357B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892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1" name="直線コネクタ 127950">
                      <a:extLst>
                        <a:ext uri="{FF2B5EF4-FFF2-40B4-BE49-F238E27FC236}">
                          <a16:creationId xmlns:a16="http://schemas.microsoft.com/office/drawing/2014/main" id="{EF6BDB88-F484-4BDA-83B9-FD4506526C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35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2" name="直線コネクタ 127951">
                      <a:extLst>
                        <a:ext uri="{FF2B5EF4-FFF2-40B4-BE49-F238E27FC236}">
                          <a16:creationId xmlns:a16="http://schemas.microsoft.com/office/drawing/2014/main" id="{8D84F3CF-71A8-432F-B1C9-58B0CCB76A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978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3" name="直線コネクタ 127952">
                      <a:extLst>
                        <a:ext uri="{FF2B5EF4-FFF2-40B4-BE49-F238E27FC236}">
                          <a16:creationId xmlns:a16="http://schemas.microsoft.com/office/drawing/2014/main" id="{0EA8AC10-FFE5-4126-B979-90613E160A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22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4" name="直線コネクタ 127953">
                      <a:extLst>
                        <a:ext uri="{FF2B5EF4-FFF2-40B4-BE49-F238E27FC236}">
                          <a16:creationId xmlns:a16="http://schemas.microsoft.com/office/drawing/2014/main" id="{800A86B5-0E73-444A-BED1-D07C10232A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065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5" name="直線コネクタ 127954">
                      <a:extLst>
                        <a:ext uri="{FF2B5EF4-FFF2-40B4-BE49-F238E27FC236}">
                          <a16:creationId xmlns:a16="http://schemas.microsoft.com/office/drawing/2014/main" id="{3A048176-D293-4669-A2E5-6518244A32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08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6" name="直線コネクタ 127955">
                      <a:extLst>
                        <a:ext uri="{FF2B5EF4-FFF2-40B4-BE49-F238E27FC236}">
                          <a16:creationId xmlns:a16="http://schemas.microsoft.com/office/drawing/2014/main" id="{C086B4CC-A6DC-498F-8FF5-8C56CB4CE5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51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7" name="直線コネクタ 127956">
                      <a:extLst>
                        <a:ext uri="{FF2B5EF4-FFF2-40B4-BE49-F238E27FC236}">
                          <a16:creationId xmlns:a16="http://schemas.microsoft.com/office/drawing/2014/main" id="{DA7908EB-D32F-4B79-8955-848532B3D9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94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8" name="直線コネクタ 127957">
                      <a:extLst>
                        <a:ext uri="{FF2B5EF4-FFF2-40B4-BE49-F238E27FC236}">
                          <a16:creationId xmlns:a16="http://schemas.microsoft.com/office/drawing/2014/main" id="{B4D90CC3-1A3B-4620-8AA9-E8FBB49601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36034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59" name="直線コネクタ 127958">
                      <a:extLst>
                        <a:ext uri="{FF2B5EF4-FFF2-40B4-BE49-F238E27FC236}">
                          <a16:creationId xmlns:a16="http://schemas.microsoft.com/office/drawing/2014/main" id="{6CF90B42-C839-41C0-A2ED-8209B6C96C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281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0" name="直線コネクタ 127959">
                      <a:extLst>
                        <a:ext uri="{FF2B5EF4-FFF2-40B4-BE49-F238E27FC236}">
                          <a16:creationId xmlns:a16="http://schemas.microsoft.com/office/drawing/2014/main" id="{33636985-CC25-4B92-A2C0-C9A9F0CAF7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24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1" name="直線コネクタ 127960">
                      <a:extLst>
                        <a:ext uri="{FF2B5EF4-FFF2-40B4-BE49-F238E27FC236}">
                          <a16:creationId xmlns:a16="http://schemas.microsoft.com/office/drawing/2014/main" id="{1F9722C1-BCBA-491C-9265-D05CA4CBBE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67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2" name="直線コネクタ 127961">
                      <a:extLst>
                        <a:ext uri="{FF2B5EF4-FFF2-40B4-BE49-F238E27FC236}">
                          <a16:creationId xmlns:a16="http://schemas.microsoft.com/office/drawing/2014/main" id="{95FA06C1-FAB7-4B97-B6A3-5FB22E081E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108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3" name="直線コネクタ 127962">
                      <a:extLst>
                        <a:ext uri="{FF2B5EF4-FFF2-40B4-BE49-F238E27FC236}">
                          <a16:creationId xmlns:a16="http://schemas.microsoft.com/office/drawing/2014/main" id="{865DF952-40FC-49E6-9766-8C789CF7B6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540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4" name="直線コネクタ 127963">
                      <a:extLst>
                        <a:ext uri="{FF2B5EF4-FFF2-40B4-BE49-F238E27FC236}">
                          <a16:creationId xmlns:a16="http://schemas.microsoft.com/office/drawing/2014/main" id="{91E20705-B946-46D0-B898-BAAFE976A1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4972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5" name="直線コネクタ 127964">
                      <a:extLst>
                        <a:ext uri="{FF2B5EF4-FFF2-40B4-BE49-F238E27FC236}">
                          <a16:creationId xmlns:a16="http://schemas.microsoft.com/office/drawing/2014/main" id="{67186A39-19C6-429C-8C27-588809F169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404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6" name="直線コネクタ 127965">
                      <a:extLst>
                        <a:ext uri="{FF2B5EF4-FFF2-40B4-BE49-F238E27FC236}">
                          <a16:creationId xmlns:a16="http://schemas.microsoft.com/office/drawing/2014/main" id="{EBB3FF16-C90E-42BD-9119-DB9F9DD06C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3600" y="4287599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7" name="直線コネクタ 127966">
                      <a:extLst>
                        <a:ext uri="{FF2B5EF4-FFF2-40B4-BE49-F238E27FC236}">
                          <a16:creationId xmlns:a16="http://schemas.microsoft.com/office/drawing/2014/main" id="{1174B753-21F2-4BC1-A515-085B0D12C0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03905" y="4289504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8" name="直線コネクタ 127967">
                      <a:extLst>
                        <a:ext uri="{FF2B5EF4-FFF2-40B4-BE49-F238E27FC236}">
                          <a16:creationId xmlns:a16="http://schemas.microsoft.com/office/drawing/2014/main" id="{6657C795-EAEB-40F9-8E4A-C6A892E5D2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47105" y="4289504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69" name="直線コネクタ 127968">
                      <a:extLst>
                        <a:ext uri="{FF2B5EF4-FFF2-40B4-BE49-F238E27FC236}">
                          <a16:creationId xmlns:a16="http://schemas.microsoft.com/office/drawing/2014/main" id="{914702A0-3C25-4990-93FB-D609AE1EC3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190305" y="4289504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0" name="直線コネクタ 127969">
                      <a:extLst>
                        <a:ext uri="{FF2B5EF4-FFF2-40B4-BE49-F238E27FC236}">
                          <a16:creationId xmlns:a16="http://schemas.microsoft.com/office/drawing/2014/main" id="{F933D304-7EF4-4DEA-A388-DF3AC5F7D1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33505" y="4289504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1" name="直線コネクタ 127970">
                      <a:extLst>
                        <a:ext uri="{FF2B5EF4-FFF2-40B4-BE49-F238E27FC236}">
                          <a16:creationId xmlns:a16="http://schemas.microsoft.com/office/drawing/2014/main" id="{568F9886-87F6-4B18-A8DC-4D3D2D607F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276705" y="428950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2" name="直線コネクタ 127971">
                      <a:extLst>
                        <a:ext uri="{FF2B5EF4-FFF2-40B4-BE49-F238E27FC236}">
                          <a16:creationId xmlns:a16="http://schemas.microsoft.com/office/drawing/2014/main" id="{6BAA480C-10B3-458D-8E71-6614144819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19905" y="428950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3" name="直線コネクタ 127972">
                      <a:extLst>
                        <a:ext uri="{FF2B5EF4-FFF2-40B4-BE49-F238E27FC236}">
                          <a16:creationId xmlns:a16="http://schemas.microsoft.com/office/drawing/2014/main" id="{A9E292E8-A132-443B-BE26-C88FC66992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363105" y="4289504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4" name="直線コネクタ 127973">
                      <a:extLst>
                        <a:ext uri="{FF2B5EF4-FFF2-40B4-BE49-F238E27FC236}">
                          <a16:creationId xmlns:a16="http://schemas.microsoft.com/office/drawing/2014/main" id="{5C45FA7E-FE34-40E0-825A-0AD56C6857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04339" y="4289504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5" name="直線コネクタ 127974">
                      <a:extLst>
                        <a:ext uri="{FF2B5EF4-FFF2-40B4-BE49-F238E27FC236}">
                          <a16:creationId xmlns:a16="http://schemas.microsoft.com/office/drawing/2014/main" id="{8E051D4C-28A1-4368-A3C4-1104260726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49505" y="4289504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6" name="直線コネクタ 127975">
                      <a:extLst>
                        <a:ext uri="{FF2B5EF4-FFF2-40B4-BE49-F238E27FC236}">
                          <a16:creationId xmlns:a16="http://schemas.microsoft.com/office/drawing/2014/main" id="{851517E5-4088-420F-90B2-74DF9B2F77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6492705" y="4289504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7" name="直線コネクタ 127976">
                      <a:extLst>
                        <a:ext uri="{FF2B5EF4-FFF2-40B4-BE49-F238E27FC236}">
                          <a16:creationId xmlns:a16="http://schemas.microsoft.com/office/drawing/2014/main" id="{A2BB47E6-6BE4-43F7-9640-7155F37AAB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3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8" name="直線コネクタ 127977">
                      <a:extLst>
                        <a:ext uri="{FF2B5EF4-FFF2-40B4-BE49-F238E27FC236}">
                          <a16:creationId xmlns:a16="http://schemas.microsoft.com/office/drawing/2014/main" id="{68359116-3920-48EC-91E1-962B88A99E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37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79" name="直線コネクタ 127978">
                      <a:extLst>
                        <a:ext uri="{FF2B5EF4-FFF2-40B4-BE49-F238E27FC236}">
                          <a16:creationId xmlns:a16="http://schemas.microsoft.com/office/drawing/2014/main" id="{5B552641-3341-4C11-8E41-65DAA2B2D6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1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0" name="直線コネクタ 127979">
                      <a:extLst>
                        <a:ext uri="{FF2B5EF4-FFF2-40B4-BE49-F238E27FC236}">
                          <a16:creationId xmlns:a16="http://schemas.microsoft.com/office/drawing/2014/main" id="{887FC5CA-E8C6-45D5-901E-62E6A41731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4590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1" name="直線コネクタ 127980">
                      <a:extLst>
                        <a:ext uri="{FF2B5EF4-FFF2-40B4-BE49-F238E27FC236}">
                          <a16:creationId xmlns:a16="http://schemas.microsoft.com/office/drawing/2014/main" id="{435EBE32-CA32-490B-BE20-AE6F3D4FE7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0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2" name="直線コネクタ 127981">
                      <a:extLst>
                        <a:ext uri="{FF2B5EF4-FFF2-40B4-BE49-F238E27FC236}">
                          <a16:creationId xmlns:a16="http://schemas.microsoft.com/office/drawing/2014/main" id="{743F5815-C92A-498C-8D10-2E12B3E4C6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47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3" name="直線コネクタ 127982">
                      <a:extLst>
                        <a:ext uri="{FF2B5EF4-FFF2-40B4-BE49-F238E27FC236}">
                          <a16:creationId xmlns:a16="http://schemas.microsoft.com/office/drawing/2014/main" id="{8CDD33C5-19AE-49B3-B441-24767CEED6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590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4" name="直線コネクタ 127983">
                      <a:extLst>
                        <a:ext uri="{FF2B5EF4-FFF2-40B4-BE49-F238E27FC236}">
                          <a16:creationId xmlns:a16="http://schemas.microsoft.com/office/drawing/2014/main" id="{A57AFA30-B87B-41A6-BEA4-E5F6EED4C1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33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5" name="直線コネクタ 127984">
                      <a:extLst>
                        <a:ext uri="{FF2B5EF4-FFF2-40B4-BE49-F238E27FC236}">
                          <a16:creationId xmlns:a16="http://schemas.microsoft.com/office/drawing/2014/main" id="{412F2579-DDB0-4014-BB9B-8CB46C2065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676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6" name="直線コネクタ 127985">
                      <a:extLst>
                        <a:ext uri="{FF2B5EF4-FFF2-40B4-BE49-F238E27FC236}">
                          <a16:creationId xmlns:a16="http://schemas.microsoft.com/office/drawing/2014/main" id="{3F2C0350-8004-46AC-8C9D-78515FD9A9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20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7" name="直線コネクタ 127986">
                      <a:extLst>
                        <a:ext uri="{FF2B5EF4-FFF2-40B4-BE49-F238E27FC236}">
                          <a16:creationId xmlns:a16="http://schemas.microsoft.com/office/drawing/2014/main" id="{9D44EC7F-C42D-4820-A43A-637E486AD6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763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8" name="直線コネクタ 127987">
                      <a:extLst>
                        <a:ext uri="{FF2B5EF4-FFF2-40B4-BE49-F238E27FC236}">
                          <a16:creationId xmlns:a16="http://schemas.microsoft.com/office/drawing/2014/main" id="{9D6EFFA0-5FF0-472E-82B0-1F30524290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06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89" name="直線コネクタ 127988">
                      <a:extLst>
                        <a:ext uri="{FF2B5EF4-FFF2-40B4-BE49-F238E27FC236}">
                          <a16:creationId xmlns:a16="http://schemas.microsoft.com/office/drawing/2014/main" id="{EA445DC4-2E66-4131-B87A-813CA715F9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478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0" name="直線コネクタ 127989">
                      <a:extLst>
                        <a:ext uri="{FF2B5EF4-FFF2-40B4-BE49-F238E27FC236}">
                          <a16:creationId xmlns:a16="http://schemas.microsoft.com/office/drawing/2014/main" id="{C048DF45-893D-496C-999B-6A376CB1DE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892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1" name="直線コネクタ 127990">
                      <a:extLst>
                        <a:ext uri="{FF2B5EF4-FFF2-40B4-BE49-F238E27FC236}">
                          <a16:creationId xmlns:a16="http://schemas.microsoft.com/office/drawing/2014/main" id="{B1A33A5F-688C-4C19-82B8-405EC44570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36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2" name="直線コネクタ 127991">
                      <a:extLst>
                        <a:ext uri="{FF2B5EF4-FFF2-40B4-BE49-F238E27FC236}">
                          <a16:creationId xmlns:a16="http://schemas.microsoft.com/office/drawing/2014/main" id="{29EAC383-5BB1-49C9-A6D5-AA3D5EE595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4979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3" name="直線コネクタ 127992">
                      <a:extLst>
                        <a:ext uri="{FF2B5EF4-FFF2-40B4-BE49-F238E27FC236}">
                          <a16:creationId xmlns:a16="http://schemas.microsoft.com/office/drawing/2014/main" id="{361D50B1-A5BA-42DE-B3EF-CA6B95C46F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22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4" name="直線コネクタ 127993">
                      <a:extLst>
                        <a:ext uri="{FF2B5EF4-FFF2-40B4-BE49-F238E27FC236}">
                          <a16:creationId xmlns:a16="http://schemas.microsoft.com/office/drawing/2014/main" id="{4D664B30-09BF-4943-A704-76A4F380CC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065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5" name="直線コネクタ 127994">
                      <a:extLst>
                        <a:ext uri="{FF2B5EF4-FFF2-40B4-BE49-F238E27FC236}">
                          <a16:creationId xmlns:a16="http://schemas.microsoft.com/office/drawing/2014/main" id="{21076C7F-A3AD-46B2-89E2-70395E4369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08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6" name="直線コネクタ 127995">
                      <a:extLst>
                        <a:ext uri="{FF2B5EF4-FFF2-40B4-BE49-F238E27FC236}">
                          <a16:creationId xmlns:a16="http://schemas.microsoft.com/office/drawing/2014/main" id="{1F67EEE4-4EE4-44BE-9FCF-5DDECC73DA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52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7" name="直線コネクタ 127996">
                      <a:extLst>
                        <a:ext uri="{FF2B5EF4-FFF2-40B4-BE49-F238E27FC236}">
                          <a16:creationId xmlns:a16="http://schemas.microsoft.com/office/drawing/2014/main" id="{E2467E16-F8BC-425C-975D-A87E1584B6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195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8" name="直線コネクタ 127997">
                      <a:extLst>
                        <a:ext uri="{FF2B5EF4-FFF2-40B4-BE49-F238E27FC236}">
                          <a16:creationId xmlns:a16="http://schemas.microsoft.com/office/drawing/2014/main" id="{45EF26D9-EF81-43FB-9193-98CEE213E6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366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999" name="直線コネクタ 127998">
                      <a:extLst>
                        <a:ext uri="{FF2B5EF4-FFF2-40B4-BE49-F238E27FC236}">
                          <a16:creationId xmlns:a16="http://schemas.microsoft.com/office/drawing/2014/main" id="{EEDE422D-D1EB-467B-B216-F0DCE251D5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281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0" name="直線コネクタ 127999">
                      <a:extLst>
                        <a:ext uri="{FF2B5EF4-FFF2-40B4-BE49-F238E27FC236}">
                          <a16:creationId xmlns:a16="http://schemas.microsoft.com/office/drawing/2014/main" id="{085CF537-11D2-4B85-BCDE-2319955622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24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1" name="直線コネクタ 128000">
                      <a:extLst>
                        <a:ext uri="{FF2B5EF4-FFF2-40B4-BE49-F238E27FC236}">
                          <a16:creationId xmlns:a16="http://schemas.microsoft.com/office/drawing/2014/main" id="{FCF82075-E13E-4097-803E-3A9C3289AF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368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2" name="直線コネクタ 128001">
                      <a:extLst>
                        <a:ext uri="{FF2B5EF4-FFF2-40B4-BE49-F238E27FC236}">
                          <a16:creationId xmlns:a16="http://schemas.microsoft.com/office/drawing/2014/main" id="{6FA6E692-E1F7-4523-851C-1C521BFC2A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113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3" name="直線コネクタ 128002">
                      <a:extLst>
                        <a:ext uri="{FF2B5EF4-FFF2-40B4-BE49-F238E27FC236}">
                          <a16:creationId xmlns:a16="http://schemas.microsoft.com/office/drawing/2014/main" id="{A0C3FD9D-0A64-47E0-9D7D-40824C0A0F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545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4" name="直線コネクタ 128003">
                      <a:extLst>
                        <a:ext uri="{FF2B5EF4-FFF2-40B4-BE49-F238E27FC236}">
                          <a16:creationId xmlns:a16="http://schemas.microsoft.com/office/drawing/2014/main" id="{01E28EBE-67F1-4600-8014-A08FA72821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4977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5" name="直線コネクタ 128004">
                      <a:extLst>
                        <a:ext uri="{FF2B5EF4-FFF2-40B4-BE49-F238E27FC236}">
                          <a16:creationId xmlns:a16="http://schemas.microsoft.com/office/drawing/2014/main" id="{38E368A6-B08E-405C-BAC0-2C4CD73C09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409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6" name="直線コネクタ 128005">
                      <a:extLst>
                        <a:ext uri="{FF2B5EF4-FFF2-40B4-BE49-F238E27FC236}">
                          <a16:creationId xmlns:a16="http://schemas.microsoft.com/office/drawing/2014/main" id="{8973672A-A420-4395-BCBF-C7AC64A9B7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584198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7" name="直線コネクタ 128006">
                      <a:extLst>
                        <a:ext uri="{FF2B5EF4-FFF2-40B4-BE49-F238E27FC236}">
                          <a16:creationId xmlns:a16="http://schemas.microsoft.com/office/drawing/2014/main" id="{BB5E5E8A-1A84-4E9B-BED8-5758E1BB8E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V="1">
                      <a:off x="4287002" y="5625432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8" name="直線コネクタ 128007">
                      <a:extLst>
                        <a:ext uri="{FF2B5EF4-FFF2-40B4-BE49-F238E27FC236}">
                          <a16:creationId xmlns:a16="http://schemas.microsoft.com/office/drawing/2014/main" id="{EE601AC0-6820-47FE-A054-07FAB726E1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670000"/>
                      <a:ext cx="842400" cy="842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09" name="直線コネクタ 128008">
                      <a:extLst>
                        <a:ext uri="{FF2B5EF4-FFF2-40B4-BE49-F238E27FC236}">
                          <a16:creationId xmlns:a16="http://schemas.microsoft.com/office/drawing/2014/main" id="{11F563ED-525D-4896-9745-3486582D52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13200"/>
                      <a:ext cx="799328" cy="799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0" name="直線コネクタ 128009">
                      <a:extLst>
                        <a:ext uri="{FF2B5EF4-FFF2-40B4-BE49-F238E27FC236}">
                          <a16:creationId xmlns:a16="http://schemas.microsoft.com/office/drawing/2014/main" id="{239161D3-B13D-494B-A114-508B73D3A9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56400"/>
                      <a:ext cx="756250" cy="756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1" name="直線コネクタ 128010">
                      <a:extLst>
                        <a:ext uri="{FF2B5EF4-FFF2-40B4-BE49-F238E27FC236}">
                          <a16:creationId xmlns:a16="http://schemas.microsoft.com/office/drawing/2014/main" id="{3D7A6D8D-2686-402D-8B27-7AC2C5D84E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799599"/>
                      <a:ext cx="712800" cy="712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2" name="直線コネクタ 128011">
                      <a:extLst>
                        <a:ext uri="{FF2B5EF4-FFF2-40B4-BE49-F238E27FC236}">
                          <a16:creationId xmlns:a16="http://schemas.microsoft.com/office/drawing/2014/main" id="{87147871-9164-47B5-931F-2A2F7E6C04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5842800"/>
                      <a:ext cx="669600" cy="6694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3" name="直線コネクタ 128012">
                      <a:extLst>
                        <a:ext uri="{FF2B5EF4-FFF2-40B4-BE49-F238E27FC236}">
                          <a16:creationId xmlns:a16="http://schemas.microsoft.com/office/drawing/2014/main" id="{F777EC2B-054C-44CB-8327-3CBEFF3359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886000"/>
                      <a:ext cx="624523" cy="626281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4" name="直線コネクタ 128013">
                      <a:extLst>
                        <a:ext uri="{FF2B5EF4-FFF2-40B4-BE49-F238E27FC236}">
                          <a16:creationId xmlns:a16="http://schemas.microsoft.com/office/drawing/2014/main" id="{6E673EEA-8AFD-4180-BFEE-612A5ECE8F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600" y="5929200"/>
                      <a:ext cx="581446" cy="58308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5" name="直線コネクタ 128014">
                      <a:extLst>
                        <a:ext uri="{FF2B5EF4-FFF2-40B4-BE49-F238E27FC236}">
                          <a16:creationId xmlns:a16="http://schemas.microsoft.com/office/drawing/2014/main" id="{6A767F99-8100-4A5F-BA59-869068EF2B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>
                      <a:off x="4287599" y="6013634"/>
                      <a:ext cx="500400" cy="501809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6" name="直線コネクタ 128015">
                      <a:extLst>
                        <a:ext uri="{FF2B5EF4-FFF2-40B4-BE49-F238E27FC236}">
                          <a16:creationId xmlns:a16="http://schemas.microsoft.com/office/drawing/2014/main" id="{E66AA688-F7BB-48BB-BF2C-712104E287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287599" y="6058799"/>
                      <a:ext cx="453600" cy="453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7" name="直線コネクタ 128016">
                      <a:extLst>
                        <a:ext uri="{FF2B5EF4-FFF2-40B4-BE49-F238E27FC236}">
                          <a16:creationId xmlns:a16="http://schemas.microsoft.com/office/drawing/2014/main" id="{D4178FFB-96B5-4697-87AA-B41397ACD2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22" y="6102577"/>
                      <a:ext cx="411554" cy="410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8" name="直線コネクタ 128017">
                      <a:extLst>
                        <a:ext uri="{FF2B5EF4-FFF2-40B4-BE49-F238E27FC236}">
                          <a16:creationId xmlns:a16="http://schemas.microsoft.com/office/drawing/2014/main" id="{A8C32835-F499-4CB4-9306-DA5CFA7A4D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083" y="6145717"/>
                      <a:ext cx="368233" cy="367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19" name="直線コネクタ 128018">
                      <a:extLst>
                        <a:ext uri="{FF2B5EF4-FFF2-40B4-BE49-F238E27FC236}">
                          <a16:creationId xmlns:a16="http://schemas.microsoft.com/office/drawing/2014/main" id="{71BB5843-551A-49CF-96F7-F9C181ECCA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144" y="6188856"/>
                      <a:ext cx="324911" cy="324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0" name="直線コネクタ 128019">
                      <a:extLst>
                        <a:ext uri="{FF2B5EF4-FFF2-40B4-BE49-F238E27FC236}">
                          <a16:creationId xmlns:a16="http://schemas.microsoft.com/office/drawing/2014/main" id="{0A2B69DD-F9E9-4827-8F1A-44F91C3C33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04" y="6231995"/>
                      <a:ext cx="281590" cy="280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1" name="直線コネクタ 128020">
                      <a:extLst>
                        <a:ext uri="{FF2B5EF4-FFF2-40B4-BE49-F238E27FC236}">
                          <a16:creationId xmlns:a16="http://schemas.microsoft.com/office/drawing/2014/main" id="{B97321C2-7D3E-4F41-9410-496A083DEA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265" y="6275134"/>
                      <a:ext cx="238268" cy="237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2" name="直線コネクタ 128021">
                      <a:extLst>
                        <a:ext uri="{FF2B5EF4-FFF2-40B4-BE49-F238E27FC236}">
                          <a16:creationId xmlns:a16="http://schemas.microsoft.com/office/drawing/2014/main" id="{D317BF33-1815-4617-9925-EEE96DAAAD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26" y="6318274"/>
                      <a:ext cx="194947" cy="1944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3" name="直線コネクタ 128022">
                      <a:extLst>
                        <a:ext uri="{FF2B5EF4-FFF2-40B4-BE49-F238E27FC236}">
                          <a16:creationId xmlns:a16="http://schemas.microsoft.com/office/drawing/2014/main" id="{1E44E454-C14F-4792-8A72-35B5043001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387" y="6361413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4" name="直線コネクタ 128023">
                      <a:extLst>
                        <a:ext uri="{FF2B5EF4-FFF2-40B4-BE49-F238E27FC236}">
                          <a16:creationId xmlns:a16="http://schemas.microsoft.com/office/drawing/2014/main" id="{0F2CC711-D7E3-4F17-96EB-286C00641E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447" y="640258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5" name="直線コネクタ 128024">
                      <a:extLst>
                        <a:ext uri="{FF2B5EF4-FFF2-40B4-BE49-F238E27FC236}">
                          <a16:creationId xmlns:a16="http://schemas.microsoft.com/office/drawing/2014/main" id="{26F33D5F-86E1-40AA-A070-C733F54603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08" y="644769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6" name="直線コネクタ 128025">
                      <a:extLst>
                        <a:ext uri="{FF2B5EF4-FFF2-40B4-BE49-F238E27FC236}">
                          <a16:creationId xmlns:a16="http://schemas.microsoft.com/office/drawing/2014/main" id="{CA1483F4-7DD5-4869-B74A-7ABD351E98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5400000" flipV="1">
                      <a:off x="4287569" y="649083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7" name="直線コネクタ 128026">
                      <a:extLst>
                        <a:ext uri="{FF2B5EF4-FFF2-40B4-BE49-F238E27FC236}">
                          <a16:creationId xmlns:a16="http://schemas.microsoft.com/office/drawing/2014/main" id="{C1F05DD0-9C84-4BFC-A804-862A522DD9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8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8" name="直線コネクタ 128027">
                      <a:extLst>
                        <a:ext uri="{FF2B5EF4-FFF2-40B4-BE49-F238E27FC236}">
                          <a16:creationId xmlns:a16="http://schemas.microsoft.com/office/drawing/2014/main" id="{4CE59FE3-E67B-48FF-BCF6-4C68F48779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604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29" name="直線コネクタ 128028">
                      <a:extLst>
                        <a:ext uri="{FF2B5EF4-FFF2-40B4-BE49-F238E27FC236}">
                          <a16:creationId xmlns:a16="http://schemas.microsoft.com/office/drawing/2014/main" id="{5C4F9405-3CF4-426B-A76E-438E05AEA2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9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0" name="直線コネクタ 128029">
                      <a:extLst>
                        <a:ext uri="{FF2B5EF4-FFF2-40B4-BE49-F238E27FC236}">
                          <a16:creationId xmlns:a16="http://schemas.microsoft.com/office/drawing/2014/main" id="{59D8BC01-8BB3-456E-8737-D047CE6461F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5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1" name="直線コネクタ 128030">
                      <a:extLst>
                        <a:ext uri="{FF2B5EF4-FFF2-40B4-BE49-F238E27FC236}">
                          <a16:creationId xmlns:a16="http://schemas.microsoft.com/office/drawing/2014/main" id="{AD1B1095-5835-44D4-9F0E-9B4FBEF75B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9153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2" name="直線コネクタ 128031">
                      <a:extLst>
                        <a:ext uri="{FF2B5EF4-FFF2-40B4-BE49-F238E27FC236}">
                          <a16:creationId xmlns:a16="http://schemas.microsoft.com/office/drawing/2014/main" id="{449C0041-39AE-4949-883E-238B4048F5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7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3" name="直線コネクタ 128032">
                      <a:extLst>
                        <a:ext uri="{FF2B5EF4-FFF2-40B4-BE49-F238E27FC236}">
                          <a16:creationId xmlns:a16="http://schemas.microsoft.com/office/drawing/2014/main" id="{78BBFC64-5C14-4E1B-AC93-94AEF301B3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826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4" name="直線コネクタ 128033">
                      <a:extLst>
                        <a:ext uri="{FF2B5EF4-FFF2-40B4-BE49-F238E27FC236}">
                          <a16:creationId xmlns:a16="http://schemas.microsoft.com/office/drawing/2014/main" id="{3A35072E-9258-491A-91B9-312228C283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83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5" name="直線コネクタ 128034">
                      <a:extLst>
                        <a:ext uri="{FF2B5EF4-FFF2-40B4-BE49-F238E27FC236}">
                          <a16:creationId xmlns:a16="http://schemas.microsoft.com/office/drawing/2014/main" id="{21615D4A-5FD7-442A-829A-B0AF7ADF00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740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6" name="直線コネクタ 128035">
                      <a:extLst>
                        <a:ext uri="{FF2B5EF4-FFF2-40B4-BE49-F238E27FC236}">
                          <a16:creationId xmlns:a16="http://schemas.microsoft.com/office/drawing/2014/main" id="{2357EFA7-0DCC-47E8-A69D-432563562A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97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7" name="直線コネクタ 128036">
                      <a:extLst>
                        <a:ext uri="{FF2B5EF4-FFF2-40B4-BE49-F238E27FC236}">
                          <a16:creationId xmlns:a16="http://schemas.microsoft.com/office/drawing/2014/main" id="{43A29920-A1D7-44BE-BD21-F17C902814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54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8" name="直線コネクタ 128037">
                      <a:extLst>
                        <a:ext uri="{FF2B5EF4-FFF2-40B4-BE49-F238E27FC236}">
                          <a16:creationId xmlns:a16="http://schemas.microsoft.com/office/drawing/2014/main" id="{CF266A21-041A-4317-9DF4-D04B3CBA0F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610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39" name="直線コネクタ 128038">
                      <a:extLst>
                        <a:ext uri="{FF2B5EF4-FFF2-40B4-BE49-F238E27FC236}">
                          <a16:creationId xmlns:a16="http://schemas.microsoft.com/office/drawing/2014/main" id="{79D8FBCC-8503-4273-B3C0-6382CC1F4C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67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0" name="直線コネクタ 128039">
                      <a:extLst>
                        <a:ext uri="{FF2B5EF4-FFF2-40B4-BE49-F238E27FC236}">
                          <a16:creationId xmlns:a16="http://schemas.microsoft.com/office/drawing/2014/main" id="{16AFA514-F2A3-48E0-9A53-70D87BC239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5265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1" name="直線コネクタ 128040">
                      <a:extLst>
                        <a:ext uri="{FF2B5EF4-FFF2-40B4-BE49-F238E27FC236}">
                          <a16:creationId xmlns:a16="http://schemas.microsoft.com/office/drawing/2014/main" id="{058A7A4E-59B9-4B10-B792-31B6C5E17D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81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2" name="直線コネクタ 128041">
                      <a:extLst>
                        <a:ext uri="{FF2B5EF4-FFF2-40B4-BE49-F238E27FC236}">
                          <a16:creationId xmlns:a16="http://schemas.microsoft.com/office/drawing/2014/main" id="{EACCDAF3-5A63-4895-8B13-A19E225215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438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3" name="直線コネクタ 128042">
                      <a:extLst>
                        <a:ext uri="{FF2B5EF4-FFF2-40B4-BE49-F238E27FC236}">
                          <a16:creationId xmlns:a16="http://schemas.microsoft.com/office/drawing/2014/main" id="{A358E5A2-5E22-4406-941B-91E7BF0FD1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94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4" name="直線コネクタ 128043">
                      <a:extLst>
                        <a:ext uri="{FF2B5EF4-FFF2-40B4-BE49-F238E27FC236}">
                          <a16:creationId xmlns:a16="http://schemas.microsoft.com/office/drawing/2014/main" id="{929C26E2-E17C-4EBB-9A19-F6E369DE94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51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5" name="直線コネクタ 128044">
                      <a:extLst>
                        <a:ext uri="{FF2B5EF4-FFF2-40B4-BE49-F238E27FC236}">
                          <a16:creationId xmlns:a16="http://schemas.microsoft.com/office/drawing/2014/main" id="{0ABF3F6E-826A-4648-8D40-7614482445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308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6" name="直線コネクタ 128045">
                      <a:extLst>
                        <a:ext uri="{FF2B5EF4-FFF2-40B4-BE49-F238E27FC236}">
                          <a16:creationId xmlns:a16="http://schemas.microsoft.com/office/drawing/2014/main" id="{00752EF1-C9A1-4462-BA5D-CBBB9BEBD7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65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7" name="直線コネクタ 128046">
                      <a:extLst>
                        <a:ext uri="{FF2B5EF4-FFF2-40B4-BE49-F238E27FC236}">
                          <a16:creationId xmlns:a16="http://schemas.microsoft.com/office/drawing/2014/main" id="{5614A50A-01E5-4C41-BEEB-7A0BADFA24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222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8" name="直線コネクタ 128047">
                      <a:extLst>
                        <a:ext uri="{FF2B5EF4-FFF2-40B4-BE49-F238E27FC236}">
                          <a16:creationId xmlns:a16="http://schemas.microsoft.com/office/drawing/2014/main" id="{B3C2E26F-F0EB-4CD6-8E2A-5830739050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78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49" name="直線コネクタ 128048">
                      <a:extLst>
                        <a:ext uri="{FF2B5EF4-FFF2-40B4-BE49-F238E27FC236}">
                          <a16:creationId xmlns:a16="http://schemas.microsoft.com/office/drawing/2014/main" id="{6DFB7113-C5E2-4705-9E56-0B5B7ACDCA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1377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0" name="直線コネクタ 128049">
                      <a:extLst>
                        <a:ext uri="{FF2B5EF4-FFF2-40B4-BE49-F238E27FC236}">
                          <a16:creationId xmlns:a16="http://schemas.microsoft.com/office/drawing/2014/main" id="{3B427429-3305-40F4-8560-6AD16D3785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92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1" name="直線コネクタ 128050">
                      <a:extLst>
                        <a:ext uri="{FF2B5EF4-FFF2-40B4-BE49-F238E27FC236}">
                          <a16:creationId xmlns:a16="http://schemas.microsoft.com/office/drawing/2014/main" id="{3E14107A-3483-4296-8316-F99FDE9E0C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49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2" name="直線コネクタ 128051">
                      <a:extLst>
                        <a:ext uri="{FF2B5EF4-FFF2-40B4-BE49-F238E27FC236}">
                          <a16:creationId xmlns:a16="http://schemas.microsoft.com/office/drawing/2014/main" id="{EAED0A85-9421-408F-B2EA-6F0DFC3625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5006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3" name="直線コネクタ 128052">
                      <a:extLst>
                        <a:ext uri="{FF2B5EF4-FFF2-40B4-BE49-F238E27FC236}">
                          <a16:creationId xmlns:a16="http://schemas.microsoft.com/office/drawing/2014/main" id="{5F0E6410-A7D8-4CC8-BD7A-065A85E833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629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4" name="直線コネクタ 128053">
                      <a:extLst>
                        <a:ext uri="{FF2B5EF4-FFF2-40B4-BE49-F238E27FC236}">
                          <a16:creationId xmlns:a16="http://schemas.microsoft.com/office/drawing/2014/main" id="{7F128486-CAC6-41D7-9A02-9F391AE37F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9197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5" name="直線コネクタ 128054">
                      <a:extLst>
                        <a:ext uri="{FF2B5EF4-FFF2-40B4-BE49-F238E27FC236}">
                          <a16:creationId xmlns:a16="http://schemas.microsoft.com/office/drawing/2014/main" id="{212C3DD6-E968-4A07-9C48-D7BEB337D3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765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6" name="直線コネクタ 128055">
                      <a:extLst>
                        <a:ext uri="{FF2B5EF4-FFF2-40B4-BE49-F238E27FC236}">
                          <a16:creationId xmlns:a16="http://schemas.microsoft.com/office/drawing/2014/main" id="{FD2A8AD3-0B36-40B0-B2A8-E789036308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8333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7" name="直線コネクタ 128056">
                      <a:extLst>
                        <a:ext uri="{FF2B5EF4-FFF2-40B4-BE49-F238E27FC236}">
                          <a16:creationId xmlns:a16="http://schemas.microsoft.com/office/drawing/2014/main" id="{44E8A0C1-0237-4FD1-978D-CE752A43B0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90167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8" name="直線コネクタ 128057">
                      <a:extLst>
                        <a:ext uri="{FF2B5EF4-FFF2-40B4-BE49-F238E27FC236}">
                          <a16:creationId xmlns:a16="http://schemas.microsoft.com/office/drawing/2014/main" id="{6D081088-8172-4343-8CAD-D4C5B7CF6F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4748933" y="6087363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59" name="直線コネクタ 128058">
                      <a:extLst>
                        <a:ext uri="{FF2B5EF4-FFF2-40B4-BE49-F238E27FC236}">
                          <a16:creationId xmlns:a16="http://schemas.microsoft.com/office/drawing/2014/main" id="{BAE3D3FD-A4EC-45E2-8484-5B3C3CCF8A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4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0" name="直線コネクタ 128059">
                      <a:extLst>
                        <a:ext uri="{FF2B5EF4-FFF2-40B4-BE49-F238E27FC236}">
                          <a16:creationId xmlns:a16="http://schemas.microsoft.com/office/drawing/2014/main" id="{61264202-7756-414C-AA5B-41F2771EE7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600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1" name="直線コネクタ 128060">
                      <a:extLst>
                        <a:ext uri="{FF2B5EF4-FFF2-40B4-BE49-F238E27FC236}">
                          <a16:creationId xmlns:a16="http://schemas.microsoft.com/office/drawing/2014/main" id="{13E63CAD-D352-4E8B-A0CB-11DC93418D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5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2" name="直線コネクタ 128061">
                      <a:extLst>
                        <a:ext uri="{FF2B5EF4-FFF2-40B4-BE49-F238E27FC236}">
                          <a16:creationId xmlns:a16="http://schemas.microsoft.com/office/drawing/2014/main" id="{320389C6-6F71-4F8A-9DA9-4B925535D1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9159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3" name="直線コネクタ 128062">
                      <a:extLst>
                        <a:ext uri="{FF2B5EF4-FFF2-40B4-BE49-F238E27FC236}">
                          <a16:creationId xmlns:a16="http://schemas.microsoft.com/office/drawing/2014/main" id="{97B57543-7602-4B23-85E1-C88B19DEAD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7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4" name="直線コネクタ 128063">
                      <a:extLst>
                        <a:ext uri="{FF2B5EF4-FFF2-40B4-BE49-F238E27FC236}">
                          <a16:creationId xmlns:a16="http://schemas.microsoft.com/office/drawing/2014/main" id="{A5188672-0284-41AF-870A-2AAEA52F0E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827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5" name="直線コネクタ 128064">
                      <a:extLst>
                        <a:ext uri="{FF2B5EF4-FFF2-40B4-BE49-F238E27FC236}">
                          <a16:creationId xmlns:a16="http://schemas.microsoft.com/office/drawing/2014/main" id="{4EA99B97-624B-4B7C-B9DC-03C8B45D26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84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6" name="直線コネクタ 128065">
                      <a:extLst>
                        <a:ext uri="{FF2B5EF4-FFF2-40B4-BE49-F238E27FC236}">
                          <a16:creationId xmlns:a16="http://schemas.microsoft.com/office/drawing/2014/main" id="{02977679-5744-4953-83FD-E0D9C3BABB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741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7" name="直線コネクタ 128066">
                      <a:extLst>
                        <a:ext uri="{FF2B5EF4-FFF2-40B4-BE49-F238E27FC236}">
                          <a16:creationId xmlns:a16="http://schemas.microsoft.com/office/drawing/2014/main" id="{E95F54DD-6D75-48A8-901F-77BBFF8AB1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97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8" name="直線コネクタ 128067">
                      <a:extLst>
                        <a:ext uri="{FF2B5EF4-FFF2-40B4-BE49-F238E27FC236}">
                          <a16:creationId xmlns:a16="http://schemas.microsoft.com/office/drawing/2014/main" id="{7AD55E58-D67B-4633-8025-5573268029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54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69" name="直線コネクタ 128068">
                      <a:extLst>
                        <a:ext uri="{FF2B5EF4-FFF2-40B4-BE49-F238E27FC236}">
                          <a16:creationId xmlns:a16="http://schemas.microsoft.com/office/drawing/2014/main" id="{CA7FF817-C2E3-448A-8633-9CD822171A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611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0" name="直線コネクタ 128069">
                      <a:extLst>
                        <a:ext uri="{FF2B5EF4-FFF2-40B4-BE49-F238E27FC236}">
                          <a16:creationId xmlns:a16="http://schemas.microsoft.com/office/drawing/2014/main" id="{CB547FC0-D695-4A8F-9231-6B5CEFF09E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68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1" name="直線コネクタ 128070">
                      <a:extLst>
                        <a:ext uri="{FF2B5EF4-FFF2-40B4-BE49-F238E27FC236}">
                          <a16:creationId xmlns:a16="http://schemas.microsoft.com/office/drawing/2014/main" id="{2F9E585E-AE40-4E38-A598-7DF52C6327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5271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2" name="直線コネクタ 128071">
                      <a:extLst>
                        <a:ext uri="{FF2B5EF4-FFF2-40B4-BE49-F238E27FC236}">
                          <a16:creationId xmlns:a16="http://schemas.microsoft.com/office/drawing/2014/main" id="{9B6CD4E3-6F85-4204-8E5A-B05553E1A8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81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3" name="直線コネクタ 128072">
                      <a:extLst>
                        <a:ext uri="{FF2B5EF4-FFF2-40B4-BE49-F238E27FC236}">
                          <a16:creationId xmlns:a16="http://schemas.microsoft.com/office/drawing/2014/main" id="{519CE6D3-8179-4B74-BFED-223B1119D4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438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4" name="直線コネクタ 128073">
                      <a:extLst>
                        <a:ext uri="{FF2B5EF4-FFF2-40B4-BE49-F238E27FC236}">
                          <a16:creationId xmlns:a16="http://schemas.microsoft.com/office/drawing/2014/main" id="{18AADECB-D152-48C7-A60D-E631443B7C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95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5" name="直線コネクタ 128074">
                      <a:extLst>
                        <a:ext uri="{FF2B5EF4-FFF2-40B4-BE49-F238E27FC236}">
                          <a16:creationId xmlns:a16="http://schemas.microsoft.com/office/drawing/2014/main" id="{2650D623-7683-48F3-9665-EB6FE00710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52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6" name="直線コネクタ 128075">
                      <a:extLst>
                        <a:ext uri="{FF2B5EF4-FFF2-40B4-BE49-F238E27FC236}">
                          <a16:creationId xmlns:a16="http://schemas.microsoft.com/office/drawing/2014/main" id="{B39B2272-2ABC-4AA8-9A7F-57681E296D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309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7" name="直線コネクタ 128076">
                      <a:extLst>
                        <a:ext uri="{FF2B5EF4-FFF2-40B4-BE49-F238E27FC236}">
                          <a16:creationId xmlns:a16="http://schemas.microsoft.com/office/drawing/2014/main" id="{83412C91-13B1-41CA-B67C-D7AD75CD37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65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8" name="直線コネクタ 128077">
                      <a:extLst>
                        <a:ext uri="{FF2B5EF4-FFF2-40B4-BE49-F238E27FC236}">
                          <a16:creationId xmlns:a16="http://schemas.microsoft.com/office/drawing/2014/main" id="{A7D67EAA-D9EF-4391-B226-7265E5EF21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222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79" name="直線コネクタ 128078">
                      <a:extLst>
                        <a:ext uri="{FF2B5EF4-FFF2-40B4-BE49-F238E27FC236}">
                          <a16:creationId xmlns:a16="http://schemas.microsoft.com/office/drawing/2014/main" id="{D8E82908-44CF-4115-9A30-00243E5CB6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79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0" name="直線コネクタ 128079">
                      <a:extLst>
                        <a:ext uri="{FF2B5EF4-FFF2-40B4-BE49-F238E27FC236}">
                          <a16:creationId xmlns:a16="http://schemas.microsoft.com/office/drawing/2014/main" id="{6D051CE8-6F6B-4BB9-8E64-8754B90474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1383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1" name="直線コネクタ 128080">
                      <a:extLst>
                        <a:ext uri="{FF2B5EF4-FFF2-40B4-BE49-F238E27FC236}">
                          <a16:creationId xmlns:a16="http://schemas.microsoft.com/office/drawing/2014/main" id="{C4AC3FFE-FB70-45FB-9849-6CF2DE3150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93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2" name="直線コネクタ 128081">
                      <a:extLst>
                        <a:ext uri="{FF2B5EF4-FFF2-40B4-BE49-F238E27FC236}">
                          <a16:creationId xmlns:a16="http://schemas.microsoft.com/office/drawing/2014/main" id="{6FF07013-D776-4B73-9985-74658D3EB8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49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3" name="直線コネクタ 128082">
                      <a:extLst>
                        <a:ext uri="{FF2B5EF4-FFF2-40B4-BE49-F238E27FC236}">
                          <a16:creationId xmlns:a16="http://schemas.microsoft.com/office/drawing/2014/main" id="{EED3F31D-CA09-49A1-80A8-DCE5347943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5006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4" name="直線コネクタ 128083">
                      <a:extLst>
                        <a:ext uri="{FF2B5EF4-FFF2-40B4-BE49-F238E27FC236}">
                          <a16:creationId xmlns:a16="http://schemas.microsoft.com/office/drawing/2014/main" id="{4CEDEAC5-09BB-43DE-9655-6F9B5C9C57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635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5" name="直線コネクタ 128084">
                      <a:extLst>
                        <a:ext uri="{FF2B5EF4-FFF2-40B4-BE49-F238E27FC236}">
                          <a16:creationId xmlns:a16="http://schemas.microsoft.com/office/drawing/2014/main" id="{E6F3FF8A-7F08-488E-9339-286BDE39EA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9203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6" name="直線コネクタ 128085">
                      <a:extLst>
                        <a:ext uri="{FF2B5EF4-FFF2-40B4-BE49-F238E27FC236}">
                          <a16:creationId xmlns:a16="http://schemas.microsoft.com/office/drawing/2014/main" id="{94B00A8F-72FD-4918-BA3D-040790A600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771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7" name="直線コネクタ 128086">
                      <a:extLst>
                        <a:ext uri="{FF2B5EF4-FFF2-40B4-BE49-F238E27FC236}">
                          <a16:creationId xmlns:a16="http://schemas.microsoft.com/office/drawing/2014/main" id="{73F45D01-B167-4880-A462-79DD08FA8A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8339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8" name="直線コネクタ 128087">
                      <a:extLst>
                        <a:ext uri="{FF2B5EF4-FFF2-40B4-BE49-F238E27FC236}">
                          <a16:creationId xmlns:a16="http://schemas.microsoft.com/office/drawing/2014/main" id="{76549D19-1935-40B6-BCD9-22B9DB7C1B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90764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8089" name="直線コネクタ 128088">
                      <a:extLst>
                        <a:ext uri="{FF2B5EF4-FFF2-40B4-BE49-F238E27FC236}">
                          <a16:creationId xmlns:a16="http://schemas.microsoft.com/office/drawing/2014/main" id="{3AEE9122-DE74-468A-891A-0200847B0F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6086765" y="4749530"/>
                      <a:ext cx="425995" cy="42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28090" name="グループ化 128089">
                      <a:extLst>
                        <a:ext uri="{FF2B5EF4-FFF2-40B4-BE49-F238E27FC236}">
                          <a16:creationId xmlns:a16="http://schemas.microsoft.com/office/drawing/2014/main" id="{A4CAC974-A9B0-4B11-BD17-9878834118ED}"/>
                        </a:ext>
                      </a:extLst>
                    </p:cNvPr>
                    <p:cNvGrpSpPr/>
                    <p:nvPr/>
                  </p:nvGrpSpPr>
                  <p:grpSpPr>
                    <a:xfrm rot="16200000" flipH="1">
                      <a:off x="5612082" y="5311594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266" name="直線コネクタ 128265">
                        <a:extLst>
                          <a:ext uri="{FF2B5EF4-FFF2-40B4-BE49-F238E27FC236}">
                            <a16:creationId xmlns:a16="http://schemas.microsoft.com/office/drawing/2014/main" id="{8898F32F-D120-4BB0-99FD-F0AEF3BBE66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67" name="直線コネクタ 128266">
                        <a:extLst>
                          <a:ext uri="{FF2B5EF4-FFF2-40B4-BE49-F238E27FC236}">
                            <a16:creationId xmlns:a16="http://schemas.microsoft.com/office/drawing/2014/main" id="{611FBAD4-C90E-4542-A7F5-C3FC3707F14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68" name="直線コネクタ 128267">
                        <a:extLst>
                          <a:ext uri="{FF2B5EF4-FFF2-40B4-BE49-F238E27FC236}">
                            <a16:creationId xmlns:a16="http://schemas.microsoft.com/office/drawing/2014/main" id="{ABDF2037-25BE-446B-975E-53D107B4980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69" name="直線コネクタ 128268">
                        <a:extLst>
                          <a:ext uri="{FF2B5EF4-FFF2-40B4-BE49-F238E27FC236}">
                            <a16:creationId xmlns:a16="http://schemas.microsoft.com/office/drawing/2014/main" id="{69415042-B72D-4792-9206-E411D94DACB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0" name="直線コネクタ 128269">
                        <a:extLst>
                          <a:ext uri="{FF2B5EF4-FFF2-40B4-BE49-F238E27FC236}">
                            <a16:creationId xmlns:a16="http://schemas.microsoft.com/office/drawing/2014/main" id="{D431C435-FBB6-4AB7-BFC4-4DCB6E41C18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1" name="直線コネクタ 128270">
                        <a:extLst>
                          <a:ext uri="{FF2B5EF4-FFF2-40B4-BE49-F238E27FC236}">
                            <a16:creationId xmlns:a16="http://schemas.microsoft.com/office/drawing/2014/main" id="{C591D846-A1CB-40CC-AF5A-A03948F8B3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2" name="直線コネクタ 128271">
                        <a:extLst>
                          <a:ext uri="{FF2B5EF4-FFF2-40B4-BE49-F238E27FC236}">
                            <a16:creationId xmlns:a16="http://schemas.microsoft.com/office/drawing/2014/main" id="{1E745805-C062-4E95-BEFD-27CA02F0A2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3" name="直線コネクタ 128272">
                        <a:extLst>
                          <a:ext uri="{FF2B5EF4-FFF2-40B4-BE49-F238E27FC236}">
                            <a16:creationId xmlns:a16="http://schemas.microsoft.com/office/drawing/2014/main" id="{1DBAF6A2-8FF3-4140-BC90-3BCD76A32C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4" name="直線コネクタ 128273">
                        <a:extLst>
                          <a:ext uri="{FF2B5EF4-FFF2-40B4-BE49-F238E27FC236}">
                            <a16:creationId xmlns:a16="http://schemas.microsoft.com/office/drawing/2014/main" id="{530D5B12-D645-415A-96C2-83EEC408394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5" name="直線コネクタ 128274">
                        <a:extLst>
                          <a:ext uri="{FF2B5EF4-FFF2-40B4-BE49-F238E27FC236}">
                            <a16:creationId xmlns:a16="http://schemas.microsoft.com/office/drawing/2014/main" id="{0FC190E1-D01E-4CE3-9296-96DD75CFB31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6" name="直線コネクタ 128275">
                        <a:extLst>
                          <a:ext uri="{FF2B5EF4-FFF2-40B4-BE49-F238E27FC236}">
                            <a16:creationId xmlns:a16="http://schemas.microsoft.com/office/drawing/2014/main" id="{6CA8665F-6309-4EF7-A7E0-54F9E68E305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7" name="直線コネクタ 128276">
                        <a:extLst>
                          <a:ext uri="{FF2B5EF4-FFF2-40B4-BE49-F238E27FC236}">
                            <a16:creationId xmlns:a16="http://schemas.microsoft.com/office/drawing/2014/main" id="{C992415B-1466-460C-AE6E-DFBB925552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8" name="直線コネクタ 128277">
                        <a:extLst>
                          <a:ext uri="{FF2B5EF4-FFF2-40B4-BE49-F238E27FC236}">
                            <a16:creationId xmlns:a16="http://schemas.microsoft.com/office/drawing/2014/main" id="{19651390-7C53-4E1F-A50C-CD585D4876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79" name="直線コネクタ 128278">
                        <a:extLst>
                          <a:ext uri="{FF2B5EF4-FFF2-40B4-BE49-F238E27FC236}">
                            <a16:creationId xmlns:a16="http://schemas.microsoft.com/office/drawing/2014/main" id="{D95B8E37-3F95-4A37-900C-4D02FA3195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0" name="直線コネクタ 128279">
                        <a:extLst>
                          <a:ext uri="{FF2B5EF4-FFF2-40B4-BE49-F238E27FC236}">
                            <a16:creationId xmlns:a16="http://schemas.microsoft.com/office/drawing/2014/main" id="{51CBB0C1-DFC2-4254-BDF7-93F31DE4E0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1" name="直線コネクタ 128280">
                        <a:extLst>
                          <a:ext uri="{FF2B5EF4-FFF2-40B4-BE49-F238E27FC236}">
                            <a16:creationId xmlns:a16="http://schemas.microsoft.com/office/drawing/2014/main" id="{78D189C1-0F03-4572-970E-8F2E9CC6F08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2" name="直線コネクタ 128281">
                        <a:extLst>
                          <a:ext uri="{FF2B5EF4-FFF2-40B4-BE49-F238E27FC236}">
                            <a16:creationId xmlns:a16="http://schemas.microsoft.com/office/drawing/2014/main" id="{92F7694B-F76E-4ED6-9851-3402E153B61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3" name="直線コネクタ 128282">
                        <a:extLst>
                          <a:ext uri="{FF2B5EF4-FFF2-40B4-BE49-F238E27FC236}">
                            <a16:creationId xmlns:a16="http://schemas.microsoft.com/office/drawing/2014/main" id="{38C532C4-D6F3-44D7-A9EF-32DA62939F2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4" name="直線コネクタ 128283">
                        <a:extLst>
                          <a:ext uri="{FF2B5EF4-FFF2-40B4-BE49-F238E27FC236}">
                            <a16:creationId xmlns:a16="http://schemas.microsoft.com/office/drawing/2014/main" id="{798E50D9-9C0C-41B5-8B6C-6D1CB6868B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5" name="直線コネクタ 128284">
                        <a:extLst>
                          <a:ext uri="{FF2B5EF4-FFF2-40B4-BE49-F238E27FC236}">
                            <a16:creationId xmlns:a16="http://schemas.microsoft.com/office/drawing/2014/main" id="{51C3CFF0-F294-4B3C-917B-7E90DE505CF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6" name="直線コネクタ 128285">
                        <a:extLst>
                          <a:ext uri="{FF2B5EF4-FFF2-40B4-BE49-F238E27FC236}">
                            <a16:creationId xmlns:a16="http://schemas.microsoft.com/office/drawing/2014/main" id="{A62E595A-B670-4AC7-8349-D150760EBD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7" name="直線コネクタ 128286">
                        <a:extLst>
                          <a:ext uri="{FF2B5EF4-FFF2-40B4-BE49-F238E27FC236}">
                            <a16:creationId xmlns:a16="http://schemas.microsoft.com/office/drawing/2014/main" id="{046E8060-DC24-4E50-B198-73FD3B4FD01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8" name="直線コネクタ 128287">
                        <a:extLst>
                          <a:ext uri="{FF2B5EF4-FFF2-40B4-BE49-F238E27FC236}">
                            <a16:creationId xmlns:a16="http://schemas.microsoft.com/office/drawing/2014/main" id="{D1B1D78F-A846-4C04-A090-6FF33BB8248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89" name="直線コネクタ 128288">
                        <a:extLst>
                          <a:ext uri="{FF2B5EF4-FFF2-40B4-BE49-F238E27FC236}">
                            <a16:creationId xmlns:a16="http://schemas.microsoft.com/office/drawing/2014/main" id="{ABC725B8-C7AF-4DD1-B570-A76A801738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0" name="直線コネクタ 128289">
                        <a:extLst>
                          <a:ext uri="{FF2B5EF4-FFF2-40B4-BE49-F238E27FC236}">
                            <a16:creationId xmlns:a16="http://schemas.microsoft.com/office/drawing/2014/main" id="{E13DBD4A-8963-4072-835E-7854B2134D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1" name="直線コネクタ 128290">
                        <a:extLst>
                          <a:ext uri="{FF2B5EF4-FFF2-40B4-BE49-F238E27FC236}">
                            <a16:creationId xmlns:a16="http://schemas.microsoft.com/office/drawing/2014/main" id="{5902AB66-D5AA-4A55-B4FF-8BAAE10C79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2" name="直線コネクタ 128291">
                        <a:extLst>
                          <a:ext uri="{FF2B5EF4-FFF2-40B4-BE49-F238E27FC236}">
                            <a16:creationId xmlns:a16="http://schemas.microsoft.com/office/drawing/2014/main" id="{A632A7EC-AA55-49BB-B0F4-E849521468B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3" name="直線コネクタ 128292">
                        <a:extLst>
                          <a:ext uri="{FF2B5EF4-FFF2-40B4-BE49-F238E27FC236}">
                            <a16:creationId xmlns:a16="http://schemas.microsoft.com/office/drawing/2014/main" id="{F7C3E2EB-E692-4806-9D31-4202E50978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4" name="直線コネクタ 128293">
                        <a:extLst>
                          <a:ext uri="{FF2B5EF4-FFF2-40B4-BE49-F238E27FC236}">
                            <a16:creationId xmlns:a16="http://schemas.microsoft.com/office/drawing/2014/main" id="{31EEF441-D63D-4832-B563-836633DE592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5" name="直線コネクタ 128294">
                        <a:extLst>
                          <a:ext uri="{FF2B5EF4-FFF2-40B4-BE49-F238E27FC236}">
                            <a16:creationId xmlns:a16="http://schemas.microsoft.com/office/drawing/2014/main" id="{74C1EC36-E1BC-4D4F-89B6-72DCC114E66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6" name="直線コネクタ 128295">
                        <a:extLst>
                          <a:ext uri="{FF2B5EF4-FFF2-40B4-BE49-F238E27FC236}">
                            <a16:creationId xmlns:a16="http://schemas.microsoft.com/office/drawing/2014/main" id="{C511534A-A5C5-433F-807C-C246D8A2DC1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7" name="直線コネクタ 128296">
                        <a:extLst>
                          <a:ext uri="{FF2B5EF4-FFF2-40B4-BE49-F238E27FC236}">
                            <a16:creationId xmlns:a16="http://schemas.microsoft.com/office/drawing/2014/main" id="{498AB308-E14E-4BF6-9F66-909547B238D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8" name="直線コネクタ 128297">
                        <a:extLst>
                          <a:ext uri="{FF2B5EF4-FFF2-40B4-BE49-F238E27FC236}">
                            <a16:creationId xmlns:a16="http://schemas.microsoft.com/office/drawing/2014/main" id="{40F456B2-9599-4E3F-91D5-6D183717EC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99" name="直線コネクタ 128298">
                        <a:extLst>
                          <a:ext uri="{FF2B5EF4-FFF2-40B4-BE49-F238E27FC236}">
                            <a16:creationId xmlns:a16="http://schemas.microsoft.com/office/drawing/2014/main" id="{5A79B688-9D18-4407-A85D-4690638B69C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300" name="直線コネクタ 128299">
                        <a:extLst>
                          <a:ext uri="{FF2B5EF4-FFF2-40B4-BE49-F238E27FC236}">
                            <a16:creationId xmlns:a16="http://schemas.microsoft.com/office/drawing/2014/main" id="{BB1ED578-187D-4D5B-9C02-20D09776C2D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301" name="直線コネクタ 128300">
                        <a:extLst>
                          <a:ext uri="{FF2B5EF4-FFF2-40B4-BE49-F238E27FC236}">
                            <a16:creationId xmlns:a16="http://schemas.microsoft.com/office/drawing/2014/main" id="{73A63ADB-301C-4BE4-A92B-108507A3D2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302" name="直線コネクタ 128301">
                        <a:extLst>
                          <a:ext uri="{FF2B5EF4-FFF2-40B4-BE49-F238E27FC236}">
                            <a16:creationId xmlns:a16="http://schemas.microsoft.com/office/drawing/2014/main" id="{96BF771D-9BF8-4019-9A00-A6D0E56F6EC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303" name="直線コネクタ 128302">
                        <a:extLst>
                          <a:ext uri="{FF2B5EF4-FFF2-40B4-BE49-F238E27FC236}">
                            <a16:creationId xmlns:a16="http://schemas.microsoft.com/office/drawing/2014/main" id="{47C77D1F-6DC7-4094-A0B1-38932830C5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304" name="直線コネクタ 128303">
                        <a:extLst>
                          <a:ext uri="{FF2B5EF4-FFF2-40B4-BE49-F238E27FC236}">
                            <a16:creationId xmlns:a16="http://schemas.microsoft.com/office/drawing/2014/main" id="{32510D5E-B459-426E-89DD-1B5DC542D4E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305" name="直線コネクタ 128304">
                        <a:extLst>
                          <a:ext uri="{FF2B5EF4-FFF2-40B4-BE49-F238E27FC236}">
                            <a16:creationId xmlns:a16="http://schemas.microsoft.com/office/drawing/2014/main" id="{9773F4E8-772C-4CA6-A07E-86DD78DFB0A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306" name="直線コネクタ 128305">
                        <a:extLst>
                          <a:ext uri="{FF2B5EF4-FFF2-40B4-BE49-F238E27FC236}">
                            <a16:creationId xmlns:a16="http://schemas.microsoft.com/office/drawing/2014/main" id="{F2373AEE-239F-4A10-B6B4-4F3F7696A10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307" name="直線コネクタ 128306">
                        <a:extLst>
                          <a:ext uri="{FF2B5EF4-FFF2-40B4-BE49-F238E27FC236}">
                            <a16:creationId xmlns:a16="http://schemas.microsoft.com/office/drawing/2014/main" id="{D4144C3E-3E14-4B20-B223-FCD6B2A65A1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091" name="グループ化 128090">
                      <a:extLst>
                        <a:ext uri="{FF2B5EF4-FFF2-40B4-BE49-F238E27FC236}">
                          <a16:creationId xmlns:a16="http://schemas.microsoft.com/office/drawing/2014/main" id="{4255608D-AD72-49F5-81B9-F4F7DB9107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87481" y="4287481"/>
                      <a:ext cx="2224800" cy="2224800"/>
                      <a:chOff x="3599881" y="3599881"/>
                      <a:chExt cx="3600000" cy="3600000"/>
                    </a:xfrm>
                  </p:grpSpPr>
                  <p:sp>
                    <p:nvSpPr>
                      <p:cNvPr id="128257" name="正方形/長方形 128256">
                        <a:extLst>
                          <a:ext uri="{FF2B5EF4-FFF2-40B4-BE49-F238E27FC236}">
                            <a16:creationId xmlns:a16="http://schemas.microsoft.com/office/drawing/2014/main" id="{0C3C26AB-6E6E-427D-970B-5596E0790D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881" y="3599881"/>
                        <a:ext cx="3600000" cy="3600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258" name="正方形/長方形 128257">
                        <a:extLst>
                          <a:ext uri="{FF2B5EF4-FFF2-40B4-BE49-F238E27FC236}">
                            <a16:creationId xmlns:a16="http://schemas.microsoft.com/office/drawing/2014/main" id="{BF807CB0-5721-48CC-84F9-F5E8946C6C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3812400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259" name="正方形/長方形 128258">
                        <a:extLst>
                          <a:ext uri="{FF2B5EF4-FFF2-40B4-BE49-F238E27FC236}">
                            <a16:creationId xmlns:a16="http://schemas.microsoft.com/office/drawing/2014/main" id="{BBBE36A7-5E27-49A3-A82F-A404C9E160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287481" y="6724562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260" name="正方形/長方形 128259">
                        <a:extLst>
                          <a:ext uri="{FF2B5EF4-FFF2-40B4-BE49-F238E27FC236}">
                            <a16:creationId xmlns:a16="http://schemas.microsoft.com/office/drawing/2014/main" id="{928C1727-EA15-4718-A00C-2C978D2DCD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5400000">
                        <a:off x="5743562" y="5268481"/>
                        <a:ext cx="2224799" cy="262799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261" name="正方形/長方形 128260">
                        <a:extLst>
                          <a:ext uri="{FF2B5EF4-FFF2-40B4-BE49-F238E27FC236}">
                            <a16:creationId xmlns:a16="http://schemas.microsoft.com/office/drawing/2014/main" id="{275EE4C1-2BE2-469F-88D0-D88162B911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 rot="16200000">
                        <a:off x="2831400" y="5268481"/>
                        <a:ext cx="2224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262" name="正方形/長方形 128261">
                        <a:extLst>
                          <a:ext uri="{FF2B5EF4-FFF2-40B4-BE49-F238E27FC236}">
                            <a16:creationId xmlns:a16="http://schemas.microsoft.com/office/drawing/2014/main" id="{27F59FCE-F46E-4448-9887-D9E2E42E40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263" name="正方形/長方形 128262">
                        <a:extLst>
                          <a:ext uri="{FF2B5EF4-FFF2-40B4-BE49-F238E27FC236}">
                            <a16:creationId xmlns:a16="http://schemas.microsoft.com/office/drawing/2014/main" id="{068E3BC7-3940-47B3-9171-58559FBED07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3812400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264" name="正方形/長方形 128263">
                        <a:extLst>
                          <a:ext uri="{FF2B5EF4-FFF2-40B4-BE49-F238E27FC236}">
                            <a16:creationId xmlns:a16="http://schemas.microsoft.com/office/drawing/2014/main" id="{E9CF1EB0-D475-41AC-B0F8-E1508DCE70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67245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  <p:sp>
                    <p:nvSpPr>
                      <p:cNvPr id="128265" name="正方形/長方形 128264">
                        <a:extLst>
                          <a:ext uri="{FF2B5EF4-FFF2-40B4-BE49-F238E27FC236}">
                            <a16:creationId xmlns:a16="http://schemas.microsoft.com/office/drawing/2014/main" id="{C12C272A-D77B-4C52-9034-73FD918FE1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12162" y="6724681"/>
                        <a:ext cx="262800" cy="262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/>
                      </a:p>
                    </p:txBody>
                  </p:sp>
                </p:grpSp>
                <p:grpSp>
                  <p:nvGrpSpPr>
                    <p:cNvPr id="128092" name="グループ化 128091">
                      <a:extLst>
                        <a:ext uri="{FF2B5EF4-FFF2-40B4-BE49-F238E27FC236}">
                          <a16:creationId xmlns:a16="http://schemas.microsoft.com/office/drawing/2014/main" id="{E23D06EE-2BCB-449F-860F-69ABFEFC06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249" name="直線コネクタ 128248">
                        <a:extLst>
                          <a:ext uri="{FF2B5EF4-FFF2-40B4-BE49-F238E27FC236}">
                            <a16:creationId xmlns:a16="http://schemas.microsoft.com/office/drawing/2014/main" id="{0645B3F8-B0B3-49E7-BE07-D3D45E1B95F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50" name="直線コネクタ 128249">
                        <a:extLst>
                          <a:ext uri="{FF2B5EF4-FFF2-40B4-BE49-F238E27FC236}">
                            <a16:creationId xmlns:a16="http://schemas.microsoft.com/office/drawing/2014/main" id="{C36A37CB-F8BF-45F6-99B5-D6FE50DC17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51" name="直線コネクタ 128250">
                        <a:extLst>
                          <a:ext uri="{FF2B5EF4-FFF2-40B4-BE49-F238E27FC236}">
                            <a16:creationId xmlns:a16="http://schemas.microsoft.com/office/drawing/2014/main" id="{3E74CF5C-E2A9-4ECB-AC7F-83F83730E6F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52" name="直線コネクタ 128251">
                        <a:extLst>
                          <a:ext uri="{FF2B5EF4-FFF2-40B4-BE49-F238E27FC236}">
                            <a16:creationId xmlns:a16="http://schemas.microsoft.com/office/drawing/2014/main" id="{856F8877-DB59-41E6-9460-104C9F3D7F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53" name="直線コネクタ 128252">
                        <a:extLst>
                          <a:ext uri="{FF2B5EF4-FFF2-40B4-BE49-F238E27FC236}">
                            <a16:creationId xmlns:a16="http://schemas.microsoft.com/office/drawing/2014/main" id="{5433540E-D1E2-4620-9943-12FEA0C9C64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54" name="直線コネクタ 128253">
                        <a:extLst>
                          <a:ext uri="{FF2B5EF4-FFF2-40B4-BE49-F238E27FC236}">
                            <a16:creationId xmlns:a16="http://schemas.microsoft.com/office/drawing/2014/main" id="{7658A58F-EED6-4637-9519-CF33685B8D1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55" name="直線コネクタ 128254">
                        <a:extLst>
                          <a:ext uri="{FF2B5EF4-FFF2-40B4-BE49-F238E27FC236}">
                            <a16:creationId xmlns:a16="http://schemas.microsoft.com/office/drawing/2014/main" id="{71396B97-5369-46B2-A5A9-1F4FB81DA70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56" name="直線コネクタ 128255">
                        <a:extLst>
                          <a:ext uri="{FF2B5EF4-FFF2-40B4-BE49-F238E27FC236}">
                            <a16:creationId xmlns:a16="http://schemas.microsoft.com/office/drawing/2014/main" id="{7F843E64-2CAD-4C04-8AA1-45851FF5B6B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093" name="グループ化 128092">
                      <a:extLst>
                        <a:ext uri="{FF2B5EF4-FFF2-40B4-BE49-F238E27FC236}">
                          <a16:creationId xmlns:a16="http://schemas.microsoft.com/office/drawing/2014/main" id="{F4ADE5F2-A671-435D-84FB-19535E35C4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4414086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241" name="直線コネクタ 128240">
                        <a:extLst>
                          <a:ext uri="{FF2B5EF4-FFF2-40B4-BE49-F238E27FC236}">
                            <a16:creationId xmlns:a16="http://schemas.microsoft.com/office/drawing/2014/main" id="{FEA54364-97E9-443A-8D69-C66205DE560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42" name="直線コネクタ 128241">
                        <a:extLst>
                          <a:ext uri="{FF2B5EF4-FFF2-40B4-BE49-F238E27FC236}">
                            <a16:creationId xmlns:a16="http://schemas.microsoft.com/office/drawing/2014/main" id="{C0908B5D-519C-46E6-9DB4-605CF84C9B8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43" name="直線コネクタ 128242">
                        <a:extLst>
                          <a:ext uri="{FF2B5EF4-FFF2-40B4-BE49-F238E27FC236}">
                            <a16:creationId xmlns:a16="http://schemas.microsoft.com/office/drawing/2014/main" id="{8FB32F33-D7DC-49FC-AF2E-FFAA0232FB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44" name="直線コネクタ 128243">
                        <a:extLst>
                          <a:ext uri="{FF2B5EF4-FFF2-40B4-BE49-F238E27FC236}">
                            <a16:creationId xmlns:a16="http://schemas.microsoft.com/office/drawing/2014/main" id="{43754C22-9852-4004-9772-E6DF919E48F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45" name="直線コネクタ 128244">
                        <a:extLst>
                          <a:ext uri="{FF2B5EF4-FFF2-40B4-BE49-F238E27FC236}">
                            <a16:creationId xmlns:a16="http://schemas.microsoft.com/office/drawing/2014/main" id="{66F40317-DE5E-4827-8839-EEEA2DA5D2F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46" name="直線コネクタ 128245">
                        <a:extLst>
                          <a:ext uri="{FF2B5EF4-FFF2-40B4-BE49-F238E27FC236}">
                            <a16:creationId xmlns:a16="http://schemas.microsoft.com/office/drawing/2014/main" id="{711C1B66-8000-4C7A-BEF9-4826B2264F5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47" name="直線コネクタ 128246">
                        <a:extLst>
                          <a:ext uri="{FF2B5EF4-FFF2-40B4-BE49-F238E27FC236}">
                            <a16:creationId xmlns:a16="http://schemas.microsoft.com/office/drawing/2014/main" id="{372A5986-A191-41EE-A604-D3329FDFCD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48" name="直線コネクタ 128247">
                        <a:extLst>
                          <a:ext uri="{FF2B5EF4-FFF2-40B4-BE49-F238E27FC236}">
                            <a16:creationId xmlns:a16="http://schemas.microsoft.com/office/drawing/2014/main" id="{49E2A595-B30B-49CD-9055-AF315B6CFE3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094" name="グループ化 128093">
                      <a:extLst>
                        <a:ext uri="{FF2B5EF4-FFF2-40B4-BE49-F238E27FC236}">
                          <a16:creationId xmlns:a16="http://schemas.microsoft.com/office/drawing/2014/main" id="{420C6943-643B-4CFE-8C3F-522B6B9A0C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4414086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199" name="直線コネクタ 128198">
                        <a:extLst>
                          <a:ext uri="{FF2B5EF4-FFF2-40B4-BE49-F238E27FC236}">
                            <a16:creationId xmlns:a16="http://schemas.microsoft.com/office/drawing/2014/main" id="{30E0CCBA-94E5-472D-9ABF-256F9F4206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0" name="直線コネクタ 128199">
                        <a:extLst>
                          <a:ext uri="{FF2B5EF4-FFF2-40B4-BE49-F238E27FC236}">
                            <a16:creationId xmlns:a16="http://schemas.microsoft.com/office/drawing/2014/main" id="{3721A2F9-B19C-4D21-BFAF-DE14FAF41B1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1" name="直線コネクタ 128200">
                        <a:extLst>
                          <a:ext uri="{FF2B5EF4-FFF2-40B4-BE49-F238E27FC236}">
                            <a16:creationId xmlns:a16="http://schemas.microsoft.com/office/drawing/2014/main" id="{B363A4C3-7E0B-47B4-B9AA-CD9488C4782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2" name="直線コネクタ 128201">
                        <a:extLst>
                          <a:ext uri="{FF2B5EF4-FFF2-40B4-BE49-F238E27FC236}">
                            <a16:creationId xmlns:a16="http://schemas.microsoft.com/office/drawing/2014/main" id="{1BEDEDEA-F9EF-4797-872C-AA6CFCFA41E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3" name="直線コネクタ 128202">
                        <a:extLst>
                          <a:ext uri="{FF2B5EF4-FFF2-40B4-BE49-F238E27FC236}">
                            <a16:creationId xmlns:a16="http://schemas.microsoft.com/office/drawing/2014/main" id="{3F1BE20E-564A-41B2-A807-4C526A14DD7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4" name="直線コネクタ 128203">
                        <a:extLst>
                          <a:ext uri="{FF2B5EF4-FFF2-40B4-BE49-F238E27FC236}">
                            <a16:creationId xmlns:a16="http://schemas.microsoft.com/office/drawing/2014/main" id="{828F7C5C-E587-4AA8-A69C-EBA35124B1C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5" name="直線コネクタ 128204">
                        <a:extLst>
                          <a:ext uri="{FF2B5EF4-FFF2-40B4-BE49-F238E27FC236}">
                            <a16:creationId xmlns:a16="http://schemas.microsoft.com/office/drawing/2014/main" id="{0F894C3E-9F9F-49EA-9510-0D7EE48F2F7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6" name="直線コネクタ 128205">
                        <a:extLst>
                          <a:ext uri="{FF2B5EF4-FFF2-40B4-BE49-F238E27FC236}">
                            <a16:creationId xmlns:a16="http://schemas.microsoft.com/office/drawing/2014/main" id="{87602D59-EA2B-4D60-ACE6-0A0214F080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7" name="直線コネクタ 128206">
                        <a:extLst>
                          <a:ext uri="{FF2B5EF4-FFF2-40B4-BE49-F238E27FC236}">
                            <a16:creationId xmlns:a16="http://schemas.microsoft.com/office/drawing/2014/main" id="{149E7AE0-7A2C-4EDB-8CA9-6A07762B529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8" name="直線コネクタ 128207">
                        <a:extLst>
                          <a:ext uri="{FF2B5EF4-FFF2-40B4-BE49-F238E27FC236}">
                            <a16:creationId xmlns:a16="http://schemas.microsoft.com/office/drawing/2014/main" id="{F308B505-0BAA-4D9B-A42C-60C06057E40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09" name="直線コネクタ 128208">
                        <a:extLst>
                          <a:ext uri="{FF2B5EF4-FFF2-40B4-BE49-F238E27FC236}">
                            <a16:creationId xmlns:a16="http://schemas.microsoft.com/office/drawing/2014/main" id="{3161A73B-6C4F-4C24-8C49-D51A9EE10DA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0" name="直線コネクタ 128209">
                        <a:extLst>
                          <a:ext uri="{FF2B5EF4-FFF2-40B4-BE49-F238E27FC236}">
                            <a16:creationId xmlns:a16="http://schemas.microsoft.com/office/drawing/2014/main" id="{5E21AB80-627D-41F6-9007-76E293AF9AC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1" name="直線コネクタ 128210">
                        <a:extLst>
                          <a:ext uri="{FF2B5EF4-FFF2-40B4-BE49-F238E27FC236}">
                            <a16:creationId xmlns:a16="http://schemas.microsoft.com/office/drawing/2014/main" id="{1653BABF-CBBE-4F38-8596-9F277D7FA91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2" name="直線コネクタ 128211">
                        <a:extLst>
                          <a:ext uri="{FF2B5EF4-FFF2-40B4-BE49-F238E27FC236}">
                            <a16:creationId xmlns:a16="http://schemas.microsoft.com/office/drawing/2014/main" id="{F55BE81E-9C68-458A-82C3-DE270C2CF3A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3" name="直線コネクタ 128212">
                        <a:extLst>
                          <a:ext uri="{FF2B5EF4-FFF2-40B4-BE49-F238E27FC236}">
                            <a16:creationId xmlns:a16="http://schemas.microsoft.com/office/drawing/2014/main" id="{4556667C-1011-4CB7-969E-2EF4128AC5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4" name="直線コネクタ 128213">
                        <a:extLst>
                          <a:ext uri="{FF2B5EF4-FFF2-40B4-BE49-F238E27FC236}">
                            <a16:creationId xmlns:a16="http://schemas.microsoft.com/office/drawing/2014/main" id="{DA68AF4D-D9E0-4974-BDC8-0DC8D6356E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5" name="直線コネクタ 128214">
                        <a:extLst>
                          <a:ext uri="{FF2B5EF4-FFF2-40B4-BE49-F238E27FC236}">
                            <a16:creationId xmlns:a16="http://schemas.microsoft.com/office/drawing/2014/main" id="{0F9A6791-BB02-4B52-ACD1-0C127812E44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6" name="直線コネクタ 128215">
                        <a:extLst>
                          <a:ext uri="{FF2B5EF4-FFF2-40B4-BE49-F238E27FC236}">
                            <a16:creationId xmlns:a16="http://schemas.microsoft.com/office/drawing/2014/main" id="{933097DB-4A9E-4C0D-9203-B8CC4765405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7" name="直線コネクタ 128216">
                        <a:extLst>
                          <a:ext uri="{FF2B5EF4-FFF2-40B4-BE49-F238E27FC236}">
                            <a16:creationId xmlns:a16="http://schemas.microsoft.com/office/drawing/2014/main" id="{0498C8C1-DBE3-49B4-B82D-8E42593A62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8" name="直線コネクタ 128217">
                        <a:extLst>
                          <a:ext uri="{FF2B5EF4-FFF2-40B4-BE49-F238E27FC236}">
                            <a16:creationId xmlns:a16="http://schemas.microsoft.com/office/drawing/2014/main" id="{AC88E1FE-A5AA-4CBD-9585-22FEA778893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19" name="直線コネクタ 128218">
                        <a:extLst>
                          <a:ext uri="{FF2B5EF4-FFF2-40B4-BE49-F238E27FC236}">
                            <a16:creationId xmlns:a16="http://schemas.microsoft.com/office/drawing/2014/main" id="{16A62979-F347-4657-9C38-9463894E929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0" name="直線コネクタ 128219">
                        <a:extLst>
                          <a:ext uri="{FF2B5EF4-FFF2-40B4-BE49-F238E27FC236}">
                            <a16:creationId xmlns:a16="http://schemas.microsoft.com/office/drawing/2014/main" id="{59BE652E-C4AF-4023-B97D-F3228EF23A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1" name="直線コネクタ 128220">
                        <a:extLst>
                          <a:ext uri="{FF2B5EF4-FFF2-40B4-BE49-F238E27FC236}">
                            <a16:creationId xmlns:a16="http://schemas.microsoft.com/office/drawing/2014/main" id="{6D662113-6BC6-419E-B321-6CB236AA63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2" name="直線コネクタ 128221">
                        <a:extLst>
                          <a:ext uri="{FF2B5EF4-FFF2-40B4-BE49-F238E27FC236}">
                            <a16:creationId xmlns:a16="http://schemas.microsoft.com/office/drawing/2014/main" id="{7807E28F-1AB4-42B9-9C3D-37DBC60DF07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3" name="直線コネクタ 128222">
                        <a:extLst>
                          <a:ext uri="{FF2B5EF4-FFF2-40B4-BE49-F238E27FC236}">
                            <a16:creationId xmlns:a16="http://schemas.microsoft.com/office/drawing/2014/main" id="{F0EF1129-C15E-410F-B120-2002B95AEBD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4" name="直線コネクタ 128223">
                        <a:extLst>
                          <a:ext uri="{FF2B5EF4-FFF2-40B4-BE49-F238E27FC236}">
                            <a16:creationId xmlns:a16="http://schemas.microsoft.com/office/drawing/2014/main" id="{F0920563-543D-4255-AB18-71302AF0008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5" name="直線コネクタ 128224">
                        <a:extLst>
                          <a:ext uri="{FF2B5EF4-FFF2-40B4-BE49-F238E27FC236}">
                            <a16:creationId xmlns:a16="http://schemas.microsoft.com/office/drawing/2014/main" id="{6719E5D9-9AB2-47FA-9B0D-62F6E7BA93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6" name="直線コネクタ 128225">
                        <a:extLst>
                          <a:ext uri="{FF2B5EF4-FFF2-40B4-BE49-F238E27FC236}">
                            <a16:creationId xmlns:a16="http://schemas.microsoft.com/office/drawing/2014/main" id="{0BD4767C-444E-47F2-B508-4FC3EF7E3E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7" name="直線コネクタ 128226">
                        <a:extLst>
                          <a:ext uri="{FF2B5EF4-FFF2-40B4-BE49-F238E27FC236}">
                            <a16:creationId xmlns:a16="http://schemas.microsoft.com/office/drawing/2014/main" id="{F79BF88F-722F-4683-ACB0-E78B927E523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8" name="直線コネクタ 128227">
                        <a:extLst>
                          <a:ext uri="{FF2B5EF4-FFF2-40B4-BE49-F238E27FC236}">
                            <a16:creationId xmlns:a16="http://schemas.microsoft.com/office/drawing/2014/main" id="{07771FB8-D7DB-4566-A32F-E2DA54E4DCA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29" name="直線コネクタ 128228">
                        <a:extLst>
                          <a:ext uri="{FF2B5EF4-FFF2-40B4-BE49-F238E27FC236}">
                            <a16:creationId xmlns:a16="http://schemas.microsoft.com/office/drawing/2014/main" id="{DA3F0F5A-E385-4D05-BD3B-A940D9CF6C5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0" name="直線コネクタ 128229">
                        <a:extLst>
                          <a:ext uri="{FF2B5EF4-FFF2-40B4-BE49-F238E27FC236}">
                            <a16:creationId xmlns:a16="http://schemas.microsoft.com/office/drawing/2014/main" id="{CA3122A7-0936-4AC6-88B6-0DB603413C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1" name="直線コネクタ 128230">
                        <a:extLst>
                          <a:ext uri="{FF2B5EF4-FFF2-40B4-BE49-F238E27FC236}">
                            <a16:creationId xmlns:a16="http://schemas.microsoft.com/office/drawing/2014/main" id="{9241D0ED-3498-4FDD-9B97-1C0B9CA98DA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2" name="直線コネクタ 128231">
                        <a:extLst>
                          <a:ext uri="{FF2B5EF4-FFF2-40B4-BE49-F238E27FC236}">
                            <a16:creationId xmlns:a16="http://schemas.microsoft.com/office/drawing/2014/main" id="{DB8B60C5-2D08-44A7-9E9B-A83DBB2CC0E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3" name="直線コネクタ 128232">
                        <a:extLst>
                          <a:ext uri="{FF2B5EF4-FFF2-40B4-BE49-F238E27FC236}">
                            <a16:creationId xmlns:a16="http://schemas.microsoft.com/office/drawing/2014/main" id="{12B78B3B-8AEC-4E3B-8DE8-730D41AA550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4" name="直線コネクタ 128233">
                        <a:extLst>
                          <a:ext uri="{FF2B5EF4-FFF2-40B4-BE49-F238E27FC236}">
                            <a16:creationId xmlns:a16="http://schemas.microsoft.com/office/drawing/2014/main" id="{A0A7D9C7-8492-497B-A981-29DDE5D94F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5" name="直線コネクタ 128234">
                        <a:extLst>
                          <a:ext uri="{FF2B5EF4-FFF2-40B4-BE49-F238E27FC236}">
                            <a16:creationId xmlns:a16="http://schemas.microsoft.com/office/drawing/2014/main" id="{7C9F014E-FDFE-4EA3-8330-39973E4B559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6" name="直線コネクタ 128235">
                        <a:extLst>
                          <a:ext uri="{FF2B5EF4-FFF2-40B4-BE49-F238E27FC236}">
                            <a16:creationId xmlns:a16="http://schemas.microsoft.com/office/drawing/2014/main" id="{387B45A9-56C4-43A0-96A5-3D298801181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7" name="直線コネクタ 128236">
                        <a:extLst>
                          <a:ext uri="{FF2B5EF4-FFF2-40B4-BE49-F238E27FC236}">
                            <a16:creationId xmlns:a16="http://schemas.microsoft.com/office/drawing/2014/main" id="{D1A991FA-21C3-4BC6-AB1B-4D5454CFCD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8" name="直線コネクタ 128237">
                        <a:extLst>
                          <a:ext uri="{FF2B5EF4-FFF2-40B4-BE49-F238E27FC236}">
                            <a16:creationId xmlns:a16="http://schemas.microsoft.com/office/drawing/2014/main" id="{3AEC2E8F-130E-4A10-96CC-4170C4C1FB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39" name="直線コネクタ 128238">
                        <a:extLst>
                          <a:ext uri="{FF2B5EF4-FFF2-40B4-BE49-F238E27FC236}">
                            <a16:creationId xmlns:a16="http://schemas.microsoft.com/office/drawing/2014/main" id="{74E3A1DC-6F24-46FE-81B8-85D2B13C3D5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240" name="直線コネクタ 128239">
                        <a:extLst>
                          <a:ext uri="{FF2B5EF4-FFF2-40B4-BE49-F238E27FC236}">
                            <a16:creationId xmlns:a16="http://schemas.microsoft.com/office/drawing/2014/main" id="{7DAFD0F2-3B23-4F2F-BB58-122EF311249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095" name="グループ化 128094">
                      <a:extLst>
                        <a:ext uri="{FF2B5EF4-FFF2-40B4-BE49-F238E27FC236}">
                          <a16:creationId xmlns:a16="http://schemas.microsoft.com/office/drawing/2014/main" id="{69FE2BA3-3CDE-4B17-8257-8E56DDBCE1B0}"/>
                        </a:ext>
                      </a:extLst>
                    </p:cNvPr>
                    <p:cNvGrpSpPr/>
                    <p:nvPr/>
                  </p:nvGrpSpPr>
                  <p:grpSpPr>
                    <a:xfrm rot="5400000" flipH="1">
                      <a:off x="3809177" y="5311863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157" name="直線コネクタ 128156">
                        <a:extLst>
                          <a:ext uri="{FF2B5EF4-FFF2-40B4-BE49-F238E27FC236}">
                            <a16:creationId xmlns:a16="http://schemas.microsoft.com/office/drawing/2014/main" id="{20444BC4-04E8-45F2-9604-C44B7D31312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8" name="直線コネクタ 128157">
                        <a:extLst>
                          <a:ext uri="{FF2B5EF4-FFF2-40B4-BE49-F238E27FC236}">
                            <a16:creationId xmlns:a16="http://schemas.microsoft.com/office/drawing/2014/main" id="{832972E8-F973-42C5-943F-B7436A5EB26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9" name="直線コネクタ 128158">
                        <a:extLst>
                          <a:ext uri="{FF2B5EF4-FFF2-40B4-BE49-F238E27FC236}">
                            <a16:creationId xmlns:a16="http://schemas.microsoft.com/office/drawing/2014/main" id="{B438EDC8-C9D5-4E40-8934-35A31660D8C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0" name="直線コネクタ 128159">
                        <a:extLst>
                          <a:ext uri="{FF2B5EF4-FFF2-40B4-BE49-F238E27FC236}">
                            <a16:creationId xmlns:a16="http://schemas.microsoft.com/office/drawing/2014/main" id="{036C74C2-413D-4B60-B37F-11DC3D875B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1" name="直線コネクタ 128160">
                        <a:extLst>
                          <a:ext uri="{FF2B5EF4-FFF2-40B4-BE49-F238E27FC236}">
                            <a16:creationId xmlns:a16="http://schemas.microsoft.com/office/drawing/2014/main" id="{539A8382-2269-4763-87B4-B694465E32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2" name="直線コネクタ 128161">
                        <a:extLst>
                          <a:ext uri="{FF2B5EF4-FFF2-40B4-BE49-F238E27FC236}">
                            <a16:creationId xmlns:a16="http://schemas.microsoft.com/office/drawing/2014/main" id="{9DCF2B13-DA16-4C9B-997C-326E1116226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3" name="直線コネクタ 128162">
                        <a:extLst>
                          <a:ext uri="{FF2B5EF4-FFF2-40B4-BE49-F238E27FC236}">
                            <a16:creationId xmlns:a16="http://schemas.microsoft.com/office/drawing/2014/main" id="{6DFE5D00-E264-4188-948B-AB1372A992B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4" name="直線コネクタ 128163">
                        <a:extLst>
                          <a:ext uri="{FF2B5EF4-FFF2-40B4-BE49-F238E27FC236}">
                            <a16:creationId xmlns:a16="http://schemas.microsoft.com/office/drawing/2014/main" id="{431C13BF-BA9C-4430-ADDC-E1AC57683DD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5" name="直線コネクタ 128164">
                        <a:extLst>
                          <a:ext uri="{FF2B5EF4-FFF2-40B4-BE49-F238E27FC236}">
                            <a16:creationId xmlns:a16="http://schemas.microsoft.com/office/drawing/2014/main" id="{869E7740-8326-4CED-85DA-A15FD93CD82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6" name="直線コネクタ 128165">
                        <a:extLst>
                          <a:ext uri="{FF2B5EF4-FFF2-40B4-BE49-F238E27FC236}">
                            <a16:creationId xmlns:a16="http://schemas.microsoft.com/office/drawing/2014/main" id="{80CE2D50-5906-4716-8BCC-1933D68BA0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7" name="直線コネクタ 128166">
                        <a:extLst>
                          <a:ext uri="{FF2B5EF4-FFF2-40B4-BE49-F238E27FC236}">
                            <a16:creationId xmlns:a16="http://schemas.microsoft.com/office/drawing/2014/main" id="{934861A0-9EAB-49A3-A9C6-206251D4C3C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8" name="直線コネクタ 128167">
                        <a:extLst>
                          <a:ext uri="{FF2B5EF4-FFF2-40B4-BE49-F238E27FC236}">
                            <a16:creationId xmlns:a16="http://schemas.microsoft.com/office/drawing/2014/main" id="{B03ABB03-7646-42E5-8FF9-35B42C84B40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69" name="直線コネクタ 128168">
                        <a:extLst>
                          <a:ext uri="{FF2B5EF4-FFF2-40B4-BE49-F238E27FC236}">
                            <a16:creationId xmlns:a16="http://schemas.microsoft.com/office/drawing/2014/main" id="{C32CBC95-85EF-4EDC-A396-DAB27C8C713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0" name="直線コネクタ 128169">
                        <a:extLst>
                          <a:ext uri="{FF2B5EF4-FFF2-40B4-BE49-F238E27FC236}">
                            <a16:creationId xmlns:a16="http://schemas.microsoft.com/office/drawing/2014/main" id="{179D527B-15BC-494D-963E-5B4F5424738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1" name="直線コネクタ 128170">
                        <a:extLst>
                          <a:ext uri="{FF2B5EF4-FFF2-40B4-BE49-F238E27FC236}">
                            <a16:creationId xmlns:a16="http://schemas.microsoft.com/office/drawing/2014/main" id="{6B168F17-C66A-4B9A-882D-1FE4C0FA1CB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2" name="直線コネクタ 128171">
                        <a:extLst>
                          <a:ext uri="{FF2B5EF4-FFF2-40B4-BE49-F238E27FC236}">
                            <a16:creationId xmlns:a16="http://schemas.microsoft.com/office/drawing/2014/main" id="{2944ACA1-FCAE-4157-B638-75C2168BF88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3" name="直線コネクタ 128172">
                        <a:extLst>
                          <a:ext uri="{FF2B5EF4-FFF2-40B4-BE49-F238E27FC236}">
                            <a16:creationId xmlns:a16="http://schemas.microsoft.com/office/drawing/2014/main" id="{981570ED-6BD6-4203-B973-C37FA9C41D5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4" name="直線コネクタ 128173">
                        <a:extLst>
                          <a:ext uri="{FF2B5EF4-FFF2-40B4-BE49-F238E27FC236}">
                            <a16:creationId xmlns:a16="http://schemas.microsoft.com/office/drawing/2014/main" id="{0B813DD2-4938-4D7A-9B3A-40703559561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5" name="直線コネクタ 128174">
                        <a:extLst>
                          <a:ext uri="{FF2B5EF4-FFF2-40B4-BE49-F238E27FC236}">
                            <a16:creationId xmlns:a16="http://schemas.microsoft.com/office/drawing/2014/main" id="{3A79421B-5BD4-453F-8006-160D6DE7D1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6" name="直線コネクタ 128175">
                        <a:extLst>
                          <a:ext uri="{FF2B5EF4-FFF2-40B4-BE49-F238E27FC236}">
                            <a16:creationId xmlns:a16="http://schemas.microsoft.com/office/drawing/2014/main" id="{2B80D596-2211-4670-AB47-F753673525D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7" name="直線コネクタ 128176">
                        <a:extLst>
                          <a:ext uri="{FF2B5EF4-FFF2-40B4-BE49-F238E27FC236}">
                            <a16:creationId xmlns:a16="http://schemas.microsoft.com/office/drawing/2014/main" id="{F851D73F-61FB-4BBF-9374-9C97C7E5B9B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8" name="直線コネクタ 128177">
                        <a:extLst>
                          <a:ext uri="{FF2B5EF4-FFF2-40B4-BE49-F238E27FC236}">
                            <a16:creationId xmlns:a16="http://schemas.microsoft.com/office/drawing/2014/main" id="{32582AE9-A561-487B-BA94-940EF0E6DE5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79" name="直線コネクタ 128178">
                        <a:extLst>
                          <a:ext uri="{FF2B5EF4-FFF2-40B4-BE49-F238E27FC236}">
                            <a16:creationId xmlns:a16="http://schemas.microsoft.com/office/drawing/2014/main" id="{DBEA767B-6EBF-4590-9B4B-2FF1C5D00AE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0" name="直線コネクタ 128179">
                        <a:extLst>
                          <a:ext uri="{FF2B5EF4-FFF2-40B4-BE49-F238E27FC236}">
                            <a16:creationId xmlns:a16="http://schemas.microsoft.com/office/drawing/2014/main" id="{72C4B384-A413-43C4-9496-8ADE50FE38B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1" name="直線コネクタ 128180">
                        <a:extLst>
                          <a:ext uri="{FF2B5EF4-FFF2-40B4-BE49-F238E27FC236}">
                            <a16:creationId xmlns:a16="http://schemas.microsoft.com/office/drawing/2014/main" id="{7DCCEE88-00A0-4630-B511-DFA7C9E72F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2" name="直線コネクタ 128181">
                        <a:extLst>
                          <a:ext uri="{FF2B5EF4-FFF2-40B4-BE49-F238E27FC236}">
                            <a16:creationId xmlns:a16="http://schemas.microsoft.com/office/drawing/2014/main" id="{4C025C35-76E5-456E-97A0-B4CAD99579A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3" name="直線コネクタ 128182">
                        <a:extLst>
                          <a:ext uri="{FF2B5EF4-FFF2-40B4-BE49-F238E27FC236}">
                            <a16:creationId xmlns:a16="http://schemas.microsoft.com/office/drawing/2014/main" id="{313276C5-189A-4C45-B250-200F73AE9ED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4" name="直線コネクタ 128183">
                        <a:extLst>
                          <a:ext uri="{FF2B5EF4-FFF2-40B4-BE49-F238E27FC236}">
                            <a16:creationId xmlns:a16="http://schemas.microsoft.com/office/drawing/2014/main" id="{CD4DDA14-185A-4BE9-8E3C-1C5DCF4C6FE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5" name="直線コネクタ 128184">
                        <a:extLst>
                          <a:ext uri="{FF2B5EF4-FFF2-40B4-BE49-F238E27FC236}">
                            <a16:creationId xmlns:a16="http://schemas.microsoft.com/office/drawing/2014/main" id="{41FADCE7-0AF2-42BC-AD73-BA2E728D26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6" name="直線コネクタ 128185">
                        <a:extLst>
                          <a:ext uri="{FF2B5EF4-FFF2-40B4-BE49-F238E27FC236}">
                            <a16:creationId xmlns:a16="http://schemas.microsoft.com/office/drawing/2014/main" id="{374C0517-97E5-4C8B-9296-3B37D7C96E7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7" name="直線コネクタ 128186">
                        <a:extLst>
                          <a:ext uri="{FF2B5EF4-FFF2-40B4-BE49-F238E27FC236}">
                            <a16:creationId xmlns:a16="http://schemas.microsoft.com/office/drawing/2014/main" id="{C99889F7-1A43-43FC-BA13-F8C42F7FEC1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8" name="直線コネクタ 128187">
                        <a:extLst>
                          <a:ext uri="{FF2B5EF4-FFF2-40B4-BE49-F238E27FC236}">
                            <a16:creationId xmlns:a16="http://schemas.microsoft.com/office/drawing/2014/main" id="{84DD58EE-512E-4552-AD53-18E15026ABD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89" name="直線コネクタ 128188">
                        <a:extLst>
                          <a:ext uri="{FF2B5EF4-FFF2-40B4-BE49-F238E27FC236}">
                            <a16:creationId xmlns:a16="http://schemas.microsoft.com/office/drawing/2014/main" id="{3A87758A-2DC2-4A6A-B974-7D1EB970BDE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0" name="直線コネクタ 128189">
                        <a:extLst>
                          <a:ext uri="{FF2B5EF4-FFF2-40B4-BE49-F238E27FC236}">
                            <a16:creationId xmlns:a16="http://schemas.microsoft.com/office/drawing/2014/main" id="{8A6917AF-0D5B-460E-B3F9-B3355F0EF1E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1" name="直線コネクタ 128190">
                        <a:extLst>
                          <a:ext uri="{FF2B5EF4-FFF2-40B4-BE49-F238E27FC236}">
                            <a16:creationId xmlns:a16="http://schemas.microsoft.com/office/drawing/2014/main" id="{312CEEC6-49E2-4DFC-A932-1455E0E8B5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2" name="直線コネクタ 128191">
                        <a:extLst>
                          <a:ext uri="{FF2B5EF4-FFF2-40B4-BE49-F238E27FC236}">
                            <a16:creationId xmlns:a16="http://schemas.microsoft.com/office/drawing/2014/main" id="{67FC03EA-34D8-4EDD-B169-AD9C0E17C91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3" name="直線コネクタ 128192">
                        <a:extLst>
                          <a:ext uri="{FF2B5EF4-FFF2-40B4-BE49-F238E27FC236}">
                            <a16:creationId xmlns:a16="http://schemas.microsoft.com/office/drawing/2014/main" id="{E3C7E9CC-AF99-4E4A-93D4-CF9394D1B73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4" name="直線コネクタ 128193">
                        <a:extLst>
                          <a:ext uri="{FF2B5EF4-FFF2-40B4-BE49-F238E27FC236}">
                            <a16:creationId xmlns:a16="http://schemas.microsoft.com/office/drawing/2014/main" id="{9D3CB4BA-E256-4638-9B11-03B0B3E0662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5" name="直線コネクタ 128194">
                        <a:extLst>
                          <a:ext uri="{FF2B5EF4-FFF2-40B4-BE49-F238E27FC236}">
                            <a16:creationId xmlns:a16="http://schemas.microsoft.com/office/drawing/2014/main" id="{1BFD2E77-F022-4BE1-9592-D1ABC794E6F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6" name="直線コネクタ 128195">
                        <a:extLst>
                          <a:ext uri="{FF2B5EF4-FFF2-40B4-BE49-F238E27FC236}">
                            <a16:creationId xmlns:a16="http://schemas.microsoft.com/office/drawing/2014/main" id="{2C6A8F7E-AA8A-412B-AEEA-83BA0BB0075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7" name="直線コネクタ 128196">
                        <a:extLst>
                          <a:ext uri="{FF2B5EF4-FFF2-40B4-BE49-F238E27FC236}">
                            <a16:creationId xmlns:a16="http://schemas.microsoft.com/office/drawing/2014/main" id="{54000FC6-2DCE-45F8-B01E-7214D96A632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98" name="直線コネクタ 128197">
                        <a:extLst>
                          <a:ext uri="{FF2B5EF4-FFF2-40B4-BE49-F238E27FC236}">
                            <a16:creationId xmlns:a16="http://schemas.microsoft.com/office/drawing/2014/main" id="{E9EBC670-53A6-4760-8957-29A30D9C129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096" name="グループ化 128095">
                      <a:extLst>
                        <a:ext uri="{FF2B5EF4-FFF2-40B4-BE49-F238E27FC236}">
                          <a16:creationId xmlns:a16="http://schemas.microsoft.com/office/drawing/2014/main" id="{AE648282-638F-4641-84AB-A2B57DAB95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600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149" name="直線コネクタ 128148">
                        <a:extLst>
                          <a:ext uri="{FF2B5EF4-FFF2-40B4-BE49-F238E27FC236}">
                            <a16:creationId xmlns:a16="http://schemas.microsoft.com/office/drawing/2014/main" id="{A2C4B917-0BE4-4322-9D31-989FEB951B9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0" name="直線コネクタ 128149">
                        <a:extLst>
                          <a:ext uri="{FF2B5EF4-FFF2-40B4-BE49-F238E27FC236}">
                            <a16:creationId xmlns:a16="http://schemas.microsoft.com/office/drawing/2014/main" id="{8B609961-42AB-457F-88F5-426A1DB3B80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1" name="直線コネクタ 128150">
                        <a:extLst>
                          <a:ext uri="{FF2B5EF4-FFF2-40B4-BE49-F238E27FC236}">
                            <a16:creationId xmlns:a16="http://schemas.microsoft.com/office/drawing/2014/main" id="{031BCA6F-CE94-4641-BA99-16A7F6EDBD8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2" name="直線コネクタ 128151">
                        <a:extLst>
                          <a:ext uri="{FF2B5EF4-FFF2-40B4-BE49-F238E27FC236}">
                            <a16:creationId xmlns:a16="http://schemas.microsoft.com/office/drawing/2014/main" id="{A4626AF8-14E3-4F6D-A0C7-DB76B33E0BB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3" name="直線コネクタ 128152">
                        <a:extLst>
                          <a:ext uri="{FF2B5EF4-FFF2-40B4-BE49-F238E27FC236}">
                            <a16:creationId xmlns:a16="http://schemas.microsoft.com/office/drawing/2014/main" id="{65E4A122-6609-4403-A8CD-4E342801048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4" name="直線コネクタ 128153">
                        <a:extLst>
                          <a:ext uri="{FF2B5EF4-FFF2-40B4-BE49-F238E27FC236}">
                            <a16:creationId xmlns:a16="http://schemas.microsoft.com/office/drawing/2014/main" id="{E473B729-5824-4B82-8772-C31FE938897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5" name="直線コネクタ 128154">
                        <a:extLst>
                          <a:ext uri="{FF2B5EF4-FFF2-40B4-BE49-F238E27FC236}">
                            <a16:creationId xmlns:a16="http://schemas.microsoft.com/office/drawing/2014/main" id="{7804F558-FA9A-4B2D-9C19-B0C8A2B4DDC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56" name="直線コネクタ 128155">
                        <a:extLst>
                          <a:ext uri="{FF2B5EF4-FFF2-40B4-BE49-F238E27FC236}">
                            <a16:creationId xmlns:a16="http://schemas.microsoft.com/office/drawing/2014/main" id="{EB08C6BF-4753-406C-8304-70B992458EB5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097" name="グループ化 128096">
                      <a:extLst>
                        <a:ext uri="{FF2B5EF4-FFF2-40B4-BE49-F238E27FC236}">
                          <a16:creationId xmlns:a16="http://schemas.microsoft.com/office/drawing/2014/main" id="{BAD2B454-499D-4D96-9D12-47594A794C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805" y="6216991"/>
                      <a:ext cx="168547" cy="168685"/>
                      <a:chOff x="4413600" y="4414086"/>
                      <a:chExt cx="168547" cy="168685"/>
                    </a:xfrm>
                  </p:grpSpPr>
                  <p:cxnSp>
                    <p:nvCxnSpPr>
                      <p:cNvPr id="128141" name="直線コネクタ 128140">
                        <a:extLst>
                          <a:ext uri="{FF2B5EF4-FFF2-40B4-BE49-F238E27FC236}">
                            <a16:creationId xmlns:a16="http://schemas.microsoft.com/office/drawing/2014/main" id="{789770A7-3C3A-404F-A669-1EF62BC57F4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689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42" name="直線コネクタ 128141">
                        <a:extLst>
                          <a:ext uri="{FF2B5EF4-FFF2-40B4-BE49-F238E27FC236}">
                            <a16:creationId xmlns:a16="http://schemas.microsoft.com/office/drawing/2014/main" id="{4D8CA128-AE6A-4E25-B875-BE39DBA10C5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53127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43" name="直線コネクタ 128142">
                        <a:extLst>
                          <a:ext uri="{FF2B5EF4-FFF2-40B4-BE49-F238E27FC236}">
                            <a16:creationId xmlns:a16="http://schemas.microsoft.com/office/drawing/2014/main" id="{17EC4643-2197-4919-8205-6956AD084C3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88504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44" name="直線コネクタ 128143">
                        <a:extLst>
                          <a:ext uri="{FF2B5EF4-FFF2-40B4-BE49-F238E27FC236}">
                            <a16:creationId xmlns:a16="http://schemas.microsoft.com/office/drawing/2014/main" id="{705F8EF2-BC35-4D6E-88B1-CACE1B7AB116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446251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45" name="直線コネクタ 128144">
                        <a:extLst>
                          <a:ext uri="{FF2B5EF4-FFF2-40B4-BE49-F238E27FC236}">
                            <a16:creationId xmlns:a16="http://schemas.microsoft.com/office/drawing/2014/main" id="{BE5019B2-C0EB-4E47-8383-741E5FF633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3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46" name="直線コネクタ 128145">
                        <a:extLst>
                          <a:ext uri="{FF2B5EF4-FFF2-40B4-BE49-F238E27FC236}">
                            <a16:creationId xmlns:a16="http://schemas.microsoft.com/office/drawing/2014/main" id="{77190D98-57C6-49FB-8F83-F759BF23BC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4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47" name="直線コネクタ 128146">
                        <a:extLst>
                          <a:ext uri="{FF2B5EF4-FFF2-40B4-BE49-F238E27FC236}">
                            <a16:creationId xmlns:a16="http://schemas.microsoft.com/office/drawing/2014/main" id="{8E4458B2-C416-4FE1-87B8-FBF44599C90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48" name="直線コネクタ 128147">
                        <a:extLst>
                          <a:ext uri="{FF2B5EF4-FFF2-40B4-BE49-F238E27FC236}">
                            <a16:creationId xmlns:a16="http://schemas.microsoft.com/office/drawing/2014/main" id="{D42D3433-A8AE-40BA-A92C-1679A3FE949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4135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28098" name="グループ化 128097">
                      <a:extLst>
                        <a:ext uri="{FF2B5EF4-FFF2-40B4-BE49-F238E27FC236}">
                          <a16:creationId xmlns:a16="http://schemas.microsoft.com/office/drawing/2014/main" id="{2BAB1C6C-5EBA-424B-9279-77F11A5592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400" y="6216991"/>
                      <a:ext cx="1378503" cy="168685"/>
                      <a:chOff x="4712400" y="4414086"/>
                      <a:chExt cx="1378503" cy="168685"/>
                    </a:xfrm>
                  </p:grpSpPr>
                  <p:cxnSp>
                    <p:nvCxnSpPr>
                      <p:cNvPr id="128099" name="直線コネクタ 128098">
                        <a:extLst>
                          <a:ext uri="{FF2B5EF4-FFF2-40B4-BE49-F238E27FC236}">
                            <a16:creationId xmlns:a16="http://schemas.microsoft.com/office/drawing/2014/main" id="{2249597D-2393-4827-9D89-ADC39105E2F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677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0" name="直線コネクタ 128099">
                        <a:extLst>
                          <a:ext uri="{FF2B5EF4-FFF2-40B4-BE49-F238E27FC236}">
                            <a16:creationId xmlns:a16="http://schemas.microsoft.com/office/drawing/2014/main" id="{6BEF7866-73E3-4034-8DBA-635E745BCD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45051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1" name="直線コネクタ 128100">
                        <a:extLst>
                          <a:ext uri="{FF2B5EF4-FFF2-40B4-BE49-F238E27FC236}">
                            <a16:creationId xmlns:a16="http://schemas.microsoft.com/office/drawing/2014/main" id="{671A3121-6329-4E6F-86AA-57C579EF6BA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188" y="4414299"/>
                        <a:ext cx="151625" cy="1512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2" name="直線コネクタ 128101">
                        <a:extLst>
                          <a:ext uri="{FF2B5EF4-FFF2-40B4-BE49-F238E27FC236}">
                            <a16:creationId xmlns:a16="http://schemas.microsoft.com/office/drawing/2014/main" id="{6A62AF67-D152-491A-9426-71001C60D34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248" y="4416326"/>
                        <a:ext cx="108304" cy="1080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3" name="直線コネクタ 128102">
                        <a:extLst>
                          <a:ext uri="{FF2B5EF4-FFF2-40B4-BE49-F238E27FC236}">
                            <a16:creationId xmlns:a16="http://schemas.microsoft.com/office/drawing/2014/main" id="{F0871B6F-054E-4245-99D7-206F578A97C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09" y="4414421"/>
                        <a:ext cx="64982" cy="648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4" name="直線コネクタ 128103">
                        <a:extLst>
                          <a:ext uri="{FF2B5EF4-FFF2-40B4-BE49-F238E27FC236}">
                            <a16:creationId xmlns:a16="http://schemas.microsoft.com/office/drawing/2014/main" id="{69CC1B68-9AF4-426E-B1C0-8D608A9A2B6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rot="16200000">
                        <a:off x="4712371" y="4414481"/>
                        <a:ext cx="21661" cy="2160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5" name="直線コネクタ 128104">
                        <a:extLst>
                          <a:ext uri="{FF2B5EF4-FFF2-40B4-BE49-F238E27FC236}">
                            <a16:creationId xmlns:a16="http://schemas.microsoft.com/office/drawing/2014/main" id="{814F9821-0BE7-47D6-BA7B-1D5BDF4213F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788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6" name="直線コネクタ 128105">
                        <a:extLst>
                          <a:ext uri="{FF2B5EF4-FFF2-40B4-BE49-F238E27FC236}">
                            <a16:creationId xmlns:a16="http://schemas.microsoft.com/office/drawing/2014/main" id="{38DC45E8-CA5C-4976-96E2-D398873E444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31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7" name="直線コネクタ 128106">
                        <a:extLst>
                          <a:ext uri="{FF2B5EF4-FFF2-40B4-BE49-F238E27FC236}">
                            <a16:creationId xmlns:a16="http://schemas.microsoft.com/office/drawing/2014/main" id="{DD3205CD-A25A-4C6B-949D-323BC10BF0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874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8" name="直線コネクタ 128107">
                        <a:extLst>
                          <a:ext uri="{FF2B5EF4-FFF2-40B4-BE49-F238E27FC236}">
                            <a16:creationId xmlns:a16="http://schemas.microsoft.com/office/drawing/2014/main" id="{AE0D14E0-D062-4732-91E6-7A35A390120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03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09" name="直線コネクタ 128108">
                        <a:extLst>
                          <a:ext uri="{FF2B5EF4-FFF2-40B4-BE49-F238E27FC236}">
                            <a16:creationId xmlns:a16="http://schemas.microsoft.com/office/drawing/2014/main" id="{65B71821-88C4-42B3-8DAC-9883352AE00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176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0" name="直線コネクタ 128109">
                        <a:extLst>
                          <a:ext uri="{FF2B5EF4-FFF2-40B4-BE49-F238E27FC236}">
                            <a16:creationId xmlns:a16="http://schemas.microsoft.com/office/drawing/2014/main" id="{9D52B363-EBDA-41DB-B7AA-0EB6343D1D6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4960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1" name="直線コネクタ 128110">
                        <a:extLst>
                          <a:ext uri="{FF2B5EF4-FFF2-40B4-BE49-F238E27FC236}">
                            <a16:creationId xmlns:a16="http://schemas.microsoft.com/office/drawing/2014/main" id="{9F8BAACD-7FFB-4D3E-9050-71EB9F142FE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03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2" name="直線コネクタ 128111">
                        <a:extLst>
                          <a:ext uri="{FF2B5EF4-FFF2-40B4-BE49-F238E27FC236}">
                            <a16:creationId xmlns:a16="http://schemas.microsoft.com/office/drawing/2014/main" id="{209CE2CD-2B32-4CE1-B3B4-A0921264863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46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3" name="直線コネクタ 128112">
                        <a:extLst>
                          <a:ext uri="{FF2B5EF4-FFF2-40B4-BE49-F238E27FC236}">
                            <a16:creationId xmlns:a16="http://schemas.microsoft.com/office/drawing/2014/main" id="{5690F75E-0650-4A21-A135-33D8A1B4584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3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4" name="直線コネクタ 128113">
                        <a:extLst>
                          <a:ext uri="{FF2B5EF4-FFF2-40B4-BE49-F238E27FC236}">
                            <a16:creationId xmlns:a16="http://schemas.microsoft.com/office/drawing/2014/main" id="{CB7FEE11-7206-48B2-8A22-305B4FFCEB2A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090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5" name="直線コネクタ 128114">
                        <a:extLst>
                          <a:ext uri="{FF2B5EF4-FFF2-40B4-BE49-F238E27FC236}">
                            <a16:creationId xmlns:a16="http://schemas.microsoft.com/office/drawing/2014/main" id="{993F3EE0-1131-43AC-B422-BDCA8507732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33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6" name="直線コネクタ 128115">
                        <a:extLst>
                          <a:ext uri="{FF2B5EF4-FFF2-40B4-BE49-F238E27FC236}">
                            <a16:creationId xmlns:a16="http://schemas.microsoft.com/office/drawing/2014/main" id="{6A97802B-F653-4623-8437-18863B0C81F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176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7" name="直線コネクタ 128116">
                        <a:extLst>
                          <a:ext uri="{FF2B5EF4-FFF2-40B4-BE49-F238E27FC236}">
                            <a16:creationId xmlns:a16="http://schemas.microsoft.com/office/drawing/2014/main" id="{AC7F5387-15FC-4E65-93BD-A0237583508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19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8" name="直線コネクタ 128117">
                        <a:extLst>
                          <a:ext uri="{FF2B5EF4-FFF2-40B4-BE49-F238E27FC236}">
                            <a16:creationId xmlns:a16="http://schemas.microsoft.com/office/drawing/2014/main" id="{BB4AB9AA-79D1-480F-A56E-79BBD85ABB1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85692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19" name="直線コネクタ 128118">
                        <a:extLst>
                          <a:ext uri="{FF2B5EF4-FFF2-40B4-BE49-F238E27FC236}">
                            <a16:creationId xmlns:a16="http://schemas.microsoft.com/office/drawing/2014/main" id="{DFFDB712-943F-4F6F-A404-C0D419B0122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2629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0" name="直線コネクタ 128119">
                        <a:extLst>
                          <a:ext uri="{FF2B5EF4-FFF2-40B4-BE49-F238E27FC236}">
                            <a16:creationId xmlns:a16="http://schemas.microsoft.com/office/drawing/2014/main" id="{A437AFD6-9247-4D89-A484-38F64DB7F567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058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1" name="直線コネクタ 128120">
                        <a:extLst>
                          <a:ext uri="{FF2B5EF4-FFF2-40B4-BE49-F238E27FC236}">
                            <a16:creationId xmlns:a16="http://schemas.microsoft.com/office/drawing/2014/main" id="{1FC65D35-6126-4FF9-982B-14F6DF5A180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490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2" name="直線コネクタ 128121">
                        <a:extLst>
                          <a:ext uri="{FF2B5EF4-FFF2-40B4-BE49-F238E27FC236}">
                            <a16:creationId xmlns:a16="http://schemas.microsoft.com/office/drawing/2014/main" id="{722ABE67-6E63-4770-AC1D-77F06CC34D04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2594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3" name="直線コネクタ 128122">
                        <a:extLst>
                          <a:ext uri="{FF2B5EF4-FFF2-40B4-BE49-F238E27FC236}">
                            <a16:creationId xmlns:a16="http://schemas.microsoft.com/office/drawing/2014/main" id="{FCA72464-A619-4056-AF35-88A59F2033B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3928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4" name="直線コネクタ 128123">
                        <a:extLst>
                          <a:ext uri="{FF2B5EF4-FFF2-40B4-BE49-F238E27FC236}">
                            <a16:creationId xmlns:a16="http://schemas.microsoft.com/office/drawing/2014/main" id="{9676C0D7-AD27-4D03-9A4A-43CDB7E801B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360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5" name="直線コネクタ 128124">
                        <a:extLst>
                          <a:ext uri="{FF2B5EF4-FFF2-40B4-BE49-F238E27FC236}">
                            <a16:creationId xmlns:a16="http://schemas.microsoft.com/office/drawing/2014/main" id="{F908A035-F54E-45ED-B897-BE0AB1EBA249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479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6" name="直線コネクタ 128125">
                        <a:extLst>
                          <a:ext uri="{FF2B5EF4-FFF2-40B4-BE49-F238E27FC236}">
                            <a16:creationId xmlns:a16="http://schemas.microsoft.com/office/drawing/2014/main" id="{97807957-B62F-47FE-A3EB-4AAC8C3BF10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451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7" name="直線コネクタ 128126">
                        <a:extLst>
                          <a:ext uri="{FF2B5EF4-FFF2-40B4-BE49-F238E27FC236}">
                            <a16:creationId xmlns:a16="http://schemas.microsoft.com/office/drawing/2014/main" id="{AACC7B47-0B72-46D9-B158-E243F800CF6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224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8" name="直線コネクタ 128127">
                        <a:extLst>
                          <a:ext uri="{FF2B5EF4-FFF2-40B4-BE49-F238E27FC236}">
                            <a16:creationId xmlns:a16="http://schemas.microsoft.com/office/drawing/2014/main" id="{95AA4D65-5387-4D0A-AA54-FAC0CDB4778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565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29" name="直線コネクタ 128128">
                        <a:extLst>
                          <a:ext uri="{FF2B5EF4-FFF2-40B4-BE49-F238E27FC236}">
                            <a16:creationId xmlns:a16="http://schemas.microsoft.com/office/drawing/2014/main" id="{1FDB442F-93F0-4ABD-A2AD-09630A12D6C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08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0" name="直線コネクタ 128129">
                        <a:extLst>
                          <a:ext uri="{FF2B5EF4-FFF2-40B4-BE49-F238E27FC236}">
                            <a16:creationId xmlns:a16="http://schemas.microsoft.com/office/drawing/2014/main" id="{F88D9904-6E28-4215-95C8-612AA8B087A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51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1" name="直線コネクタ 128130">
                        <a:extLst>
                          <a:ext uri="{FF2B5EF4-FFF2-40B4-BE49-F238E27FC236}">
                            <a16:creationId xmlns:a16="http://schemas.microsoft.com/office/drawing/2014/main" id="{C818CB05-6967-4279-9528-E2CFB9BE072D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17943" y="4569581"/>
                        <a:ext cx="13153" cy="13190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2" name="直線コネクタ 128131">
                        <a:extLst>
                          <a:ext uri="{FF2B5EF4-FFF2-40B4-BE49-F238E27FC236}">
                            <a16:creationId xmlns:a16="http://schemas.microsoft.com/office/drawing/2014/main" id="{F131E38D-4BD3-44EF-8D8D-954A774DBC28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695200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3" name="直線コネクタ 128132">
                        <a:extLst>
                          <a:ext uri="{FF2B5EF4-FFF2-40B4-BE49-F238E27FC236}">
                            <a16:creationId xmlns:a16="http://schemas.microsoft.com/office/drawing/2014/main" id="{24EF2C83-7906-4FF5-AE42-95EBBBC8CBFE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381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4" name="直線コネクタ 128133">
                        <a:extLst>
                          <a:ext uri="{FF2B5EF4-FFF2-40B4-BE49-F238E27FC236}">
                            <a16:creationId xmlns:a16="http://schemas.microsoft.com/office/drawing/2014/main" id="{33BA1A7D-8314-4ECC-B83A-A9240472CAC1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7813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5" name="直線コネクタ 128134">
                        <a:extLst>
                          <a:ext uri="{FF2B5EF4-FFF2-40B4-BE49-F238E27FC236}">
                            <a16:creationId xmlns:a16="http://schemas.microsoft.com/office/drawing/2014/main" id="{248E9959-2BF5-41AF-ABDF-B52AC24258D0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245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6" name="直線コネクタ 128135">
                        <a:extLst>
                          <a:ext uri="{FF2B5EF4-FFF2-40B4-BE49-F238E27FC236}">
                            <a16:creationId xmlns:a16="http://schemas.microsoft.com/office/drawing/2014/main" id="{4685A138-CC2D-4DE3-8112-623A3E6A49D3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867749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7" name="直線コネクタ 128136">
                        <a:extLst>
                          <a:ext uri="{FF2B5EF4-FFF2-40B4-BE49-F238E27FC236}">
                            <a16:creationId xmlns:a16="http://schemas.microsoft.com/office/drawing/2014/main" id="{976E7896-31AF-4516-BD50-24B23C860F3B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10698" y="4420938"/>
                        <a:ext cx="154796" cy="155236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8" name="直線コネクタ 128137">
                        <a:extLst>
                          <a:ext uri="{FF2B5EF4-FFF2-40B4-BE49-F238E27FC236}">
                            <a16:creationId xmlns:a16="http://schemas.microsoft.com/office/drawing/2014/main" id="{327B069F-B768-4FA8-A779-8A9AACBD1162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6040800" y="4527099"/>
                        <a:ext cx="50103" cy="50245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39" name="直線コネクタ 128138">
                        <a:extLst>
                          <a:ext uri="{FF2B5EF4-FFF2-40B4-BE49-F238E27FC236}">
                            <a16:creationId xmlns:a16="http://schemas.microsoft.com/office/drawing/2014/main" id="{DEF4F479-31CC-4787-B4DC-D5577795AA4F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97600" y="4484694"/>
                        <a:ext cx="92034" cy="92293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28140" name="直線コネクタ 128139">
                        <a:extLst>
                          <a:ext uri="{FF2B5EF4-FFF2-40B4-BE49-F238E27FC236}">
                            <a16:creationId xmlns:a16="http://schemas.microsoft.com/office/drawing/2014/main" id="{AF0CCB44-A03F-4F04-A3E9-9A5647215D7C}"/>
                          </a:ext>
                        </a:extLst>
                      </p:cNvPr>
                      <p:cNvCxnSpPr>
                        <a:cxnSpLocks noChangeAspect="1"/>
                      </p:cNvCxnSpPr>
                      <p:nvPr/>
                    </p:nvCxnSpPr>
                    <p:spPr>
                      <a:xfrm flipV="1">
                        <a:off x="5952874" y="4440024"/>
                        <a:ext cx="135764" cy="136147"/>
                      </a:xfrm>
                      <a:prstGeom prst="line">
                        <a:avLst/>
                      </a:prstGeom>
                      <a:ln w="1905">
                        <a:solidFill>
                          <a:schemeClr val="bg1">
                            <a:lumMod val="50000"/>
                          </a:schemeClr>
                        </a:solidFill>
                        <a:prstDash val="solid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</p:grpSp>
          </p:grpSp>
        </p:grpSp>
        <p:grpSp>
          <p:nvGrpSpPr>
            <p:cNvPr id="104910" name="グループ化 104909">
              <a:extLst>
                <a:ext uri="{FF2B5EF4-FFF2-40B4-BE49-F238E27FC236}">
                  <a16:creationId xmlns:a16="http://schemas.microsoft.com/office/drawing/2014/main" id="{F22C2515-4FDC-46E3-8635-9AE88D0668E5}"/>
                </a:ext>
              </a:extLst>
            </p:cNvPr>
            <p:cNvGrpSpPr/>
            <p:nvPr/>
          </p:nvGrpSpPr>
          <p:grpSpPr>
            <a:xfrm>
              <a:off x="0" y="3599881"/>
              <a:ext cx="3600000" cy="3600000"/>
              <a:chOff x="3599881" y="3599881"/>
              <a:chExt cx="3600000" cy="3600000"/>
            </a:xfrm>
          </p:grpSpPr>
          <p:grpSp>
            <p:nvGrpSpPr>
              <p:cNvPr id="123151" name="グループ化 123150">
                <a:extLst>
                  <a:ext uri="{FF2B5EF4-FFF2-40B4-BE49-F238E27FC236}">
                    <a16:creationId xmlns:a16="http://schemas.microsoft.com/office/drawing/2014/main" id="{A82E30EE-CA2B-4FCB-BA61-3C2C82B7E514}"/>
                  </a:ext>
                </a:extLst>
              </p:cNvPr>
              <p:cNvGrpSpPr/>
              <p:nvPr/>
            </p:nvGrpSpPr>
            <p:grpSpPr>
              <a:xfrm>
                <a:off x="3599881" y="3599881"/>
                <a:ext cx="3600000" cy="3600000"/>
                <a:chOff x="3599881" y="3599881"/>
                <a:chExt cx="3600000" cy="3600000"/>
              </a:xfrm>
            </p:grpSpPr>
            <p:grpSp>
              <p:nvGrpSpPr>
                <p:cNvPr id="127773" name="グループ化 127772">
                  <a:extLst>
                    <a:ext uri="{FF2B5EF4-FFF2-40B4-BE49-F238E27FC236}">
                      <a16:creationId xmlns:a16="http://schemas.microsoft.com/office/drawing/2014/main" id="{46BE4229-27DB-406A-BEE3-412D82769588}"/>
                    </a:ext>
                  </a:extLst>
                </p:cNvPr>
                <p:cNvGrpSpPr/>
                <p:nvPr/>
              </p:nvGrpSpPr>
              <p:grpSpPr>
                <a:xfrm>
                  <a:off x="3805200" y="3805200"/>
                  <a:ext cx="3189362" cy="3189362"/>
                  <a:chOff x="3805200" y="3805200"/>
                  <a:chExt cx="3189362" cy="3189362"/>
                </a:xfrm>
              </p:grpSpPr>
              <p:sp>
                <p:nvSpPr>
                  <p:cNvPr id="127895" name="楕円 127894">
                    <a:extLst>
                      <a:ext uri="{FF2B5EF4-FFF2-40B4-BE49-F238E27FC236}">
                        <a16:creationId xmlns:a16="http://schemas.microsoft.com/office/drawing/2014/main" id="{EC914C95-8D61-421F-9D1F-D9C0E7D8C62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5345881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896" name="楕円 127895">
                    <a:extLst>
                      <a:ext uri="{FF2B5EF4-FFF2-40B4-BE49-F238E27FC236}">
                        <a16:creationId xmlns:a16="http://schemas.microsoft.com/office/drawing/2014/main" id="{0E65A6BC-1625-41A4-8699-A7C9418187C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234582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897" name="楕円 127896">
                    <a:extLst>
                      <a:ext uri="{FF2B5EF4-FFF2-40B4-BE49-F238E27FC236}">
                        <a16:creationId xmlns:a16="http://schemas.microsoft.com/office/drawing/2014/main" id="{E7BDEA8B-B468-4CF8-86E8-05B5243D6DA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4457180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898" name="楕円 127897">
                    <a:extLst>
                      <a:ext uri="{FF2B5EF4-FFF2-40B4-BE49-F238E27FC236}">
                        <a16:creationId xmlns:a16="http://schemas.microsoft.com/office/drawing/2014/main" id="{A4E122C0-56E2-4113-9355-861286415A1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V="1">
                    <a:off x="5345881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899" name="楕円 127898">
                    <a:extLst>
                      <a:ext uri="{FF2B5EF4-FFF2-40B4-BE49-F238E27FC236}">
                        <a16:creationId xmlns:a16="http://schemas.microsoft.com/office/drawing/2014/main" id="{65C2CEC1-A2C1-4EC5-9D8B-3737357C608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V="1">
                    <a:off x="6234582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900" name="楕円 127899">
                    <a:extLst>
                      <a:ext uri="{FF2B5EF4-FFF2-40B4-BE49-F238E27FC236}">
                        <a16:creationId xmlns:a16="http://schemas.microsoft.com/office/drawing/2014/main" id="{5F367C5E-05BF-4C0F-9934-CC425AA0F2F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 flipH="1" flipV="1">
                    <a:off x="4457180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901" name="楕円 127900">
                    <a:extLst>
                      <a:ext uri="{FF2B5EF4-FFF2-40B4-BE49-F238E27FC236}">
                        <a16:creationId xmlns:a16="http://schemas.microsoft.com/office/drawing/2014/main" id="{2F1952ED-09A9-4ECF-A568-75FAF8A7A5D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>
                    <a:off x="6886562" y="5345881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902" name="楕円 127901">
                    <a:extLst>
                      <a:ext uri="{FF2B5EF4-FFF2-40B4-BE49-F238E27FC236}">
                        <a16:creationId xmlns:a16="http://schemas.microsoft.com/office/drawing/2014/main" id="{ED10526F-8D25-4F56-AA81-B88B81A2BE2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>
                    <a:off x="6886562" y="623458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903" name="楕円 127902">
                    <a:extLst>
                      <a:ext uri="{FF2B5EF4-FFF2-40B4-BE49-F238E27FC236}">
                        <a16:creationId xmlns:a16="http://schemas.microsoft.com/office/drawing/2014/main" id="{6A409505-3FA7-4DA2-8D73-05585C2416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6886562" y="445718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904" name="楕円 127903">
                    <a:extLst>
                      <a:ext uri="{FF2B5EF4-FFF2-40B4-BE49-F238E27FC236}">
                        <a16:creationId xmlns:a16="http://schemas.microsoft.com/office/drawing/2014/main" id="{ED7105FB-F72C-4D5A-B011-DE561960F18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05200" y="5345881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905" name="楕円 127904">
                    <a:extLst>
                      <a:ext uri="{FF2B5EF4-FFF2-40B4-BE49-F238E27FC236}">
                        <a16:creationId xmlns:a16="http://schemas.microsoft.com/office/drawing/2014/main" id="{96C5CA6B-DEC0-4302-8F3B-9ABF93C54E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05200" y="445718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7906" name="楕円 127905">
                    <a:extLst>
                      <a:ext uri="{FF2B5EF4-FFF2-40B4-BE49-F238E27FC236}">
                        <a16:creationId xmlns:a16="http://schemas.microsoft.com/office/drawing/2014/main" id="{258C3D15-F8F1-448D-851C-E1AF4DD534A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 flipH="1">
                    <a:off x="3805200" y="623458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7774" name="グループ化 127773">
                  <a:extLst>
                    <a:ext uri="{FF2B5EF4-FFF2-40B4-BE49-F238E27FC236}">
                      <a16:creationId xmlns:a16="http://schemas.microsoft.com/office/drawing/2014/main" id="{52518137-7E2B-4EA3-9067-F35A0E8B6EF1}"/>
                    </a:ext>
                  </a:extLst>
                </p:cNvPr>
                <p:cNvGrpSpPr/>
                <p:nvPr/>
              </p:nvGrpSpPr>
              <p:grpSpPr>
                <a:xfrm>
                  <a:off x="4024800" y="4024800"/>
                  <a:ext cx="2750163" cy="2750162"/>
                  <a:chOff x="4024800" y="4024800"/>
                  <a:chExt cx="2750163" cy="2750162"/>
                </a:xfrm>
              </p:grpSpPr>
              <p:cxnSp>
                <p:nvCxnSpPr>
                  <p:cNvPr id="127883" name="直線コネクタ 127882">
                    <a:extLst>
                      <a:ext uri="{FF2B5EF4-FFF2-40B4-BE49-F238E27FC236}">
                        <a16:creationId xmlns:a16="http://schemas.microsoft.com/office/drawing/2014/main" id="{F331271F-C4A9-48AE-A508-D221B3584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99881" y="4024800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4" name="直線コネクタ 127883">
                    <a:extLst>
                      <a:ext uri="{FF2B5EF4-FFF2-40B4-BE49-F238E27FC236}">
                        <a16:creationId xmlns:a16="http://schemas.microsoft.com/office/drawing/2014/main" id="{6A1A4B0A-2038-46BC-BF9D-EAB706A4B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100019" y="4024800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5" name="直線コネクタ 127884">
                    <a:extLst>
                      <a:ext uri="{FF2B5EF4-FFF2-40B4-BE49-F238E27FC236}">
                        <a16:creationId xmlns:a16="http://schemas.microsoft.com/office/drawing/2014/main" id="{66E290F6-65FC-4749-A8FF-43853B21C5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05978" y="4024800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6" name="直線コネクタ 127885">
                    <a:extLst>
                      <a:ext uri="{FF2B5EF4-FFF2-40B4-BE49-F238E27FC236}">
                        <a16:creationId xmlns:a16="http://schemas.microsoft.com/office/drawing/2014/main" id="{4E093F41-C706-4B3A-84CD-89966AE06D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93757" y="5318676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7" name="直線コネクタ 127886">
                    <a:extLst>
                      <a:ext uri="{FF2B5EF4-FFF2-40B4-BE49-F238E27FC236}">
                        <a16:creationId xmlns:a16="http://schemas.microsoft.com/office/drawing/2014/main" id="{A1A3AF21-8A1B-44B6-B453-CA63E5DF7A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46875" y="6065697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8" name="直線コネクタ 127887">
                    <a:extLst>
                      <a:ext uri="{FF2B5EF4-FFF2-40B4-BE49-F238E27FC236}">
                        <a16:creationId xmlns:a16="http://schemas.microsoft.com/office/drawing/2014/main" id="{B75E0950-471A-43FA-AC10-90114D9887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46875" y="4571656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9" name="直線コネクタ 127888">
                    <a:extLst>
                      <a:ext uri="{FF2B5EF4-FFF2-40B4-BE49-F238E27FC236}">
                        <a16:creationId xmlns:a16="http://schemas.microsoft.com/office/drawing/2014/main" id="{1E15F1B0-0122-4931-975E-CC11FADA98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9881" y="6612552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90" name="直線コネクタ 127889">
                    <a:extLst>
                      <a:ext uri="{FF2B5EF4-FFF2-40B4-BE49-F238E27FC236}">
                        <a16:creationId xmlns:a16="http://schemas.microsoft.com/office/drawing/2014/main" id="{AA5A2D35-C070-4341-898E-A5BFA7CA8D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605978" y="6612552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91" name="直線コネクタ 127890">
                    <a:extLst>
                      <a:ext uri="{FF2B5EF4-FFF2-40B4-BE49-F238E27FC236}">
                        <a16:creationId xmlns:a16="http://schemas.microsoft.com/office/drawing/2014/main" id="{0A62973A-07AC-43A1-BB21-FD5E08F259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100019" y="6612552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92" name="直線コネクタ 127891">
                    <a:extLst>
                      <a:ext uri="{FF2B5EF4-FFF2-40B4-BE49-F238E27FC236}">
                        <a16:creationId xmlns:a16="http://schemas.microsoft.com/office/drawing/2014/main" id="{C1DA3312-E510-41EB-9C5B-E09626516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106005" y="5318676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93" name="直線コネクタ 127892">
                    <a:extLst>
                      <a:ext uri="{FF2B5EF4-FFF2-40B4-BE49-F238E27FC236}">
                        <a16:creationId xmlns:a16="http://schemas.microsoft.com/office/drawing/2014/main" id="{62832C0C-3275-43B1-B4D9-761E2FECB3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59123" y="4571655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94" name="直線コネクタ 127893">
                    <a:extLst>
                      <a:ext uri="{FF2B5EF4-FFF2-40B4-BE49-F238E27FC236}">
                        <a16:creationId xmlns:a16="http://schemas.microsoft.com/office/drawing/2014/main" id="{178BB936-C2BE-47F7-9D0B-EDEA9F4966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59123" y="6065696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7775" name="グループ化 127774">
                  <a:extLst>
                    <a:ext uri="{FF2B5EF4-FFF2-40B4-BE49-F238E27FC236}">
                      <a16:creationId xmlns:a16="http://schemas.microsoft.com/office/drawing/2014/main" id="{6248533E-D8C5-4779-97E2-85AFFF8AD679}"/>
                    </a:ext>
                  </a:extLst>
                </p:cNvPr>
                <p:cNvGrpSpPr/>
                <p:nvPr/>
              </p:nvGrpSpPr>
              <p:grpSpPr>
                <a:xfrm>
                  <a:off x="4024800" y="4024800"/>
                  <a:ext cx="2750163" cy="2750162"/>
                  <a:chOff x="4024800" y="4024800"/>
                  <a:chExt cx="2750163" cy="2750162"/>
                </a:xfrm>
              </p:grpSpPr>
              <p:cxnSp>
                <p:nvCxnSpPr>
                  <p:cNvPr id="127835" name="直線コネクタ 127834">
                    <a:extLst>
                      <a:ext uri="{FF2B5EF4-FFF2-40B4-BE49-F238E27FC236}">
                        <a16:creationId xmlns:a16="http://schemas.microsoft.com/office/drawing/2014/main" id="{608A2492-FC80-4D73-AC9F-BFB768F007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527339" y="402480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36" name="直線コネクタ 127835">
                    <a:extLst>
                      <a:ext uri="{FF2B5EF4-FFF2-40B4-BE49-F238E27FC236}">
                        <a16:creationId xmlns:a16="http://schemas.microsoft.com/office/drawing/2014/main" id="{8DA7B59F-A12B-4900-BD28-EB5731CAFE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657850" y="4024800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37" name="直線コネクタ 127836">
                    <a:extLst>
                      <a:ext uri="{FF2B5EF4-FFF2-40B4-BE49-F238E27FC236}">
                        <a16:creationId xmlns:a16="http://schemas.microsoft.com/office/drawing/2014/main" id="{BCD39A45-E1B7-4114-B65E-3A5832980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795010" y="4024800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38" name="直線コネクタ 127837">
                    <a:extLst>
                      <a:ext uri="{FF2B5EF4-FFF2-40B4-BE49-F238E27FC236}">
                        <a16:creationId xmlns:a16="http://schemas.microsoft.com/office/drawing/2014/main" id="{4E195067-A4EF-4432-9F11-F965291321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939703" y="4024800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39" name="直線コネクタ 127838">
                    <a:extLst>
                      <a:ext uri="{FF2B5EF4-FFF2-40B4-BE49-F238E27FC236}">
                        <a16:creationId xmlns:a16="http://schemas.microsoft.com/office/drawing/2014/main" id="{E7B42A26-E061-4149-82B4-B2A7F9506D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280785" y="402624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0" name="直線コネクタ 127839">
                    <a:extLst>
                      <a:ext uri="{FF2B5EF4-FFF2-40B4-BE49-F238E27FC236}">
                        <a16:creationId xmlns:a16="http://schemas.microsoft.com/office/drawing/2014/main" id="{87373166-C6E4-4C73-8CE3-28421E933A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55350" y="402480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1" name="直線コネクタ 127840">
                    <a:extLst>
                      <a:ext uri="{FF2B5EF4-FFF2-40B4-BE49-F238E27FC236}">
                        <a16:creationId xmlns:a16="http://schemas.microsoft.com/office/drawing/2014/main" id="{81CD2A49-FDEE-40F7-A6D3-6BF2562F2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7597" y="4024800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2" name="直線コネクタ 127841">
                    <a:extLst>
                      <a:ext uri="{FF2B5EF4-FFF2-40B4-BE49-F238E27FC236}">
                        <a16:creationId xmlns:a16="http://schemas.microsoft.com/office/drawing/2014/main" id="{2F0C32E2-B41C-4412-A2B4-AAB822C826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53087" y="4024800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3" name="直線コネクタ 127842">
                    <a:extLst>
                      <a:ext uri="{FF2B5EF4-FFF2-40B4-BE49-F238E27FC236}">
                        <a16:creationId xmlns:a16="http://schemas.microsoft.com/office/drawing/2014/main" id="{C0860D1E-9692-4DD0-834D-AE31B00527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87653" y="4024800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4" name="直線コネクタ 127843">
                    <a:extLst>
                      <a:ext uri="{FF2B5EF4-FFF2-40B4-BE49-F238E27FC236}">
                        <a16:creationId xmlns:a16="http://schemas.microsoft.com/office/drawing/2014/main" id="{EBA9831B-7B3C-4045-8252-345D0E5FB0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01878" y="402624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5" name="直線コネクタ 127844">
                    <a:extLst>
                      <a:ext uri="{FF2B5EF4-FFF2-40B4-BE49-F238E27FC236}">
                        <a16:creationId xmlns:a16="http://schemas.microsoft.com/office/drawing/2014/main" id="{CD01D213-B44B-4C35-86B1-4F56823930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613067" y="4181038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6" name="直線コネクタ 127845">
                    <a:extLst>
                      <a:ext uri="{FF2B5EF4-FFF2-40B4-BE49-F238E27FC236}">
                        <a16:creationId xmlns:a16="http://schemas.microsoft.com/office/drawing/2014/main" id="{9C2F50CC-A543-4E21-961D-A49076FA41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491582" y="4048342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7" name="直線コネクタ 127846">
                    <a:extLst>
                      <a:ext uri="{FF2B5EF4-FFF2-40B4-BE49-F238E27FC236}">
                        <a16:creationId xmlns:a16="http://schemas.microsoft.com/office/drawing/2014/main" id="{55FF74BE-36FF-47C3-A201-D777CE525C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85221" y="5454671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8" name="直線コネクタ 127847">
                    <a:extLst>
                      <a:ext uri="{FF2B5EF4-FFF2-40B4-BE49-F238E27FC236}">
                        <a16:creationId xmlns:a16="http://schemas.microsoft.com/office/drawing/2014/main" id="{A064C492-7A1C-4B4B-8960-F993AA48D1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77084" y="5594287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49" name="直線コネクタ 127848">
                    <a:extLst>
                      <a:ext uri="{FF2B5EF4-FFF2-40B4-BE49-F238E27FC236}">
                        <a16:creationId xmlns:a16="http://schemas.microsoft.com/office/drawing/2014/main" id="{5BE5A0A8-2C5D-417E-89E1-9E3719F59B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69626" y="5741339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0" name="直線コネクタ 127849">
                    <a:extLst>
                      <a:ext uri="{FF2B5EF4-FFF2-40B4-BE49-F238E27FC236}">
                        <a16:creationId xmlns:a16="http://schemas.microsoft.com/office/drawing/2014/main" id="{2DD2996A-14C1-4D33-9898-A48E4469F5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57448" y="5894595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1" name="直線コネクタ 127850">
                    <a:extLst>
                      <a:ext uri="{FF2B5EF4-FFF2-40B4-BE49-F238E27FC236}">
                        <a16:creationId xmlns:a16="http://schemas.microsoft.com/office/drawing/2014/main" id="{8666E406-D390-456C-A161-04AB1A6DC5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34377" y="6258748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2" name="直線コネクタ 127851">
                    <a:extLst>
                      <a:ext uri="{FF2B5EF4-FFF2-40B4-BE49-F238E27FC236}">
                        <a16:creationId xmlns:a16="http://schemas.microsoft.com/office/drawing/2014/main" id="{F971EB2E-9D8C-4BFC-88CC-AE755B8A15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85221" y="518268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3" name="直線コネクタ 127852">
                    <a:extLst>
                      <a:ext uri="{FF2B5EF4-FFF2-40B4-BE49-F238E27FC236}">
                        <a16:creationId xmlns:a16="http://schemas.microsoft.com/office/drawing/2014/main" id="{86C7B418-0BDA-4EFE-96B2-7A092701E3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77084" y="5044034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4" name="直線コネクタ 127853">
                    <a:extLst>
                      <a:ext uri="{FF2B5EF4-FFF2-40B4-BE49-F238E27FC236}">
                        <a16:creationId xmlns:a16="http://schemas.microsoft.com/office/drawing/2014/main" id="{38D551CA-C942-4192-94B0-C3CC61D61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69626" y="4899416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5" name="直線コネクタ 127854">
                    <a:extLst>
                      <a:ext uri="{FF2B5EF4-FFF2-40B4-BE49-F238E27FC236}">
                        <a16:creationId xmlns:a16="http://schemas.microsoft.com/office/drawing/2014/main" id="{65F2746C-596B-473A-BE5E-8E88DC26A7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57448" y="4742545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6" name="直線コネクタ 127855">
                    <a:extLst>
                      <a:ext uri="{FF2B5EF4-FFF2-40B4-BE49-F238E27FC236}">
                        <a16:creationId xmlns:a16="http://schemas.microsoft.com/office/drawing/2014/main" id="{FEDC10F6-1A35-49C0-87D2-17D5B3E352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34377" y="4379841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7" name="直線コネクタ 127856">
                    <a:extLst>
                      <a:ext uri="{FF2B5EF4-FFF2-40B4-BE49-F238E27FC236}">
                        <a16:creationId xmlns:a16="http://schemas.microsoft.com/office/drawing/2014/main" id="{B96C3600-E2EE-444F-9970-EBBB6DAFA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485244" y="6620062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8" name="直線コネクタ 127857">
                    <a:extLst>
                      <a:ext uri="{FF2B5EF4-FFF2-40B4-BE49-F238E27FC236}">
                        <a16:creationId xmlns:a16="http://schemas.microsoft.com/office/drawing/2014/main" id="{291AABAA-D9BF-4AB3-ADFC-EF029F0E3A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19265" y="6484659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59" name="直線コネクタ 127858">
                    <a:extLst>
                      <a:ext uri="{FF2B5EF4-FFF2-40B4-BE49-F238E27FC236}">
                        <a16:creationId xmlns:a16="http://schemas.microsoft.com/office/drawing/2014/main" id="{CE0E60EF-916F-4E1D-BA75-0A34D4E66F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5255350" y="661255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0" name="直線コネクタ 127859">
                    <a:extLst>
                      <a:ext uri="{FF2B5EF4-FFF2-40B4-BE49-F238E27FC236}">
                        <a16:creationId xmlns:a16="http://schemas.microsoft.com/office/drawing/2014/main" id="{3894030A-5A62-44B0-A9F2-AF3BEAD426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5107597" y="6613521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1" name="直線コネクタ 127860">
                    <a:extLst>
                      <a:ext uri="{FF2B5EF4-FFF2-40B4-BE49-F238E27FC236}">
                        <a16:creationId xmlns:a16="http://schemas.microsoft.com/office/drawing/2014/main" id="{8F30FBDD-AA14-46E5-A4F5-5DC3895C71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953087" y="6615954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2" name="直線コネクタ 127861">
                    <a:extLst>
                      <a:ext uri="{FF2B5EF4-FFF2-40B4-BE49-F238E27FC236}">
                        <a16:creationId xmlns:a16="http://schemas.microsoft.com/office/drawing/2014/main" id="{8F4755EE-6A2D-4776-99BB-B1D9DAB9D0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787653" y="6612339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3" name="直線コネクタ 127862">
                    <a:extLst>
                      <a:ext uri="{FF2B5EF4-FFF2-40B4-BE49-F238E27FC236}">
                        <a16:creationId xmlns:a16="http://schemas.microsoft.com/office/drawing/2014/main" id="{8F7D6DE0-6352-434E-94B1-EC844363AE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401878" y="661233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4" name="直線コネクタ 127863">
                    <a:extLst>
                      <a:ext uri="{FF2B5EF4-FFF2-40B4-BE49-F238E27FC236}">
                        <a16:creationId xmlns:a16="http://schemas.microsoft.com/office/drawing/2014/main" id="{FEF24169-D1C3-4B16-A71C-CEB95CF848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7339" y="661255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5" name="直線コネクタ 127864">
                    <a:extLst>
                      <a:ext uri="{FF2B5EF4-FFF2-40B4-BE49-F238E27FC236}">
                        <a16:creationId xmlns:a16="http://schemas.microsoft.com/office/drawing/2014/main" id="{6AEDE960-9EC5-4316-B337-733C3D67B6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7850" y="6613521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6" name="直線コネクタ 127865">
                    <a:extLst>
                      <a:ext uri="{FF2B5EF4-FFF2-40B4-BE49-F238E27FC236}">
                        <a16:creationId xmlns:a16="http://schemas.microsoft.com/office/drawing/2014/main" id="{FCAE7054-F328-4E49-9339-3D01D6E99E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95010" y="6615954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7" name="直線コネクタ 127866">
                    <a:extLst>
                      <a:ext uri="{FF2B5EF4-FFF2-40B4-BE49-F238E27FC236}">
                        <a16:creationId xmlns:a16="http://schemas.microsoft.com/office/drawing/2014/main" id="{6C1E7A65-FFB0-46E5-9CF0-E54DB86B60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9703" y="6612339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8" name="直線コネクタ 127867">
                    <a:extLst>
                      <a:ext uri="{FF2B5EF4-FFF2-40B4-BE49-F238E27FC236}">
                        <a16:creationId xmlns:a16="http://schemas.microsoft.com/office/drawing/2014/main" id="{0E7C5EBA-5B37-4168-95C7-EB88578B70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280785" y="661233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69" name="直線コネクタ 127868">
                    <a:extLst>
                      <a:ext uri="{FF2B5EF4-FFF2-40B4-BE49-F238E27FC236}">
                        <a16:creationId xmlns:a16="http://schemas.microsoft.com/office/drawing/2014/main" id="{1785DA85-0641-4C13-9EEE-05F36AA2BA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046220" y="6492239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0" name="直線コネクタ 127869">
                    <a:extLst>
                      <a:ext uri="{FF2B5EF4-FFF2-40B4-BE49-F238E27FC236}">
                        <a16:creationId xmlns:a16="http://schemas.microsoft.com/office/drawing/2014/main" id="{06273D5A-983A-49BC-9589-4E8C498235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182948" y="6612339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1" name="直線コネクタ 127870">
                    <a:extLst>
                      <a:ext uri="{FF2B5EF4-FFF2-40B4-BE49-F238E27FC236}">
                        <a16:creationId xmlns:a16="http://schemas.microsoft.com/office/drawing/2014/main" id="{6D380475-F65E-494B-A582-9E513D2531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97469" y="5182681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2" name="直線コネクタ 127871">
                    <a:extLst>
                      <a:ext uri="{FF2B5EF4-FFF2-40B4-BE49-F238E27FC236}">
                        <a16:creationId xmlns:a16="http://schemas.microsoft.com/office/drawing/2014/main" id="{6A6B00C0-00C3-4000-A58D-45E2BD9F4D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88363" y="5044034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3" name="直線コネクタ 127872">
                    <a:extLst>
                      <a:ext uri="{FF2B5EF4-FFF2-40B4-BE49-F238E27FC236}">
                        <a16:creationId xmlns:a16="http://schemas.microsoft.com/office/drawing/2014/main" id="{7B05BB07-E1C9-4541-9E04-13E3405F89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78472" y="4899415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4" name="直線コネクタ 127873">
                    <a:extLst>
                      <a:ext uri="{FF2B5EF4-FFF2-40B4-BE49-F238E27FC236}">
                        <a16:creationId xmlns:a16="http://schemas.microsoft.com/office/drawing/2014/main" id="{3D3A61FB-8002-496A-8E1F-7104F38647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69909" y="4742544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5" name="直線コネクタ 127874">
                    <a:extLst>
                      <a:ext uri="{FF2B5EF4-FFF2-40B4-BE49-F238E27FC236}">
                        <a16:creationId xmlns:a16="http://schemas.microsoft.com/office/drawing/2014/main" id="{1AE35C5B-6756-4B6A-9DFF-08D154316E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48287" y="4379840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6" name="直線コネクタ 127875">
                    <a:extLst>
                      <a:ext uri="{FF2B5EF4-FFF2-40B4-BE49-F238E27FC236}">
                        <a16:creationId xmlns:a16="http://schemas.microsoft.com/office/drawing/2014/main" id="{8E44F8AD-7B23-45C2-A84F-06B1C3216C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97469" y="545467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7" name="直線コネクタ 127876">
                    <a:extLst>
                      <a:ext uri="{FF2B5EF4-FFF2-40B4-BE49-F238E27FC236}">
                        <a16:creationId xmlns:a16="http://schemas.microsoft.com/office/drawing/2014/main" id="{4462C60C-83FB-4271-AC8B-864590CCA4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88363" y="5594287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8" name="直線コネクタ 127877">
                    <a:extLst>
                      <a:ext uri="{FF2B5EF4-FFF2-40B4-BE49-F238E27FC236}">
                        <a16:creationId xmlns:a16="http://schemas.microsoft.com/office/drawing/2014/main" id="{56CC322B-E18A-44B7-92BE-DAE6B75E8C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78472" y="5741338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79" name="直線コネクタ 127878">
                    <a:extLst>
                      <a:ext uri="{FF2B5EF4-FFF2-40B4-BE49-F238E27FC236}">
                        <a16:creationId xmlns:a16="http://schemas.microsoft.com/office/drawing/2014/main" id="{E85034C6-482D-4C28-9829-1AD5242FC1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69909" y="5894594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0" name="直線コネクタ 127879">
                    <a:extLst>
                      <a:ext uri="{FF2B5EF4-FFF2-40B4-BE49-F238E27FC236}">
                        <a16:creationId xmlns:a16="http://schemas.microsoft.com/office/drawing/2014/main" id="{22D61BB6-4DF9-4370-861A-257793696A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48287" y="6258747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1" name="直線コネクタ 127880">
                    <a:extLst>
                      <a:ext uri="{FF2B5EF4-FFF2-40B4-BE49-F238E27FC236}">
                        <a16:creationId xmlns:a16="http://schemas.microsoft.com/office/drawing/2014/main" id="{086D58D5-7C5A-4599-9920-880C06DB2F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174043" y="4053215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82" name="直線コネクタ 127881">
                    <a:extLst>
                      <a:ext uri="{FF2B5EF4-FFF2-40B4-BE49-F238E27FC236}">
                        <a16:creationId xmlns:a16="http://schemas.microsoft.com/office/drawing/2014/main" id="{98E2BFC7-1757-4B19-B369-AB176AADAE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55266" y="4176022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7776" name="正方形/長方形 127775">
                  <a:extLst>
                    <a:ext uri="{FF2B5EF4-FFF2-40B4-BE49-F238E27FC236}">
                      <a16:creationId xmlns:a16="http://schemas.microsoft.com/office/drawing/2014/main" id="{3797F7C8-7DED-46A2-A58F-C26A1BBDC8C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599881" y="3599881"/>
                  <a:ext cx="3600000" cy="360000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27777" name="直線コネクタ 127776">
                  <a:extLst>
                    <a:ext uri="{FF2B5EF4-FFF2-40B4-BE49-F238E27FC236}">
                      <a16:creationId xmlns:a16="http://schemas.microsoft.com/office/drawing/2014/main" id="{E037DC78-0760-42DC-9006-C1A7723F50AC}"/>
                    </a:ext>
                  </a:extLst>
                </p:cNvPr>
                <p:cNvCxnSpPr>
                  <a:cxnSpLocks/>
                  <a:stCxn id="127776" idx="0"/>
                  <a:endCxn id="127776" idx="2"/>
                </p:cNvCxnSpPr>
                <p:nvPr/>
              </p:nvCxnSpPr>
              <p:spPr>
                <a:xfrm flipH="1">
                  <a:off x="5399881" y="3599881"/>
                  <a:ext cx="0" cy="360000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778" name="直線コネクタ 127777">
                  <a:extLst>
                    <a:ext uri="{FF2B5EF4-FFF2-40B4-BE49-F238E27FC236}">
                      <a16:creationId xmlns:a16="http://schemas.microsoft.com/office/drawing/2014/main" id="{3B82B9E9-D371-41AF-8996-F852FB1D8E3B}"/>
                    </a:ext>
                  </a:extLst>
                </p:cNvPr>
                <p:cNvCxnSpPr>
                  <a:cxnSpLocks/>
                  <a:stCxn id="127776" idx="3"/>
                  <a:endCxn id="127776" idx="1"/>
                </p:cNvCxnSpPr>
                <p:nvPr/>
              </p:nvCxnSpPr>
              <p:spPr>
                <a:xfrm>
                  <a:off x="3599881" y="5399881"/>
                  <a:ext cx="3600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7779" name="グループ化 127778">
                  <a:extLst>
                    <a:ext uri="{FF2B5EF4-FFF2-40B4-BE49-F238E27FC236}">
                      <a16:creationId xmlns:a16="http://schemas.microsoft.com/office/drawing/2014/main" id="{F0D94E50-0746-4759-B02D-92916757AB61}"/>
                    </a:ext>
                  </a:extLst>
                </p:cNvPr>
                <p:cNvGrpSpPr/>
                <p:nvPr/>
              </p:nvGrpSpPr>
              <p:grpSpPr>
                <a:xfrm flipH="1">
                  <a:off x="6799916" y="3719046"/>
                  <a:ext cx="280800" cy="280800"/>
                  <a:chOff x="3719046" y="3719046"/>
                  <a:chExt cx="280800" cy="280800"/>
                </a:xfrm>
              </p:grpSpPr>
              <p:grpSp>
                <p:nvGrpSpPr>
                  <p:cNvPr id="127831" name="グループ化 127830">
                    <a:extLst>
                      <a:ext uri="{FF2B5EF4-FFF2-40B4-BE49-F238E27FC236}">
                        <a16:creationId xmlns:a16="http://schemas.microsoft.com/office/drawing/2014/main" id="{44094356-DED0-4AFD-9C2D-F2D4739B2148}"/>
                      </a:ext>
                    </a:extLst>
                  </p:cNvPr>
                  <p:cNvGrpSpPr/>
                  <p:nvPr/>
                </p:nvGrpSpPr>
                <p:grpSpPr>
                  <a:xfrm>
                    <a:off x="371904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7833" name="直線コネクタ 127832">
                      <a:extLst>
                        <a:ext uri="{FF2B5EF4-FFF2-40B4-BE49-F238E27FC236}">
                          <a16:creationId xmlns:a16="http://schemas.microsoft.com/office/drawing/2014/main" id="{CF900001-AC36-4069-AD7C-E8F11389477B}"/>
                        </a:ext>
                      </a:extLst>
                    </p:cNvPr>
                    <p:cNvCxnSpPr>
                      <a:cxnSpLocks/>
                      <a:stCxn id="127832" idx="4"/>
                      <a:endCxn id="127832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834" name="直線コネクタ 127833">
                      <a:extLst>
                        <a:ext uri="{FF2B5EF4-FFF2-40B4-BE49-F238E27FC236}">
                          <a16:creationId xmlns:a16="http://schemas.microsoft.com/office/drawing/2014/main" id="{8D4E512F-3349-49EC-AB27-5A26B7800063}"/>
                        </a:ext>
                      </a:extLst>
                    </p:cNvPr>
                    <p:cNvCxnSpPr>
                      <a:cxnSpLocks/>
                      <a:stCxn id="127832" idx="2"/>
                      <a:endCxn id="127832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832" name="楕円 127831">
                    <a:extLst>
                      <a:ext uri="{FF2B5EF4-FFF2-40B4-BE49-F238E27FC236}">
                        <a16:creationId xmlns:a16="http://schemas.microsoft.com/office/drawing/2014/main" id="{840A6201-19F1-4713-85F2-206B8FAA4E6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7780" name="グループ化 127779">
                  <a:extLst>
                    <a:ext uri="{FF2B5EF4-FFF2-40B4-BE49-F238E27FC236}">
                      <a16:creationId xmlns:a16="http://schemas.microsoft.com/office/drawing/2014/main" id="{6882B224-6B47-4FE5-A4BC-22B1D62C7DF8}"/>
                    </a:ext>
                  </a:extLst>
                </p:cNvPr>
                <p:cNvGrpSpPr/>
                <p:nvPr/>
              </p:nvGrpSpPr>
              <p:grpSpPr>
                <a:xfrm flipH="1">
                  <a:off x="3719046" y="6799916"/>
                  <a:ext cx="280800" cy="280800"/>
                  <a:chOff x="6799916" y="6799916"/>
                  <a:chExt cx="280800" cy="280800"/>
                </a:xfrm>
              </p:grpSpPr>
              <p:grpSp>
                <p:nvGrpSpPr>
                  <p:cNvPr id="127827" name="グループ化 127826">
                    <a:extLst>
                      <a:ext uri="{FF2B5EF4-FFF2-40B4-BE49-F238E27FC236}">
                        <a16:creationId xmlns:a16="http://schemas.microsoft.com/office/drawing/2014/main" id="{BEDAD9AB-E144-4362-8B64-CBB19EA35DAB}"/>
                      </a:ext>
                    </a:extLst>
                  </p:cNvPr>
                  <p:cNvGrpSpPr/>
                  <p:nvPr/>
                </p:nvGrpSpPr>
                <p:grpSpPr>
                  <a:xfrm rot="16200000" flipV="1">
                    <a:off x="679991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7829" name="直線コネクタ 127828">
                      <a:extLst>
                        <a:ext uri="{FF2B5EF4-FFF2-40B4-BE49-F238E27FC236}">
                          <a16:creationId xmlns:a16="http://schemas.microsoft.com/office/drawing/2014/main" id="{B2C46D8B-7E6C-4897-926D-065A03806B47}"/>
                        </a:ext>
                      </a:extLst>
                    </p:cNvPr>
                    <p:cNvCxnSpPr>
                      <a:cxnSpLocks/>
                      <a:stCxn id="127828" idx="4"/>
                      <a:endCxn id="127828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830" name="直線コネクタ 127829">
                      <a:extLst>
                        <a:ext uri="{FF2B5EF4-FFF2-40B4-BE49-F238E27FC236}">
                          <a16:creationId xmlns:a16="http://schemas.microsoft.com/office/drawing/2014/main" id="{85543F3B-771E-43EA-A787-AFFA502D4742}"/>
                        </a:ext>
                      </a:extLst>
                    </p:cNvPr>
                    <p:cNvCxnSpPr>
                      <a:cxnSpLocks/>
                      <a:stCxn id="127828" idx="2"/>
                      <a:endCxn id="127828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828" name="楕円 127827">
                    <a:extLst>
                      <a:ext uri="{FF2B5EF4-FFF2-40B4-BE49-F238E27FC236}">
                        <a16:creationId xmlns:a16="http://schemas.microsoft.com/office/drawing/2014/main" id="{09099A17-AF89-48DE-83AD-2187084326E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V="1">
                    <a:off x="679991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7781" name="グループ化 127780">
                  <a:extLst>
                    <a:ext uri="{FF2B5EF4-FFF2-40B4-BE49-F238E27FC236}">
                      <a16:creationId xmlns:a16="http://schemas.microsoft.com/office/drawing/2014/main" id="{69A03CF3-0D4F-402B-A205-91F57A9122DE}"/>
                    </a:ext>
                  </a:extLst>
                </p:cNvPr>
                <p:cNvGrpSpPr/>
                <p:nvPr/>
              </p:nvGrpSpPr>
              <p:grpSpPr>
                <a:xfrm flipH="1">
                  <a:off x="6799916" y="6799916"/>
                  <a:ext cx="280800" cy="280800"/>
                  <a:chOff x="3719046" y="6799916"/>
                  <a:chExt cx="280800" cy="280800"/>
                </a:xfrm>
              </p:grpSpPr>
              <p:grpSp>
                <p:nvGrpSpPr>
                  <p:cNvPr id="127823" name="グループ化 127822">
                    <a:extLst>
                      <a:ext uri="{FF2B5EF4-FFF2-40B4-BE49-F238E27FC236}">
                        <a16:creationId xmlns:a16="http://schemas.microsoft.com/office/drawing/2014/main" id="{9B4E2549-BFB4-4F79-ADCD-8B34A323B6B4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371904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7825" name="直線コネクタ 127824">
                      <a:extLst>
                        <a:ext uri="{FF2B5EF4-FFF2-40B4-BE49-F238E27FC236}">
                          <a16:creationId xmlns:a16="http://schemas.microsoft.com/office/drawing/2014/main" id="{F244A787-99CE-4B54-8EDA-AB1C8692DE51}"/>
                        </a:ext>
                      </a:extLst>
                    </p:cNvPr>
                    <p:cNvCxnSpPr>
                      <a:cxnSpLocks/>
                      <a:stCxn id="127824" idx="4"/>
                      <a:endCxn id="127824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826" name="直線コネクタ 127825">
                      <a:extLst>
                        <a:ext uri="{FF2B5EF4-FFF2-40B4-BE49-F238E27FC236}">
                          <a16:creationId xmlns:a16="http://schemas.microsoft.com/office/drawing/2014/main" id="{029390B0-3590-42D3-8A34-03268D1D402C}"/>
                        </a:ext>
                      </a:extLst>
                    </p:cNvPr>
                    <p:cNvCxnSpPr>
                      <a:cxnSpLocks/>
                      <a:stCxn id="127824" idx="2"/>
                      <a:endCxn id="127824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824" name="楕円 127823">
                    <a:extLst>
                      <a:ext uri="{FF2B5EF4-FFF2-40B4-BE49-F238E27FC236}">
                        <a16:creationId xmlns:a16="http://schemas.microsoft.com/office/drawing/2014/main" id="{C4A033CD-BA39-4B3D-AB67-F1663C1EC55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7782" name="グループ化 127781">
                  <a:extLst>
                    <a:ext uri="{FF2B5EF4-FFF2-40B4-BE49-F238E27FC236}">
                      <a16:creationId xmlns:a16="http://schemas.microsoft.com/office/drawing/2014/main" id="{2BE7618D-1F27-4B51-9B9E-24DD44A9668C}"/>
                    </a:ext>
                  </a:extLst>
                </p:cNvPr>
                <p:cNvGrpSpPr/>
                <p:nvPr/>
              </p:nvGrpSpPr>
              <p:grpSpPr>
                <a:xfrm flipH="1">
                  <a:off x="3719046" y="3719046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27819" name="グループ化 127818">
                    <a:extLst>
                      <a:ext uri="{FF2B5EF4-FFF2-40B4-BE49-F238E27FC236}">
                        <a16:creationId xmlns:a16="http://schemas.microsoft.com/office/drawing/2014/main" id="{60EDEFCA-8C30-4DF0-B882-2655B77B09D2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7821" name="直線コネクタ 127820">
                      <a:extLst>
                        <a:ext uri="{FF2B5EF4-FFF2-40B4-BE49-F238E27FC236}">
                          <a16:creationId xmlns:a16="http://schemas.microsoft.com/office/drawing/2014/main" id="{F0F4AD99-B666-4B52-B635-1CA0323E87DE}"/>
                        </a:ext>
                      </a:extLst>
                    </p:cNvPr>
                    <p:cNvCxnSpPr>
                      <a:cxnSpLocks/>
                      <a:stCxn id="127820" idx="4"/>
                      <a:endCxn id="127820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822" name="直線コネクタ 127821">
                      <a:extLst>
                        <a:ext uri="{FF2B5EF4-FFF2-40B4-BE49-F238E27FC236}">
                          <a16:creationId xmlns:a16="http://schemas.microsoft.com/office/drawing/2014/main" id="{46F312BA-B1FA-40B6-9CB0-F86414C13872}"/>
                        </a:ext>
                      </a:extLst>
                    </p:cNvPr>
                    <p:cNvCxnSpPr>
                      <a:cxnSpLocks/>
                      <a:stCxn id="127820" idx="2"/>
                      <a:endCxn id="127820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820" name="楕円 127819">
                    <a:extLst>
                      <a:ext uri="{FF2B5EF4-FFF2-40B4-BE49-F238E27FC236}">
                        <a16:creationId xmlns:a16="http://schemas.microsoft.com/office/drawing/2014/main" id="{DCBFE62C-1807-4C8B-822F-A3311CBF6F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7783" name="グループ化 127782">
                  <a:extLst>
                    <a:ext uri="{FF2B5EF4-FFF2-40B4-BE49-F238E27FC236}">
                      <a16:creationId xmlns:a16="http://schemas.microsoft.com/office/drawing/2014/main" id="{6249EE32-17D0-4292-A645-8BCFBEAB97B8}"/>
                    </a:ext>
                  </a:extLst>
                </p:cNvPr>
                <p:cNvGrpSpPr/>
                <p:nvPr/>
              </p:nvGrpSpPr>
              <p:grpSpPr>
                <a:xfrm flipH="1">
                  <a:off x="5259481" y="3719046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27815" name="グループ化 127814">
                    <a:extLst>
                      <a:ext uri="{FF2B5EF4-FFF2-40B4-BE49-F238E27FC236}">
                        <a16:creationId xmlns:a16="http://schemas.microsoft.com/office/drawing/2014/main" id="{846BED39-61D7-431C-94B9-9FFEF7FAB84D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7817" name="直線コネクタ 127816">
                      <a:extLst>
                        <a:ext uri="{FF2B5EF4-FFF2-40B4-BE49-F238E27FC236}">
                          <a16:creationId xmlns:a16="http://schemas.microsoft.com/office/drawing/2014/main" id="{851A0A33-1837-43E3-8DBD-530A9D9077D4}"/>
                        </a:ext>
                      </a:extLst>
                    </p:cNvPr>
                    <p:cNvCxnSpPr>
                      <a:cxnSpLocks/>
                      <a:stCxn id="127816" idx="4"/>
                      <a:endCxn id="127816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818" name="直線コネクタ 127817">
                      <a:extLst>
                        <a:ext uri="{FF2B5EF4-FFF2-40B4-BE49-F238E27FC236}">
                          <a16:creationId xmlns:a16="http://schemas.microsoft.com/office/drawing/2014/main" id="{73B0DB8A-FE0B-4C7C-BBF7-3DE199126AD6}"/>
                        </a:ext>
                      </a:extLst>
                    </p:cNvPr>
                    <p:cNvCxnSpPr>
                      <a:cxnSpLocks/>
                      <a:stCxn id="127816" idx="2"/>
                      <a:endCxn id="127816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816" name="楕円 127815">
                    <a:extLst>
                      <a:ext uri="{FF2B5EF4-FFF2-40B4-BE49-F238E27FC236}">
                        <a16:creationId xmlns:a16="http://schemas.microsoft.com/office/drawing/2014/main" id="{DCDB009B-1C07-4FE0-97E7-F6289F0150A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7784" name="グループ化 127783">
                  <a:extLst>
                    <a:ext uri="{FF2B5EF4-FFF2-40B4-BE49-F238E27FC236}">
                      <a16:creationId xmlns:a16="http://schemas.microsoft.com/office/drawing/2014/main" id="{B0663572-203E-4EB3-A178-AAE5D89EF5B5}"/>
                    </a:ext>
                  </a:extLst>
                </p:cNvPr>
                <p:cNvGrpSpPr/>
                <p:nvPr/>
              </p:nvGrpSpPr>
              <p:grpSpPr>
                <a:xfrm flipH="1">
                  <a:off x="5259481" y="6799916"/>
                  <a:ext cx="280800" cy="280800"/>
                  <a:chOff x="6799916" y="6799916"/>
                  <a:chExt cx="280800" cy="280800"/>
                </a:xfrm>
              </p:grpSpPr>
              <p:grpSp>
                <p:nvGrpSpPr>
                  <p:cNvPr id="127811" name="グループ化 127810">
                    <a:extLst>
                      <a:ext uri="{FF2B5EF4-FFF2-40B4-BE49-F238E27FC236}">
                        <a16:creationId xmlns:a16="http://schemas.microsoft.com/office/drawing/2014/main" id="{0CDC7C8F-A14F-40E0-B3FC-BAF0491C7437}"/>
                      </a:ext>
                    </a:extLst>
                  </p:cNvPr>
                  <p:cNvGrpSpPr/>
                  <p:nvPr/>
                </p:nvGrpSpPr>
                <p:grpSpPr>
                  <a:xfrm rot="16200000" flipV="1">
                    <a:off x="679991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7813" name="直線コネクタ 127812">
                      <a:extLst>
                        <a:ext uri="{FF2B5EF4-FFF2-40B4-BE49-F238E27FC236}">
                          <a16:creationId xmlns:a16="http://schemas.microsoft.com/office/drawing/2014/main" id="{9C9B5260-81CA-4F4F-AD40-B6AEEA6A54D1}"/>
                        </a:ext>
                      </a:extLst>
                    </p:cNvPr>
                    <p:cNvCxnSpPr>
                      <a:cxnSpLocks/>
                      <a:stCxn id="127812" idx="4"/>
                      <a:endCxn id="127812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814" name="直線コネクタ 127813">
                      <a:extLst>
                        <a:ext uri="{FF2B5EF4-FFF2-40B4-BE49-F238E27FC236}">
                          <a16:creationId xmlns:a16="http://schemas.microsoft.com/office/drawing/2014/main" id="{E31D64AC-3886-4C5A-80F0-B0F5BD6EE633}"/>
                        </a:ext>
                      </a:extLst>
                    </p:cNvPr>
                    <p:cNvCxnSpPr>
                      <a:cxnSpLocks/>
                      <a:stCxn id="127812" idx="2"/>
                      <a:endCxn id="127812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812" name="楕円 127811">
                    <a:extLst>
                      <a:ext uri="{FF2B5EF4-FFF2-40B4-BE49-F238E27FC236}">
                        <a16:creationId xmlns:a16="http://schemas.microsoft.com/office/drawing/2014/main" id="{17968093-5F35-4D52-A2E4-ABB22931E2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V="1">
                    <a:off x="679991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7785" name="グループ化 127784">
                  <a:extLst>
                    <a:ext uri="{FF2B5EF4-FFF2-40B4-BE49-F238E27FC236}">
                      <a16:creationId xmlns:a16="http://schemas.microsoft.com/office/drawing/2014/main" id="{1FA1C8DB-232A-4D36-85FF-3179C1152F1E}"/>
                    </a:ext>
                  </a:extLst>
                </p:cNvPr>
                <p:cNvGrpSpPr/>
                <p:nvPr/>
              </p:nvGrpSpPr>
              <p:grpSpPr>
                <a:xfrm flipH="1">
                  <a:off x="3719046" y="5259481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27807" name="グループ化 127806">
                    <a:extLst>
                      <a:ext uri="{FF2B5EF4-FFF2-40B4-BE49-F238E27FC236}">
                        <a16:creationId xmlns:a16="http://schemas.microsoft.com/office/drawing/2014/main" id="{0337C3F7-6328-4D36-A8F9-FBDE6E1790B9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7809" name="直線コネクタ 127808">
                      <a:extLst>
                        <a:ext uri="{FF2B5EF4-FFF2-40B4-BE49-F238E27FC236}">
                          <a16:creationId xmlns:a16="http://schemas.microsoft.com/office/drawing/2014/main" id="{FAB47538-4B0E-4EAB-88E0-782E41EB2F07}"/>
                        </a:ext>
                      </a:extLst>
                    </p:cNvPr>
                    <p:cNvCxnSpPr>
                      <a:cxnSpLocks/>
                      <a:stCxn id="127808" idx="4"/>
                      <a:endCxn id="127808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810" name="直線コネクタ 127809">
                      <a:extLst>
                        <a:ext uri="{FF2B5EF4-FFF2-40B4-BE49-F238E27FC236}">
                          <a16:creationId xmlns:a16="http://schemas.microsoft.com/office/drawing/2014/main" id="{79427864-DE0A-40B2-AE1D-833E5FBB9E93}"/>
                        </a:ext>
                      </a:extLst>
                    </p:cNvPr>
                    <p:cNvCxnSpPr>
                      <a:cxnSpLocks/>
                      <a:stCxn id="127808" idx="2"/>
                      <a:endCxn id="127808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808" name="楕円 127807">
                    <a:extLst>
                      <a:ext uri="{FF2B5EF4-FFF2-40B4-BE49-F238E27FC236}">
                        <a16:creationId xmlns:a16="http://schemas.microsoft.com/office/drawing/2014/main" id="{ABA1D0F0-521F-433F-ABC6-3D57E934FFB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7786" name="グループ化 127785">
                  <a:extLst>
                    <a:ext uri="{FF2B5EF4-FFF2-40B4-BE49-F238E27FC236}">
                      <a16:creationId xmlns:a16="http://schemas.microsoft.com/office/drawing/2014/main" id="{A004D1A5-A5FB-4E61-B496-44613B87AC8A}"/>
                    </a:ext>
                  </a:extLst>
                </p:cNvPr>
                <p:cNvGrpSpPr/>
                <p:nvPr/>
              </p:nvGrpSpPr>
              <p:grpSpPr>
                <a:xfrm flipH="1">
                  <a:off x="6799916" y="5259481"/>
                  <a:ext cx="280800" cy="280800"/>
                  <a:chOff x="3719046" y="3719046"/>
                  <a:chExt cx="280800" cy="280800"/>
                </a:xfrm>
              </p:grpSpPr>
              <p:grpSp>
                <p:nvGrpSpPr>
                  <p:cNvPr id="127803" name="グループ化 127802">
                    <a:extLst>
                      <a:ext uri="{FF2B5EF4-FFF2-40B4-BE49-F238E27FC236}">
                        <a16:creationId xmlns:a16="http://schemas.microsoft.com/office/drawing/2014/main" id="{F13D491B-1517-481E-8C1A-E5C9C2ADF0F3}"/>
                      </a:ext>
                    </a:extLst>
                  </p:cNvPr>
                  <p:cNvGrpSpPr/>
                  <p:nvPr/>
                </p:nvGrpSpPr>
                <p:grpSpPr>
                  <a:xfrm>
                    <a:off x="371904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7805" name="直線コネクタ 127804">
                      <a:extLst>
                        <a:ext uri="{FF2B5EF4-FFF2-40B4-BE49-F238E27FC236}">
                          <a16:creationId xmlns:a16="http://schemas.microsoft.com/office/drawing/2014/main" id="{31669C48-E77A-449F-9913-AA16712D5943}"/>
                        </a:ext>
                      </a:extLst>
                    </p:cNvPr>
                    <p:cNvCxnSpPr>
                      <a:cxnSpLocks/>
                      <a:stCxn id="127804" idx="4"/>
                      <a:endCxn id="127804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806" name="直線コネクタ 127805">
                      <a:extLst>
                        <a:ext uri="{FF2B5EF4-FFF2-40B4-BE49-F238E27FC236}">
                          <a16:creationId xmlns:a16="http://schemas.microsoft.com/office/drawing/2014/main" id="{011A5451-2A0A-4A11-BBCE-244D6E79D566}"/>
                        </a:ext>
                      </a:extLst>
                    </p:cNvPr>
                    <p:cNvCxnSpPr>
                      <a:cxnSpLocks/>
                      <a:stCxn id="127804" idx="2"/>
                      <a:endCxn id="127804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804" name="楕円 127803">
                    <a:extLst>
                      <a:ext uri="{FF2B5EF4-FFF2-40B4-BE49-F238E27FC236}">
                        <a16:creationId xmlns:a16="http://schemas.microsoft.com/office/drawing/2014/main" id="{7E647709-4C1C-4414-8897-C47673362CB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sp>
              <p:nvSpPr>
                <p:cNvPr id="127787" name="楕円 127786">
                  <a:extLst>
                    <a:ext uri="{FF2B5EF4-FFF2-40B4-BE49-F238E27FC236}">
                      <a16:creationId xmlns:a16="http://schemas.microsoft.com/office/drawing/2014/main" id="{8AFB615C-3B9E-4D6F-9CBD-CBF9AB42842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377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7788" name="楕円 127787">
                  <a:extLst>
                    <a:ext uri="{FF2B5EF4-FFF2-40B4-BE49-F238E27FC236}">
                      <a16:creationId xmlns:a16="http://schemas.microsoft.com/office/drawing/2014/main" id="{3A78AD3E-12F5-4C49-8601-34BF400131C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6855488" y="442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7789" name="楕円 127788">
                  <a:extLst>
                    <a:ext uri="{FF2B5EF4-FFF2-40B4-BE49-F238E27FC236}">
                      <a16:creationId xmlns:a16="http://schemas.microsoft.com/office/drawing/2014/main" id="{D393962E-564E-4D40-93D8-25866C8D420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6855488" y="620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7790" name="楕円 127789">
                  <a:extLst>
                    <a:ext uri="{FF2B5EF4-FFF2-40B4-BE49-F238E27FC236}">
                      <a16:creationId xmlns:a16="http://schemas.microsoft.com/office/drawing/2014/main" id="{8B4FC1C7-7F8E-43B6-8C1B-87C729DA1E5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685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7791" name="楕円 127790">
                  <a:extLst>
                    <a:ext uri="{FF2B5EF4-FFF2-40B4-BE49-F238E27FC236}">
                      <a16:creationId xmlns:a16="http://schemas.microsoft.com/office/drawing/2014/main" id="{B62AEFAE-F18F-4428-946B-1F7EC42064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772800" y="620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7792" name="楕円 127791">
                  <a:extLst>
                    <a:ext uri="{FF2B5EF4-FFF2-40B4-BE49-F238E27FC236}">
                      <a16:creationId xmlns:a16="http://schemas.microsoft.com/office/drawing/2014/main" id="{A6C6A9D9-1B41-4CC1-A3A6-22B39810A9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772800" y="442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cxnSp>
              <p:nvCxnSpPr>
                <p:cNvPr id="127793" name="直線コネクタ 127792">
                  <a:extLst>
                    <a:ext uri="{FF2B5EF4-FFF2-40B4-BE49-F238E27FC236}">
                      <a16:creationId xmlns:a16="http://schemas.microsoft.com/office/drawing/2014/main" id="{CC2338E3-74CC-49E9-9838-C56456E0A3C6}"/>
                    </a:ext>
                  </a:extLst>
                </p:cNvPr>
                <p:cNvCxnSpPr>
                  <a:cxnSpLocks/>
                  <a:stCxn id="127787" idx="3"/>
                  <a:endCxn id="127787" idx="7"/>
                </p:cNvCxnSpPr>
                <p:nvPr/>
              </p:nvCxnSpPr>
              <p:spPr>
                <a:xfrm flipH="1" flipV="1">
                  <a:off x="5338787" y="379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794" name="直線コネクタ 127793">
                  <a:extLst>
                    <a:ext uri="{FF2B5EF4-FFF2-40B4-BE49-F238E27FC236}">
                      <a16:creationId xmlns:a16="http://schemas.microsoft.com/office/drawing/2014/main" id="{992A6E8B-DB93-4E85-8B7C-3DD0B0E67392}"/>
                    </a:ext>
                  </a:extLst>
                </p:cNvPr>
                <p:cNvCxnSpPr>
                  <a:cxnSpLocks/>
                  <a:stCxn id="127787" idx="5"/>
                  <a:endCxn id="127787" idx="1"/>
                </p:cNvCxnSpPr>
                <p:nvPr/>
              </p:nvCxnSpPr>
              <p:spPr>
                <a:xfrm flipV="1">
                  <a:off x="5338787" y="379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795" name="直線コネクタ 127794">
                  <a:extLst>
                    <a:ext uri="{FF2B5EF4-FFF2-40B4-BE49-F238E27FC236}">
                      <a16:creationId xmlns:a16="http://schemas.microsoft.com/office/drawing/2014/main" id="{8A061444-57FF-4C75-8DD5-FA73E0D64A19}"/>
                    </a:ext>
                  </a:extLst>
                </p:cNvPr>
                <p:cNvCxnSpPr>
                  <a:cxnSpLocks/>
                  <a:stCxn id="127788" idx="5"/>
                  <a:endCxn id="127788" idx="1"/>
                </p:cNvCxnSpPr>
                <p:nvPr/>
              </p:nvCxnSpPr>
              <p:spPr>
                <a:xfrm flipV="1">
                  <a:off x="6880794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796" name="直線コネクタ 127795">
                  <a:extLst>
                    <a:ext uri="{FF2B5EF4-FFF2-40B4-BE49-F238E27FC236}">
                      <a16:creationId xmlns:a16="http://schemas.microsoft.com/office/drawing/2014/main" id="{03481187-DE69-4712-8A52-7671F2E7DC53}"/>
                    </a:ext>
                  </a:extLst>
                </p:cNvPr>
                <p:cNvCxnSpPr>
                  <a:cxnSpLocks/>
                  <a:stCxn id="127788" idx="3"/>
                  <a:endCxn id="127788" idx="7"/>
                </p:cNvCxnSpPr>
                <p:nvPr/>
              </p:nvCxnSpPr>
              <p:spPr>
                <a:xfrm flipH="1" flipV="1">
                  <a:off x="6880794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797" name="直線コネクタ 127796">
                  <a:extLst>
                    <a:ext uri="{FF2B5EF4-FFF2-40B4-BE49-F238E27FC236}">
                      <a16:creationId xmlns:a16="http://schemas.microsoft.com/office/drawing/2014/main" id="{A64AB135-2D7A-4CD5-8FEF-94BE64FE99C4}"/>
                    </a:ext>
                  </a:extLst>
                </p:cNvPr>
                <p:cNvCxnSpPr>
                  <a:cxnSpLocks/>
                  <a:stCxn id="127789" idx="5"/>
                  <a:endCxn id="127789" idx="1"/>
                </p:cNvCxnSpPr>
                <p:nvPr/>
              </p:nvCxnSpPr>
              <p:spPr>
                <a:xfrm flipV="1">
                  <a:off x="6880794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798" name="直線コネクタ 127797">
                  <a:extLst>
                    <a:ext uri="{FF2B5EF4-FFF2-40B4-BE49-F238E27FC236}">
                      <a16:creationId xmlns:a16="http://schemas.microsoft.com/office/drawing/2014/main" id="{E7B26BB2-D350-439F-BF05-8EF2F8E56306}"/>
                    </a:ext>
                  </a:extLst>
                </p:cNvPr>
                <p:cNvCxnSpPr>
                  <a:cxnSpLocks/>
                  <a:stCxn id="127789" idx="3"/>
                  <a:endCxn id="127789" idx="7"/>
                </p:cNvCxnSpPr>
                <p:nvPr/>
              </p:nvCxnSpPr>
              <p:spPr>
                <a:xfrm flipH="1" flipV="1">
                  <a:off x="6880794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799" name="直線コネクタ 127798">
                  <a:extLst>
                    <a:ext uri="{FF2B5EF4-FFF2-40B4-BE49-F238E27FC236}">
                      <a16:creationId xmlns:a16="http://schemas.microsoft.com/office/drawing/2014/main" id="{F19D568D-00AA-49D9-B036-46BBB77DE90E}"/>
                    </a:ext>
                  </a:extLst>
                </p:cNvPr>
                <p:cNvCxnSpPr>
                  <a:cxnSpLocks/>
                  <a:stCxn id="127791" idx="3"/>
                  <a:endCxn id="127791" idx="7"/>
                </p:cNvCxnSpPr>
                <p:nvPr/>
              </p:nvCxnSpPr>
              <p:spPr>
                <a:xfrm flipH="1" flipV="1">
                  <a:off x="3798106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800" name="直線コネクタ 127799">
                  <a:extLst>
                    <a:ext uri="{FF2B5EF4-FFF2-40B4-BE49-F238E27FC236}">
                      <a16:creationId xmlns:a16="http://schemas.microsoft.com/office/drawing/2014/main" id="{63668F6D-9F18-4404-9658-6179F84C11AF}"/>
                    </a:ext>
                  </a:extLst>
                </p:cNvPr>
                <p:cNvCxnSpPr>
                  <a:cxnSpLocks/>
                  <a:stCxn id="127791" idx="5"/>
                  <a:endCxn id="127791" idx="1"/>
                </p:cNvCxnSpPr>
                <p:nvPr/>
              </p:nvCxnSpPr>
              <p:spPr>
                <a:xfrm flipV="1">
                  <a:off x="3798106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801" name="直線コネクタ 127800">
                  <a:extLst>
                    <a:ext uri="{FF2B5EF4-FFF2-40B4-BE49-F238E27FC236}">
                      <a16:creationId xmlns:a16="http://schemas.microsoft.com/office/drawing/2014/main" id="{D87CAC61-C9CF-4068-A714-3D9684A3D04D}"/>
                    </a:ext>
                  </a:extLst>
                </p:cNvPr>
                <p:cNvCxnSpPr>
                  <a:cxnSpLocks/>
                  <a:stCxn id="127792" idx="3"/>
                  <a:endCxn id="127792" idx="7"/>
                </p:cNvCxnSpPr>
                <p:nvPr/>
              </p:nvCxnSpPr>
              <p:spPr>
                <a:xfrm flipH="1" flipV="1">
                  <a:off x="3798106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802" name="直線コネクタ 127801">
                  <a:extLst>
                    <a:ext uri="{FF2B5EF4-FFF2-40B4-BE49-F238E27FC236}">
                      <a16:creationId xmlns:a16="http://schemas.microsoft.com/office/drawing/2014/main" id="{2B18AEEE-CF56-482B-B4A7-D23C782C70EA}"/>
                    </a:ext>
                  </a:extLst>
                </p:cNvPr>
                <p:cNvCxnSpPr>
                  <a:cxnSpLocks/>
                  <a:stCxn id="127792" idx="5"/>
                  <a:endCxn id="127792" idx="1"/>
                </p:cNvCxnSpPr>
                <p:nvPr/>
              </p:nvCxnSpPr>
              <p:spPr>
                <a:xfrm flipV="1">
                  <a:off x="3798106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152" name="グループ化 123151">
                <a:extLst>
                  <a:ext uri="{FF2B5EF4-FFF2-40B4-BE49-F238E27FC236}">
                    <a16:creationId xmlns:a16="http://schemas.microsoft.com/office/drawing/2014/main" id="{8A1B5045-F194-4A73-BBA7-0DF098CD3E66}"/>
                  </a:ext>
                </a:extLst>
              </p:cNvPr>
              <p:cNvGrpSpPr/>
              <p:nvPr/>
            </p:nvGrpSpPr>
            <p:grpSpPr>
              <a:xfrm>
                <a:off x="4287481" y="4286224"/>
                <a:ext cx="2227978" cy="2229219"/>
                <a:chOff x="4287481" y="4286224"/>
                <a:chExt cx="2227978" cy="2229219"/>
              </a:xfrm>
            </p:grpSpPr>
            <p:grpSp>
              <p:nvGrpSpPr>
                <p:cNvPr id="123153" name="グループ化 123152">
                  <a:extLst>
                    <a:ext uri="{FF2B5EF4-FFF2-40B4-BE49-F238E27FC236}">
                      <a16:creationId xmlns:a16="http://schemas.microsoft.com/office/drawing/2014/main" id="{BA873366-8D3C-4EE6-93EA-ED5E2E9D38F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287481" y="4286224"/>
                  <a:ext cx="2227978" cy="2229219"/>
                  <a:chOff x="4287481" y="4286224"/>
                  <a:chExt cx="2227978" cy="2229219"/>
                </a:xfrm>
              </p:grpSpPr>
              <p:cxnSp>
                <p:nvCxnSpPr>
                  <p:cNvPr id="127389" name="直線コネクタ 127388">
                    <a:extLst>
                      <a:ext uri="{FF2B5EF4-FFF2-40B4-BE49-F238E27FC236}">
                        <a16:creationId xmlns:a16="http://schemas.microsoft.com/office/drawing/2014/main" id="{42B308B2-49D8-4759-8E62-1D10D652A7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0" name="直線コネクタ 127389">
                    <a:extLst>
                      <a:ext uri="{FF2B5EF4-FFF2-40B4-BE49-F238E27FC236}">
                        <a16:creationId xmlns:a16="http://schemas.microsoft.com/office/drawing/2014/main" id="{5671F142-59E8-44D9-A796-2A3484AEB2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1" name="直線コネクタ 127390">
                    <a:extLst>
                      <a:ext uri="{FF2B5EF4-FFF2-40B4-BE49-F238E27FC236}">
                        <a16:creationId xmlns:a16="http://schemas.microsoft.com/office/drawing/2014/main" id="{5E6CF560-9163-473C-B91D-773EF04327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2" name="直線コネクタ 127391">
                    <a:extLst>
                      <a:ext uri="{FF2B5EF4-FFF2-40B4-BE49-F238E27FC236}">
                        <a16:creationId xmlns:a16="http://schemas.microsoft.com/office/drawing/2014/main" id="{4ABB2B81-619C-4D5F-A0DE-C9392556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3" name="直線コネクタ 127392">
                    <a:extLst>
                      <a:ext uri="{FF2B5EF4-FFF2-40B4-BE49-F238E27FC236}">
                        <a16:creationId xmlns:a16="http://schemas.microsoft.com/office/drawing/2014/main" id="{D6687F0E-B903-45BC-8CF1-06C4064703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4" name="直線コネクタ 127393">
                    <a:extLst>
                      <a:ext uri="{FF2B5EF4-FFF2-40B4-BE49-F238E27FC236}">
                        <a16:creationId xmlns:a16="http://schemas.microsoft.com/office/drawing/2014/main" id="{D9C6AADB-556B-4CA6-8C63-075F9348DB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5" name="直線コネクタ 127394">
                    <a:extLst>
                      <a:ext uri="{FF2B5EF4-FFF2-40B4-BE49-F238E27FC236}">
                        <a16:creationId xmlns:a16="http://schemas.microsoft.com/office/drawing/2014/main" id="{32C96A20-F0F9-488B-944A-A365B24765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6" name="直線コネクタ 127395">
                    <a:extLst>
                      <a:ext uri="{FF2B5EF4-FFF2-40B4-BE49-F238E27FC236}">
                        <a16:creationId xmlns:a16="http://schemas.microsoft.com/office/drawing/2014/main" id="{B6259A4F-6AE8-4421-B136-2108D711A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7" name="直線コネクタ 127396">
                    <a:extLst>
                      <a:ext uri="{FF2B5EF4-FFF2-40B4-BE49-F238E27FC236}">
                        <a16:creationId xmlns:a16="http://schemas.microsoft.com/office/drawing/2014/main" id="{A39EEB62-4F5A-4A94-863C-CB10C30950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8" name="直線コネクタ 127397">
                    <a:extLst>
                      <a:ext uri="{FF2B5EF4-FFF2-40B4-BE49-F238E27FC236}">
                        <a16:creationId xmlns:a16="http://schemas.microsoft.com/office/drawing/2014/main" id="{EBB4D97A-385C-4FEB-A342-E0F88B3C577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399" name="直線コネクタ 127398">
                    <a:extLst>
                      <a:ext uri="{FF2B5EF4-FFF2-40B4-BE49-F238E27FC236}">
                        <a16:creationId xmlns:a16="http://schemas.microsoft.com/office/drawing/2014/main" id="{B6361622-F2FD-42A2-8EF9-959E10ECD18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0" name="直線コネクタ 127399">
                    <a:extLst>
                      <a:ext uri="{FF2B5EF4-FFF2-40B4-BE49-F238E27FC236}">
                        <a16:creationId xmlns:a16="http://schemas.microsoft.com/office/drawing/2014/main" id="{BA95BA1C-60E7-42D6-A0FA-251ECE05FC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1" name="直線コネクタ 127400">
                    <a:extLst>
                      <a:ext uri="{FF2B5EF4-FFF2-40B4-BE49-F238E27FC236}">
                        <a16:creationId xmlns:a16="http://schemas.microsoft.com/office/drawing/2014/main" id="{B3A0A498-3761-478E-BB56-F79869BEF34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2" name="直線コネクタ 127401">
                    <a:extLst>
                      <a:ext uri="{FF2B5EF4-FFF2-40B4-BE49-F238E27FC236}">
                        <a16:creationId xmlns:a16="http://schemas.microsoft.com/office/drawing/2014/main" id="{9B32491B-B11A-44F8-98F7-BF21E20371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3" name="直線コネクタ 127402">
                    <a:extLst>
                      <a:ext uri="{FF2B5EF4-FFF2-40B4-BE49-F238E27FC236}">
                        <a16:creationId xmlns:a16="http://schemas.microsoft.com/office/drawing/2014/main" id="{6ED5F722-7159-455D-AD7B-C862C5BFBD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4" name="直線コネクタ 127403">
                    <a:extLst>
                      <a:ext uri="{FF2B5EF4-FFF2-40B4-BE49-F238E27FC236}">
                        <a16:creationId xmlns:a16="http://schemas.microsoft.com/office/drawing/2014/main" id="{CA47E477-E2E7-4FF9-A000-C77D2CF04C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5" name="直線コネクタ 127404">
                    <a:extLst>
                      <a:ext uri="{FF2B5EF4-FFF2-40B4-BE49-F238E27FC236}">
                        <a16:creationId xmlns:a16="http://schemas.microsoft.com/office/drawing/2014/main" id="{C4BB350C-B4BD-4BA5-806D-D9F16EEFDA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6" name="直線コネクタ 127405">
                    <a:extLst>
                      <a:ext uri="{FF2B5EF4-FFF2-40B4-BE49-F238E27FC236}">
                        <a16:creationId xmlns:a16="http://schemas.microsoft.com/office/drawing/2014/main" id="{2CB8C02E-155B-439A-B000-0A1D2C445E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7" name="直線コネクタ 127406">
                    <a:extLst>
                      <a:ext uri="{FF2B5EF4-FFF2-40B4-BE49-F238E27FC236}">
                        <a16:creationId xmlns:a16="http://schemas.microsoft.com/office/drawing/2014/main" id="{739DCCD5-EF06-4894-A798-8919BF3669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8" name="直線コネクタ 127407">
                    <a:extLst>
                      <a:ext uri="{FF2B5EF4-FFF2-40B4-BE49-F238E27FC236}">
                        <a16:creationId xmlns:a16="http://schemas.microsoft.com/office/drawing/2014/main" id="{C02D5F63-14C0-4C14-8347-04D7AC05A9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09" name="直線コネクタ 127408">
                    <a:extLst>
                      <a:ext uri="{FF2B5EF4-FFF2-40B4-BE49-F238E27FC236}">
                        <a16:creationId xmlns:a16="http://schemas.microsoft.com/office/drawing/2014/main" id="{29CA525B-1270-40ED-A004-4631BD8461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0" name="直線コネクタ 127409">
                    <a:extLst>
                      <a:ext uri="{FF2B5EF4-FFF2-40B4-BE49-F238E27FC236}">
                        <a16:creationId xmlns:a16="http://schemas.microsoft.com/office/drawing/2014/main" id="{438A22E3-BD07-4350-BEF2-48061657D0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1" name="直線コネクタ 127410">
                    <a:extLst>
                      <a:ext uri="{FF2B5EF4-FFF2-40B4-BE49-F238E27FC236}">
                        <a16:creationId xmlns:a16="http://schemas.microsoft.com/office/drawing/2014/main" id="{08C6957B-0604-4092-AE6D-59160BF8F0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2" name="直線コネクタ 127411">
                    <a:extLst>
                      <a:ext uri="{FF2B5EF4-FFF2-40B4-BE49-F238E27FC236}">
                        <a16:creationId xmlns:a16="http://schemas.microsoft.com/office/drawing/2014/main" id="{9D65630C-8F48-47A1-B651-8F3177C5A5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3" name="直線コネクタ 127412">
                    <a:extLst>
                      <a:ext uri="{FF2B5EF4-FFF2-40B4-BE49-F238E27FC236}">
                        <a16:creationId xmlns:a16="http://schemas.microsoft.com/office/drawing/2014/main" id="{2E06A244-C325-4C7F-BFB3-C71E56A47C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4" name="直線コネクタ 127413">
                    <a:extLst>
                      <a:ext uri="{FF2B5EF4-FFF2-40B4-BE49-F238E27FC236}">
                        <a16:creationId xmlns:a16="http://schemas.microsoft.com/office/drawing/2014/main" id="{8DDCE993-6A7B-460D-A22E-1155F2CBB4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5" name="直線コネクタ 127414">
                    <a:extLst>
                      <a:ext uri="{FF2B5EF4-FFF2-40B4-BE49-F238E27FC236}">
                        <a16:creationId xmlns:a16="http://schemas.microsoft.com/office/drawing/2014/main" id="{44A0B161-5394-49D8-A315-77E2FD01C1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6" name="直線コネクタ 127415">
                    <a:extLst>
                      <a:ext uri="{FF2B5EF4-FFF2-40B4-BE49-F238E27FC236}">
                        <a16:creationId xmlns:a16="http://schemas.microsoft.com/office/drawing/2014/main" id="{9A767C76-3373-4DE9-A655-1EB2825E75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7" name="直線コネクタ 127416">
                    <a:extLst>
                      <a:ext uri="{FF2B5EF4-FFF2-40B4-BE49-F238E27FC236}">
                        <a16:creationId xmlns:a16="http://schemas.microsoft.com/office/drawing/2014/main" id="{2E311D1C-39DA-4ED4-8EC7-ACDE01E8F5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8" name="直線コネクタ 127417">
                    <a:extLst>
                      <a:ext uri="{FF2B5EF4-FFF2-40B4-BE49-F238E27FC236}">
                        <a16:creationId xmlns:a16="http://schemas.microsoft.com/office/drawing/2014/main" id="{538E79E8-EC41-4666-8FD2-960C215EA0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19" name="直線コネクタ 127418">
                    <a:extLst>
                      <a:ext uri="{FF2B5EF4-FFF2-40B4-BE49-F238E27FC236}">
                        <a16:creationId xmlns:a16="http://schemas.microsoft.com/office/drawing/2014/main" id="{A3433A86-54EA-419A-8DF4-B0DDC415C6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0" name="直線コネクタ 127419">
                    <a:extLst>
                      <a:ext uri="{FF2B5EF4-FFF2-40B4-BE49-F238E27FC236}">
                        <a16:creationId xmlns:a16="http://schemas.microsoft.com/office/drawing/2014/main" id="{87F5326F-319B-4476-9CA1-3AD4491521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1" name="直線コネクタ 127420">
                    <a:extLst>
                      <a:ext uri="{FF2B5EF4-FFF2-40B4-BE49-F238E27FC236}">
                        <a16:creationId xmlns:a16="http://schemas.microsoft.com/office/drawing/2014/main" id="{DEF86C41-D28B-46C3-9508-FDF76743EA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2" name="直線コネクタ 127421">
                    <a:extLst>
                      <a:ext uri="{FF2B5EF4-FFF2-40B4-BE49-F238E27FC236}">
                        <a16:creationId xmlns:a16="http://schemas.microsoft.com/office/drawing/2014/main" id="{420D4CF1-2AE2-4892-B646-9E4D30E3EF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3" name="直線コネクタ 127422">
                    <a:extLst>
                      <a:ext uri="{FF2B5EF4-FFF2-40B4-BE49-F238E27FC236}">
                        <a16:creationId xmlns:a16="http://schemas.microsoft.com/office/drawing/2014/main" id="{17D1CE0F-61DF-46A0-B9C4-1EEADA6E5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4" name="直線コネクタ 127423">
                    <a:extLst>
                      <a:ext uri="{FF2B5EF4-FFF2-40B4-BE49-F238E27FC236}">
                        <a16:creationId xmlns:a16="http://schemas.microsoft.com/office/drawing/2014/main" id="{7AFAD521-60F3-453A-8930-029C18301A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5" name="直線コネクタ 127424">
                    <a:extLst>
                      <a:ext uri="{FF2B5EF4-FFF2-40B4-BE49-F238E27FC236}">
                        <a16:creationId xmlns:a16="http://schemas.microsoft.com/office/drawing/2014/main" id="{0F0E0735-0951-4DD3-B2BA-66E9A50D2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6" name="直線コネクタ 127425">
                    <a:extLst>
                      <a:ext uri="{FF2B5EF4-FFF2-40B4-BE49-F238E27FC236}">
                        <a16:creationId xmlns:a16="http://schemas.microsoft.com/office/drawing/2014/main" id="{E7E964DF-1345-4F1F-B526-EC5E8223CC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7" name="直線コネクタ 127426">
                    <a:extLst>
                      <a:ext uri="{FF2B5EF4-FFF2-40B4-BE49-F238E27FC236}">
                        <a16:creationId xmlns:a16="http://schemas.microsoft.com/office/drawing/2014/main" id="{4D768F16-A3BD-47F0-B99A-E91B20EE7A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8" name="直線コネクタ 127427">
                    <a:extLst>
                      <a:ext uri="{FF2B5EF4-FFF2-40B4-BE49-F238E27FC236}">
                        <a16:creationId xmlns:a16="http://schemas.microsoft.com/office/drawing/2014/main" id="{7780CAA9-920A-41A5-8917-9395B824B8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29" name="直線コネクタ 127428">
                    <a:extLst>
                      <a:ext uri="{FF2B5EF4-FFF2-40B4-BE49-F238E27FC236}">
                        <a16:creationId xmlns:a16="http://schemas.microsoft.com/office/drawing/2014/main" id="{05321277-4F10-46EF-A03C-6598F121F9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0" name="直線コネクタ 127429">
                    <a:extLst>
                      <a:ext uri="{FF2B5EF4-FFF2-40B4-BE49-F238E27FC236}">
                        <a16:creationId xmlns:a16="http://schemas.microsoft.com/office/drawing/2014/main" id="{C7B06945-EBD1-42CB-ACB7-2B2100BCAC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1" name="直線コネクタ 127430">
                    <a:extLst>
                      <a:ext uri="{FF2B5EF4-FFF2-40B4-BE49-F238E27FC236}">
                        <a16:creationId xmlns:a16="http://schemas.microsoft.com/office/drawing/2014/main" id="{5F992305-396F-4BBF-8A0B-45E9FF36C3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2" name="直線コネクタ 127431">
                    <a:extLst>
                      <a:ext uri="{FF2B5EF4-FFF2-40B4-BE49-F238E27FC236}">
                        <a16:creationId xmlns:a16="http://schemas.microsoft.com/office/drawing/2014/main" id="{527A8FEB-981C-4DA4-948D-94810212A2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3" name="直線コネクタ 127432">
                    <a:extLst>
                      <a:ext uri="{FF2B5EF4-FFF2-40B4-BE49-F238E27FC236}">
                        <a16:creationId xmlns:a16="http://schemas.microsoft.com/office/drawing/2014/main" id="{C7C4F57E-79B5-42D3-8353-2661EE80B9E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4" name="直線コネクタ 127433">
                    <a:extLst>
                      <a:ext uri="{FF2B5EF4-FFF2-40B4-BE49-F238E27FC236}">
                        <a16:creationId xmlns:a16="http://schemas.microsoft.com/office/drawing/2014/main" id="{B388FD48-DC84-46A9-B261-04019845402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5" name="直線コネクタ 127434">
                    <a:extLst>
                      <a:ext uri="{FF2B5EF4-FFF2-40B4-BE49-F238E27FC236}">
                        <a16:creationId xmlns:a16="http://schemas.microsoft.com/office/drawing/2014/main" id="{77299F40-01D8-4FCB-ABF4-60F8D785E57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6" name="直線コネクタ 127435">
                    <a:extLst>
                      <a:ext uri="{FF2B5EF4-FFF2-40B4-BE49-F238E27FC236}">
                        <a16:creationId xmlns:a16="http://schemas.microsoft.com/office/drawing/2014/main" id="{BD934641-FF43-462D-9249-5C804438220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7" name="直線コネクタ 127436">
                    <a:extLst>
                      <a:ext uri="{FF2B5EF4-FFF2-40B4-BE49-F238E27FC236}">
                        <a16:creationId xmlns:a16="http://schemas.microsoft.com/office/drawing/2014/main" id="{95D5E6ED-8BF0-4EC3-9EC2-76F720D8A32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8" name="直線コネクタ 127437">
                    <a:extLst>
                      <a:ext uri="{FF2B5EF4-FFF2-40B4-BE49-F238E27FC236}">
                        <a16:creationId xmlns:a16="http://schemas.microsoft.com/office/drawing/2014/main" id="{2FC0B2EA-A37F-4E4A-85ED-55B3E7EF190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39" name="直線コネクタ 127438">
                    <a:extLst>
                      <a:ext uri="{FF2B5EF4-FFF2-40B4-BE49-F238E27FC236}">
                        <a16:creationId xmlns:a16="http://schemas.microsoft.com/office/drawing/2014/main" id="{76DD4CC0-33B6-4938-8E0E-C960AD0841C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0" name="直線コネクタ 127439">
                    <a:extLst>
                      <a:ext uri="{FF2B5EF4-FFF2-40B4-BE49-F238E27FC236}">
                        <a16:creationId xmlns:a16="http://schemas.microsoft.com/office/drawing/2014/main" id="{12B154C2-518E-4347-BFAD-47751FA11F8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1" name="直線コネクタ 127440">
                    <a:extLst>
                      <a:ext uri="{FF2B5EF4-FFF2-40B4-BE49-F238E27FC236}">
                        <a16:creationId xmlns:a16="http://schemas.microsoft.com/office/drawing/2014/main" id="{0BBD5ECC-59C2-4616-882C-09954E0E85B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2" name="直線コネクタ 127441">
                    <a:extLst>
                      <a:ext uri="{FF2B5EF4-FFF2-40B4-BE49-F238E27FC236}">
                        <a16:creationId xmlns:a16="http://schemas.microsoft.com/office/drawing/2014/main" id="{03386181-B2E5-4AD2-B5CE-738DBC3187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3" name="直線コネクタ 127442">
                    <a:extLst>
                      <a:ext uri="{FF2B5EF4-FFF2-40B4-BE49-F238E27FC236}">
                        <a16:creationId xmlns:a16="http://schemas.microsoft.com/office/drawing/2014/main" id="{42ED68E3-7187-4BEF-8330-FF5EB074BE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4" name="直線コネクタ 127443">
                    <a:extLst>
                      <a:ext uri="{FF2B5EF4-FFF2-40B4-BE49-F238E27FC236}">
                        <a16:creationId xmlns:a16="http://schemas.microsoft.com/office/drawing/2014/main" id="{DD7489FE-851D-4E93-94ED-03A2D1E44E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5" name="直線コネクタ 127444">
                    <a:extLst>
                      <a:ext uri="{FF2B5EF4-FFF2-40B4-BE49-F238E27FC236}">
                        <a16:creationId xmlns:a16="http://schemas.microsoft.com/office/drawing/2014/main" id="{69227EF0-4386-4E62-B1C8-37B14C400B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6" name="直線コネクタ 127445">
                    <a:extLst>
                      <a:ext uri="{FF2B5EF4-FFF2-40B4-BE49-F238E27FC236}">
                        <a16:creationId xmlns:a16="http://schemas.microsoft.com/office/drawing/2014/main" id="{4A641F94-1459-4874-BC2C-D07FE580D8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7" name="直線コネクタ 127446">
                    <a:extLst>
                      <a:ext uri="{FF2B5EF4-FFF2-40B4-BE49-F238E27FC236}">
                        <a16:creationId xmlns:a16="http://schemas.microsoft.com/office/drawing/2014/main" id="{4DF0F0EE-2F7F-41FD-85C7-2C4A21B130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8" name="直線コネクタ 127447">
                    <a:extLst>
                      <a:ext uri="{FF2B5EF4-FFF2-40B4-BE49-F238E27FC236}">
                        <a16:creationId xmlns:a16="http://schemas.microsoft.com/office/drawing/2014/main" id="{30261CF8-E3F1-4F3A-B5BA-4C5EE8DBBB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49" name="直線コネクタ 127448">
                    <a:extLst>
                      <a:ext uri="{FF2B5EF4-FFF2-40B4-BE49-F238E27FC236}">
                        <a16:creationId xmlns:a16="http://schemas.microsoft.com/office/drawing/2014/main" id="{59482248-CA85-428A-8830-F683D21D90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0" name="直線コネクタ 127449">
                    <a:extLst>
                      <a:ext uri="{FF2B5EF4-FFF2-40B4-BE49-F238E27FC236}">
                        <a16:creationId xmlns:a16="http://schemas.microsoft.com/office/drawing/2014/main" id="{CF8C56BA-1FA4-416D-8F73-CB97535513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1" name="直線コネクタ 127450">
                    <a:extLst>
                      <a:ext uri="{FF2B5EF4-FFF2-40B4-BE49-F238E27FC236}">
                        <a16:creationId xmlns:a16="http://schemas.microsoft.com/office/drawing/2014/main" id="{2479382A-2EEE-4F6B-837E-4C21695388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2" name="直線コネクタ 127451">
                    <a:extLst>
                      <a:ext uri="{FF2B5EF4-FFF2-40B4-BE49-F238E27FC236}">
                        <a16:creationId xmlns:a16="http://schemas.microsoft.com/office/drawing/2014/main" id="{59613528-C7C0-4C94-B1F7-0C8C19A978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3" name="直線コネクタ 127452">
                    <a:extLst>
                      <a:ext uri="{FF2B5EF4-FFF2-40B4-BE49-F238E27FC236}">
                        <a16:creationId xmlns:a16="http://schemas.microsoft.com/office/drawing/2014/main" id="{2ECCB657-EB01-4758-861D-F7E806C2AF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4" name="直線コネクタ 127453">
                    <a:extLst>
                      <a:ext uri="{FF2B5EF4-FFF2-40B4-BE49-F238E27FC236}">
                        <a16:creationId xmlns:a16="http://schemas.microsoft.com/office/drawing/2014/main" id="{35277405-0113-434D-9545-27EA13A09A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5" name="直線コネクタ 127454">
                    <a:extLst>
                      <a:ext uri="{FF2B5EF4-FFF2-40B4-BE49-F238E27FC236}">
                        <a16:creationId xmlns:a16="http://schemas.microsoft.com/office/drawing/2014/main" id="{BCC78C88-3187-4CEA-80F9-1D1427EF43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6" name="直線コネクタ 127455">
                    <a:extLst>
                      <a:ext uri="{FF2B5EF4-FFF2-40B4-BE49-F238E27FC236}">
                        <a16:creationId xmlns:a16="http://schemas.microsoft.com/office/drawing/2014/main" id="{03DA83C8-215B-425F-AD55-759C1191C7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7" name="直線コネクタ 127456">
                    <a:extLst>
                      <a:ext uri="{FF2B5EF4-FFF2-40B4-BE49-F238E27FC236}">
                        <a16:creationId xmlns:a16="http://schemas.microsoft.com/office/drawing/2014/main" id="{C8450510-B1E2-4708-B4C2-5E1CD0DD18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8" name="直線コネクタ 127457">
                    <a:extLst>
                      <a:ext uri="{FF2B5EF4-FFF2-40B4-BE49-F238E27FC236}">
                        <a16:creationId xmlns:a16="http://schemas.microsoft.com/office/drawing/2014/main" id="{B965AD09-DBAC-45DA-8581-42CD3E435B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59" name="直線コネクタ 127458">
                    <a:extLst>
                      <a:ext uri="{FF2B5EF4-FFF2-40B4-BE49-F238E27FC236}">
                        <a16:creationId xmlns:a16="http://schemas.microsoft.com/office/drawing/2014/main" id="{EBF31823-58E7-47F7-913B-B0AFC804B9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0" name="直線コネクタ 127459">
                    <a:extLst>
                      <a:ext uri="{FF2B5EF4-FFF2-40B4-BE49-F238E27FC236}">
                        <a16:creationId xmlns:a16="http://schemas.microsoft.com/office/drawing/2014/main" id="{826BEF19-2E9F-4EE1-BEFF-9A207267C7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1" name="直線コネクタ 127460">
                    <a:extLst>
                      <a:ext uri="{FF2B5EF4-FFF2-40B4-BE49-F238E27FC236}">
                        <a16:creationId xmlns:a16="http://schemas.microsoft.com/office/drawing/2014/main" id="{C04C348D-F1BD-43B9-828F-EE6F7E4325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2" name="直線コネクタ 127461">
                    <a:extLst>
                      <a:ext uri="{FF2B5EF4-FFF2-40B4-BE49-F238E27FC236}">
                        <a16:creationId xmlns:a16="http://schemas.microsoft.com/office/drawing/2014/main" id="{560E28BF-996B-49FC-B6A8-0882534B3A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3" name="直線コネクタ 127462">
                    <a:extLst>
                      <a:ext uri="{FF2B5EF4-FFF2-40B4-BE49-F238E27FC236}">
                        <a16:creationId xmlns:a16="http://schemas.microsoft.com/office/drawing/2014/main" id="{7C9252DA-A0FB-454A-B871-090E92A91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4" name="直線コネクタ 127463">
                    <a:extLst>
                      <a:ext uri="{FF2B5EF4-FFF2-40B4-BE49-F238E27FC236}">
                        <a16:creationId xmlns:a16="http://schemas.microsoft.com/office/drawing/2014/main" id="{A85E3888-1A01-4A29-9EA6-34CF02B983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5" name="直線コネクタ 127464">
                    <a:extLst>
                      <a:ext uri="{FF2B5EF4-FFF2-40B4-BE49-F238E27FC236}">
                        <a16:creationId xmlns:a16="http://schemas.microsoft.com/office/drawing/2014/main" id="{872AAF81-6A3A-49BF-BEFF-A7D0BE7850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6" name="直線コネクタ 127465">
                    <a:extLst>
                      <a:ext uri="{FF2B5EF4-FFF2-40B4-BE49-F238E27FC236}">
                        <a16:creationId xmlns:a16="http://schemas.microsoft.com/office/drawing/2014/main" id="{D8156C4A-D367-401D-B261-23369F4E16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7" name="直線コネクタ 127466">
                    <a:extLst>
                      <a:ext uri="{FF2B5EF4-FFF2-40B4-BE49-F238E27FC236}">
                        <a16:creationId xmlns:a16="http://schemas.microsoft.com/office/drawing/2014/main" id="{993DFD06-4FD6-47C2-9AAF-71F5562161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8" name="直線コネクタ 127467">
                    <a:extLst>
                      <a:ext uri="{FF2B5EF4-FFF2-40B4-BE49-F238E27FC236}">
                        <a16:creationId xmlns:a16="http://schemas.microsoft.com/office/drawing/2014/main" id="{2379FBDA-59DF-49AC-AB79-8357FF4374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69" name="直線コネクタ 127468">
                    <a:extLst>
                      <a:ext uri="{FF2B5EF4-FFF2-40B4-BE49-F238E27FC236}">
                        <a16:creationId xmlns:a16="http://schemas.microsoft.com/office/drawing/2014/main" id="{F8125E48-EAA6-4A5F-AB82-D970CA6FF4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0" name="直線コネクタ 127469">
                    <a:extLst>
                      <a:ext uri="{FF2B5EF4-FFF2-40B4-BE49-F238E27FC236}">
                        <a16:creationId xmlns:a16="http://schemas.microsoft.com/office/drawing/2014/main" id="{E92218A1-2974-427C-AAB2-4A35200853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1" name="直線コネクタ 127470">
                    <a:extLst>
                      <a:ext uri="{FF2B5EF4-FFF2-40B4-BE49-F238E27FC236}">
                        <a16:creationId xmlns:a16="http://schemas.microsoft.com/office/drawing/2014/main" id="{F7014ED3-F057-4410-AADC-DD00D84446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2" name="直線コネクタ 127471">
                    <a:extLst>
                      <a:ext uri="{FF2B5EF4-FFF2-40B4-BE49-F238E27FC236}">
                        <a16:creationId xmlns:a16="http://schemas.microsoft.com/office/drawing/2014/main" id="{ACAD0301-1BE7-4650-84AE-70CE85BC95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3" name="直線コネクタ 127472">
                    <a:extLst>
                      <a:ext uri="{FF2B5EF4-FFF2-40B4-BE49-F238E27FC236}">
                        <a16:creationId xmlns:a16="http://schemas.microsoft.com/office/drawing/2014/main" id="{9E29A94B-DC2B-4F5B-889F-D7BF424D32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4" name="直線コネクタ 127473">
                    <a:extLst>
                      <a:ext uri="{FF2B5EF4-FFF2-40B4-BE49-F238E27FC236}">
                        <a16:creationId xmlns:a16="http://schemas.microsoft.com/office/drawing/2014/main" id="{C549487D-E81A-4071-9554-340F7973FB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5" name="直線コネクタ 127474">
                    <a:extLst>
                      <a:ext uri="{FF2B5EF4-FFF2-40B4-BE49-F238E27FC236}">
                        <a16:creationId xmlns:a16="http://schemas.microsoft.com/office/drawing/2014/main" id="{ABFF94D2-FC89-486E-84A5-0B35186706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6" name="直線コネクタ 127475">
                    <a:extLst>
                      <a:ext uri="{FF2B5EF4-FFF2-40B4-BE49-F238E27FC236}">
                        <a16:creationId xmlns:a16="http://schemas.microsoft.com/office/drawing/2014/main" id="{B6EAB68D-34A1-4F99-B114-96337C5AFA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7" name="直線コネクタ 127476">
                    <a:extLst>
                      <a:ext uri="{FF2B5EF4-FFF2-40B4-BE49-F238E27FC236}">
                        <a16:creationId xmlns:a16="http://schemas.microsoft.com/office/drawing/2014/main" id="{EE9F448B-C4D6-45A8-B6AD-F31ED43267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8" name="直線コネクタ 127477">
                    <a:extLst>
                      <a:ext uri="{FF2B5EF4-FFF2-40B4-BE49-F238E27FC236}">
                        <a16:creationId xmlns:a16="http://schemas.microsoft.com/office/drawing/2014/main" id="{460A20BA-5FD7-4B0E-B88F-DE26973268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79" name="直線コネクタ 127478">
                    <a:extLst>
                      <a:ext uri="{FF2B5EF4-FFF2-40B4-BE49-F238E27FC236}">
                        <a16:creationId xmlns:a16="http://schemas.microsoft.com/office/drawing/2014/main" id="{71051659-BC1C-45D3-8C6D-5C5B70891E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0" name="直線コネクタ 127479">
                    <a:extLst>
                      <a:ext uri="{FF2B5EF4-FFF2-40B4-BE49-F238E27FC236}">
                        <a16:creationId xmlns:a16="http://schemas.microsoft.com/office/drawing/2014/main" id="{94826022-0D61-47FA-8582-78BBB94FA9E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1" name="直線コネクタ 127480">
                    <a:extLst>
                      <a:ext uri="{FF2B5EF4-FFF2-40B4-BE49-F238E27FC236}">
                        <a16:creationId xmlns:a16="http://schemas.microsoft.com/office/drawing/2014/main" id="{9032FD25-183E-417C-A149-665CCE1208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2" name="直線コネクタ 127481">
                    <a:extLst>
                      <a:ext uri="{FF2B5EF4-FFF2-40B4-BE49-F238E27FC236}">
                        <a16:creationId xmlns:a16="http://schemas.microsoft.com/office/drawing/2014/main" id="{4EACE988-DC40-42EB-8AF6-4D0CDE455F6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3" name="直線コネクタ 127482">
                    <a:extLst>
                      <a:ext uri="{FF2B5EF4-FFF2-40B4-BE49-F238E27FC236}">
                        <a16:creationId xmlns:a16="http://schemas.microsoft.com/office/drawing/2014/main" id="{EB82672B-6D40-4024-88DC-803D55E1389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4" name="直線コネクタ 127483">
                    <a:extLst>
                      <a:ext uri="{FF2B5EF4-FFF2-40B4-BE49-F238E27FC236}">
                        <a16:creationId xmlns:a16="http://schemas.microsoft.com/office/drawing/2014/main" id="{A1527F71-68A7-44B4-B628-1D9D67A3F7E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5" name="直線コネクタ 127484">
                    <a:extLst>
                      <a:ext uri="{FF2B5EF4-FFF2-40B4-BE49-F238E27FC236}">
                        <a16:creationId xmlns:a16="http://schemas.microsoft.com/office/drawing/2014/main" id="{FF8FBA28-C873-4E86-9D75-470D5301BA5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6" name="直線コネクタ 127485">
                    <a:extLst>
                      <a:ext uri="{FF2B5EF4-FFF2-40B4-BE49-F238E27FC236}">
                        <a16:creationId xmlns:a16="http://schemas.microsoft.com/office/drawing/2014/main" id="{0E553477-3875-4837-B988-112BF6F44A1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7" name="直線コネクタ 127486">
                    <a:extLst>
                      <a:ext uri="{FF2B5EF4-FFF2-40B4-BE49-F238E27FC236}">
                        <a16:creationId xmlns:a16="http://schemas.microsoft.com/office/drawing/2014/main" id="{958B80E7-7787-45B4-8AB3-4EB8291D164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8" name="直線コネクタ 127487">
                    <a:extLst>
                      <a:ext uri="{FF2B5EF4-FFF2-40B4-BE49-F238E27FC236}">
                        <a16:creationId xmlns:a16="http://schemas.microsoft.com/office/drawing/2014/main" id="{243924A6-61DB-4298-BB29-12A071AAD1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89" name="直線コネクタ 127488">
                    <a:extLst>
                      <a:ext uri="{FF2B5EF4-FFF2-40B4-BE49-F238E27FC236}">
                        <a16:creationId xmlns:a16="http://schemas.microsoft.com/office/drawing/2014/main" id="{5BC12F64-D039-4013-9737-8DEF7C4D7CE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0" name="直線コネクタ 127489">
                    <a:extLst>
                      <a:ext uri="{FF2B5EF4-FFF2-40B4-BE49-F238E27FC236}">
                        <a16:creationId xmlns:a16="http://schemas.microsoft.com/office/drawing/2014/main" id="{BEC13B0D-0F47-41CD-B801-E8FCCF5696E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1" name="直線コネクタ 127490">
                    <a:extLst>
                      <a:ext uri="{FF2B5EF4-FFF2-40B4-BE49-F238E27FC236}">
                        <a16:creationId xmlns:a16="http://schemas.microsoft.com/office/drawing/2014/main" id="{5C2C19EA-0B4D-4245-ADD8-577374B4688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2" name="直線コネクタ 127491">
                    <a:extLst>
                      <a:ext uri="{FF2B5EF4-FFF2-40B4-BE49-F238E27FC236}">
                        <a16:creationId xmlns:a16="http://schemas.microsoft.com/office/drawing/2014/main" id="{BFBAA09C-3B74-4510-9EBF-C4760F624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3" name="直線コネクタ 127492">
                    <a:extLst>
                      <a:ext uri="{FF2B5EF4-FFF2-40B4-BE49-F238E27FC236}">
                        <a16:creationId xmlns:a16="http://schemas.microsoft.com/office/drawing/2014/main" id="{A6EDC13A-29D8-4647-AAC5-72ECA8AC03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4" name="直線コネクタ 127493">
                    <a:extLst>
                      <a:ext uri="{FF2B5EF4-FFF2-40B4-BE49-F238E27FC236}">
                        <a16:creationId xmlns:a16="http://schemas.microsoft.com/office/drawing/2014/main" id="{4EA30805-4C8F-4A0D-BAD9-BFA70F9290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5" name="直線コネクタ 127494">
                    <a:extLst>
                      <a:ext uri="{FF2B5EF4-FFF2-40B4-BE49-F238E27FC236}">
                        <a16:creationId xmlns:a16="http://schemas.microsoft.com/office/drawing/2014/main" id="{08BDF6B8-E3C6-4C77-A4E6-5F8B0B1639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6" name="直線コネクタ 127495">
                    <a:extLst>
                      <a:ext uri="{FF2B5EF4-FFF2-40B4-BE49-F238E27FC236}">
                        <a16:creationId xmlns:a16="http://schemas.microsoft.com/office/drawing/2014/main" id="{D19DA3B2-5E46-4FEC-B6FA-E854638F16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7" name="直線コネクタ 127496">
                    <a:extLst>
                      <a:ext uri="{FF2B5EF4-FFF2-40B4-BE49-F238E27FC236}">
                        <a16:creationId xmlns:a16="http://schemas.microsoft.com/office/drawing/2014/main" id="{DC6D0A46-F462-41A3-B31E-061FC9526C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8" name="直線コネクタ 127497">
                    <a:extLst>
                      <a:ext uri="{FF2B5EF4-FFF2-40B4-BE49-F238E27FC236}">
                        <a16:creationId xmlns:a16="http://schemas.microsoft.com/office/drawing/2014/main" id="{6678581F-7591-4B3E-AF52-2BCB0D1820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499" name="直線コネクタ 127498">
                    <a:extLst>
                      <a:ext uri="{FF2B5EF4-FFF2-40B4-BE49-F238E27FC236}">
                        <a16:creationId xmlns:a16="http://schemas.microsoft.com/office/drawing/2014/main" id="{4611E851-6B52-48EB-97D3-EC72E00EE2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0" name="直線コネクタ 127499">
                    <a:extLst>
                      <a:ext uri="{FF2B5EF4-FFF2-40B4-BE49-F238E27FC236}">
                        <a16:creationId xmlns:a16="http://schemas.microsoft.com/office/drawing/2014/main" id="{B512B09B-C679-4EF8-9BEF-EA3A43B4EC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1" name="直線コネクタ 127500">
                    <a:extLst>
                      <a:ext uri="{FF2B5EF4-FFF2-40B4-BE49-F238E27FC236}">
                        <a16:creationId xmlns:a16="http://schemas.microsoft.com/office/drawing/2014/main" id="{B5928964-151F-4049-AE40-13138CE001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2" name="直線コネクタ 127501">
                    <a:extLst>
                      <a:ext uri="{FF2B5EF4-FFF2-40B4-BE49-F238E27FC236}">
                        <a16:creationId xmlns:a16="http://schemas.microsoft.com/office/drawing/2014/main" id="{8FFAF597-4308-42ED-BA0A-C8FD3F0DDC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3" name="直線コネクタ 127502">
                    <a:extLst>
                      <a:ext uri="{FF2B5EF4-FFF2-40B4-BE49-F238E27FC236}">
                        <a16:creationId xmlns:a16="http://schemas.microsoft.com/office/drawing/2014/main" id="{F14DAF2C-754B-47FE-9C4B-FF5FECBD1D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4" name="直線コネクタ 127503">
                    <a:extLst>
                      <a:ext uri="{FF2B5EF4-FFF2-40B4-BE49-F238E27FC236}">
                        <a16:creationId xmlns:a16="http://schemas.microsoft.com/office/drawing/2014/main" id="{728D5F8D-E4AF-4A64-8081-F458C68DCE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5" name="直線コネクタ 127504">
                    <a:extLst>
                      <a:ext uri="{FF2B5EF4-FFF2-40B4-BE49-F238E27FC236}">
                        <a16:creationId xmlns:a16="http://schemas.microsoft.com/office/drawing/2014/main" id="{A49F4CC0-F95E-4305-9534-D4B635549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6" name="直線コネクタ 127505">
                    <a:extLst>
                      <a:ext uri="{FF2B5EF4-FFF2-40B4-BE49-F238E27FC236}">
                        <a16:creationId xmlns:a16="http://schemas.microsoft.com/office/drawing/2014/main" id="{A1EC2331-FDE4-4230-BC57-000AFAF144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7" name="直線コネクタ 127506">
                    <a:extLst>
                      <a:ext uri="{FF2B5EF4-FFF2-40B4-BE49-F238E27FC236}">
                        <a16:creationId xmlns:a16="http://schemas.microsoft.com/office/drawing/2014/main" id="{EBA742D9-C526-4151-83CA-52492CBA3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8" name="直線コネクタ 127507">
                    <a:extLst>
                      <a:ext uri="{FF2B5EF4-FFF2-40B4-BE49-F238E27FC236}">
                        <a16:creationId xmlns:a16="http://schemas.microsoft.com/office/drawing/2014/main" id="{F2D180A8-B3A1-4323-B215-F6FA2381F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09" name="直線コネクタ 127508">
                    <a:extLst>
                      <a:ext uri="{FF2B5EF4-FFF2-40B4-BE49-F238E27FC236}">
                        <a16:creationId xmlns:a16="http://schemas.microsoft.com/office/drawing/2014/main" id="{94B4ED4B-9967-4DB5-AE77-63164FC3D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0" name="直線コネクタ 127509">
                    <a:extLst>
                      <a:ext uri="{FF2B5EF4-FFF2-40B4-BE49-F238E27FC236}">
                        <a16:creationId xmlns:a16="http://schemas.microsoft.com/office/drawing/2014/main" id="{FBB56EFD-035B-4E10-861B-6A67D1C63E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1" name="直線コネクタ 127510">
                    <a:extLst>
                      <a:ext uri="{FF2B5EF4-FFF2-40B4-BE49-F238E27FC236}">
                        <a16:creationId xmlns:a16="http://schemas.microsoft.com/office/drawing/2014/main" id="{C17DB8E1-2A6B-432B-BA38-91E50419A3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2" name="直線コネクタ 127511">
                    <a:extLst>
                      <a:ext uri="{FF2B5EF4-FFF2-40B4-BE49-F238E27FC236}">
                        <a16:creationId xmlns:a16="http://schemas.microsoft.com/office/drawing/2014/main" id="{55EFE1D4-8954-4D35-A926-D71B970E8C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3" name="直線コネクタ 127512">
                    <a:extLst>
                      <a:ext uri="{FF2B5EF4-FFF2-40B4-BE49-F238E27FC236}">
                        <a16:creationId xmlns:a16="http://schemas.microsoft.com/office/drawing/2014/main" id="{4227F9AC-C230-433B-9421-044B6B431B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4" name="直線コネクタ 127513">
                    <a:extLst>
                      <a:ext uri="{FF2B5EF4-FFF2-40B4-BE49-F238E27FC236}">
                        <a16:creationId xmlns:a16="http://schemas.microsoft.com/office/drawing/2014/main" id="{7F1DD5E6-742E-4A7B-A04C-FB1EE979A3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5" name="直線コネクタ 127514">
                    <a:extLst>
                      <a:ext uri="{FF2B5EF4-FFF2-40B4-BE49-F238E27FC236}">
                        <a16:creationId xmlns:a16="http://schemas.microsoft.com/office/drawing/2014/main" id="{17348250-23DB-4EE2-99A0-E7854C1E3F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6" name="直線コネクタ 127515">
                    <a:extLst>
                      <a:ext uri="{FF2B5EF4-FFF2-40B4-BE49-F238E27FC236}">
                        <a16:creationId xmlns:a16="http://schemas.microsoft.com/office/drawing/2014/main" id="{89D11284-E27D-4068-B68E-716638D507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7" name="直線コネクタ 127516">
                    <a:extLst>
                      <a:ext uri="{FF2B5EF4-FFF2-40B4-BE49-F238E27FC236}">
                        <a16:creationId xmlns:a16="http://schemas.microsoft.com/office/drawing/2014/main" id="{A2C4F6E3-A91F-47CB-B253-92CB70748A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8" name="直線コネクタ 127517">
                    <a:extLst>
                      <a:ext uri="{FF2B5EF4-FFF2-40B4-BE49-F238E27FC236}">
                        <a16:creationId xmlns:a16="http://schemas.microsoft.com/office/drawing/2014/main" id="{2D567863-E7AB-44BB-A7D5-9672261DF6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19" name="直線コネクタ 127518">
                    <a:extLst>
                      <a:ext uri="{FF2B5EF4-FFF2-40B4-BE49-F238E27FC236}">
                        <a16:creationId xmlns:a16="http://schemas.microsoft.com/office/drawing/2014/main" id="{30778139-7BCB-474A-8BEB-43B8749F24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0" name="直線コネクタ 127519">
                    <a:extLst>
                      <a:ext uri="{FF2B5EF4-FFF2-40B4-BE49-F238E27FC236}">
                        <a16:creationId xmlns:a16="http://schemas.microsoft.com/office/drawing/2014/main" id="{2EA67BFA-FBF2-4218-9CCC-4703B61022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1" name="直線コネクタ 127520">
                    <a:extLst>
                      <a:ext uri="{FF2B5EF4-FFF2-40B4-BE49-F238E27FC236}">
                        <a16:creationId xmlns:a16="http://schemas.microsoft.com/office/drawing/2014/main" id="{97058ACA-E165-4ED2-8F98-42074E2ACE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2" name="直線コネクタ 127521">
                    <a:extLst>
                      <a:ext uri="{FF2B5EF4-FFF2-40B4-BE49-F238E27FC236}">
                        <a16:creationId xmlns:a16="http://schemas.microsoft.com/office/drawing/2014/main" id="{FA134E6D-1526-4846-805E-4B50602D42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3" name="直線コネクタ 127522">
                    <a:extLst>
                      <a:ext uri="{FF2B5EF4-FFF2-40B4-BE49-F238E27FC236}">
                        <a16:creationId xmlns:a16="http://schemas.microsoft.com/office/drawing/2014/main" id="{7F1E6539-4CED-4426-B0FF-93BDA4272E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4" name="直線コネクタ 127523">
                    <a:extLst>
                      <a:ext uri="{FF2B5EF4-FFF2-40B4-BE49-F238E27FC236}">
                        <a16:creationId xmlns:a16="http://schemas.microsoft.com/office/drawing/2014/main" id="{9F12E338-BEBA-4CF3-BB75-DDFB72F346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5" name="直線コネクタ 127524">
                    <a:extLst>
                      <a:ext uri="{FF2B5EF4-FFF2-40B4-BE49-F238E27FC236}">
                        <a16:creationId xmlns:a16="http://schemas.microsoft.com/office/drawing/2014/main" id="{77B6B6FD-308A-4751-9FA4-5CFAEBC7A4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6" name="直線コネクタ 127525">
                    <a:extLst>
                      <a:ext uri="{FF2B5EF4-FFF2-40B4-BE49-F238E27FC236}">
                        <a16:creationId xmlns:a16="http://schemas.microsoft.com/office/drawing/2014/main" id="{552AB28B-15B6-43FA-A016-8DE02D5EF2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7" name="直線コネクタ 127526">
                    <a:extLst>
                      <a:ext uri="{FF2B5EF4-FFF2-40B4-BE49-F238E27FC236}">
                        <a16:creationId xmlns:a16="http://schemas.microsoft.com/office/drawing/2014/main" id="{BEFDA531-879D-4997-8B26-204BD5D5F2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8" name="直線コネクタ 127527">
                    <a:extLst>
                      <a:ext uri="{FF2B5EF4-FFF2-40B4-BE49-F238E27FC236}">
                        <a16:creationId xmlns:a16="http://schemas.microsoft.com/office/drawing/2014/main" id="{89A53414-36FD-41F7-9FBC-208C357333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29" name="直線コネクタ 127528">
                    <a:extLst>
                      <a:ext uri="{FF2B5EF4-FFF2-40B4-BE49-F238E27FC236}">
                        <a16:creationId xmlns:a16="http://schemas.microsoft.com/office/drawing/2014/main" id="{00E9A36E-577F-439F-9D69-FFD806D319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0" name="直線コネクタ 127529">
                    <a:extLst>
                      <a:ext uri="{FF2B5EF4-FFF2-40B4-BE49-F238E27FC236}">
                        <a16:creationId xmlns:a16="http://schemas.microsoft.com/office/drawing/2014/main" id="{23A9F4B2-A917-4DFB-88FA-82C2004AF0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1" name="直線コネクタ 127530">
                    <a:extLst>
                      <a:ext uri="{FF2B5EF4-FFF2-40B4-BE49-F238E27FC236}">
                        <a16:creationId xmlns:a16="http://schemas.microsoft.com/office/drawing/2014/main" id="{B92CFE89-FC9A-4CC9-96FD-1ED1259CB6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2" name="直線コネクタ 127531">
                    <a:extLst>
                      <a:ext uri="{FF2B5EF4-FFF2-40B4-BE49-F238E27FC236}">
                        <a16:creationId xmlns:a16="http://schemas.microsoft.com/office/drawing/2014/main" id="{0A45C0AC-6401-4847-8EB7-53FADFC24E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3" name="直線コネクタ 127532">
                    <a:extLst>
                      <a:ext uri="{FF2B5EF4-FFF2-40B4-BE49-F238E27FC236}">
                        <a16:creationId xmlns:a16="http://schemas.microsoft.com/office/drawing/2014/main" id="{9606DC48-6173-4E44-A977-2137512C2F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4" name="直線コネクタ 127533">
                    <a:extLst>
                      <a:ext uri="{FF2B5EF4-FFF2-40B4-BE49-F238E27FC236}">
                        <a16:creationId xmlns:a16="http://schemas.microsoft.com/office/drawing/2014/main" id="{83A9E001-58A2-4BD2-A70C-8FEA0899C1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5" name="直線コネクタ 127534">
                    <a:extLst>
                      <a:ext uri="{FF2B5EF4-FFF2-40B4-BE49-F238E27FC236}">
                        <a16:creationId xmlns:a16="http://schemas.microsoft.com/office/drawing/2014/main" id="{410D07B8-1B6B-4315-80F8-E157F7D757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6" name="直線コネクタ 127535">
                    <a:extLst>
                      <a:ext uri="{FF2B5EF4-FFF2-40B4-BE49-F238E27FC236}">
                        <a16:creationId xmlns:a16="http://schemas.microsoft.com/office/drawing/2014/main" id="{000F2D0E-29EA-4CAF-8874-9203B9C62D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7" name="直線コネクタ 127536">
                    <a:extLst>
                      <a:ext uri="{FF2B5EF4-FFF2-40B4-BE49-F238E27FC236}">
                        <a16:creationId xmlns:a16="http://schemas.microsoft.com/office/drawing/2014/main" id="{3CF3141E-F4B2-4FDD-8501-38F5176C03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8" name="直線コネクタ 127537">
                    <a:extLst>
                      <a:ext uri="{FF2B5EF4-FFF2-40B4-BE49-F238E27FC236}">
                        <a16:creationId xmlns:a16="http://schemas.microsoft.com/office/drawing/2014/main" id="{AE0B3936-03C1-41AD-9E5B-A54E22707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39" name="直線コネクタ 127538">
                    <a:extLst>
                      <a:ext uri="{FF2B5EF4-FFF2-40B4-BE49-F238E27FC236}">
                        <a16:creationId xmlns:a16="http://schemas.microsoft.com/office/drawing/2014/main" id="{79C29BB1-0EB2-4D15-AF3D-273AB1B3E9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0" name="直線コネクタ 127539">
                    <a:extLst>
                      <a:ext uri="{FF2B5EF4-FFF2-40B4-BE49-F238E27FC236}">
                        <a16:creationId xmlns:a16="http://schemas.microsoft.com/office/drawing/2014/main" id="{EC083ED2-CC02-4303-8F43-2518289809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1" name="直線コネクタ 127540">
                    <a:extLst>
                      <a:ext uri="{FF2B5EF4-FFF2-40B4-BE49-F238E27FC236}">
                        <a16:creationId xmlns:a16="http://schemas.microsoft.com/office/drawing/2014/main" id="{03F783A1-BE6C-4D75-93A1-E01633C063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2" name="直線コネクタ 127541">
                    <a:extLst>
                      <a:ext uri="{FF2B5EF4-FFF2-40B4-BE49-F238E27FC236}">
                        <a16:creationId xmlns:a16="http://schemas.microsoft.com/office/drawing/2014/main" id="{FB5FF937-41E6-4F8E-ACF5-7E2E77FC88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3" name="直線コネクタ 127542">
                    <a:extLst>
                      <a:ext uri="{FF2B5EF4-FFF2-40B4-BE49-F238E27FC236}">
                        <a16:creationId xmlns:a16="http://schemas.microsoft.com/office/drawing/2014/main" id="{188FD892-DAE8-4008-B291-0F89CB5C79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4" name="直線コネクタ 127543">
                    <a:extLst>
                      <a:ext uri="{FF2B5EF4-FFF2-40B4-BE49-F238E27FC236}">
                        <a16:creationId xmlns:a16="http://schemas.microsoft.com/office/drawing/2014/main" id="{35731995-243D-4859-8865-E232D6373A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5" name="直線コネクタ 127544">
                    <a:extLst>
                      <a:ext uri="{FF2B5EF4-FFF2-40B4-BE49-F238E27FC236}">
                        <a16:creationId xmlns:a16="http://schemas.microsoft.com/office/drawing/2014/main" id="{672ABB2F-E421-498C-A485-268DDD6DCA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6" name="直線コネクタ 127545">
                    <a:extLst>
                      <a:ext uri="{FF2B5EF4-FFF2-40B4-BE49-F238E27FC236}">
                        <a16:creationId xmlns:a16="http://schemas.microsoft.com/office/drawing/2014/main" id="{E6B7A3AC-311D-4739-94E0-427003E0FE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7" name="直線コネクタ 127546">
                    <a:extLst>
                      <a:ext uri="{FF2B5EF4-FFF2-40B4-BE49-F238E27FC236}">
                        <a16:creationId xmlns:a16="http://schemas.microsoft.com/office/drawing/2014/main" id="{CF81DC0E-BFA9-417C-8C57-A1998DB0A1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8" name="直線コネクタ 127547">
                    <a:extLst>
                      <a:ext uri="{FF2B5EF4-FFF2-40B4-BE49-F238E27FC236}">
                        <a16:creationId xmlns:a16="http://schemas.microsoft.com/office/drawing/2014/main" id="{FCCBFB23-34C9-49D1-A5BC-638A55D7D3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49" name="直線コネクタ 127548">
                    <a:extLst>
                      <a:ext uri="{FF2B5EF4-FFF2-40B4-BE49-F238E27FC236}">
                        <a16:creationId xmlns:a16="http://schemas.microsoft.com/office/drawing/2014/main" id="{0B966024-687C-4437-9B25-E63AFDD435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50" name="直線コネクタ 127549">
                    <a:extLst>
                      <a:ext uri="{FF2B5EF4-FFF2-40B4-BE49-F238E27FC236}">
                        <a16:creationId xmlns:a16="http://schemas.microsoft.com/office/drawing/2014/main" id="{FBC2490E-BDB1-4B66-BAFA-5851C4D5DC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51" name="直線コネクタ 127550">
                    <a:extLst>
                      <a:ext uri="{FF2B5EF4-FFF2-40B4-BE49-F238E27FC236}">
                        <a16:creationId xmlns:a16="http://schemas.microsoft.com/office/drawing/2014/main" id="{690CD6E7-CC57-472F-ACE7-97B41ED14A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52" name="直線コネクタ 127551">
                    <a:extLst>
                      <a:ext uri="{FF2B5EF4-FFF2-40B4-BE49-F238E27FC236}">
                        <a16:creationId xmlns:a16="http://schemas.microsoft.com/office/drawing/2014/main" id="{15731DDC-F1BB-4B43-A5EE-10AFBE543D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53" name="直線コネクタ 127552">
                    <a:extLst>
                      <a:ext uri="{FF2B5EF4-FFF2-40B4-BE49-F238E27FC236}">
                        <a16:creationId xmlns:a16="http://schemas.microsoft.com/office/drawing/2014/main" id="{EC8ED427-C8D2-4074-BD1F-1D4A67E6B8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54" name="直線コネクタ 127553">
                    <a:extLst>
                      <a:ext uri="{FF2B5EF4-FFF2-40B4-BE49-F238E27FC236}">
                        <a16:creationId xmlns:a16="http://schemas.microsoft.com/office/drawing/2014/main" id="{739CDEE4-9051-4BB6-849A-2A2D65709D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7555" name="グループ化 127554">
                    <a:extLst>
                      <a:ext uri="{FF2B5EF4-FFF2-40B4-BE49-F238E27FC236}">
                        <a16:creationId xmlns:a16="http://schemas.microsoft.com/office/drawing/2014/main" id="{50C32F13-8014-45AA-B8CF-1205939995B9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7731" name="直線コネクタ 127730">
                      <a:extLst>
                        <a:ext uri="{FF2B5EF4-FFF2-40B4-BE49-F238E27FC236}">
                          <a16:creationId xmlns:a16="http://schemas.microsoft.com/office/drawing/2014/main" id="{0B025712-45CC-469B-8705-E29841313A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32" name="直線コネクタ 127731">
                      <a:extLst>
                        <a:ext uri="{FF2B5EF4-FFF2-40B4-BE49-F238E27FC236}">
                          <a16:creationId xmlns:a16="http://schemas.microsoft.com/office/drawing/2014/main" id="{7E6215EF-FE0D-413F-BDD4-057368C2D4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33" name="直線コネクタ 127732">
                      <a:extLst>
                        <a:ext uri="{FF2B5EF4-FFF2-40B4-BE49-F238E27FC236}">
                          <a16:creationId xmlns:a16="http://schemas.microsoft.com/office/drawing/2014/main" id="{EB1F3E90-BABF-4DC1-80B0-25C4FC3ACE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34" name="直線コネクタ 127733">
                      <a:extLst>
                        <a:ext uri="{FF2B5EF4-FFF2-40B4-BE49-F238E27FC236}">
                          <a16:creationId xmlns:a16="http://schemas.microsoft.com/office/drawing/2014/main" id="{6FE78EEC-44C1-4C08-A133-C9BAC72B6B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35" name="直線コネクタ 127734">
                      <a:extLst>
                        <a:ext uri="{FF2B5EF4-FFF2-40B4-BE49-F238E27FC236}">
                          <a16:creationId xmlns:a16="http://schemas.microsoft.com/office/drawing/2014/main" id="{64E10838-6E94-4918-94F1-EF534A3C68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36" name="直線コネクタ 127735">
                      <a:extLst>
                        <a:ext uri="{FF2B5EF4-FFF2-40B4-BE49-F238E27FC236}">
                          <a16:creationId xmlns:a16="http://schemas.microsoft.com/office/drawing/2014/main" id="{948644C8-2746-494D-BC43-3443470851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37" name="直線コネクタ 127736">
                      <a:extLst>
                        <a:ext uri="{FF2B5EF4-FFF2-40B4-BE49-F238E27FC236}">
                          <a16:creationId xmlns:a16="http://schemas.microsoft.com/office/drawing/2014/main" id="{5F241CC7-BF55-4C46-80AC-2BF29367A2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38" name="直線コネクタ 127737">
                      <a:extLst>
                        <a:ext uri="{FF2B5EF4-FFF2-40B4-BE49-F238E27FC236}">
                          <a16:creationId xmlns:a16="http://schemas.microsoft.com/office/drawing/2014/main" id="{60F4EB45-7DE5-4A46-9D3B-EBD57ED31A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39" name="直線コネクタ 127738">
                      <a:extLst>
                        <a:ext uri="{FF2B5EF4-FFF2-40B4-BE49-F238E27FC236}">
                          <a16:creationId xmlns:a16="http://schemas.microsoft.com/office/drawing/2014/main" id="{CD14A844-9419-44B1-A1BB-40EDE2EB4C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0" name="直線コネクタ 127739">
                      <a:extLst>
                        <a:ext uri="{FF2B5EF4-FFF2-40B4-BE49-F238E27FC236}">
                          <a16:creationId xmlns:a16="http://schemas.microsoft.com/office/drawing/2014/main" id="{DE6289C3-0775-4BFF-982B-45247E8153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1" name="直線コネクタ 127740">
                      <a:extLst>
                        <a:ext uri="{FF2B5EF4-FFF2-40B4-BE49-F238E27FC236}">
                          <a16:creationId xmlns:a16="http://schemas.microsoft.com/office/drawing/2014/main" id="{1182DCC7-217F-4101-9452-2F3AA9EEE3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2" name="直線コネクタ 127741">
                      <a:extLst>
                        <a:ext uri="{FF2B5EF4-FFF2-40B4-BE49-F238E27FC236}">
                          <a16:creationId xmlns:a16="http://schemas.microsoft.com/office/drawing/2014/main" id="{6DA21D2D-0729-4148-BF2F-66A5E1C7D0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3" name="直線コネクタ 127742">
                      <a:extLst>
                        <a:ext uri="{FF2B5EF4-FFF2-40B4-BE49-F238E27FC236}">
                          <a16:creationId xmlns:a16="http://schemas.microsoft.com/office/drawing/2014/main" id="{53F2FAF8-09C0-4BF4-8F93-F4F3540151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4" name="直線コネクタ 127743">
                      <a:extLst>
                        <a:ext uri="{FF2B5EF4-FFF2-40B4-BE49-F238E27FC236}">
                          <a16:creationId xmlns:a16="http://schemas.microsoft.com/office/drawing/2014/main" id="{15A45E67-31D7-4073-819E-7FA9DCE641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5" name="直線コネクタ 127744">
                      <a:extLst>
                        <a:ext uri="{FF2B5EF4-FFF2-40B4-BE49-F238E27FC236}">
                          <a16:creationId xmlns:a16="http://schemas.microsoft.com/office/drawing/2014/main" id="{01FCA0C7-5B20-4F93-97F0-6FB5478621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6" name="直線コネクタ 127745">
                      <a:extLst>
                        <a:ext uri="{FF2B5EF4-FFF2-40B4-BE49-F238E27FC236}">
                          <a16:creationId xmlns:a16="http://schemas.microsoft.com/office/drawing/2014/main" id="{8B052911-F772-491B-BDA7-0609AB520D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7" name="直線コネクタ 127746">
                      <a:extLst>
                        <a:ext uri="{FF2B5EF4-FFF2-40B4-BE49-F238E27FC236}">
                          <a16:creationId xmlns:a16="http://schemas.microsoft.com/office/drawing/2014/main" id="{118A1D5A-219B-40D5-A97C-3E9142659D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8" name="直線コネクタ 127747">
                      <a:extLst>
                        <a:ext uri="{FF2B5EF4-FFF2-40B4-BE49-F238E27FC236}">
                          <a16:creationId xmlns:a16="http://schemas.microsoft.com/office/drawing/2014/main" id="{AC8040A7-999F-4C62-8779-BB755F1C08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49" name="直線コネクタ 127748">
                      <a:extLst>
                        <a:ext uri="{FF2B5EF4-FFF2-40B4-BE49-F238E27FC236}">
                          <a16:creationId xmlns:a16="http://schemas.microsoft.com/office/drawing/2014/main" id="{471DCAB2-FAA9-4534-BFEE-64324357F0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0" name="直線コネクタ 127749">
                      <a:extLst>
                        <a:ext uri="{FF2B5EF4-FFF2-40B4-BE49-F238E27FC236}">
                          <a16:creationId xmlns:a16="http://schemas.microsoft.com/office/drawing/2014/main" id="{459DF2EC-5166-4DA4-B2E6-4A565B1B39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1" name="直線コネクタ 127750">
                      <a:extLst>
                        <a:ext uri="{FF2B5EF4-FFF2-40B4-BE49-F238E27FC236}">
                          <a16:creationId xmlns:a16="http://schemas.microsoft.com/office/drawing/2014/main" id="{385B7AB9-7CC5-4DFF-BEE4-72FB2E29AD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2" name="直線コネクタ 127751">
                      <a:extLst>
                        <a:ext uri="{FF2B5EF4-FFF2-40B4-BE49-F238E27FC236}">
                          <a16:creationId xmlns:a16="http://schemas.microsoft.com/office/drawing/2014/main" id="{1EBA9AA4-6A75-4FD4-B906-5FBC23B99B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3" name="直線コネクタ 127752">
                      <a:extLst>
                        <a:ext uri="{FF2B5EF4-FFF2-40B4-BE49-F238E27FC236}">
                          <a16:creationId xmlns:a16="http://schemas.microsoft.com/office/drawing/2014/main" id="{514443BE-F55F-4C5A-9A11-F918E408BC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4" name="直線コネクタ 127753">
                      <a:extLst>
                        <a:ext uri="{FF2B5EF4-FFF2-40B4-BE49-F238E27FC236}">
                          <a16:creationId xmlns:a16="http://schemas.microsoft.com/office/drawing/2014/main" id="{93AED86A-8893-436C-A2D6-6A502B3A9B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5" name="直線コネクタ 127754">
                      <a:extLst>
                        <a:ext uri="{FF2B5EF4-FFF2-40B4-BE49-F238E27FC236}">
                          <a16:creationId xmlns:a16="http://schemas.microsoft.com/office/drawing/2014/main" id="{FA7A9014-2886-47DD-9CAD-93FDE59790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6" name="直線コネクタ 127755">
                      <a:extLst>
                        <a:ext uri="{FF2B5EF4-FFF2-40B4-BE49-F238E27FC236}">
                          <a16:creationId xmlns:a16="http://schemas.microsoft.com/office/drawing/2014/main" id="{D0C8926C-8DFF-41E2-9EA3-DA35C2AF6D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7" name="直線コネクタ 127756">
                      <a:extLst>
                        <a:ext uri="{FF2B5EF4-FFF2-40B4-BE49-F238E27FC236}">
                          <a16:creationId xmlns:a16="http://schemas.microsoft.com/office/drawing/2014/main" id="{E291E9C2-9F9A-432D-9FAC-BD8D7C0337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8" name="直線コネクタ 127757">
                      <a:extLst>
                        <a:ext uri="{FF2B5EF4-FFF2-40B4-BE49-F238E27FC236}">
                          <a16:creationId xmlns:a16="http://schemas.microsoft.com/office/drawing/2014/main" id="{9B1E9D2B-FC80-4988-B51B-4C0DB56537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59" name="直線コネクタ 127758">
                      <a:extLst>
                        <a:ext uri="{FF2B5EF4-FFF2-40B4-BE49-F238E27FC236}">
                          <a16:creationId xmlns:a16="http://schemas.microsoft.com/office/drawing/2014/main" id="{CAB16370-ADE9-4F25-8F8F-74229C3776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0" name="直線コネクタ 127759">
                      <a:extLst>
                        <a:ext uri="{FF2B5EF4-FFF2-40B4-BE49-F238E27FC236}">
                          <a16:creationId xmlns:a16="http://schemas.microsoft.com/office/drawing/2014/main" id="{29A15944-AFE1-4C37-A770-F2AD8F13D7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1" name="直線コネクタ 127760">
                      <a:extLst>
                        <a:ext uri="{FF2B5EF4-FFF2-40B4-BE49-F238E27FC236}">
                          <a16:creationId xmlns:a16="http://schemas.microsoft.com/office/drawing/2014/main" id="{40D0CC0B-21B9-49FD-B8C9-A061FF3F2A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2" name="直線コネクタ 127761">
                      <a:extLst>
                        <a:ext uri="{FF2B5EF4-FFF2-40B4-BE49-F238E27FC236}">
                          <a16:creationId xmlns:a16="http://schemas.microsoft.com/office/drawing/2014/main" id="{50560743-66D1-4F52-BC57-4FCB7919D4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3" name="直線コネクタ 127762">
                      <a:extLst>
                        <a:ext uri="{FF2B5EF4-FFF2-40B4-BE49-F238E27FC236}">
                          <a16:creationId xmlns:a16="http://schemas.microsoft.com/office/drawing/2014/main" id="{4D418D36-1E05-4AA2-87F3-1BA82D8428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4" name="直線コネクタ 127763">
                      <a:extLst>
                        <a:ext uri="{FF2B5EF4-FFF2-40B4-BE49-F238E27FC236}">
                          <a16:creationId xmlns:a16="http://schemas.microsoft.com/office/drawing/2014/main" id="{B046DBD2-6494-471A-A817-620413E3C0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5" name="直線コネクタ 127764">
                      <a:extLst>
                        <a:ext uri="{FF2B5EF4-FFF2-40B4-BE49-F238E27FC236}">
                          <a16:creationId xmlns:a16="http://schemas.microsoft.com/office/drawing/2014/main" id="{C0FB48B6-CB38-4D9E-BB45-8CE0F5764D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6" name="直線コネクタ 127765">
                      <a:extLst>
                        <a:ext uri="{FF2B5EF4-FFF2-40B4-BE49-F238E27FC236}">
                          <a16:creationId xmlns:a16="http://schemas.microsoft.com/office/drawing/2014/main" id="{7A2186F0-E1FC-42C1-A153-D400209031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7" name="直線コネクタ 127766">
                      <a:extLst>
                        <a:ext uri="{FF2B5EF4-FFF2-40B4-BE49-F238E27FC236}">
                          <a16:creationId xmlns:a16="http://schemas.microsoft.com/office/drawing/2014/main" id="{73CB04BD-9A21-4318-A788-9F5626FD58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8" name="直線コネクタ 127767">
                      <a:extLst>
                        <a:ext uri="{FF2B5EF4-FFF2-40B4-BE49-F238E27FC236}">
                          <a16:creationId xmlns:a16="http://schemas.microsoft.com/office/drawing/2014/main" id="{25DD7BA6-0985-4053-AEC1-3EAAB49ED7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69" name="直線コネクタ 127768">
                      <a:extLst>
                        <a:ext uri="{FF2B5EF4-FFF2-40B4-BE49-F238E27FC236}">
                          <a16:creationId xmlns:a16="http://schemas.microsoft.com/office/drawing/2014/main" id="{F9A7B7F2-0BC0-4572-B601-3BB7BF6D3F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70" name="直線コネクタ 127769">
                      <a:extLst>
                        <a:ext uri="{FF2B5EF4-FFF2-40B4-BE49-F238E27FC236}">
                          <a16:creationId xmlns:a16="http://schemas.microsoft.com/office/drawing/2014/main" id="{EECC0685-A932-4C65-AACE-2F2AC5F123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71" name="直線コネクタ 127770">
                      <a:extLst>
                        <a:ext uri="{FF2B5EF4-FFF2-40B4-BE49-F238E27FC236}">
                          <a16:creationId xmlns:a16="http://schemas.microsoft.com/office/drawing/2014/main" id="{1A493029-139F-405B-A9C1-D127FD14E5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72" name="直線コネクタ 127771">
                      <a:extLst>
                        <a:ext uri="{FF2B5EF4-FFF2-40B4-BE49-F238E27FC236}">
                          <a16:creationId xmlns:a16="http://schemas.microsoft.com/office/drawing/2014/main" id="{2402DE69-C17F-444D-92CE-42ABE505D7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556" name="グループ化 127555">
                    <a:extLst>
                      <a:ext uri="{FF2B5EF4-FFF2-40B4-BE49-F238E27FC236}">
                        <a16:creationId xmlns:a16="http://schemas.microsoft.com/office/drawing/2014/main" id="{13B246AE-70A2-4AF0-8336-2E41C5602DC8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7722" name="正方形/長方形 127721">
                      <a:extLst>
                        <a:ext uri="{FF2B5EF4-FFF2-40B4-BE49-F238E27FC236}">
                          <a16:creationId xmlns:a16="http://schemas.microsoft.com/office/drawing/2014/main" id="{D25BCF07-4CCC-4146-B711-DAEFCB2566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723" name="正方形/長方形 127722">
                      <a:extLst>
                        <a:ext uri="{FF2B5EF4-FFF2-40B4-BE49-F238E27FC236}">
                          <a16:creationId xmlns:a16="http://schemas.microsoft.com/office/drawing/2014/main" id="{279604D0-C833-4416-84D1-C01A44C3EE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724" name="正方形/長方形 127723">
                      <a:extLst>
                        <a:ext uri="{FF2B5EF4-FFF2-40B4-BE49-F238E27FC236}">
                          <a16:creationId xmlns:a16="http://schemas.microsoft.com/office/drawing/2014/main" id="{8A1B5458-4E5D-443B-9F7C-B8E466E784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725" name="正方形/長方形 127724">
                      <a:extLst>
                        <a:ext uri="{FF2B5EF4-FFF2-40B4-BE49-F238E27FC236}">
                          <a16:creationId xmlns:a16="http://schemas.microsoft.com/office/drawing/2014/main" id="{2BBF40B9-40AD-4B3D-A912-258B2BB5C2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726" name="正方形/長方形 127725">
                      <a:extLst>
                        <a:ext uri="{FF2B5EF4-FFF2-40B4-BE49-F238E27FC236}">
                          <a16:creationId xmlns:a16="http://schemas.microsoft.com/office/drawing/2014/main" id="{35CAFCBD-7073-46F3-9343-061F6376DD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727" name="正方形/長方形 127726">
                      <a:extLst>
                        <a:ext uri="{FF2B5EF4-FFF2-40B4-BE49-F238E27FC236}">
                          <a16:creationId xmlns:a16="http://schemas.microsoft.com/office/drawing/2014/main" id="{B3BB42F1-6467-4B28-8501-BA5A88F78A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728" name="正方形/長方形 127727">
                      <a:extLst>
                        <a:ext uri="{FF2B5EF4-FFF2-40B4-BE49-F238E27FC236}">
                          <a16:creationId xmlns:a16="http://schemas.microsoft.com/office/drawing/2014/main" id="{0AA20A76-EACB-4A33-8CBF-CC199A9CDE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729" name="正方形/長方形 127728">
                      <a:extLst>
                        <a:ext uri="{FF2B5EF4-FFF2-40B4-BE49-F238E27FC236}">
                          <a16:creationId xmlns:a16="http://schemas.microsoft.com/office/drawing/2014/main" id="{8DC4A4A4-93EA-447F-91B1-74B5708068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730" name="正方形/長方形 127729">
                      <a:extLst>
                        <a:ext uri="{FF2B5EF4-FFF2-40B4-BE49-F238E27FC236}">
                          <a16:creationId xmlns:a16="http://schemas.microsoft.com/office/drawing/2014/main" id="{B7D33F28-7BBA-45D3-9192-0E076F0739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7557" name="グループ化 127556">
                    <a:extLst>
                      <a:ext uri="{FF2B5EF4-FFF2-40B4-BE49-F238E27FC236}">
                        <a16:creationId xmlns:a16="http://schemas.microsoft.com/office/drawing/2014/main" id="{3072292D-AF8D-488F-80F9-54E92BECA4D1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7714" name="直線コネクタ 127713">
                      <a:extLst>
                        <a:ext uri="{FF2B5EF4-FFF2-40B4-BE49-F238E27FC236}">
                          <a16:creationId xmlns:a16="http://schemas.microsoft.com/office/drawing/2014/main" id="{7053EA7C-5F99-4A47-977B-03D293C4CD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5" name="直線コネクタ 127714">
                      <a:extLst>
                        <a:ext uri="{FF2B5EF4-FFF2-40B4-BE49-F238E27FC236}">
                          <a16:creationId xmlns:a16="http://schemas.microsoft.com/office/drawing/2014/main" id="{6F4A88BE-AED5-49F1-A76C-8FA1112815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6" name="直線コネクタ 127715">
                      <a:extLst>
                        <a:ext uri="{FF2B5EF4-FFF2-40B4-BE49-F238E27FC236}">
                          <a16:creationId xmlns:a16="http://schemas.microsoft.com/office/drawing/2014/main" id="{393CEF41-7313-4D7B-9AA0-D5E5A0C34B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7" name="直線コネクタ 127716">
                      <a:extLst>
                        <a:ext uri="{FF2B5EF4-FFF2-40B4-BE49-F238E27FC236}">
                          <a16:creationId xmlns:a16="http://schemas.microsoft.com/office/drawing/2014/main" id="{2D258B62-2106-4157-954C-EDF3074FC5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8" name="直線コネクタ 127717">
                      <a:extLst>
                        <a:ext uri="{FF2B5EF4-FFF2-40B4-BE49-F238E27FC236}">
                          <a16:creationId xmlns:a16="http://schemas.microsoft.com/office/drawing/2014/main" id="{9618C6E6-B382-4E83-A0BE-9FEE797C12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9" name="直線コネクタ 127718">
                      <a:extLst>
                        <a:ext uri="{FF2B5EF4-FFF2-40B4-BE49-F238E27FC236}">
                          <a16:creationId xmlns:a16="http://schemas.microsoft.com/office/drawing/2014/main" id="{4BD455E8-E589-40C1-997D-EC08DB7434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20" name="直線コネクタ 127719">
                      <a:extLst>
                        <a:ext uri="{FF2B5EF4-FFF2-40B4-BE49-F238E27FC236}">
                          <a16:creationId xmlns:a16="http://schemas.microsoft.com/office/drawing/2014/main" id="{31B71278-FC48-4E50-9B31-A83D9C7F72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21" name="直線コネクタ 127720">
                      <a:extLst>
                        <a:ext uri="{FF2B5EF4-FFF2-40B4-BE49-F238E27FC236}">
                          <a16:creationId xmlns:a16="http://schemas.microsoft.com/office/drawing/2014/main" id="{90FA212C-8B45-407C-8244-68B5AFDEBF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558" name="グループ化 127557">
                    <a:extLst>
                      <a:ext uri="{FF2B5EF4-FFF2-40B4-BE49-F238E27FC236}">
                        <a16:creationId xmlns:a16="http://schemas.microsoft.com/office/drawing/2014/main" id="{E6DE62A3-989E-4170-AC8D-6D5B87E18511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7706" name="直線コネクタ 127705">
                      <a:extLst>
                        <a:ext uri="{FF2B5EF4-FFF2-40B4-BE49-F238E27FC236}">
                          <a16:creationId xmlns:a16="http://schemas.microsoft.com/office/drawing/2014/main" id="{27F55EA9-9E3D-4EB0-BEF1-13167F25F4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7" name="直線コネクタ 127706">
                      <a:extLst>
                        <a:ext uri="{FF2B5EF4-FFF2-40B4-BE49-F238E27FC236}">
                          <a16:creationId xmlns:a16="http://schemas.microsoft.com/office/drawing/2014/main" id="{1F5A0BEB-7EC1-4FE8-98AA-1BF1E5AD25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8" name="直線コネクタ 127707">
                      <a:extLst>
                        <a:ext uri="{FF2B5EF4-FFF2-40B4-BE49-F238E27FC236}">
                          <a16:creationId xmlns:a16="http://schemas.microsoft.com/office/drawing/2014/main" id="{4C8FA66E-635E-4E18-92FC-9C58DF7FCA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9" name="直線コネクタ 127708">
                      <a:extLst>
                        <a:ext uri="{FF2B5EF4-FFF2-40B4-BE49-F238E27FC236}">
                          <a16:creationId xmlns:a16="http://schemas.microsoft.com/office/drawing/2014/main" id="{A9EF8C33-3510-404F-805E-198254B065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0" name="直線コネクタ 127709">
                      <a:extLst>
                        <a:ext uri="{FF2B5EF4-FFF2-40B4-BE49-F238E27FC236}">
                          <a16:creationId xmlns:a16="http://schemas.microsoft.com/office/drawing/2014/main" id="{49084DF0-1FD1-4BF4-80F5-95CBC7E985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1" name="直線コネクタ 127710">
                      <a:extLst>
                        <a:ext uri="{FF2B5EF4-FFF2-40B4-BE49-F238E27FC236}">
                          <a16:creationId xmlns:a16="http://schemas.microsoft.com/office/drawing/2014/main" id="{ACA92423-25D7-46C5-AF03-92D96AA556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2" name="直線コネクタ 127711">
                      <a:extLst>
                        <a:ext uri="{FF2B5EF4-FFF2-40B4-BE49-F238E27FC236}">
                          <a16:creationId xmlns:a16="http://schemas.microsoft.com/office/drawing/2014/main" id="{D55B94D3-D7EC-4A19-B112-79BAB996BA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13" name="直線コネクタ 127712">
                      <a:extLst>
                        <a:ext uri="{FF2B5EF4-FFF2-40B4-BE49-F238E27FC236}">
                          <a16:creationId xmlns:a16="http://schemas.microsoft.com/office/drawing/2014/main" id="{1C7CB998-F634-4892-9488-D82A0CA998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559" name="グループ化 127558">
                    <a:extLst>
                      <a:ext uri="{FF2B5EF4-FFF2-40B4-BE49-F238E27FC236}">
                        <a16:creationId xmlns:a16="http://schemas.microsoft.com/office/drawing/2014/main" id="{3EEFC03F-DE69-46E1-85FD-A0923BD738B1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7664" name="直線コネクタ 127663">
                      <a:extLst>
                        <a:ext uri="{FF2B5EF4-FFF2-40B4-BE49-F238E27FC236}">
                          <a16:creationId xmlns:a16="http://schemas.microsoft.com/office/drawing/2014/main" id="{69E5FBB9-B837-4519-9D2E-291AFD2112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5" name="直線コネクタ 127664">
                      <a:extLst>
                        <a:ext uri="{FF2B5EF4-FFF2-40B4-BE49-F238E27FC236}">
                          <a16:creationId xmlns:a16="http://schemas.microsoft.com/office/drawing/2014/main" id="{7D55099F-021A-4A00-AF13-9D97661FE3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6" name="直線コネクタ 127665">
                      <a:extLst>
                        <a:ext uri="{FF2B5EF4-FFF2-40B4-BE49-F238E27FC236}">
                          <a16:creationId xmlns:a16="http://schemas.microsoft.com/office/drawing/2014/main" id="{87A84505-DAF4-4DE8-87F8-CFA620DC85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7" name="直線コネクタ 127666">
                      <a:extLst>
                        <a:ext uri="{FF2B5EF4-FFF2-40B4-BE49-F238E27FC236}">
                          <a16:creationId xmlns:a16="http://schemas.microsoft.com/office/drawing/2014/main" id="{F9DF616D-6BF6-473B-9481-9F1E8BD638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8" name="直線コネクタ 127667">
                      <a:extLst>
                        <a:ext uri="{FF2B5EF4-FFF2-40B4-BE49-F238E27FC236}">
                          <a16:creationId xmlns:a16="http://schemas.microsoft.com/office/drawing/2014/main" id="{D42466F0-2FCA-4FDB-87BF-045E2D4946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9" name="直線コネクタ 127668">
                      <a:extLst>
                        <a:ext uri="{FF2B5EF4-FFF2-40B4-BE49-F238E27FC236}">
                          <a16:creationId xmlns:a16="http://schemas.microsoft.com/office/drawing/2014/main" id="{BC8D69F1-E806-464F-A9B9-8A61BC7C5A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0" name="直線コネクタ 127669">
                      <a:extLst>
                        <a:ext uri="{FF2B5EF4-FFF2-40B4-BE49-F238E27FC236}">
                          <a16:creationId xmlns:a16="http://schemas.microsoft.com/office/drawing/2014/main" id="{DAA48B1F-E881-4E0E-AA0A-3102734053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1" name="直線コネクタ 127670">
                      <a:extLst>
                        <a:ext uri="{FF2B5EF4-FFF2-40B4-BE49-F238E27FC236}">
                          <a16:creationId xmlns:a16="http://schemas.microsoft.com/office/drawing/2014/main" id="{0D14DDE9-22AD-4413-8D28-7EA1882A93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2" name="直線コネクタ 127671">
                      <a:extLst>
                        <a:ext uri="{FF2B5EF4-FFF2-40B4-BE49-F238E27FC236}">
                          <a16:creationId xmlns:a16="http://schemas.microsoft.com/office/drawing/2014/main" id="{5773F3C9-8E79-4361-A397-61778EE34A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3" name="直線コネクタ 127672">
                      <a:extLst>
                        <a:ext uri="{FF2B5EF4-FFF2-40B4-BE49-F238E27FC236}">
                          <a16:creationId xmlns:a16="http://schemas.microsoft.com/office/drawing/2014/main" id="{4A73126C-4074-4453-B6C8-656FC5FE47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4" name="直線コネクタ 127673">
                      <a:extLst>
                        <a:ext uri="{FF2B5EF4-FFF2-40B4-BE49-F238E27FC236}">
                          <a16:creationId xmlns:a16="http://schemas.microsoft.com/office/drawing/2014/main" id="{3221E421-E16B-470B-B518-DDA4DA09BD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5" name="直線コネクタ 127674">
                      <a:extLst>
                        <a:ext uri="{FF2B5EF4-FFF2-40B4-BE49-F238E27FC236}">
                          <a16:creationId xmlns:a16="http://schemas.microsoft.com/office/drawing/2014/main" id="{FB2203E3-1220-46BE-912F-2078E7643B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6" name="直線コネクタ 127675">
                      <a:extLst>
                        <a:ext uri="{FF2B5EF4-FFF2-40B4-BE49-F238E27FC236}">
                          <a16:creationId xmlns:a16="http://schemas.microsoft.com/office/drawing/2014/main" id="{F4EC051B-2E7F-4C10-9496-80568DF582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7" name="直線コネクタ 127676">
                      <a:extLst>
                        <a:ext uri="{FF2B5EF4-FFF2-40B4-BE49-F238E27FC236}">
                          <a16:creationId xmlns:a16="http://schemas.microsoft.com/office/drawing/2014/main" id="{11AC9E5B-51F7-4D3C-89F2-B852762D60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8" name="直線コネクタ 127677">
                      <a:extLst>
                        <a:ext uri="{FF2B5EF4-FFF2-40B4-BE49-F238E27FC236}">
                          <a16:creationId xmlns:a16="http://schemas.microsoft.com/office/drawing/2014/main" id="{7CEE4B3A-5A56-4F24-894D-B889A8C693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79" name="直線コネクタ 127678">
                      <a:extLst>
                        <a:ext uri="{FF2B5EF4-FFF2-40B4-BE49-F238E27FC236}">
                          <a16:creationId xmlns:a16="http://schemas.microsoft.com/office/drawing/2014/main" id="{F663CE81-2F22-42A3-857A-DB1B5D7739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0" name="直線コネクタ 127679">
                      <a:extLst>
                        <a:ext uri="{FF2B5EF4-FFF2-40B4-BE49-F238E27FC236}">
                          <a16:creationId xmlns:a16="http://schemas.microsoft.com/office/drawing/2014/main" id="{B61A4925-89D6-4431-B47E-E58CC0CD92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1" name="直線コネクタ 127680">
                      <a:extLst>
                        <a:ext uri="{FF2B5EF4-FFF2-40B4-BE49-F238E27FC236}">
                          <a16:creationId xmlns:a16="http://schemas.microsoft.com/office/drawing/2014/main" id="{49D59311-02E7-41D0-A290-11F6C6B453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2" name="直線コネクタ 127681">
                      <a:extLst>
                        <a:ext uri="{FF2B5EF4-FFF2-40B4-BE49-F238E27FC236}">
                          <a16:creationId xmlns:a16="http://schemas.microsoft.com/office/drawing/2014/main" id="{F214176E-3FFF-4284-90E8-346D0818E8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3" name="直線コネクタ 127682">
                      <a:extLst>
                        <a:ext uri="{FF2B5EF4-FFF2-40B4-BE49-F238E27FC236}">
                          <a16:creationId xmlns:a16="http://schemas.microsoft.com/office/drawing/2014/main" id="{86CDD576-B549-4C50-886C-44E5CA0100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4" name="直線コネクタ 127683">
                      <a:extLst>
                        <a:ext uri="{FF2B5EF4-FFF2-40B4-BE49-F238E27FC236}">
                          <a16:creationId xmlns:a16="http://schemas.microsoft.com/office/drawing/2014/main" id="{757F3166-AB65-422D-A501-5C68B41AE5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5" name="直線コネクタ 127684">
                      <a:extLst>
                        <a:ext uri="{FF2B5EF4-FFF2-40B4-BE49-F238E27FC236}">
                          <a16:creationId xmlns:a16="http://schemas.microsoft.com/office/drawing/2014/main" id="{4624D985-F4CB-4567-86D0-66D1761083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6" name="直線コネクタ 127685">
                      <a:extLst>
                        <a:ext uri="{FF2B5EF4-FFF2-40B4-BE49-F238E27FC236}">
                          <a16:creationId xmlns:a16="http://schemas.microsoft.com/office/drawing/2014/main" id="{146F9085-3B53-4148-8249-4F624E3433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7" name="直線コネクタ 127686">
                      <a:extLst>
                        <a:ext uri="{FF2B5EF4-FFF2-40B4-BE49-F238E27FC236}">
                          <a16:creationId xmlns:a16="http://schemas.microsoft.com/office/drawing/2014/main" id="{09FC0513-6771-4C5B-B861-00368D5206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8" name="直線コネクタ 127687">
                      <a:extLst>
                        <a:ext uri="{FF2B5EF4-FFF2-40B4-BE49-F238E27FC236}">
                          <a16:creationId xmlns:a16="http://schemas.microsoft.com/office/drawing/2014/main" id="{6A378B96-2A45-411A-B6CE-F24C5EDA12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89" name="直線コネクタ 127688">
                      <a:extLst>
                        <a:ext uri="{FF2B5EF4-FFF2-40B4-BE49-F238E27FC236}">
                          <a16:creationId xmlns:a16="http://schemas.microsoft.com/office/drawing/2014/main" id="{3EFB7BA4-8B81-4FD4-B9A1-52C9229173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0" name="直線コネクタ 127689">
                      <a:extLst>
                        <a:ext uri="{FF2B5EF4-FFF2-40B4-BE49-F238E27FC236}">
                          <a16:creationId xmlns:a16="http://schemas.microsoft.com/office/drawing/2014/main" id="{47613171-CD2F-41B1-95B0-F5B0A331A1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1" name="直線コネクタ 127690">
                      <a:extLst>
                        <a:ext uri="{FF2B5EF4-FFF2-40B4-BE49-F238E27FC236}">
                          <a16:creationId xmlns:a16="http://schemas.microsoft.com/office/drawing/2014/main" id="{87F21361-9105-4CCA-AD63-6EFF7E94AA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2" name="直線コネクタ 127691">
                      <a:extLst>
                        <a:ext uri="{FF2B5EF4-FFF2-40B4-BE49-F238E27FC236}">
                          <a16:creationId xmlns:a16="http://schemas.microsoft.com/office/drawing/2014/main" id="{4ED9B869-DA2E-4A5C-BE91-623C2C4DEA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3" name="直線コネクタ 127692">
                      <a:extLst>
                        <a:ext uri="{FF2B5EF4-FFF2-40B4-BE49-F238E27FC236}">
                          <a16:creationId xmlns:a16="http://schemas.microsoft.com/office/drawing/2014/main" id="{C8D224A0-D5C4-438E-827F-783950D00B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4" name="直線コネクタ 127693">
                      <a:extLst>
                        <a:ext uri="{FF2B5EF4-FFF2-40B4-BE49-F238E27FC236}">
                          <a16:creationId xmlns:a16="http://schemas.microsoft.com/office/drawing/2014/main" id="{85439823-EF81-4A13-AFD3-709A5CCBD3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5" name="直線コネクタ 127694">
                      <a:extLst>
                        <a:ext uri="{FF2B5EF4-FFF2-40B4-BE49-F238E27FC236}">
                          <a16:creationId xmlns:a16="http://schemas.microsoft.com/office/drawing/2014/main" id="{231C535C-7048-46F3-867E-B247E877AB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6" name="直線コネクタ 127695">
                      <a:extLst>
                        <a:ext uri="{FF2B5EF4-FFF2-40B4-BE49-F238E27FC236}">
                          <a16:creationId xmlns:a16="http://schemas.microsoft.com/office/drawing/2014/main" id="{330477B1-0BB2-487B-B2E6-943CC51C13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7" name="直線コネクタ 127696">
                      <a:extLst>
                        <a:ext uri="{FF2B5EF4-FFF2-40B4-BE49-F238E27FC236}">
                          <a16:creationId xmlns:a16="http://schemas.microsoft.com/office/drawing/2014/main" id="{3538E8C9-1DDD-410E-8640-930BC5B5A9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8" name="直線コネクタ 127697">
                      <a:extLst>
                        <a:ext uri="{FF2B5EF4-FFF2-40B4-BE49-F238E27FC236}">
                          <a16:creationId xmlns:a16="http://schemas.microsoft.com/office/drawing/2014/main" id="{34BABF59-05A6-403A-AE50-1C4F4382DE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99" name="直線コネクタ 127698">
                      <a:extLst>
                        <a:ext uri="{FF2B5EF4-FFF2-40B4-BE49-F238E27FC236}">
                          <a16:creationId xmlns:a16="http://schemas.microsoft.com/office/drawing/2014/main" id="{82C8F04F-ECE8-46EB-81CC-93955B6AD4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0" name="直線コネクタ 127699">
                      <a:extLst>
                        <a:ext uri="{FF2B5EF4-FFF2-40B4-BE49-F238E27FC236}">
                          <a16:creationId xmlns:a16="http://schemas.microsoft.com/office/drawing/2014/main" id="{FC6291C7-8181-411A-8EFF-C93B1162AC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1" name="直線コネクタ 127700">
                      <a:extLst>
                        <a:ext uri="{FF2B5EF4-FFF2-40B4-BE49-F238E27FC236}">
                          <a16:creationId xmlns:a16="http://schemas.microsoft.com/office/drawing/2014/main" id="{E2A3A604-1882-4563-9A9C-5B2E5EE976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2" name="直線コネクタ 127701">
                      <a:extLst>
                        <a:ext uri="{FF2B5EF4-FFF2-40B4-BE49-F238E27FC236}">
                          <a16:creationId xmlns:a16="http://schemas.microsoft.com/office/drawing/2014/main" id="{B0A45F14-8949-4ED2-B287-AB63CBEA42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3" name="直線コネクタ 127702">
                      <a:extLst>
                        <a:ext uri="{FF2B5EF4-FFF2-40B4-BE49-F238E27FC236}">
                          <a16:creationId xmlns:a16="http://schemas.microsoft.com/office/drawing/2014/main" id="{55DF0889-53D9-48FD-8045-D81FE07F66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4" name="直線コネクタ 127703">
                      <a:extLst>
                        <a:ext uri="{FF2B5EF4-FFF2-40B4-BE49-F238E27FC236}">
                          <a16:creationId xmlns:a16="http://schemas.microsoft.com/office/drawing/2014/main" id="{DC653CA7-D5C3-4E34-A7BE-563FAADC27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705" name="直線コネクタ 127704">
                      <a:extLst>
                        <a:ext uri="{FF2B5EF4-FFF2-40B4-BE49-F238E27FC236}">
                          <a16:creationId xmlns:a16="http://schemas.microsoft.com/office/drawing/2014/main" id="{3AE3FEEA-0478-4E1E-A785-00802A4D6F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560" name="グループ化 127559">
                    <a:extLst>
                      <a:ext uri="{FF2B5EF4-FFF2-40B4-BE49-F238E27FC236}">
                        <a16:creationId xmlns:a16="http://schemas.microsoft.com/office/drawing/2014/main" id="{49CB959D-3235-4712-B8DA-F318230F131E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7622" name="直線コネクタ 127621">
                      <a:extLst>
                        <a:ext uri="{FF2B5EF4-FFF2-40B4-BE49-F238E27FC236}">
                          <a16:creationId xmlns:a16="http://schemas.microsoft.com/office/drawing/2014/main" id="{CFF08C0C-38B2-4996-9CCD-C16D98E4CE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3" name="直線コネクタ 127622">
                      <a:extLst>
                        <a:ext uri="{FF2B5EF4-FFF2-40B4-BE49-F238E27FC236}">
                          <a16:creationId xmlns:a16="http://schemas.microsoft.com/office/drawing/2014/main" id="{DC764AB6-1B71-4919-87D8-FD66B85169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4" name="直線コネクタ 127623">
                      <a:extLst>
                        <a:ext uri="{FF2B5EF4-FFF2-40B4-BE49-F238E27FC236}">
                          <a16:creationId xmlns:a16="http://schemas.microsoft.com/office/drawing/2014/main" id="{AB1A8716-464E-4FE8-915B-7166AED5DD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5" name="直線コネクタ 127624">
                      <a:extLst>
                        <a:ext uri="{FF2B5EF4-FFF2-40B4-BE49-F238E27FC236}">
                          <a16:creationId xmlns:a16="http://schemas.microsoft.com/office/drawing/2014/main" id="{8B9A7D02-7036-4854-8F50-B737E5F31F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6" name="直線コネクタ 127625">
                      <a:extLst>
                        <a:ext uri="{FF2B5EF4-FFF2-40B4-BE49-F238E27FC236}">
                          <a16:creationId xmlns:a16="http://schemas.microsoft.com/office/drawing/2014/main" id="{9FEEE439-B66C-4180-B6CE-65B8998BED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7" name="直線コネクタ 127626">
                      <a:extLst>
                        <a:ext uri="{FF2B5EF4-FFF2-40B4-BE49-F238E27FC236}">
                          <a16:creationId xmlns:a16="http://schemas.microsoft.com/office/drawing/2014/main" id="{33C14174-07C1-4DD5-811C-ACFD160D02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8" name="直線コネクタ 127627">
                      <a:extLst>
                        <a:ext uri="{FF2B5EF4-FFF2-40B4-BE49-F238E27FC236}">
                          <a16:creationId xmlns:a16="http://schemas.microsoft.com/office/drawing/2014/main" id="{8A954C93-ADF7-446B-9C25-19627AF7C4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9" name="直線コネクタ 127628">
                      <a:extLst>
                        <a:ext uri="{FF2B5EF4-FFF2-40B4-BE49-F238E27FC236}">
                          <a16:creationId xmlns:a16="http://schemas.microsoft.com/office/drawing/2014/main" id="{8EDEABC0-F978-4613-BB85-35859A1809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0" name="直線コネクタ 127629">
                      <a:extLst>
                        <a:ext uri="{FF2B5EF4-FFF2-40B4-BE49-F238E27FC236}">
                          <a16:creationId xmlns:a16="http://schemas.microsoft.com/office/drawing/2014/main" id="{D87305C1-2EFD-4278-91DC-9CEECFA558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1" name="直線コネクタ 127630">
                      <a:extLst>
                        <a:ext uri="{FF2B5EF4-FFF2-40B4-BE49-F238E27FC236}">
                          <a16:creationId xmlns:a16="http://schemas.microsoft.com/office/drawing/2014/main" id="{1A9E8681-67DE-4108-918F-22D6A36515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2" name="直線コネクタ 127631">
                      <a:extLst>
                        <a:ext uri="{FF2B5EF4-FFF2-40B4-BE49-F238E27FC236}">
                          <a16:creationId xmlns:a16="http://schemas.microsoft.com/office/drawing/2014/main" id="{7CBB83C2-87B2-442E-9DF1-9DA1851B09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3" name="直線コネクタ 127632">
                      <a:extLst>
                        <a:ext uri="{FF2B5EF4-FFF2-40B4-BE49-F238E27FC236}">
                          <a16:creationId xmlns:a16="http://schemas.microsoft.com/office/drawing/2014/main" id="{77D185F1-99AE-4601-8B26-26E33230AD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4" name="直線コネクタ 127633">
                      <a:extLst>
                        <a:ext uri="{FF2B5EF4-FFF2-40B4-BE49-F238E27FC236}">
                          <a16:creationId xmlns:a16="http://schemas.microsoft.com/office/drawing/2014/main" id="{B5E3B137-066F-493C-BEEA-0556DCB8C9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5" name="直線コネクタ 127634">
                      <a:extLst>
                        <a:ext uri="{FF2B5EF4-FFF2-40B4-BE49-F238E27FC236}">
                          <a16:creationId xmlns:a16="http://schemas.microsoft.com/office/drawing/2014/main" id="{7AC67BEB-84A6-490C-BA77-7CFF959723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6" name="直線コネクタ 127635">
                      <a:extLst>
                        <a:ext uri="{FF2B5EF4-FFF2-40B4-BE49-F238E27FC236}">
                          <a16:creationId xmlns:a16="http://schemas.microsoft.com/office/drawing/2014/main" id="{B2E53356-8BBD-46F6-9563-9A8501EF0F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7" name="直線コネクタ 127636">
                      <a:extLst>
                        <a:ext uri="{FF2B5EF4-FFF2-40B4-BE49-F238E27FC236}">
                          <a16:creationId xmlns:a16="http://schemas.microsoft.com/office/drawing/2014/main" id="{B39AA38C-26D7-47F6-AAE3-3D45530F39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8" name="直線コネクタ 127637">
                      <a:extLst>
                        <a:ext uri="{FF2B5EF4-FFF2-40B4-BE49-F238E27FC236}">
                          <a16:creationId xmlns:a16="http://schemas.microsoft.com/office/drawing/2014/main" id="{CDBCE524-DA6D-4650-9BFA-C5B8BBDC17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39" name="直線コネクタ 127638">
                      <a:extLst>
                        <a:ext uri="{FF2B5EF4-FFF2-40B4-BE49-F238E27FC236}">
                          <a16:creationId xmlns:a16="http://schemas.microsoft.com/office/drawing/2014/main" id="{85C5AEAB-BB5F-4D66-AB2B-0D0068FFCA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0" name="直線コネクタ 127639">
                      <a:extLst>
                        <a:ext uri="{FF2B5EF4-FFF2-40B4-BE49-F238E27FC236}">
                          <a16:creationId xmlns:a16="http://schemas.microsoft.com/office/drawing/2014/main" id="{EBCF73C3-B125-4471-B5CE-237A27888C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1" name="直線コネクタ 127640">
                      <a:extLst>
                        <a:ext uri="{FF2B5EF4-FFF2-40B4-BE49-F238E27FC236}">
                          <a16:creationId xmlns:a16="http://schemas.microsoft.com/office/drawing/2014/main" id="{D7D587DC-DB04-400C-9833-A539EAF675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2" name="直線コネクタ 127641">
                      <a:extLst>
                        <a:ext uri="{FF2B5EF4-FFF2-40B4-BE49-F238E27FC236}">
                          <a16:creationId xmlns:a16="http://schemas.microsoft.com/office/drawing/2014/main" id="{E8773997-7BA6-4F0F-8619-372A206028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3" name="直線コネクタ 127642">
                      <a:extLst>
                        <a:ext uri="{FF2B5EF4-FFF2-40B4-BE49-F238E27FC236}">
                          <a16:creationId xmlns:a16="http://schemas.microsoft.com/office/drawing/2014/main" id="{6416E287-C5C4-4270-AD48-29E30AE209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4" name="直線コネクタ 127643">
                      <a:extLst>
                        <a:ext uri="{FF2B5EF4-FFF2-40B4-BE49-F238E27FC236}">
                          <a16:creationId xmlns:a16="http://schemas.microsoft.com/office/drawing/2014/main" id="{880780D0-83AB-4DBF-BDCF-1014D1C49A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5" name="直線コネクタ 127644">
                      <a:extLst>
                        <a:ext uri="{FF2B5EF4-FFF2-40B4-BE49-F238E27FC236}">
                          <a16:creationId xmlns:a16="http://schemas.microsoft.com/office/drawing/2014/main" id="{EDA40E01-F974-484E-97FA-756D056684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6" name="直線コネクタ 127645">
                      <a:extLst>
                        <a:ext uri="{FF2B5EF4-FFF2-40B4-BE49-F238E27FC236}">
                          <a16:creationId xmlns:a16="http://schemas.microsoft.com/office/drawing/2014/main" id="{5CCADFF6-2EF0-45F9-B9D7-48F9311CA9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7" name="直線コネクタ 127646">
                      <a:extLst>
                        <a:ext uri="{FF2B5EF4-FFF2-40B4-BE49-F238E27FC236}">
                          <a16:creationId xmlns:a16="http://schemas.microsoft.com/office/drawing/2014/main" id="{4546111F-D21B-4EC0-BC37-E941AA14F9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8" name="直線コネクタ 127647">
                      <a:extLst>
                        <a:ext uri="{FF2B5EF4-FFF2-40B4-BE49-F238E27FC236}">
                          <a16:creationId xmlns:a16="http://schemas.microsoft.com/office/drawing/2014/main" id="{B8F9C949-5C94-41AE-B17E-802CBE2B5E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49" name="直線コネクタ 127648">
                      <a:extLst>
                        <a:ext uri="{FF2B5EF4-FFF2-40B4-BE49-F238E27FC236}">
                          <a16:creationId xmlns:a16="http://schemas.microsoft.com/office/drawing/2014/main" id="{684F57A7-DE4E-4EEC-BEEF-EB893A8396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0" name="直線コネクタ 127649">
                      <a:extLst>
                        <a:ext uri="{FF2B5EF4-FFF2-40B4-BE49-F238E27FC236}">
                          <a16:creationId xmlns:a16="http://schemas.microsoft.com/office/drawing/2014/main" id="{8BB1FA5C-5648-41A6-8E8E-BBCEB13346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1" name="直線コネクタ 127650">
                      <a:extLst>
                        <a:ext uri="{FF2B5EF4-FFF2-40B4-BE49-F238E27FC236}">
                          <a16:creationId xmlns:a16="http://schemas.microsoft.com/office/drawing/2014/main" id="{1E4254C2-0049-4D42-93B6-2C2437FCDC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2" name="直線コネクタ 127651">
                      <a:extLst>
                        <a:ext uri="{FF2B5EF4-FFF2-40B4-BE49-F238E27FC236}">
                          <a16:creationId xmlns:a16="http://schemas.microsoft.com/office/drawing/2014/main" id="{374FE74C-95E2-4A48-910B-8F7B4FF0CB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3" name="直線コネクタ 127652">
                      <a:extLst>
                        <a:ext uri="{FF2B5EF4-FFF2-40B4-BE49-F238E27FC236}">
                          <a16:creationId xmlns:a16="http://schemas.microsoft.com/office/drawing/2014/main" id="{0E4B3494-3DB5-4690-8917-F92A3DEA71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4" name="直線コネクタ 127653">
                      <a:extLst>
                        <a:ext uri="{FF2B5EF4-FFF2-40B4-BE49-F238E27FC236}">
                          <a16:creationId xmlns:a16="http://schemas.microsoft.com/office/drawing/2014/main" id="{16178A6A-3112-4BC8-B4ED-142797D18B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5" name="直線コネクタ 127654">
                      <a:extLst>
                        <a:ext uri="{FF2B5EF4-FFF2-40B4-BE49-F238E27FC236}">
                          <a16:creationId xmlns:a16="http://schemas.microsoft.com/office/drawing/2014/main" id="{3F501C08-9587-4613-ACA5-27D5AE71EE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6" name="直線コネクタ 127655">
                      <a:extLst>
                        <a:ext uri="{FF2B5EF4-FFF2-40B4-BE49-F238E27FC236}">
                          <a16:creationId xmlns:a16="http://schemas.microsoft.com/office/drawing/2014/main" id="{0BC50926-9D63-4A20-98BC-3E66022D8A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7" name="直線コネクタ 127656">
                      <a:extLst>
                        <a:ext uri="{FF2B5EF4-FFF2-40B4-BE49-F238E27FC236}">
                          <a16:creationId xmlns:a16="http://schemas.microsoft.com/office/drawing/2014/main" id="{CB22C050-0A7C-4152-B4FC-8519FDF773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8" name="直線コネクタ 127657">
                      <a:extLst>
                        <a:ext uri="{FF2B5EF4-FFF2-40B4-BE49-F238E27FC236}">
                          <a16:creationId xmlns:a16="http://schemas.microsoft.com/office/drawing/2014/main" id="{2CDD7FB0-145A-48B3-9FED-096D836052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59" name="直線コネクタ 127658">
                      <a:extLst>
                        <a:ext uri="{FF2B5EF4-FFF2-40B4-BE49-F238E27FC236}">
                          <a16:creationId xmlns:a16="http://schemas.microsoft.com/office/drawing/2014/main" id="{7C4570E6-AF2F-483D-AF1C-2BEC85A7CD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0" name="直線コネクタ 127659">
                      <a:extLst>
                        <a:ext uri="{FF2B5EF4-FFF2-40B4-BE49-F238E27FC236}">
                          <a16:creationId xmlns:a16="http://schemas.microsoft.com/office/drawing/2014/main" id="{596D11FA-CA3D-4FB3-8414-B89162E945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1" name="直線コネクタ 127660">
                      <a:extLst>
                        <a:ext uri="{FF2B5EF4-FFF2-40B4-BE49-F238E27FC236}">
                          <a16:creationId xmlns:a16="http://schemas.microsoft.com/office/drawing/2014/main" id="{598306BF-CC10-46A5-A562-C91484B450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2" name="直線コネクタ 127661">
                      <a:extLst>
                        <a:ext uri="{FF2B5EF4-FFF2-40B4-BE49-F238E27FC236}">
                          <a16:creationId xmlns:a16="http://schemas.microsoft.com/office/drawing/2014/main" id="{746D364E-8276-472A-BB37-7972D63952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63" name="直線コネクタ 127662">
                      <a:extLst>
                        <a:ext uri="{FF2B5EF4-FFF2-40B4-BE49-F238E27FC236}">
                          <a16:creationId xmlns:a16="http://schemas.microsoft.com/office/drawing/2014/main" id="{E64118A0-838A-48F4-A7BE-F668687F9D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561" name="グループ化 127560">
                    <a:extLst>
                      <a:ext uri="{FF2B5EF4-FFF2-40B4-BE49-F238E27FC236}">
                        <a16:creationId xmlns:a16="http://schemas.microsoft.com/office/drawing/2014/main" id="{919E1055-56DD-4ECC-941A-21435DFEA52E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7614" name="直線コネクタ 127613">
                      <a:extLst>
                        <a:ext uri="{FF2B5EF4-FFF2-40B4-BE49-F238E27FC236}">
                          <a16:creationId xmlns:a16="http://schemas.microsoft.com/office/drawing/2014/main" id="{A8EE7541-A8EB-4FC4-905E-C28A2BFEDC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5" name="直線コネクタ 127614">
                      <a:extLst>
                        <a:ext uri="{FF2B5EF4-FFF2-40B4-BE49-F238E27FC236}">
                          <a16:creationId xmlns:a16="http://schemas.microsoft.com/office/drawing/2014/main" id="{D6F7B17E-FB0C-403F-98BD-DC5F1983AF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6" name="直線コネクタ 127615">
                      <a:extLst>
                        <a:ext uri="{FF2B5EF4-FFF2-40B4-BE49-F238E27FC236}">
                          <a16:creationId xmlns:a16="http://schemas.microsoft.com/office/drawing/2014/main" id="{911E5252-3220-40E7-B1DC-BE36E57E57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7" name="直線コネクタ 127616">
                      <a:extLst>
                        <a:ext uri="{FF2B5EF4-FFF2-40B4-BE49-F238E27FC236}">
                          <a16:creationId xmlns:a16="http://schemas.microsoft.com/office/drawing/2014/main" id="{D82C647D-F2C3-406F-BF9D-997AC90503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8" name="直線コネクタ 127617">
                      <a:extLst>
                        <a:ext uri="{FF2B5EF4-FFF2-40B4-BE49-F238E27FC236}">
                          <a16:creationId xmlns:a16="http://schemas.microsoft.com/office/drawing/2014/main" id="{57E3615A-AEB7-4FBA-867E-95A66A3A01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9" name="直線コネクタ 127618">
                      <a:extLst>
                        <a:ext uri="{FF2B5EF4-FFF2-40B4-BE49-F238E27FC236}">
                          <a16:creationId xmlns:a16="http://schemas.microsoft.com/office/drawing/2014/main" id="{BB63AE3D-0882-4B5E-99A1-294542155F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0" name="直線コネクタ 127619">
                      <a:extLst>
                        <a:ext uri="{FF2B5EF4-FFF2-40B4-BE49-F238E27FC236}">
                          <a16:creationId xmlns:a16="http://schemas.microsoft.com/office/drawing/2014/main" id="{CE2F2E88-1778-47F2-93CA-79A2FD0B8C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21" name="直線コネクタ 127620">
                      <a:extLst>
                        <a:ext uri="{FF2B5EF4-FFF2-40B4-BE49-F238E27FC236}">
                          <a16:creationId xmlns:a16="http://schemas.microsoft.com/office/drawing/2014/main" id="{4EB45F42-2AB4-4586-9F05-90D95712D5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562" name="グループ化 127561">
                    <a:extLst>
                      <a:ext uri="{FF2B5EF4-FFF2-40B4-BE49-F238E27FC236}">
                        <a16:creationId xmlns:a16="http://schemas.microsoft.com/office/drawing/2014/main" id="{4726F153-0321-42D9-B43F-216846FC50D6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7606" name="直線コネクタ 127605">
                      <a:extLst>
                        <a:ext uri="{FF2B5EF4-FFF2-40B4-BE49-F238E27FC236}">
                          <a16:creationId xmlns:a16="http://schemas.microsoft.com/office/drawing/2014/main" id="{5C8740B6-B715-4E22-9539-2B68BAAD52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7" name="直線コネクタ 127606">
                      <a:extLst>
                        <a:ext uri="{FF2B5EF4-FFF2-40B4-BE49-F238E27FC236}">
                          <a16:creationId xmlns:a16="http://schemas.microsoft.com/office/drawing/2014/main" id="{630FD1E3-7098-4CDE-82B3-D4DE866DA6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8" name="直線コネクタ 127607">
                      <a:extLst>
                        <a:ext uri="{FF2B5EF4-FFF2-40B4-BE49-F238E27FC236}">
                          <a16:creationId xmlns:a16="http://schemas.microsoft.com/office/drawing/2014/main" id="{900698B3-329F-4D54-B804-6337000060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9" name="直線コネクタ 127608">
                      <a:extLst>
                        <a:ext uri="{FF2B5EF4-FFF2-40B4-BE49-F238E27FC236}">
                          <a16:creationId xmlns:a16="http://schemas.microsoft.com/office/drawing/2014/main" id="{06D19006-0EE7-4265-ACA6-E73BA7D2BF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0" name="直線コネクタ 127609">
                      <a:extLst>
                        <a:ext uri="{FF2B5EF4-FFF2-40B4-BE49-F238E27FC236}">
                          <a16:creationId xmlns:a16="http://schemas.microsoft.com/office/drawing/2014/main" id="{A5EAE7B4-2142-41AA-9BF7-685B3BE27A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1" name="直線コネクタ 127610">
                      <a:extLst>
                        <a:ext uri="{FF2B5EF4-FFF2-40B4-BE49-F238E27FC236}">
                          <a16:creationId xmlns:a16="http://schemas.microsoft.com/office/drawing/2014/main" id="{ABD044C4-1AB1-4AA8-B223-3A2AB6E3B1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2" name="直線コネクタ 127611">
                      <a:extLst>
                        <a:ext uri="{FF2B5EF4-FFF2-40B4-BE49-F238E27FC236}">
                          <a16:creationId xmlns:a16="http://schemas.microsoft.com/office/drawing/2014/main" id="{B5E9594A-A5FC-4772-A679-DD497EBD7F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13" name="直線コネクタ 127612">
                      <a:extLst>
                        <a:ext uri="{FF2B5EF4-FFF2-40B4-BE49-F238E27FC236}">
                          <a16:creationId xmlns:a16="http://schemas.microsoft.com/office/drawing/2014/main" id="{BD0652CC-D625-4F04-B486-46D05DFB47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563" name="グループ化 127562">
                    <a:extLst>
                      <a:ext uri="{FF2B5EF4-FFF2-40B4-BE49-F238E27FC236}">
                        <a16:creationId xmlns:a16="http://schemas.microsoft.com/office/drawing/2014/main" id="{D254E82A-B879-474D-8FF0-AE07D2788265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7564" name="直線コネクタ 127563">
                      <a:extLst>
                        <a:ext uri="{FF2B5EF4-FFF2-40B4-BE49-F238E27FC236}">
                          <a16:creationId xmlns:a16="http://schemas.microsoft.com/office/drawing/2014/main" id="{6FB8AE21-2F8E-44F6-9FF7-2593C55B02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65" name="直線コネクタ 127564">
                      <a:extLst>
                        <a:ext uri="{FF2B5EF4-FFF2-40B4-BE49-F238E27FC236}">
                          <a16:creationId xmlns:a16="http://schemas.microsoft.com/office/drawing/2014/main" id="{F170E441-A5AA-4B66-8CE1-363AE946DF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66" name="直線コネクタ 127565">
                      <a:extLst>
                        <a:ext uri="{FF2B5EF4-FFF2-40B4-BE49-F238E27FC236}">
                          <a16:creationId xmlns:a16="http://schemas.microsoft.com/office/drawing/2014/main" id="{AE099DD1-0949-4867-8EA5-D44D03A40C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67" name="直線コネクタ 127566">
                      <a:extLst>
                        <a:ext uri="{FF2B5EF4-FFF2-40B4-BE49-F238E27FC236}">
                          <a16:creationId xmlns:a16="http://schemas.microsoft.com/office/drawing/2014/main" id="{96AF1426-F18C-45FB-84CF-021E72D2C4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68" name="直線コネクタ 127567">
                      <a:extLst>
                        <a:ext uri="{FF2B5EF4-FFF2-40B4-BE49-F238E27FC236}">
                          <a16:creationId xmlns:a16="http://schemas.microsoft.com/office/drawing/2014/main" id="{FF67F061-66B8-4D7B-BEBB-C13F273037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69" name="直線コネクタ 127568">
                      <a:extLst>
                        <a:ext uri="{FF2B5EF4-FFF2-40B4-BE49-F238E27FC236}">
                          <a16:creationId xmlns:a16="http://schemas.microsoft.com/office/drawing/2014/main" id="{D6FC37B5-5208-47B8-A0C6-C2CDE5EB33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0" name="直線コネクタ 127569">
                      <a:extLst>
                        <a:ext uri="{FF2B5EF4-FFF2-40B4-BE49-F238E27FC236}">
                          <a16:creationId xmlns:a16="http://schemas.microsoft.com/office/drawing/2014/main" id="{083DED91-8479-451B-BC78-1D08210CFE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1" name="直線コネクタ 127570">
                      <a:extLst>
                        <a:ext uri="{FF2B5EF4-FFF2-40B4-BE49-F238E27FC236}">
                          <a16:creationId xmlns:a16="http://schemas.microsoft.com/office/drawing/2014/main" id="{5E66A85A-9186-495D-AE56-DB46E396B2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2" name="直線コネクタ 127571">
                      <a:extLst>
                        <a:ext uri="{FF2B5EF4-FFF2-40B4-BE49-F238E27FC236}">
                          <a16:creationId xmlns:a16="http://schemas.microsoft.com/office/drawing/2014/main" id="{5BCE7171-831E-45C8-AE09-BEA50F8CF1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3" name="直線コネクタ 127572">
                      <a:extLst>
                        <a:ext uri="{FF2B5EF4-FFF2-40B4-BE49-F238E27FC236}">
                          <a16:creationId xmlns:a16="http://schemas.microsoft.com/office/drawing/2014/main" id="{5B4DDC8C-2C89-4765-9B9A-AC2AE3407C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4" name="直線コネクタ 127573">
                      <a:extLst>
                        <a:ext uri="{FF2B5EF4-FFF2-40B4-BE49-F238E27FC236}">
                          <a16:creationId xmlns:a16="http://schemas.microsoft.com/office/drawing/2014/main" id="{A2A3486E-4E5E-42B5-B83E-1E8315148C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5" name="直線コネクタ 127574">
                      <a:extLst>
                        <a:ext uri="{FF2B5EF4-FFF2-40B4-BE49-F238E27FC236}">
                          <a16:creationId xmlns:a16="http://schemas.microsoft.com/office/drawing/2014/main" id="{530A0376-6857-4FCD-AD14-08926200B5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6" name="直線コネクタ 127575">
                      <a:extLst>
                        <a:ext uri="{FF2B5EF4-FFF2-40B4-BE49-F238E27FC236}">
                          <a16:creationId xmlns:a16="http://schemas.microsoft.com/office/drawing/2014/main" id="{DAA2C01A-CFC9-4CDA-8EAA-DF4E62610C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7" name="直線コネクタ 127576">
                      <a:extLst>
                        <a:ext uri="{FF2B5EF4-FFF2-40B4-BE49-F238E27FC236}">
                          <a16:creationId xmlns:a16="http://schemas.microsoft.com/office/drawing/2014/main" id="{DB64B1AC-012D-4040-9570-A663457158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8" name="直線コネクタ 127577">
                      <a:extLst>
                        <a:ext uri="{FF2B5EF4-FFF2-40B4-BE49-F238E27FC236}">
                          <a16:creationId xmlns:a16="http://schemas.microsoft.com/office/drawing/2014/main" id="{B80EADDC-1C11-4977-B933-EFB8B83A76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79" name="直線コネクタ 127578">
                      <a:extLst>
                        <a:ext uri="{FF2B5EF4-FFF2-40B4-BE49-F238E27FC236}">
                          <a16:creationId xmlns:a16="http://schemas.microsoft.com/office/drawing/2014/main" id="{B43802B9-3C0E-4049-8D7C-12D3609925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0" name="直線コネクタ 127579">
                      <a:extLst>
                        <a:ext uri="{FF2B5EF4-FFF2-40B4-BE49-F238E27FC236}">
                          <a16:creationId xmlns:a16="http://schemas.microsoft.com/office/drawing/2014/main" id="{67053749-4887-42BE-84BE-2C75763D38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1" name="直線コネクタ 127580">
                      <a:extLst>
                        <a:ext uri="{FF2B5EF4-FFF2-40B4-BE49-F238E27FC236}">
                          <a16:creationId xmlns:a16="http://schemas.microsoft.com/office/drawing/2014/main" id="{969FF1DF-21A7-4CA9-91D1-30CB030DA4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2" name="直線コネクタ 127581">
                      <a:extLst>
                        <a:ext uri="{FF2B5EF4-FFF2-40B4-BE49-F238E27FC236}">
                          <a16:creationId xmlns:a16="http://schemas.microsoft.com/office/drawing/2014/main" id="{CF1ADE98-F98C-4D24-BFA5-8D1DC2E2C9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3" name="直線コネクタ 127582">
                      <a:extLst>
                        <a:ext uri="{FF2B5EF4-FFF2-40B4-BE49-F238E27FC236}">
                          <a16:creationId xmlns:a16="http://schemas.microsoft.com/office/drawing/2014/main" id="{309A1AC9-3719-4FD5-AFEA-0BB36E5378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4" name="直線コネクタ 127583">
                      <a:extLst>
                        <a:ext uri="{FF2B5EF4-FFF2-40B4-BE49-F238E27FC236}">
                          <a16:creationId xmlns:a16="http://schemas.microsoft.com/office/drawing/2014/main" id="{320306FA-9342-4AFC-8966-F5FC3C9DAC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5" name="直線コネクタ 127584">
                      <a:extLst>
                        <a:ext uri="{FF2B5EF4-FFF2-40B4-BE49-F238E27FC236}">
                          <a16:creationId xmlns:a16="http://schemas.microsoft.com/office/drawing/2014/main" id="{72F7E4CB-F08A-4B48-927C-3FA0C46EE4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6" name="直線コネクタ 127585">
                      <a:extLst>
                        <a:ext uri="{FF2B5EF4-FFF2-40B4-BE49-F238E27FC236}">
                          <a16:creationId xmlns:a16="http://schemas.microsoft.com/office/drawing/2014/main" id="{C5D93B7E-8E16-4270-B850-63480E4A43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7" name="直線コネクタ 127586">
                      <a:extLst>
                        <a:ext uri="{FF2B5EF4-FFF2-40B4-BE49-F238E27FC236}">
                          <a16:creationId xmlns:a16="http://schemas.microsoft.com/office/drawing/2014/main" id="{95124C7D-BF0A-4368-9797-C3F9065D1D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8" name="直線コネクタ 127587">
                      <a:extLst>
                        <a:ext uri="{FF2B5EF4-FFF2-40B4-BE49-F238E27FC236}">
                          <a16:creationId xmlns:a16="http://schemas.microsoft.com/office/drawing/2014/main" id="{4AE9F5A9-142F-4401-87F0-496C5D6AF2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89" name="直線コネクタ 127588">
                      <a:extLst>
                        <a:ext uri="{FF2B5EF4-FFF2-40B4-BE49-F238E27FC236}">
                          <a16:creationId xmlns:a16="http://schemas.microsoft.com/office/drawing/2014/main" id="{2A7A64A5-F958-47EB-B053-6C726ABB18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0" name="直線コネクタ 127589">
                      <a:extLst>
                        <a:ext uri="{FF2B5EF4-FFF2-40B4-BE49-F238E27FC236}">
                          <a16:creationId xmlns:a16="http://schemas.microsoft.com/office/drawing/2014/main" id="{3F25ABF6-1E95-4233-A70A-797BE11DFD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1" name="直線コネクタ 127590">
                      <a:extLst>
                        <a:ext uri="{FF2B5EF4-FFF2-40B4-BE49-F238E27FC236}">
                          <a16:creationId xmlns:a16="http://schemas.microsoft.com/office/drawing/2014/main" id="{E9100294-9FD2-4F80-8AFF-CBA358F6AB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2" name="直線コネクタ 127591">
                      <a:extLst>
                        <a:ext uri="{FF2B5EF4-FFF2-40B4-BE49-F238E27FC236}">
                          <a16:creationId xmlns:a16="http://schemas.microsoft.com/office/drawing/2014/main" id="{C261C260-BAE4-4704-875E-E866365467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3" name="直線コネクタ 127592">
                      <a:extLst>
                        <a:ext uri="{FF2B5EF4-FFF2-40B4-BE49-F238E27FC236}">
                          <a16:creationId xmlns:a16="http://schemas.microsoft.com/office/drawing/2014/main" id="{F73E4D9E-0891-41DD-BB29-B652B66D69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4" name="直線コネクタ 127593">
                      <a:extLst>
                        <a:ext uri="{FF2B5EF4-FFF2-40B4-BE49-F238E27FC236}">
                          <a16:creationId xmlns:a16="http://schemas.microsoft.com/office/drawing/2014/main" id="{41EC99D6-E204-4A77-99A3-BC4CD30B49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5" name="直線コネクタ 127594">
                      <a:extLst>
                        <a:ext uri="{FF2B5EF4-FFF2-40B4-BE49-F238E27FC236}">
                          <a16:creationId xmlns:a16="http://schemas.microsoft.com/office/drawing/2014/main" id="{31C4E503-2CD1-4478-BE2A-3DAB9C4F39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6" name="直線コネクタ 127595">
                      <a:extLst>
                        <a:ext uri="{FF2B5EF4-FFF2-40B4-BE49-F238E27FC236}">
                          <a16:creationId xmlns:a16="http://schemas.microsoft.com/office/drawing/2014/main" id="{40C3DFDC-AE8E-43E8-B0B4-A47A3D22A3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7" name="直線コネクタ 127596">
                      <a:extLst>
                        <a:ext uri="{FF2B5EF4-FFF2-40B4-BE49-F238E27FC236}">
                          <a16:creationId xmlns:a16="http://schemas.microsoft.com/office/drawing/2014/main" id="{65853990-44E7-4C34-A5C5-84CE7A0563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8" name="直線コネクタ 127597">
                      <a:extLst>
                        <a:ext uri="{FF2B5EF4-FFF2-40B4-BE49-F238E27FC236}">
                          <a16:creationId xmlns:a16="http://schemas.microsoft.com/office/drawing/2014/main" id="{829C2F38-EDEF-43B5-BAA5-CCB24A48A9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599" name="直線コネクタ 127598">
                      <a:extLst>
                        <a:ext uri="{FF2B5EF4-FFF2-40B4-BE49-F238E27FC236}">
                          <a16:creationId xmlns:a16="http://schemas.microsoft.com/office/drawing/2014/main" id="{24EF13EC-FB8D-4915-89DC-819D0C7C01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0" name="直線コネクタ 127599">
                      <a:extLst>
                        <a:ext uri="{FF2B5EF4-FFF2-40B4-BE49-F238E27FC236}">
                          <a16:creationId xmlns:a16="http://schemas.microsoft.com/office/drawing/2014/main" id="{47472DFB-339F-492C-A1C7-A02C1181E1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1" name="直線コネクタ 127600">
                      <a:extLst>
                        <a:ext uri="{FF2B5EF4-FFF2-40B4-BE49-F238E27FC236}">
                          <a16:creationId xmlns:a16="http://schemas.microsoft.com/office/drawing/2014/main" id="{F67784CF-1E4F-4AE7-887E-A810DC8B61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2" name="直線コネクタ 127601">
                      <a:extLst>
                        <a:ext uri="{FF2B5EF4-FFF2-40B4-BE49-F238E27FC236}">
                          <a16:creationId xmlns:a16="http://schemas.microsoft.com/office/drawing/2014/main" id="{A3B6DAAD-B794-4DBF-8499-91BB64E1AA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3" name="直線コネクタ 127602">
                      <a:extLst>
                        <a:ext uri="{FF2B5EF4-FFF2-40B4-BE49-F238E27FC236}">
                          <a16:creationId xmlns:a16="http://schemas.microsoft.com/office/drawing/2014/main" id="{C79D9E2E-000F-49A9-9F38-50AB8BA2DE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4" name="直線コネクタ 127603">
                      <a:extLst>
                        <a:ext uri="{FF2B5EF4-FFF2-40B4-BE49-F238E27FC236}">
                          <a16:creationId xmlns:a16="http://schemas.microsoft.com/office/drawing/2014/main" id="{C4EF8832-A2F9-45DB-81DB-0FC833EC9F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605" name="直線コネクタ 127604">
                      <a:extLst>
                        <a:ext uri="{FF2B5EF4-FFF2-40B4-BE49-F238E27FC236}">
                          <a16:creationId xmlns:a16="http://schemas.microsoft.com/office/drawing/2014/main" id="{2D5BEEEB-CB38-4704-BB29-E000B6FFEA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54" name="グループ化 123153">
                  <a:extLst>
                    <a:ext uri="{FF2B5EF4-FFF2-40B4-BE49-F238E27FC236}">
                      <a16:creationId xmlns:a16="http://schemas.microsoft.com/office/drawing/2014/main" id="{0FA1249A-0555-4AF6-8120-EEB103A5AF5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712664" y="4712281"/>
                  <a:ext cx="1374434" cy="1375200"/>
                  <a:chOff x="4287481" y="4286224"/>
                  <a:chExt cx="2227978" cy="2229219"/>
                </a:xfrm>
              </p:grpSpPr>
              <p:cxnSp>
                <p:nvCxnSpPr>
                  <p:cNvPr id="127005" name="直線コネクタ 127004">
                    <a:extLst>
                      <a:ext uri="{FF2B5EF4-FFF2-40B4-BE49-F238E27FC236}">
                        <a16:creationId xmlns:a16="http://schemas.microsoft.com/office/drawing/2014/main" id="{15D3356B-456C-46B1-85CF-29BE782D86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06" name="直線コネクタ 127005">
                    <a:extLst>
                      <a:ext uri="{FF2B5EF4-FFF2-40B4-BE49-F238E27FC236}">
                        <a16:creationId xmlns:a16="http://schemas.microsoft.com/office/drawing/2014/main" id="{55CE764A-9318-4491-93F3-B4635B0780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07" name="直線コネクタ 127006">
                    <a:extLst>
                      <a:ext uri="{FF2B5EF4-FFF2-40B4-BE49-F238E27FC236}">
                        <a16:creationId xmlns:a16="http://schemas.microsoft.com/office/drawing/2014/main" id="{25290613-99FC-4E1E-9719-1F32AC56C6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08" name="直線コネクタ 127007">
                    <a:extLst>
                      <a:ext uri="{FF2B5EF4-FFF2-40B4-BE49-F238E27FC236}">
                        <a16:creationId xmlns:a16="http://schemas.microsoft.com/office/drawing/2014/main" id="{68461E32-A352-4EBB-9090-C0F8EF2DE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09" name="直線コネクタ 127008">
                    <a:extLst>
                      <a:ext uri="{FF2B5EF4-FFF2-40B4-BE49-F238E27FC236}">
                        <a16:creationId xmlns:a16="http://schemas.microsoft.com/office/drawing/2014/main" id="{EA37DB67-929A-45F6-B815-17F2CFE8AF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0" name="直線コネクタ 127009">
                    <a:extLst>
                      <a:ext uri="{FF2B5EF4-FFF2-40B4-BE49-F238E27FC236}">
                        <a16:creationId xmlns:a16="http://schemas.microsoft.com/office/drawing/2014/main" id="{B12D2BA4-D600-4065-B9AA-7C227A5F9B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1" name="直線コネクタ 127010">
                    <a:extLst>
                      <a:ext uri="{FF2B5EF4-FFF2-40B4-BE49-F238E27FC236}">
                        <a16:creationId xmlns:a16="http://schemas.microsoft.com/office/drawing/2014/main" id="{5C2FCEDD-7F20-4DF1-93E8-A402E1035F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2" name="直線コネクタ 127011">
                    <a:extLst>
                      <a:ext uri="{FF2B5EF4-FFF2-40B4-BE49-F238E27FC236}">
                        <a16:creationId xmlns:a16="http://schemas.microsoft.com/office/drawing/2014/main" id="{D376A7C1-9371-4F43-BB42-84BF87A38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3" name="直線コネクタ 127012">
                    <a:extLst>
                      <a:ext uri="{FF2B5EF4-FFF2-40B4-BE49-F238E27FC236}">
                        <a16:creationId xmlns:a16="http://schemas.microsoft.com/office/drawing/2014/main" id="{556E8DB8-2BA0-4C20-8759-B9BD236A5E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4" name="直線コネクタ 127013">
                    <a:extLst>
                      <a:ext uri="{FF2B5EF4-FFF2-40B4-BE49-F238E27FC236}">
                        <a16:creationId xmlns:a16="http://schemas.microsoft.com/office/drawing/2014/main" id="{95A10CED-6DCD-4402-A88E-A30B31530C3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5" name="直線コネクタ 127014">
                    <a:extLst>
                      <a:ext uri="{FF2B5EF4-FFF2-40B4-BE49-F238E27FC236}">
                        <a16:creationId xmlns:a16="http://schemas.microsoft.com/office/drawing/2014/main" id="{01013CDD-1789-4275-8C9B-032B96EEEB4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6" name="直線コネクタ 127015">
                    <a:extLst>
                      <a:ext uri="{FF2B5EF4-FFF2-40B4-BE49-F238E27FC236}">
                        <a16:creationId xmlns:a16="http://schemas.microsoft.com/office/drawing/2014/main" id="{EB0595CA-CC2C-4BF6-A865-4FDD5E8665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7" name="直線コネクタ 127016">
                    <a:extLst>
                      <a:ext uri="{FF2B5EF4-FFF2-40B4-BE49-F238E27FC236}">
                        <a16:creationId xmlns:a16="http://schemas.microsoft.com/office/drawing/2014/main" id="{09C0AE58-A7CC-4697-BBD9-0CCB25AA893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8" name="直線コネクタ 127017">
                    <a:extLst>
                      <a:ext uri="{FF2B5EF4-FFF2-40B4-BE49-F238E27FC236}">
                        <a16:creationId xmlns:a16="http://schemas.microsoft.com/office/drawing/2014/main" id="{3FCF82E4-F20F-41D3-8300-BA2D8B9F4D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19" name="直線コネクタ 127018">
                    <a:extLst>
                      <a:ext uri="{FF2B5EF4-FFF2-40B4-BE49-F238E27FC236}">
                        <a16:creationId xmlns:a16="http://schemas.microsoft.com/office/drawing/2014/main" id="{2630D9B7-52DC-479A-A020-F67D7099F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0" name="直線コネクタ 127019">
                    <a:extLst>
                      <a:ext uri="{FF2B5EF4-FFF2-40B4-BE49-F238E27FC236}">
                        <a16:creationId xmlns:a16="http://schemas.microsoft.com/office/drawing/2014/main" id="{D2398CCE-E4C6-4B74-89B9-37F3AC7144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1" name="直線コネクタ 127020">
                    <a:extLst>
                      <a:ext uri="{FF2B5EF4-FFF2-40B4-BE49-F238E27FC236}">
                        <a16:creationId xmlns:a16="http://schemas.microsoft.com/office/drawing/2014/main" id="{0E246CA6-657B-41E5-90EF-6CF647FA56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2" name="直線コネクタ 127021">
                    <a:extLst>
                      <a:ext uri="{FF2B5EF4-FFF2-40B4-BE49-F238E27FC236}">
                        <a16:creationId xmlns:a16="http://schemas.microsoft.com/office/drawing/2014/main" id="{E8F4EFD6-9895-4197-9A2B-67A4B6ADA4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3" name="直線コネクタ 127022">
                    <a:extLst>
                      <a:ext uri="{FF2B5EF4-FFF2-40B4-BE49-F238E27FC236}">
                        <a16:creationId xmlns:a16="http://schemas.microsoft.com/office/drawing/2014/main" id="{02495DC8-B6A9-48FD-A6B4-A6B26EDDA9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4" name="直線コネクタ 127023">
                    <a:extLst>
                      <a:ext uri="{FF2B5EF4-FFF2-40B4-BE49-F238E27FC236}">
                        <a16:creationId xmlns:a16="http://schemas.microsoft.com/office/drawing/2014/main" id="{3F837F35-79EF-44B3-A168-E058B201C6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5" name="直線コネクタ 127024">
                    <a:extLst>
                      <a:ext uri="{FF2B5EF4-FFF2-40B4-BE49-F238E27FC236}">
                        <a16:creationId xmlns:a16="http://schemas.microsoft.com/office/drawing/2014/main" id="{367116F5-602B-452F-807A-3E4ACB5A47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6" name="直線コネクタ 127025">
                    <a:extLst>
                      <a:ext uri="{FF2B5EF4-FFF2-40B4-BE49-F238E27FC236}">
                        <a16:creationId xmlns:a16="http://schemas.microsoft.com/office/drawing/2014/main" id="{9173C195-5E17-47D4-B08C-AA2665CC0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7" name="直線コネクタ 127026">
                    <a:extLst>
                      <a:ext uri="{FF2B5EF4-FFF2-40B4-BE49-F238E27FC236}">
                        <a16:creationId xmlns:a16="http://schemas.microsoft.com/office/drawing/2014/main" id="{D9AB6AF3-CA17-4ACA-861F-7F5715D6B9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8" name="直線コネクタ 127027">
                    <a:extLst>
                      <a:ext uri="{FF2B5EF4-FFF2-40B4-BE49-F238E27FC236}">
                        <a16:creationId xmlns:a16="http://schemas.microsoft.com/office/drawing/2014/main" id="{45EA1C01-53E9-4771-A54A-87BBDE4C66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29" name="直線コネクタ 127028">
                    <a:extLst>
                      <a:ext uri="{FF2B5EF4-FFF2-40B4-BE49-F238E27FC236}">
                        <a16:creationId xmlns:a16="http://schemas.microsoft.com/office/drawing/2014/main" id="{325F52D8-BE5C-498F-A47A-563E2B753D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0" name="直線コネクタ 127029">
                    <a:extLst>
                      <a:ext uri="{FF2B5EF4-FFF2-40B4-BE49-F238E27FC236}">
                        <a16:creationId xmlns:a16="http://schemas.microsoft.com/office/drawing/2014/main" id="{83E2FECA-3063-4048-9134-C39894E33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1" name="直線コネクタ 127030">
                    <a:extLst>
                      <a:ext uri="{FF2B5EF4-FFF2-40B4-BE49-F238E27FC236}">
                        <a16:creationId xmlns:a16="http://schemas.microsoft.com/office/drawing/2014/main" id="{3769DA7E-F584-434D-92FD-E9E7D253D4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2" name="直線コネクタ 127031">
                    <a:extLst>
                      <a:ext uri="{FF2B5EF4-FFF2-40B4-BE49-F238E27FC236}">
                        <a16:creationId xmlns:a16="http://schemas.microsoft.com/office/drawing/2014/main" id="{24F7243F-69D0-4508-8398-FF1871C88F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3" name="直線コネクタ 127032">
                    <a:extLst>
                      <a:ext uri="{FF2B5EF4-FFF2-40B4-BE49-F238E27FC236}">
                        <a16:creationId xmlns:a16="http://schemas.microsoft.com/office/drawing/2014/main" id="{7E8711B2-4852-47C3-8F22-D6CE34A1FD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4" name="直線コネクタ 127033">
                    <a:extLst>
                      <a:ext uri="{FF2B5EF4-FFF2-40B4-BE49-F238E27FC236}">
                        <a16:creationId xmlns:a16="http://schemas.microsoft.com/office/drawing/2014/main" id="{511BA857-41BB-4326-8FC3-1080DEEED1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5" name="直線コネクタ 127034">
                    <a:extLst>
                      <a:ext uri="{FF2B5EF4-FFF2-40B4-BE49-F238E27FC236}">
                        <a16:creationId xmlns:a16="http://schemas.microsoft.com/office/drawing/2014/main" id="{A381BE10-34CA-4C3F-9AE9-FC61B9712D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6" name="直線コネクタ 127035">
                    <a:extLst>
                      <a:ext uri="{FF2B5EF4-FFF2-40B4-BE49-F238E27FC236}">
                        <a16:creationId xmlns:a16="http://schemas.microsoft.com/office/drawing/2014/main" id="{62CCB286-1A03-4C1A-A10E-E12B338E55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7" name="直線コネクタ 127036">
                    <a:extLst>
                      <a:ext uri="{FF2B5EF4-FFF2-40B4-BE49-F238E27FC236}">
                        <a16:creationId xmlns:a16="http://schemas.microsoft.com/office/drawing/2014/main" id="{E18454A6-AF64-47D4-93BB-915E283AE4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8" name="直線コネクタ 127037">
                    <a:extLst>
                      <a:ext uri="{FF2B5EF4-FFF2-40B4-BE49-F238E27FC236}">
                        <a16:creationId xmlns:a16="http://schemas.microsoft.com/office/drawing/2014/main" id="{1AA2829C-C726-4152-BD2C-AB35F509E0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39" name="直線コネクタ 127038">
                    <a:extLst>
                      <a:ext uri="{FF2B5EF4-FFF2-40B4-BE49-F238E27FC236}">
                        <a16:creationId xmlns:a16="http://schemas.microsoft.com/office/drawing/2014/main" id="{4184F339-EE72-4C15-AD56-D8D411E41F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0" name="直線コネクタ 127039">
                    <a:extLst>
                      <a:ext uri="{FF2B5EF4-FFF2-40B4-BE49-F238E27FC236}">
                        <a16:creationId xmlns:a16="http://schemas.microsoft.com/office/drawing/2014/main" id="{0DD5321D-85F9-432F-9F82-D6474EEF3B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1" name="直線コネクタ 127040">
                    <a:extLst>
                      <a:ext uri="{FF2B5EF4-FFF2-40B4-BE49-F238E27FC236}">
                        <a16:creationId xmlns:a16="http://schemas.microsoft.com/office/drawing/2014/main" id="{B1C0B674-C3CF-4B9F-A610-41C4CCF176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2" name="直線コネクタ 127041">
                    <a:extLst>
                      <a:ext uri="{FF2B5EF4-FFF2-40B4-BE49-F238E27FC236}">
                        <a16:creationId xmlns:a16="http://schemas.microsoft.com/office/drawing/2014/main" id="{24D66B89-408E-4A56-99C7-372C2718DB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3" name="直線コネクタ 127042">
                    <a:extLst>
                      <a:ext uri="{FF2B5EF4-FFF2-40B4-BE49-F238E27FC236}">
                        <a16:creationId xmlns:a16="http://schemas.microsoft.com/office/drawing/2014/main" id="{FC85C140-BDCB-4EF7-8E26-C53C7122D6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4" name="直線コネクタ 127043">
                    <a:extLst>
                      <a:ext uri="{FF2B5EF4-FFF2-40B4-BE49-F238E27FC236}">
                        <a16:creationId xmlns:a16="http://schemas.microsoft.com/office/drawing/2014/main" id="{52F5B7D4-6009-469A-919E-FDA9A6BAF5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5" name="直線コネクタ 127044">
                    <a:extLst>
                      <a:ext uri="{FF2B5EF4-FFF2-40B4-BE49-F238E27FC236}">
                        <a16:creationId xmlns:a16="http://schemas.microsoft.com/office/drawing/2014/main" id="{F273475E-ABED-4B6D-A814-79D58339D2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6" name="直線コネクタ 127045">
                    <a:extLst>
                      <a:ext uri="{FF2B5EF4-FFF2-40B4-BE49-F238E27FC236}">
                        <a16:creationId xmlns:a16="http://schemas.microsoft.com/office/drawing/2014/main" id="{21B20DB6-4683-4402-A50B-1FA548D814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7" name="直線コネクタ 127046">
                    <a:extLst>
                      <a:ext uri="{FF2B5EF4-FFF2-40B4-BE49-F238E27FC236}">
                        <a16:creationId xmlns:a16="http://schemas.microsoft.com/office/drawing/2014/main" id="{2D83D356-D1B1-4B19-B8C8-BB2CA2CB64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8" name="直線コネクタ 127047">
                    <a:extLst>
                      <a:ext uri="{FF2B5EF4-FFF2-40B4-BE49-F238E27FC236}">
                        <a16:creationId xmlns:a16="http://schemas.microsoft.com/office/drawing/2014/main" id="{4B6635A6-A36E-4039-ABFE-50814C7780F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49" name="直線コネクタ 127048">
                    <a:extLst>
                      <a:ext uri="{FF2B5EF4-FFF2-40B4-BE49-F238E27FC236}">
                        <a16:creationId xmlns:a16="http://schemas.microsoft.com/office/drawing/2014/main" id="{D688BAA1-1725-4F5D-90DF-466B2FCF57D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0" name="直線コネクタ 127049">
                    <a:extLst>
                      <a:ext uri="{FF2B5EF4-FFF2-40B4-BE49-F238E27FC236}">
                        <a16:creationId xmlns:a16="http://schemas.microsoft.com/office/drawing/2014/main" id="{B9B759F1-19EE-40E1-894D-E16A3083FDF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1" name="直線コネクタ 127050">
                    <a:extLst>
                      <a:ext uri="{FF2B5EF4-FFF2-40B4-BE49-F238E27FC236}">
                        <a16:creationId xmlns:a16="http://schemas.microsoft.com/office/drawing/2014/main" id="{6F6F8ABE-8B64-4393-97A6-974CDF7715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2" name="直線コネクタ 127051">
                    <a:extLst>
                      <a:ext uri="{FF2B5EF4-FFF2-40B4-BE49-F238E27FC236}">
                        <a16:creationId xmlns:a16="http://schemas.microsoft.com/office/drawing/2014/main" id="{A2B8EFBE-CE65-4941-9D04-323014CCE14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3" name="直線コネクタ 127052">
                    <a:extLst>
                      <a:ext uri="{FF2B5EF4-FFF2-40B4-BE49-F238E27FC236}">
                        <a16:creationId xmlns:a16="http://schemas.microsoft.com/office/drawing/2014/main" id="{DA0DD9A7-D7F5-43CE-BB7D-EB24A2433A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4" name="直線コネクタ 127053">
                    <a:extLst>
                      <a:ext uri="{FF2B5EF4-FFF2-40B4-BE49-F238E27FC236}">
                        <a16:creationId xmlns:a16="http://schemas.microsoft.com/office/drawing/2014/main" id="{4537C789-1DF6-419E-BF2E-D731511A44B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5" name="直線コネクタ 127054">
                    <a:extLst>
                      <a:ext uri="{FF2B5EF4-FFF2-40B4-BE49-F238E27FC236}">
                        <a16:creationId xmlns:a16="http://schemas.microsoft.com/office/drawing/2014/main" id="{40443B1F-614A-4700-A371-A9720CFA89F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6" name="直線コネクタ 127055">
                    <a:extLst>
                      <a:ext uri="{FF2B5EF4-FFF2-40B4-BE49-F238E27FC236}">
                        <a16:creationId xmlns:a16="http://schemas.microsoft.com/office/drawing/2014/main" id="{7DF897EC-D3B4-4C06-9D39-A5E43C7D637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7" name="直線コネクタ 127056">
                    <a:extLst>
                      <a:ext uri="{FF2B5EF4-FFF2-40B4-BE49-F238E27FC236}">
                        <a16:creationId xmlns:a16="http://schemas.microsoft.com/office/drawing/2014/main" id="{08FDBABA-916C-446C-AD39-B9C17223239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8" name="直線コネクタ 127057">
                    <a:extLst>
                      <a:ext uri="{FF2B5EF4-FFF2-40B4-BE49-F238E27FC236}">
                        <a16:creationId xmlns:a16="http://schemas.microsoft.com/office/drawing/2014/main" id="{3B1E3181-54A0-4E06-89A7-2B34D4E936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59" name="直線コネクタ 127058">
                    <a:extLst>
                      <a:ext uri="{FF2B5EF4-FFF2-40B4-BE49-F238E27FC236}">
                        <a16:creationId xmlns:a16="http://schemas.microsoft.com/office/drawing/2014/main" id="{798FC7FC-542B-4F58-BAF2-E21604FDD0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0" name="直線コネクタ 127059">
                    <a:extLst>
                      <a:ext uri="{FF2B5EF4-FFF2-40B4-BE49-F238E27FC236}">
                        <a16:creationId xmlns:a16="http://schemas.microsoft.com/office/drawing/2014/main" id="{9231F84C-9600-4BD8-8C6A-F9A063BADB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1" name="直線コネクタ 127060">
                    <a:extLst>
                      <a:ext uri="{FF2B5EF4-FFF2-40B4-BE49-F238E27FC236}">
                        <a16:creationId xmlns:a16="http://schemas.microsoft.com/office/drawing/2014/main" id="{80D8AEE6-2C49-4163-80C9-CFAF0D2768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2" name="直線コネクタ 127061">
                    <a:extLst>
                      <a:ext uri="{FF2B5EF4-FFF2-40B4-BE49-F238E27FC236}">
                        <a16:creationId xmlns:a16="http://schemas.microsoft.com/office/drawing/2014/main" id="{55BB6AD0-A50F-45F0-AC66-175F94AEA0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3" name="直線コネクタ 127062">
                    <a:extLst>
                      <a:ext uri="{FF2B5EF4-FFF2-40B4-BE49-F238E27FC236}">
                        <a16:creationId xmlns:a16="http://schemas.microsoft.com/office/drawing/2014/main" id="{4C51A86D-10A4-4B84-AF83-0F1B56123F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4" name="直線コネクタ 127063">
                    <a:extLst>
                      <a:ext uri="{FF2B5EF4-FFF2-40B4-BE49-F238E27FC236}">
                        <a16:creationId xmlns:a16="http://schemas.microsoft.com/office/drawing/2014/main" id="{91E166A8-2E68-4C4F-AF1D-2E28623406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5" name="直線コネクタ 127064">
                    <a:extLst>
                      <a:ext uri="{FF2B5EF4-FFF2-40B4-BE49-F238E27FC236}">
                        <a16:creationId xmlns:a16="http://schemas.microsoft.com/office/drawing/2014/main" id="{185AA31E-D7C7-4634-9056-E81E78A970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6" name="直線コネクタ 127065">
                    <a:extLst>
                      <a:ext uri="{FF2B5EF4-FFF2-40B4-BE49-F238E27FC236}">
                        <a16:creationId xmlns:a16="http://schemas.microsoft.com/office/drawing/2014/main" id="{62053452-1CB9-42D6-8876-AB2C4E838F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7" name="直線コネクタ 127066">
                    <a:extLst>
                      <a:ext uri="{FF2B5EF4-FFF2-40B4-BE49-F238E27FC236}">
                        <a16:creationId xmlns:a16="http://schemas.microsoft.com/office/drawing/2014/main" id="{4AC5A7D7-5B01-4244-B015-D158ED8AC3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8" name="直線コネクタ 127067">
                    <a:extLst>
                      <a:ext uri="{FF2B5EF4-FFF2-40B4-BE49-F238E27FC236}">
                        <a16:creationId xmlns:a16="http://schemas.microsoft.com/office/drawing/2014/main" id="{912277B6-E028-44AA-A9F8-6231F89844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69" name="直線コネクタ 127068">
                    <a:extLst>
                      <a:ext uri="{FF2B5EF4-FFF2-40B4-BE49-F238E27FC236}">
                        <a16:creationId xmlns:a16="http://schemas.microsoft.com/office/drawing/2014/main" id="{049B3CC9-E11A-451C-ADD0-D164E37C0F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0" name="直線コネクタ 127069">
                    <a:extLst>
                      <a:ext uri="{FF2B5EF4-FFF2-40B4-BE49-F238E27FC236}">
                        <a16:creationId xmlns:a16="http://schemas.microsoft.com/office/drawing/2014/main" id="{0982836C-8333-408F-A634-589844DD4D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1" name="直線コネクタ 127070">
                    <a:extLst>
                      <a:ext uri="{FF2B5EF4-FFF2-40B4-BE49-F238E27FC236}">
                        <a16:creationId xmlns:a16="http://schemas.microsoft.com/office/drawing/2014/main" id="{59ECEA96-126F-4543-BEEF-062BF6B04C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2" name="直線コネクタ 127071">
                    <a:extLst>
                      <a:ext uri="{FF2B5EF4-FFF2-40B4-BE49-F238E27FC236}">
                        <a16:creationId xmlns:a16="http://schemas.microsoft.com/office/drawing/2014/main" id="{145CF010-3697-4D31-BF70-A930C2AA95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3" name="直線コネクタ 127072">
                    <a:extLst>
                      <a:ext uri="{FF2B5EF4-FFF2-40B4-BE49-F238E27FC236}">
                        <a16:creationId xmlns:a16="http://schemas.microsoft.com/office/drawing/2014/main" id="{3D88BDD6-459A-4D06-B023-94587A84D6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4" name="直線コネクタ 127073">
                    <a:extLst>
                      <a:ext uri="{FF2B5EF4-FFF2-40B4-BE49-F238E27FC236}">
                        <a16:creationId xmlns:a16="http://schemas.microsoft.com/office/drawing/2014/main" id="{31939D55-0128-4CEF-A2AD-82D2CB9EA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5" name="直線コネクタ 127074">
                    <a:extLst>
                      <a:ext uri="{FF2B5EF4-FFF2-40B4-BE49-F238E27FC236}">
                        <a16:creationId xmlns:a16="http://schemas.microsoft.com/office/drawing/2014/main" id="{8B27CD04-5E03-4536-81E9-26B63DCDA4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6" name="直線コネクタ 127075">
                    <a:extLst>
                      <a:ext uri="{FF2B5EF4-FFF2-40B4-BE49-F238E27FC236}">
                        <a16:creationId xmlns:a16="http://schemas.microsoft.com/office/drawing/2014/main" id="{7D3FF4DA-C2BD-4532-A672-45F68D6E49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7" name="直線コネクタ 127076">
                    <a:extLst>
                      <a:ext uri="{FF2B5EF4-FFF2-40B4-BE49-F238E27FC236}">
                        <a16:creationId xmlns:a16="http://schemas.microsoft.com/office/drawing/2014/main" id="{45105157-4E5B-4125-9E38-CF2EE3812F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8" name="直線コネクタ 127077">
                    <a:extLst>
                      <a:ext uri="{FF2B5EF4-FFF2-40B4-BE49-F238E27FC236}">
                        <a16:creationId xmlns:a16="http://schemas.microsoft.com/office/drawing/2014/main" id="{D30902A2-12D7-4BC8-B308-3669AD4F5D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79" name="直線コネクタ 127078">
                    <a:extLst>
                      <a:ext uri="{FF2B5EF4-FFF2-40B4-BE49-F238E27FC236}">
                        <a16:creationId xmlns:a16="http://schemas.microsoft.com/office/drawing/2014/main" id="{BDE988F4-2F06-4490-9212-C1DAF593F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0" name="直線コネクタ 127079">
                    <a:extLst>
                      <a:ext uri="{FF2B5EF4-FFF2-40B4-BE49-F238E27FC236}">
                        <a16:creationId xmlns:a16="http://schemas.microsoft.com/office/drawing/2014/main" id="{F734982D-0BB2-434E-9189-C80C291E81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1" name="直線コネクタ 127080">
                    <a:extLst>
                      <a:ext uri="{FF2B5EF4-FFF2-40B4-BE49-F238E27FC236}">
                        <a16:creationId xmlns:a16="http://schemas.microsoft.com/office/drawing/2014/main" id="{C9069B67-38F9-413B-85C4-D7C577DD77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2" name="直線コネクタ 127081">
                    <a:extLst>
                      <a:ext uri="{FF2B5EF4-FFF2-40B4-BE49-F238E27FC236}">
                        <a16:creationId xmlns:a16="http://schemas.microsoft.com/office/drawing/2014/main" id="{8022FB51-A359-4D47-B73B-0BBC7C9166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3" name="直線コネクタ 127082">
                    <a:extLst>
                      <a:ext uri="{FF2B5EF4-FFF2-40B4-BE49-F238E27FC236}">
                        <a16:creationId xmlns:a16="http://schemas.microsoft.com/office/drawing/2014/main" id="{F6F689CF-3575-49A3-B28F-79148A77A2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4" name="直線コネクタ 127083">
                    <a:extLst>
                      <a:ext uri="{FF2B5EF4-FFF2-40B4-BE49-F238E27FC236}">
                        <a16:creationId xmlns:a16="http://schemas.microsoft.com/office/drawing/2014/main" id="{103D12AD-AD1B-473D-8D4A-83AAC1B107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5" name="直線コネクタ 127084">
                    <a:extLst>
                      <a:ext uri="{FF2B5EF4-FFF2-40B4-BE49-F238E27FC236}">
                        <a16:creationId xmlns:a16="http://schemas.microsoft.com/office/drawing/2014/main" id="{0A29307A-7B5E-47B4-A25F-D5D3780552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6" name="直線コネクタ 127085">
                    <a:extLst>
                      <a:ext uri="{FF2B5EF4-FFF2-40B4-BE49-F238E27FC236}">
                        <a16:creationId xmlns:a16="http://schemas.microsoft.com/office/drawing/2014/main" id="{879C2C3D-D534-4E7F-9A19-2763DF0316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7" name="直線コネクタ 127086">
                    <a:extLst>
                      <a:ext uri="{FF2B5EF4-FFF2-40B4-BE49-F238E27FC236}">
                        <a16:creationId xmlns:a16="http://schemas.microsoft.com/office/drawing/2014/main" id="{2DA7509C-F3CE-4409-AD02-9C9819EBD0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8" name="直線コネクタ 127087">
                    <a:extLst>
                      <a:ext uri="{FF2B5EF4-FFF2-40B4-BE49-F238E27FC236}">
                        <a16:creationId xmlns:a16="http://schemas.microsoft.com/office/drawing/2014/main" id="{A1DF362B-7ADF-4C94-BB89-4744ACE0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89" name="直線コネクタ 127088">
                    <a:extLst>
                      <a:ext uri="{FF2B5EF4-FFF2-40B4-BE49-F238E27FC236}">
                        <a16:creationId xmlns:a16="http://schemas.microsoft.com/office/drawing/2014/main" id="{34B87372-86E1-4884-8688-04CA37131E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0" name="直線コネクタ 127089">
                    <a:extLst>
                      <a:ext uri="{FF2B5EF4-FFF2-40B4-BE49-F238E27FC236}">
                        <a16:creationId xmlns:a16="http://schemas.microsoft.com/office/drawing/2014/main" id="{74D450E8-52AF-430C-A262-2C11A7FD9A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1" name="直線コネクタ 127090">
                    <a:extLst>
                      <a:ext uri="{FF2B5EF4-FFF2-40B4-BE49-F238E27FC236}">
                        <a16:creationId xmlns:a16="http://schemas.microsoft.com/office/drawing/2014/main" id="{AC73FD9A-51F4-4A6A-A603-69D7C42890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2" name="直線コネクタ 127091">
                    <a:extLst>
                      <a:ext uri="{FF2B5EF4-FFF2-40B4-BE49-F238E27FC236}">
                        <a16:creationId xmlns:a16="http://schemas.microsoft.com/office/drawing/2014/main" id="{9E1C4881-F066-4F7E-A563-9E70CCBB8D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3" name="直線コネクタ 127092">
                    <a:extLst>
                      <a:ext uri="{FF2B5EF4-FFF2-40B4-BE49-F238E27FC236}">
                        <a16:creationId xmlns:a16="http://schemas.microsoft.com/office/drawing/2014/main" id="{12881FAB-6D3F-4F27-83FC-0DA7AF9C17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4" name="直線コネクタ 127093">
                    <a:extLst>
                      <a:ext uri="{FF2B5EF4-FFF2-40B4-BE49-F238E27FC236}">
                        <a16:creationId xmlns:a16="http://schemas.microsoft.com/office/drawing/2014/main" id="{706B772D-211C-47D3-B30F-6D4FBC5CEA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5" name="直線コネクタ 127094">
                    <a:extLst>
                      <a:ext uri="{FF2B5EF4-FFF2-40B4-BE49-F238E27FC236}">
                        <a16:creationId xmlns:a16="http://schemas.microsoft.com/office/drawing/2014/main" id="{596E839A-A09E-4C47-8722-1254DBFF7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6" name="直線コネクタ 127095">
                    <a:extLst>
                      <a:ext uri="{FF2B5EF4-FFF2-40B4-BE49-F238E27FC236}">
                        <a16:creationId xmlns:a16="http://schemas.microsoft.com/office/drawing/2014/main" id="{4274BBCC-0343-42FB-A333-263013A1FAB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7" name="直線コネクタ 127096">
                    <a:extLst>
                      <a:ext uri="{FF2B5EF4-FFF2-40B4-BE49-F238E27FC236}">
                        <a16:creationId xmlns:a16="http://schemas.microsoft.com/office/drawing/2014/main" id="{F844F889-F939-46FE-8E0B-57BB40BC16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8" name="直線コネクタ 127097">
                    <a:extLst>
                      <a:ext uri="{FF2B5EF4-FFF2-40B4-BE49-F238E27FC236}">
                        <a16:creationId xmlns:a16="http://schemas.microsoft.com/office/drawing/2014/main" id="{2F68AA4F-38E3-45E4-8D69-32816166858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099" name="直線コネクタ 127098">
                    <a:extLst>
                      <a:ext uri="{FF2B5EF4-FFF2-40B4-BE49-F238E27FC236}">
                        <a16:creationId xmlns:a16="http://schemas.microsoft.com/office/drawing/2014/main" id="{D06D8C1D-258C-40E4-95D8-2C4C387068B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0" name="直線コネクタ 127099">
                    <a:extLst>
                      <a:ext uri="{FF2B5EF4-FFF2-40B4-BE49-F238E27FC236}">
                        <a16:creationId xmlns:a16="http://schemas.microsoft.com/office/drawing/2014/main" id="{B783338F-9E6A-41A7-81B0-288BD1DD61F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1" name="直線コネクタ 127100">
                    <a:extLst>
                      <a:ext uri="{FF2B5EF4-FFF2-40B4-BE49-F238E27FC236}">
                        <a16:creationId xmlns:a16="http://schemas.microsoft.com/office/drawing/2014/main" id="{AC107421-F2C2-47E5-9BDF-1642D6BEF69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2" name="直線コネクタ 127101">
                    <a:extLst>
                      <a:ext uri="{FF2B5EF4-FFF2-40B4-BE49-F238E27FC236}">
                        <a16:creationId xmlns:a16="http://schemas.microsoft.com/office/drawing/2014/main" id="{70E33B8F-EECB-4CCE-9A2E-103AFB5D2EA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3" name="直線コネクタ 127102">
                    <a:extLst>
                      <a:ext uri="{FF2B5EF4-FFF2-40B4-BE49-F238E27FC236}">
                        <a16:creationId xmlns:a16="http://schemas.microsoft.com/office/drawing/2014/main" id="{18C33934-C652-4379-B00C-2C51C6396AE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4" name="直線コネクタ 127103">
                    <a:extLst>
                      <a:ext uri="{FF2B5EF4-FFF2-40B4-BE49-F238E27FC236}">
                        <a16:creationId xmlns:a16="http://schemas.microsoft.com/office/drawing/2014/main" id="{C6A8FBA7-999D-4D1B-944C-7AE827BC71D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5" name="直線コネクタ 127104">
                    <a:extLst>
                      <a:ext uri="{FF2B5EF4-FFF2-40B4-BE49-F238E27FC236}">
                        <a16:creationId xmlns:a16="http://schemas.microsoft.com/office/drawing/2014/main" id="{30CFD77A-1D7B-4EDA-8EE6-0DC0AA01A49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6" name="直線コネクタ 127105">
                    <a:extLst>
                      <a:ext uri="{FF2B5EF4-FFF2-40B4-BE49-F238E27FC236}">
                        <a16:creationId xmlns:a16="http://schemas.microsoft.com/office/drawing/2014/main" id="{346FEA2D-6C64-4B6D-988A-AC6593B8400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7" name="直線コネクタ 127106">
                    <a:extLst>
                      <a:ext uri="{FF2B5EF4-FFF2-40B4-BE49-F238E27FC236}">
                        <a16:creationId xmlns:a16="http://schemas.microsoft.com/office/drawing/2014/main" id="{47E36428-7A42-421C-90F8-E6D59543681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8" name="直線コネクタ 127107">
                    <a:extLst>
                      <a:ext uri="{FF2B5EF4-FFF2-40B4-BE49-F238E27FC236}">
                        <a16:creationId xmlns:a16="http://schemas.microsoft.com/office/drawing/2014/main" id="{6073AE56-2C6F-444C-BBDA-C975DAA19B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09" name="直線コネクタ 127108">
                    <a:extLst>
                      <a:ext uri="{FF2B5EF4-FFF2-40B4-BE49-F238E27FC236}">
                        <a16:creationId xmlns:a16="http://schemas.microsoft.com/office/drawing/2014/main" id="{9EF2F9BC-5B23-4A3B-B575-850010C4A4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0" name="直線コネクタ 127109">
                    <a:extLst>
                      <a:ext uri="{FF2B5EF4-FFF2-40B4-BE49-F238E27FC236}">
                        <a16:creationId xmlns:a16="http://schemas.microsoft.com/office/drawing/2014/main" id="{9CEF7468-7A75-4F1D-A8D6-85C0ABBDFA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1" name="直線コネクタ 127110">
                    <a:extLst>
                      <a:ext uri="{FF2B5EF4-FFF2-40B4-BE49-F238E27FC236}">
                        <a16:creationId xmlns:a16="http://schemas.microsoft.com/office/drawing/2014/main" id="{6AA7CA89-C5BB-4010-AFC2-7CB23CF787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2" name="直線コネクタ 127111">
                    <a:extLst>
                      <a:ext uri="{FF2B5EF4-FFF2-40B4-BE49-F238E27FC236}">
                        <a16:creationId xmlns:a16="http://schemas.microsoft.com/office/drawing/2014/main" id="{9BCA5DDC-37DA-45E9-B3D1-A543945D6D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3" name="直線コネクタ 127112">
                    <a:extLst>
                      <a:ext uri="{FF2B5EF4-FFF2-40B4-BE49-F238E27FC236}">
                        <a16:creationId xmlns:a16="http://schemas.microsoft.com/office/drawing/2014/main" id="{09C5B82D-B193-4A5B-A1DA-48E240D029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4" name="直線コネクタ 127113">
                    <a:extLst>
                      <a:ext uri="{FF2B5EF4-FFF2-40B4-BE49-F238E27FC236}">
                        <a16:creationId xmlns:a16="http://schemas.microsoft.com/office/drawing/2014/main" id="{AAEDDCFF-D9C5-4300-A8A7-3142C28163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5" name="直線コネクタ 127114">
                    <a:extLst>
                      <a:ext uri="{FF2B5EF4-FFF2-40B4-BE49-F238E27FC236}">
                        <a16:creationId xmlns:a16="http://schemas.microsoft.com/office/drawing/2014/main" id="{A771DC08-2906-4F0E-8920-AF14380042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6" name="直線コネクタ 127115">
                    <a:extLst>
                      <a:ext uri="{FF2B5EF4-FFF2-40B4-BE49-F238E27FC236}">
                        <a16:creationId xmlns:a16="http://schemas.microsoft.com/office/drawing/2014/main" id="{538894E5-B62F-4F66-9D9D-2339E04768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7" name="直線コネクタ 127116">
                    <a:extLst>
                      <a:ext uri="{FF2B5EF4-FFF2-40B4-BE49-F238E27FC236}">
                        <a16:creationId xmlns:a16="http://schemas.microsoft.com/office/drawing/2014/main" id="{1456B29B-1866-46F9-86E9-A95D935B98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8" name="直線コネクタ 127117">
                    <a:extLst>
                      <a:ext uri="{FF2B5EF4-FFF2-40B4-BE49-F238E27FC236}">
                        <a16:creationId xmlns:a16="http://schemas.microsoft.com/office/drawing/2014/main" id="{5BCA1F9D-E699-4DC1-A6DA-3CBC13A78C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19" name="直線コネクタ 127118">
                    <a:extLst>
                      <a:ext uri="{FF2B5EF4-FFF2-40B4-BE49-F238E27FC236}">
                        <a16:creationId xmlns:a16="http://schemas.microsoft.com/office/drawing/2014/main" id="{11F00C9C-7B0F-4642-9BAA-191770FF41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0" name="直線コネクタ 127119">
                    <a:extLst>
                      <a:ext uri="{FF2B5EF4-FFF2-40B4-BE49-F238E27FC236}">
                        <a16:creationId xmlns:a16="http://schemas.microsoft.com/office/drawing/2014/main" id="{3EB64842-0D11-43F2-8C34-3CCCC1A4FB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1" name="直線コネクタ 127120">
                    <a:extLst>
                      <a:ext uri="{FF2B5EF4-FFF2-40B4-BE49-F238E27FC236}">
                        <a16:creationId xmlns:a16="http://schemas.microsoft.com/office/drawing/2014/main" id="{0BF9C814-78CC-473E-9C86-5D3A039AD4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2" name="直線コネクタ 127121">
                    <a:extLst>
                      <a:ext uri="{FF2B5EF4-FFF2-40B4-BE49-F238E27FC236}">
                        <a16:creationId xmlns:a16="http://schemas.microsoft.com/office/drawing/2014/main" id="{3F6C9718-555B-4AA1-BDAA-62994E9468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3" name="直線コネクタ 127122">
                    <a:extLst>
                      <a:ext uri="{FF2B5EF4-FFF2-40B4-BE49-F238E27FC236}">
                        <a16:creationId xmlns:a16="http://schemas.microsoft.com/office/drawing/2014/main" id="{5D47996A-8551-49C8-988C-2FDF5F51FE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4" name="直線コネクタ 127123">
                    <a:extLst>
                      <a:ext uri="{FF2B5EF4-FFF2-40B4-BE49-F238E27FC236}">
                        <a16:creationId xmlns:a16="http://schemas.microsoft.com/office/drawing/2014/main" id="{B21ED284-CF17-4CD1-B81E-FAD19443E2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5" name="直線コネクタ 127124">
                    <a:extLst>
                      <a:ext uri="{FF2B5EF4-FFF2-40B4-BE49-F238E27FC236}">
                        <a16:creationId xmlns:a16="http://schemas.microsoft.com/office/drawing/2014/main" id="{F900CF20-6FE0-4EA4-B8F3-A762CDCFC2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6" name="直線コネクタ 127125">
                    <a:extLst>
                      <a:ext uri="{FF2B5EF4-FFF2-40B4-BE49-F238E27FC236}">
                        <a16:creationId xmlns:a16="http://schemas.microsoft.com/office/drawing/2014/main" id="{F6B6EC97-8CC9-4577-AFE7-5746A7F329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7" name="直線コネクタ 127126">
                    <a:extLst>
                      <a:ext uri="{FF2B5EF4-FFF2-40B4-BE49-F238E27FC236}">
                        <a16:creationId xmlns:a16="http://schemas.microsoft.com/office/drawing/2014/main" id="{E6792A8C-672D-4B6C-902F-269F90BB61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8" name="直線コネクタ 127127">
                    <a:extLst>
                      <a:ext uri="{FF2B5EF4-FFF2-40B4-BE49-F238E27FC236}">
                        <a16:creationId xmlns:a16="http://schemas.microsoft.com/office/drawing/2014/main" id="{F1DDC3D2-8940-4A9D-ACC0-0D68FF3DE3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29" name="直線コネクタ 127128">
                    <a:extLst>
                      <a:ext uri="{FF2B5EF4-FFF2-40B4-BE49-F238E27FC236}">
                        <a16:creationId xmlns:a16="http://schemas.microsoft.com/office/drawing/2014/main" id="{D9050009-939E-4707-B89B-66C325B8AB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0" name="直線コネクタ 127129">
                    <a:extLst>
                      <a:ext uri="{FF2B5EF4-FFF2-40B4-BE49-F238E27FC236}">
                        <a16:creationId xmlns:a16="http://schemas.microsoft.com/office/drawing/2014/main" id="{A36DC419-BF66-4415-AA43-E9127F7694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1" name="直線コネクタ 127130">
                    <a:extLst>
                      <a:ext uri="{FF2B5EF4-FFF2-40B4-BE49-F238E27FC236}">
                        <a16:creationId xmlns:a16="http://schemas.microsoft.com/office/drawing/2014/main" id="{84A0D09F-75B1-4911-A807-8915DD0F3A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2" name="直線コネクタ 127131">
                    <a:extLst>
                      <a:ext uri="{FF2B5EF4-FFF2-40B4-BE49-F238E27FC236}">
                        <a16:creationId xmlns:a16="http://schemas.microsoft.com/office/drawing/2014/main" id="{A06D1777-7545-423D-9FFF-F37EF2DC95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3" name="直線コネクタ 127132">
                    <a:extLst>
                      <a:ext uri="{FF2B5EF4-FFF2-40B4-BE49-F238E27FC236}">
                        <a16:creationId xmlns:a16="http://schemas.microsoft.com/office/drawing/2014/main" id="{BAADDCBC-E735-467D-AD3D-DA5517789E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4" name="直線コネクタ 127133">
                    <a:extLst>
                      <a:ext uri="{FF2B5EF4-FFF2-40B4-BE49-F238E27FC236}">
                        <a16:creationId xmlns:a16="http://schemas.microsoft.com/office/drawing/2014/main" id="{9B7860A8-32E4-41AF-8655-BBE7E33798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5" name="直線コネクタ 127134">
                    <a:extLst>
                      <a:ext uri="{FF2B5EF4-FFF2-40B4-BE49-F238E27FC236}">
                        <a16:creationId xmlns:a16="http://schemas.microsoft.com/office/drawing/2014/main" id="{FAC4B57B-D033-4A05-ADB7-372AFC8621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6" name="直線コネクタ 127135">
                    <a:extLst>
                      <a:ext uri="{FF2B5EF4-FFF2-40B4-BE49-F238E27FC236}">
                        <a16:creationId xmlns:a16="http://schemas.microsoft.com/office/drawing/2014/main" id="{2AD29DCF-8813-4C2F-822C-25318C6516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7" name="直線コネクタ 127136">
                    <a:extLst>
                      <a:ext uri="{FF2B5EF4-FFF2-40B4-BE49-F238E27FC236}">
                        <a16:creationId xmlns:a16="http://schemas.microsoft.com/office/drawing/2014/main" id="{A19B91AC-962C-491B-87A7-27210855D0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8" name="直線コネクタ 127137">
                    <a:extLst>
                      <a:ext uri="{FF2B5EF4-FFF2-40B4-BE49-F238E27FC236}">
                        <a16:creationId xmlns:a16="http://schemas.microsoft.com/office/drawing/2014/main" id="{AF59E1B3-3DC6-4EBA-A631-4CA36F7E48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39" name="直線コネクタ 127138">
                    <a:extLst>
                      <a:ext uri="{FF2B5EF4-FFF2-40B4-BE49-F238E27FC236}">
                        <a16:creationId xmlns:a16="http://schemas.microsoft.com/office/drawing/2014/main" id="{A3C7FFD9-A733-4A6D-81BC-B7B384316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0" name="直線コネクタ 127139">
                    <a:extLst>
                      <a:ext uri="{FF2B5EF4-FFF2-40B4-BE49-F238E27FC236}">
                        <a16:creationId xmlns:a16="http://schemas.microsoft.com/office/drawing/2014/main" id="{17334E08-8745-4CF7-B245-FC82973861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1" name="直線コネクタ 127140">
                    <a:extLst>
                      <a:ext uri="{FF2B5EF4-FFF2-40B4-BE49-F238E27FC236}">
                        <a16:creationId xmlns:a16="http://schemas.microsoft.com/office/drawing/2014/main" id="{F07F6ABF-F4F0-4571-BC8F-A26BE2A10D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2" name="直線コネクタ 127141">
                    <a:extLst>
                      <a:ext uri="{FF2B5EF4-FFF2-40B4-BE49-F238E27FC236}">
                        <a16:creationId xmlns:a16="http://schemas.microsoft.com/office/drawing/2014/main" id="{057ACF51-385A-42B5-995D-A7BAF3790A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3" name="直線コネクタ 127142">
                    <a:extLst>
                      <a:ext uri="{FF2B5EF4-FFF2-40B4-BE49-F238E27FC236}">
                        <a16:creationId xmlns:a16="http://schemas.microsoft.com/office/drawing/2014/main" id="{19F6E889-535A-4FD9-9F2E-CACE7C71D6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4" name="直線コネクタ 127143">
                    <a:extLst>
                      <a:ext uri="{FF2B5EF4-FFF2-40B4-BE49-F238E27FC236}">
                        <a16:creationId xmlns:a16="http://schemas.microsoft.com/office/drawing/2014/main" id="{CB60278A-50B0-4123-B38B-7F411DCBBB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5" name="直線コネクタ 127144">
                    <a:extLst>
                      <a:ext uri="{FF2B5EF4-FFF2-40B4-BE49-F238E27FC236}">
                        <a16:creationId xmlns:a16="http://schemas.microsoft.com/office/drawing/2014/main" id="{6D217877-6C83-4815-93A8-F311BD215E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6" name="直線コネクタ 127145">
                    <a:extLst>
                      <a:ext uri="{FF2B5EF4-FFF2-40B4-BE49-F238E27FC236}">
                        <a16:creationId xmlns:a16="http://schemas.microsoft.com/office/drawing/2014/main" id="{5A38535B-DE95-472A-A681-A43D40C32F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7" name="直線コネクタ 127146">
                    <a:extLst>
                      <a:ext uri="{FF2B5EF4-FFF2-40B4-BE49-F238E27FC236}">
                        <a16:creationId xmlns:a16="http://schemas.microsoft.com/office/drawing/2014/main" id="{9B39B7B7-0158-4419-8325-2AD235766C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8" name="直線コネクタ 127147">
                    <a:extLst>
                      <a:ext uri="{FF2B5EF4-FFF2-40B4-BE49-F238E27FC236}">
                        <a16:creationId xmlns:a16="http://schemas.microsoft.com/office/drawing/2014/main" id="{E7AC4A12-0158-4BA3-8048-FB017D99D0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49" name="直線コネクタ 127148">
                    <a:extLst>
                      <a:ext uri="{FF2B5EF4-FFF2-40B4-BE49-F238E27FC236}">
                        <a16:creationId xmlns:a16="http://schemas.microsoft.com/office/drawing/2014/main" id="{986A458C-2BCD-4800-8D98-60C50A5340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0" name="直線コネクタ 127149">
                    <a:extLst>
                      <a:ext uri="{FF2B5EF4-FFF2-40B4-BE49-F238E27FC236}">
                        <a16:creationId xmlns:a16="http://schemas.microsoft.com/office/drawing/2014/main" id="{4C7E5A98-1E85-4BE7-88B6-FECD49B245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1" name="直線コネクタ 127150">
                    <a:extLst>
                      <a:ext uri="{FF2B5EF4-FFF2-40B4-BE49-F238E27FC236}">
                        <a16:creationId xmlns:a16="http://schemas.microsoft.com/office/drawing/2014/main" id="{255AB525-D6BB-474A-ABFD-06964B48E1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2" name="直線コネクタ 127151">
                    <a:extLst>
                      <a:ext uri="{FF2B5EF4-FFF2-40B4-BE49-F238E27FC236}">
                        <a16:creationId xmlns:a16="http://schemas.microsoft.com/office/drawing/2014/main" id="{8EEDD2A8-B3E9-4C29-865F-D2973430E9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3" name="直線コネクタ 127152">
                    <a:extLst>
                      <a:ext uri="{FF2B5EF4-FFF2-40B4-BE49-F238E27FC236}">
                        <a16:creationId xmlns:a16="http://schemas.microsoft.com/office/drawing/2014/main" id="{69C81E74-D6C0-426F-A906-A8FD6B0D9E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4" name="直線コネクタ 127153">
                    <a:extLst>
                      <a:ext uri="{FF2B5EF4-FFF2-40B4-BE49-F238E27FC236}">
                        <a16:creationId xmlns:a16="http://schemas.microsoft.com/office/drawing/2014/main" id="{557C1966-5154-43AF-A16E-6F39B3B7F8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5" name="直線コネクタ 127154">
                    <a:extLst>
                      <a:ext uri="{FF2B5EF4-FFF2-40B4-BE49-F238E27FC236}">
                        <a16:creationId xmlns:a16="http://schemas.microsoft.com/office/drawing/2014/main" id="{FD5EAA5E-8A10-4E14-ABFB-041F02737C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6" name="直線コネクタ 127155">
                    <a:extLst>
                      <a:ext uri="{FF2B5EF4-FFF2-40B4-BE49-F238E27FC236}">
                        <a16:creationId xmlns:a16="http://schemas.microsoft.com/office/drawing/2014/main" id="{CAACAE7D-B390-4DE2-8EDB-061090EED6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7" name="直線コネクタ 127156">
                    <a:extLst>
                      <a:ext uri="{FF2B5EF4-FFF2-40B4-BE49-F238E27FC236}">
                        <a16:creationId xmlns:a16="http://schemas.microsoft.com/office/drawing/2014/main" id="{5662AEDF-E7FF-4308-899E-FBC99E634A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8" name="直線コネクタ 127157">
                    <a:extLst>
                      <a:ext uri="{FF2B5EF4-FFF2-40B4-BE49-F238E27FC236}">
                        <a16:creationId xmlns:a16="http://schemas.microsoft.com/office/drawing/2014/main" id="{BDB387AF-4007-4B6B-8553-2266042E5B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59" name="直線コネクタ 127158">
                    <a:extLst>
                      <a:ext uri="{FF2B5EF4-FFF2-40B4-BE49-F238E27FC236}">
                        <a16:creationId xmlns:a16="http://schemas.microsoft.com/office/drawing/2014/main" id="{ABAEE046-C2CD-46AE-B412-38240BCC7C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0" name="直線コネクタ 127159">
                    <a:extLst>
                      <a:ext uri="{FF2B5EF4-FFF2-40B4-BE49-F238E27FC236}">
                        <a16:creationId xmlns:a16="http://schemas.microsoft.com/office/drawing/2014/main" id="{6559A697-EF64-415A-9229-1FBB441289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1" name="直線コネクタ 127160">
                    <a:extLst>
                      <a:ext uri="{FF2B5EF4-FFF2-40B4-BE49-F238E27FC236}">
                        <a16:creationId xmlns:a16="http://schemas.microsoft.com/office/drawing/2014/main" id="{C274D5EE-DF41-43BC-A44A-F9CB270850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2" name="直線コネクタ 127161">
                    <a:extLst>
                      <a:ext uri="{FF2B5EF4-FFF2-40B4-BE49-F238E27FC236}">
                        <a16:creationId xmlns:a16="http://schemas.microsoft.com/office/drawing/2014/main" id="{DC08CB56-9DA5-4154-8D9B-61EBD70A61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3" name="直線コネクタ 127162">
                    <a:extLst>
                      <a:ext uri="{FF2B5EF4-FFF2-40B4-BE49-F238E27FC236}">
                        <a16:creationId xmlns:a16="http://schemas.microsoft.com/office/drawing/2014/main" id="{FDC3F40E-F4F7-4A74-95ED-69C8C82E7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4" name="直線コネクタ 127163">
                    <a:extLst>
                      <a:ext uri="{FF2B5EF4-FFF2-40B4-BE49-F238E27FC236}">
                        <a16:creationId xmlns:a16="http://schemas.microsoft.com/office/drawing/2014/main" id="{272C6B10-1349-46CC-8D16-3045AA83C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5" name="直線コネクタ 127164">
                    <a:extLst>
                      <a:ext uri="{FF2B5EF4-FFF2-40B4-BE49-F238E27FC236}">
                        <a16:creationId xmlns:a16="http://schemas.microsoft.com/office/drawing/2014/main" id="{88F56A3A-1311-467A-AC01-6FFC50DD3D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6" name="直線コネクタ 127165">
                    <a:extLst>
                      <a:ext uri="{FF2B5EF4-FFF2-40B4-BE49-F238E27FC236}">
                        <a16:creationId xmlns:a16="http://schemas.microsoft.com/office/drawing/2014/main" id="{E893EF66-0927-4C31-ADB4-F5E666D063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7" name="直線コネクタ 127166">
                    <a:extLst>
                      <a:ext uri="{FF2B5EF4-FFF2-40B4-BE49-F238E27FC236}">
                        <a16:creationId xmlns:a16="http://schemas.microsoft.com/office/drawing/2014/main" id="{7D322D07-FE0F-4E51-B389-EE8AD4436F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8" name="直線コネクタ 127167">
                    <a:extLst>
                      <a:ext uri="{FF2B5EF4-FFF2-40B4-BE49-F238E27FC236}">
                        <a16:creationId xmlns:a16="http://schemas.microsoft.com/office/drawing/2014/main" id="{76EF9BC9-3425-456E-AA3F-56A02F58B8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69" name="直線コネクタ 127168">
                    <a:extLst>
                      <a:ext uri="{FF2B5EF4-FFF2-40B4-BE49-F238E27FC236}">
                        <a16:creationId xmlns:a16="http://schemas.microsoft.com/office/drawing/2014/main" id="{6487D584-93AF-4B0D-A4D9-7FEEB955D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170" name="直線コネクタ 127169">
                    <a:extLst>
                      <a:ext uri="{FF2B5EF4-FFF2-40B4-BE49-F238E27FC236}">
                        <a16:creationId xmlns:a16="http://schemas.microsoft.com/office/drawing/2014/main" id="{36DB4A8B-76BC-4BB7-B441-FA088BA932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7171" name="グループ化 127170">
                    <a:extLst>
                      <a:ext uri="{FF2B5EF4-FFF2-40B4-BE49-F238E27FC236}">
                        <a16:creationId xmlns:a16="http://schemas.microsoft.com/office/drawing/2014/main" id="{9D0CC4D6-AF83-49CA-9C09-63F0E7F3EC1E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7347" name="直線コネクタ 127346">
                      <a:extLst>
                        <a:ext uri="{FF2B5EF4-FFF2-40B4-BE49-F238E27FC236}">
                          <a16:creationId xmlns:a16="http://schemas.microsoft.com/office/drawing/2014/main" id="{841605B7-4D2B-42CA-B30E-7FB46FB96D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48" name="直線コネクタ 127347">
                      <a:extLst>
                        <a:ext uri="{FF2B5EF4-FFF2-40B4-BE49-F238E27FC236}">
                          <a16:creationId xmlns:a16="http://schemas.microsoft.com/office/drawing/2014/main" id="{F418CD7D-CD72-461C-936F-78A63F326F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49" name="直線コネクタ 127348">
                      <a:extLst>
                        <a:ext uri="{FF2B5EF4-FFF2-40B4-BE49-F238E27FC236}">
                          <a16:creationId xmlns:a16="http://schemas.microsoft.com/office/drawing/2014/main" id="{8A75273C-D217-4104-931B-42106A082C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0" name="直線コネクタ 127349">
                      <a:extLst>
                        <a:ext uri="{FF2B5EF4-FFF2-40B4-BE49-F238E27FC236}">
                          <a16:creationId xmlns:a16="http://schemas.microsoft.com/office/drawing/2014/main" id="{586CFE51-B255-4244-85F2-28A4ADACE2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1" name="直線コネクタ 127350">
                      <a:extLst>
                        <a:ext uri="{FF2B5EF4-FFF2-40B4-BE49-F238E27FC236}">
                          <a16:creationId xmlns:a16="http://schemas.microsoft.com/office/drawing/2014/main" id="{9C99D13C-742E-4EC1-8DCC-0ECBBE757A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2" name="直線コネクタ 127351">
                      <a:extLst>
                        <a:ext uri="{FF2B5EF4-FFF2-40B4-BE49-F238E27FC236}">
                          <a16:creationId xmlns:a16="http://schemas.microsoft.com/office/drawing/2014/main" id="{6AFED088-8CD8-4E6F-86AA-1C4241F0AE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3" name="直線コネクタ 127352">
                      <a:extLst>
                        <a:ext uri="{FF2B5EF4-FFF2-40B4-BE49-F238E27FC236}">
                          <a16:creationId xmlns:a16="http://schemas.microsoft.com/office/drawing/2014/main" id="{F943E29A-A265-4B2A-9948-B38C02B198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4" name="直線コネクタ 127353">
                      <a:extLst>
                        <a:ext uri="{FF2B5EF4-FFF2-40B4-BE49-F238E27FC236}">
                          <a16:creationId xmlns:a16="http://schemas.microsoft.com/office/drawing/2014/main" id="{0C862F69-0D7C-42E0-B8A3-52ADA14A8C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5" name="直線コネクタ 127354">
                      <a:extLst>
                        <a:ext uri="{FF2B5EF4-FFF2-40B4-BE49-F238E27FC236}">
                          <a16:creationId xmlns:a16="http://schemas.microsoft.com/office/drawing/2014/main" id="{25061265-1A2A-404B-B4C1-871D4071AD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6" name="直線コネクタ 127355">
                      <a:extLst>
                        <a:ext uri="{FF2B5EF4-FFF2-40B4-BE49-F238E27FC236}">
                          <a16:creationId xmlns:a16="http://schemas.microsoft.com/office/drawing/2014/main" id="{5C59C3E6-40C2-4E4A-AF56-4FF92C5D7F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7" name="直線コネクタ 127356">
                      <a:extLst>
                        <a:ext uri="{FF2B5EF4-FFF2-40B4-BE49-F238E27FC236}">
                          <a16:creationId xmlns:a16="http://schemas.microsoft.com/office/drawing/2014/main" id="{CAE988BD-F577-461F-A09C-B1AD27E618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8" name="直線コネクタ 127357">
                      <a:extLst>
                        <a:ext uri="{FF2B5EF4-FFF2-40B4-BE49-F238E27FC236}">
                          <a16:creationId xmlns:a16="http://schemas.microsoft.com/office/drawing/2014/main" id="{1E6C7AC1-EC31-42F4-8834-5E3D7684A9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59" name="直線コネクタ 127358">
                      <a:extLst>
                        <a:ext uri="{FF2B5EF4-FFF2-40B4-BE49-F238E27FC236}">
                          <a16:creationId xmlns:a16="http://schemas.microsoft.com/office/drawing/2014/main" id="{0136AD84-872C-4FE7-A66A-2B989A0B9D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0" name="直線コネクタ 127359">
                      <a:extLst>
                        <a:ext uri="{FF2B5EF4-FFF2-40B4-BE49-F238E27FC236}">
                          <a16:creationId xmlns:a16="http://schemas.microsoft.com/office/drawing/2014/main" id="{1F1B6C13-CAFF-462E-96EE-36C7E424A3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1" name="直線コネクタ 127360">
                      <a:extLst>
                        <a:ext uri="{FF2B5EF4-FFF2-40B4-BE49-F238E27FC236}">
                          <a16:creationId xmlns:a16="http://schemas.microsoft.com/office/drawing/2014/main" id="{5E18C9EF-180C-469E-BBD5-95BBC2701F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2" name="直線コネクタ 127361">
                      <a:extLst>
                        <a:ext uri="{FF2B5EF4-FFF2-40B4-BE49-F238E27FC236}">
                          <a16:creationId xmlns:a16="http://schemas.microsoft.com/office/drawing/2014/main" id="{8F3418D5-2C93-4CEC-A652-92EE2C0D29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3" name="直線コネクタ 127362">
                      <a:extLst>
                        <a:ext uri="{FF2B5EF4-FFF2-40B4-BE49-F238E27FC236}">
                          <a16:creationId xmlns:a16="http://schemas.microsoft.com/office/drawing/2014/main" id="{CA27E725-3240-4CF2-BD36-E34363D76F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4" name="直線コネクタ 127363">
                      <a:extLst>
                        <a:ext uri="{FF2B5EF4-FFF2-40B4-BE49-F238E27FC236}">
                          <a16:creationId xmlns:a16="http://schemas.microsoft.com/office/drawing/2014/main" id="{84B6C97C-8868-453F-B6B7-04FB4743C5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5" name="直線コネクタ 127364">
                      <a:extLst>
                        <a:ext uri="{FF2B5EF4-FFF2-40B4-BE49-F238E27FC236}">
                          <a16:creationId xmlns:a16="http://schemas.microsoft.com/office/drawing/2014/main" id="{1659A29F-F8C8-4DCB-8AC6-0BC15C56B1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6" name="直線コネクタ 127365">
                      <a:extLst>
                        <a:ext uri="{FF2B5EF4-FFF2-40B4-BE49-F238E27FC236}">
                          <a16:creationId xmlns:a16="http://schemas.microsoft.com/office/drawing/2014/main" id="{071AC175-BD7F-4F23-B166-D581E5EE51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7" name="直線コネクタ 127366">
                      <a:extLst>
                        <a:ext uri="{FF2B5EF4-FFF2-40B4-BE49-F238E27FC236}">
                          <a16:creationId xmlns:a16="http://schemas.microsoft.com/office/drawing/2014/main" id="{F03BC4AD-01FE-4CEE-92D5-6A8F634AC9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8" name="直線コネクタ 127367">
                      <a:extLst>
                        <a:ext uri="{FF2B5EF4-FFF2-40B4-BE49-F238E27FC236}">
                          <a16:creationId xmlns:a16="http://schemas.microsoft.com/office/drawing/2014/main" id="{CE745FE4-299F-4C2E-8B88-B8432BEDC2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69" name="直線コネクタ 127368">
                      <a:extLst>
                        <a:ext uri="{FF2B5EF4-FFF2-40B4-BE49-F238E27FC236}">
                          <a16:creationId xmlns:a16="http://schemas.microsoft.com/office/drawing/2014/main" id="{03F0E7DC-7A07-4529-921B-BB0FA0890C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0" name="直線コネクタ 127369">
                      <a:extLst>
                        <a:ext uri="{FF2B5EF4-FFF2-40B4-BE49-F238E27FC236}">
                          <a16:creationId xmlns:a16="http://schemas.microsoft.com/office/drawing/2014/main" id="{410153A2-A204-4D86-9308-BEFD846FC2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1" name="直線コネクタ 127370">
                      <a:extLst>
                        <a:ext uri="{FF2B5EF4-FFF2-40B4-BE49-F238E27FC236}">
                          <a16:creationId xmlns:a16="http://schemas.microsoft.com/office/drawing/2014/main" id="{CF18AE73-24F4-4D35-874E-44777DE7AE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2" name="直線コネクタ 127371">
                      <a:extLst>
                        <a:ext uri="{FF2B5EF4-FFF2-40B4-BE49-F238E27FC236}">
                          <a16:creationId xmlns:a16="http://schemas.microsoft.com/office/drawing/2014/main" id="{BBE97323-3B52-4272-934E-FFF7FAF9D4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3" name="直線コネクタ 127372">
                      <a:extLst>
                        <a:ext uri="{FF2B5EF4-FFF2-40B4-BE49-F238E27FC236}">
                          <a16:creationId xmlns:a16="http://schemas.microsoft.com/office/drawing/2014/main" id="{41BB790D-33D3-445F-8617-A5E20B7A52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4" name="直線コネクタ 127373">
                      <a:extLst>
                        <a:ext uri="{FF2B5EF4-FFF2-40B4-BE49-F238E27FC236}">
                          <a16:creationId xmlns:a16="http://schemas.microsoft.com/office/drawing/2014/main" id="{5EB74723-EEF1-4560-9E6A-2411D5003C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5" name="直線コネクタ 127374">
                      <a:extLst>
                        <a:ext uri="{FF2B5EF4-FFF2-40B4-BE49-F238E27FC236}">
                          <a16:creationId xmlns:a16="http://schemas.microsoft.com/office/drawing/2014/main" id="{7C9EFCE5-9381-4CE0-A130-4C6FEAF31A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6" name="直線コネクタ 127375">
                      <a:extLst>
                        <a:ext uri="{FF2B5EF4-FFF2-40B4-BE49-F238E27FC236}">
                          <a16:creationId xmlns:a16="http://schemas.microsoft.com/office/drawing/2014/main" id="{B9FBB623-C560-4891-895E-25694EA043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7" name="直線コネクタ 127376">
                      <a:extLst>
                        <a:ext uri="{FF2B5EF4-FFF2-40B4-BE49-F238E27FC236}">
                          <a16:creationId xmlns:a16="http://schemas.microsoft.com/office/drawing/2014/main" id="{706B8D90-99E9-4E0E-89AE-C0125CEB98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8" name="直線コネクタ 127377">
                      <a:extLst>
                        <a:ext uri="{FF2B5EF4-FFF2-40B4-BE49-F238E27FC236}">
                          <a16:creationId xmlns:a16="http://schemas.microsoft.com/office/drawing/2014/main" id="{4156515B-4ECC-4E4D-B445-D8D056CC42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79" name="直線コネクタ 127378">
                      <a:extLst>
                        <a:ext uri="{FF2B5EF4-FFF2-40B4-BE49-F238E27FC236}">
                          <a16:creationId xmlns:a16="http://schemas.microsoft.com/office/drawing/2014/main" id="{755F328C-326C-4CF9-A81B-0F5C944794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0" name="直線コネクタ 127379">
                      <a:extLst>
                        <a:ext uri="{FF2B5EF4-FFF2-40B4-BE49-F238E27FC236}">
                          <a16:creationId xmlns:a16="http://schemas.microsoft.com/office/drawing/2014/main" id="{EA4EDD10-71A8-4798-AE6B-457C59951A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1" name="直線コネクタ 127380">
                      <a:extLst>
                        <a:ext uri="{FF2B5EF4-FFF2-40B4-BE49-F238E27FC236}">
                          <a16:creationId xmlns:a16="http://schemas.microsoft.com/office/drawing/2014/main" id="{CE2737D5-45AF-4FE5-9740-0530F97223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2" name="直線コネクタ 127381">
                      <a:extLst>
                        <a:ext uri="{FF2B5EF4-FFF2-40B4-BE49-F238E27FC236}">
                          <a16:creationId xmlns:a16="http://schemas.microsoft.com/office/drawing/2014/main" id="{BA83DB2A-65B6-42B3-93D8-4109B8FCFC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3" name="直線コネクタ 127382">
                      <a:extLst>
                        <a:ext uri="{FF2B5EF4-FFF2-40B4-BE49-F238E27FC236}">
                          <a16:creationId xmlns:a16="http://schemas.microsoft.com/office/drawing/2014/main" id="{FCF9B152-8E36-4686-9795-3206A359B1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4" name="直線コネクタ 127383">
                      <a:extLst>
                        <a:ext uri="{FF2B5EF4-FFF2-40B4-BE49-F238E27FC236}">
                          <a16:creationId xmlns:a16="http://schemas.microsoft.com/office/drawing/2014/main" id="{0105D5DB-9C17-4B22-ABD1-F1EA05B869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5" name="直線コネクタ 127384">
                      <a:extLst>
                        <a:ext uri="{FF2B5EF4-FFF2-40B4-BE49-F238E27FC236}">
                          <a16:creationId xmlns:a16="http://schemas.microsoft.com/office/drawing/2014/main" id="{204AB99F-0A81-40C5-8ECD-1794687834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6" name="直線コネクタ 127385">
                      <a:extLst>
                        <a:ext uri="{FF2B5EF4-FFF2-40B4-BE49-F238E27FC236}">
                          <a16:creationId xmlns:a16="http://schemas.microsoft.com/office/drawing/2014/main" id="{7B78DAE8-0347-413C-BAA1-E72B4E06F3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7" name="直線コネクタ 127386">
                      <a:extLst>
                        <a:ext uri="{FF2B5EF4-FFF2-40B4-BE49-F238E27FC236}">
                          <a16:creationId xmlns:a16="http://schemas.microsoft.com/office/drawing/2014/main" id="{9EB3E593-4E4F-4B35-86F4-3839F206B5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88" name="直線コネクタ 127387">
                      <a:extLst>
                        <a:ext uri="{FF2B5EF4-FFF2-40B4-BE49-F238E27FC236}">
                          <a16:creationId xmlns:a16="http://schemas.microsoft.com/office/drawing/2014/main" id="{C14FF9BE-C371-4571-A87A-41FC5091E5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172" name="グループ化 127171">
                    <a:extLst>
                      <a:ext uri="{FF2B5EF4-FFF2-40B4-BE49-F238E27FC236}">
                        <a16:creationId xmlns:a16="http://schemas.microsoft.com/office/drawing/2014/main" id="{75EFFDD0-2152-40EF-83FB-7B2C45ADE035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7338" name="正方形/長方形 127337">
                      <a:extLst>
                        <a:ext uri="{FF2B5EF4-FFF2-40B4-BE49-F238E27FC236}">
                          <a16:creationId xmlns:a16="http://schemas.microsoft.com/office/drawing/2014/main" id="{DE46EB2C-A5E1-4B2B-A79B-44BD93DEC2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339" name="正方形/長方形 127338">
                      <a:extLst>
                        <a:ext uri="{FF2B5EF4-FFF2-40B4-BE49-F238E27FC236}">
                          <a16:creationId xmlns:a16="http://schemas.microsoft.com/office/drawing/2014/main" id="{FB3B486F-79AF-4552-BD80-50175BB50D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340" name="正方形/長方形 127339">
                      <a:extLst>
                        <a:ext uri="{FF2B5EF4-FFF2-40B4-BE49-F238E27FC236}">
                          <a16:creationId xmlns:a16="http://schemas.microsoft.com/office/drawing/2014/main" id="{E9261F7D-1469-40B3-A8DB-20B1FDF3037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341" name="正方形/長方形 127340">
                      <a:extLst>
                        <a:ext uri="{FF2B5EF4-FFF2-40B4-BE49-F238E27FC236}">
                          <a16:creationId xmlns:a16="http://schemas.microsoft.com/office/drawing/2014/main" id="{D8F2A3A6-1F75-4B94-BBFA-6C88B58580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342" name="正方形/長方形 127341">
                      <a:extLst>
                        <a:ext uri="{FF2B5EF4-FFF2-40B4-BE49-F238E27FC236}">
                          <a16:creationId xmlns:a16="http://schemas.microsoft.com/office/drawing/2014/main" id="{E9667B6A-1EF2-4BCA-AABE-D4F9455F89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343" name="正方形/長方形 127342">
                      <a:extLst>
                        <a:ext uri="{FF2B5EF4-FFF2-40B4-BE49-F238E27FC236}">
                          <a16:creationId xmlns:a16="http://schemas.microsoft.com/office/drawing/2014/main" id="{5570A6AE-4310-4E81-A308-B3676CC822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344" name="正方形/長方形 127343">
                      <a:extLst>
                        <a:ext uri="{FF2B5EF4-FFF2-40B4-BE49-F238E27FC236}">
                          <a16:creationId xmlns:a16="http://schemas.microsoft.com/office/drawing/2014/main" id="{BC7AF329-753A-45B7-8E90-118E377792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345" name="正方形/長方形 127344">
                      <a:extLst>
                        <a:ext uri="{FF2B5EF4-FFF2-40B4-BE49-F238E27FC236}">
                          <a16:creationId xmlns:a16="http://schemas.microsoft.com/office/drawing/2014/main" id="{F4F46F08-EE5D-4D93-ADFF-F3C96D91138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7346" name="正方形/長方形 127345">
                      <a:extLst>
                        <a:ext uri="{FF2B5EF4-FFF2-40B4-BE49-F238E27FC236}">
                          <a16:creationId xmlns:a16="http://schemas.microsoft.com/office/drawing/2014/main" id="{15A6E480-1B5E-4672-8B0F-54ABD5BDAA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7173" name="グループ化 127172">
                    <a:extLst>
                      <a:ext uri="{FF2B5EF4-FFF2-40B4-BE49-F238E27FC236}">
                        <a16:creationId xmlns:a16="http://schemas.microsoft.com/office/drawing/2014/main" id="{6271AE88-13F4-45DD-A972-5CDA95E0AE5F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7330" name="直線コネクタ 127329">
                      <a:extLst>
                        <a:ext uri="{FF2B5EF4-FFF2-40B4-BE49-F238E27FC236}">
                          <a16:creationId xmlns:a16="http://schemas.microsoft.com/office/drawing/2014/main" id="{3DE064CA-360D-4B0A-8335-F18F9E910F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31" name="直線コネクタ 127330">
                      <a:extLst>
                        <a:ext uri="{FF2B5EF4-FFF2-40B4-BE49-F238E27FC236}">
                          <a16:creationId xmlns:a16="http://schemas.microsoft.com/office/drawing/2014/main" id="{3594D8CA-8021-46D1-956D-1CFA8C21FF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32" name="直線コネクタ 127331">
                      <a:extLst>
                        <a:ext uri="{FF2B5EF4-FFF2-40B4-BE49-F238E27FC236}">
                          <a16:creationId xmlns:a16="http://schemas.microsoft.com/office/drawing/2014/main" id="{D9436630-5A75-49A7-8D8C-FB8DF1CC9F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33" name="直線コネクタ 127332">
                      <a:extLst>
                        <a:ext uri="{FF2B5EF4-FFF2-40B4-BE49-F238E27FC236}">
                          <a16:creationId xmlns:a16="http://schemas.microsoft.com/office/drawing/2014/main" id="{56584B11-4465-443C-92A2-35F5C44B25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34" name="直線コネクタ 127333">
                      <a:extLst>
                        <a:ext uri="{FF2B5EF4-FFF2-40B4-BE49-F238E27FC236}">
                          <a16:creationId xmlns:a16="http://schemas.microsoft.com/office/drawing/2014/main" id="{0C9C4933-824E-4B60-A373-6417D1C0EC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35" name="直線コネクタ 127334">
                      <a:extLst>
                        <a:ext uri="{FF2B5EF4-FFF2-40B4-BE49-F238E27FC236}">
                          <a16:creationId xmlns:a16="http://schemas.microsoft.com/office/drawing/2014/main" id="{82ACF2ED-88AA-4A52-A974-3FCA47E22B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36" name="直線コネクタ 127335">
                      <a:extLst>
                        <a:ext uri="{FF2B5EF4-FFF2-40B4-BE49-F238E27FC236}">
                          <a16:creationId xmlns:a16="http://schemas.microsoft.com/office/drawing/2014/main" id="{0A6B9E90-689D-4A47-9EBA-AC0D190FBB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37" name="直線コネクタ 127336">
                      <a:extLst>
                        <a:ext uri="{FF2B5EF4-FFF2-40B4-BE49-F238E27FC236}">
                          <a16:creationId xmlns:a16="http://schemas.microsoft.com/office/drawing/2014/main" id="{49D89E91-5AED-47A3-904F-23F02CC9CB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174" name="グループ化 127173">
                    <a:extLst>
                      <a:ext uri="{FF2B5EF4-FFF2-40B4-BE49-F238E27FC236}">
                        <a16:creationId xmlns:a16="http://schemas.microsoft.com/office/drawing/2014/main" id="{DC66AEF5-D56D-42DB-81A4-17D5567CE360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7322" name="直線コネクタ 127321">
                      <a:extLst>
                        <a:ext uri="{FF2B5EF4-FFF2-40B4-BE49-F238E27FC236}">
                          <a16:creationId xmlns:a16="http://schemas.microsoft.com/office/drawing/2014/main" id="{C1DE4887-13F6-49E3-A1CC-E82FF3497E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3" name="直線コネクタ 127322">
                      <a:extLst>
                        <a:ext uri="{FF2B5EF4-FFF2-40B4-BE49-F238E27FC236}">
                          <a16:creationId xmlns:a16="http://schemas.microsoft.com/office/drawing/2014/main" id="{598A6A4A-C94E-4E98-ADF2-3800C22E3A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4" name="直線コネクタ 127323">
                      <a:extLst>
                        <a:ext uri="{FF2B5EF4-FFF2-40B4-BE49-F238E27FC236}">
                          <a16:creationId xmlns:a16="http://schemas.microsoft.com/office/drawing/2014/main" id="{7B6FB31B-A83C-4841-9D29-9A50C54A6D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5" name="直線コネクタ 127324">
                      <a:extLst>
                        <a:ext uri="{FF2B5EF4-FFF2-40B4-BE49-F238E27FC236}">
                          <a16:creationId xmlns:a16="http://schemas.microsoft.com/office/drawing/2014/main" id="{339324B0-2255-4640-A29D-659D5562F2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6" name="直線コネクタ 127325">
                      <a:extLst>
                        <a:ext uri="{FF2B5EF4-FFF2-40B4-BE49-F238E27FC236}">
                          <a16:creationId xmlns:a16="http://schemas.microsoft.com/office/drawing/2014/main" id="{6AD3495A-53A7-4DDE-9045-02774464A3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7" name="直線コネクタ 127326">
                      <a:extLst>
                        <a:ext uri="{FF2B5EF4-FFF2-40B4-BE49-F238E27FC236}">
                          <a16:creationId xmlns:a16="http://schemas.microsoft.com/office/drawing/2014/main" id="{3F83517A-61C0-41E8-A8A5-21DC59A370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8" name="直線コネクタ 127327">
                      <a:extLst>
                        <a:ext uri="{FF2B5EF4-FFF2-40B4-BE49-F238E27FC236}">
                          <a16:creationId xmlns:a16="http://schemas.microsoft.com/office/drawing/2014/main" id="{632BA7CC-C4CF-4B78-8115-4F87108291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9" name="直線コネクタ 127328">
                      <a:extLst>
                        <a:ext uri="{FF2B5EF4-FFF2-40B4-BE49-F238E27FC236}">
                          <a16:creationId xmlns:a16="http://schemas.microsoft.com/office/drawing/2014/main" id="{6EA8029D-981D-4A39-B26B-17238ABC60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175" name="グループ化 127174">
                    <a:extLst>
                      <a:ext uri="{FF2B5EF4-FFF2-40B4-BE49-F238E27FC236}">
                        <a16:creationId xmlns:a16="http://schemas.microsoft.com/office/drawing/2014/main" id="{FC228FED-DE5C-49C5-881E-7E1E576F6423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7280" name="直線コネクタ 127279">
                      <a:extLst>
                        <a:ext uri="{FF2B5EF4-FFF2-40B4-BE49-F238E27FC236}">
                          <a16:creationId xmlns:a16="http://schemas.microsoft.com/office/drawing/2014/main" id="{C6CAE6C3-C557-4940-BE4C-0242EFCF99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1" name="直線コネクタ 127280">
                      <a:extLst>
                        <a:ext uri="{FF2B5EF4-FFF2-40B4-BE49-F238E27FC236}">
                          <a16:creationId xmlns:a16="http://schemas.microsoft.com/office/drawing/2014/main" id="{FBDB1B6F-65C4-4AB9-B89E-BD028FDB1A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2" name="直線コネクタ 127281">
                      <a:extLst>
                        <a:ext uri="{FF2B5EF4-FFF2-40B4-BE49-F238E27FC236}">
                          <a16:creationId xmlns:a16="http://schemas.microsoft.com/office/drawing/2014/main" id="{6961347B-FA87-4672-97B5-AEE973F8BB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3" name="直線コネクタ 127282">
                      <a:extLst>
                        <a:ext uri="{FF2B5EF4-FFF2-40B4-BE49-F238E27FC236}">
                          <a16:creationId xmlns:a16="http://schemas.microsoft.com/office/drawing/2014/main" id="{5493B1F0-4018-4022-B17D-2DC313F4A7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4" name="直線コネクタ 127283">
                      <a:extLst>
                        <a:ext uri="{FF2B5EF4-FFF2-40B4-BE49-F238E27FC236}">
                          <a16:creationId xmlns:a16="http://schemas.microsoft.com/office/drawing/2014/main" id="{BA24D4CF-AF7B-4B39-B0C7-7B81DEDFCE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5" name="直線コネクタ 127284">
                      <a:extLst>
                        <a:ext uri="{FF2B5EF4-FFF2-40B4-BE49-F238E27FC236}">
                          <a16:creationId xmlns:a16="http://schemas.microsoft.com/office/drawing/2014/main" id="{94FF6984-1EBB-44D6-882B-CE02579933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6" name="直線コネクタ 127285">
                      <a:extLst>
                        <a:ext uri="{FF2B5EF4-FFF2-40B4-BE49-F238E27FC236}">
                          <a16:creationId xmlns:a16="http://schemas.microsoft.com/office/drawing/2014/main" id="{67279F9D-A288-4E8E-8BAC-2681834208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7" name="直線コネクタ 127286">
                      <a:extLst>
                        <a:ext uri="{FF2B5EF4-FFF2-40B4-BE49-F238E27FC236}">
                          <a16:creationId xmlns:a16="http://schemas.microsoft.com/office/drawing/2014/main" id="{8CAB5920-1468-4C3C-86D7-BD1A516BC2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8" name="直線コネクタ 127287">
                      <a:extLst>
                        <a:ext uri="{FF2B5EF4-FFF2-40B4-BE49-F238E27FC236}">
                          <a16:creationId xmlns:a16="http://schemas.microsoft.com/office/drawing/2014/main" id="{2633E9BF-71FC-43C3-9764-704A57A5A6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89" name="直線コネクタ 127288">
                      <a:extLst>
                        <a:ext uri="{FF2B5EF4-FFF2-40B4-BE49-F238E27FC236}">
                          <a16:creationId xmlns:a16="http://schemas.microsoft.com/office/drawing/2014/main" id="{1D8CE440-DC66-49FD-9B73-AEB814D453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0" name="直線コネクタ 127289">
                      <a:extLst>
                        <a:ext uri="{FF2B5EF4-FFF2-40B4-BE49-F238E27FC236}">
                          <a16:creationId xmlns:a16="http://schemas.microsoft.com/office/drawing/2014/main" id="{83043C8A-277D-4928-AE85-13D79B826C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1" name="直線コネクタ 127290">
                      <a:extLst>
                        <a:ext uri="{FF2B5EF4-FFF2-40B4-BE49-F238E27FC236}">
                          <a16:creationId xmlns:a16="http://schemas.microsoft.com/office/drawing/2014/main" id="{951640A1-98AD-4525-9093-CDBE58FFC7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2" name="直線コネクタ 127291">
                      <a:extLst>
                        <a:ext uri="{FF2B5EF4-FFF2-40B4-BE49-F238E27FC236}">
                          <a16:creationId xmlns:a16="http://schemas.microsoft.com/office/drawing/2014/main" id="{349F3E00-322A-4E56-BF1F-E69E47D7DD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3" name="直線コネクタ 127292">
                      <a:extLst>
                        <a:ext uri="{FF2B5EF4-FFF2-40B4-BE49-F238E27FC236}">
                          <a16:creationId xmlns:a16="http://schemas.microsoft.com/office/drawing/2014/main" id="{3374F0AD-AF63-46A4-87C3-C1F24C2B81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4" name="直線コネクタ 127293">
                      <a:extLst>
                        <a:ext uri="{FF2B5EF4-FFF2-40B4-BE49-F238E27FC236}">
                          <a16:creationId xmlns:a16="http://schemas.microsoft.com/office/drawing/2014/main" id="{DA53314C-EE13-401E-BFC9-16BBF0ECB4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5" name="直線コネクタ 127294">
                      <a:extLst>
                        <a:ext uri="{FF2B5EF4-FFF2-40B4-BE49-F238E27FC236}">
                          <a16:creationId xmlns:a16="http://schemas.microsoft.com/office/drawing/2014/main" id="{675EE5EA-3E8B-4640-97D0-558804EE77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6" name="直線コネクタ 127295">
                      <a:extLst>
                        <a:ext uri="{FF2B5EF4-FFF2-40B4-BE49-F238E27FC236}">
                          <a16:creationId xmlns:a16="http://schemas.microsoft.com/office/drawing/2014/main" id="{826C69C5-4185-44E6-8E5A-E591DE0527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7" name="直線コネクタ 127296">
                      <a:extLst>
                        <a:ext uri="{FF2B5EF4-FFF2-40B4-BE49-F238E27FC236}">
                          <a16:creationId xmlns:a16="http://schemas.microsoft.com/office/drawing/2014/main" id="{1DF46DBB-D5AB-4C66-9DAF-62F6F5B191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8" name="直線コネクタ 127297">
                      <a:extLst>
                        <a:ext uri="{FF2B5EF4-FFF2-40B4-BE49-F238E27FC236}">
                          <a16:creationId xmlns:a16="http://schemas.microsoft.com/office/drawing/2014/main" id="{50D5C730-0D6B-473B-B155-CEF8AFED55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99" name="直線コネクタ 127298">
                      <a:extLst>
                        <a:ext uri="{FF2B5EF4-FFF2-40B4-BE49-F238E27FC236}">
                          <a16:creationId xmlns:a16="http://schemas.microsoft.com/office/drawing/2014/main" id="{F640DB85-4750-433F-B9EE-6C6E400774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0" name="直線コネクタ 127299">
                      <a:extLst>
                        <a:ext uri="{FF2B5EF4-FFF2-40B4-BE49-F238E27FC236}">
                          <a16:creationId xmlns:a16="http://schemas.microsoft.com/office/drawing/2014/main" id="{8A78CEE9-8773-46FF-B719-668510FA14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1" name="直線コネクタ 127300">
                      <a:extLst>
                        <a:ext uri="{FF2B5EF4-FFF2-40B4-BE49-F238E27FC236}">
                          <a16:creationId xmlns:a16="http://schemas.microsoft.com/office/drawing/2014/main" id="{74A739FD-D0F3-412F-B055-1AC4F5F1A1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2" name="直線コネクタ 127301">
                      <a:extLst>
                        <a:ext uri="{FF2B5EF4-FFF2-40B4-BE49-F238E27FC236}">
                          <a16:creationId xmlns:a16="http://schemas.microsoft.com/office/drawing/2014/main" id="{E2C7064C-E03E-4CA1-8E23-59746FB046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3" name="直線コネクタ 127302">
                      <a:extLst>
                        <a:ext uri="{FF2B5EF4-FFF2-40B4-BE49-F238E27FC236}">
                          <a16:creationId xmlns:a16="http://schemas.microsoft.com/office/drawing/2014/main" id="{17B28136-0557-4D0D-BCD4-BFF677488C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4" name="直線コネクタ 127303">
                      <a:extLst>
                        <a:ext uri="{FF2B5EF4-FFF2-40B4-BE49-F238E27FC236}">
                          <a16:creationId xmlns:a16="http://schemas.microsoft.com/office/drawing/2014/main" id="{DC6B6AF6-C467-400C-8D75-4937559F51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5" name="直線コネクタ 127304">
                      <a:extLst>
                        <a:ext uri="{FF2B5EF4-FFF2-40B4-BE49-F238E27FC236}">
                          <a16:creationId xmlns:a16="http://schemas.microsoft.com/office/drawing/2014/main" id="{3E0FAC98-D90E-4B2A-9810-9A177717C4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6" name="直線コネクタ 127305">
                      <a:extLst>
                        <a:ext uri="{FF2B5EF4-FFF2-40B4-BE49-F238E27FC236}">
                          <a16:creationId xmlns:a16="http://schemas.microsoft.com/office/drawing/2014/main" id="{DDB07436-06D1-482D-9381-419BCD39E2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7" name="直線コネクタ 127306">
                      <a:extLst>
                        <a:ext uri="{FF2B5EF4-FFF2-40B4-BE49-F238E27FC236}">
                          <a16:creationId xmlns:a16="http://schemas.microsoft.com/office/drawing/2014/main" id="{E4D30F4C-3A09-44AE-AD21-DFF70957BE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8" name="直線コネクタ 127307">
                      <a:extLst>
                        <a:ext uri="{FF2B5EF4-FFF2-40B4-BE49-F238E27FC236}">
                          <a16:creationId xmlns:a16="http://schemas.microsoft.com/office/drawing/2014/main" id="{70DD0F67-6133-47A2-A940-E7B93CAAAA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09" name="直線コネクタ 127308">
                      <a:extLst>
                        <a:ext uri="{FF2B5EF4-FFF2-40B4-BE49-F238E27FC236}">
                          <a16:creationId xmlns:a16="http://schemas.microsoft.com/office/drawing/2014/main" id="{02965FE3-ECD3-4855-9A35-97E6DCA5DD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0" name="直線コネクタ 127309">
                      <a:extLst>
                        <a:ext uri="{FF2B5EF4-FFF2-40B4-BE49-F238E27FC236}">
                          <a16:creationId xmlns:a16="http://schemas.microsoft.com/office/drawing/2014/main" id="{CADFB866-9DE6-4E1C-934F-FB62CFB1D4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1" name="直線コネクタ 127310">
                      <a:extLst>
                        <a:ext uri="{FF2B5EF4-FFF2-40B4-BE49-F238E27FC236}">
                          <a16:creationId xmlns:a16="http://schemas.microsoft.com/office/drawing/2014/main" id="{4E5F6337-4FE3-4F56-B7AC-1C8FAEDD32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2" name="直線コネクタ 127311">
                      <a:extLst>
                        <a:ext uri="{FF2B5EF4-FFF2-40B4-BE49-F238E27FC236}">
                          <a16:creationId xmlns:a16="http://schemas.microsoft.com/office/drawing/2014/main" id="{D17E27E1-2F84-443A-B51D-9CB7B14670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3" name="直線コネクタ 127312">
                      <a:extLst>
                        <a:ext uri="{FF2B5EF4-FFF2-40B4-BE49-F238E27FC236}">
                          <a16:creationId xmlns:a16="http://schemas.microsoft.com/office/drawing/2014/main" id="{8B3F3D1C-FECA-4837-AF41-12ACE4D5AE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4" name="直線コネクタ 127313">
                      <a:extLst>
                        <a:ext uri="{FF2B5EF4-FFF2-40B4-BE49-F238E27FC236}">
                          <a16:creationId xmlns:a16="http://schemas.microsoft.com/office/drawing/2014/main" id="{E5A41326-E17C-4FFE-B34E-BE7CDCAAED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5" name="直線コネクタ 127314">
                      <a:extLst>
                        <a:ext uri="{FF2B5EF4-FFF2-40B4-BE49-F238E27FC236}">
                          <a16:creationId xmlns:a16="http://schemas.microsoft.com/office/drawing/2014/main" id="{0F32E03D-5E5E-49E6-AAFF-1825AB2EAF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6" name="直線コネクタ 127315">
                      <a:extLst>
                        <a:ext uri="{FF2B5EF4-FFF2-40B4-BE49-F238E27FC236}">
                          <a16:creationId xmlns:a16="http://schemas.microsoft.com/office/drawing/2014/main" id="{BBA79560-6679-4C7F-92F8-5C0C7D2BAC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7" name="直線コネクタ 127316">
                      <a:extLst>
                        <a:ext uri="{FF2B5EF4-FFF2-40B4-BE49-F238E27FC236}">
                          <a16:creationId xmlns:a16="http://schemas.microsoft.com/office/drawing/2014/main" id="{89BD2D4E-87E2-4495-B5FB-526D86CEE5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8" name="直線コネクタ 127317">
                      <a:extLst>
                        <a:ext uri="{FF2B5EF4-FFF2-40B4-BE49-F238E27FC236}">
                          <a16:creationId xmlns:a16="http://schemas.microsoft.com/office/drawing/2014/main" id="{13101165-AA6B-4D5C-8593-5623E76BBD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19" name="直線コネクタ 127318">
                      <a:extLst>
                        <a:ext uri="{FF2B5EF4-FFF2-40B4-BE49-F238E27FC236}">
                          <a16:creationId xmlns:a16="http://schemas.microsoft.com/office/drawing/2014/main" id="{4A78D3E1-01F9-47CF-8577-6A9D7278FE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0" name="直線コネクタ 127319">
                      <a:extLst>
                        <a:ext uri="{FF2B5EF4-FFF2-40B4-BE49-F238E27FC236}">
                          <a16:creationId xmlns:a16="http://schemas.microsoft.com/office/drawing/2014/main" id="{67BE1314-0F92-486E-A035-0C4B392CC6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321" name="直線コネクタ 127320">
                      <a:extLst>
                        <a:ext uri="{FF2B5EF4-FFF2-40B4-BE49-F238E27FC236}">
                          <a16:creationId xmlns:a16="http://schemas.microsoft.com/office/drawing/2014/main" id="{66274085-A006-4461-A375-756CA4F564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176" name="グループ化 127175">
                    <a:extLst>
                      <a:ext uri="{FF2B5EF4-FFF2-40B4-BE49-F238E27FC236}">
                        <a16:creationId xmlns:a16="http://schemas.microsoft.com/office/drawing/2014/main" id="{8CD89E50-D699-4C76-89E7-8EEC33E229A2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7238" name="直線コネクタ 127237">
                      <a:extLst>
                        <a:ext uri="{FF2B5EF4-FFF2-40B4-BE49-F238E27FC236}">
                          <a16:creationId xmlns:a16="http://schemas.microsoft.com/office/drawing/2014/main" id="{6D95F1E1-F232-4D8E-8022-DB9A476A83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39" name="直線コネクタ 127238">
                      <a:extLst>
                        <a:ext uri="{FF2B5EF4-FFF2-40B4-BE49-F238E27FC236}">
                          <a16:creationId xmlns:a16="http://schemas.microsoft.com/office/drawing/2014/main" id="{AA45752D-4E37-42B6-9480-60EA69BC7F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0" name="直線コネクタ 127239">
                      <a:extLst>
                        <a:ext uri="{FF2B5EF4-FFF2-40B4-BE49-F238E27FC236}">
                          <a16:creationId xmlns:a16="http://schemas.microsoft.com/office/drawing/2014/main" id="{026BCF23-09A4-467C-8A02-B6AC9E15DC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1" name="直線コネクタ 127240">
                      <a:extLst>
                        <a:ext uri="{FF2B5EF4-FFF2-40B4-BE49-F238E27FC236}">
                          <a16:creationId xmlns:a16="http://schemas.microsoft.com/office/drawing/2014/main" id="{0E0C1A69-06EA-4C95-B2C3-3445A7D771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2" name="直線コネクタ 127241">
                      <a:extLst>
                        <a:ext uri="{FF2B5EF4-FFF2-40B4-BE49-F238E27FC236}">
                          <a16:creationId xmlns:a16="http://schemas.microsoft.com/office/drawing/2014/main" id="{E3750F16-9183-4F6F-9FC4-B23F0A1B27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3" name="直線コネクタ 127242">
                      <a:extLst>
                        <a:ext uri="{FF2B5EF4-FFF2-40B4-BE49-F238E27FC236}">
                          <a16:creationId xmlns:a16="http://schemas.microsoft.com/office/drawing/2014/main" id="{14846007-D014-4025-BCDC-00036ABFF3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4" name="直線コネクタ 127243">
                      <a:extLst>
                        <a:ext uri="{FF2B5EF4-FFF2-40B4-BE49-F238E27FC236}">
                          <a16:creationId xmlns:a16="http://schemas.microsoft.com/office/drawing/2014/main" id="{6324BF7B-3BBE-40CF-B7E8-3A5DC496F7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5" name="直線コネクタ 127244">
                      <a:extLst>
                        <a:ext uri="{FF2B5EF4-FFF2-40B4-BE49-F238E27FC236}">
                          <a16:creationId xmlns:a16="http://schemas.microsoft.com/office/drawing/2014/main" id="{02B92C15-62C8-484B-9ED4-F6050E51E4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6" name="直線コネクタ 127245">
                      <a:extLst>
                        <a:ext uri="{FF2B5EF4-FFF2-40B4-BE49-F238E27FC236}">
                          <a16:creationId xmlns:a16="http://schemas.microsoft.com/office/drawing/2014/main" id="{B52301FE-AEA6-4131-9572-BA274595FB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7" name="直線コネクタ 127246">
                      <a:extLst>
                        <a:ext uri="{FF2B5EF4-FFF2-40B4-BE49-F238E27FC236}">
                          <a16:creationId xmlns:a16="http://schemas.microsoft.com/office/drawing/2014/main" id="{87192A53-DA46-4711-AF1F-0C94876C50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8" name="直線コネクタ 127247">
                      <a:extLst>
                        <a:ext uri="{FF2B5EF4-FFF2-40B4-BE49-F238E27FC236}">
                          <a16:creationId xmlns:a16="http://schemas.microsoft.com/office/drawing/2014/main" id="{31203E73-02F3-4C01-9D86-7E482399B5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49" name="直線コネクタ 127248">
                      <a:extLst>
                        <a:ext uri="{FF2B5EF4-FFF2-40B4-BE49-F238E27FC236}">
                          <a16:creationId xmlns:a16="http://schemas.microsoft.com/office/drawing/2014/main" id="{29CB8684-66DC-439C-A90D-8BC9D96444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0" name="直線コネクタ 127249">
                      <a:extLst>
                        <a:ext uri="{FF2B5EF4-FFF2-40B4-BE49-F238E27FC236}">
                          <a16:creationId xmlns:a16="http://schemas.microsoft.com/office/drawing/2014/main" id="{E45F4795-3A2C-4F3A-9E37-313830A223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1" name="直線コネクタ 127250">
                      <a:extLst>
                        <a:ext uri="{FF2B5EF4-FFF2-40B4-BE49-F238E27FC236}">
                          <a16:creationId xmlns:a16="http://schemas.microsoft.com/office/drawing/2014/main" id="{23F4C9B1-A35B-47AF-9E97-496B14B827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2" name="直線コネクタ 127251">
                      <a:extLst>
                        <a:ext uri="{FF2B5EF4-FFF2-40B4-BE49-F238E27FC236}">
                          <a16:creationId xmlns:a16="http://schemas.microsoft.com/office/drawing/2014/main" id="{8AD5D776-93AB-4276-8EEC-66988F4396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3" name="直線コネクタ 127252">
                      <a:extLst>
                        <a:ext uri="{FF2B5EF4-FFF2-40B4-BE49-F238E27FC236}">
                          <a16:creationId xmlns:a16="http://schemas.microsoft.com/office/drawing/2014/main" id="{07A087A4-D5FA-447A-A1EB-C4C5051180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4" name="直線コネクタ 127253">
                      <a:extLst>
                        <a:ext uri="{FF2B5EF4-FFF2-40B4-BE49-F238E27FC236}">
                          <a16:creationId xmlns:a16="http://schemas.microsoft.com/office/drawing/2014/main" id="{1CE41C65-2987-4CAB-9028-BEED54EEA1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5" name="直線コネクタ 127254">
                      <a:extLst>
                        <a:ext uri="{FF2B5EF4-FFF2-40B4-BE49-F238E27FC236}">
                          <a16:creationId xmlns:a16="http://schemas.microsoft.com/office/drawing/2014/main" id="{11A2014D-4389-487D-8954-20C26920FE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6" name="直線コネクタ 127255">
                      <a:extLst>
                        <a:ext uri="{FF2B5EF4-FFF2-40B4-BE49-F238E27FC236}">
                          <a16:creationId xmlns:a16="http://schemas.microsoft.com/office/drawing/2014/main" id="{51118E69-54F2-49DC-BAA2-4DA47B8A3F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7" name="直線コネクタ 127256">
                      <a:extLst>
                        <a:ext uri="{FF2B5EF4-FFF2-40B4-BE49-F238E27FC236}">
                          <a16:creationId xmlns:a16="http://schemas.microsoft.com/office/drawing/2014/main" id="{6CFBA1DC-3B67-44B7-B252-18285921FA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8" name="直線コネクタ 127257">
                      <a:extLst>
                        <a:ext uri="{FF2B5EF4-FFF2-40B4-BE49-F238E27FC236}">
                          <a16:creationId xmlns:a16="http://schemas.microsoft.com/office/drawing/2014/main" id="{AAA4A7C8-2728-42F0-81B8-8237F43340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59" name="直線コネクタ 127258">
                      <a:extLst>
                        <a:ext uri="{FF2B5EF4-FFF2-40B4-BE49-F238E27FC236}">
                          <a16:creationId xmlns:a16="http://schemas.microsoft.com/office/drawing/2014/main" id="{29C37806-E271-4096-BF1F-663458CB6B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0" name="直線コネクタ 127259">
                      <a:extLst>
                        <a:ext uri="{FF2B5EF4-FFF2-40B4-BE49-F238E27FC236}">
                          <a16:creationId xmlns:a16="http://schemas.microsoft.com/office/drawing/2014/main" id="{56451816-7081-4905-B12A-1BB3DE021B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1" name="直線コネクタ 127260">
                      <a:extLst>
                        <a:ext uri="{FF2B5EF4-FFF2-40B4-BE49-F238E27FC236}">
                          <a16:creationId xmlns:a16="http://schemas.microsoft.com/office/drawing/2014/main" id="{B7975ABF-7FCA-483B-A8EA-9F7376A328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2" name="直線コネクタ 127261">
                      <a:extLst>
                        <a:ext uri="{FF2B5EF4-FFF2-40B4-BE49-F238E27FC236}">
                          <a16:creationId xmlns:a16="http://schemas.microsoft.com/office/drawing/2014/main" id="{DC1AC16D-618F-489A-B408-93D073BEF5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3" name="直線コネクタ 127262">
                      <a:extLst>
                        <a:ext uri="{FF2B5EF4-FFF2-40B4-BE49-F238E27FC236}">
                          <a16:creationId xmlns:a16="http://schemas.microsoft.com/office/drawing/2014/main" id="{46E3C959-1FC2-4A60-A45F-F45C92DCFB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4" name="直線コネクタ 127263">
                      <a:extLst>
                        <a:ext uri="{FF2B5EF4-FFF2-40B4-BE49-F238E27FC236}">
                          <a16:creationId xmlns:a16="http://schemas.microsoft.com/office/drawing/2014/main" id="{5A69C6A2-7781-4CB0-AE9D-E24A2EFFD6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5" name="直線コネクタ 127264">
                      <a:extLst>
                        <a:ext uri="{FF2B5EF4-FFF2-40B4-BE49-F238E27FC236}">
                          <a16:creationId xmlns:a16="http://schemas.microsoft.com/office/drawing/2014/main" id="{4F23DF5A-A35F-40A1-ADDE-DDD22B92F7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6" name="直線コネクタ 127265">
                      <a:extLst>
                        <a:ext uri="{FF2B5EF4-FFF2-40B4-BE49-F238E27FC236}">
                          <a16:creationId xmlns:a16="http://schemas.microsoft.com/office/drawing/2014/main" id="{7E6E6171-F7D1-441C-BECA-C406E4F138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7" name="直線コネクタ 127266">
                      <a:extLst>
                        <a:ext uri="{FF2B5EF4-FFF2-40B4-BE49-F238E27FC236}">
                          <a16:creationId xmlns:a16="http://schemas.microsoft.com/office/drawing/2014/main" id="{2D680B6F-F08B-4E9D-B310-17BA5AA813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8" name="直線コネクタ 127267">
                      <a:extLst>
                        <a:ext uri="{FF2B5EF4-FFF2-40B4-BE49-F238E27FC236}">
                          <a16:creationId xmlns:a16="http://schemas.microsoft.com/office/drawing/2014/main" id="{F7665754-9179-4DBE-A2EB-CA44AE129D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69" name="直線コネクタ 127268">
                      <a:extLst>
                        <a:ext uri="{FF2B5EF4-FFF2-40B4-BE49-F238E27FC236}">
                          <a16:creationId xmlns:a16="http://schemas.microsoft.com/office/drawing/2014/main" id="{EC7BD135-8347-4169-B020-088601ABD0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0" name="直線コネクタ 127269">
                      <a:extLst>
                        <a:ext uri="{FF2B5EF4-FFF2-40B4-BE49-F238E27FC236}">
                          <a16:creationId xmlns:a16="http://schemas.microsoft.com/office/drawing/2014/main" id="{1EE17BEA-91E0-4D28-8214-71A3942270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1" name="直線コネクタ 127270">
                      <a:extLst>
                        <a:ext uri="{FF2B5EF4-FFF2-40B4-BE49-F238E27FC236}">
                          <a16:creationId xmlns:a16="http://schemas.microsoft.com/office/drawing/2014/main" id="{A493071B-B021-44EE-BF7C-60B1FE24FB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2" name="直線コネクタ 127271">
                      <a:extLst>
                        <a:ext uri="{FF2B5EF4-FFF2-40B4-BE49-F238E27FC236}">
                          <a16:creationId xmlns:a16="http://schemas.microsoft.com/office/drawing/2014/main" id="{5B39D569-6D07-4D1F-AAB7-8D961E2197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3" name="直線コネクタ 127272">
                      <a:extLst>
                        <a:ext uri="{FF2B5EF4-FFF2-40B4-BE49-F238E27FC236}">
                          <a16:creationId xmlns:a16="http://schemas.microsoft.com/office/drawing/2014/main" id="{AE79A47E-34D4-4726-B98B-6CD2D54FC9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4" name="直線コネクタ 127273">
                      <a:extLst>
                        <a:ext uri="{FF2B5EF4-FFF2-40B4-BE49-F238E27FC236}">
                          <a16:creationId xmlns:a16="http://schemas.microsoft.com/office/drawing/2014/main" id="{03FB84CA-DD00-4066-B131-E77A994BBD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5" name="直線コネクタ 127274">
                      <a:extLst>
                        <a:ext uri="{FF2B5EF4-FFF2-40B4-BE49-F238E27FC236}">
                          <a16:creationId xmlns:a16="http://schemas.microsoft.com/office/drawing/2014/main" id="{AA84AC18-60DD-4974-9FD2-6C0A97557D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6" name="直線コネクタ 127275">
                      <a:extLst>
                        <a:ext uri="{FF2B5EF4-FFF2-40B4-BE49-F238E27FC236}">
                          <a16:creationId xmlns:a16="http://schemas.microsoft.com/office/drawing/2014/main" id="{DAB136DA-C853-4858-AC5B-AA0D910CDA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7" name="直線コネクタ 127276">
                      <a:extLst>
                        <a:ext uri="{FF2B5EF4-FFF2-40B4-BE49-F238E27FC236}">
                          <a16:creationId xmlns:a16="http://schemas.microsoft.com/office/drawing/2014/main" id="{0F04B2EF-1F2F-4ABB-8B2A-CD577B1900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8" name="直線コネクタ 127277">
                      <a:extLst>
                        <a:ext uri="{FF2B5EF4-FFF2-40B4-BE49-F238E27FC236}">
                          <a16:creationId xmlns:a16="http://schemas.microsoft.com/office/drawing/2014/main" id="{650B4034-29E9-41D2-8F35-0C8A84427D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79" name="直線コネクタ 127278">
                      <a:extLst>
                        <a:ext uri="{FF2B5EF4-FFF2-40B4-BE49-F238E27FC236}">
                          <a16:creationId xmlns:a16="http://schemas.microsoft.com/office/drawing/2014/main" id="{D615CAD7-8BEE-4C07-9395-358878C152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177" name="グループ化 127176">
                    <a:extLst>
                      <a:ext uri="{FF2B5EF4-FFF2-40B4-BE49-F238E27FC236}">
                        <a16:creationId xmlns:a16="http://schemas.microsoft.com/office/drawing/2014/main" id="{0DBFCCE1-2B45-49A9-9FB6-244C7E9A423E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7230" name="直線コネクタ 127229">
                      <a:extLst>
                        <a:ext uri="{FF2B5EF4-FFF2-40B4-BE49-F238E27FC236}">
                          <a16:creationId xmlns:a16="http://schemas.microsoft.com/office/drawing/2014/main" id="{0F780634-7BA2-4A5F-9493-41611B2B3B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31" name="直線コネクタ 127230">
                      <a:extLst>
                        <a:ext uri="{FF2B5EF4-FFF2-40B4-BE49-F238E27FC236}">
                          <a16:creationId xmlns:a16="http://schemas.microsoft.com/office/drawing/2014/main" id="{4729ABAA-73B8-47B5-A24E-D96999C032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32" name="直線コネクタ 127231">
                      <a:extLst>
                        <a:ext uri="{FF2B5EF4-FFF2-40B4-BE49-F238E27FC236}">
                          <a16:creationId xmlns:a16="http://schemas.microsoft.com/office/drawing/2014/main" id="{23BE054D-014D-4807-A1B3-66D080643B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33" name="直線コネクタ 127232">
                      <a:extLst>
                        <a:ext uri="{FF2B5EF4-FFF2-40B4-BE49-F238E27FC236}">
                          <a16:creationId xmlns:a16="http://schemas.microsoft.com/office/drawing/2014/main" id="{BDDBBC61-150A-474F-99BF-FF1B6A52C7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34" name="直線コネクタ 127233">
                      <a:extLst>
                        <a:ext uri="{FF2B5EF4-FFF2-40B4-BE49-F238E27FC236}">
                          <a16:creationId xmlns:a16="http://schemas.microsoft.com/office/drawing/2014/main" id="{C6573014-736E-4D51-A16D-9DB7EBA339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35" name="直線コネクタ 127234">
                      <a:extLst>
                        <a:ext uri="{FF2B5EF4-FFF2-40B4-BE49-F238E27FC236}">
                          <a16:creationId xmlns:a16="http://schemas.microsoft.com/office/drawing/2014/main" id="{3858C364-4B06-45EE-BDA7-E71404317C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36" name="直線コネクタ 127235">
                      <a:extLst>
                        <a:ext uri="{FF2B5EF4-FFF2-40B4-BE49-F238E27FC236}">
                          <a16:creationId xmlns:a16="http://schemas.microsoft.com/office/drawing/2014/main" id="{B970C9CF-1997-4994-B6FA-31E45EABD1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37" name="直線コネクタ 127236">
                      <a:extLst>
                        <a:ext uri="{FF2B5EF4-FFF2-40B4-BE49-F238E27FC236}">
                          <a16:creationId xmlns:a16="http://schemas.microsoft.com/office/drawing/2014/main" id="{0AD95003-E321-4F93-854E-2C72325F7E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178" name="グループ化 127177">
                    <a:extLst>
                      <a:ext uri="{FF2B5EF4-FFF2-40B4-BE49-F238E27FC236}">
                        <a16:creationId xmlns:a16="http://schemas.microsoft.com/office/drawing/2014/main" id="{6B30953F-4CE9-4592-880D-BBC058BE9687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7222" name="直線コネクタ 127221">
                      <a:extLst>
                        <a:ext uri="{FF2B5EF4-FFF2-40B4-BE49-F238E27FC236}">
                          <a16:creationId xmlns:a16="http://schemas.microsoft.com/office/drawing/2014/main" id="{FDD66F66-0EFA-4823-8066-D1D163F603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3" name="直線コネクタ 127222">
                      <a:extLst>
                        <a:ext uri="{FF2B5EF4-FFF2-40B4-BE49-F238E27FC236}">
                          <a16:creationId xmlns:a16="http://schemas.microsoft.com/office/drawing/2014/main" id="{FA22CFB5-AE7B-4583-B9C4-6C4499D369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4" name="直線コネクタ 127223">
                      <a:extLst>
                        <a:ext uri="{FF2B5EF4-FFF2-40B4-BE49-F238E27FC236}">
                          <a16:creationId xmlns:a16="http://schemas.microsoft.com/office/drawing/2014/main" id="{089F9EA8-12DC-45D8-B2B8-4320017F4D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5" name="直線コネクタ 127224">
                      <a:extLst>
                        <a:ext uri="{FF2B5EF4-FFF2-40B4-BE49-F238E27FC236}">
                          <a16:creationId xmlns:a16="http://schemas.microsoft.com/office/drawing/2014/main" id="{E97C04B7-B627-47EC-8D1A-A867AD62EF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6" name="直線コネクタ 127225">
                      <a:extLst>
                        <a:ext uri="{FF2B5EF4-FFF2-40B4-BE49-F238E27FC236}">
                          <a16:creationId xmlns:a16="http://schemas.microsoft.com/office/drawing/2014/main" id="{E75B98C1-AF6D-4829-97A4-B4977EF051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7" name="直線コネクタ 127226">
                      <a:extLst>
                        <a:ext uri="{FF2B5EF4-FFF2-40B4-BE49-F238E27FC236}">
                          <a16:creationId xmlns:a16="http://schemas.microsoft.com/office/drawing/2014/main" id="{BB62714A-79F6-4261-964E-5FDBD1FB79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8" name="直線コネクタ 127227">
                      <a:extLst>
                        <a:ext uri="{FF2B5EF4-FFF2-40B4-BE49-F238E27FC236}">
                          <a16:creationId xmlns:a16="http://schemas.microsoft.com/office/drawing/2014/main" id="{A4485BD6-31F1-41B3-BABC-BBED46F01E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9" name="直線コネクタ 127228">
                      <a:extLst>
                        <a:ext uri="{FF2B5EF4-FFF2-40B4-BE49-F238E27FC236}">
                          <a16:creationId xmlns:a16="http://schemas.microsoft.com/office/drawing/2014/main" id="{1B8E6E68-FBDD-4210-91E2-CC90348C4F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7179" name="グループ化 127178">
                    <a:extLst>
                      <a:ext uri="{FF2B5EF4-FFF2-40B4-BE49-F238E27FC236}">
                        <a16:creationId xmlns:a16="http://schemas.microsoft.com/office/drawing/2014/main" id="{EDE0FBCF-8658-4B73-9F15-E9F21C2FDC8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7180" name="直線コネクタ 127179">
                      <a:extLst>
                        <a:ext uri="{FF2B5EF4-FFF2-40B4-BE49-F238E27FC236}">
                          <a16:creationId xmlns:a16="http://schemas.microsoft.com/office/drawing/2014/main" id="{E4F222FC-BA0B-4B6E-8A56-DAAD8AD94F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1" name="直線コネクタ 127180">
                      <a:extLst>
                        <a:ext uri="{FF2B5EF4-FFF2-40B4-BE49-F238E27FC236}">
                          <a16:creationId xmlns:a16="http://schemas.microsoft.com/office/drawing/2014/main" id="{7C19A35F-BB70-471B-9FF2-1103E91013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2" name="直線コネクタ 127181">
                      <a:extLst>
                        <a:ext uri="{FF2B5EF4-FFF2-40B4-BE49-F238E27FC236}">
                          <a16:creationId xmlns:a16="http://schemas.microsoft.com/office/drawing/2014/main" id="{790D5D88-86C2-4B14-9FE2-090CB3DB8D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3" name="直線コネクタ 127182">
                      <a:extLst>
                        <a:ext uri="{FF2B5EF4-FFF2-40B4-BE49-F238E27FC236}">
                          <a16:creationId xmlns:a16="http://schemas.microsoft.com/office/drawing/2014/main" id="{C41491B9-CB07-41C2-B851-01878B77F8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4" name="直線コネクタ 127183">
                      <a:extLst>
                        <a:ext uri="{FF2B5EF4-FFF2-40B4-BE49-F238E27FC236}">
                          <a16:creationId xmlns:a16="http://schemas.microsoft.com/office/drawing/2014/main" id="{969A0A5B-3FBD-4252-9012-6E5ED4C4A7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5" name="直線コネクタ 127184">
                      <a:extLst>
                        <a:ext uri="{FF2B5EF4-FFF2-40B4-BE49-F238E27FC236}">
                          <a16:creationId xmlns:a16="http://schemas.microsoft.com/office/drawing/2014/main" id="{AD824EA8-2308-410E-917D-F39176C7B5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6" name="直線コネクタ 127185">
                      <a:extLst>
                        <a:ext uri="{FF2B5EF4-FFF2-40B4-BE49-F238E27FC236}">
                          <a16:creationId xmlns:a16="http://schemas.microsoft.com/office/drawing/2014/main" id="{939DFF12-EA52-4A15-9B24-E396752831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7" name="直線コネクタ 127186">
                      <a:extLst>
                        <a:ext uri="{FF2B5EF4-FFF2-40B4-BE49-F238E27FC236}">
                          <a16:creationId xmlns:a16="http://schemas.microsoft.com/office/drawing/2014/main" id="{65F95CBE-C8CB-4C7F-9225-84855ED14A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8" name="直線コネクタ 127187">
                      <a:extLst>
                        <a:ext uri="{FF2B5EF4-FFF2-40B4-BE49-F238E27FC236}">
                          <a16:creationId xmlns:a16="http://schemas.microsoft.com/office/drawing/2014/main" id="{87128A59-0269-47D3-90EA-569C38529F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89" name="直線コネクタ 127188">
                      <a:extLst>
                        <a:ext uri="{FF2B5EF4-FFF2-40B4-BE49-F238E27FC236}">
                          <a16:creationId xmlns:a16="http://schemas.microsoft.com/office/drawing/2014/main" id="{6C639605-9223-44C8-A965-099EF25120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0" name="直線コネクタ 127189">
                      <a:extLst>
                        <a:ext uri="{FF2B5EF4-FFF2-40B4-BE49-F238E27FC236}">
                          <a16:creationId xmlns:a16="http://schemas.microsoft.com/office/drawing/2014/main" id="{1D06A4AC-5A3B-490F-8C7D-CC60376908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1" name="直線コネクタ 127190">
                      <a:extLst>
                        <a:ext uri="{FF2B5EF4-FFF2-40B4-BE49-F238E27FC236}">
                          <a16:creationId xmlns:a16="http://schemas.microsoft.com/office/drawing/2014/main" id="{DDB1D651-7E4D-493E-A9E1-9973E9549F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2" name="直線コネクタ 127191">
                      <a:extLst>
                        <a:ext uri="{FF2B5EF4-FFF2-40B4-BE49-F238E27FC236}">
                          <a16:creationId xmlns:a16="http://schemas.microsoft.com/office/drawing/2014/main" id="{9D1EF3F2-3D16-4CA8-A0AC-E20E1D6F5E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3" name="直線コネクタ 127192">
                      <a:extLst>
                        <a:ext uri="{FF2B5EF4-FFF2-40B4-BE49-F238E27FC236}">
                          <a16:creationId xmlns:a16="http://schemas.microsoft.com/office/drawing/2014/main" id="{DBDD7995-FBE6-463A-9400-6E97AEF5DA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4" name="直線コネクタ 127193">
                      <a:extLst>
                        <a:ext uri="{FF2B5EF4-FFF2-40B4-BE49-F238E27FC236}">
                          <a16:creationId xmlns:a16="http://schemas.microsoft.com/office/drawing/2014/main" id="{636BBCC3-BB85-4C34-91F2-635DBEF12B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5" name="直線コネクタ 127194">
                      <a:extLst>
                        <a:ext uri="{FF2B5EF4-FFF2-40B4-BE49-F238E27FC236}">
                          <a16:creationId xmlns:a16="http://schemas.microsoft.com/office/drawing/2014/main" id="{B3BA5E66-9381-44D3-B914-B66B360F22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6" name="直線コネクタ 127195">
                      <a:extLst>
                        <a:ext uri="{FF2B5EF4-FFF2-40B4-BE49-F238E27FC236}">
                          <a16:creationId xmlns:a16="http://schemas.microsoft.com/office/drawing/2014/main" id="{F36F4720-A4FA-4AD0-B610-589EEBBD32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7" name="直線コネクタ 127196">
                      <a:extLst>
                        <a:ext uri="{FF2B5EF4-FFF2-40B4-BE49-F238E27FC236}">
                          <a16:creationId xmlns:a16="http://schemas.microsoft.com/office/drawing/2014/main" id="{6812BECC-F5AE-476C-9C33-0AEDB927A6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8" name="直線コネクタ 127197">
                      <a:extLst>
                        <a:ext uri="{FF2B5EF4-FFF2-40B4-BE49-F238E27FC236}">
                          <a16:creationId xmlns:a16="http://schemas.microsoft.com/office/drawing/2014/main" id="{83BC6315-0198-436E-AA46-F637E8AA82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199" name="直線コネクタ 127198">
                      <a:extLst>
                        <a:ext uri="{FF2B5EF4-FFF2-40B4-BE49-F238E27FC236}">
                          <a16:creationId xmlns:a16="http://schemas.microsoft.com/office/drawing/2014/main" id="{AE5F2994-0A56-48C9-B190-6990234948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0" name="直線コネクタ 127199">
                      <a:extLst>
                        <a:ext uri="{FF2B5EF4-FFF2-40B4-BE49-F238E27FC236}">
                          <a16:creationId xmlns:a16="http://schemas.microsoft.com/office/drawing/2014/main" id="{4138B417-D841-4BF5-AE77-E286E7CC91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1" name="直線コネクタ 127200">
                      <a:extLst>
                        <a:ext uri="{FF2B5EF4-FFF2-40B4-BE49-F238E27FC236}">
                          <a16:creationId xmlns:a16="http://schemas.microsoft.com/office/drawing/2014/main" id="{CC42BA28-3CBA-4EAA-A6C6-ED658D3F8B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2" name="直線コネクタ 127201">
                      <a:extLst>
                        <a:ext uri="{FF2B5EF4-FFF2-40B4-BE49-F238E27FC236}">
                          <a16:creationId xmlns:a16="http://schemas.microsoft.com/office/drawing/2014/main" id="{1985B805-0D38-463B-870E-AACF5C9107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3" name="直線コネクタ 127202">
                      <a:extLst>
                        <a:ext uri="{FF2B5EF4-FFF2-40B4-BE49-F238E27FC236}">
                          <a16:creationId xmlns:a16="http://schemas.microsoft.com/office/drawing/2014/main" id="{EF9B44C1-88F8-4D47-B819-AB97E5BCD4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4" name="直線コネクタ 127203">
                      <a:extLst>
                        <a:ext uri="{FF2B5EF4-FFF2-40B4-BE49-F238E27FC236}">
                          <a16:creationId xmlns:a16="http://schemas.microsoft.com/office/drawing/2014/main" id="{A90E7BEB-1085-48FA-8A55-2520BA1EAD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5" name="直線コネクタ 127204">
                      <a:extLst>
                        <a:ext uri="{FF2B5EF4-FFF2-40B4-BE49-F238E27FC236}">
                          <a16:creationId xmlns:a16="http://schemas.microsoft.com/office/drawing/2014/main" id="{619C0B89-4B26-4647-8482-71D884D84F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6" name="直線コネクタ 127205">
                      <a:extLst>
                        <a:ext uri="{FF2B5EF4-FFF2-40B4-BE49-F238E27FC236}">
                          <a16:creationId xmlns:a16="http://schemas.microsoft.com/office/drawing/2014/main" id="{94715D88-47E9-45B9-88A7-ACDCDF77C0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7" name="直線コネクタ 127206">
                      <a:extLst>
                        <a:ext uri="{FF2B5EF4-FFF2-40B4-BE49-F238E27FC236}">
                          <a16:creationId xmlns:a16="http://schemas.microsoft.com/office/drawing/2014/main" id="{A72D05BB-2636-4F48-8011-0D57B3C0EA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8" name="直線コネクタ 127207">
                      <a:extLst>
                        <a:ext uri="{FF2B5EF4-FFF2-40B4-BE49-F238E27FC236}">
                          <a16:creationId xmlns:a16="http://schemas.microsoft.com/office/drawing/2014/main" id="{5A2ABDF2-576E-48CB-81E7-1F396CC10F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09" name="直線コネクタ 127208">
                      <a:extLst>
                        <a:ext uri="{FF2B5EF4-FFF2-40B4-BE49-F238E27FC236}">
                          <a16:creationId xmlns:a16="http://schemas.microsoft.com/office/drawing/2014/main" id="{94DA5336-52B8-4A59-B576-42300B1C22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0" name="直線コネクタ 127209">
                      <a:extLst>
                        <a:ext uri="{FF2B5EF4-FFF2-40B4-BE49-F238E27FC236}">
                          <a16:creationId xmlns:a16="http://schemas.microsoft.com/office/drawing/2014/main" id="{D8C98CAF-CB8F-4858-B989-8871D2BF09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1" name="直線コネクタ 127210">
                      <a:extLst>
                        <a:ext uri="{FF2B5EF4-FFF2-40B4-BE49-F238E27FC236}">
                          <a16:creationId xmlns:a16="http://schemas.microsoft.com/office/drawing/2014/main" id="{48374D20-AC64-485A-B319-3C33AFF394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2" name="直線コネクタ 127211">
                      <a:extLst>
                        <a:ext uri="{FF2B5EF4-FFF2-40B4-BE49-F238E27FC236}">
                          <a16:creationId xmlns:a16="http://schemas.microsoft.com/office/drawing/2014/main" id="{8EC3216A-F4DE-4BD6-A5DF-14E4CFA70C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3" name="直線コネクタ 127212">
                      <a:extLst>
                        <a:ext uri="{FF2B5EF4-FFF2-40B4-BE49-F238E27FC236}">
                          <a16:creationId xmlns:a16="http://schemas.microsoft.com/office/drawing/2014/main" id="{92180F17-426B-4AC4-9D30-C8923526F8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4" name="直線コネクタ 127213">
                      <a:extLst>
                        <a:ext uri="{FF2B5EF4-FFF2-40B4-BE49-F238E27FC236}">
                          <a16:creationId xmlns:a16="http://schemas.microsoft.com/office/drawing/2014/main" id="{9220F5CC-17FF-4384-83BC-3DD051E59D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5" name="直線コネクタ 127214">
                      <a:extLst>
                        <a:ext uri="{FF2B5EF4-FFF2-40B4-BE49-F238E27FC236}">
                          <a16:creationId xmlns:a16="http://schemas.microsoft.com/office/drawing/2014/main" id="{06A36556-446B-481E-B23D-7442BF27EB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6" name="直線コネクタ 127215">
                      <a:extLst>
                        <a:ext uri="{FF2B5EF4-FFF2-40B4-BE49-F238E27FC236}">
                          <a16:creationId xmlns:a16="http://schemas.microsoft.com/office/drawing/2014/main" id="{AC6C90B7-DB90-4410-A91C-D53A178067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7" name="直線コネクタ 127216">
                      <a:extLst>
                        <a:ext uri="{FF2B5EF4-FFF2-40B4-BE49-F238E27FC236}">
                          <a16:creationId xmlns:a16="http://schemas.microsoft.com/office/drawing/2014/main" id="{9608013A-F8E5-47E6-96AA-F5BD7C9703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8" name="直線コネクタ 127217">
                      <a:extLst>
                        <a:ext uri="{FF2B5EF4-FFF2-40B4-BE49-F238E27FC236}">
                          <a16:creationId xmlns:a16="http://schemas.microsoft.com/office/drawing/2014/main" id="{FBF418F5-F0A3-4641-BA21-78020B011A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19" name="直線コネクタ 127218">
                      <a:extLst>
                        <a:ext uri="{FF2B5EF4-FFF2-40B4-BE49-F238E27FC236}">
                          <a16:creationId xmlns:a16="http://schemas.microsoft.com/office/drawing/2014/main" id="{530B5ADF-1D5D-4799-83DD-DEC39240E0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0" name="直線コネクタ 127219">
                      <a:extLst>
                        <a:ext uri="{FF2B5EF4-FFF2-40B4-BE49-F238E27FC236}">
                          <a16:creationId xmlns:a16="http://schemas.microsoft.com/office/drawing/2014/main" id="{2F278F27-405F-446D-8C6D-60318488EE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221" name="直線コネクタ 127220">
                      <a:extLst>
                        <a:ext uri="{FF2B5EF4-FFF2-40B4-BE49-F238E27FC236}">
                          <a16:creationId xmlns:a16="http://schemas.microsoft.com/office/drawing/2014/main" id="{6D8106F2-AB32-417C-B610-05212AF568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55" name="グループ化 123154">
                  <a:extLst>
                    <a:ext uri="{FF2B5EF4-FFF2-40B4-BE49-F238E27FC236}">
                      <a16:creationId xmlns:a16="http://schemas.microsoft.com/office/drawing/2014/main" id="{5508BF89-6914-4794-9345-9E6D18FCEA7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975318" y="4975081"/>
                  <a:ext cx="849127" cy="849600"/>
                  <a:chOff x="4287481" y="4286224"/>
                  <a:chExt cx="2227978" cy="2229219"/>
                </a:xfrm>
              </p:grpSpPr>
              <p:cxnSp>
                <p:nvCxnSpPr>
                  <p:cNvPr id="126621" name="直線コネクタ 126620">
                    <a:extLst>
                      <a:ext uri="{FF2B5EF4-FFF2-40B4-BE49-F238E27FC236}">
                        <a16:creationId xmlns:a16="http://schemas.microsoft.com/office/drawing/2014/main" id="{020D31BC-6A32-4454-B044-F9CDE1E9BF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22" name="直線コネクタ 126621">
                    <a:extLst>
                      <a:ext uri="{FF2B5EF4-FFF2-40B4-BE49-F238E27FC236}">
                        <a16:creationId xmlns:a16="http://schemas.microsoft.com/office/drawing/2014/main" id="{04E95BB6-6FC5-4F84-AD7F-CD1574E901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23" name="直線コネクタ 126622">
                    <a:extLst>
                      <a:ext uri="{FF2B5EF4-FFF2-40B4-BE49-F238E27FC236}">
                        <a16:creationId xmlns:a16="http://schemas.microsoft.com/office/drawing/2014/main" id="{38BEB5BA-118F-4F44-B323-CA51C11C2E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24" name="直線コネクタ 126623">
                    <a:extLst>
                      <a:ext uri="{FF2B5EF4-FFF2-40B4-BE49-F238E27FC236}">
                        <a16:creationId xmlns:a16="http://schemas.microsoft.com/office/drawing/2014/main" id="{E047766F-D026-4F04-8946-8C9509BA55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25" name="直線コネクタ 126624">
                    <a:extLst>
                      <a:ext uri="{FF2B5EF4-FFF2-40B4-BE49-F238E27FC236}">
                        <a16:creationId xmlns:a16="http://schemas.microsoft.com/office/drawing/2014/main" id="{741FBA44-2F44-4A18-BC4A-8A0FF5595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26" name="直線コネクタ 126625">
                    <a:extLst>
                      <a:ext uri="{FF2B5EF4-FFF2-40B4-BE49-F238E27FC236}">
                        <a16:creationId xmlns:a16="http://schemas.microsoft.com/office/drawing/2014/main" id="{C57E2E57-6B60-4145-8E3B-2E5FB72B59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27" name="直線コネクタ 126626">
                    <a:extLst>
                      <a:ext uri="{FF2B5EF4-FFF2-40B4-BE49-F238E27FC236}">
                        <a16:creationId xmlns:a16="http://schemas.microsoft.com/office/drawing/2014/main" id="{C7622C4C-0837-4223-B237-5F19E8D58A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28" name="直線コネクタ 126627">
                    <a:extLst>
                      <a:ext uri="{FF2B5EF4-FFF2-40B4-BE49-F238E27FC236}">
                        <a16:creationId xmlns:a16="http://schemas.microsoft.com/office/drawing/2014/main" id="{6D260F97-23AB-4CA8-ADE9-0820492B45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29" name="直線コネクタ 126628">
                    <a:extLst>
                      <a:ext uri="{FF2B5EF4-FFF2-40B4-BE49-F238E27FC236}">
                        <a16:creationId xmlns:a16="http://schemas.microsoft.com/office/drawing/2014/main" id="{1E1F9004-8A4E-4CDA-8051-81A78C4312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0" name="直線コネクタ 126629">
                    <a:extLst>
                      <a:ext uri="{FF2B5EF4-FFF2-40B4-BE49-F238E27FC236}">
                        <a16:creationId xmlns:a16="http://schemas.microsoft.com/office/drawing/2014/main" id="{16008516-EB34-41CA-8727-9F006ACA723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1" name="直線コネクタ 126630">
                    <a:extLst>
                      <a:ext uri="{FF2B5EF4-FFF2-40B4-BE49-F238E27FC236}">
                        <a16:creationId xmlns:a16="http://schemas.microsoft.com/office/drawing/2014/main" id="{A8AEC172-5C46-489D-A9D8-84C26BDD5C2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2" name="直線コネクタ 126631">
                    <a:extLst>
                      <a:ext uri="{FF2B5EF4-FFF2-40B4-BE49-F238E27FC236}">
                        <a16:creationId xmlns:a16="http://schemas.microsoft.com/office/drawing/2014/main" id="{6874CF67-4421-45DC-857E-7BFA99370B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3" name="直線コネクタ 126632">
                    <a:extLst>
                      <a:ext uri="{FF2B5EF4-FFF2-40B4-BE49-F238E27FC236}">
                        <a16:creationId xmlns:a16="http://schemas.microsoft.com/office/drawing/2014/main" id="{9987002A-D891-4520-977E-20C00120551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4" name="直線コネクタ 126633">
                    <a:extLst>
                      <a:ext uri="{FF2B5EF4-FFF2-40B4-BE49-F238E27FC236}">
                        <a16:creationId xmlns:a16="http://schemas.microsoft.com/office/drawing/2014/main" id="{28D86F19-B656-44FE-9768-1457A09874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5" name="直線コネクタ 126634">
                    <a:extLst>
                      <a:ext uri="{FF2B5EF4-FFF2-40B4-BE49-F238E27FC236}">
                        <a16:creationId xmlns:a16="http://schemas.microsoft.com/office/drawing/2014/main" id="{C09C513B-A58D-45F7-8649-5F8B6F503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6" name="直線コネクタ 126635">
                    <a:extLst>
                      <a:ext uri="{FF2B5EF4-FFF2-40B4-BE49-F238E27FC236}">
                        <a16:creationId xmlns:a16="http://schemas.microsoft.com/office/drawing/2014/main" id="{CC07CAFB-0A0B-4F0C-BE61-FCAD3896DA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7" name="直線コネクタ 126636">
                    <a:extLst>
                      <a:ext uri="{FF2B5EF4-FFF2-40B4-BE49-F238E27FC236}">
                        <a16:creationId xmlns:a16="http://schemas.microsoft.com/office/drawing/2014/main" id="{D1811702-3881-45CA-852B-AA403E1B46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8" name="直線コネクタ 126637">
                    <a:extLst>
                      <a:ext uri="{FF2B5EF4-FFF2-40B4-BE49-F238E27FC236}">
                        <a16:creationId xmlns:a16="http://schemas.microsoft.com/office/drawing/2014/main" id="{88E27D65-33AF-46AB-8C23-91FE4B4FC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39" name="直線コネクタ 126638">
                    <a:extLst>
                      <a:ext uri="{FF2B5EF4-FFF2-40B4-BE49-F238E27FC236}">
                        <a16:creationId xmlns:a16="http://schemas.microsoft.com/office/drawing/2014/main" id="{319897CD-A2D7-4CB5-97C4-CF221C4F1C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0" name="直線コネクタ 126639">
                    <a:extLst>
                      <a:ext uri="{FF2B5EF4-FFF2-40B4-BE49-F238E27FC236}">
                        <a16:creationId xmlns:a16="http://schemas.microsoft.com/office/drawing/2014/main" id="{5C6829FD-E419-45C2-B042-26791ABA1A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1" name="直線コネクタ 126640">
                    <a:extLst>
                      <a:ext uri="{FF2B5EF4-FFF2-40B4-BE49-F238E27FC236}">
                        <a16:creationId xmlns:a16="http://schemas.microsoft.com/office/drawing/2014/main" id="{D3E34164-9D2B-40A8-86DE-FE847433A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2" name="直線コネクタ 126641">
                    <a:extLst>
                      <a:ext uri="{FF2B5EF4-FFF2-40B4-BE49-F238E27FC236}">
                        <a16:creationId xmlns:a16="http://schemas.microsoft.com/office/drawing/2014/main" id="{B39C13C8-9A31-49B8-B236-311BD7369F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3" name="直線コネクタ 126642">
                    <a:extLst>
                      <a:ext uri="{FF2B5EF4-FFF2-40B4-BE49-F238E27FC236}">
                        <a16:creationId xmlns:a16="http://schemas.microsoft.com/office/drawing/2014/main" id="{8844458E-C0CB-4A63-A8C3-0D3BF0F5DF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4" name="直線コネクタ 126643">
                    <a:extLst>
                      <a:ext uri="{FF2B5EF4-FFF2-40B4-BE49-F238E27FC236}">
                        <a16:creationId xmlns:a16="http://schemas.microsoft.com/office/drawing/2014/main" id="{5B33E011-B991-446B-B8BE-219C3DD816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5" name="直線コネクタ 126644">
                    <a:extLst>
                      <a:ext uri="{FF2B5EF4-FFF2-40B4-BE49-F238E27FC236}">
                        <a16:creationId xmlns:a16="http://schemas.microsoft.com/office/drawing/2014/main" id="{3CE91BFB-FA1E-4DEE-96E2-F1A68A290B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6" name="直線コネクタ 126645">
                    <a:extLst>
                      <a:ext uri="{FF2B5EF4-FFF2-40B4-BE49-F238E27FC236}">
                        <a16:creationId xmlns:a16="http://schemas.microsoft.com/office/drawing/2014/main" id="{1D98F708-7013-426A-BD9F-87A1280D5C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7" name="直線コネクタ 126646">
                    <a:extLst>
                      <a:ext uri="{FF2B5EF4-FFF2-40B4-BE49-F238E27FC236}">
                        <a16:creationId xmlns:a16="http://schemas.microsoft.com/office/drawing/2014/main" id="{96472E4F-EF35-4D72-A6E6-1E7380DDE6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8" name="直線コネクタ 126647">
                    <a:extLst>
                      <a:ext uri="{FF2B5EF4-FFF2-40B4-BE49-F238E27FC236}">
                        <a16:creationId xmlns:a16="http://schemas.microsoft.com/office/drawing/2014/main" id="{C7B9551D-C202-4EE8-99D3-6386B32F6B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49" name="直線コネクタ 126648">
                    <a:extLst>
                      <a:ext uri="{FF2B5EF4-FFF2-40B4-BE49-F238E27FC236}">
                        <a16:creationId xmlns:a16="http://schemas.microsoft.com/office/drawing/2014/main" id="{67D8F07C-B7D4-4023-A8AB-8BA03CD8B9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0" name="直線コネクタ 126649">
                    <a:extLst>
                      <a:ext uri="{FF2B5EF4-FFF2-40B4-BE49-F238E27FC236}">
                        <a16:creationId xmlns:a16="http://schemas.microsoft.com/office/drawing/2014/main" id="{4D093AE7-BCA8-4983-967F-0692933293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1" name="直線コネクタ 126650">
                    <a:extLst>
                      <a:ext uri="{FF2B5EF4-FFF2-40B4-BE49-F238E27FC236}">
                        <a16:creationId xmlns:a16="http://schemas.microsoft.com/office/drawing/2014/main" id="{7867ACBC-DFC1-4F35-8226-F7A8301759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2" name="直線コネクタ 126651">
                    <a:extLst>
                      <a:ext uri="{FF2B5EF4-FFF2-40B4-BE49-F238E27FC236}">
                        <a16:creationId xmlns:a16="http://schemas.microsoft.com/office/drawing/2014/main" id="{4769DEA0-D2D4-45DC-B8E3-771FCC5853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3" name="直線コネクタ 126652">
                    <a:extLst>
                      <a:ext uri="{FF2B5EF4-FFF2-40B4-BE49-F238E27FC236}">
                        <a16:creationId xmlns:a16="http://schemas.microsoft.com/office/drawing/2014/main" id="{4A5AE1D7-CF17-421D-A7A9-D5E361955B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4" name="直線コネクタ 126653">
                    <a:extLst>
                      <a:ext uri="{FF2B5EF4-FFF2-40B4-BE49-F238E27FC236}">
                        <a16:creationId xmlns:a16="http://schemas.microsoft.com/office/drawing/2014/main" id="{EEBEA814-105B-4A59-BC6D-743B1DB1E2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5" name="直線コネクタ 126654">
                    <a:extLst>
                      <a:ext uri="{FF2B5EF4-FFF2-40B4-BE49-F238E27FC236}">
                        <a16:creationId xmlns:a16="http://schemas.microsoft.com/office/drawing/2014/main" id="{F3F246A1-2EAE-43B8-A8C5-E10F71CE13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6" name="直線コネクタ 126655">
                    <a:extLst>
                      <a:ext uri="{FF2B5EF4-FFF2-40B4-BE49-F238E27FC236}">
                        <a16:creationId xmlns:a16="http://schemas.microsoft.com/office/drawing/2014/main" id="{257DF0A7-56CB-46AE-9467-C1777BFBB4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7" name="直線コネクタ 126656">
                    <a:extLst>
                      <a:ext uri="{FF2B5EF4-FFF2-40B4-BE49-F238E27FC236}">
                        <a16:creationId xmlns:a16="http://schemas.microsoft.com/office/drawing/2014/main" id="{B99D8ACA-99AD-4641-BEE4-3C7A5427CC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8" name="直線コネクタ 126657">
                    <a:extLst>
                      <a:ext uri="{FF2B5EF4-FFF2-40B4-BE49-F238E27FC236}">
                        <a16:creationId xmlns:a16="http://schemas.microsoft.com/office/drawing/2014/main" id="{5D223ED5-7D3B-4B5B-B710-ED5E9FC96B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59" name="直線コネクタ 126658">
                    <a:extLst>
                      <a:ext uri="{FF2B5EF4-FFF2-40B4-BE49-F238E27FC236}">
                        <a16:creationId xmlns:a16="http://schemas.microsoft.com/office/drawing/2014/main" id="{ADC80A38-BEFF-48D0-B11D-B438E070EB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0" name="直線コネクタ 126659">
                    <a:extLst>
                      <a:ext uri="{FF2B5EF4-FFF2-40B4-BE49-F238E27FC236}">
                        <a16:creationId xmlns:a16="http://schemas.microsoft.com/office/drawing/2014/main" id="{290BFB3F-4C32-439F-9156-D248CE1963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1" name="直線コネクタ 126660">
                    <a:extLst>
                      <a:ext uri="{FF2B5EF4-FFF2-40B4-BE49-F238E27FC236}">
                        <a16:creationId xmlns:a16="http://schemas.microsoft.com/office/drawing/2014/main" id="{D2215BAB-26DD-499B-9F57-2809623178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2" name="直線コネクタ 126661">
                    <a:extLst>
                      <a:ext uri="{FF2B5EF4-FFF2-40B4-BE49-F238E27FC236}">
                        <a16:creationId xmlns:a16="http://schemas.microsoft.com/office/drawing/2014/main" id="{0D272231-4320-49C2-9130-AFD5398540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3" name="直線コネクタ 126662">
                    <a:extLst>
                      <a:ext uri="{FF2B5EF4-FFF2-40B4-BE49-F238E27FC236}">
                        <a16:creationId xmlns:a16="http://schemas.microsoft.com/office/drawing/2014/main" id="{416F3096-4B33-4472-8A15-32ABAC2AE7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4" name="直線コネクタ 126663">
                    <a:extLst>
                      <a:ext uri="{FF2B5EF4-FFF2-40B4-BE49-F238E27FC236}">
                        <a16:creationId xmlns:a16="http://schemas.microsoft.com/office/drawing/2014/main" id="{29ECB51E-6DD6-4101-8203-D13856753A0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5" name="直線コネクタ 126664">
                    <a:extLst>
                      <a:ext uri="{FF2B5EF4-FFF2-40B4-BE49-F238E27FC236}">
                        <a16:creationId xmlns:a16="http://schemas.microsoft.com/office/drawing/2014/main" id="{EA74044B-FABB-4E98-BBE8-48CE4C95031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6" name="直線コネクタ 126665">
                    <a:extLst>
                      <a:ext uri="{FF2B5EF4-FFF2-40B4-BE49-F238E27FC236}">
                        <a16:creationId xmlns:a16="http://schemas.microsoft.com/office/drawing/2014/main" id="{9AE35A58-03F7-4BA1-896D-CA5BA720821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7" name="直線コネクタ 126666">
                    <a:extLst>
                      <a:ext uri="{FF2B5EF4-FFF2-40B4-BE49-F238E27FC236}">
                        <a16:creationId xmlns:a16="http://schemas.microsoft.com/office/drawing/2014/main" id="{3E20C5A8-603E-483B-AF28-9B328660D00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8" name="直線コネクタ 126667">
                    <a:extLst>
                      <a:ext uri="{FF2B5EF4-FFF2-40B4-BE49-F238E27FC236}">
                        <a16:creationId xmlns:a16="http://schemas.microsoft.com/office/drawing/2014/main" id="{684A54C8-15DB-487A-9927-393ED0B626C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69" name="直線コネクタ 126668">
                    <a:extLst>
                      <a:ext uri="{FF2B5EF4-FFF2-40B4-BE49-F238E27FC236}">
                        <a16:creationId xmlns:a16="http://schemas.microsoft.com/office/drawing/2014/main" id="{4F507650-F0D0-4AD8-9987-87838363BAD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0" name="直線コネクタ 126669">
                    <a:extLst>
                      <a:ext uri="{FF2B5EF4-FFF2-40B4-BE49-F238E27FC236}">
                        <a16:creationId xmlns:a16="http://schemas.microsoft.com/office/drawing/2014/main" id="{0208C1CF-E32A-45E7-8D40-38A05AE8217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1" name="直線コネクタ 126670">
                    <a:extLst>
                      <a:ext uri="{FF2B5EF4-FFF2-40B4-BE49-F238E27FC236}">
                        <a16:creationId xmlns:a16="http://schemas.microsoft.com/office/drawing/2014/main" id="{2424C64D-63EF-469E-9226-727A7FFE08F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2" name="直線コネクタ 126671">
                    <a:extLst>
                      <a:ext uri="{FF2B5EF4-FFF2-40B4-BE49-F238E27FC236}">
                        <a16:creationId xmlns:a16="http://schemas.microsoft.com/office/drawing/2014/main" id="{E8BDE739-B1F0-422F-B6EC-6EB2B5FAF25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3" name="直線コネクタ 126672">
                    <a:extLst>
                      <a:ext uri="{FF2B5EF4-FFF2-40B4-BE49-F238E27FC236}">
                        <a16:creationId xmlns:a16="http://schemas.microsoft.com/office/drawing/2014/main" id="{15B4FC47-1CDD-4117-A5A7-C41532F803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4" name="直線コネクタ 126673">
                    <a:extLst>
                      <a:ext uri="{FF2B5EF4-FFF2-40B4-BE49-F238E27FC236}">
                        <a16:creationId xmlns:a16="http://schemas.microsoft.com/office/drawing/2014/main" id="{1C82C2F1-8C6A-4908-B96B-E4188823FD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5" name="直線コネクタ 126674">
                    <a:extLst>
                      <a:ext uri="{FF2B5EF4-FFF2-40B4-BE49-F238E27FC236}">
                        <a16:creationId xmlns:a16="http://schemas.microsoft.com/office/drawing/2014/main" id="{8C37D935-704C-4490-AC59-C484FE7C7F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6" name="直線コネクタ 126675">
                    <a:extLst>
                      <a:ext uri="{FF2B5EF4-FFF2-40B4-BE49-F238E27FC236}">
                        <a16:creationId xmlns:a16="http://schemas.microsoft.com/office/drawing/2014/main" id="{A417278A-E7CE-40ED-BCAB-2DFF54F9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7" name="直線コネクタ 126676">
                    <a:extLst>
                      <a:ext uri="{FF2B5EF4-FFF2-40B4-BE49-F238E27FC236}">
                        <a16:creationId xmlns:a16="http://schemas.microsoft.com/office/drawing/2014/main" id="{F68C8D28-67B1-4A2A-AD63-75C21AC13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8" name="直線コネクタ 126677">
                    <a:extLst>
                      <a:ext uri="{FF2B5EF4-FFF2-40B4-BE49-F238E27FC236}">
                        <a16:creationId xmlns:a16="http://schemas.microsoft.com/office/drawing/2014/main" id="{C6F99D17-C34B-4AE7-8EF2-A75E6C4F0B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79" name="直線コネクタ 126678">
                    <a:extLst>
                      <a:ext uri="{FF2B5EF4-FFF2-40B4-BE49-F238E27FC236}">
                        <a16:creationId xmlns:a16="http://schemas.microsoft.com/office/drawing/2014/main" id="{EA15A60F-53D5-4FD5-A56B-814D86B52C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0" name="直線コネクタ 126679">
                    <a:extLst>
                      <a:ext uri="{FF2B5EF4-FFF2-40B4-BE49-F238E27FC236}">
                        <a16:creationId xmlns:a16="http://schemas.microsoft.com/office/drawing/2014/main" id="{B746B37F-6E31-40CA-B873-7D040C66B2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1" name="直線コネクタ 126680">
                    <a:extLst>
                      <a:ext uri="{FF2B5EF4-FFF2-40B4-BE49-F238E27FC236}">
                        <a16:creationId xmlns:a16="http://schemas.microsoft.com/office/drawing/2014/main" id="{605EA7DE-FA01-4399-B573-30F2E38AC4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2" name="直線コネクタ 126681">
                    <a:extLst>
                      <a:ext uri="{FF2B5EF4-FFF2-40B4-BE49-F238E27FC236}">
                        <a16:creationId xmlns:a16="http://schemas.microsoft.com/office/drawing/2014/main" id="{91BB0DC2-0254-4C12-9C57-B25A606716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3" name="直線コネクタ 126682">
                    <a:extLst>
                      <a:ext uri="{FF2B5EF4-FFF2-40B4-BE49-F238E27FC236}">
                        <a16:creationId xmlns:a16="http://schemas.microsoft.com/office/drawing/2014/main" id="{C0ADE4CE-814A-4199-81E7-5CEDBA9A93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4" name="直線コネクタ 126683">
                    <a:extLst>
                      <a:ext uri="{FF2B5EF4-FFF2-40B4-BE49-F238E27FC236}">
                        <a16:creationId xmlns:a16="http://schemas.microsoft.com/office/drawing/2014/main" id="{88C2626C-A3F9-4E82-839F-12B424EABC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5" name="直線コネクタ 126684">
                    <a:extLst>
                      <a:ext uri="{FF2B5EF4-FFF2-40B4-BE49-F238E27FC236}">
                        <a16:creationId xmlns:a16="http://schemas.microsoft.com/office/drawing/2014/main" id="{49108997-5B0F-4ACD-969E-D160E97B08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6" name="直線コネクタ 126685">
                    <a:extLst>
                      <a:ext uri="{FF2B5EF4-FFF2-40B4-BE49-F238E27FC236}">
                        <a16:creationId xmlns:a16="http://schemas.microsoft.com/office/drawing/2014/main" id="{C970BEF8-02E7-45BF-8CA5-FD365C963D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7" name="直線コネクタ 126686">
                    <a:extLst>
                      <a:ext uri="{FF2B5EF4-FFF2-40B4-BE49-F238E27FC236}">
                        <a16:creationId xmlns:a16="http://schemas.microsoft.com/office/drawing/2014/main" id="{3F3C13AE-BB57-4F83-98FC-EA28BD94D5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8" name="直線コネクタ 126687">
                    <a:extLst>
                      <a:ext uri="{FF2B5EF4-FFF2-40B4-BE49-F238E27FC236}">
                        <a16:creationId xmlns:a16="http://schemas.microsoft.com/office/drawing/2014/main" id="{C91EDC03-B1D2-44CF-ACCA-5B389F7868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89" name="直線コネクタ 126688">
                    <a:extLst>
                      <a:ext uri="{FF2B5EF4-FFF2-40B4-BE49-F238E27FC236}">
                        <a16:creationId xmlns:a16="http://schemas.microsoft.com/office/drawing/2014/main" id="{56CA496A-C412-4BD3-85B4-DF84894A80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0" name="直線コネクタ 126689">
                    <a:extLst>
                      <a:ext uri="{FF2B5EF4-FFF2-40B4-BE49-F238E27FC236}">
                        <a16:creationId xmlns:a16="http://schemas.microsoft.com/office/drawing/2014/main" id="{AECDBDBD-F35A-4D0C-9C3C-16D7612793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1" name="直線コネクタ 126690">
                    <a:extLst>
                      <a:ext uri="{FF2B5EF4-FFF2-40B4-BE49-F238E27FC236}">
                        <a16:creationId xmlns:a16="http://schemas.microsoft.com/office/drawing/2014/main" id="{DAC27E23-071B-438D-8458-921ED8A8D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2" name="直線コネクタ 126691">
                    <a:extLst>
                      <a:ext uri="{FF2B5EF4-FFF2-40B4-BE49-F238E27FC236}">
                        <a16:creationId xmlns:a16="http://schemas.microsoft.com/office/drawing/2014/main" id="{7BB81A94-3667-4F1C-9183-9643128F54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3" name="直線コネクタ 126692">
                    <a:extLst>
                      <a:ext uri="{FF2B5EF4-FFF2-40B4-BE49-F238E27FC236}">
                        <a16:creationId xmlns:a16="http://schemas.microsoft.com/office/drawing/2014/main" id="{714768DD-2215-4A03-AEAE-47C370459A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4" name="直線コネクタ 126693">
                    <a:extLst>
                      <a:ext uri="{FF2B5EF4-FFF2-40B4-BE49-F238E27FC236}">
                        <a16:creationId xmlns:a16="http://schemas.microsoft.com/office/drawing/2014/main" id="{C1638BD7-CEAC-42FC-854A-AB88E80A82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5" name="直線コネクタ 126694">
                    <a:extLst>
                      <a:ext uri="{FF2B5EF4-FFF2-40B4-BE49-F238E27FC236}">
                        <a16:creationId xmlns:a16="http://schemas.microsoft.com/office/drawing/2014/main" id="{BE1A242D-1945-4948-9158-E776953CE4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6" name="直線コネクタ 126695">
                    <a:extLst>
                      <a:ext uri="{FF2B5EF4-FFF2-40B4-BE49-F238E27FC236}">
                        <a16:creationId xmlns:a16="http://schemas.microsoft.com/office/drawing/2014/main" id="{F93C2B4C-C1AB-48E1-ACB6-214B2A37AC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7" name="直線コネクタ 126696">
                    <a:extLst>
                      <a:ext uri="{FF2B5EF4-FFF2-40B4-BE49-F238E27FC236}">
                        <a16:creationId xmlns:a16="http://schemas.microsoft.com/office/drawing/2014/main" id="{47F323B1-B3A5-48E1-9FAD-2AFA9699C1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8" name="直線コネクタ 126697">
                    <a:extLst>
                      <a:ext uri="{FF2B5EF4-FFF2-40B4-BE49-F238E27FC236}">
                        <a16:creationId xmlns:a16="http://schemas.microsoft.com/office/drawing/2014/main" id="{A9952531-A451-4940-A5C8-F0898C8DE3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699" name="直線コネクタ 126698">
                    <a:extLst>
                      <a:ext uri="{FF2B5EF4-FFF2-40B4-BE49-F238E27FC236}">
                        <a16:creationId xmlns:a16="http://schemas.microsoft.com/office/drawing/2014/main" id="{5E7F2D65-D39C-4526-BA1E-8D593CDD24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0" name="直線コネクタ 126699">
                    <a:extLst>
                      <a:ext uri="{FF2B5EF4-FFF2-40B4-BE49-F238E27FC236}">
                        <a16:creationId xmlns:a16="http://schemas.microsoft.com/office/drawing/2014/main" id="{F91AA9EE-C3DE-4697-9D1E-1DEFD29789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1" name="直線コネクタ 126700">
                    <a:extLst>
                      <a:ext uri="{FF2B5EF4-FFF2-40B4-BE49-F238E27FC236}">
                        <a16:creationId xmlns:a16="http://schemas.microsoft.com/office/drawing/2014/main" id="{9B2EB520-BA92-492D-A105-E4899C45EA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2" name="直線コネクタ 126701">
                    <a:extLst>
                      <a:ext uri="{FF2B5EF4-FFF2-40B4-BE49-F238E27FC236}">
                        <a16:creationId xmlns:a16="http://schemas.microsoft.com/office/drawing/2014/main" id="{598ED76C-7A65-4A1B-915B-C51D336DD9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3" name="直線コネクタ 126702">
                    <a:extLst>
                      <a:ext uri="{FF2B5EF4-FFF2-40B4-BE49-F238E27FC236}">
                        <a16:creationId xmlns:a16="http://schemas.microsoft.com/office/drawing/2014/main" id="{ED22E356-F84A-4C41-8CAF-1320A51E74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4" name="直線コネクタ 126703">
                    <a:extLst>
                      <a:ext uri="{FF2B5EF4-FFF2-40B4-BE49-F238E27FC236}">
                        <a16:creationId xmlns:a16="http://schemas.microsoft.com/office/drawing/2014/main" id="{259C9F8D-984A-4DDF-8963-E293AA546C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5" name="直線コネクタ 126704">
                    <a:extLst>
                      <a:ext uri="{FF2B5EF4-FFF2-40B4-BE49-F238E27FC236}">
                        <a16:creationId xmlns:a16="http://schemas.microsoft.com/office/drawing/2014/main" id="{AD3C034A-1632-4119-945F-A5B5B95F77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6" name="直線コネクタ 126705">
                    <a:extLst>
                      <a:ext uri="{FF2B5EF4-FFF2-40B4-BE49-F238E27FC236}">
                        <a16:creationId xmlns:a16="http://schemas.microsoft.com/office/drawing/2014/main" id="{A5D3B584-1AD4-4595-B38A-9059E14956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7" name="直線コネクタ 126706">
                    <a:extLst>
                      <a:ext uri="{FF2B5EF4-FFF2-40B4-BE49-F238E27FC236}">
                        <a16:creationId xmlns:a16="http://schemas.microsoft.com/office/drawing/2014/main" id="{B224C3B3-668F-4D71-A58C-226C4EBD54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8" name="直線コネクタ 126707">
                    <a:extLst>
                      <a:ext uri="{FF2B5EF4-FFF2-40B4-BE49-F238E27FC236}">
                        <a16:creationId xmlns:a16="http://schemas.microsoft.com/office/drawing/2014/main" id="{AC4DAE6B-5F4A-427F-A7F7-48A03CE601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09" name="直線コネクタ 126708">
                    <a:extLst>
                      <a:ext uri="{FF2B5EF4-FFF2-40B4-BE49-F238E27FC236}">
                        <a16:creationId xmlns:a16="http://schemas.microsoft.com/office/drawing/2014/main" id="{9B0AA7A1-9633-4A1A-BAEB-BFB6E489C7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0" name="直線コネクタ 126709">
                    <a:extLst>
                      <a:ext uri="{FF2B5EF4-FFF2-40B4-BE49-F238E27FC236}">
                        <a16:creationId xmlns:a16="http://schemas.microsoft.com/office/drawing/2014/main" id="{8DD35412-C34E-4216-9BAE-D222E541D5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1" name="直線コネクタ 126710">
                    <a:extLst>
                      <a:ext uri="{FF2B5EF4-FFF2-40B4-BE49-F238E27FC236}">
                        <a16:creationId xmlns:a16="http://schemas.microsoft.com/office/drawing/2014/main" id="{242E54E7-CC50-4019-9F5F-1306CB3B71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2" name="直線コネクタ 126711">
                    <a:extLst>
                      <a:ext uri="{FF2B5EF4-FFF2-40B4-BE49-F238E27FC236}">
                        <a16:creationId xmlns:a16="http://schemas.microsoft.com/office/drawing/2014/main" id="{6AAD2BC7-8BBA-444B-A67B-9E050A724C5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3" name="直線コネクタ 126712">
                    <a:extLst>
                      <a:ext uri="{FF2B5EF4-FFF2-40B4-BE49-F238E27FC236}">
                        <a16:creationId xmlns:a16="http://schemas.microsoft.com/office/drawing/2014/main" id="{49CA7E2F-C94F-4A94-9387-09B7A20251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4" name="直線コネクタ 126713">
                    <a:extLst>
                      <a:ext uri="{FF2B5EF4-FFF2-40B4-BE49-F238E27FC236}">
                        <a16:creationId xmlns:a16="http://schemas.microsoft.com/office/drawing/2014/main" id="{17BD9A31-A082-4EE6-A044-ED4AFCBD21C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5" name="直線コネクタ 126714">
                    <a:extLst>
                      <a:ext uri="{FF2B5EF4-FFF2-40B4-BE49-F238E27FC236}">
                        <a16:creationId xmlns:a16="http://schemas.microsoft.com/office/drawing/2014/main" id="{7D88688D-721E-477F-BF70-5700707AB9B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6" name="直線コネクタ 126715">
                    <a:extLst>
                      <a:ext uri="{FF2B5EF4-FFF2-40B4-BE49-F238E27FC236}">
                        <a16:creationId xmlns:a16="http://schemas.microsoft.com/office/drawing/2014/main" id="{0B97DC3E-CDA6-4D30-9A0C-271410E760A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7" name="直線コネクタ 126716">
                    <a:extLst>
                      <a:ext uri="{FF2B5EF4-FFF2-40B4-BE49-F238E27FC236}">
                        <a16:creationId xmlns:a16="http://schemas.microsoft.com/office/drawing/2014/main" id="{A123EAE7-7D76-499C-94D6-1E4887294AB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8" name="直線コネクタ 126717">
                    <a:extLst>
                      <a:ext uri="{FF2B5EF4-FFF2-40B4-BE49-F238E27FC236}">
                        <a16:creationId xmlns:a16="http://schemas.microsoft.com/office/drawing/2014/main" id="{3ABFC1B6-D32B-46D0-A043-9389AA93854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19" name="直線コネクタ 126718">
                    <a:extLst>
                      <a:ext uri="{FF2B5EF4-FFF2-40B4-BE49-F238E27FC236}">
                        <a16:creationId xmlns:a16="http://schemas.microsoft.com/office/drawing/2014/main" id="{7D80E969-A951-44C6-AE21-F1697174EDA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0" name="直線コネクタ 126719">
                    <a:extLst>
                      <a:ext uri="{FF2B5EF4-FFF2-40B4-BE49-F238E27FC236}">
                        <a16:creationId xmlns:a16="http://schemas.microsoft.com/office/drawing/2014/main" id="{828AC573-F0D6-47E6-A033-9F9F4707F31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1" name="直線コネクタ 126720">
                    <a:extLst>
                      <a:ext uri="{FF2B5EF4-FFF2-40B4-BE49-F238E27FC236}">
                        <a16:creationId xmlns:a16="http://schemas.microsoft.com/office/drawing/2014/main" id="{A60D595A-C684-4080-BD1A-297C984F91C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2" name="直線コネクタ 126721">
                    <a:extLst>
                      <a:ext uri="{FF2B5EF4-FFF2-40B4-BE49-F238E27FC236}">
                        <a16:creationId xmlns:a16="http://schemas.microsoft.com/office/drawing/2014/main" id="{E66EFFEF-6E3A-4F61-86A1-157710E49C4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3" name="直線コネクタ 126722">
                    <a:extLst>
                      <a:ext uri="{FF2B5EF4-FFF2-40B4-BE49-F238E27FC236}">
                        <a16:creationId xmlns:a16="http://schemas.microsoft.com/office/drawing/2014/main" id="{5EC63290-D015-49D5-8A8E-64E1737343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4" name="直線コネクタ 126723">
                    <a:extLst>
                      <a:ext uri="{FF2B5EF4-FFF2-40B4-BE49-F238E27FC236}">
                        <a16:creationId xmlns:a16="http://schemas.microsoft.com/office/drawing/2014/main" id="{8A7FA62A-87E1-454A-8972-4B3FAE0822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5" name="直線コネクタ 126724">
                    <a:extLst>
                      <a:ext uri="{FF2B5EF4-FFF2-40B4-BE49-F238E27FC236}">
                        <a16:creationId xmlns:a16="http://schemas.microsoft.com/office/drawing/2014/main" id="{1DE94D89-B900-469A-9B49-CDA2E6F8FF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6" name="直線コネクタ 126725">
                    <a:extLst>
                      <a:ext uri="{FF2B5EF4-FFF2-40B4-BE49-F238E27FC236}">
                        <a16:creationId xmlns:a16="http://schemas.microsoft.com/office/drawing/2014/main" id="{A77123C8-0AD1-4D86-9A56-0DB5DDFF9C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7" name="直線コネクタ 126726">
                    <a:extLst>
                      <a:ext uri="{FF2B5EF4-FFF2-40B4-BE49-F238E27FC236}">
                        <a16:creationId xmlns:a16="http://schemas.microsoft.com/office/drawing/2014/main" id="{0EEB85A9-73F9-4938-8920-574827F9A9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8" name="直線コネクタ 126727">
                    <a:extLst>
                      <a:ext uri="{FF2B5EF4-FFF2-40B4-BE49-F238E27FC236}">
                        <a16:creationId xmlns:a16="http://schemas.microsoft.com/office/drawing/2014/main" id="{33D508C3-2B16-4357-A12D-5A8053FDAD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29" name="直線コネクタ 126728">
                    <a:extLst>
                      <a:ext uri="{FF2B5EF4-FFF2-40B4-BE49-F238E27FC236}">
                        <a16:creationId xmlns:a16="http://schemas.microsoft.com/office/drawing/2014/main" id="{B1209778-978E-4248-8B3C-923C10CDD9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0" name="直線コネクタ 126729">
                    <a:extLst>
                      <a:ext uri="{FF2B5EF4-FFF2-40B4-BE49-F238E27FC236}">
                        <a16:creationId xmlns:a16="http://schemas.microsoft.com/office/drawing/2014/main" id="{4B745507-3483-4854-A970-2B7F59B53C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1" name="直線コネクタ 126730">
                    <a:extLst>
                      <a:ext uri="{FF2B5EF4-FFF2-40B4-BE49-F238E27FC236}">
                        <a16:creationId xmlns:a16="http://schemas.microsoft.com/office/drawing/2014/main" id="{2905A9FF-A626-41F5-B9DA-F5E862BF05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2" name="直線コネクタ 126731">
                    <a:extLst>
                      <a:ext uri="{FF2B5EF4-FFF2-40B4-BE49-F238E27FC236}">
                        <a16:creationId xmlns:a16="http://schemas.microsoft.com/office/drawing/2014/main" id="{B48AA07B-B672-4C93-9429-5B13C482DC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3" name="直線コネクタ 126732">
                    <a:extLst>
                      <a:ext uri="{FF2B5EF4-FFF2-40B4-BE49-F238E27FC236}">
                        <a16:creationId xmlns:a16="http://schemas.microsoft.com/office/drawing/2014/main" id="{8CB8B712-3FC5-4FD4-A603-44C003E7C4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4" name="直線コネクタ 126733">
                    <a:extLst>
                      <a:ext uri="{FF2B5EF4-FFF2-40B4-BE49-F238E27FC236}">
                        <a16:creationId xmlns:a16="http://schemas.microsoft.com/office/drawing/2014/main" id="{1BCC6F79-FE74-42FF-91E6-0B26F53E52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5" name="直線コネクタ 126734">
                    <a:extLst>
                      <a:ext uri="{FF2B5EF4-FFF2-40B4-BE49-F238E27FC236}">
                        <a16:creationId xmlns:a16="http://schemas.microsoft.com/office/drawing/2014/main" id="{6BD1290A-E7E0-4A4D-9061-A7C3C5853D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6" name="直線コネクタ 126735">
                    <a:extLst>
                      <a:ext uri="{FF2B5EF4-FFF2-40B4-BE49-F238E27FC236}">
                        <a16:creationId xmlns:a16="http://schemas.microsoft.com/office/drawing/2014/main" id="{91C5573B-1CD1-4B16-A17A-A754A36F8D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7" name="直線コネクタ 126736">
                    <a:extLst>
                      <a:ext uri="{FF2B5EF4-FFF2-40B4-BE49-F238E27FC236}">
                        <a16:creationId xmlns:a16="http://schemas.microsoft.com/office/drawing/2014/main" id="{391E1D54-5E5A-423F-9C70-881E1A390C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8" name="直線コネクタ 126737">
                    <a:extLst>
                      <a:ext uri="{FF2B5EF4-FFF2-40B4-BE49-F238E27FC236}">
                        <a16:creationId xmlns:a16="http://schemas.microsoft.com/office/drawing/2014/main" id="{3AB9F638-8659-4F25-8ECD-80B553C732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39" name="直線コネクタ 126738">
                    <a:extLst>
                      <a:ext uri="{FF2B5EF4-FFF2-40B4-BE49-F238E27FC236}">
                        <a16:creationId xmlns:a16="http://schemas.microsoft.com/office/drawing/2014/main" id="{9044AD44-D5F8-475B-838C-58EB3D861D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0" name="直線コネクタ 126739">
                    <a:extLst>
                      <a:ext uri="{FF2B5EF4-FFF2-40B4-BE49-F238E27FC236}">
                        <a16:creationId xmlns:a16="http://schemas.microsoft.com/office/drawing/2014/main" id="{4DDA99A0-B721-46D0-B51F-14CFFF358E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1" name="直線コネクタ 126740">
                    <a:extLst>
                      <a:ext uri="{FF2B5EF4-FFF2-40B4-BE49-F238E27FC236}">
                        <a16:creationId xmlns:a16="http://schemas.microsoft.com/office/drawing/2014/main" id="{A3E410D4-6BB5-4E03-88DF-404BB37A5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2" name="直線コネクタ 126741">
                    <a:extLst>
                      <a:ext uri="{FF2B5EF4-FFF2-40B4-BE49-F238E27FC236}">
                        <a16:creationId xmlns:a16="http://schemas.microsoft.com/office/drawing/2014/main" id="{13460308-FB68-4FF1-80FC-6E457EB8F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3" name="直線コネクタ 126742">
                    <a:extLst>
                      <a:ext uri="{FF2B5EF4-FFF2-40B4-BE49-F238E27FC236}">
                        <a16:creationId xmlns:a16="http://schemas.microsoft.com/office/drawing/2014/main" id="{9E034E2F-D102-4566-8E23-1B0BF3CDC8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4" name="直線コネクタ 126743">
                    <a:extLst>
                      <a:ext uri="{FF2B5EF4-FFF2-40B4-BE49-F238E27FC236}">
                        <a16:creationId xmlns:a16="http://schemas.microsoft.com/office/drawing/2014/main" id="{8462A4F2-30BA-442B-9F38-A542B06F31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5" name="直線コネクタ 126744">
                    <a:extLst>
                      <a:ext uri="{FF2B5EF4-FFF2-40B4-BE49-F238E27FC236}">
                        <a16:creationId xmlns:a16="http://schemas.microsoft.com/office/drawing/2014/main" id="{56092554-F272-48CF-B1D0-0B57E75EE9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6" name="直線コネクタ 126745">
                    <a:extLst>
                      <a:ext uri="{FF2B5EF4-FFF2-40B4-BE49-F238E27FC236}">
                        <a16:creationId xmlns:a16="http://schemas.microsoft.com/office/drawing/2014/main" id="{8405455E-DCA9-4C82-8BA2-BA49BAE3EB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7" name="直線コネクタ 126746">
                    <a:extLst>
                      <a:ext uri="{FF2B5EF4-FFF2-40B4-BE49-F238E27FC236}">
                        <a16:creationId xmlns:a16="http://schemas.microsoft.com/office/drawing/2014/main" id="{89E67D37-CD07-4F1C-802E-E7BF2DCB0D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8" name="直線コネクタ 126747">
                    <a:extLst>
                      <a:ext uri="{FF2B5EF4-FFF2-40B4-BE49-F238E27FC236}">
                        <a16:creationId xmlns:a16="http://schemas.microsoft.com/office/drawing/2014/main" id="{ED6BF204-CC34-494E-B7DC-59FAB33B52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49" name="直線コネクタ 126748">
                    <a:extLst>
                      <a:ext uri="{FF2B5EF4-FFF2-40B4-BE49-F238E27FC236}">
                        <a16:creationId xmlns:a16="http://schemas.microsoft.com/office/drawing/2014/main" id="{F5A5146F-26EB-4897-9B28-B83A381D9A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0" name="直線コネクタ 126749">
                    <a:extLst>
                      <a:ext uri="{FF2B5EF4-FFF2-40B4-BE49-F238E27FC236}">
                        <a16:creationId xmlns:a16="http://schemas.microsoft.com/office/drawing/2014/main" id="{5BBFE3FC-1498-407E-98CA-FB1C849E88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1" name="直線コネクタ 126750">
                    <a:extLst>
                      <a:ext uri="{FF2B5EF4-FFF2-40B4-BE49-F238E27FC236}">
                        <a16:creationId xmlns:a16="http://schemas.microsoft.com/office/drawing/2014/main" id="{F97C53AC-D566-41A7-85C1-D59CBAFC37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2" name="直線コネクタ 126751">
                    <a:extLst>
                      <a:ext uri="{FF2B5EF4-FFF2-40B4-BE49-F238E27FC236}">
                        <a16:creationId xmlns:a16="http://schemas.microsoft.com/office/drawing/2014/main" id="{1B2E9654-BDA4-49A3-A009-16D3039385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3" name="直線コネクタ 126752">
                    <a:extLst>
                      <a:ext uri="{FF2B5EF4-FFF2-40B4-BE49-F238E27FC236}">
                        <a16:creationId xmlns:a16="http://schemas.microsoft.com/office/drawing/2014/main" id="{C6A23A5B-592A-4C33-816E-1D8AEFDD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4" name="直線コネクタ 126753">
                    <a:extLst>
                      <a:ext uri="{FF2B5EF4-FFF2-40B4-BE49-F238E27FC236}">
                        <a16:creationId xmlns:a16="http://schemas.microsoft.com/office/drawing/2014/main" id="{AAB62CDB-73C6-4ABF-ABC3-0305B61DAC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5" name="直線コネクタ 126754">
                    <a:extLst>
                      <a:ext uri="{FF2B5EF4-FFF2-40B4-BE49-F238E27FC236}">
                        <a16:creationId xmlns:a16="http://schemas.microsoft.com/office/drawing/2014/main" id="{5FC9ECCF-D25D-4077-8A94-7707A40908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6" name="直線コネクタ 126755">
                    <a:extLst>
                      <a:ext uri="{FF2B5EF4-FFF2-40B4-BE49-F238E27FC236}">
                        <a16:creationId xmlns:a16="http://schemas.microsoft.com/office/drawing/2014/main" id="{71CEF8D2-81FA-426D-A1A2-DA5EB6C648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7" name="直線コネクタ 126756">
                    <a:extLst>
                      <a:ext uri="{FF2B5EF4-FFF2-40B4-BE49-F238E27FC236}">
                        <a16:creationId xmlns:a16="http://schemas.microsoft.com/office/drawing/2014/main" id="{FD546137-272C-4EE2-87E7-0828D48D46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8" name="直線コネクタ 126757">
                    <a:extLst>
                      <a:ext uri="{FF2B5EF4-FFF2-40B4-BE49-F238E27FC236}">
                        <a16:creationId xmlns:a16="http://schemas.microsoft.com/office/drawing/2014/main" id="{75887346-48A2-4314-8D59-74E0FF961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59" name="直線コネクタ 126758">
                    <a:extLst>
                      <a:ext uri="{FF2B5EF4-FFF2-40B4-BE49-F238E27FC236}">
                        <a16:creationId xmlns:a16="http://schemas.microsoft.com/office/drawing/2014/main" id="{B3C9C8E4-E749-47BB-B33E-24F56BF3C8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0" name="直線コネクタ 126759">
                    <a:extLst>
                      <a:ext uri="{FF2B5EF4-FFF2-40B4-BE49-F238E27FC236}">
                        <a16:creationId xmlns:a16="http://schemas.microsoft.com/office/drawing/2014/main" id="{E2F499F9-8935-447E-AE38-9C24D52881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1" name="直線コネクタ 126760">
                    <a:extLst>
                      <a:ext uri="{FF2B5EF4-FFF2-40B4-BE49-F238E27FC236}">
                        <a16:creationId xmlns:a16="http://schemas.microsoft.com/office/drawing/2014/main" id="{08542DC4-486A-418C-AFAF-26F0076529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2" name="直線コネクタ 126761">
                    <a:extLst>
                      <a:ext uri="{FF2B5EF4-FFF2-40B4-BE49-F238E27FC236}">
                        <a16:creationId xmlns:a16="http://schemas.microsoft.com/office/drawing/2014/main" id="{FEC8FD3A-F80B-4568-953C-677F669BB6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3" name="直線コネクタ 126762">
                    <a:extLst>
                      <a:ext uri="{FF2B5EF4-FFF2-40B4-BE49-F238E27FC236}">
                        <a16:creationId xmlns:a16="http://schemas.microsoft.com/office/drawing/2014/main" id="{67C1C6F5-02BC-41F0-91A5-C36690866C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4" name="直線コネクタ 126763">
                    <a:extLst>
                      <a:ext uri="{FF2B5EF4-FFF2-40B4-BE49-F238E27FC236}">
                        <a16:creationId xmlns:a16="http://schemas.microsoft.com/office/drawing/2014/main" id="{F5454863-3333-4869-AEC5-BAB64A1498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5" name="直線コネクタ 126764">
                    <a:extLst>
                      <a:ext uri="{FF2B5EF4-FFF2-40B4-BE49-F238E27FC236}">
                        <a16:creationId xmlns:a16="http://schemas.microsoft.com/office/drawing/2014/main" id="{DB8F1ADB-6F7E-4E0F-A21F-7D3223869F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6" name="直線コネクタ 126765">
                    <a:extLst>
                      <a:ext uri="{FF2B5EF4-FFF2-40B4-BE49-F238E27FC236}">
                        <a16:creationId xmlns:a16="http://schemas.microsoft.com/office/drawing/2014/main" id="{7ACC313C-CB43-4D99-BA98-238DD06821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7" name="直線コネクタ 126766">
                    <a:extLst>
                      <a:ext uri="{FF2B5EF4-FFF2-40B4-BE49-F238E27FC236}">
                        <a16:creationId xmlns:a16="http://schemas.microsoft.com/office/drawing/2014/main" id="{09E9571C-002B-425A-8EF9-11730BEC0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8" name="直線コネクタ 126767">
                    <a:extLst>
                      <a:ext uri="{FF2B5EF4-FFF2-40B4-BE49-F238E27FC236}">
                        <a16:creationId xmlns:a16="http://schemas.microsoft.com/office/drawing/2014/main" id="{083E9B28-A778-485F-9D79-9D6945EEAE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69" name="直線コネクタ 126768">
                    <a:extLst>
                      <a:ext uri="{FF2B5EF4-FFF2-40B4-BE49-F238E27FC236}">
                        <a16:creationId xmlns:a16="http://schemas.microsoft.com/office/drawing/2014/main" id="{989E0872-8662-4D8D-851E-669386205A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0" name="直線コネクタ 126769">
                    <a:extLst>
                      <a:ext uri="{FF2B5EF4-FFF2-40B4-BE49-F238E27FC236}">
                        <a16:creationId xmlns:a16="http://schemas.microsoft.com/office/drawing/2014/main" id="{DDA26D41-C705-49A0-BDAE-F2889A2044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1" name="直線コネクタ 126770">
                    <a:extLst>
                      <a:ext uri="{FF2B5EF4-FFF2-40B4-BE49-F238E27FC236}">
                        <a16:creationId xmlns:a16="http://schemas.microsoft.com/office/drawing/2014/main" id="{EB5F5AFA-8F8F-42B3-8B29-D7754A28C9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2" name="直線コネクタ 126771">
                    <a:extLst>
                      <a:ext uri="{FF2B5EF4-FFF2-40B4-BE49-F238E27FC236}">
                        <a16:creationId xmlns:a16="http://schemas.microsoft.com/office/drawing/2014/main" id="{5DB2253B-2F77-43EA-999A-7E8452DE4A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3" name="直線コネクタ 126772">
                    <a:extLst>
                      <a:ext uri="{FF2B5EF4-FFF2-40B4-BE49-F238E27FC236}">
                        <a16:creationId xmlns:a16="http://schemas.microsoft.com/office/drawing/2014/main" id="{01C42FF8-00E2-4A19-B5B4-2709ABD7A8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4" name="直線コネクタ 126773">
                    <a:extLst>
                      <a:ext uri="{FF2B5EF4-FFF2-40B4-BE49-F238E27FC236}">
                        <a16:creationId xmlns:a16="http://schemas.microsoft.com/office/drawing/2014/main" id="{E4560507-6CFD-4BEE-9F6B-3665D3D1E7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5" name="直線コネクタ 126774">
                    <a:extLst>
                      <a:ext uri="{FF2B5EF4-FFF2-40B4-BE49-F238E27FC236}">
                        <a16:creationId xmlns:a16="http://schemas.microsoft.com/office/drawing/2014/main" id="{7CC942E9-92F6-4D12-A48E-B208CDD2D8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6" name="直線コネクタ 126775">
                    <a:extLst>
                      <a:ext uri="{FF2B5EF4-FFF2-40B4-BE49-F238E27FC236}">
                        <a16:creationId xmlns:a16="http://schemas.microsoft.com/office/drawing/2014/main" id="{CDA5ED40-583C-4B18-97AA-5E00048547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7" name="直線コネクタ 126776">
                    <a:extLst>
                      <a:ext uri="{FF2B5EF4-FFF2-40B4-BE49-F238E27FC236}">
                        <a16:creationId xmlns:a16="http://schemas.microsoft.com/office/drawing/2014/main" id="{F5F481C0-9E49-41B9-AEF8-13E1FDBE78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8" name="直線コネクタ 126777">
                    <a:extLst>
                      <a:ext uri="{FF2B5EF4-FFF2-40B4-BE49-F238E27FC236}">
                        <a16:creationId xmlns:a16="http://schemas.microsoft.com/office/drawing/2014/main" id="{0453FBA5-D381-483E-8F19-47BD3F908A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79" name="直線コネクタ 126778">
                    <a:extLst>
                      <a:ext uri="{FF2B5EF4-FFF2-40B4-BE49-F238E27FC236}">
                        <a16:creationId xmlns:a16="http://schemas.microsoft.com/office/drawing/2014/main" id="{1E695576-F6B9-4A4A-9155-D4D7162BB3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80" name="直線コネクタ 126779">
                    <a:extLst>
                      <a:ext uri="{FF2B5EF4-FFF2-40B4-BE49-F238E27FC236}">
                        <a16:creationId xmlns:a16="http://schemas.microsoft.com/office/drawing/2014/main" id="{63012970-4C0A-439A-855A-B9E5B6DD2F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81" name="直線コネクタ 126780">
                    <a:extLst>
                      <a:ext uri="{FF2B5EF4-FFF2-40B4-BE49-F238E27FC236}">
                        <a16:creationId xmlns:a16="http://schemas.microsoft.com/office/drawing/2014/main" id="{ADEAAB54-FC4B-4BD9-9C3B-1248F6A655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82" name="直線コネクタ 126781">
                    <a:extLst>
                      <a:ext uri="{FF2B5EF4-FFF2-40B4-BE49-F238E27FC236}">
                        <a16:creationId xmlns:a16="http://schemas.microsoft.com/office/drawing/2014/main" id="{AFC739F5-FCED-4F2E-BD00-5713F4A25A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83" name="直線コネクタ 126782">
                    <a:extLst>
                      <a:ext uri="{FF2B5EF4-FFF2-40B4-BE49-F238E27FC236}">
                        <a16:creationId xmlns:a16="http://schemas.microsoft.com/office/drawing/2014/main" id="{489B2CE6-F524-46C0-A408-9EC473B7DB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84" name="直線コネクタ 126783">
                    <a:extLst>
                      <a:ext uri="{FF2B5EF4-FFF2-40B4-BE49-F238E27FC236}">
                        <a16:creationId xmlns:a16="http://schemas.microsoft.com/office/drawing/2014/main" id="{7138730B-59B1-4D46-9C28-2E02D42842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85" name="直線コネクタ 126784">
                    <a:extLst>
                      <a:ext uri="{FF2B5EF4-FFF2-40B4-BE49-F238E27FC236}">
                        <a16:creationId xmlns:a16="http://schemas.microsoft.com/office/drawing/2014/main" id="{1B0B7B4B-7FBF-41EE-B206-A1E7ADB4F8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786" name="直線コネクタ 126785">
                    <a:extLst>
                      <a:ext uri="{FF2B5EF4-FFF2-40B4-BE49-F238E27FC236}">
                        <a16:creationId xmlns:a16="http://schemas.microsoft.com/office/drawing/2014/main" id="{178C71B0-CA99-427F-99AD-141073D9D1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6787" name="グループ化 126786">
                    <a:extLst>
                      <a:ext uri="{FF2B5EF4-FFF2-40B4-BE49-F238E27FC236}">
                        <a16:creationId xmlns:a16="http://schemas.microsoft.com/office/drawing/2014/main" id="{1D2A9FB6-7E12-49BD-B8E7-D9DC0D8E7D57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963" name="直線コネクタ 126962">
                      <a:extLst>
                        <a:ext uri="{FF2B5EF4-FFF2-40B4-BE49-F238E27FC236}">
                          <a16:creationId xmlns:a16="http://schemas.microsoft.com/office/drawing/2014/main" id="{04747EC1-3D7B-48E5-8D99-DB2CD3C424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64" name="直線コネクタ 126963">
                      <a:extLst>
                        <a:ext uri="{FF2B5EF4-FFF2-40B4-BE49-F238E27FC236}">
                          <a16:creationId xmlns:a16="http://schemas.microsoft.com/office/drawing/2014/main" id="{8164A416-F6AD-444D-8880-A41DC87A98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65" name="直線コネクタ 126964">
                      <a:extLst>
                        <a:ext uri="{FF2B5EF4-FFF2-40B4-BE49-F238E27FC236}">
                          <a16:creationId xmlns:a16="http://schemas.microsoft.com/office/drawing/2014/main" id="{0F655E81-F2D2-4ED0-B3FE-9758CC8D8D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66" name="直線コネクタ 126965">
                      <a:extLst>
                        <a:ext uri="{FF2B5EF4-FFF2-40B4-BE49-F238E27FC236}">
                          <a16:creationId xmlns:a16="http://schemas.microsoft.com/office/drawing/2014/main" id="{F458E9D7-1267-4F2D-B7FB-01EEFAF513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67" name="直線コネクタ 126966">
                      <a:extLst>
                        <a:ext uri="{FF2B5EF4-FFF2-40B4-BE49-F238E27FC236}">
                          <a16:creationId xmlns:a16="http://schemas.microsoft.com/office/drawing/2014/main" id="{390B2EF8-2F67-4384-839A-DEB688F082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68" name="直線コネクタ 126967">
                      <a:extLst>
                        <a:ext uri="{FF2B5EF4-FFF2-40B4-BE49-F238E27FC236}">
                          <a16:creationId xmlns:a16="http://schemas.microsoft.com/office/drawing/2014/main" id="{46E63E76-8D77-47DD-A697-0260B88198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69" name="直線コネクタ 126968">
                      <a:extLst>
                        <a:ext uri="{FF2B5EF4-FFF2-40B4-BE49-F238E27FC236}">
                          <a16:creationId xmlns:a16="http://schemas.microsoft.com/office/drawing/2014/main" id="{C12EA278-6228-4B22-86B0-FB3934BA6B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0" name="直線コネクタ 126969">
                      <a:extLst>
                        <a:ext uri="{FF2B5EF4-FFF2-40B4-BE49-F238E27FC236}">
                          <a16:creationId xmlns:a16="http://schemas.microsoft.com/office/drawing/2014/main" id="{F62815CB-9813-4DBB-8E4A-223091AB67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1" name="直線コネクタ 126970">
                      <a:extLst>
                        <a:ext uri="{FF2B5EF4-FFF2-40B4-BE49-F238E27FC236}">
                          <a16:creationId xmlns:a16="http://schemas.microsoft.com/office/drawing/2014/main" id="{227B7A68-6BFE-4028-BBF6-F6AA0A8562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2" name="直線コネクタ 126971">
                      <a:extLst>
                        <a:ext uri="{FF2B5EF4-FFF2-40B4-BE49-F238E27FC236}">
                          <a16:creationId xmlns:a16="http://schemas.microsoft.com/office/drawing/2014/main" id="{A13C64F6-CEB3-4C0A-A17B-6A89591074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3" name="直線コネクタ 126972">
                      <a:extLst>
                        <a:ext uri="{FF2B5EF4-FFF2-40B4-BE49-F238E27FC236}">
                          <a16:creationId xmlns:a16="http://schemas.microsoft.com/office/drawing/2014/main" id="{5DC7856D-7038-4689-8952-FE28963084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4" name="直線コネクタ 126973">
                      <a:extLst>
                        <a:ext uri="{FF2B5EF4-FFF2-40B4-BE49-F238E27FC236}">
                          <a16:creationId xmlns:a16="http://schemas.microsoft.com/office/drawing/2014/main" id="{3CC67A25-A442-4CFD-9FA0-0DA318283E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5" name="直線コネクタ 126974">
                      <a:extLst>
                        <a:ext uri="{FF2B5EF4-FFF2-40B4-BE49-F238E27FC236}">
                          <a16:creationId xmlns:a16="http://schemas.microsoft.com/office/drawing/2014/main" id="{EA2B5615-AEB3-46EE-9BF6-E0F264D3A5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6" name="直線コネクタ 126975">
                      <a:extLst>
                        <a:ext uri="{FF2B5EF4-FFF2-40B4-BE49-F238E27FC236}">
                          <a16:creationId xmlns:a16="http://schemas.microsoft.com/office/drawing/2014/main" id="{DB1AED26-AD7D-48F4-8A47-60791B9D42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7" name="直線コネクタ 126976">
                      <a:extLst>
                        <a:ext uri="{FF2B5EF4-FFF2-40B4-BE49-F238E27FC236}">
                          <a16:creationId xmlns:a16="http://schemas.microsoft.com/office/drawing/2014/main" id="{179F11CE-BCA1-42D3-A95C-A09DCCF587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8" name="直線コネクタ 126977">
                      <a:extLst>
                        <a:ext uri="{FF2B5EF4-FFF2-40B4-BE49-F238E27FC236}">
                          <a16:creationId xmlns:a16="http://schemas.microsoft.com/office/drawing/2014/main" id="{29E94261-F402-4C7A-97D5-7396DA3342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79" name="直線コネクタ 126978">
                      <a:extLst>
                        <a:ext uri="{FF2B5EF4-FFF2-40B4-BE49-F238E27FC236}">
                          <a16:creationId xmlns:a16="http://schemas.microsoft.com/office/drawing/2014/main" id="{7EB2F030-35E7-4876-B8EF-868E8603F2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0" name="直線コネクタ 126979">
                      <a:extLst>
                        <a:ext uri="{FF2B5EF4-FFF2-40B4-BE49-F238E27FC236}">
                          <a16:creationId xmlns:a16="http://schemas.microsoft.com/office/drawing/2014/main" id="{C632B3E7-268F-4355-8A4D-04197FC2A1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1" name="直線コネクタ 126980">
                      <a:extLst>
                        <a:ext uri="{FF2B5EF4-FFF2-40B4-BE49-F238E27FC236}">
                          <a16:creationId xmlns:a16="http://schemas.microsoft.com/office/drawing/2014/main" id="{0EA6C7FD-5F2B-43CB-951D-523DE7A60A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2" name="直線コネクタ 126981">
                      <a:extLst>
                        <a:ext uri="{FF2B5EF4-FFF2-40B4-BE49-F238E27FC236}">
                          <a16:creationId xmlns:a16="http://schemas.microsoft.com/office/drawing/2014/main" id="{177634A0-8475-484D-874F-43E8FFC74E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3" name="直線コネクタ 126982">
                      <a:extLst>
                        <a:ext uri="{FF2B5EF4-FFF2-40B4-BE49-F238E27FC236}">
                          <a16:creationId xmlns:a16="http://schemas.microsoft.com/office/drawing/2014/main" id="{C4AEAE77-5DEB-4E91-B208-AB416B35D6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4" name="直線コネクタ 126983">
                      <a:extLst>
                        <a:ext uri="{FF2B5EF4-FFF2-40B4-BE49-F238E27FC236}">
                          <a16:creationId xmlns:a16="http://schemas.microsoft.com/office/drawing/2014/main" id="{4CF9D19E-1A01-4C7F-BE68-6C7B94D375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5" name="直線コネクタ 126984">
                      <a:extLst>
                        <a:ext uri="{FF2B5EF4-FFF2-40B4-BE49-F238E27FC236}">
                          <a16:creationId xmlns:a16="http://schemas.microsoft.com/office/drawing/2014/main" id="{F77CA6E1-B0C8-4F8B-B447-F2275FBC0D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6" name="直線コネクタ 126985">
                      <a:extLst>
                        <a:ext uri="{FF2B5EF4-FFF2-40B4-BE49-F238E27FC236}">
                          <a16:creationId xmlns:a16="http://schemas.microsoft.com/office/drawing/2014/main" id="{F9750937-E8AC-498A-9FE9-DB68067722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7" name="直線コネクタ 126986">
                      <a:extLst>
                        <a:ext uri="{FF2B5EF4-FFF2-40B4-BE49-F238E27FC236}">
                          <a16:creationId xmlns:a16="http://schemas.microsoft.com/office/drawing/2014/main" id="{11BBDE8F-EE77-4039-BDD0-0DA2E3C8D7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8" name="直線コネクタ 126987">
                      <a:extLst>
                        <a:ext uri="{FF2B5EF4-FFF2-40B4-BE49-F238E27FC236}">
                          <a16:creationId xmlns:a16="http://schemas.microsoft.com/office/drawing/2014/main" id="{55578ECB-4B70-4B25-9727-B86856A7CF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89" name="直線コネクタ 126988">
                      <a:extLst>
                        <a:ext uri="{FF2B5EF4-FFF2-40B4-BE49-F238E27FC236}">
                          <a16:creationId xmlns:a16="http://schemas.microsoft.com/office/drawing/2014/main" id="{DFA7BA20-3E14-4B32-A5D4-71C68DE426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0" name="直線コネクタ 126989">
                      <a:extLst>
                        <a:ext uri="{FF2B5EF4-FFF2-40B4-BE49-F238E27FC236}">
                          <a16:creationId xmlns:a16="http://schemas.microsoft.com/office/drawing/2014/main" id="{EA63DAB2-172F-4325-B44E-B2A6227017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1" name="直線コネクタ 126990">
                      <a:extLst>
                        <a:ext uri="{FF2B5EF4-FFF2-40B4-BE49-F238E27FC236}">
                          <a16:creationId xmlns:a16="http://schemas.microsoft.com/office/drawing/2014/main" id="{6C1F1B0D-D6D3-48A2-B2D7-B03C4FB9BE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2" name="直線コネクタ 126991">
                      <a:extLst>
                        <a:ext uri="{FF2B5EF4-FFF2-40B4-BE49-F238E27FC236}">
                          <a16:creationId xmlns:a16="http://schemas.microsoft.com/office/drawing/2014/main" id="{9077F58B-0EE4-419D-B7A1-6A2AD45359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3" name="直線コネクタ 126992">
                      <a:extLst>
                        <a:ext uri="{FF2B5EF4-FFF2-40B4-BE49-F238E27FC236}">
                          <a16:creationId xmlns:a16="http://schemas.microsoft.com/office/drawing/2014/main" id="{CF936F52-B9F8-45FA-A68E-7F4F8CCA16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4" name="直線コネクタ 126993">
                      <a:extLst>
                        <a:ext uri="{FF2B5EF4-FFF2-40B4-BE49-F238E27FC236}">
                          <a16:creationId xmlns:a16="http://schemas.microsoft.com/office/drawing/2014/main" id="{C489B6E1-0A1D-4916-8CE8-355A22B42A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5" name="直線コネクタ 126994">
                      <a:extLst>
                        <a:ext uri="{FF2B5EF4-FFF2-40B4-BE49-F238E27FC236}">
                          <a16:creationId xmlns:a16="http://schemas.microsoft.com/office/drawing/2014/main" id="{698FCBBE-3D7E-4FB1-AD2D-72F3155C4F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6" name="直線コネクタ 126995">
                      <a:extLst>
                        <a:ext uri="{FF2B5EF4-FFF2-40B4-BE49-F238E27FC236}">
                          <a16:creationId xmlns:a16="http://schemas.microsoft.com/office/drawing/2014/main" id="{66761532-9B08-4875-8BCB-5CDD7D108D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7" name="直線コネクタ 126996">
                      <a:extLst>
                        <a:ext uri="{FF2B5EF4-FFF2-40B4-BE49-F238E27FC236}">
                          <a16:creationId xmlns:a16="http://schemas.microsoft.com/office/drawing/2014/main" id="{39E0EC57-E48A-4F9C-A0EB-780F0A5D64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8" name="直線コネクタ 126997">
                      <a:extLst>
                        <a:ext uri="{FF2B5EF4-FFF2-40B4-BE49-F238E27FC236}">
                          <a16:creationId xmlns:a16="http://schemas.microsoft.com/office/drawing/2014/main" id="{5E975377-DE02-4FFD-A2EC-8D46774DF5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99" name="直線コネクタ 126998">
                      <a:extLst>
                        <a:ext uri="{FF2B5EF4-FFF2-40B4-BE49-F238E27FC236}">
                          <a16:creationId xmlns:a16="http://schemas.microsoft.com/office/drawing/2014/main" id="{5228B82E-3650-4290-B883-2645330070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000" name="直線コネクタ 126999">
                      <a:extLst>
                        <a:ext uri="{FF2B5EF4-FFF2-40B4-BE49-F238E27FC236}">
                          <a16:creationId xmlns:a16="http://schemas.microsoft.com/office/drawing/2014/main" id="{3FE1E7B3-5284-4C79-B7C5-0F13AB0E0C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001" name="直線コネクタ 127000">
                      <a:extLst>
                        <a:ext uri="{FF2B5EF4-FFF2-40B4-BE49-F238E27FC236}">
                          <a16:creationId xmlns:a16="http://schemas.microsoft.com/office/drawing/2014/main" id="{C42CB015-7C3C-47F6-9E39-D6FAA2489E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002" name="直線コネクタ 127001">
                      <a:extLst>
                        <a:ext uri="{FF2B5EF4-FFF2-40B4-BE49-F238E27FC236}">
                          <a16:creationId xmlns:a16="http://schemas.microsoft.com/office/drawing/2014/main" id="{CDD45E5B-D781-4F29-BE41-A079512404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003" name="直線コネクタ 127002">
                      <a:extLst>
                        <a:ext uri="{FF2B5EF4-FFF2-40B4-BE49-F238E27FC236}">
                          <a16:creationId xmlns:a16="http://schemas.microsoft.com/office/drawing/2014/main" id="{D6FB68DD-690E-4448-8696-AAC21993EB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7004" name="直線コネクタ 127003">
                      <a:extLst>
                        <a:ext uri="{FF2B5EF4-FFF2-40B4-BE49-F238E27FC236}">
                          <a16:creationId xmlns:a16="http://schemas.microsoft.com/office/drawing/2014/main" id="{60C1720F-9DDD-4241-A37C-97D04A877B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788" name="グループ化 126787">
                    <a:extLst>
                      <a:ext uri="{FF2B5EF4-FFF2-40B4-BE49-F238E27FC236}">
                        <a16:creationId xmlns:a16="http://schemas.microsoft.com/office/drawing/2014/main" id="{B24104D6-4941-499B-BF8C-006F4121C667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6954" name="正方形/長方形 126953">
                      <a:extLst>
                        <a:ext uri="{FF2B5EF4-FFF2-40B4-BE49-F238E27FC236}">
                          <a16:creationId xmlns:a16="http://schemas.microsoft.com/office/drawing/2014/main" id="{BCF974DC-8231-470D-B232-5A020EB4F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955" name="正方形/長方形 126954">
                      <a:extLst>
                        <a:ext uri="{FF2B5EF4-FFF2-40B4-BE49-F238E27FC236}">
                          <a16:creationId xmlns:a16="http://schemas.microsoft.com/office/drawing/2014/main" id="{0F6943DB-76FE-49A9-A3C8-2A4BA9C4B6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956" name="正方形/長方形 126955">
                      <a:extLst>
                        <a:ext uri="{FF2B5EF4-FFF2-40B4-BE49-F238E27FC236}">
                          <a16:creationId xmlns:a16="http://schemas.microsoft.com/office/drawing/2014/main" id="{4850874B-4E7C-46D8-93F2-48F637F5AA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957" name="正方形/長方形 126956">
                      <a:extLst>
                        <a:ext uri="{FF2B5EF4-FFF2-40B4-BE49-F238E27FC236}">
                          <a16:creationId xmlns:a16="http://schemas.microsoft.com/office/drawing/2014/main" id="{9D2917C4-56F3-4C43-B0E8-D82E569278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958" name="正方形/長方形 126957">
                      <a:extLst>
                        <a:ext uri="{FF2B5EF4-FFF2-40B4-BE49-F238E27FC236}">
                          <a16:creationId xmlns:a16="http://schemas.microsoft.com/office/drawing/2014/main" id="{589A629F-7B78-4DFE-9BC9-7D2259CF5D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959" name="正方形/長方形 126958">
                      <a:extLst>
                        <a:ext uri="{FF2B5EF4-FFF2-40B4-BE49-F238E27FC236}">
                          <a16:creationId xmlns:a16="http://schemas.microsoft.com/office/drawing/2014/main" id="{AE281600-E70A-4DA2-AD8C-D06A3BC791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960" name="正方形/長方形 126959">
                      <a:extLst>
                        <a:ext uri="{FF2B5EF4-FFF2-40B4-BE49-F238E27FC236}">
                          <a16:creationId xmlns:a16="http://schemas.microsoft.com/office/drawing/2014/main" id="{77DDABC3-C9D7-458C-9864-30C17AF960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961" name="正方形/長方形 126960">
                      <a:extLst>
                        <a:ext uri="{FF2B5EF4-FFF2-40B4-BE49-F238E27FC236}">
                          <a16:creationId xmlns:a16="http://schemas.microsoft.com/office/drawing/2014/main" id="{3B4FD824-3919-4272-85EB-020242DE89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962" name="正方形/長方形 126961">
                      <a:extLst>
                        <a:ext uri="{FF2B5EF4-FFF2-40B4-BE49-F238E27FC236}">
                          <a16:creationId xmlns:a16="http://schemas.microsoft.com/office/drawing/2014/main" id="{562BDF4C-B11E-446B-91D0-45C8E17DC2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6789" name="グループ化 126788">
                    <a:extLst>
                      <a:ext uri="{FF2B5EF4-FFF2-40B4-BE49-F238E27FC236}">
                        <a16:creationId xmlns:a16="http://schemas.microsoft.com/office/drawing/2014/main" id="{399EDBA1-9BA1-46B5-946A-324F6019F8A3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946" name="直線コネクタ 126945">
                      <a:extLst>
                        <a:ext uri="{FF2B5EF4-FFF2-40B4-BE49-F238E27FC236}">
                          <a16:creationId xmlns:a16="http://schemas.microsoft.com/office/drawing/2014/main" id="{087DBD51-4ED2-40F6-9A66-9665D6A91F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7" name="直線コネクタ 126946">
                      <a:extLst>
                        <a:ext uri="{FF2B5EF4-FFF2-40B4-BE49-F238E27FC236}">
                          <a16:creationId xmlns:a16="http://schemas.microsoft.com/office/drawing/2014/main" id="{15A3FF6B-6F68-47BE-A1FF-6CE08E8B21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8" name="直線コネクタ 126947">
                      <a:extLst>
                        <a:ext uri="{FF2B5EF4-FFF2-40B4-BE49-F238E27FC236}">
                          <a16:creationId xmlns:a16="http://schemas.microsoft.com/office/drawing/2014/main" id="{1711BB83-E811-495E-99BE-441D3FF89B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9" name="直線コネクタ 126948">
                      <a:extLst>
                        <a:ext uri="{FF2B5EF4-FFF2-40B4-BE49-F238E27FC236}">
                          <a16:creationId xmlns:a16="http://schemas.microsoft.com/office/drawing/2014/main" id="{CE1DB82F-A881-4671-AC78-3167C320AB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50" name="直線コネクタ 126949">
                      <a:extLst>
                        <a:ext uri="{FF2B5EF4-FFF2-40B4-BE49-F238E27FC236}">
                          <a16:creationId xmlns:a16="http://schemas.microsoft.com/office/drawing/2014/main" id="{75EA14F7-5EC3-4ADB-9E0A-45BF3273B7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51" name="直線コネクタ 126950">
                      <a:extLst>
                        <a:ext uri="{FF2B5EF4-FFF2-40B4-BE49-F238E27FC236}">
                          <a16:creationId xmlns:a16="http://schemas.microsoft.com/office/drawing/2014/main" id="{87847878-F500-4B74-96A3-811DD8C6E6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52" name="直線コネクタ 126951">
                      <a:extLst>
                        <a:ext uri="{FF2B5EF4-FFF2-40B4-BE49-F238E27FC236}">
                          <a16:creationId xmlns:a16="http://schemas.microsoft.com/office/drawing/2014/main" id="{BC6F6B19-8C65-48DE-804E-D6466AB578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53" name="直線コネクタ 126952">
                      <a:extLst>
                        <a:ext uri="{FF2B5EF4-FFF2-40B4-BE49-F238E27FC236}">
                          <a16:creationId xmlns:a16="http://schemas.microsoft.com/office/drawing/2014/main" id="{F40468E0-699D-49F8-B5CC-0E5EE7B7A4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790" name="グループ化 126789">
                    <a:extLst>
                      <a:ext uri="{FF2B5EF4-FFF2-40B4-BE49-F238E27FC236}">
                        <a16:creationId xmlns:a16="http://schemas.microsoft.com/office/drawing/2014/main" id="{68EEDD01-FD6C-4ABF-81A5-1FA020484B61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938" name="直線コネクタ 126937">
                      <a:extLst>
                        <a:ext uri="{FF2B5EF4-FFF2-40B4-BE49-F238E27FC236}">
                          <a16:creationId xmlns:a16="http://schemas.microsoft.com/office/drawing/2014/main" id="{F0AC8D8B-F8AC-41BE-9D63-A7EC5F7BA6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9" name="直線コネクタ 126938">
                      <a:extLst>
                        <a:ext uri="{FF2B5EF4-FFF2-40B4-BE49-F238E27FC236}">
                          <a16:creationId xmlns:a16="http://schemas.microsoft.com/office/drawing/2014/main" id="{EFE58BEE-0FFC-457D-883C-4436EC6143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0" name="直線コネクタ 126939">
                      <a:extLst>
                        <a:ext uri="{FF2B5EF4-FFF2-40B4-BE49-F238E27FC236}">
                          <a16:creationId xmlns:a16="http://schemas.microsoft.com/office/drawing/2014/main" id="{AD8ECCB2-A87C-4A1E-B017-A998BF165E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1" name="直線コネクタ 126940">
                      <a:extLst>
                        <a:ext uri="{FF2B5EF4-FFF2-40B4-BE49-F238E27FC236}">
                          <a16:creationId xmlns:a16="http://schemas.microsoft.com/office/drawing/2014/main" id="{2D766816-4E3C-40AB-935B-C91087ED02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2" name="直線コネクタ 126941">
                      <a:extLst>
                        <a:ext uri="{FF2B5EF4-FFF2-40B4-BE49-F238E27FC236}">
                          <a16:creationId xmlns:a16="http://schemas.microsoft.com/office/drawing/2014/main" id="{A9C8F400-E87B-4D99-B2D6-5F62D072C9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3" name="直線コネクタ 126942">
                      <a:extLst>
                        <a:ext uri="{FF2B5EF4-FFF2-40B4-BE49-F238E27FC236}">
                          <a16:creationId xmlns:a16="http://schemas.microsoft.com/office/drawing/2014/main" id="{E7FB0191-9504-4F76-9BC2-7EE877E973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4" name="直線コネクタ 126943">
                      <a:extLst>
                        <a:ext uri="{FF2B5EF4-FFF2-40B4-BE49-F238E27FC236}">
                          <a16:creationId xmlns:a16="http://schemas.microsoft.com/office/drawing/2014/main" id="{A724E958-E83E-4918-805F-29E617B0B1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45" name="直線コネクタ 126944">
                      <a:extLst>
                        <a:ext uri="{FF2B5EF4-FFF2-40B4-BE49-F238E27FC236}">
                          <a16:creationId xmlns:a16="http://schemas.microsoft.com/office/drawing/2014/main" id="{8A7FFFA4-1C8E-48C8-900A-D2E16EEC56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791" name="グループ化 126790">
                    <a:extLst>
                      <a:ext uri="{FF2B5EF4-FFF2-40B4-BE49-F238E27FC236}">
                        <a16:creationId xmlns:a16="http://schemas.microsoft.com/office/drawing/2014/main" id="{A84949EF-C2C0-4A11-9D0B-BC4B25C0220D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896" name="直線コネクタ 126895">
                      <a:extLst>
                        <a:ext uri="{FF2B5EF4-FFF2-40B4-BE49-F238E27FC236}">
                          <a16:creationId xmlns:a16="http://schemas.microsoft.com/office/drawing/2014/main" id="{058A6311-4ED7-43BF-B909-EC8ABBD91B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7" name="直線コネクタ 126896">
                      <a:extLst>
                        <a:ext uri="{FF2B5EF4-FFF2-40B4-BE49-F238E27FC236}">
                          <a16:creationId xmlns:a16="http://schemas.microsoft.com/office/drawing/2014/main" id="{6D4F1668-8EC5-4A0F-80C7-9431482365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8" name="直線コネクタ 126897">
                      <a:extLst>
                        <a:ext uri="{FF2B5EF4-FFF2-40B4-BE49-F238E27FC236}">
                          <a16:creationId xmlns:a16="http://schemas.microsoft.com/office/drawing/2014/main" id="{22245740-A825-44E8-892A-31650E53C9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9" name="直線コネクタ 126898">
                      <a:extLst>
                        <a:ext uri="{FF2B5EF4-FFF2-40B4-BE49-F238E27FC236}">
                          <a16:creationId xmlns:a16="http://schemas.microsoft.com/office/drawing/2014/main" id="{2091FD35-6B60-4088-A665-9AE5B104A6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0" name="直線コネクタ 126899">
                      <a:extLst>
                        <a:ext uri="{FF2B5EF4-FFF2-40B4-BE49-F238E27FC236}">
                          <a16:creationId xmlns:a16="http://schemas.microsoft.com/office/drawing/2014/main" id="{670B28B0-0880-41B7-866F-6590E0F9DC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1" name="直線コネクタ 126900">
                      <a:extLst>
                        <a:ext uri="{FF2B5EF4-FFF2-40B4-BE49-F238E27FC236}">
                          <a16:creationId xmlns:a16="http://schemas.microsoft.com/office/drawing/2014/main" id="{41298389-4E21-49C5-AD82-1E55B5A575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2" name="直線コネクタ 126901">
                      <a:extLst>
                        <a:ext uri="{FF2B5EF4-FFF2-40B4-BE49-F238E27FC236}">
                          <a16:creationId xmlns:a16="http://schemas.microsoft.com/office/drawing/2014/main" id="{75607E0B-BE81-4135-ABAD-03773534C2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3" name="直線コネクタ 126902">
                      <a:extLst>
                        <a:ext uri="{FF2B5EF4-FFF2-40B4-BE49-F238E27FC236}">
                          <a16:creationId xmlns:a16="http://schemas.microsoft.com/office/drawing/2014/main" id="{E2F1EF79-CC00-4BAD-8C19-828DB8A933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4" name="直線コネクタ 126903">
                      <a:extLst>
                        <a:ext uri="{FF2B5EF4-FFF2-40B4-BE49-F238E27FC236}">
                          <a16:creationId xmlns:a16="http://schemas.microsoft.com/office/drawing/2014/main" id="{17176276-9209-496E-BC75-6731769E91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5" name="直線コネクタ 126904">
                      <a:extLst>
                        <a:ext uri="{FF2B5EF4-FFF2-40B4-BE49-F238E27FC236}">
                          <a16:creationId xmlns:a16="http://schemas.microsoft.com/office/drawing/2014/main" id="{E29228DF-44B6-4A71-BEFC-AECB60F06C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6" name="直線コネクタ 126905">
                      <a:extLst>
                        <a:ext uri="{FF2B5EF4-FFF2-40B4-BE49-F238E27FC236}">
                          <a16:creationId xmlns:a16="http://schemas.microsoft.com/office/drawing/2014/main" id="{AC79E816-B381-4DC2-8C78-1C9BC9AD9F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7" name="直線コネクタ 126906">
                      <a:extLst>
                        <a:ext uri="{FF2B5EF4-FFF2-40B4-BE49-F238E27FC236}">
                          <a16:creationId xmlns:a16="http://schemas.microsoft.com/office/drawing/2014/main" id="{017749D8-3DCE-48A4-8915-8315518E10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8" name="直線コネクタ 126907">
                      <a:extLst>
                        <a:ext uri="{FF2B5EF4-FFF2-40B4-BE49-F238E27FC236}">
                          <a16:creationId xmlns:a16="http://schemas.microsoft.com/office/drawing/2014/main" id="{63216BA8-0337-4808-B80B-EACEBF81B0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09" name="直線コネクタ 126908">
                      <a:extLst>
                        <a:ext uri="{FF2B5EF4-FFF2-40B4-BE49-F238E27FC236}">
                          <a16:creationId xmlns:a16="http://schemas.microsoft.com/office/drawing/2014/main" id="{CF08ED93-12DA-474E-B783-C3D558B7FA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0" name="直線コネクタ 126909">
                      <a:extLst>
                        <a:ext uri="{FF2B5EF4-FFF2-40B4-BE49-F238E27FC236}">
                          <a16:creationId xmlns:a16="http://schemas.microsoft.com/office/drawing/2014/main" id="{741F1A43-0DE6-4DE8-BF5A-E23F63BEA9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1" name="直線コネクタ 126910">
                      <a:extLst>
                        <a:ext uri="{FF2B5EF4-FFF2-40B4-BE49-F238E27FC236}">
                          <a16:creationId xmlns:a16="http://schemas.microsoft.com/office/drawing/2014/main" id="{0129E03E-68DE-47CC-BDE1-9498F68674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2" name="直線コネクタ 126911">
                      <a:extLst>
                        <a:ext uri="{FF2B5EF4-FFF2-40B4-BE49-F238E27FC236}">
                          <a16:creationId xmlns:a16="http://schemas.microsoft.com/office/drawing/2014/main" id="{3014E491-274B-439E-AE5E-2EA681B670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3" name="直線コネクタ 126912">
                      <a:extLst>
                        <a:ext uri="{FF2B5EF4-FFF2-40B4-BE49-F238E27FC236}">
                          <a16:creationId xmlns:a16="http://schemas.microsoft.com/office/drawing/2014/main" id="{B66BEADD-EA85-4660-BA0A-C4499A655F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4" name="直線コネクタ 126913">
                      <a:extLst>
                        <a:ext uri="{FF2B5EF4-FFF2-40B4-BE49-F238E27FC236}">
                          <a16:creationId xmlns:a16="http://schemas.microsoft.com/office/drawing/2014/main" id="{5A3DC2D1-C697-4348-9205-9FB67DB9C6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5" name="直線コネクタ 126914">
                      <a:extLst>
                        <a:ext uri="{FF2B5EF4-FFF2-40B4-BE49-F238E27FC236}">
                          <a16:creationId xmlns:a16="http://schemas.microsoft.com/office/drawing/2014/main" id="{E8CF26DB-7619-4FCC-8769-CF79FA41CA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6" name="直線コネクタ 126915">
                      <a:extLst>
                        <a:ext uri="{FF2B5EF4-FFF2-40B4-BE49-F238E27FC236}">
                          <a16:creationId xmlns:a16="http://schemas.microsoft.com/office/drawing/2014/main" id="{E3C13032-2197-42BD-9ACF-50AC4F7EE4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7" name="直線コネクタ 126916">
                      <a:extLst>
                        <a:ext uri="{FF2B5EF4-FFF2-40B4-BE49-F238E27FC236}">
                          <a16:creationId xmlns:a16="http://schemas.microsoft.com/office/drawing/2014/main" id="{D5250EA2-3797-47A3-906D-15071C8489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8" name="直線コネクタ 126917">
                      <a:extLst>
                        <a:ext uri="{FF2B5EF4-FFF2-40B4-BE49-F238E27FC236}">
                          <a16:creationId xmlns:a16="http://schemas.microsoft.com/office/drawing/2014/main" id="{DB894906-E928-401B-BB95-15085A99CA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19" name="直線コネクタ 126918">
                      <a:extLst>
                        <a:ext uri="{FF2B5EF4-FFF2-40B4-BE49-F238E27FC236}">
                          <a16:creationId xmlns:a16="http://schemas.microsoft.com/office/drawing/2014/main" id="{7D5EE14C-FFE4-4EB6-A06F-D06BA748CF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0" name="直線コネクタ 126919">
                      <a:extLst>
                        <a:ext uri="{FF2B5EF4-FFF2-40B4-BE49-F238E27FC236}">
                          <a16:creationId xmlns:a16="http://schemas.microsoft.com/office/drawing/2014/main" id="{07676E8E-8CD3-47F8-BC75-58CA343A83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1" name="直線コネクタ 126920">
                      <a:extLst>
                        <a:ext uri="{FF2B5EF4-FFF2-40B4-BE49-F238E27FC236}">
                          <a16:creationId xmlns:a16="http://schemas.microsoft.com/office/drawing/2014/main" id="{D259031E-B03F-4C39-AB18-86A4CC311D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2" name="直線コネクタ 126921">
                      <a:extLst>
                        <a:ext uri="{FF2B5EF4-FFF2-40B4-BE49-F238E27FC236}">
                          <a16:creationId xmlns:a16="http://schemas.microsoft.com/office/drawing/2014/main" id="{D63B8B47-3697-444E-B1E4-C56B71548D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3" name="直線コネクタ 126922">
                      <a:extLst>
                        <a:ext uri="{FF2B5EF4-FFF2-40B4-BE49-F238E27FC236}">
                          <a16:creationId xmlns:a16="http://schemas.microsoft.com/office/drawing/2014/main" id="{75ECBB49-E399-4DFA-934E-C08EBD6A41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4" name="直線コネクタ 126923">
                      <a:extLst>
                        <a:ext uri="{FF2B5EF4-FFF2-40B4-BE49-F238E27FC236}">
                          <a16:creationId xmlns:a16="http://schemas.microsoft.com/office/drawing/2014/main" id="{D242200D-30A3-4F5F-AD6A-0A3620085E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5" name="直線コネクタ 126924">
                      <a:extLst>
                        <a:ext uri="{FF2B5EF4-FFF2-40B4-BE49-F238E27FC236}">
                          <a16:creationId xmlns:a16="http://schemas.microsoft.com/office/drawing/2014/main" id="{0C62266C-A033-49F0-A836-F71402F3FD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6" name="直線コネクタ 126925">
                      <a:extLst>
                        <a:ext uri="{FF2B5EF4-FFF2-40B4-BE49-F238E27FC236}">
                          <a16:creationId xmlns:a16="http://schemas.microsoft.com/office/drawing/2014/main" id="{83AF42A2-9148-43A4-9DC1-103D4A8809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7" name="直線コネクタ 126926">
                      <a:extLst>
                        <a:ext uri="{FF2B5EF4-FFF2-40B4-BE49-F238E27FC236}">
                          <a16:creationId xmlns:a16="http://schemas.microsoft.com/office/drawing/2014/main" id="{50BF1BFC-B2E7-483D-88F3-D1BF3E7216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8" name="直線コネクタ 126927">
                      <a:extLst>
                        <a:ext uri="{FF2B5EF4-FFF2-40B4-BE49-F238E27FC236}">
                          <a16:creationId xmlns:a16="http://schemas.microsoft.com/office/drawing/2014/main" id="{9F421EE0-0A86-45DD-8ABE-409913E1BE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29" name="直線コネクタ 126928">
                      <a:extLst>
                        <a:ext uri="{FF2B5EF4-FFF2-40B4-BE49-F238E27FC236}">
                          <a16:creationId xmlns:a16="http://schemas.microsoft.com/office/drawing/2014/main" id="{D44CC5E4-648F-4D2A-8B9C-0602423E78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0" name="直線コネクタ 126929">
                      <a:extLst>
                        <a:ext uri="{FF2B5EF4-FFF2-40B4-BE49-F238E27FC236}">
                          <a16:creationId xmlns:a16="http://schemas.microsoft.com/office/drawing/2014/main" id="{E65745A1-11B4-4BB2-91ED-824F5BBF63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1" name="直線コネクタ 126930">
                      <a:extLst>
                        <a:ext uri="{FF2B5EF4-FFF2-40B4-BE49-F238E27FC236}">
                          <a16:creationId xmlns:a16="http://schemas.microsoft.com/office/drawing/2014/main" id="{446A7078-0F34-4098-AC73-50993D1896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2" name="直線コネクタ 126931">
                      <a:extLst>
                        <a:ext uri="{FF2B5EF4-FFF2-40B4-BE49-F238E27FC236}">
                          <a16:creationId xmlns:a16="http://schemas.microsoft.com/office/drawing/2014/main" id="{FF0CEC62-F7B1-4EC6-A2E0-C7797AB1F7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3" name="直線コネクタ 126932">
                      <a:extLst>
                        <a:ext uri="{FF2B5EF4-FFF2-40B4-BE49-F238E27FC236}">
                          <a16:creationId xmlns:a16="http://schemas.microsoft.com/office/drawing/2014/main" id="{925233B8-C0D7-421A-B134-8298B6849D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4" name="直線コネクタ 126933">
                      <a:extLst>
                        <a:ext uri="{FF2B5EF4-FFF2-40B4-BE49-F238E27FC236}">
                          <a16:creationId xmlns:a16="http://schemas.microsoft.com/office/drawing/2014/main" id="{E73062CC-9E15-4E52-823C-01891D4DAB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5" name="直線コネクタ 126934">
                      <a:extLst>
                        <a:ext uri="{FF2B5EF4-FFF2-40B4-BE49-F238E27FC236}">
                          <a16:creationId xmlns:a16="http://schemas.microsoft.com/office/drawing/2014/main" id="{248D8BFE-101C-4F56-A8FD-664E105C3F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6" name="直線コネクタ 126935">
                      <a:extLst>
                        <a:ext uri="{FF2B5EF4-FFF2-40B4-BE49-F238E27FC236}">
                          <a16:creationId xmlns:a16="http://schemas.microsoft.com/office/drawing/2014/main" id="{5ADB39CB-3650-4DF4-A75D-D2EB4957E3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937" name="直線コネクタ 126936">
                      <a:extLst>
                        <a:ext uri="{FF2B5EF4-FFF2-40B4-BE49-F238E27FC236}">
                          <a16:creationId xmlns:a16="http://schemas.microsoft.com/office/drawing/2014/main" id="{2BCB2234-3918-42FF-932D-00CA219B4B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792" name="グループ化 126791">
                    <a:extLst>
                      <a:ext uri="{FF2B5EF4-FFF2-40B4-BE49-F238E27FC236}">
                        <a16:creationId xmlns:a16="http://schemas.microsoft.com/office/drawing/2014/main" id="{8D11BFF1-BE1D-491B-BBFF-B3158415BD9D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854" name="直線コネクタ 126853">
                      <a:extLst>
                        <a:ext uri="{FF2B5EF4-FFF2-40B4-BE49-F238E27FC236}">
                          <a16:creationId xmlns:a16="http://schemas.microsoft.com/office/drawing/2014/main" id="{AFCF3D9D-6EAC-457A-B92C-506E865831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5" name="直線コネクタ 126854">
                      <a:extLst>
                        <a:ext uri="{FF2B5EF4-FFF2-40B4-BE49-F238E27FC236}">
                          <a16:creationId xmlns:a16="http://schemas.microsoft.com/office/drawing/2014/main" id="{4B5AAB0F-E47C-4017-B393-12362BFD9B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6" name="直線コネクタ 126855">
                      <a:extLst>
                        <a:ext uri="{FF2B5EF4-FFF2-40B4-BE49-F238E27FC236}">
                          <a16:creationId xmlns:a16="http://schemas.microsoft.com/office/drawing/2014/main" id="{71014E39-9F3F-4B6D-832F-54D2520632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7" name="直線コネクタ 126856">
                      <a:extLst>
                        <a:ext uri="{FF2B5EF4-FFF2-40B4-BE49-F238E27FC236}">
                          <a16:creationId xmlns:a16="http://schemas.microsoft.com/office/drawing/2014/main" id="{07C5660E-7A37-485F-9E1B-F8921BD0AD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8" name="直線コネクタ 126857">
                      <a:extLst>
                        <a:ext uri="{FF2B5EF4-FFF2-40B4-BE49-F238E27FC236}">
                          <a16:creationId xmlns:a16="http://schemas.microsoft.com/office/drawing/2014/main" id="{A5404088-3EA1-446C-B920-C36C64F0C9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9" name="直線コネクタ 126858">
                      <a:extLst>
                        <a:ext uri="{FF2B5EF4-FFF2-40B4-BE49-F238E27FC236}">
                          <a16:creationId xmlns:a16="http://schemas.microsoft.com/office/drawing/2014/main" id="{27EB54FD-55D1-4BEF-A5DC-C2E0443C11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0" name="直線コネクタ 126859">
                      <a:extLst>
                        <a:ext uri="{FF2B5EF4-FFF2-40B4-BE49-F238E27FC236}">
                          <a16:creationId xmlns:a16="http://schemas.microsoft.com/office/drawing/2014/main" id="{EC5BFD22-2305-49EB-9F06-851405A5BC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1" name="直線コネクタ 126860">
                      <a:extLst>
                        <a:ext uri="{FF2B5EF4-FFF2-40B4-BE49-F238E27FC236}">
                          <a16:creationId xmlns:a16="http://schemas.microsoft.com/office/drawing/2014/main" id="{810C6498-7C1C-49CB-B260-8D1F621B5E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2" name="直線コネクタ 126861">
                      <a:extLst>
                        <a:ext uri="{FF2B5EF4-FFF2-40B4-BE49-F238E27FC236}">
                          <a16:creationId xmlns:a16="http://schemas.microsoft.com/office/drawing/2014/main" id="{7344F4C0-8F66-4C23-B1D3-615853EECC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3" name="直線コネクタ 126862">
                      <a:extLst>
                        <a:ext uri="{FF2B5EF4-FFF2-40B4-BE49-F238E27FC236}">
                          <a16:creationId xmlns:a16="http://schemas.microsoft.com/office/drawing/2014/main" id="{06482205-B9BB-4661-9D65-26C9E34315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4" name="直線コネクタ 126863">
                      <a:extLst>
                        <a:ext uri="{FF2B5EF4-FFF2-40B4-BE49-F238E27FC236}">
                          <a16:creationId xmlns:a16="http://schemas.microsoft.com/office/drawing/2014/main" id="{C2FC987B-BA77-41AB-94E3-516AEA9136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5" name="直線コネクタ 126864">
                      <a:extLst>
                        <a:ext uri="{FF2B5EF4-FFF2-40B4-BE49-F238E27FC236}">
                          <a16:creationId xmlns:a16="http://schemas.microsoft.com/office/drawing/2014/main" id="{BA094B40-B3AC-415F-A313-7BAC13E062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6" name="直線コネクタ 126865">
                      <a:extLst>
                        <a:ext uri="{FF2B5EF4-FFF2-40B4-BE49-F238E27FC236}">
                          <a16:creationId xmlns:a16="http://schemas.microsoft.com/office/drawing/2014/main" id="{1795272F-6FB1-404C-9B4C-BB902FA417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7" name="直線コネクタ 126866">
                      <a:extLst>
                        <a:ext uri="{FF2B5EF4-FFF2-40B4-BE49-F238E27FC236}">
                          <a16:creationId xmlns:a16="http://schemas.microsoft.com/office/drawing/2014/main" id="{0EA57FF3-AE95-43BA-AFB2-8D4D0115D6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8" name="直線コネクタ 126867">
                      <a:extLst>
                        <a:ext uri="{FF2B5EF4-FFF2-40B4-BE49-F238E27FC236}">
                          <a16:creationId xmlns:a16="http://schemas.microsoft.com/office/drawing/2014/main" id="{D23A863D-6FBB-45BB-BEEE-79E7E07AB8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69" name="直線コネクタ 126868">
                      <a:extLst>
                        <a:ext uri="{FF2B5EF4-FFF2-40B4-BE49-F238E27FC236}">
                          <a16:creationId xmlns:a16="http://schemas.microsoft.com/office/drawing/2014/main" id="{7F3F7740-F31C-4E1A-8E01-3A5D28DE53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0" name="直線コネクタ 126869">
                      <a:extLst>
                        <a:ext uri="{FF2B5EF4-FFF2-40B4-BE49-F238E27FC236}">
                          <a16:creationId xmlns:a16="http://schemas.microsoft.com/office/drawing/2014/main" id="{D8E8BC67-D197-44BE-AF33-609A420E88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1" name="直線コネクタ 126870">
                      <a:extLst>
                        <a:ext uri="{FF2B5EF4-FFF2-40B4-BE49-F238E27FC236}">
                          <a16:creationId xmlns:a16="http://schemas.microsoft.com/office/drawing/2014/main" id="{2B200F55-FAA9-4996-B530-92BFDBE813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2" name="直線コネクタ 126871">
                      <a:extLst>
                        <a:ext uri="{FF2B5EF4-FFF2-40B4-BE49-F238E27FC236}">
                          <a16:creationId xmlns:a16="http://schemas.microsoft.com/office/drawing/2014/main" id="{ABE55AC6-8F9C-4FC2-B30C-76B0D0DBB3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3" name="直線コネクタ 126872">
                      <a:extLst>
                        <a:ext uri="{FF2B5EF4-FFF2-40B4-BE49-F238E27FC236}">
                          <a16:creationId xmlns:a16="http://schemas.microsoft.com/office/drawing/2014/main" id="{576D06C0-EB6B-4A1A-919F-235EA488C0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4" name="直線コネクタ 126873">
                      <a:extLst>
                        <a:ext uri="{FF2B5EF4-FFF2-40B4-BE49-F238E27FC236}">
                          <a16:creationId xmlns:a16="http://schemas.microsoft.com/office/drawing/2014/main" id="{FE76D9F1-3BB2-4CCE-B7B0-634EC79EF7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5" name="直線コネクタ 126874">
                      <a:extLst>
                        <a:ext uri="{FF2B5EF4-FFF2-40B4-BE49-F238E27FC236}">
                          <a16:creationId xmlns:a16="http://schemas.microsoft.com/office/drawing/2014/main" id="{116B4A67-E8CC-4F4F-A165-19FFA38573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6" name="直線コネクタ 126875">
                      <a:extLst>
                        <a:ext uri="{FF2B5EF4-FFF2-40B4-BE49-F238E27FC236}">
                          <a16:creationId xmlns:a16="http://schemas.microsoft.com/office/drawing/2014/main" id="{BC75B8C1-40E1-472C-8584-03C5C4B4D1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7" name="直線コネクタ 126876">
                      <a:extLst>
                        <a:ext uri="{FF2B5EF4-FFF2-40B4-BE49-F238E27FC236}">
                          <a16:creationId xmlns:a16="http://schemas.microsoft.com/office/drawing/2014/main" id="{A2FDFA6C-37DB-4882-B1EE-0B594308B9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8" name="直線コネクタ 126877">
                      <a:extLst>
                        <a:ext uri="{FF2B5EF4-FFF2-40B4-BE49-F238E27FC236}">
                          <a16:creationId xmlns:a16="http://schemas.microsoft.com/office/drawing/2014/main" id="{49CC3B03-C2A9-4873-A37C-9968974C68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79" name="直線コネクタ 126878">
                      <a:extLst>
                        <a:ext uri="{FF2B5EF4-FFF2-40B4-BE49-F238E27FC236}">
                          <a16:creationId xmlns:a16="http://schemas.microsoft.com/office/drawing/2014/main" id="{4FECA5C0-C695-4BE7-9915-54429192A4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0" name="直線コネクタ 126879">
                      <a:extLst>
                        <a:ext uri="{FF2B5EF4-FFF2-40B4-BE49-F238E27FC236}">
                          <a16:creationId xmlns:a16="http://schemas.microsoft.com/office/drawing/2014/main" id="{3FCD7BDB-1FE6-44EE-A5E2-478E778370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1" name="直線コネクタ 126880">
                      <a:extLst>
                        <a:ext uri="{FF2B5EF4-FFF2-40B4-BE49-F238E27FC236}">
                          <a16:creationId xmlns:a16="http://schemas.microsoft.com/office/drawing/2014/main" id="{0FDF52CC-A18F-4A56-B3C8-B5E2D3235F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2" name="直線コネクタ 126881">
                      <a:extLst>
                        <a:ext uri="{FF2B5EF4-FFF2-40B4-BE49-F238E27FC236}">
                          <a16:creationId xmlns:a16="http://schemas.microsoft.com/office/drawing/2014/main" id="{558D3CA1-9719-4BA5-9DA8-65503C0412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3" name="直線コネクタ 126882">
                      <a:extLst>
                        <a:ext uri="{FF2B5EF4-FFF2-40B4-BE49-F238E27FC236}">
                          <a16:creationId xmlns:a16="http://schemas.microsoft.com/office/drawing/2014/main" id="{985AF3ED-6DF8-4C81-B92C-501358AC12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4" name="直線コネクタ 126883">
                      <a:extLst>
                        <a:ext uri="{FF2B5EF4-FFF2-40B4-BE49-F238E27FC236}">
                          <a16:creationId xmlns:a16="http://schemas.microsoft.com/office/drawing/2014/main" id="{A1AD1328-FE17-4836-AFD3-832CA9F17B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5" name="直線コネクタ 126884">
                      <a:extLst>
                        <a:ext uri="{FF2B5EF4-FFF2-40B4-BE49-F238E27FC236}">
                          <a16:creationId xmlns:a16="http://schemas.microsoft.com/office/drawing/2014/main" id="{6503A211-1685-451A-8DB8-70A00A6743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6" name="直線コネクタ 126885">
                      <a:extLst>
                        <a:ext uri="{FF2B5EF4-FFF2-40B4-BE49-F238E27FC236}">
                          <a16:creationId xmlns:a16="http://schemas.microsoft.com/office/drawing/2014/main" id="{0522210A-697A-44D6-B688-E99E9D7AD3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7" name="直線コネクタ 126886">
                      <a:extLst>
                        <a:ext uri="{FF2B5EF4-FFF2-40B4-BE49-F238E27FC236}">
                          <a16:creationId xmlns:a16="http://schemas.microsoft.com/office/drawing/2014/main" id="{2ADEE1EB-3C9F-4A5A-A1BD-8C93563DCF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8" name="直線コネクタ 126887">
                      <a:extLst>
                        <a:ext uri="{FF2B5EF4-FFF2-40B4-BE49-F238E27FC236}">
                          <a16:creationId xmlns:a16="http://schemas.microsoft.com/office/drawing/2014/main" id="{423178CE-D294-467A-BE7F-B28DDDD783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89" name="直線コネクタ 126888">
                      <a:extLst>
                        <a:ext uri="{FF2B5EF4-FFF2-40B4-BE49-F238E27FC236}">
                          <a16:creationId xmlns:a16="http://schemas.microsoft.com/office/drawing/2014/main" id="{7BF8FD94-EA99-45F7-857F-6E056ED401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0" name="直線コネクタ 126889">
                      <a:extLst>
                        <a:ext uri="{FF2B5EF4-FFF2-40B4-BE49-F238E27FC236}">
                          <a16:creationId xmlns:a16="http://schemas.microsoft.com/office/drawing/2014/main" id="{6180F140-1587-4629-B85C-6742EF71CB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1" name="直線コネクタ 126890">
                      <a:extLst>
                        <a:ext uri="{FF2B5EF4-FFF2-40B4-BE49-F238E27FC236}">
                          <a16:creationId xmlns:a16="http://schemas.microsoft.com/office/drawing/2014/main" id="{F36A5C29-75F9-44AC-833B-90D8495E39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2" name="直線コネクタ 126891">
                      <a:extLst>
                        <a:ext uri="{FF2B5EF4-FFF2-40B4-BE49-F238E27FC236}">
                          <a16:creationId xmlns:a16="http://schemas.microsoft.com/office/drawing/2014/main" id="{E615A05B-3B39-441A-B695-E80204F2C2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3" name="直線コネクタ 126892">
                      <a:extLst>
                        <a:ext uri="{FF2B5EF4-FFF2-40B4-BE49-F238E27FC236}">
                          <a16:creationId xmlns:a16="http://schemas.microsoft.com/office/drawing/2014/main" id="{0124A63D-6261-42DE-B5F9-F4E8A91BE4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4" name="直線コネクタ 126893">
                      <a:extLst>
                        <a:ext uri="{FF2B5EF4-FFF2-40B4-BE49-F238E27FC236}">
                          <a16:creationId xmlns:a16="http://schemas.microsoft.com/office/drawing/2014/main" id="{EFCE8DCA-4D4D-4B5C-94DE-C7F4C9B2AB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95" name="直線コネクタ 126894">
                      <a:extLst>
                        <a:ext uri="{FF2B5EF4-FFF2-40B4-BE49-F238E27FC236}">
                          <a16:creationId xmlns:a16="http://schemas.microsoft.com/office/drawing/2014/main" id="{6469C54E-F85C-445A-8F92-9503FDE30A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793" name="グループ化 126792">
                    <a:extLst>
                      <a:ext uri="{FF2B5EF4-FFF2-40B4-BE49-F238E27FC236}">
                        <a16:creationId xmlns:a16="http://schemas.microsoft.com/office/drawing/2014/main" id="{6D6C55CE-4590-4C54-AE10-5FE4955B8D51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846" name="直線コネクタ 126845">
                      <a:extLst>
                        <a:ext uri="{FF2B5EF4-FFF2-40B4-BE49-F238E27FC236}">
                          <a16:creationId xmlns:a16="http://schemas.microsoft.com/office/drawing/2014/main" id="{21C0FEF3-8BF6-46C8-9BCC-EEEA185EFD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7" name="直線コネクタ 126846">
                      <a:extLst>
                        <a:ext uri="{FF2B5EF4-FFF2-40B4-BE49-F238E27FC236}">
                          <a16:creationId xmlns:a16="http://schemas.microsoft.com/office/drawing/2014/main" id="{CB425688-D789-4BAC-A722-3351604905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8" name="直線コネクタ 126847">
                      <a:extLst>
                        <a:ext uri="{FF2B5EF4-FFF2-40B4-BE49-F238E27FC236}">
                          <a16:creationId xmlns:a16="http://schemas.microsoft.com/office/drawing/2014/main" id="{514F97FB-8A23-4AF6-BEC2-1E0B937936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9" name="直線コネクタ 126848">
                      <a:extLst>
                        <a:ext uri="{FF2B5EF4-FFF2-40B4-BE49-F238E27FC236}">
                          <a16:creationId xmlns:a16="http://schemas.microsoft.com/office/drawing/2014/main" id="{296139A7-D4CA-4291-8F47-CF77B72BD3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0" name="直線コネクタ 126849">
                      <a:extLst>
                        <a:ext uri="{FF2B5EF4-FFF2-40B4-BE49-F238E27FC236}">
                          <a16:creationId xmlns:a16="http://schemas.microsoft.com/office/drawing/2014/main" id="{648F7A90-6311-4290-BA2A-9F26C66591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1" name="直線コネクタ 126850">
                      <a:extLst>
                        <a:ext uri="{FF2B5EF4-FFF2-40B4-BE49-F238E27FC236}">
                          <a16:creationId xmlns:a16="http://schemas.microsoft.com/office/drawing/2014/main" id="{F42D438F-AA4F-4314-A89F-E6525CBD3F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2" name="直線コネクタ 126851">
                      <a:extLst>
                        <a:ext uri="{FF2B5EF4-FFF2-40B4-BE49-F238E27FC236}">
                          <a16:creationId xmlns:a16="http://schemas.microsoft.com/office/drawing/2014/main" id="{C9E0AC5B-B232-4EB1-B6F8-604E09F341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53" name="直線コネクタ 126852">
                      <a:extLst>
                        <a:ext uri="{FF2B5EF4-FFF2-40B4-BE49-F238E27FC236}">
                          <a16:creationId xmlns:a16="http://schemas.microsoft.com/office/drawing/2014/main" id="{241C9C04-8A8A-4276-B8D9-C20718A85B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794" name="グループ化 126793">
                    <a:extLst>
                      <a:ext uri="{FF2B5EF4-FFF2-40B4-BE49-F238E27FC236}">
                        <a16:creationId xmlns:a16="http://schemas.microsoft.com/office/drawing/2014/main" id="{C28148A0-F9ED-4733-9826-FD24A61BC870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838" name="直線コネクタ 126837">
                      <a:extLst>
                        <a:ext uri="{FF2B5EF4-FFF2-40B4-BE49-F238E27FC236}">
                          <a16:creationId xmlns:a16="http://schemas.microsoft.com/office/drawing/2014/main" id="{27F02FF2-7646-4D25-BCE5-91999772BC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9" name="直線コネクタ 126838">
                      <a:extLst>
                        <a:ext uri="{FF2B5EF4-FFF2-40B4-BE49-F238E27FC236}">
                          <a16:creationId xmlns:a16="http://schemas.microsoft.com/office/drawing/2014/main" id="{66CBC205-04C2-493F-8DBD-02AF02C7FD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0" name="直線コネクタ 126839">
                      <a:extLst>
                        <a:ext uri="{FF2B5EF4-FFF2-40B4-BE49-F238E27FC236}">
                          <a16:creationId xmlns:a16="http://schemas.microsoft.com/office/drawing/2014/main" id="{9151E1E8-70B0-4F8F-81F8-AF2E742B5B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1" name="直線コネクタ 126840">
                      <a:extLst>
                        <a:ext uri="{FF2B5EF4-FFF2-40B4-BE49-F238E27FC236}">
                          <a16:creationId xmlns:a16="http://schemas.microsoft.com/office/drawing/2014/main" id="{B1F0A5DA-49C1-4F69-96D8-E7C3E643B9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2" name="直線コネクタ 126841">
                      <a:extLst>
                        <a:ext uri="{FF2B5EF4-FFF2-40B4-BE49-F238E27FC236}">
                          <a16:creationId xmlns:a16="http://schemas.microsoft.com/office/drawing/2014/main" id="{10E5221E-7BD7-44F5-9CA3-339FA396C6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3" name="直線コネクタ 126842">
                      <a:extLst>
                        <a:ext uri="{FF2B5EF4-FFF2-40B4-BE49-F238E27FC236}">
                          <a16:creationId xmlns:a16="http://schemas.microsoft.com/office/drawing/2014/main" id="{79A0CE92-B3DC-465D-B8FC-DCA3AA1954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4" name="直線コネクタ 126843">
                      <a:extLst>
                        <a:ext uri="{FF2B5EF4-FFF2-40B4-BE49-F238E27FC236}">
                          <a16:creationId xmlns:a16="http://schemas.microsoft.com/office/drawing/2014/main" id="{673F034A-F8D1-42D2-B276-AE4BFA3883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45" name="直線コネクタ 126844">
                      <a:extLst>
                        <a:ext uri="{FF2B5EF4-FFF2-40B4-BE49-F238E27FC236}">
                          <a16:creationId xmlns:a16="http://schemas.microsoft.com/office/drawing/2014/main" id="{978CCE21-CB48-41FE-88F1-D1BEA531C7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795" name="グループ化 126794">
                    <a:extLst>
                      <a:ext uri="{FF2B5EF4-FFF2-40B4-BE49-F238E27FC236}">
                        <a16:creationId xmlns:a16="http://schemas.microsoft.com/office/drawing/2014/main" id="{3EA12F22-10B1-4561-BBB5-598E76BD322D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796" name="直線コネクタ 126795">
                      <a:extLst>
                        <a:ext uri="{FF2B5EF4-FFF2-40B4-BE49-F238E27FC236}">
                          <a16:creationId xmlns:a16="http://schemas.microsoft.com/office/drawing/2014/main" id="{0057E83B-AE49-45A0-BF62-61AC167ABB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797" name="直線コネクタ 126796">
                      <a:extLst>
                        <a:ext uri="{FF2B5EF4-FFF2-40B4-BE49-F238E27FC236}">
                          <a16:creationId xmlns:a16="http://schemas.microsoft.com/office/drawing/2014/main" id="{F4F45EEC-9BEC-4300-B966-2F646E2C29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798" name="直線コネクタ 126797">
                      <a:extLst>
                        <a:ext uri="{FF2B5EF4-FFF2-40B4-BE49-F238E27FC236}">
                          <a16:creationId xmlns:a16="http://schemas.microsoft.com/office/drawing/2014/main" id="{26DC5908-E91C-429B-91AC-01D069961B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799" name="直線コネクタ 126798">
                      <a:extLst>
                        <a:ext uri="{FF2B5EF4-FFF2-40B4-BE49-F238E27FC236}">
                          <a16:creationId xmlns:a16="http://schemas.microsoft.com/office/drawing/2014/main" id="{E8C44A82-D4C6-449F-BC4F-B18E41D5FA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0" name="直線コネクタ 126799">
                      <a:extLst>
                        <a:ext uri="{FF2B5EF4-FFF2-40B4-BE49-F238E27FC236}">
                          <a16:creationId xmlns:a16="http://schemas.microsoft.com/office/drawing/2014/main" id="{AA354595-E12A-454A-95C7-AA9F6C2204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1" name="直線コネクタ 126800">
                      <a:extLst>
                        <a:ext uri="{FF2B5EF4-FFF2-40B4-BE49-F238E27FC236}">
                          <a16:creationId xmlns:a16="http://schemas.microsoft.com/office/drawing/2014/main" id="{54D0C938-EB1F-4B19-B4E5-D4BC60C689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2" name="直線コネクタ 126801">
                      <a:extLst>
                        <a:ext uri="{FF2B5EF4-FFF2-40B4-BE49-F238E27FC236}">
                          <a16:creationId xmlns:a16="http://schemas.microsoft.com/office/drawing/2014/main" id="{292D79FE-8E8B-495C-999F-D3286549CD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3" name="直線コネクタ 126802">
                      <a:extLst>
                        <a:ext uri="{FF2B5EF4-FFF2-40B4-BE49-F238E27FC236}">
                          <a16:creationId xmlns:a16="http://schemas.microsoft.com/office/drawing/2014/main" id="{AFA0E3E6-00F2-4ECB-8AC2-370E19B086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4" name="直線コネクタ 126803">
                      <a:extLst>
                        <a:ext uri="{FF2B5EF4-FFF2-40B4-BE49-F238E27FC236}">
                          <a16:creationId xmlns:a16="http://schemas.microsoft.com/office/drawing/2014/main" id="{09961294-7522-47F5-89A8-9584EC2DFC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5" name="直線コネクタ 126804">
                      <a:extLst>
                        <a:ext uri="{FF2B5EF4-FFF2-40B4-BE49-F238E27FC236}">
                          <a16:creationId xmlns:a16="http://schemas.microsoft.com/office/drawing/2014/main" id="{434EE261-29F6-417B-B1D2-2F6FBF7DA1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6" name="直線コネクタ 126805">
                      <a:extLst>
                        <a:ext uri="{FF2B5EF4-FFF2-40B4-BE49-F238E27FC236}">
                          <a16:creationId xmlns:a16="http://schemas.microsoft.com/office/drawing/2014/main" id="{B08E7109-6042-4636-B733-5447C1C4D5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7" name="直線コネクタ 126806">
                      <a:extLst>
                        <a:ext uri="{FF2B5EF4-FFF2-40B4-BE49-F238E27FC236}">
                          <a16:creationId xmlns:a16="http://schemas.microsoft.com/office/drawing/2014/main" id="{EFEAA39A-932A-4954-8FA5-A876506F4B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8" name="直線コネクタ 126807">
                      <a:extLst>
                        <a:ext uri="{FF2B5EF4-FFF2-40B4-BE49-F238E27FC236}">
                          <a16:creationId xmlns:a16="http://schemas.microsoft.com/office/drawing/2014/main" id="{776F322F-D9AC-4FEA-AFBC-3EADC86075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09" name="直線コネクタ 126808">
                      <a:extLst>
                        <a:ext uri="{FF2B5EF4-FFF2-40B4-BE49-F238E27FC236}">
                          <a16:creationId xmlns:a16="http://schemas.microsoft.com/office/drawing/2014/main" id="{EFD91290-1B39-4178-8F9C-97B553ECF5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0" name="直線コネクタ 126809">
                      <a:extLst>
                        <a:ext uri="{FF2B5EF4-FFF2-40B4-BE49-F238E27FC236}">
                          <a16:creationId xmlns:a16="http://schemas.microsoft.com/office/drawing/2014/main" id="{CB3B13C8-929D-496E-B72A-B45F997C87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1" name="直線コネクタ 126810">
                      <a:extLst>
                        <a:ext uri="{FF2B5EF4-FFF2-40B4-BE49-F238E27FC236}">
                          <a16:creationId xmlns:a16="http://schemas.microsoft.com/office/drawing/2014/main" id="{391FA176-6DC6-49B2-8FAC-22AB7B147C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2" name="直線コネクタ 126811">
                      <a:extLst>
                        <a:ext uri="{FF2B5EF4-FFF2-40B4-BE49-F238E27FC236}">
                          <a16:creationId xmlns:a16="http://schemas.microsoft.com/office/drawing/2014/main" id="{FA5CF636-147B-4C60-B3E8-4537E6CE3E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3" name="直線コネクタ 126812">
                      <a:extLst>
                        <a:ext uri="{FF2B5EF4-FFF2-40B4-BE49-F238E27FC236}">
                          <a16:creationId xmlns:a16="http://schemas.microsoft.com/office/drawing/2014/main" id="{033D07F2-C9A7-46FA-9928-965352E415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4" name="直線コネクタ 126813">
                      <a:extLst>
                        <a:ext uri="{FF2B5EF4-FFF2-40B4-BE49-F238E27FC236}">
                          <a16:creationId xmlns:a16="http://schemas.microsoft.com/office/drawing/2014/main" id="{6E4BBD24-CE83-4475-83B8-2BB50A2283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5" name="直線コネクタ 126814">
                      <a:extLst>
                        <a:ext uri="{FF2B5EF4-FFF2-40B4-BE49-F238E27FC236}">
                          <a16:creationId xmlns:a16="http://schemas.microsoft.com/office/drawing/2014/main" id="{E6482D08-6B97-4374-8524-D35445458B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6" name="直線コネクタ 126815">
                      <a:extLst>
                        <a:ext uri="{FF2B5EF4-FFF2-40B4-BE49-F238E27FC236}">
                          <a16:creationId xmlns:a16="http://schemas.microsoft.com/office/drawing/2014/main" id="{C2284088-B033-4D47-83B0-B9FFA43753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7" name="直線コネクタ 126816">
                      <a:extLst>
                        <a:ext uri="{FF2B5EF4-FFF2-40B4-BE49-F238E27FC236}">
                          <a16:creationId xmlns:a16="http://schemas.microsoft.com/office/drawing/2014/main" id="{D3DA6027-423E-4394-9137-F7EE4ECAFF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8" name="直線コネクタ 126817">
                      <a:extLst>
                        <a:ext uri="{FF2B5EF4-FFF2-40B4-BE49-F238E27FC236}">
                          <a16:creationId xmlns:a16="http://schemas.microsoft.com/office/drawing/2014/main" id="{5F43B8C8-3186-4F44-9E7E-80201208D9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19" name="直線コネクタ 126818">
                      <a:extLst>
                        <a:ext uri="{FF2B5EF4-FFF2-40B4-BE49-F238E27FC236}">
                          <a16:creationId xmlns:a16="http://schemas.microsoft.com/office/drawing/2014/main" id="{BC8ADB92-B5D5-4DE4-AC1F-C013A481C7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0" name="直線コネクタ 126819">
                      <a:extLst>
                        <a:ext uri="{FF2B5EF4-FFF2-40B4-BE49-F238E27FC236}">
                          <a16:creationId xmlns:a16="http://schemas.microsoft.com/office/drawing/2014/main" id="{A0564377-83FB-4776-A8FF-C80E3B4676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1" name="直線コネクタ 126820">
                      <a:extLst>
                        <a:ext uri="{FF2B5EF4-FFF2-40B4-BE49-F238E27FC236}">
                          <a16:creationId xmlns:a16="http://schemas.microsoft.com/office/drawing/2014/main" id="{8C5EB72A-E5D2-4481-B5ED-AF89C3BA3C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2" name="直線コネクタ 126821">
                      <a:extLst>
                        <a:ext uri="{FF2B5EF4-FFF2-40B4-BE49-F238E27FC236}">
                          <a16:creationId xmlns:a16="http://schemas.microsoft.com/office/drawing/2014/main" id="{5F1FCBB8-C2B7-40E6-9835-25EB99C0DC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3" name="直線コネクタ 126822">
                      <a:extLst>
                        <a:ext uri="{FF2B5EF4-FFF2-40B4-BE49-F238E27FC236}">
                          <a16:creationId xmlns:a16="http://schemas.microsoft.com/office/drawing/2014/main" id="{764A0AC5-7F30-4285-A888-49A83F2BBF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4" name="直線コネクタ 126823">
                      <a:extLst>
                        <a:ext uri="{FF2B5EF4-FFF2-40B4-BE49-F238E27FC236}">
                          <a16:creationId xmlns:a16="http://schemas.microsoft.com/office/drawing/2014/main" id="{629A1175-852E-44BE-AEB9-8F7A6EBE95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5" name="直線コネクタ 126824">
                      <a:extLst>
                        <a:ext uri="{FF2B5EF4-FFF2-40B4-BE49-F238E27FC236}">
                          <a16:creationId xmlns:a16="http://schemas.microsoft.com/office/drawing/2014/main" id="{6452DE2F-DAD8-45F0-9C32-968D4BAC68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6" name="直線コネクタ 126825">
                      <a:extLst>
                        <a:ext uri="{FF2B5EF4-FFF2-40B4-BE49-F238E27FC236}">
                          <a16:creationId xmlns:a16="http://schemas.microsoft.com/office/drawing/2014/main" id="{44B6787C-3E70-4E73-BA13-3AFA25E0D6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7" name="直線コネクタ 126826">
                      <a:extLst>
                        <a:ext uri="{FF2B5EF4-FFF2-40B4-BE49-F238E27FC236}">
                          <a16:creationId xmlns:a16="http://schemas.microsoft.com/office/drawing/2014/main" id="{59285B10-8A76-46DD-9FC1-89C99546F6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8" name="直線コネクタ 126827">
                      <a:extLst>
                        <a:ext uri="{FF2B5EF4-FFF2-40B4-BE49-F238E27FC236}">
                          <a16:creationId xmlns:a16="http://schemas.microsoft.com/office/drawing/2014/main" id="{69975B19-2C5B-44C9-A68C-71FAE61BE4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29" name="直線コネクタ 126828">
                      <a:extLst>
                        <a:ext uri="{FF2B5EF4-FFF2-40B4-BE49-F238E27FC236}">
                          <a16:creationId xmlns:a16="http://schemas.microsoft.com/office/drawing/2014/main" id="{EE48D3E0-8AEC-4264-8D18-43320006B3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0" name="直線コネクタ 126829">
                      <a:extLst>
                        <a:ext uri="{FF2B5EF4-FFF2-40B4-BE49-F238E27FC236}">
                          <a16:creationId xmlns:a16="http://schemas.microsoft.com/office/drawing/2014/main" id="{105D8F3D-AADE-4DC4-96B4-4AB443C0FB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1" name="直線コネクタ 126830">
                      <a:extLst>
                        <a:ext uri="{FF2B5EF4-FFF2-40B4-BE49-F238E27FC236}">
                          <a16:creationId xmlns:a16="http://schemas.microsoft.com/office/drawing/2014/main" id="{D7213372-EC53-439D-B65C-A9757F0A88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2" name="直線コネクタ 126831">
                      <a:extLst>
                        <a:ext uri="{FF2B5EF4-FFF2-40B4-BE49-F238E27FC236}">
                          <a16:creationId xmlns:a16="http://schemas.microsoft.com/office/drawing/2014/main" id="{3EEF69B5-7CC6-4BF4-BD42-429B686446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3" name="直線コネクタ 126832">
                      <a:extLst>
                        <a:ext uri="{FF2B5EF4-FFF2-40B4-BE49-F238E27FC236}">
                          <a16:creationId xmlns:a16="http://schemas.microsoft.com/office/drawing/2014/main" id="{27A643F9-CCC2-4DBA-852B-C116D62605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4" name="直線コネクタ 126833">
                      <a:extLst>
                        <a:ext uri="{FF2B5EF4-FFF2-40B4-BE49-F238E27FC236}">
                          <a16:creationId xmlns:a16="http://schemas.microsoft.com/office/drawing/2014/main" id="{A81ED003-9659-4BC4-A0DD-045443AB45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5" name="直線コネクタ 126834">
                      <a:extLst>
                        <a:ext uri="{FF2B5EF4-FFF2-40B4-BE49-F238E27FC236}">
                          <a16:creationId xmlns:a16="http://schemas.microsoft.com/office/drawing/2014/main" id="{1B439CC5-1A56-4B25-8AE0-1EBEAAF4E3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6" name="直線コネクタ 126835">
                      <a:extLst>
                        <a:ext uri="{FF2B5EF4-FFF2-40B4-BE49-F238E27FC236}">
                          <a16:creationId xmlns:a16="http://schemas.microsoft.com/office/drawing/2014/main" id="{7AF4C2CC-2852-4213-B490-1D8ECDAAB2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837" name="直線コネクタ 126836">
                      <a:extLst>
                        <a:ext uri="{FF2B5EF4-FFF2-40B4-BE49-F238E27FC236}">
                          <a16:creationId xmlns:a16="http://schemas.microsoft.com/office/drawing/2014/main" id="{4431B0B5-2986-43DA-ACA0-BE641C218E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56" name="グループ化 123155">
                  <a:extLst>
                    <a:ext uri="{FF2B5EF4-FFF2-40B4-BE49-F238E27FC236}">
                      <a16:creationId xmlns:a16="http://schemas.microsoft.com/office/drawing/2014/main" id="{FE53EE77-420C-4D46-B7BC-67293897DD1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137228" y="5137081"/>
                  <a:ext cx="525307" cy="525600"/>
                  <a:chOff x="4287481" y="4286224"/>
                  <a:chExt cx="2227978" cy="2229219"/>
                </a:xfrm>
              </p:grpSpPr>
              <p:cxnSp>
                <p:nvCxnSpPr>
                  <p:cNvPr id="126237" name="直線コネクタ 126236">
                    <a:extLst>
                      <a:ext uri="{FF2B5EF4-FFF2-40B4-BE49-F238E27FC236}">
                        <a16:creationId xmlns:a16="http://schemas.microsoft.com/office/drawing/2014/main" id="{5E4EA2EE-6E86-4D9B-8907-8B9575C4A5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38" name="直線コネクタ 126237">
                    <a:extLst>
                      <a:ext uri="{FF2B5EF4-FFF2-40B4-BE49-F238E27FC236}">
                        <a16:creationId xmlns:a16="http://schemas.microsoft.com/office/drawing/2014/main" id="{6F63ED57-11FA-4C6B-B0A6-8FD9166B3A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39" name="直線コネクタ 126238">
                    <a:extLst>
                      <a:ext uri="{FF2B5EF4-FFF2-40B4-BE49-F238E27FC236}">
                        <a16:creationId xmlns:a16="http://schemas.microsoft.com/office/drawing/2014/main" id="{4D59776B-FDAA-4487-9CEE-0207DAF7B4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0" name="直線コネクタ 126239">
                    <a:extLst>
                      <a:ext uri="{FF2B5EF4-FFF2-40B4-BE49-F238E27FC236}">
                        <a16:creationId xmlns:a16="http://schemas.microsoft.com/office/drawing/2014/main" id="{C59DB03F-EBD5-40F7-8C42-58DD8C109C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1" name="直線コネクタ 126240">
                    <a:extLst>
                      <a:ext uri="{FF2B5EF4-FFF2-40B4-BE49-F238E27FC236}">
                        <a16:creationId xmlns:a16="http://schemas.microsoft.com/office/drawing/2014/main" id="{1420B159-30E8-4E48-9CEE-965C608190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2" name="直線コネクタ 126241">
                    <a:extLst>
                      <a:ext uri="{FF2B5EF4-FFF2-40B4-BE49-F238E27FC236}">
                        <a16:creationId xmlns:a16="http://schemas.microsoft.com/office/drawing/2014/main" id="{2027D5D9-1722-4952-B647-FFD01DF4FA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3" name="直線コネクタ 126242">
                    <a:extLst>
                      <a:ext uri="{FF2B5EF4-FFF2-40B4-BE49-F238E27FC236}">
                        <a16:creationId xmlns:a16="http://schemas.microsoft.com/office/drawing/2014/main" id="{1FBAB3A5-DD58-456D-A6D8-56972B1F8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4" name="直線コネクタ 126243">
                    <a:extLst>
                      <a:ext uri="{FF2B5EF4-FFF2-40B4-BE49-F238E27FC236}">
                        <a16:creationId xmlns:a16="http://schemas.microsoft.com/office/drawing/2014/main" id="{F2502AB3-BFAB-42AE-B86F-A9E0A01129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5" name="直線コネクタ 126244">
                    <a:extLst>
                      <a:ext uri="{FF2B5EF4-FFF2-40B4-BE49-F238E27FC236}">
                        <a16:creationId xmlns:a16="http://schemas.microsoft.com/office/drawing/2014/main" id="{4928FB72-DB67-4AEC-AA93-DEC7D9DCEF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6" name="直線コネクタ 126245">
                    <a:extLst>
                      <a:ext uri="{FF2B5EF4-FFF2-40B4-BE49-F238E27FC236}">
                        <a16:creationId xmlns:a16="http://schemas.microsoft.com/office/drawing/2014/main" id="{46B9FD71-B8EF-4ADF-BDE9-E0118F514FE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7" name="直線コネクタ 126246">
                    <a:extLst>
                      <a:ext uri="{FF2B5EF4-FFF2-40B4-BE49-F238E27FC236}">
                        <a16:creationId xmlns:a16="http://schemas.microsoft.com/office/drawing/2014/main" id="{06B3A77D-1BB3-4E4E-B12C-B7A1F1F1136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8" name="直線コネクタ 126247">
                    <a:extLst>
                      <a:ext uri="{FF2B5EF4-FFF2-40B4-BE49-F238E27FC236}">
                        <a16:creationId xmlns:a16="http://schemas.microsoft.com/office/drawing/2014/main" id="{0502089F-9ED7-44D3-94F8-B9D5464C50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49" name="直線コネクタ 126248">
                    <a:extLst>
                      <a:ext uri="{FF2B5EF4-FFF2-40B4-BE49-F238E27FC236}">
                        <a16:creationId xmlns:a16="http://schemas.microsoft.com/office/drawing/2014/main" id="{76BEDAA6-F971-4C9D-B597-DC86996887A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0" name="直線コネクタ 126249">
                    <a:extLst>
                      <a:ext uri="{FF2B5EF4-FFF2-40B4-BE49-F238E27FC236}">
                        <a16:creationId xmlns:a16="http://schemas.microsoft.com/office/drawing/2014/main" id="{F14B2808-EB5C-4F90-AB18-BB572EE8AB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1" name="直線コネクタ 126250">
                    <a:extLst>
                      <a:ext uri="{FF2B5EF4-FFF2-40B4-BE49-F238E27FC236}">
                        <a16:creationId xmlns:a16="http://schemas.microsoft.com/office/drawing/2014/main" id="{13FEE668-0A8C-4708-BC22-4C1B9930FF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2" name="直線コネクタ 126251">
                    <a:extLst>
                      <a:ext uri="{FF2B5EF4-FFF2-40B4-BE49-F238E27FC236}">
                        <a16:creationId xmlns:a16="http://schemas.microsoft.com/office/drawing/2014/main" id="{ACA815AF-10CD-40E4-A857-6828A8C59E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3" name="直線コネクタ 126252">
                    <a:extLst>
                      <a:ext uri="{FF2B5EF4-FFF2-40B4-BE49-F238E27FC236}">
                        <a16:creationId xmlns:a16="http://schemas.microsoft.com/office/drawing/2014/main" id="{949E9492-1B21-4B2F-BBBF-5C015B4642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4" name="直線コネクタ 126253">
                    <a:extLst>
                      <a:ext uri="{FF2B5EF4-FFF2-40B4-BE49-F238E27FC236}">
                        <a16:creationId xmlns:a16="http://schemas.microsoft.com/office/drawing/2014/main" id="{0D4893E2-52F6-4A6E-AE6A-97A31540DF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5" name="直線コネクタ 126254">
                    <a:extLst>
                      <a:ext uri="{FF2B5EF4-FFF2-40B4-BE49-F238E27FC236}">
                        <a16:creationId xmlns:a16="http://schemas.microsoft.com/office/drawing/2014/main" id="{1079CD24-02AA-4F42-BF99-52958AF38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6" name="直線コネクタ 126255">
                    <a:extLst>
                      <a:ext uri="{FF2B5EF4-FFF2-40B4-BE49-F238E27FC236}">
                        <a16:creationId xmlns:a16="http://schemas.microsoft.com/office/drawing/2014/main" id="{FEC939D0-5560-44FA-BBF3-3054088BB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7" name="直線コネクタ 126256">
                    <a:extLst>
                      <a:ext uri="{FF2B5EF4-FFF2-40B4-BE49-F238E27FC236}">
                        <a16:creationId xmlns:a16="http://schemas.microsoft.com/office/drawing/2014/main" id="{9A561DFF-5F0A-4D62-ABE9-792EFEB324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8" name="直線コネクタ 126257">
                    <a:extLst>
                      <a:ext uri="{FF2B5EF4-FFF2-40B4-BE49-F238E27FC236}">
                        <a16:creationId xmlns:a16="http://schemas.microsoft.com/office/drawing/2014/main" id="{C60B22D1-CD48-47E7-8452-0293C456AB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59" name="直線コネクタ 126258">
                    <a:extLst>
                      <a:ext uri="{FF2B5EF4-FFF2-40B4-BE49-F238E27FC236}">
                        <a16:creationId xmlns:a16="http://schemas.microsoft.com/office/drawing/2014/main" id="{09D750D3-F49A-41C7-AFC4-B1457AB521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0" name="直線コネクタ 126259">
                    <a:extLst>
                      <a:ext uri="{FF2B5EF4-FFF2-40B4-BE49-F238E27FC236}">
                        <a16:creationId xmlns:a16="http://schemas.microsoft.com/office/drawing/2014/main" id="{A5D41E55-2638-4CC3-9171-0998AC642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1" name="直線コネクタ 126260">
                    <a:extLst>
                      <a:ext uri="{FF2B5EF4-FFF2-40B4-BE49-F238E27FC236}">
                        <a16:creationId xmlns:a16="http://schemas.microsoft.com/office/drawing/2014/main" id="{EA8B1CB5-B0E8-4725-8E58-8A8487E2AF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2" name="直線コネクタ 126261">
                    <a:extLst>
                      <a:ext uri="{FF2B5EF4-FFF2-40B4-BE49-F238E27FC236}">
                        <a16:creationId xmlns:a16="http://schemas.microsoft.com/office/drawing/2014/main" id="{F9FECED6-76C4-4D07-8FCF-A789E262C3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3" name="直線コネクタ 126262">
                    <a:extLst>
                      <a:ext uri="{FF2B5EF4-FFF2-40B4-BE49-F238E27FC236}">
                        <a16:creationId xmlns:a16="http://schemas.microsoft.com/office/drawing/2014/main" id="{076848FB-B0F6-4708-A41B-BD2A9D545D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4" name="直線コネクタ 126263">
                    <a:extLst>
                      <a:ext uri="{FF2B5EF4-FFF2-40B4-BE49-F238E27FC236}">
                        <a16:creationId xmlns:a16="http://schemas.microsoft.com/office/drawing/2014/main" id="{121081AE-0718-483A-BD3D-C0775481C0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5" name="直線コネクタ 126264">
                    <a:extLst>
                      <a:ext uri="{FF2B5EF4-FFF2-40B4-BE49-F238E27FC236}">
                        <a16:creationId xmlns:a16="http://schemas.microsoft.com/office/drawing/2014/main" id="{AC5A0648-9D67-43B5-8ED9-90D4312EB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6" name="直線コネクタ 126265">
                    <a:extLst>
                      <a:ext uri="{FF2B5EF4-FFF2-40B4-BE49-F238E27FC236}">
                        <a16:creationId xmlns:a16="http://schemas.microsoft.com/office/drawing/2014/main" id="{085DD11E-47E6-4512-870B-2C949AF20D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7" name="直線コネクタ 126266">
                    <a:extLst>
                      <a:ext uri="{FF2B5EF4-FFF2-40B4-BE49-F238E27FC236}">
                        <a16:creationId xmlns:a16="http://schemas.microsoft.com/office/drawing/2014/main" id="{34A2E481-8078-4849-A365-6CEA790BCC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8" name="直線コネクタ 126267">
                    <a:extLst>
                      <a:ext uri="{FF2B5EF4-FFF2-40B4-BE49-F238E27FC236}">
                        <a16:creationId xmlns:a16="http://schemas.microsoft.com/office/drawing/2014/main" id="{2B6BE32C-930B-4E06-940E-72C7AE41A8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69" name="直線コネクタ 126268">
                    <a:extLst>
                      <a:ext uri="{FF2B5EF4-FFF2-40B4-BE49-F238E27FC236}">
                        <a16:creationId xmlns:a16="http://schemas.microsoft.com/office/drawing/2014/main" id="{3712B6C6-C4C0-4620-94A2-E3BF7BC42F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0" name="直線コネクタ 126269">
                    <a:extLst>
                      <a:ext uri="{FF2B5EF4-FFF2-40B4-BE49-F238E27FC236}">
                        <a16:creationId xmlns:a16="http://schemas.microsoft.com/office/drawing/2014/main" id="{E682C31B-AF27-4048-B1A8-13FA4FD4B9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1" name="直線コネクタ 126270">
                    <a:extLst>
                      <a:ext uri="{FF2B5EF4-FFF2-40B4-BE49-F238E27FC236}">
                        <a16:creationId xmlns:a16="http://schemas.microsoft.com/office/drawing/2014/main" id="{D4F6F04F-3706-4B22-B774-CCB7761C02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2" name="直線コネクタ 126271">
                    <a:extLst>
                      <a:ext uri="{FF2B5EF4-FFF2-40B4-BE49-F238E27FC236}">
                        <a16:creationId xmlns:a16="http://schemas.microsoft.com/office/drawing/2014/main" id="{77F9FA26-165E-44F6-99D3-836FE31C69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3" name="直線コネクタ 126272">
                    <a:extLst>
                      <a:ext uri="{FF2B5EF4-FFF2-40B4-BE49-F238E27FC236}">
                        <a16:creationId xmlns:a16="http://schemas.microsoft.com/office/drawing/2014/main" id="{58DF0CC8-157F-4DDC-8D32-958723F9A6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4" name="直線コネクタ 126273">
                    <a:extLst>
                      <a:ext uri="{FF2B5EF4-FFF2-40B4-BE49-F238E27FC236}">
                        <a16:creationId xmlns:a16="http://schemas.microsoft.com/office/drawing/2014/main" id="{A1807C2F-A46A-494E-A381-7F839CBB18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5" name="直線コネクタ 126274">
                    <a:extLst>
                      <a:ext uri="{FF2B5EF4-FFF2-40B4-BE49-F238E27FC236}">
                        <a16:creationId xmlns:a16="http://schemas.microsoft.com/office/drawing/2014/main" id="{6A2CF3FC-A9B1-4AB9-85DE-D0370D324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6" name="直線コネクタ 126275">
                    <a:extLst>
                      <a:ext uri="{FF2B5EF4-FFF2-40B4-BE49-F238E27FC236}">
                        <a16:creationId xmlns:a16="http://schemas.microsoft.com/office/drawing/2014/main" id="{67EF15D0-0AAC-4CA2-8275-96DB1D5107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7" name="直線コネクタ 126276">
                    <a:extLst>
                      <a:ext uri="{FF2B5EF4-FFF2-40B4-BE49-F238E27FC236}">
                        <a16:creationId xmlns:a16="http://schemas.microsoft.com/office/drawing/2014/main" id="{D3D36BE9-F243-473C-A099-921A8C02C3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8" name="直線コネクタ 126277">
                    <a:extLst>
                      <a:ext uri="{FF2B5EF4-FFF2-40B4-BE49-F238E27FC236}">
                        <a16:creationId xmlns:a16="http://schemas.microsoft.com/office/drawing/2014/main" id="{F6DD49FC-F72F-4A76-A876-EDC042597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79" name="直線コネクタ 126278">
                    <a:extLst>
                      <a:ext uri="{FF2B5EF4-FFF2-40B4-BE49-F238E27FC236}">
                        <a16:creationId xmlns:a16="http://schemas.microsoft.com/office/drawing/2014/main" id="{4C7C83D1-9669-45EE-921A-837EE7A443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0" name="直線コネクタ 126279">
                    <a:extLst>
                      <a:ext uri="{FF2B5EF4-FFF2-40B4-BE49-F238E27FC236}">
                        <a16:creationId xmlns:a16="http://schemas.microsoft.com/office/drawing/2014/main" id="{8968B176-665D-498A-AC24-70E4F94E138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1" name="直線コネクタ 126280">
                    <a:extLst>
                      <a:ext uri="{FF2B5EF4-FFF2-40B4-BE49-F238E27FC236}">
                        <a16:creationId xmlns:a16="http://schemas.microsoft.com/office/drawing/2014/main" id="{76B5CFE8-BE00-4DE7-82C7-59CBFF0385C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2" name="直線コネクタ 126281">
                    <a:extLst>
                      <a:ext uri="{FF2B5EF4-FFF2-40B4-BE49-F238E27FC236}">
                        <a16:creationId xmlns:a16="http://schemas.microsoft.com/office/drawing/2014/main" id="{E0D5E003-6327-4A31-93D0-CDF6ECD8B5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3" name="直線コネクタ 126282">
                    <a:extLst>
                      <a:ext uri="{FF2B5EF4-FFF2-40B4-BE49-F238E27FC236}">
                        <a16:creationId xmlns:a16="http://schemas.microsoft.com/office/drawing/2014/main" id="{E2618784-9472-4012-AAD1-59A7A12E7D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4" name="直線コネクタ 126283">
                    <a:extLst>
                      <a:ext uri="{FF2B5EF4-FFF2-40B4-BE49-F238E27FC236}">
                        <a16:creationId xmlns:a16="http://schemas.microsoft.com/office/drawing/2014/main" id="{A8AAB373-13BC-4461-B629-9EA88B54486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5" name="直線コネクタ 126284">
                    <a:extLst>
                      <a:ext uri="{FF2B5EF4-FFF2-40B4-BE49-F238E27FC236}">
                        <a16:creationId xmlns:a16="http://schemas.microsoft.com/office/drawing/2014/main" id="{02140476-1987-4588-AB95-B4ADC84E734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6" name="直線コネクタ 126285">
                    <a:extLst>
                      <a:ext uri="{FF2B5EF4-FFF2-40B4-BE49-F238E27FC236}">
                        <a16:creationId xmlns:a16="http://schemas.microsoft.com/office/drawing/2014/main" id="{5048872B-EECD-4769-8067-00D2CDA3CAD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7" name="直線コネクタ 126286">
                    <a:extLst>
                      <a:ext uri="{FF2B5EF4-FFF2-40B4-BE49-F238E27FC236}">
                        <a16:creationId xmlns:a16="http://schemas.microsoft.com/office/drawing/2014/main" id="{5C502B93-1A51-4434-B1B0-D4ECFA7DCEC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8" name="直線コネクタ 126287">
                    <a:extLst>
                      <a:ext uri="{FF2B5EF4-FFF2-40B4-BE49-F238E27FC236}">
                        <a16:creationId xmlns:a16="http://schemas.microsoft.com/office/drawing/2014/main" id="{FE81D002-A869-43BA-B7B0-494DD6997BB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89" name="直線コネクタ 126288">
                    <a:extLst>
                      <a:ext uri="{FF2B5EF4-FFF2-40B4-BE49-F238E27FC236}">
                        <a16:creationId xmlns:a16="http://schemas.microsoft.com/office/drawing/2014/main" id="{17BA9C1E-F447-4BBA-A6EC-08663562A1E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0" name="直線コネクタ 126289">
                    <a:extLst>
                      <a:ext uri="{FF2B5EF4-FFF2-40B4-BE49-F238E27FC236}">
                        <a16:creationId xmlns:a16="http://schemas.microsoft.com/office/drawing/2014/main" id="{5A7CDEE7-54C0-4A85-9609-7421F097C7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1" name="直線コネクタ 126290">
                    <a:extLst>
                      <a:ext uri="{FF2B5EF4-FFF2-40B4-BE49-F238E27FC236}">
                        <a16:creationId xmlns:a16="http://schemas.microsoft.com/office/drawing/2014/main" id="{43663564-EDA6-4CE4-A2C4-FBC265CE8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2" name="直線コネクタ 126291">
                    <a:extLst>
                      <a:ext uri="{FF2B5EF4-FFF2-40B4-BE49-F238E27FC236}">
                        <a16:creationId xmlns:a16="http://schemas.microsoft.com/office/drawing/2014/main" id="{7EBC3A68-87B0-4FDB-A6D7-C92198F46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3" name="直線コネクタ 126292">
                    <a:extLst>
                      <a:ext uri="{FF2B5EF4-FFF2-40B4-BE49-F238E27FC236}">
                        <a16:creationId xmlns:a16="http://schemas.microsoft.com/office/drawing/2014/main" id="{DC6A7D34-5E97-44EB-9F3D-AC258CFA10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4" name="直線コネクタ 126293">
                    <a:extLst>
                      <a:ext uri="{FF2B5EF4-FFF2-40B4-BE49-F238E27FC236}">
                        <a16:creationId xmlns:a16="http://schemas.microsoft.com/office/drawing/2014/main" id="{A7FAF42C-792B-41D0-A141-5D732B2FC8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5" name="直線コネクタ 126294">
                    <a:extLst>
                      <a:ext uri="{FF2B5EF4-FFF2-40B4-BE49-F238E27FC236}">
                        <a16:creationId xmlns:a16="http://schemas.microsoft.com/office/drawing/2014/main" id="{FA60BB18-F675-4FE6-9365-659D7EFF9C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6" name="直線コネクタ 126295">
                    <a:extLst>
                      <a:ext uri="{FF2B5EF4-FFF2-40B4-BE49-F238E27FC236}">
                        <a16:creationId xmlns:a16="http://schemas.microsoft.com/office/drawing/2014/main" id="{99B37573-CE60-46CC-AC90-D0AC24405D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7" name="直線コネクタ 126296">
                    <a:extLst>
                      <a:ext uri="{FF2B5EF4-FFF2-40B4-BE49-F238E27FC236}">
                        <a16:creationId xmlns:a16="http://schemas.microsoft.com/office/drawing/2014/main" id="{FBADA828-33BD-4370-939D-409169B616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8" name="直線コネクタ 126297">
                    <a:extLst>
                      <a:ext uri="{FF2B5EF4-FFF2-40B4-BE49-F238E27FC236}">
                        <a16:creationId xmlns:a16="http://schemas.microsoft.com/office/drawing/2014/main" id="{820AED24-2CFE-4515-954F-AFB96E5FE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299" name="直線コネクタ 126298">
                    <a:extLst>
                      <a:ext uri="{FF2B5EF4-FFF2-40B4-BE49-F238E27FC236}">
                        <a16:creationId xmlns:a16="http://schemas.microsoft.com/office/drawing/2014/main" id="{911F1E59-1881-4FAE-93E9-7994359BB7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0" name="直線コネクタ 126299">
                    <a:extLst>
                      <a:ext uri="{FF2B5EF4-FFF2-40B4-BE49-F238E27FC236}">
                        <a16:creationId xmlns:a16="http://schemas.microsoft.com/office/drawing/2014/main" id="{9587DCFF-CCB0-4209-984B-3A76405AC4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1" name="直線コネクタ 126300">
                    <a:extLst>
                      <a:ext uri="{FF2B5EF4-FFF2-40B4-BE49-F238E27FC236}">
                        <a16:creationId xmlns:a16="http://schemas.microsoft.com/office/drawing/2014/main" id="{B3F4DA04-870E-493B-9F57-5F6E84F762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2" name="直線コネクタ 126301">
                    <a:extLst>
                      <a:ext uri="{FF2B5EF4-FFF2-40B4-BE49-F238E27FC236}">
                        <a16:creationId xmlns:a16="http://schemas.microsoft.com/office/drawing/2014/main" id="{CEA941BE-53BC-44A0-9FC8-BE7E11EB87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3" name="直線コネクタ 126302">
                    <a:extLst>
                      <a:ext uri="{FF2B5EF4-FFF2-40B4-BE49-F238E27FC236}">
                        <a16:creationId xmlns:a16="http://schemas.microsoft.com/office/drawing/2014/main" id="{4EAF731A-A139-4D31-81C0-851450E015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4" name="直線コネクタ 126303">
                    <a:extLst>
                      <a:ext uri="{FF2B5EF4-FFF2-40B4-BE49-F238E27FC236}">
                        <a16:creationId xmlns:a16="http://schemas.microsoft.com/office/drawing/2014/main" id="{CF26685C-9681-442B-8590-477E4268B7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5" name="直線コネクタ 126304">
                    <a:extLst>
                      <a:ext uri="{FF2B5EF4-FFF2-40B4-BE49-F238E27FC236}">
                        <a16:creationId xmlns:a16="http://schemas.microsoft.com/office/drawing/2014/main" id="{1FBBC42D-9D14-4FF9-8100-C067D5082C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6" name="直線コネクタ 126305">
                    <a:extLst>
                      <a:ext uri="{FF2B5EF4-FFF2-40B4-BE49-F238E27FC236}">
                        <a16:creationId xmlns:a16="http://schemas.microsoft.com/office/drawing/2014/main" id="{7D6C426B-44B7-4FC7-9173-287535DF58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7" name="直線コネクタ 126306">
                    <a:extLst>
                      <a:ext uri="{FF2B5EF4-FFF2-40B4-BE49-F238E27FC236}">
                        <a16:creationId xmlns:a16="http://schemas.microsoft.com/office/drawing/2014/main" id="{6BD59129-87DA-4F81-9587-D04C2400B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8" name="直線コネクタ 126307">
                    <a:extLst>
                      <a:ext uri="{FF2B5EF4-FFF2-40B4-BE49-F238E27FC236}">
                        <a16:creationId xmlns:a16="http://schemas.microsoft.com/office/drawing/2014/main" id="{C4617081-C714-4B4B-A8C6-98243F1D02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09" name="直線コネクタ 126308">
                    <a:extLst>
                      <a:ext uri="{FF2B5EF4-FFF2-40B4-BE49-F238E27FC236}">
                        <a16:creationId xmlns:a16="http://schemas.microsoft.com/office/drawing/2014/main" id="{74201D8C-7726-4D8B-BC14-6A41EEBB83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0" name="直線コネクタ 126309">
                    <a:extLst>
                      <a:ext uri="{FF2B5EF4-FFF2-40B4-BE49-F238E27FC236}">
                        <a16:creationId xmlns:a16="http://schemas.microsoft.com/office/drawing/2014/main" id="{03140676-4494-4093-9991-29446D75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1" name="直線コネクタ 126310">
                    <a:extLst>
                      <a:ext uri="{FF2B5EF4-FFF2-40B4-BE49-F238E27FC236}">
                        <a16:creationId xmlns:a16="http://schemas.microsoft.com/office/drawing/2014/main" id="{889293B9-4E33-480B-BD0A-8F1B37632D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2" name="直線コネクタ 126311">
                    <a:extLst>
                      <a:ext uri="{FF2B5EF4-FFF2-40B4-BE49-F238E27FC236}">
                        <a16:creationId xmlns:a16="http://schemas.microsoft.com/office/drawing/2014/main" id="{DAC6F362-6BBA-4595-B0FB-7B4E486219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3" name="直線コネクタ 126312">
                    <a:extLst>
                      <a:ext uri="{FF2B5EF4-FFF2-40B4-BE49-F238E27FC236}">
                        <a16:creationId xmlns:a16="http://schemas.microsoft.com/office/drawing/2014/main" id="{C11E12E5-F146-4427-B571-9DEBCD3E88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4" name="直線コネクタ 126313">
                    <a:extLst>
                      <a:ext uri="{FF2B5EF4-FFF2-40B4-BE49-F238E27FC236}">
                        <a16:creationId xmlns:a16="http://schemas.microsoft.com/office/drawing/2014/main" id="{BF7B6DAC-CD19-4FEB-8886-207923186B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5" name="直線コネクタ 126314">
                    <a:extLst>
                      <a:ext uri="{FF2B5EF4-FFF2-40B4-BE49-F238E27FC236}">
                        <a16:creationId xmlns:a16="http://schemas.microsoft.com/office/drawing/2014/main" id="{CD499595-32F1-48C3-B31E-08F705CBD9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6" name="直線コネクタ 126315">
                    <a:extLst>
                      <a:ext uri="{FF2B5EF4-FFF2-40B4-BE49-F238E27FC236}">
                        <a16:creationId xmlns:a16="http://schemas.microsoft.com/office/drawing/2014/main" id="{3D2E35CD-13E6-448B-B68E-F0FFFC386C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7" name="直線コネクタ 126316">
                    <a:extLst>
                      <a:ext uri="{FF2B5EF4-FFF2-40B4-BE49-F238E27FC236}">
                        <a16:creationId xmlns:a16="http://schemas.microsoft.com/office/drawing/2014/main" id="{6BAA2C3C-22C4-4063-A4FC-F47C0FBFCD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8" name="直線コネクタ 126317">
                    <a:extLst>
                      <a:ext uri="{FF2B5EF4-FFF2-40B4-BE49-F238E27FC236}">
                        <a16:creationId xmlns:a16="http://schemas.microsoft.com/office/drawing/2014/main" id="{CAE8A85F-FD1D-42F6-95F3-DC03E039B6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19" name="直線コネクタ 126318">
                    <a:extLst>
                      <a:ext uri="{FF2B5EF4-FFF2-40B4-BE49-F238E27FC236}">
                        <a16:creationId xmlns:a16="http://schemas.microsoft.com/office/drawing/2014/main" id="{D3A5A088-A2D4-43C7-8FF9-FF782E9EAB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0" name="直線コネクタ 126319">
                    <a:extLst>
                      <a:ext uri="{FF2B5EF4-FFF2-40B4-BE49-F238E27FC236}">
                        <a16:creationId xmlns:a16="http://schemas.microsoft.com/office/drawing/2014/main" id="{4AC2EE26-EC9A-4B8D-AF92-84B2ACEA3E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1" name="直線コネクタ 126320">
                    <a:extLst>
                      <a:ext uri="{FF2B5EF4-FFF2-40B4-BE49-F238E27FC236}">
                        <a16:creationId xmlns:a16="http://schemas.microsoft.com/office/drawing/2014/main" id="{DB49AB37-1466-4DBB-96DF-F755AC4AE8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2" name="直線コネクタ 126321">
                    <a:extLst>
                      <a:ext uri="{FF2B5EF4-FFF2-40B4-BE49-F238E27FC236}">
                        <a16:creationId xmlns:a16="http://schemas.microsoft.com/office/drawing/2014/main" id="{5C402296-C10D-4157-8821-9492EF99CF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3" name="直線コネクタ 126322">
                    <a:extLst>
                      <a:ext uri="{FF2B5EF4-FFF2-40B4-BE49-F238E27FC236}">
                        <a16:creationId xmlns:a16="http://schemas.microsoft.com/office/drawing/2014/main" id="{07920FCE-B2E6-443F-860C-549AAC53F6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4" name="直線コネクタ 126323">
                    <a:extLst>
                      <a:ext uri="{FF2B5EF4-FFF2-40B4-BE49-F238E27FC236}">
                        <a16:creationId xmlns:a16="http://schemas.microsoft.com/office/drawing/2014/main" id="{1C50094F-0E7A-4DCD-9A07-F2E8FC6FFD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5" name="直線コネクタ 126324">
                    <a:extLst>
                      <a:ext uri="{FF2B5EF4-FFF2-40B4-BE49-F238E27FC236}">
                        <a16:creationId xmlns:a16="http://schemas.microsoft.com/office/drawing/2014/main" id="{733E151A-0B7C-4699-A2CA-3ECEC1F04A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6" name="直線コネクタ 126325">
                    <a:extLst>
                      <a:ext uri="{FF2B5EF4-FFF2-40B4-BE49-F238E27FC236}">
                        <a16:creationId xmlns:a16="http://schemas.microsoft.com/office/drawing/2014/main" id="{0A6A8BF1-26BE-4266-BB25-D8D0807EDD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7" name="直線コネクタ 126326">
                    <a:extLst>
                      <a:ext uri="{FF2B5EF4-FFF2-40B4-BE49-F238E27FC236}">
                        <a16:creationId xmlns:a16="http://schemas.microsoft.com/office/drawing/2014/main" id="{3CBA65E5-FF8C-435C-8A0C-FD8482BAE6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8" name="直線コネクタ 126327">
                    <a:extLst>
                      <a:ext uri="{FF2B5EF4-FFF2-40B4-BE49-F238E27FC236}">
                        <a16:creationId xmlns:a16="http://schemas.microsoft.com/office/drawing/2014/main" id="{E765BC6E-60F3-4884-AFBB-9FE19478EEC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29" name="直線コネクタ 126328">
                    <a:extLst>
                      <a:ext uri="{FF2B5EF4-FFF2-40B4-BE49-F238E27FC236}">
                        <a16:creationId xmlns:a16="http://schemas.microsoft.com/office/drawing/2014/main" id="{FB725217-BAEA-4747-B42F-1C9B926F7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0" name="直線コネクタ 126329">
                    <a:extLst>
                      <a:ext uri="{FF2B5EF4-FFF2-40B4-BE49-F238E27FC236}">
                        <a16:creationId xmlns:a16="http://schemas.microsoft.com/office/drawing/2014/main" id="{9A86D745-1370-4433-96EA-D2C73A39DFD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1" name="直線コネクタ 126330">
                    <a:extLst>
                      <a:ext uri="{FF2B5EF4-FFF2-40B4-BE49-F238E27FC236}">
                        <a16:creationId xmlns:a16="http://schemas.microsoft.com/office/drawing/2014/main" id="{99DCE5DF-0DD9-47BC-9E88-79554260EA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2" name="直線コネクタ 126331">
                    <a:extLst>
                      <a:ext uri="{FF2B5EF4-FFF2-40B4-BE49-F238E27FC236}">
                        <a16:creationId xmlns:a16="http://schemas.microsoft.com/office/drawing/2014/main" id="{24D43E65-AF8B-44CD-8A8F-3B4B3E4E2EF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3" name="直線コネクタ 126332">
                    <a:extLst>
                      <a:ext uri="{FF2B5EF4-FFF2-40B4-BE49-F238E27FC236}">
                        <a16:creationId xmlns:a16="http://schemas.microsoft.com/office/drawing/2014/main" id="{E5D69C0E-C468-4F50-8141-BC244C8DB4A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4" name="直線コネクタ 126333">
                    <a:extLst>
                      <a:ext uri="{FF2B5EF4-FFF2-40B4-BE49-F238E27FC236}">
                        <a16:creationId xmlns:a16="http://schemas.microsoft.com/office/drawing/2014/main" id="{6CB6156C-5F1A-41AA-A3B9-051F757C40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5" name="直線コネクタ 126334">
                    <a:extLst>
                      <a:ext uri="{FF2B5EF4-FFF2-40B4-BE49-F238E27FC236}">
                        <a16:creationId xmlns:a16="http://schemas.microsoft.com/office/drawing/2014/main" id="{AB3E3D7F-E194-4E44-A406-483AFA81E4D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6" name="直線コネクタ 126335">
                    <a:extLst>
                      <a:ext uri="{FF2B5EF4-FFF2-40B4-BE49-F238E27FC236}">
                        <a16:creationId xmlns:a16="http://schemas.microsoft.com/office/drawing/2014/main" id="{93122360-7014-4322-8C0F-DDE0B3F0609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7" name="直線コネクタ 126336">
                    <a:extLst>
                      <a:ext uri="{FF2B5EF4-FFF2-40B4-BE49-F238E27FC236}">
                        <a16:creationId xmlns:a16="http://schemas.microsoft.com/office/drawing/2014/main" id="{AB5D96B0-B481-4000-9474-A37D64B2D20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8" name="直線コネクタ 126337">
                    <a:extLst>
                      <a:ext uri="{FF2B5EF4-FFF2-40B4-BE49-F238E27FC236}">
                        <a16:creationId xmlns:a16="http://schemas.microsoft.com/office/drawing/2014/main" id="{2D9F13AF-CF75-4B41-87F8-924858FAA63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39" name="直線コネクタ 126338">
                    <a:extLst>
                      <a:ext uri="{FF2B5EF4-FFF2-40B4-BE49-F238E27FC236}">
                        <a16:creationId xmlns:a16="http://schemas.microsoft.com/office/drawing/2014/main" id="{F27A7B1D-48A6-46CE-8080-C7BD34F5A90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0" name="直線コネクタ 126339">
                    <a:extLst>
                      <a:ext uri="{FF2B5EF4-FFF2-40B4-BE49-F238E27FC236}">
                        <a16:creationId xmlns:a16="http://schemas.microsoft.com/office/drawing/2014/main" id="{32828D58-A1C8-426C-B3E8-0B986B21D0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1" name="直線コネクタ 126340">
                    <a:extLst>
                      <a:ext uri="{FF2B5EF4-FFF2-40B4-BE49-F238E27FC236}">
                        <a16:creationId xmlns:a16="http://schemas.microsoft.com/office/drawing/2014/main" id="{BA3B4990-E06D-435A-8ABB-4437FB40ED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2" name="直線コネクタ 126341">
                    <a:extLst>
                      <a:ext uri="{FF2B5EF4-FFF2-40B4-BE49-F238E27FC236}">
                        <a16:creationId xmlns:a16="http://schemas.microsoft.com/office/drawing/2014/main" id="{F680D478-44E5-49CA-9475-A1364E0B35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3" name="直線コネクタ 126342">
                    <a:extLst>
                      <a:ext uri="{FF2B5EF4-FFF2-40B4-BE49-F238E27FC236}">
                        <a16:creationId xmlns:a16="http://schemas.microsoft.com/office/drawing/2014/main" id="{38600C44-7F67-4A4E-A5A5-7CA5942FC9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4" name="直線コネクタ 126343">
                    <a:extLst>
                      <a:ext uri="{FF2B5EF4-FFF2-40B4-BE49-F238E27FC236}">
                        <a16:creationId xmlns:a16="http://schemas.microsoft.com/office/drawing/2014/main" id="{FD6A0F2C-EA68-4140-A860-1B954713D5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5" name="直線コネクタ 126344">
                    <a:extLst>
                      <a:ext uri="{FF2B5EF4-FFF2-40B4-BE49-F238E27FC236}">
                        <a16:creationId xmlns:a16="http://schemas.microsoft.com/office/drawing/2014/main" id="{907D31DB-975A-44B5-8BC3-D4223F0181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6" name="直線コネクタ 126345">
                    <a:extLst>
                      <a:ext uri="{FF2B5EF4-FFF2-40B4-BE49-F238E27FC236}">
                        <a16:creationId xmlns:a16="http://schemas.microsoft.com/office/drawing/2014/main" id="{66C26DE9-B804-4264-AC71-DDC520870A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7" name="直線コネクタ 126346">
                    <a:extLst>
                      <a:ext uri="{FF2B5EF4-FFF2-40B4-BE49-F238E27FC236}">
                        <a16:creationId xmlns:a16="http://schemas.microsoft.com/office/drawing/2014/main" id="{B2D23785-8B14-4E96-8018-735C6C0A13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8" name="直線コネクタ 126347">
                    <a:extLst>
                      <a:ext uri="{FF2B5EF4-FFF2-40B4-BE49-F238E27FC236}">
                        <a16:creationId xmlns:a16="http://schemas.microsoft.com/office/drawing/2014/main" id="{8F464F64-2116-48AA-99A3-369BBC0408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49" name="直線コネクタ 126348">
                    <a:extLst>
                      <a:ext uri="{FF2B5EF4-FFF2-40B4-BE49-F238E27FC236}">
                        <a16:creationId xmlns:a16="http://schemas.microsoft.com/office/drawing/2014/main" id="{984912F9-A43D-4937-8DD2-4D72D23991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0" name="直線コネクタ 126349">
                    <a:extLst>
                      <a:ext uri="{FF2B5EF4-FFF2-40B4-BE49-F238E27FC236}">
                        <a16:creationId xmlns:a16="http://schemas.microsoft.com/office/drawing/2014/main" id="{0B226EC6-B560-4D32-BC8B-272D38C02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1" name="直線コネクタ 126350">
                    <a:extLst>
                      <a:ext uri="{FF2B5EF4-FFF2-40B4-BE49-F238E27FC236}">
                        <a16:creationId xmlns:a16="http://schemas.microsoft.com/office/drawing/2014/main" id="{1E3A0757-BFC5-4F12-ACD8-9903C26B1E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2" name="直線コネクタ 126351">
                    <a:extLst>
                      <a:ext uri="{FF2B5EF4-FFF2-40B4-BE49-F238E27FC236}">
                        <a16:creationId xmlns:a16="http://schemas.microsoft.com/office/drawing/2014/main" id="{E697EDAB-971E-444B-AB10-98D1DE0625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3" name="直線コネクタ 126352">
                    <a:extLst>
                      <a:ext uri="{FF2B5EF4-FFF2-40B4-BE49-F238E27FC236}">
                        <a16:creationId xmlns:a16="http://schemas.microsoft.com/office/drawing/2014/main" id="{5091C05A-EAEC-4EDF-B1A1-5A184C146D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4" name="直線コネクタ 126353">
                    <a:extLst>
                      <a:ext uri="{FF2B5EF4-FFF2-40B4-BE49-F238E27FC236}">
                        <a16:creationId xmlns:a16="http://schemas.microsoft.com/office/drawing/2014/main" id="{0F352247-11E5-42FC-A382-658705FA59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5" name="直線コネクタ 126354">
                    <a:extLst>
                      <a:ext uri="{FF2B5EF4-FFF2-40B4-BE49-F238E27FC236}">
                        <a16:creationId xmlns:a16="http://schemas.microsoft.com/office/drawing/2014/main" id="{ABEEEF95-B84E-4390-96D7-545A38B4C2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6" name="直線コネクタ 126355">
                    <a:extLst>
                      <a:ext uri="{FF2B5EF4-FFF2-40B4-BE49-F238E27FC236}">
                        <a16:creationId xmlns:a16="http://schemas.microsoft.com/office/drawing/2014/main" id="{49D96CA7-FF77-482E-BFE8-86CD69EAAE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7" name="直線コネクタ 126356">
                    <a:extLst>
                      <a:ext uri="{FF2B5EF4-FFF2-40B4-BE49-F238E27FC236}">
                        <a16:creationId xmlns:a16="http://schemas.microsoft.com/office/drawing/2014/main" id="{1A3D9615-D292-4D8F-BD5E-8FAAF0CB00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8" name="直線コネクタ 126357">
                    <a:extLst>
                      <a:ext uri="{FF2B5EF4-FFF2-40B4-BE49-F238E27FC236}">
                        <a16:creationId xmlns:a16="http://schemas.microsoft.com/office/drawing/2014/main" id="{0889DA78-7302-408B-A5DD-AA06C147A3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59" name="直線コネクタ 126358">
                    <a:extLst>
                      <a:ext uri="{FF2B5EF4-FFF2-40B4-BE49-F238E27FC236}">
                        <a16:creationId xmlns:a16="http://schemas.microsoft.com/office/drawing/2014/main" id="{DE9C515C-0D42-47B4-A0E4-519AEC3B3D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0" name="直線コネクタ 126359">
                    <a:extLst>
                      <a:ext uri="{FF2B5EF4-FFF2-40B4-BE49-F238E27FC236}">
                        <a16:creationId xmlns:a16="http://schemas.microsoft.com/office/drawing/2014/main" id="{7FBD947B-DC23-4937-AADF-9FB588686B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1" name="直線コネクタ 126360">
                    <a:extLst>
                      <a:ext uri="{FF2B5EF4-FFF2-40B4-BE49-F238E27FC236}">
                        <a16:creationId xmlns:a16="http://schemas.microsoft.com/office/drawing/2014/main" id="{316E82FC-BB2E-4A0A-82CB-AFCB161108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2" name="直線コネクタ 126361">
                    <a:extLst>
                      <a:ext uri="{FF2B5EF4-FFF2-40B4-BE49-F238E27FC236}">
                        <a16:creationId xmlns:a16="http://schemas.microsoft.com/office/drawing/2014/main" id="{6D3C4679-32B2-4990-8AF3-74B1E0CBAA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3" name="直線コネクタ 126362">
                    <a:extLst>
                      <a:ext uri="{FF2B5EF4-FFF2-40B4-BE49-F238E27FC236}">
                        <a16:creationId xmlns:a16="http://schemas.microsoft.com/office/drawing/2014/main" id="{C11176E6-5557-4C6A-B6B0-742075CD95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4" name="直線コネクタ 126363">
                    <a:extLst>
                      <a:ext uri="{FF2B5EF4-FFF2-40B4-BE49-F238E27FC236}">
                        <a16:creationId xmlns:a16="http://schemas.microsoft.com/office/drawing/2014/main" id="{1B38B6FC-A344-4B39-A6CA-C21210ADCF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5" name="直線コネクタ 126364">
                    <a:extLst>
                      <a:ext uri="{FF2B5EF4-FFF2-40B4-BE49-F238E27FC236}">
                        <a16:creationId xmlns:a16="http://schemas.microsoft.com/office/drawing/2014/main" id="{05F163A4-6E7C-4FCD-A3F3-452421E14E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6" name="直線コネクタ 126365">
                    <a:extLst>
                      <a:ext uri="{FF2B5EF4-FFF2-40B4-BE49-F238E27FC236}">
                        <a16:creationId xmlns:a16="http://schemas.microsoft.com/office/drawing/2014/main" id="{A50B394E-40CD-4159-ADA1-ED044537AD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7" name="直線コネクタ 126366">
                    <a:extLst>
                      <a:ext uri="{FF2B5EF4-FFF2-40B4-BE49-F238E27FC236}">
                        <a16:creationId xmlns:a16="http://schemas.microsoft.com/office/drawing/2014/main" id="{3605625C-B226-430A-A906-E145E7F79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8" name="直線コネクタ 126367">
                    <a:extLst>
                      <a:ext uri="{FF2B5EF4-FFF2-40B4-BE49-F238E27FC236}">
                        <a16:creationId xmlns:a16="http://schemas.microsoft.com/office/drawing/2014/main" id="{528474B8-67FE-444C-94DE-AF4B4F1C71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69" name="直線コネクタ 126368">
                    <a:extLst>
                      <a:ext uri="{FF2B5EF4-FFF2-40B4-BE49-F238E27FC236}">
                        <a16:creationId xmlns:a16="http://schemas.microsoft.com/office/drawing/2014/main" id="{71ABD4F6-A38B-4F9E-A0ED-631B930138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0" name="直線コネクタ 126369">
                    <a:extLst>
                      <a:ext uri="{FF2B5EF4-FFF2-40B4-BE49-F238E27FC236}">
                        <a16:creationId xmlns:a16="http://schemas.microsoft.com/office/drawing/2014/main" id="{CA1A69CA-EF8C-4800-B97C-67B317D663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1" name="直線コネクタ 126370">
                    <a:extLst>
                      <a:ext uri="{FF2B5EF4-FFF2-40B4-BE49-F238E27FC236}">
                        <a16:creationId xmlns:a16="http://schemas.microsoft.com/office/drawing/2014/main" id="{FDAAECF0-02A0-48BC-88B1-429A782424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2" name="直線コネクタ 126371">
                    <a:extLst>
                      <a:ext uri="{FF2B5EF4-FFF2-40B4-BE49-F238E27FC236}">
                        <a16:creationId xmlns:a16="http://schemas.microsoft.com/office/drawing/2014/main" id="{AAA0FC02-A67C-40D1-A8F5-7F80BAFC1F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3" name="直線コネクタ 126372">
                    <a:extLst>
                      <a:ext uri="{FF2B5EF4-FFF2-40B4-BE49-F238E27FC236}">
                        <a16:creationId xmlns:a16="http://schemas.microsoft.com/office/drawing/2014/main" id="{F266E345-7590-4FDA-AA95-66C412AC88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4" name="直線コネクタ 126373">
                    <a:extLst>
                      <a:ext uri="{FF2B5EF4-FFF2-40B4-BE49-F238E27FC236}">
                        <a16:creationId xmlns:a16="http://schemas.microsoft.com/office/drawing/2014/main" id="{EB0C928C-CA5C-453C-A1F5-87F3C39976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5" name="直線コネクタ 126374">
                    <a:extLst>
                      <a:ext uri="{FF2B5EF4-FFF2-40B4-BE49-F238E27FC236}">
                        <a16:creationId xmlns:a16="http://schemas.microsoft.com/office/drawing/2014/main" id="{B08E2B3F-42BC-40EC-8A13-EA3795A7AF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6" name="直線コネクタ 126375">
                    <a:extLst>
                      <a:ext uri="{FF2B5EF4-FFF2-40B4-BE49-F238E27FC236}">
                        <a16:creationId xmlns:a16="http://schemas.microsoft.com/office/drawing/2014/main" id="{A464F3EB-027F-4260-ABFB-64FE91394C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7" name="直線コネクタ 126376">
                    <a:extLst>
                      <a:ext uri="{FF2B5EF4-FFF2-40B4-BE49-F238E27FC236}">
                        <a16:creationId xmlns:a16="http://schemas.microsoft.com/office/drawing/2014/main" id="{64B496C9-CE4A-4554-B426-305761E389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8" name="直線コネクタ 126377">
                    <a:extLst>
                      <a:ext uri="{FF2B5EF4-FFF2-40B4-BE49-F238E27FC236}">
                        <a16:creationId xmlns:a16="http://schemas.microsoft.com/office/drawing/2014/main" id="{A2B6CDCF-874F-48FD-BFCE-C0BB5497DF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79" name="直線コネクタ 126378">
                    <a:extLst>
                      <a:ext uri="{FF2B5EF4-FFF2-40B4-BE49-F238E27FC236}">
                        <a16:creationId xmlns:a16="http://schemas.microsoft.com/office/drawing/2014/main" id="{8EA1AC57-C4F8-4D20-A61B-FB9795FA26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0" name="直線コネクタ 126379">
                    <a:extLst>
                      <a:ext uri="{FF2B5EF4-FFF2-40B4-BE49-F238E27FC236}">
                        <a16:creationId xmlns:a16="http://schemas.microsoft.com/office/drawing/2014/main" id="{C5F1697F-9B09-4A9A-91EE-1CCC55A1D9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1" name="直線コネクタ 126380">
                    <a:extLst>
                      <a:ext uri="{FF2B5EF4-FFF2-40B4-BE49-F238E27FC236}">
                        <a16:creationId xmlns:a16="http://schemas.microsoft.com/office/drawing/2014/main" id="{ECE17841-4AD1-4781-8AA8-F2E0AE035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2" name="直線コネクタ 126381">
                    <a:extLst>
                      <a:ext uri="{FF2B5EF4-FFF2-40B4-BE49-F238E27FC236}">
                        <a16:creationId xmlns:a16="http://schemas.microsoft.com/office/drawing/2014/main" id="{622C607E-FB00-47FD-91EC-5A16A2CEE1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3" name="直線コネクタ 126382">
                    <a:extLst>
                      <a:ext uri="{FF2B5EF4-FFF2-40B4-BE49-F238E27FC236}">
                        <a16:creationId xmlns:a16="http://schemas.microsoft.com/office/drawing/2014/main" id="{503575F0-B002-4801-9DD1-16DA214159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4" name="直線コネクタ 126383">
                    <a:extLst>
                      <a:ext uri="{FF2B5EF4-FFF2-40B4-BE49-F238E27FC236}">
                        <a16:creationId xmlns:a16="http://schemas.microsoft.com/office/drawing/2014/main" id="{C7932291-B379-43D2-B80F-BED1E94E71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5" name="直線コネクタ 126384">
                    <a:extLst>
                      <a:ext uri="{FF2B5EF4-FFF2-40B4-BE49-F238E27FC236}">
                        <a16:creationId xmlns:a16="http://schemas.microsoft.com/office/drawing/2014/main" id="{538E07A7-B1DA-4499-96B9-B271F151D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6" name="直線コネクタ 126385">
                    <a:extLst>
                      <a:ext uri="{FF2B5EF4-FFF2-40B4-BE49-F238E27FC236}">
                        <a16:creationId xmlns:a16="http://schemas.microsoft.com/office/drawing/2014/main" id="{5579BBB0-A7B5-4A76-B018-19F6EA6EFF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7" name="直線コネクタ 126386">
                    <a:extLst>
                      <a:ext uri="{FF2B5EF4-FFF2-40B4-BE49-F238E27FC236}">
                        <a16:creationId xmlns:a16="http://schemas.microsoft.com/office/drawing/2014/main" id="{15D67CA7-C651-46B9-BF3C-B4E631C45C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8" name="直線コネクタ 126387">
                    <a:extLst>
                      <a:ext uri="{FF2B5EF4-FFF2-40B4-BE49-F238E27FC236}">
                        <a16:creationId xmlns:a16="http://schemas.microsoft.com/office/drawing/2014/main" id="{C7B259B4-9075-4B70-A12B-F88061622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89" name="直線コネクタ 126388">
                    <a:extLst>
                      <a:ext uri="{FF2B5EF4-FFF2-40B4-BE49-F238E27FC236}">
                        <a16:creationId xmlns:a16="http://schemas.microsoft.com/office/drawing/2014/main" id="{8E0AE54C-BE15-4018-9989-68BC01A6E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0" name="直線コネクタ 126389">
                    <a:extLst>
                      <a:ext uri="{FF2B5EF4-FFF2-40B4-BE49-F238E27FC236}">
                        <a16:creationId xmlns:a16="http://schemas.microsoft.com/office/drawing/2014/main" id="{8CEF2E27-A3ED-4A9E-B18A-8EF5D97650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1" name="直線コネクタ 126390">
                    <a:extLst>
                      <a:ext uri="{FF2B5EF4-FFF2-40B4-BE49-F238E27FC236}">
                        <a16:creationId xmlns:a16="http://schemas.microsoft.com/office/drawing/2014/main" id="{0ECFDB01-F2F4-4AEE-AB89-711792CB39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2" name="直線コネクタ 126391">
                    <a:extLst>
                      <a:ext uri="{FF2B5EF4-FFF2-40B4-BE49-F238E27FC236}">
                        <a16:creationId xmlns:a16="http://schemas.microsoft.com/office/drawing/2014/main" id="{F7487A14-164B-4D5D-9169-B0567BFFB2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3" name="直線コネクタ 126392">
                    <a:extLst>
                      <a:ext uri="{FF2B5EF4-FFF2-40B4-BE49-F238E27FC236}">
                        <a16:creationId xmlns:a16="http://schemas.microsoft.com/office/drawing/2014/main" id="{5E6AA9F8-F6F0-4A47-8926-7BFA8F2B1E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4" name="直線コネクタ 126393">
                    <a:extLst>
                      <a:ext uri="{FF2B5EF4-FFF2-40B4-BE49-F238E27FC236}">
                        <a16:creationId xmlns:a16="http://schemas.microsoft.com/office/drawing/2014/main" id="{913E45D9-F9CD-4F7F-A799-D1F7328167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5" name="直線コネクタ 126394">
                    <a:extLst>
                      <a:ext uri="{FF2B5EF4-FFF2-40B4-BE49-F238E27FC236}">
                        <a16:creationId xmlns:a16="http://schemas.microsoft.com/office/drawing/2014/main" id="{E01F4BBC-33E8-4C55-8F44-BE7E88C4E6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6" name="直線コネクタ 126395">
                    <a:extLst>
                      <a:ext uri="{FF2B5EF4-FFF2-40B4-BE49-F238E27FC236}">
                        <a16:creationId xmlns:a16="http://schemas.microsoft.com/office/drawing/2014/main" id="{01AE2ACD-F326-4030-9242-EDECB1EC0A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7" name="直線コネクタ 126396">
                    <a:extLst>
                      <a:ext uri="{FF2B5EF4-FFF2-40B4-BE49-F238E27FC236}">
                        <a16:creationId xmlns:a16="http://schemas.microsoft.com/office/drawing/2014/main" id="{0326EDF6-B06B-4725-9E98-E2F24C7B58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8" name="直線コネクタ 126397">
                    <a:extLst>
                      <a:ext uri="{FF2B5EF4-FFF2-40B4-BE49-F238E27FC236}">
                        <a16:creationId xmlns:a16="http://schemas.microsoft.com/office/drawing/2014/main" id="{7C9F5CD5-5665-4AC1-ACED-70CA31CFAF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399" name="直線コネクタ 126398">
                    <a:extLst>
                      <a:ext uri="{FF2B5EF4-FFF2-40B4-BE49-F238E27FC236}">
                        <a16:creationId xmlns:a16="http://schemas.microsoft.com/office/drawing/2014/main" id="{B078F75F-9155-4950-817A-C7DC21D283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400" name="直線コネクタ 126399">
                    <a:extLst>
                      <a:ext uri="{FF2B5EF4-FFF2-40B4-BE49-F238E27FC236}">
                        <a16:creationId xmlns:a16="http://schemas.microsoft.com/office/drawing/2014/main" id="{4429383C-5B61-4955-8212-2534306D0C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401" name="直線コネクタ 126400">
                    <a:extLst>
                      <a:ext uri="{FF2B5EF4-FFF2-40B4-BE49-F238E27FC236}">
                        <a16:creationId xmlns:a16="http://schemas.microsoft.com/office/drawing/2014/main" id="{19623AA7-9B71-42E6-8171-6B28983C74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402" name="直線コネクタ 126401">
                    <a:extLst>
                      <a:ext uri="{FF2B5EF4-FFF2-40B4-BE49-F238E27FC236}">
                        <a16:creationId xmlns:a16="http://schemas.microsoft.com/office/drawing/2014/main" id="{1D978072-4D22-4B61-B465-EEBB124D0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6403" name="グループ化 126402">
                    <a:extLst>
                      <a:ext uri="{FF2B5EF4-FFF2-40B4-BE49-F238E27FC236}">
                        <a16:creationId xmlns:a16="http://schemas.microsoft.com/office/drawing/2014/main" id="{225ED90C-1D20-4CD0-9D8F-606CB46FC38F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579" name="直線コネクタ 126578">
                      <a:extLst>
                        <a:ext uri="{FF2B5EF4-FFF2-40B4-BE49-F238E27FC236}">
                          <a16:creationId xmlns:a16="http://schemas.microsoft.com/office/drawing/2014/main" id="{C074AD05-4FBA-4BEF-B475-7C70D652F2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0" name="直線コネクタ 126579">
                      <a:extLst>
                        <a:ext uri="{FF2B5EF4-FFF2-40B4-BE49-F238E27FC236}">
                          <a16:creationId xmlns:a16="http://schemas.microsoft.com/office/drawing/2014/main" id="{8E391648-5E7C-4717-A2B7-EDDE9E6C4A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1" name="直線コネクタ 126580">
                      <a:extLst>
                        <a:ext uri="{FF2B5EF4-FFF2-40B4-BE49-F238E27FC236}">
                          <a16:creationId xmlns:a16="http://schemas.microsoft.com/office/drawing/2014/main" id="{E4B095DC-1514-4581-B94E-15E5AE801C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2" name="直線コネクタ 126581">
                      <a:extLst>
                        <a:ext uri="{FF2B5EF4-FFF2-40B4-BE49-F238E27FC236}">
                          <a16:creationId xmlns:a16="http://schemas.microsoft.com/office/drawing/2014/main" id="{6472D7EF-35B8-4EEF-AA9E-D4DF9B07F1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3" name="直線コネクタ 126582">
                      <a:extLst>
                        <a:ext uri="{FF2B5EF4-FFF2-40B4-BE49-F238E27FC236}">
                          <a16:creationId xmlns:a16="http://schemas.microsoft.com/office/drawing/2014/main" id="{CF161592-07C0-43F2-AA2F-069CA46527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4" name="直線コネクタ 126583">
                      <a:extLst>
                        <a:ext uri="{FF2B5EF4-FFF2-40B4-BE49-F238E27FC236}">
                          <a16:creationId xmlns:a16="http://schemas.microsoft.com/office/drawing/2014/main" id="{3E43DE1D-E783-4D59-AB99-228021CE2C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5" name="直線コネクタ 126584">
                      <a:extLst>
                        <a:ext uri="{FF2B5EF4-FFF2-40B4-BE49-F238E27FC236}">
                          <a16:creationId xmlns:a16="http://schemas.microsoft.com/office/drawing/2014/main" id="{1F427DDE-E584-4074-833C-B2CF31FD6F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6" name="直線コネクタ 126585">
                      <a:extLst>
                        <a:ext uri="{FF2B5EF4-FFF2-40B4-BE49-F238E27FC236}">
                          <a16:creationId xmlns:a16="http://schemas.microsoft.com/office/drawing/2014/main" id="{AF7571E2-F33E-4837-8A67-73EF576165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7" name="直線コネクタ 126586">
                      <a:extLst>
                        <a:ext uri="{FF2B5EF4-FFF2-40B4-BE49-F238E27FC236}">
                          <a16:creationId xmlns:a16="http://schemas.microsoft.com/office/drawing/2014/main" id="{5FF22643-A113-4451-9EF6-843E9543AC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8" name="直線コネクタ 126587">
                      <a:extLst>
                        <a:ext uri="{FF2B5EF4-FFF2-40B4-BE49-F238E27FC236}">
                          <a16:creationId xmlns:a16="http://schemas.microsoft.com/office/drawing/2014/main" id="{88A47C13-5AF3-4411-84CB-BEE3D20446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89" name="直線コネクタ 126588">
                      <a:extLst>
                        <a:ext uri="{FF2B5EF4-FFF2-40B4-BE49-F238E27FC236}">
                          <a16:creationId xmlns:a16="http://schemas.microsoft.com/office/drawing/2014/main" id="{F363BB39-0A0F-47AD-8D92-894A19670E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0" name="直線コネクタ 126589">
                      <a:extLst>
                        <a:ext uri="{FF2B5EF4-FFF2-40B4-BE49-F238E27FC236}">
                          <a16:creationId xmlns:a16="http://schemas.microsoft.com/office/drawing/2014/main" id="{0784648C-01C9-4239-8DCD-702C418CA8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1" name="直線コネクタ 126590">
                      <a:extLst>
                        <a:ext uri="{FF2B5EF4-FFF2-40B4-BE49-F238E27FC236}">
                          <a16:creationId xmlns:a16="http://schemas.microsoft.com/office/drawing/2014/main" id="{E6776779-FE0F-4C8B-B02E-43E5B820EA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2" name="直線コネクタ 126591">
                      <a:extLst>
                        <a:ext uri="{FF2B5EF4-FFF2-40B4-BE49-F238E27FC236}">
                          <a16:creationId xmlns:a16="http://schemas.microsoft.com/office/drawing/2014/main" id="{30170736-6FEB-4538-B91C-0B6940A665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3" name="直線コネクタ 126592">
                      <a:extLst>
                        <a:ext uri="{FF2B5EF4-FFF2-40B4-BE49-F238E27FC236}">
                          <a16:creationId xmlns:a16="http://schemas.microsoft.com/office/drawing/2014/main" id="{983699F7-483D-49DE-9877-13D34A8A46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4" name="直線コネクタ 126593">
                      <a:extLst>
                        <a:ext uri="{FF2B5EF4-FFF2-40B4-BE49-F238E27FC236}">
                          <a16:creationId xmlns:a16="http://schemas.microsoft.com/office/drawing/2014/main" id="{E4275FDF-E9C5-439A-9833-17CB29AC0C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5" name="直線コネクタ 126594">
                      <a:extLst>
                        <a:ext uri="{FF2B5EF4-FFF2-40B4-BE49-F238E27FC236}">
                          <a16:creationId xmlns:a16="http://schemas.microsoft.com/office/drawing/2014/main" id="{217C6145-9BDE-4A75-9909-09B0E095E2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6" name="直線コネクタ 126595">
                      <a:extLst>
                        <a:ext uri="{FF2B5EF4-FFF2-40B4-BE49-F238E27FC236}">
                          <a16:creationId xmlns:a16="http://schemas.microsoft.com/office/drawing/2014/main" id="{D9CD23DC-CF35-40CD-BD9F-5B2B6AA24B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7" name="直線コネクタ 126596">
                      <a:extLst>
                        <a:ext uri="{FF2B5EF4-FFF2-40B4-BE49-F238E27FC236}">
                          <a16:creationId xmlns:a16="http://schemas.microsoft.com/office/drawing/2014/main" id="{35952F06-B1A6-44BF-8C9C-750937C1DD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8" name="直線コネクタ 126597">
                      <a:extLst>
                        <a:ext uri="{FF2B5EF4-FFF2-40B4-BE49-F238E27FC236}">
                          <a16:creationId xmlns:a16="http://schemas.microsoft.com/office/drawing/2014/main" id="{DFDFE2AA-32B3-4092-ADC5-C4FCFAC065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99" name="直線コネクタ 126598">
                      <a:extLst>
                        <a:ext uri="{FF2B5EF4-FFF2-40B4-BE49-F238E27FC236}">
                          <a16:creationId xmlns:a16="http://schemas.microsoft.com/office/drawing/2014/main" id="{47666B6C-1F80-4A94-B563-CAC0C69646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0" name="直線コネクタ 126599">
                      <a:extLst>
                        <a:ext uri="{FF2B5EF4-FFF2-40B4-BE49-F238E27FC236}">
                          <a16:creationId xmlns:a16="http://schemas.microsoft.com/office/drawing/2014/main" id="{CAA0060C-FF70-4FB1-914B-98AB549805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1" name="直線コネクタ 126600">
                      <a:extLst>
                        <a:ext uri="{FF2B5EF4-FFF2-40B4-BE49-F238E27FC236}">
                          <a16:creationId xmlns:a16="http://schemas.microsoft.com/office/drawing/2014/main" id="{F166FD70-3ABF-4E41-A38F-6F27428561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2" name="直線コネクタ 126601">
                      <a:extLst>
                        <a:ext uri="{FF2B5EF4-FFF2-40B4-BE49-F238E27FC236}">
                          <a16:creationId xmlns:a16="http://schemas.microsoft.com/office/drawing/2014/main" id="{110C1AFA-3083-4ABC-B2E5-DFF34D2220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3" name="直線コネクタ 126602">
                      <a:extLst>
                        <a:ext uri="{FF2B5EF4-FFF2-40B4-BE49-F238E27FC236}">
                          <a16:creationId xmlns:a16="http://schemas.microsoft.com/office/drawing/2014/main" id="{501AC652-DE27-46F8-A54D-14E797956F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4" name="直線コネクタ 126603">
                      <a:extLst>
                        <a:ext uri="{FF2B5EF4-FFF2-40B4-BE49-F238E27FC236}">
                          <a16:creationId xmlns:a16="http://schemas.microsoft.com/office/drawing/2014/main" id="{687F64BD-37DD-42BB-9CE5-1A46A7BC0D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5" name="直線コネクタ 126604">
                      <a:extLst>
                        <a:ext uri="{FF2B5EF4-FFF2-40B4-BE49-F238E27FC236}">
                          <a16:creationId xmlns:a16="http://schemas.microsoft.com/office/drawing/2014/main" id="{0307AC02-CAE1-41A1-ACCE-9808F27A61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6" name="直線コネクタ 126605">
                      <a:extLst>
                        <a:ext uri="{FF2B5EF4-FFF2-40B4-BE49-F238E27FC236}">
                          <a16:creationId xmlns:a16="http://schemas.microsoft.com/office/drawing/2014/main" id="{C327437C-DE0A-4C32-A87C-693C02AEA3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7" name="直線コネクタ 126606">
                      <a:extLst>
                        <a:ext uri="{FF2B5EF4-FFF2-40B4-BE49-F238E27FC236}">
                          <a16:creationId xmlns:a16="http://schemas.microsoft.com/office/drawing/2014/main" id="{3C8D13AA-402D-495B-AC4C-0C991BA375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8" name="直線コネクタ 126607">
                      <a:extLst>
                        <a:ext uri="{FF2B5EF4-FFF2-40B4-BE49-F238E27FC236}">
                          <a16:creationId xmlns:a16="http://schemas.microsoft.com/office/drawing/2014/main" id="{DD850D2C-F22B-4636-A1A4-1BF8522E81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09" name="直線コネクタ 126608">
                      <a:extLst>
                        <a:ext uri="{FF2B5EF4-FFF2-40B4-BE49-F238E27FC236}">
                          <a16:creationId xmlns:a16="http://schemas.microsoft.com/office/drawing/2014/main" id="{F1A62845-1788-4181-8FE0-2E4AF542C1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0" name="直線コネクタ 126609">
                      <a:extLst>
                        <a:ext uri="{FF2B5EF4-FFF2-40B4-BE49-F238E27FC236}">
                          <a16:creationId xmlns:a16="http://schemas.microsoft.com/office/drawing/2014/main" id="{6410FB06-16F4-4629-B7F7-90AAE41F43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1" name="直線コネクタ 126610">
                      <a:extLst>
                        <a:ext uri="{FF2B5EF4-FFF2-40B4-BE49-F238E27FC236}">
                          <a16:creationId xmlns:a16="http://schemas.microsoft.com/office/drawing/2014/main" id="{C85034F4-1DA3-4834-A7AF-6427707EF7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2" name="直線コネクタ 126611">
                      <a:extLst>
                        <a:ext uri="{FF2B5EF4-FFF2-40B4-BE49-F238E27FC236}">
                          <a16:creationId xmlns:a16="http://schemas.microsoft.com/office/drawing/2014/main" id="{842ACA1E-50F5-4FD4-B647-64B7F3EC5D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3" name="直線コネクタ 126612">
                      <a:extLst>
                        <a:ext uri="{FF2B5EF4-FFF2-40B4-BE49-F238E27FC236}">
                          <a16:creationId xmlns:a16="http://schemas.microsoft.com/office/drawing/2014/main" id="{EB2592E8-4C6B-4DD7-9ADB-8C71D7D245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4" name="直線コネクタ 126613">
                      <a:extLst>
                        <a:ext uri="{FF2B5EF4-FFF2-40B4-BE49-F238E27FC236}">
                          <a16:creationId xmlns:a16="http://schemas.microsoft.com/office/drawing/2014/main" id="{97E4DB08-84C5-429B-8596-A60FFBF51E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5" name="直線コネクタ 126614">
                      <a:extLst>
                        <a:ext uri="{FF2B5EF4-FFF2-40B4-BE49-F238E27FC236}">
                          <a16:creationId xmlns:a16="http://schemas.microsoft.com/office/drawing/2014/main" id="{9B468565-A745-419E-B169-5D280DCFE2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6" name="直線コネクタ 126615">
                      <a:extLst>
                        <a:ext uri="{FF2B5EF4-FFF2-40B4-BE49-F238E27FC236}">
                          <a16:creationId xmlns:a16="http://schemas.microsoft.com/office/drawing/2014/main" id="{FA84971F-5AE9-45D4-A003-49DB267C7E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7" name="直線コネクタ 126616">
                      <a:extLst>
                        <a:ext uri="{FF2B5EF4-FFF2-40B4-BE49-F238E27FC236}">
                          <a16:creationId xmlns:a16="http://schemas.microsoft.com/office/drawing/2014/main" id="{7E26A4B8-98BC-4BC3-96EB-603524DF16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8" name="直線コネクタ 126617">
                      <a:extLst>
                        <a:ext uri="{FF2B5EF4-FFF2-40B4-BE49-F238E27FC236}">
                          <a16:creationId xmlns:a16="http://schemas.microsoft.com/office/drawing/2014/main" id="{E24B88DB-9027-4D08-9730-2DE4EC5355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19" name="直線コネクタ 126618">
                      <a:extLst>
                        <a:ext uri="{FF2B5EF4-FFF2-40B4-BE49-F238E27FC236}">
                          <a16:creationId xmlns:a16="http://schemas.microsoft.com/office/drawing/2014/main" id="{ABFB4D5E-43F6-4CDE-A941-EA401D5508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620" name="直線コネクタ 126619">
                      <a:extLst>
                        <a:ext uri="{FF2B5EF4-FFF2-40B4-BE49-F238E27FC236}">
                          <a16:creationId xmlns:a16="http://schemas.microsoft.com/office/drawing/2014/main" id="{4A8CF2D5-A006-44E6-9C15-AA71A4EB8B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404" name="グループ化 126403">
                    <a:extLst>
                      <a:ext uri="{FF2B5EF4-FFF2-40B4-BE49-F238E27FC236}">
                        <a16:creationId xmlns:a16="http://schemas.microsoft.com/office/drawing/2014/main" id="{111538AD-7EC2-4165-9BD8-E91DC1EA5C57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6570" name="正方形/長方形 126569">
                      <a:extLst>
                        <a:ext uri="{FF2B5EF4-FFF2-40B4-BE49-F238E27FC236}">
                          <a16:creationId xmlns:a16="http://schemas.microsoft.com/office/drawing/2014/main" id="{06BD81D1-1163-4382-B626-08BD6BA98C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571" name="正方形/長方形 126570">
                      <a:extLst>
                        <a:ext uri="{FF2B5EF4-FFF2-40B4-BE49-F238E27FC236}">
                          <a16:creationId xmlns:a16="http://schemas.microsoft.com/office/drawing/2014/main" id="{8DEFF9F4-6163-4862-9BD7-50403E49D1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572" name="正方形/長方形 126571">
                      <a:extLst>
                        <a:ext uri="{FF2B5EF4-FFF2-40B4-BE49-F238E27FC236}">
                          <a16:creationId xmlns:a16="http://schemas.microsoft.com/office/drawing/2014/main" id="{C9AE3785-ABE6-4EBA-B6B3-17B1D1DA8E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573" name="正方形/長方形 126572">
                      <a:extLst>
                        <a:ext uri="{FF2B5EF4-FFF2-40B4-BE49-F238E27FC236}">
                          <a16:creationId xmlns:a16="http://schemas.microsoft.com/office/drawing/2014/main" id="{6AB6218F-CC0A-457B-815D-DFF6E6419D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574" name="正方形/長方形 126573">
                      <a:extLst>
                        <a:ext uri="{FF2B5EF4-FFF2-40B4-BE49-F238E27FC236}">
                          <a16:creationId xmlns:a16="http://schemas.microsoft.com/office/drawing/2014/main" id="{69045CD2-4EEF-4D80-A822-508B0819ED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575" name="正方形/長方形 126574">
                      <a:extLst>
                        <a:ext uri="{FF2B5EF4-FFF2-40B4-BE49-F238E27FC236}">
                          <a16:creationId xmlns:a16="http://schemas.microsoft.com/office/drawing/2014/main" id="{DA2EF499-A2C4-4FE0-9D42-1A741A0972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576" name="正方形/長方形 126575">
                      <a:extLst>
                        <a:ext uri="{FF2B5EF4-FFF2-40B4-BE49-F238E27FC236}">
                          <a16:creationId xmlns:a16="http://schemas.microsoft.com/office/drawing/2014/main" id="{F1DF8F4C-D54E-4582-B09B-26D30518798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577" name="正方形/長方形 126576">
                      <a:extLst>
                        <a:ext uri="{FF2B5EF4-FFF2-40B4-BE49-F238E27FC236}">
                          <a16:creationId xmlns:a16="http://schemas.microsoft.com/office/drawing/2014/main" id="{1C363D1C-8C8D-4AC9-9CF3-4EE7CD52F0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578" name="正方形/長方形 126577">
                      <a:extLst>
                        <a:ext uri="{FF2B5EF4-FFF2-40B4-BE49-F238E27FC236}">
                          <a16:creationId xmlns:a16="http://schemas.microsoft.com/office/drawing/2014/main" id="{FBB44B44-E315-4485-906E-99B40A7CCA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6405" name="グループ化 126404">
                    <a:extLst>
                      <a:ext uri="{FF2B5EF4-FFF2-40B4-BE49-F238E27FC236}">
                        <a16:creationId xmlns:a16="http://schemas.microsoft.com/office/drawing/2014/main" id="{28C6C043-FA22-49CF-B8DB-DBF39F6DF4F7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562" name="直線コネクタ 126561">
                      <a:extLst>
                        <a:ext uri="{FF2B5EF4-FFF2-40B4-BE49-F238E27FC236}">
                          <a16:creationId xmlns:a16="http://schemas.microsoft.com/office/drawing/2014/main" id="{185B6547-120F-4876-AC2D-1313FF8A29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3" name="直線コネクタ 126562">
                      <a:extLst>
                        <a:ext uri="{FF2B5EF4-FFF2-40B4-BE49-F238E27FC236}">
                          <a16:creationId xmlns:a16="http://schemas.microsoft.com/office/drawing/2014/main" id="{4D7BA939-1F9E-4AEC-B49C-DBF8ACD2DC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4" name="直線コネクタ 126563">
                      <a:extLst>
                        <a:ext uri="{FF2B5EF4-FFF2-40B4-BE49-F238E27FC236}">
                          <a16:creationId xmlns:a16="http://schemas.microsoft.com/office/drawing/2014/main" id="{3D97314D-85F2-4B04-A557-69D1FEBAEF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5" name="直線コネクタ 126564">
                      <a:extLst>
                        <a:ext uri="{FF2B5EF4-FFF2-40B4-BE49-F238E27FC236}">
                          <a16:creationId xmlns:a16="http://schemas.microsoft.com/office/drawing/2014/main" id="{A3ABC30C-E184-43D9-9217-9FB94E7C56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6" name="直線コネクタ 126565">
                      <a:extLst>
                        <a:ext uri="{FF2B5EF4-FFF2-40B4-BE49-F238E27FC236}">
                          <a16:creationId xmlns:a16="http://schemas.microsoft.com/office/drawing/2014/main" id="{23F7C393-B45C-497C-AD53-6D523D9A36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7" name="直線コネクタ 126566">
                      <a:extLst>
                        <a:ext uri="{FF2B5EF4-FFF2-40B4-BE49-F238E27FC236}">
                          <a16:creationId xmlns:a16="http://schemas.microsoft.com/office/drawing/2014/main" id="{A41BDABD-75C5-437E-A92C-88012CA4DA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8" name="直線コネクタ 126567">
                      <a:extLst>
                        <a:ext uri="{FF2B5EF4-FFF2-40B4-BE49-F238E27FC236}">
                          <a16:creationId xmlns:a16="http://schemas.microsoft.com/office/drawing/2014/main" id="{9D4CC6F7-ED0B-4D62-9ACE-E384E0F3FE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9" name="直線コネクタ 126568">
                      <a:extLst>
                        <a:ext uri="{FF2B5EF4-FFF2-40B4-BE49-F238E27FC236}">
                          <a16:creationId xmlns:a16="http://schemas.microsoft.com/office/drawing/2014/main" id="{6AB5C7C9-E0BE-4DB6-A9A3-9E42483E42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406" name="グループ化 126405">
                    <a:extLst>
                      <a:ext uri="{FF2B5EF4-FFF2-40B4-BE49-F238E27FC236}">
                        <a16:creationId xmlns:a16="http://schemas.microsoft.com/office/drawing/2014/main" id="{03FA6ECE-CB14-41FF-BBEC-A9A3958CE5F7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554" name="直線コネクタ 126553">
                      <a:extLst>
                        <a:ext uri="{FF2B5EF4-FFF2-40B4-BE49-F238E27FC236}">
                          <a16:creationId xmlns:a16="http://schemas.microsoft.com/office/drawing/2014/main" id="{1C68B5FC-AC55-466B-822A-D34CCD9D29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5" name="直線コネクタ 126554">
                      <a:extLst>
                        <a:ext uri="{FF2B5EF4-FFF2-40B4-BE49-F238E27FC236}">
                          <a16:creationId xmlns:a16="http://schemas.microsoft.com/office/drawing/2014/main" id="{ACA969E1-6884-4024-BC16-AEF8C9E951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6" name="直線コネクタ 126555">
                      <a:extLst>
                        <a:ext uri="{FF2B5EF4-FFF2-40B4-BE49-F238E27FC236}">
                          <a16:creationId xmlns:a16="http://schemas.microsoft.com/office/drawing/2014/main" id="{4568130B-2281-4B33-BA7F-55BAAAFBA1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7" name="直線コネクタ 126556">
                      <a:extLst>
                        <a:ext uri="{FF2B5EF4-FFF2-40B4-BE49-F238E27FC236}">
                          <a16:creationId xmlns:a16="http://schemas.microsoft.com/office/drawing/2014/main" id="{159DDB24-4537-49AA-839D-69BA4006FB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8" name="直線コネクタ 126557">
                      <a:extLst>
                        <a:ext uri="{FF2B5EF4-FFF2-40B4-BE49-F238E27FC236}">
                          <a16:creationId xmlns:a16="http://schemas.microsoft.com/office/drawing/2014/main" id="{21202142-D27B-4007-9D57-6D35901347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9" name="直線コネクタ 126558">
                      <a:extLst>
                        <a:ext uri="{FF2B5EF4-FFF2-40B4-BE49-F238E27FC236}">
                          <a16:creationId xmlns:a16="http://schemas.microsoft.com/office/drawing/2014/main" id="{89A434C1-A038-4876-A5DB-2BAED8CD3E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0" name="直線コネクタ 126559">
                      <a:extLst>
                        <a:ext uri="{FF2B5EF4-FFF2-40B4-BE49-F238E27FC236}">
                          <a16:creationId xmlns:a16="http://schemas.microsoft.com/office/drawing/2014/main" id="{B051FDD2-5C0E-4843-A01F-C8BBF577BF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61" name="直線コネクタ 126560">
                      <a:extLst>
                        <a:ext uri="{FF2B5EF4-FFF2-40B4-BE49-F238E27FC236}">
                          <a16:creationId xmlns:a16="http://schemas.microsoft.com/office/drawing/2014/main" id="{F2EEBB0C-D969-4B88-BFA3-1A3E7B8A2A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407" name="グループ化 126406">
                    <a:extLst>
                      <a:ext uri="{FF2B5EF4-FFF2-40B4-BE49-F238E27FC236}">
                        <a16:creationId xmlns:a16="http://schemas.microsoft.com/office/drawing/2014/main" id="{80D9F9E6-36E6-4FD1-A946-C1A20FA82904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512" name="直線コネクタ 126511">
                      <a:extLst>
                        <a:ext uri="{FF2B5EF4-FFF2-40B4-BE49-F238E27FC236}">
                          <a16:creationId xmlns:a16="http://schemas.microsoft.com/office/drawing/2014/main" id="{54E35F03-5A54-4C58-8207-233C669412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3" name="直線コネクタ 126512">
                      <a:extLst>
                        <a:ext uri="{FF2B5EF4-FFF2-40B4-BE49-F238E27FC236}">
                          <a16:creationId xmlns:a16="http://schemas.microsoft.com/office/drawing/2014/main" id="{4FD1D003-6E6A-4AED-81B0-60CE7F72B5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4" name="直線コネクタ 126513">
                      <a:extLst>
                        <a:ext uri="{FF2B5EF4-FFF2-40B4-BE49-F238E27FC236}">
                          <a16:creationId xmlns:a16="http://schemas.microsoft.com/office/drawing/2014/main" id="{13ECFF22-708F-487D-96F0-40B1AA9AD9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5" name="直線コネクタ 126514">
                      <a:extLst>
                        <a:ext uri="{FF2B5EF4-FFF2-40B4-BE49-F238E27FC236}">
                          <a16:creationId xmlns:a16="http://schemas.microsoft.com/office/drawing/2014/main" id="{0A1DD4B9-D8C6-4C74-971D-5535FD1D5F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6" name="直線コネクタ 126515">
                      <a:extLst>
                        <a:ext uri="{FF2B5EF4-FFF2-40B4-BE49-F238E27FC236}">
                          <a16:creationId xmlns:a16="http://schemas.microsoft.com/office/drawing/2014/main" id="{3BED4151-8F4D-4175-9FEC-9B6BA878EE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7" name="直線コネクタ 126516">
                      <a:extLst>
                        <a:ext uri="{FF2B5EF4-FFF2-40B4-BE49-F238E27FC236}">
                          <a16:creationId xmlns:a16="http://schemas.microsoft.com/office/drawing/2014/main" id="{FB22FD2B-E9F9-414F-9DC5-5203D795EB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8" name="直線コネクタ 126517">
                      <a:extLst>
                        <a:ext uri="{FF2B5EF4-FFF2-40B4-BE49-F238E27FC236}">
                          <a16:creationId xmlns:a16="http://schemas.microsoft.com/office/drawing/2014/main" id="{F59FC168-12D7-4AC7-BF63-40239ADF4E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9" name="直線コネクタ 126518">
                      <a:extLst>
                        <a:ext uri="{FF2B5EF4-FFF2-40B4-BE49-F238E27FC236}">
                          <a16:creationId xmlns:a16="http://schemas.microsoft.com/office/drawing/2014/main" id="{9805C2B5-0903-403C-B5DA-46C7E3E32F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0" name="直線コネクタ 126519">
                      <a:extLst>
                        <a:ext uri="{FF2B5EF4-FFF2-40B4-BE49-F238E27FC236}">
                          <a16:creationId xmlns:a16="http://schemas.microsoft.com/office/drawing/2014/main" id="{60292C0F-8EDB-45BD-8F54-F5E39B208E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1" name="直線コネクタ 126520">
                      <a:extLst>
                        <a:ext uri="{FF2B5EF4-FFF2-40B4-BE49-F238E27FC236}">
                          <a16:creationId xmlns:a16="http://schemas.microsoft.com/office/drawing/2014/main" id="{E9FA867F-CEAC-4D88-A0FE-495D35A818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2" name="直線コネクタ 126521">
                      <a:extLst>
                        <a:ext uri="{FF2B5EF4-FFF2-40B4-BE49-F238E27FC236}">
                          <a16:creationId xmlns:a16="http://schemas.microsoft.com/office/drawing/2014/main" id="{F27D4642-E550-4620-A618-E553203A6B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3" name="直線コネクタ 126522">
                      <a:extLst>
                        <a:ext uri="{FF2B5EF4-FFF2-40B4-BE49-F238E27FC236}">
                          <a16:creationId xmlns:a16="http://schemas.microsoft.com/office/drawing/2014/main" id="{6066347D-3157-4A53-BCD3-462C5B42F6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4" name="直線コネクタ 126523">
                      <a:extLst>
                        <a:ext uri="{FF2B5EF4-FFF2-40B4-BE49-F238E27FC236}">
                          <a16:creationId xmlns:a16="http://schemas.microsoft.com/office/drawing/2014/main" id="{93F4FCC6-ECCD-4B27-9588-4D67E1BA93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5" name="直線コネクタ 126524">
                      <a:extLst>
                        <a:ext uri="{FF2B5EF4-FFF2-40B4-BE49-F238E27FC236}">
                          <a16:creationId xmlns:a16="http://schemas.microsoft.com/office/drawing/2014/main" id="{FBE73C5F-202B-421B-A34C-7047DEA492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6" name="直線コネクタ 126525">
                      <a:extLst>
                        <a:ext uri="{FF2B5EF4-FFF2-40B4-BE49-F238E27FC236}">
                          <a16:creationId xmlns:a16="http://schemas.microsoft.com/office/drawing/2014/main" id="{D568DA8B-F213-4EF5-AE38-8799E6E0CF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7" name="直線コネクタ 126526">
                      <a:extLst>
                        <a:ext uri="{FF2B5EF4-FFF2-40B4-BE49-F238E27FC236}">
                          <a16:creationId xmlns:a16="http://schemas.microsoft.com/office/drawing/2014/main" id="{88B6D0B7-3190-496C-A62F-9E0CACAC92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8" name="直線コネクタ 126527">
                      <a:extLst>
                        <a:ext uri="{FF2B5EF4-FFF2-40B4-BE49-F238E27FC236}">
                          <a16:creationId xmlns:a16="http://schemas.microsoft.com/office/drawing/2014/main" id="{13F24EC4-F2E8-4DD7-82B0-C83AE7B991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29" name="直線コネクタ 126528">
                      <a:extLst>
                        <a:ext uri="{FF2B5EF4-FFF2-40B4-BE49-F238E27FC236}">
                          <a16:creationId xmlns:a16="http://schemas.microsoft.com/office/drawing/2014/main" id="{298B7FD9-5DEC-46B9-942F-8EC964D7EE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0" name="直線コネクタ 126529">
                      <a:extLst>
                        <a:ext uri="{FF2B5EF4-FFF2-40B4-BE49-F238E27FC236}">
                          <a16:creationId xmlns:a16="http://schemas.microsoft.com/office/drawing/2014/main" id="{74AA8702-B610-43C6-A21C-524DD94916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1" name="直線コネクタ 126530">
                      <a:extLst>
                        <a:ext uri="{FF2B5EF4-FFF2-40B4-BE49-F238E27FC236}">
                          <a16:creationId xmlns:a16="http://schemas.microsoft.com/office/drawing/2014/main" id="{9030EF55-DBA5-485F-A24F-281528A84F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2" name="直線コネクタ 126531">
                      <a:extLst>
                        <a:ext uri="{FF2B5EF4-FFF2-40B4-BE49-F238E27FC236}">
                          <a16:creationId xmlns:a16="http://schemas.microsoft.com/office/drawing/2014/main" id="{5FB1BF5A-ED72-4CF0-8FFB-7F3DE5BC8B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3" name="直線コネクタ 126532">
                      <a:extLst>
                        <a:ext uri="{FF2B5EF4-FFF2-40B4-BE49-F238E27FC236}">
                          <a16:creationId xmlns:a16="http://schemas.microsoft.com/office/drawing/2014/main" id="{F1C9998B-8952-49F7-BFF9-DE773807E2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4" name="直線コネクタ 126533">
                      <a:extLst>
                        <a:ext uri="{FF2B5EF4-FFF2-40B4-BE49-F238E27FC236}">
                          <a16:creationId xmlns:a16="http://schemas.microsoft.com/office/drawing/2014/main" id="{FD3EA22E-3431-41F4-8FDC-BF871F668D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5" name="直線コネクタ 126534">
                      <a:extLst>
                        <a:ext uri="{FF2B5EF4-FFF2-40B4-BE49-F238E27FC236}">
                          <a16:creationId xmlns:a16="http://schemas.microsoft.com/office/drawing/2014/main" id="{968F9BA6-7821-4E75-B0CC-AC10EBC40D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6" name="直線コネクタ 126535">
                      <a:extLst>
                        <a:ext uri="{FF2B5EF4-FFF2-40B4-BE49-F238E27FC236}">
                          <a16:creationId xmlns:a16="http://schemas.microsoft.com/office/drawing/2014/main" id="{505431BF-30FC-494D-8D42-5FCF4E242E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7" name="直線コネクタ 126536">
                      <a:extLst>
                        <a:ext uri="{FF2B5EF4-FFF2-40B4-BE49-F238E27FC236}">
                          <a16:creationId xmlns:a16="http://schemas.microsoft.com/office/drawing/2014/main" id="{0781A50D-65D2-485F-BC5D-42A2D78FD9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8" name="直線コネクタ 126537">
                      <a:extLst>
                        <a:ext uri="{FF2B5EF4-FFF2-40B4-BE49-F238E27FC236}">
                          <a16:creationId xmlns:a16="http://schemas.microsoft.com/office/drawing/2014/main" id="{845A2B3A-7834-4A7D-A8FB-BE785A4549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39" name="直線コネクタ 126538">
                      <a:extLst>
                        <a:ext uri="{FF2B5EF4-FFF2-40B4-BE49-F238E27FC236}">
                          <a16:creationId xmlns:a16="http://schemas.microsoft.com/office/drawing/2014/main" id="{8F89BEC5-23E6-4E7F-958E-A359BF2BD8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0" name="直線コネクタ 126539">
                      <a:extLst>
                        <a:ext uri="{FF2B5EF4-FFF2-40B4-BE49-F238E27FC236}">
                          <a16:creationId xmlns:a16="http://schemas.microsoft.com/office/drawing/2014/main" id="{3AEBC89E-FBBA-46EA-864A-543E76F92C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1" name="直線コネクタ 126540">
                      <a:extLst>
                        <a:ext uri="{FF2B5EF4-FFF2-40B4-BE49-F238E27FC236}">
                          <a16:creationId xmlns:a16="http://schemas.microsoft.com/office/drawing/2014/main" id="{7173A9A4-2D5B-40D5-9BE9-6EA3B5B855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2" name="直線コネクタ 126541">
                      <a:extLst>
                        <a:ext uri="{FF2B5EF4-FFF2-40B4-BE49-F238E27FC236}">
                          <a16:creationId xmlns:a16="http://schemas.microsoft.com/office/drawing/2014/main" id="{74CF9E0D-F9CC-4B0F-8D9A-34F88E3363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3" name="直線コネクタ 126542">
                      <a:extLst>
                        <a:ext uri="{FF2B5EF4-FFF2-40B4-BE49-F238E27FC236}">
                          <a16:creationId xmlns:a16="http://schemas.microsoft.com/office/drawing/2014/main" id="{5312EB21-B3B3-426C-A5AF-EB815E0AA8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4" name="直線コネクタ 126543">
                      <a:extLst>
                        <a:ext uri="{FF2B5EF4-FFF2-40B4-BE49-F238E27FC236}">
                          <a16:creationId xmlns:a16="http://schemas.microsoft.com/office/drawing/2014/main" id="{287D6B09-8439-4642-8822-207EF02906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5" name="直線コネクタ 126544">
                      <a:extLst>
                        <a:ext uri="{FF2B5EF4-FFF2-40B4-BE49-F238E27FC236}">
                          <a16:creationId xmlns:a16="http://schemas.microsoft.com/office/drawing/2014/main" id="{C92FE00D-0373-48DD-9C47-B5BDD24846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6" name="直線コネクタ 126545">
                      <a:extLst>
                        <a:ext uri="{FF2B5EF4-FFF2-40B4-BE49-F238E27FC236}">
                          <a16:creationId xmlns:a16="http://schemas.microsoft.com/office/drawing/2014/main" id="{0168D6C5-8438-41A2-AA99-E101A1FD7C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7" name="直線コネクタ 126546">
                      <a:extLst>
                        <a:ext uri="{FF2B5EF4-FFF2-40B4-BE49-F238E27FC236}">
                          <a16:creationId xmlns:a16="http://schemas.microsoft.com/office/drawing/2014/main" id="{DD2FBC52-9F1B-4158-B690-625532B4A6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8" name="直線コネクタ 126547">
                      <a:extLst>
                        <a:ext uri="{FF2B5EF4-FFF2-40B4-BE49-F238E27FC236}">
                          <a16:creationId xmlns:a16="http://schemas.microsoft.com/office/drawing/2014/main" id="{8AFDFEBA-43E5-4540-964F-C382B8AC42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49" name="直線コネクタ 126548">
                      <a:extLst>
                        <a:ext uri="{FF2B5EF4-FFF2-40B4-BE49-F238E27FC236}">
                          <a16:creationId xmlns:a16="http://schemas.microsoft.com/office/drawing/2014/main" id="{033A67F7-0259-45E9-A847-45FC53A5F3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0" name="直線コネクタ 126549">
                      <a:extLst>
                        <a:ext uri="{FF2B5EF4-FFF2-40B4-BE49-F238E27FC236}">
                          <a16:creationId xmlns:a16="http://schemas.microsoft.com/office/drawing/2014/main" id="{9A420428-5540-49DE-A836-A9EFF65E5B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1" name="直線コネクタ 126550">
                      <a:extLst>
                        <a:ext uri="{FF2B5EF4-FFF2-40B4-BE49-F238E27FC236}">
                          <a16:creationId xmlns:a16="http://schemas.microsoft.com/office/drawing/2014/main" id="{0C341413-39A0-41FF-86E7-502A54FC18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2" name="直線コネクタ 126551">
                      <a:extLst>
                        <a:ext uri="{FF2B5EF4-FFF2-40B4-BE49-F238E27FC236}">
                          <a16:creationId xmlns:a16="http://schemas.microsoft.com/office/drawing/2014/main" id="{2A5B3ACD-3AB3-4D60-A5E9-068383F033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53" name="直線コネクタ 126552">
                      <a:extLst>
                        <a:ext uri="{FF2B5EF4-FFF2-40B4-BE49-F238E27FC236}">
                          <a16:creationId xmlns:a16="http://schemas.microsoft.com/office/drawing/2014/main" id="{1D06009B-10A1-4A50-BB8A-A80796E9E4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408" name="グループ化 126407">
                    <a:extLst>
                      <a:ext uri="{FF2B5EF4-FFF2-40B4-BE49-F238E27FC236}">
                        <a16:creationId xmlns:a16="http://schemas.microsoft.com/office/drawing/2014/main" id="{C5E6DBFF-52A0-4206-A864-315180ACD12F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470" name="直線コネクタ 126469">
                      <a:extLst>
                        <a:ext uri="{FF2B5EF4-FFF2-40B4-BE49-F238E27FC236}">
                          <a16:creationId xmlns:a16="http://schemas.microsoft.com/office/drawing/2014/main" id="{595C63AC-02CC-4E0B-8B94-064D60FF4E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1" name="直線コネクタ 126470">
                      <a:extLst>
                        <a:ext uri="{FF2B5EF4-FFF2-40B4-BE49-F238E27FC236}">
                          <a16:creationId xmlns:a16="http://schemas.microsoft.com/office/drawing/2014/main" id="{6CF5F35D-B8F5-4BE5-9CD6-EAED51ABF7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2" name="直線コネクタ 126471">
                      <a:extLst>
                        <a:ext uri="{FF2B5EF4-FFF2-40B4-BE49-F238E27FC236}">
                          <a16:creationId xmlns:a16="http://schemas.microsoft.com/office/drawing/2014/main" id="{DBAB28E7-8AAA-47E8-AD67-0472243F6E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3" name="直線コネクタ 126472">
                      <a:extLst>
                        <a:ext uri="{FF2B5EF4-FFF2-40B4-BE49-F238E27FC236}">
                          <a16:creationId xmlns:a16="http://schemas.microsoft.com/office/drawing/2014/main" id="{FA825FD6-9D42-411B-BDCA-B481032A43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4" name="直線コネクタ 126473">
                      <a:extLst>
                        <a:ext uri="{FF2B5EF4-FFF2-40B4-BE49-F238E27FC236}">
                          <a16:creationId xmlns:a16="http://schemas.microsoft.com/office/drawing/2014/main" id="{2EEBE003-5166-4087-8745-95350B9D80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5" name="直線コネクタ 126474">
                      <a:extLst>
                        <a:ext uri="{FF2B5EF4-FFF2-40B4-BE49-F238E27FC236}">
                          <a16:creationId xmlns:a16="http://schemas.microsoft.com/office/drawing/2014/main" id="{BA3DEA79-6CCB-4A4C-AA1D-EBD0BC7DE6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6" name="直線コネクタ 126475">
                      <a:extLst>
                        <a:ext uri="{FF2B5EF4-FFF2-40B4-BE49-F238E27FC236}">
                          <a16:creationId xmlns:a16="http://schemas.microsoft.com/office/drawing/2014/main" id="{4AF797EF-3ACF-4BB4-943C-BB561C5A19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7" name="直線コネクタ 126476">
                      <a:extLst>
                        <a:ext uri="{FF2B5EF4-FFF2-40B4-BE49-F238E27FC236}">
                          <a16:creationId xmlns:a16="http://schemas.microsoft.com/office/drawing/2014/main" id="{19C26963-C943-4ABF-B679-5A47E6A6C6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8" name="直線コネクタ 126477">
                      <a:extLst>
                        <a:ext uri="{FF2B5EF4-FFF2-40B4-BE49-F238E27FC236}">
                          <a16:creationId xmlns:a16="http://schemas.microsoft.com/office/drawing/2014/main" id="{FFDA4652-CB3A-44FD-8947-BE599B0F7E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79" name="直線コネクタ 126478">
                      <a:extLst>
                        <a:ext uri="{FF2B5EF4-FFF2-40B4-BE49-F238E27FC236}">
                          <a16:creationId xmlns:a16="http://schemas.microsoft.com/office/drawing/2014/main" id="{284A8944-94C5-4E15-B048-C564281E0B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0" name="直線コネクタ 126479">
                      <a:extLst>
                        <a:ext uri="{FF2B5EF4-FFF2-40B4-BE49-F238E27FC236}">
                          <a16:creationId xmlns:a16="http://schemas.microsoft.com/office/drawing/2014/main" id="{B82FA42D-C9AA-4FD0-897E-304B48F1CC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1" name="直線コネクタ 126480">
                      <a:extLst>
                        <a:ext uri="{FF2B5EF4-FFF2-40B4-BE49-F238E27FC236}">
                          <a16:creationId xmlns:a16="http://schemas.microsoft.com/office/drawing/2014/main" id="{9CC666A6-9741-4210-AE4D-D6867974AA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2" name="直線コネクタ 126481">
                      <a:extLst>
                        <a:ext uri="{FF2B5EF4-FFF2-40B4-BE49-F238E27FC236}">
                          <a16:creationId xmlns:a16="http://schemas.microsoft.com/office/drawing/2014/main" id="{A5E55CF9-677C-435A-99CD-0F6225FD04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3" name="直線コネクタ 126482">
                      <a:extLst>
                        <a:ext uri="{FF2B5EF4-FFF2-40B4-BE49-F238E27FC236}">
                          <a16:creationId xmlns:a16="http://schemas.microsoft.com/office/drawing/2014/main" id="{8BA98B37-1FF2-4BE2-A251-85E4236123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4" name="直線コネクタ 126483">
                      <a:extLst>
                        <a:ext uri="{FF2B5EF4-FFF2-40B4-BE49-F238E27FC236}">
                          <a16:creationId xmlns:a16="http://schemas.microsoft.com/office/drawing/2014/main" id="{2F3EB1B1-6987-4AB5-A1B8-6965B40344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5" name="直線コネクタ 126484">
                      <a:extLst>
                        <a:ext uri="{FF2B5EF4-FFF2-40B4-BE49-F238E27FC236}">
                          <a16:creationId xmlns:a16="http://schemas.microsoft.com/office/drawing/2014/main" id="{70E9F699-02DF-4CB2-AFC3-7AD2051F23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6" name="直線コネクタ 126485">
                      <a:extLst>
                        <a:ext uri="{FF2B5EF4-FFF2-40B4-BE49-F238E27FC236}">
                          <a16:creationId xmlns:a16="http://schemas.microsoft.com/office/drawing/2014/main" id="{DDE7A91F-DE0B-44A3-8CE7-484B4A50C1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7" name="直線コネクタ 126486">
                      <a:extLst>
                        <a:ext uri="{FF2B5EF4-FFF2-40B4-BE49-F238E27FC236}">
                          <a16:creationId xmlns:a16="http://schemas.microsoft.com/office/drawing/2014/main" id="{17D798B8-C044-4DE9-B484-1B4CACCF20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8" name="直線コネクタ 126487">
                      <a:extLst>
                        <a:ext uri="{FF2B5EF4-FFF2-40B4-BE49-F238E27FC236}">
                          <a16:creationId xmlns:a16="http://schemas.microsoft.com/office/drawing/2014/main" id="{39AB54ED-8ABA-4FF3-AEF2-550667B57D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89" name="直線コネクタ 126488">
                      <a:extLst>
                        <a:ext uri="{FF2B5EF4-FFF2-40B4-BE49-F238E27FC236}">
                          <a16:creationId xmlns:a16="http://schemas.microsoft.com/office/drawing/2014/main" id="{F941594B-7177-4A67-A6A0-0E866E2413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0" name="直線コネクタ 126489">
                      <a:extLst>
                        <a:ext uri="{FF2B5EF4-FFF2-40B4-BE49-F238E27FC236}">
                          <a16:creationId xmlns:a16="http://schemas.microsoft.com/office/drawing/2014/main" id="{C9460910-F307-4FED-BCB7-7C6E528DC9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1" name="直線コネクタ 126490">
                      <a:extLst>
                        <a:ext uri="{FF2B5EF4-FFF2-40B4-BE49-F238E27FC236}">
                          <a16:creationId xmlns:a16="http://schemas.microsoft.com/office/drawing/2014/main" id="{C35681E9-CA2D-4684-8098-3C6FA98EEA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2" name="直線コネクタ 126491">
                      <a:extLst>
                        <a:ext uri="{FF2B5EF4-FFF2-40B4-BE49-F238E27FC236}">
                          <a16:creationId xmlns:a16="http://schemas.microsoft.com/office/drawing/2014/main" id="{8CD79965-6F2A-4F31-8DA9-95C6C4B550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3" name="直線コネクタ 126492">
                      <a:extLst>
                        <a:ext uri="{FF2B5EF4-FFF2-40B4-BE49-F238E27FC236}">
                          <a16:creationId xmlns:a16="http://schemas.microsoft.com/office/drawing/2014/main" id="{A6267304-59FA-4F57-9C4D-064B250259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4" name="直線コネクタ 126493">
                      <a:extLst>
                        <a:ext uri="{FF2B5EF4-FFF2-40B4-BE49-F238E27FC236}">
                          <a16:creationId xmlns:a16="http://schemas.microsoft.com/office/drawing/2014/main" id="{8218E1EC-015F-43B5-885A-FA4FD42AF1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5" name="直線コネクタ 126494">
                      <a:extLst>
                        <a:ext uri="{FF2B5EF4-FFF2-40B4-BE49-F238E27FC236}">
                          <a16:creationId xmlns:a16="http://schemas.microsoft.com/office/drawing/2014/main" id="{2E74C6B8-5FDB-45BC-9187-1F8972D6C6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6" name="直線コネクタ 126495">
                      <a:extLst>
                        <a:ext uri="{FF2B5EF4-FFF2-40B4-BE49-F238E27FC236}">
                          <a16:creationId xmlns:a16="http://schemas.microsoft.com/office/drawing/2014/main" id="{20E5DBEE-152A-4CE3-A75F-3E493C94E2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7" name="直線コネクタ 126496">
                      <a:extLst>
                        <a:ext uri="{FF2B5EF4-FFF2-40B4-BE49-F238E27FC236}">
                          <a16:creationId xmlns:a16="http://schemas.microsoft.com/office/drawing/2014/main" id="{5D72A28F-DDB8-4C49-AB1D-CCD6428042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8" name="直線コネクタ 126497">
                      <a:extLst>
                        <a:ext uri="{FF2B5EF4-FFF2-40B4-BE49-F238E27FC236}">
                          <a16:creationId xmlns:a16="http://schemas.microsoft.com/office/drawing/2014/main" id="{E99CBD76-7FAD-49FB-8989-89BC86F22A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99" name="直線コネクタ 126498">
                      <a:extLst>
                        <a:ext uri="{FF2B5EF4-FFF2-40B4-BE49-F238E27FC236}">
                          <a16:creationId xmlns:a16="http://schemas.microsoft.com/office/drawing/2014/main" id="{20731F98-2211-4960-8C31-EC4C48AA24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0" name="直線コネクタ 126499">
                      <a:extLst>
                        <a:ext uri="{FF2B5EF4-FFF2-40B4-BE49-F238E27FC236}">
                          <a16:creationId xmlns:a16="http://schemas.microsoft.com/office/drawing/2014/main" id="{45DC6F8E-E23C-40BF-AB11-4E2DF3E0C6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1" name="直線コネクタ 126500">
                      <a:extLst>
                        <a:ext uri="{FF2B5EF4-FFF2-40B4-BE49-F238E27FC236}">
                          <a16:creationId xmlns:a16="http://schemas.microsoft.com/office/drawing/2014/main" id="{8414C39D-518A-4ADD-AF2B-26432DBA64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2" name="直線コネクタ 126501">
                      <a:extLst>
                        <a:ext uri="{FF2B5EF4-FFF2-40B4-BE49-F238E27FC236}">
                          <a16:creationId xmlns:a16="http://schemas.microsoft.com/office/drawing/2014/main" id="{A667BFA1-3CF9-4C82-A642-69AE73C7C9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3" name="直線コネクタ 126502">
                      <a:extLst>
                        <a:ext uri="{FF2B5EF4-FFF2-40B4-BE49-F238E27FC236}">
                          <a16:creationId xmlns:a16="http://schemas.microsoft.com/office/drawing/2014/main" id="{64280AAC-8AD5-45FD-A35A-28B9ED0D5B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4" name="直線コネクタ 126503">
                      <a:extLst>
                        <a:ext uri="{FF2B5EF4-FFF2-40B4-BE49-F238E27FC236}">
                          <a16:creationId xmlns:a16="http://schemas.microsoft.com/office/drawing/2014/main" id="{0918C106-32AE-442C-B667-557399CC86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5" name="直線コネクタ 126504">
                      <a:extLst>
                        <a:ext uri="{FF2B5EF4-FFF2-40B4-BE49-F238E27FC236}">
                          <a16:creationId xmlns:a16="http://schemas.microsoft.com/office/drawing/2014/main" id="{695608B1-00FE-46C0-BD47-DB1CF75219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6" name="直線コネクタ 126505">
                      <a:extLst>
                        <a:ext uri="{FF2B5EF4-FFF2-40B4-BE49-F238E27FC236}">
                          <a16:creationId xmlns:a16="http://schemas.microsoft.com/office/drawing/2014/main" id="{56CB7F29-2193-423D-8F25-FFF8C88414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7" name="直線コネクタ 126506">
                      <a:extLst>
                        <a:ext uri="{FF2B5EF4-FFF2-40B4-BE49-F238E27FC236}">
                          <a16:creationId xmlns:a16="http://schemas.microsoft.com/office/drawing/2014/main" id="{5533BF3F-B25D-48E6-A46E-00B3DEC6F8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8" name="直線コネクタ 126507">
                      <a:extLst>
                        <a:ext uri="{FF2B5EF4-FFF2-40B4-BE49-F238E27FC236}">
                          <a16:creationId xmlns:a16="http://schemas.microsoft.com/office/drawing/2014/main" id="{F325E303-D643-4E37-80C0-B0582F7F12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09" name="直線コネクタ 126508">
                      <a:extLst>
                        <a:ext uri="{FF2B5EF4-FFF2-40B4-BE49-F238E27FC236}">
                          <a16:creationId xmlns:a16="http://schemas.microsoft.com/office/drawing/2014/main" id="{8D5E6993-E0E4-4E21-B555-C2EEB488ED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0" name="直線コネクタ 126509">
                      <a:extLst>
                        <a:ext uri="{FF2B5EF4-FFF2-40B4-BE49-F238E27FC236}">
                          <a16:creationId xmlns:a16="http://schemas.microsoft.com/office/drawing/2014/main" id="{EF68187B-286A-4E36-861A-506B32122C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511" name="直線コネクタ 126510">
                      <a:extLst>
                        <a:ext uri="{FF2B5EF4-FFF2-40B4-BE49-F238E27FC236}">
                          <a16:creationId xmlns:a16="http://schemas.microsoft.com/office/drawing/2014/main" id="{4B2E8DF6-2DFC-4F1C-AC2B-C3874A530F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409" name="グループ化 126408">
                    <a:extLst>
                      <a:ext uri="{FF2B5EF4-FFF2-40B4-BE49-F238E27FC236}">
                        <a16:creationId xmlns:a16="http://schemas.microsoft.com/office/drawing/2014/main" id="{21C6A79C-58A4-4971-A75C-0954130C0A99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462" name="直線コネクタ 126461">
                      <a:extLst>
                        <a:ext uri="{FF2B5EF4-FFF2-40B4-BE49-F238E27FC236}">
                          <a16:creationId xmlns:a16="http://schemas.microsoft.com/office/drawing/2014/main" id="{F9DD1250-45B9-4985-93E6-2351AD7AE0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3" name="直線コネクタ 126462">
                      <a:extLst>
                        <a:ext uri="{FF2B5EF4-FFF2-40B4-BE49-F238E27FC236}">
                          <a16:creationId xmlns:a16="http://schemas.microsoft.com/office/drawing/2014/main" id="{7FCA84E0-B212-413A-876C-7156396CE5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4" name="直線コネクタ 126463">
                      <a:extLst>
                        <a:ext uri="{FF2B5EF4-FFF2-40B4-BE49-F238E27FC236}">
                          <a16:creationId xmlns:a16="http://schemas.microsoft.com/office/drawing/2014/main" id="{FC9EC461-8B7B-4A4E-8EA5-6C4591DA19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5" name="直線コネクタ 126464">
                      <a:extLst>
                        <a:ext uri="{FF2B5EF4-FFF2-40B4-BE49-F238E27FC236}">
                          <a16:creationId xmlns:a16="http://schemas.microsoft.com/office/drawing/2014/main" id="{692B610C-B69D-4F1D-AA05-E479473CFA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6" name="直線コネクタ 126465">
                      <a:extLst>
                        <a:ext uri="{FF2B5EF4-FFF2-40B4-BE49-F238E27FC236}">
                          <a16:creationId xmlns:a16="http://schemas.microsoft.com/office/drawing/2014/main" id="{7D355DC6-E227-46B8-84DD-354EF00AA0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7" name="直線コネクタ 126466">
                      <a:extLst>
                        <a:ext uri="{FF2B5EF4-FFF2-40B4-BE49-F238E27FC236}">
                          <a16:creationId xmlns:a16="http://schemas.microsoft.com/office/drawing/2014/main" id="{1AD645E3-90B5-4387-905F-DC0270EE66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8" name="直線コネクタ 126467">
                      <a:extLst>
                        <a:ext uri="{FF2B5EF4-FFF2-40B4-BE49-F238E27FC236}">
                          <a16:creationId xmlns:a16="http://schemas.microsoft.com/office/drawing/2014/main" id="{4D4FE04D-E29B-4A24-A5A4-F0F890F96E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9" name="直線コネクタ 126468">
                      <a:extLst>
                        <a:ext uri="{FF2B5EF4-FFF2-40B4-BE49-F238E27FC236}">
                          <a16:creationId xmlns:a16="http://schemas.microsoft.com/office/drawing/2014/main" id="{AD1E01DC-80CF-49CC-98FC-F26509C580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410" name="グループ化 126409">
                    <a:extLst>
                      <a:ext uri="{FF2B5EF4-FFF2-40B4-BE49-F238E27FC236}">
                        <a16:creationId xmlns:a16="http://schemas.microsoft.com/office/drawing/2014/main" id="{6E6A37BD-5C75-4529-AE1D-50DFD56ECDF3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454" name="直線コネクタ 126453">
                      <a:extLst>
                        <a:ext uri="{FF2B5EF4-FFF2-40B4-BE49-F238E27FC236}">
                          <a16:creationId xmlns:a16="http://schemas.microsoft.com/office/drawing/2014/main" id="{672FC241-EB4F-453B-BBD4-D8F2DF831A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5" name="直線コネクタ 126454">
                      <a:extLst>
                        <a:ext uri="{FF2B5EF4-FFF2-40B4-BE49-F238E27FC236}">
                          <a16:creationId xmlns:a16="http://schemas.microsoft.com/office/drawing/2014/main" id="{F382B7EA-29D6-4C1B-94AF-AC8EA55890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6" name="直線コネクタ 126455">
                      <a:extLst>
                        <a:ext uri="{FF2B5EF4-FFF2-40B4-BE49-F238E27FC236}">
                          <a16:creationId xmlns:a16="http://schemas.microsoft.com/office/drawing/2014/main" id="{DDC6CEB3-A063-47AF-86C1-B7E0CA5985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7" name="直線コネクタ 126456">
                      <a:extLst>
                        <a:ext uri="{FF2B5EF4-FFF2-40B4-BE49-F238E27FC236}">
                          <a16:creationId xmlns:a16="http://schemas.microsoft.com/office/drawing/2014/main" id="{717D9F51-ACB7-42AC-BDC8-7E2963DAAB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8" name="直線コネクタ 126457">
                      <a:extLst>
                        <a:ext uri="{FF2B5EF4-FFF2-40B4-BE49-F238E27FC236}">
                          <a16:creationId xmlns:a16="http://schemas.microsoft.com/office/drawing/2014/main" id="{61E21DF1-1BE8-4A35-B631-035923B8F0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9" name="直線コネクタ 126458">
                      <a:extLst>
                        <a:ext uri="{FF2B5EF4-FFF2-40B4-BE49-F238E27FC236}">
                          <a16:creationId xmlns:a16="http://schemas.microsoft.com/office/drawing/2014/main" id="{3760EE04-3DA0-4D30-A5A3-549467EA96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0" name="直線コネクタ 126459">
                      <a:extLst>
                        <a:ext uri="{FF2B5EF4-FFF2-40B4-BE49-F238E27FC236}">
                          <a16:creationId xmlns:a16="http://schemas.microsoft.com/office/drawing/2014/main" id="{8D2C6D77-5133-4B36-A8C9-4818A5F4A0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61" name="直線コネクタ 126460">
                      <a:extLst>
                        <a:ext uri="{FF2B5EF4-FFF2-40B4-BE49-F238E27FC236}">
                          <a16:creationId xmlns:a16="http://schemas.microsoft.com/office/drawing/2014/main" id="{01E87A20-9E27-4DD2-8557-444742D7E8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411" name="グループ化 126410">
                    <a:extLst>
                      <a:ext uri="{FF2B5EF4-FFF2-40B4-BE49-F238E27FC236}">
                        <a16:creationId xmlns:a16="http://schemas.microsoft.com/office/drawing/2014/main" id="{F07CF991-BAA1-4D4A-A2C5-0E07BA0048E2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412" name="直線コネクタ 126411">
                      <a:extLst>
                        <a:ext uri="{FF2B5EF4-FFF2-40B4-BE49-F238E27FC236}">
                          <a16:creationId xmlns:a16="http://schemas.microsoft.com/office/drawing/2014/main" id="{562BAB3D-07A2-4788-B435-E585F660A9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13" name="直線コネクタ 126412">
                      <a:extLst>
                        <a:ext uri="{FF2B5EF4-FFF2-40B4-BE49-F238E27FC236}">
                          <a16:creationId xmlns:a16="http://schemas.microsoft.com/office/drawing/2014/main" id="{D69BF4BC-A523-48BF-9FAD-FEC58CEDA7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14" name="直線コネクタ 126413">
                      <a:extLst>
                        <a:ext uri="{FF2B5EF4-FFF2-40B4-BE49-F238E27FC236}">
                          <a16:creationId xmlns:a16="http://schemas.microsoft.com/office/drawing/2014/main" id="{DD0EB73B-474C-44B6-8B7B-B234AAB0F1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15" name="直線コネクタ 126414">
                      <a:extLst>
                        <a:ext uri="{FF2B5EF4-FFF2-40B4-BE49-F238E27FC236}">
                          <a16:creationId xmlns:a16="http://schemas.microsoft.com/office/drawing/2014/main" id="{8FBF525F-3C01-4394-9A81-4EC76AAFB8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16" name="直線コネクタ 126415">
                      <a:extLst>
                        <a:ext uri="{FF2B5EF4-FFF2-40B4-BE49-F238E27FC236}">
                          <a16:creationId xmlns:a16="http://schemas.microsoft.com/office/drawing/2014/main" id="{0D44B75D-73C9-4E9E-A385-A6F0ECD439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17" name="直線コネクタ 126416">
                      <a:extLst>
                        <a:ext uri="{FF2B5EF4-FFF2-40B4-BE49-F238E27FC236}">
                          <a16:creationId xmlns:a16="http://schemas.microsoft.com/office/drawing/2014/main" id="{D7014473-B894-4F63-873E-A9ECDF11F3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18" name="直線コネクタ 126417">
                      <a:extLst>
                        <a:ext uri="{FF2B5EF4-FFF2-40B4-BE49-F238E27FC236}">
                          <a16:creationId xmlns:a16="http://schemas.microsoft.com/office/drawing/2014/main" id="{FF77CC4D-D57F-41C3-8FD5-CF5B34A6D8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19" name="直線コネクタ 126418">
                      <a:extLst>
                        <a:ext uri="{FF2B5EF4-FFF2-40B4-BE49-F238E27FC236}">
                          <a16:creationId xmlns:a16="http://schemas.microsoft.com/office/drawing/2014/main" id="{CDE1DFF8-FC37-452C-ADFE-C177743E41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0" name="直線コネクタ 126419">
                      <a:extLst>
                        <a:ext uri="{FF2B5EF4-FFF2-40B4-BE49-F238E27FC236}">
                          <a16:creationId xmlns:a16="http://schemas.microsoft.com/office/drawing/2014/main" id="{0FD1B468-1417-4714-9398-D0C2093DC1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1" name="直線コネクタ 126420">
                      <a:extLst>
                        <a:ext uri="{FF2B5EF4-FFF2-40B4-BE49-F238E27FC236}">
                          <a16:creationId xmlns:a16="http://schemas.microsoft.com/office/drawing/2014/main" id="{4826063B-2B2F-4409-9923-3424EEFCBA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2" name="直線コネクタ 126421">
                      <a:extLst>
                        <a:ext uri="{FF2B5EF4-FFF2-40B4-BE49-F238E27FC236}">
                          <a16:creationId xmlns:a16="http://schemas.microsoft.com/office/drawing/2014/main" id="{56B6C7CB-9D7C-43DF-9570-6D4EFC0EFC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3" name="直線コネクタ 126422">
                      <a:extLst>
                        <a:ext uri="{FF2B5EF4-FFF2-40B4-BE49-F238E27FC236}">
                          <a16:creationId xmlns:a16="http://schemas.microsoft.com/office/drawing/2014/main" id="{7F516159-AF9A-493C-9B05-A9C02865A8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4" name="直線コネクタ 126423">
                      <a:extLst>
                        <a:ext uri="{FF2B5EF4-FFF2-40B4-BE49-F238E27FC236}">
                          <a16:creationId xmlns:a16="http://schemas.microsoft.com/office/drawing/2014/main" id="{6E259D25-4606-4FB0-8B29-CAB0D376C4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5" name="直線コネクタ 126424">
                      <a:extLst>
                        <a:ext uri="{FF2B5EF4-FFF2-40B4-BE49-F238E27FC236}">
                          <a16:creationId xmlns:a16="http://schemas.microsoft.com/office/drawing/2014/main" id="{944B3A51-B3DB-4D3A-A891-DE6FAFCB45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6" name="直線コネクタ 126425">
                      <a:extLst>
                        <a:ext uri="{FF2B5EF4-FFF2-40B4-BE49-F238E27FC236}">
                          <a16:creationId xmlns:a16="http://schemas.microsoft.com/office/drawing/2014/main" id="{8B83100B-C2ED-4E89-B639-6B0EF88CC6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7" name="直線コネクタ 126426">
                      <a:extLst>
                        <a:ext uri="{FF2B5EF4-FFF2-40B4-BE49-F238E27FC236}">
                          <a16:creationId xmlns:a16="http://schemas.microsoft.com/office/drawing/2014/main" id="{23344089-D250-4DFB-8CA0-795584E7F9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8" name="直線コネクタ 126427">
                      <a:extLst>
                        <a:ext uri="{FF2B5EF4-FFF2-40B4-BE49-F238E27FC236}">
                          <a16:creationId xmlns:a16="http://schemas.microsoft.com/office/drawing/2014/main" id="{862B0F4C-FA64-47CA-B0E7-8FF449B3E5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29" name="直線コネクタ 126428">
                      <a:extLst>
                        <a:ext uri="{FF2B5EF4-FFF2-40B4-BE49-F238E27FC236}">
                          <a16:creationId xmlns:a16="http://schemas.microsoft.com/office/drawing/2014/main" id="{184B11A2-5625-4A09-9C71-0A56717372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0" name="直線コネクタ 126429">
                      <a:extLst>
                        <a:ext uri="{FF2B5EF4-FFF2-40B4-BE49-F238E27FC236}">
                          <a16:creationId xmlns:a16="http://schemas.microsoft.com/office/drawing/2014/main" id="{99F2DCDB-F8E0-40CB-ABF0-0BA86D5FCA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1" name="直線コネクタ 126430">
                      <a:extLst>
                        <a:ext uri="{FF2B5EF4-FFF2-40B4-BE49-F238E27FC236}">
                          <a16:creationId xmlns:a16="http://schemas.microsoft.com/office/drawing/2014/main" id="{2A978896-B49B-4505-81DA-30DF442D40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2" name="直線コネクタ 126431">
                      <a:extLst>
                        <a:ext uri="{FF2B5EF4-FFF2-40B4-BE49-F238E27FC236}">
                          <a16:creationId xmlns:a16="http://schemas.microsoft.com/office/drawing/2014/main" id="{029D8690-AAF0-4DB2-97E6-1706DFE1CB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3" name="直線コネクタ 126432">
                      <a:extLst>
                        <a:ext uri="{FF2B5EF4-FFF2-40B4-BE49-F238E27FC236}">
                          <a16:creationId xmlns:a16="http://schemas.microsoft.com/office/drawing/2014/main" id="{2936FDE1-79D5-47C3-9161-985E551317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4" name="直線コネクタ 126433">
                      <a:extLst>
                        <a:ext uri="{FF2B5EF4-FFF2-40B4-BE49-F238E27FC236}">
                          <a16:creationId xmlns:a16="http://schemas.microsoft.com/office/drawing/2014/main" id="{BCE99949-BBA5-4E3E-81A5-EC8581BDA5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5" name="直線コネクタ 126434">
                      <a:extLst>
                        <a:ext uri="{FF2B5EF4-FFF2-40B4-BE49-F238E27FC236}">
                          <a16:creationId xmlns:a16="http://schemas.microsoft.com/office/drawing/2014/main" id="{4637411B-A6FC-484D-BCA3-6157878C8D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6" name="直線コネクタ 126435">
                      <a:extLst>
                        <a:ext uri="{FF2B5EF4-FFF2-40B4-BE49-F238E27FC236}">
                          <a16:creationId xmlns:a16="http://schemas.microsoft.com/office/drawing/2014/main" id="{12DB9BE6-F20F-4001-BAA6-C5E4004736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7" name="直線コネクタ 126436">
                      <a:extLst>
                        <a:ext uri="{FF2B5EF4-FFF2-40B4-BE49-F238E27FC236}">
                          <a16:creationId xmlns:a16="http://schemas.microsoft.com/office/drawing/2014/main" id="{A84C5F20-2705-4FE6-BF2D-3963DC25B6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8" name="直線コネクタ 126437">
                      <a:extLst>
                        <a:ext uri="{FF2B5EF4-FFF2-40B4-BE49-F238E27FC236}">
                          <a16:creationId xmlns:a16="http://schemas.microsoft.com/office/drawing/2014/main" id="{5EF4BC21-F176-42D8-AFF4-62B9C301B8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39" name="直線コネクタ 126438">
                      <a:extLst>
                        <a:ext uri="{FF2B5EF4-FFF2-40B4-BE49-F238E27FC236}">
                          <a16:creationId xmlns:a16="http://schemas.microsoft.com/office/drawing/2014/main" id="{32970DA8-E5DB-43EA-AD65-329C9654CC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0" name="直線コネクタ 126439">
                      <a:extLst>
                        <a:ext uri="{FF2B5EF4-FFF2-40B4-BE49-F238E27FC236}">
                          <a16:creationId xmlns:a16="http://schemas.microsoft.com/office/drawing/2014/main" id="{A5CA3201-6E65-4F2F-9D66-871E457FFB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1" name="直線コネクタ 126440">
                      <a:extLst>
                        <a:ext uri="{FF2B5EF4-FFF2-40B4-BE49-F238E27FC236}">
                          <a16:creationId xmlns:a16="http://schemas.microsoft.com/office/drawing/2014/main" id="{0B902A2E-6C09-41BE-85A2-84AB85BA9B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2" name="直線コネクタ 126441">
                      <a:extLst>
                        <a:ext uri="{FF2B5EF4-FFF2-40B4-BE49-F238E27FC236}">
                          <a16:creationId xmlns:a16="http://schemas.microsoft.com/office/drawing/2014/main" id="{D538AE72-597D-441A-94A8-CDE54A43F4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3" name="直線コネクタ 126442">
                      <a:extLst>
                        <a:ext uri="{FF2B5EF4-FFF2-40B4-BE49-F238E27FC236}">
                          <a16:creationId xmlns:a16="http://schemas.microsoft.com/office/drawing/2014/main" id="{F625BD9A-2A23-4BD1-8258-F288F0FDA7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4" name="直線コネクタ 126443">
                      <a:extLst>
                        <a:ext uri="{FF2B5EF4-FFF2-40B4-BE49-F238E27FC236}">
                          <a16:creationId xmlns:a16="http://schemas.microsoft.com/office/drawing/2014/main" id="{DF1ECEC9-3500-41D6-B210-C6D5437C41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5" name="直線コネクタ 126444">
                      <a:extLst>
                        <a:ext uri="{FF2B5EF4-FFF2-40B4-BE49-F238E27FC236}">
                          <a16:creationId xmlns:a16="http://schemas.microsoft.com/office/drawing/2014/main" id="{78CCE70E-721E-42E0-BED9-A184241EE8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6" name="直線コネクタ 126445">
                      <a:extLst>
                        <a:ext uri="{FF2B5EF4-FFF2-40B4-BE49-F238E27FC236}">
                          <a16:creationId xmlns:a16="http://schemas.microsoft.com/office/drawing/2014/main" id="{8155962D-EACD-4A1B-9306-36CD589DC4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7" name="直線コネクタ 126446">
                      <a:extLst>
                        <a:ext uri="{FF2B5EF4-FFF2-40B4-BE49-F238E27FC236}">
                          <a16:creationId xmlns:a16="http://schemas.microsoft.com/office/drawing/2014/main" id="{875A14DA-FEAC-4B54-972F-D9C21B1A07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8" name="直線コネクタ 126447">
                      <a:extLst>
                        <a:ext uri="{FF2B5EF4-FFF2-40B4-BE49-F238E27FC236}">
                          <a16:creationId xmlns:a16="http://schemas.microsoft.com/office/drawing/2014/main" id="{59C5CD73-D5D4-49E6-BFAF-E794988E8C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49" name="直線コネクタ 126448">
                      <a:extLst>
                        <a:ext uri="{FF2B5EF4-FFF2-40B4-BE49-F238E27FC236}">
                          <a16:creationId xmlns:a16="http://schemas.microsoft.com/office/drawing/2014/main" id="{D66B5C96-41DF-400F-AE0A-EB3807D2DC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0" name="直線コネクタ 126449">
                      <a:extLst>
                        <a:ext uri="{FF2B5EF4-FFF2-40B4-BE49-F238E27FC236}">
                          <a16:creationId xmlns:a16="http://schemas.microsoft.com/office/drawing/2014/main" id="{9F716D31-3327-4C3D-87E5-73F1EEC02B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1" name="直線コネクタ 126450">
                      <a:extLst>
                        <a:ext uri="{FF2B5EF4-FFF2-40B4-BE49-F238E27FC236}">
                          <a16:creationId xmlns:a16="http://schemas.microsoft.com/office/drawing/2014/main" id="{A3457ED0-5BC8-400B-8E61-77BC1807CE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2" name="直線コネクタ 126451">
                      <a:extLst>
                        <a:ext uri="{FF2B5EF4-FFF2-40B4-BE49-F238E27FC236}">
                          <a16:creationId xmlns:a16="http://schemas.microsoft.com/office/drawing/2014/main" id="{0B11C447-07E3-4AF1-8F90-78078793F0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453" name="直線コネクタ 126452">
                      <a:extLst>
                        <a:ext uri="{FF2B5EF4-FFF2-40B4-BE49-F238E27FC236}">
                          <a16:creationId xmlns:a16="http://schemas.microsoft.com/office/drawing/2014/main" id="{1C1666D0-8B5A-46B0-B861-40BC8898C6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57" name="グループ化 123156">
                  <a:extLst>
                    <a:ext uri="{FF2B5EF4-FFF2-40B4-BE49-F238E27FC236}">
                      <a16:creationId xmlns:a16="http://schemas.microsoft.com/office/drawing/2014/main" id="{91405291-0324-40BA-8990-01CBC27A09C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37972" y="5237881"/>
                  <a:ext cx="323819" cy="324000"/>
                  <a:chOff x="4287481" y="4286224"/>
                  <a:chExt cx="2227978" cy="2229219"/>
                </a:xfrm>
              </p:grpSpPr>
              <p:cxnSp>
                <p:nvCxnSpPr>
                  <p:cNvPr id="125853" name="直線コネクタ 125852">
                    <a:extLst>
                      <a:ext uri="{FF2B5EF4-FFF2-40B4-BE49-F238E27FC236}">
                        <a16:creationId xmlns:a16="http://schemas.microsoft.com/office/drawing/2014/main" id="{676E83CA-6701-4E64-ABA7-CBA4E37EEE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54" name="直線コネクタ 125853">
                    <a:extLst>
                      <a:ext uri="{FF2B5EF4-FFF2-40B4-BE49-F238E27FC236}">
                        <a16:creationId xmlns:a16="http://schemas.microsoft.com/office/drawing/2014/main" id="{821F29CC-2B11-425E-9417-124639E1F0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55" name="直線コネクタ 125854">
                    <a:extLst>
                      <a:ext uri="{FF2B5EF4-FFF2-40B4-BE49-F238E27FC236}">
                        <a16:creationId xmlns:a16="http://schemas.microsoft.com/office/drawing/2014/main" id="{CAE4F806-1C8D-45FC-8889-BACA725B56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56" name="直線コネクタ 125855">
                    <a:extLst>
                      <a:ext uri="{FF2B5EF4-FFF2-40B4-BE49-F238E27FC236}">
                        <a16:creationId xmlns:a16="http://schemas.microsoft.com/office/drawing/2014/main" id="{40B8BD4D-8A98-47C0-93CE-BC88295415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57" name="直線コネクタ 125856">
                    <a:extLst>
                      <a:ext uri="{FF2B5EF4-FFF2-40B4-BE49-F238E27FC236}">
                        <a16:creationId xmlns:a16="http://schemas.microsoft.com/office/drawing/2014/main" id="{3B65E83D-43F2-4BB9-9A10-C9561DFBBE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58" name="直線コネクタ 125857">
                    <a:extLst>
                      <a:ext uri="{FF2B5EF4-FFF2-40B4-BE49-F238E27FC236}">
                        <a16:creationId xmlns:a16="http://schemas.microsoft.com/office/drawing/2014/main" id="{C278EE76-6B49-440F-87FF-7ABE280D74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59" name="直線コネクタ 125858">
                    <a:extLst>
                      <a:ext uri="{FF2B5EF4-FFF2-40B4-BE49-F238E27FC236}">
                        <a16:creationId xmlns:a16="http://schemas.microsoft.com/office/drawing/2014/main" id="{EA3CD06A-7F42-459A-897F-62F9E5CC18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0" name="直線コネクタ 125859">
                    <a:extLst>
                      <a:ext uri="{FF2B5EF4-FFF2-40B4-BE49-F238E27FC236}">
                        <a16:creationId xmlns:a16="http://schemas.microsoft.com/office/drawing/2014/main" id="{071AC061-EFCA-439E-B201-CB4F4F82C1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1" name="直線コネクタ 125860">
                    <a:extLst>
                      <a:ext uri="{FF2B5EF4-FFF2-40B4-BE49-F238E27FC236}">
                        <a16:creationId xmlns:a16="http://schemas.microsoft.com/office/drawing/2014/main" id="{1EE6B952-9FC0-4E5B-881C-141798A653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2" name="直線コネクタ 125861">
                    <a:extLst>
                      <a:ext uri="{FF2B5EF4-FFF2-40B4-BE49-F238E27FC236}">
                        <a16:creationId xmlns:a16="http://schemas.microsoft.com/office/drawing/2014/main" id="{88906D11-35F9-40AF-B1C2-F1EDE52CA61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3" name="直線コネクタ 125862">
                    <a:extLst>
                      <a:ext uri="{FF2B5EF4-FFF2-40B4-BE49-F238E27FC236}">
                        <a16:creationId xmlns:a16="http://schemas.microsoft.com/office/drawing/2014/main" id="{0BA4FFC7-AEA3-489F-A264-CD9AD8AB77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4" name="直線コネクタ 125863">
                    <a:extLst>
                      <a:ext uri="{FF2B5EF4-FFF2-40B4-BE49-F238E27FC236}">
                        <a16:creationId xmlns:a16="http://schemas.microsoft.com/office/drawing/2014/main" id="{CEF63B08-F397-425B-9712-9345F17DB7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5" name="直線コネクタ 125864">
                    <a:extLst>
                      <a:ext uri="{FF2B5EF4-FFF2-40B4-BE49-F238E27FC236}">
                        <a16:creationId xmlns:a16="http://schemas.microsoft.com/office/drawing/2014/main" id="{6C465C91-27F3-41FB-B2E8-453E59E6280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6" name="直線コネクタ 125865">
                    <a:extLst>
                      <a:ext uri="{FF2B5EF4-FFF2-40B4-BE49-F238E27FC236}">
                        <a16:creationId xmlns:a16="http://schemas.microsoft.com/office/drawing/2014/main" id="{2D40FD08-4784-4D45-BA9A-079DDCEBB5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7" name="直線コネクタ 125866">
                    <a:extLst>
                      <a:ext uri="{FF2B5EF4-FFF2-40B4-BE49-F238E27FC236}">
                        <a16:creationId xmlns:a16="http://schemas.microsoft.com/office/drawing/2014/main" id="{42AF9FDE-D4E7-49EF-AB57-6F4BFB19BC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8" name="直線コネクタ 125867">
                    <a:extLst>
                      <a:ext uri="{FF2B5EF4-FFF2-40B4-BE49-F238E27FC236}">
                        <a16:creationId xmlns:a16="http://schemas.microsoft.com/office/drawing/2014/main" id="{FF54DEA5-2244-46BA-A9D3-CF40750C56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69" name="直線コネクタ 125868">
                    <a:extLst>
                      <a:ext uri="{FF2B5EF4-FFF2-40B4-BE49-F238E27FC236}">
                        <a16:creationId xmlns:a16="http://schemas.microsoft.com/office/drawing/2014/main" id="{F418E66A-9A4E-47EA-AF19-446908A2F1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0" name="直線コネクタ 125869">
                    <a:extLst>
                      <a:ext uri="{FF2B5EF4-FFF2-40B4-BE49-F238E27FC236}">
                        <a16:creationId xmlns:a16="http://schemas.microsoft.com/office/drawing/2014/main" id="{75D67A79-0D9C-4004-B098-1B057928BC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1" name="直線コネクタ 125870">
                    <a:extLst>
                      <a:ext uri="{FF2B5EF4-FFF2-40B4-BE49-F238E27FC236}">
                        <a16:creationId xmlns:a16="http://schemas.microsoft.com/office/drawing/2014/main" id="{6AB80403-A512-4856-B4F4-D91B6F6B62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2" name="直線コネクタ 125871">
                    <a:extLst>
                      <a:ext uri="{FF2B5EF4-FFF2-40B4-BE49-F238E27FC236}">
                        <a16:creationId xmlns:a16="http://schemas.microsoft.com/office/drawing/2014/main" id="{4F2596F3-62CC-4BEF-8710-5FC9863B6F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3" name="直線コネクタ 125872">
                    <a:extLst>
                      <a:ext uri="{FF2B5EF4-FFF2-40B4-BE49-F238E27FC236}">
                        <a16:creationId xmlns:a16="http://schemas.microsoft.com/office/drawing/2014/main" id="{1057A127-60F9-41BD-AF6E-4C52061042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4" name="直線コネクタ 125873">
                    <a:extLst>
                      <a:ext uri="{FF2B5EF4-FFF2-40B4-BE49-F238E27FC236}">
                        <a16:creationId xmlns:a16="http://schemas.microsoft.com/office/drawing/2014/main" id="{93CAC48F-5D11-4E20-82E8-32409C8266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5" name="直線コネクタ 125874">
                    <a:extLst>
                      <a:ext uri="{FF2B5EF4-FFF2-40B4-BE49-F238E27FC236}">
                        <a16:creationId xmlns:a16="http://schemas.microsoft.com/office/drawing/2014/main" id="{56CA8769-E5C5-44B2-B6D0-6040DC795A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6" name="直線コネクタ 125875">
                    <a:extLst>
                      <a:ext uri="{FF2B5EF4-FFF2-40B4-BE49-F238E27FC236}">
                        <a16:creationId xmlns:a16="http://schemas.microsoft.com/office/drawing/2014/main" id="{CA530978-0026-49F3-8FED-CEF572DB77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7" name="直線コネクタ 125876">
                    <a:extLst>
                      <a:ext uri="{FF2B5EF4-FFF2-40B4-BE49-F238E27FC236}">
                        <a16:creationId xmlns:a16="http://schemas.microsoft.com/office/drawing/2014/main" id="{F0889FD6-7538-464C-818C-91B4F48C6E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8" name="直線コネクタ 125877">
                    <a:extLst>
                      <a:ext uri="{FF2B5EF4-FFF2-40B4-BE49-F238E27FC236}">
                        <a16:creationId xmlns:a16="http://schemas.microsoft.com/office/drawing/2014/main" id="{348A57B0-4796-4941-886B-EFE1D0969F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79" name="直線コネクタ 125878">
                    <a:extLst>
                      <a:ext uri="{FF2B5EF4-FFF2-40B4-BE49-F238E27FC236}">
                        <a16:creationId xmlns:a16="http://schemas.microsoft.com/office/drawing/2014/main" id="{1CC1E4B9-620A-46B5-A372-2BD0F3BB91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0" name="直線コネクタ 125879">
                    <a:extLst>
                      <a:ext uri="{FF2B5EF4-FFF2-40B4-BE49-F238E27FC236}">
                        <a16:creationId xmlns:a16="http://schemas.microsoft.com/office/drawing/2014/main" id="{13D780F2-6EB3-488A-9007-01DF0C35B6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1" name="直線コネクタ 125880">
                    <a:extLst>
                      <a:ext uri="{FF2B5EF4-FFF2-40B4-BE49-F238E27FC236}">
                        <a16:creationId xmlns:a16="http://schemas.microsoft.com/office/drawing/2014/main" id="{62E680DB-D45D-42CD-822C-26DC1117BE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2" name="直線コネクタ 125881">
                    <a:extLst>
                      <a:ext uri="{FF2B5EF4-FFF2-40B4-BE49-F238E27FC236}">
                        <a16:creationId xmlns:a16="http://schemas.microsoft.com/office/drawing/2014/main" id="{3BC705AD-547F-44D7-8111-247E090DA7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3" name="直線コネクタ 125882">
                    <a:extLst>
                      <a:ext uri="{FF2B5EF4-FFF2-40B4-BE49-F238E27FC236}">
                        <a16:creationId xmlns:a16="http://schemas.microsoft.com/office/drawing/2014/main" id="{1B0B51BD-2663-411B-9CDE-EF64AAE8DB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4" name="直線コネクタ 125883">
                    <a:extLst>
                      <a:ext uri="{FF2B5EF4-FFF2-40B4-BE49-F238E27FC236}">
                        <a16:creationId xmlns:a16="http://schemas.microsoft.com/office/drawing/2014/main" id="{AA63AC73-123F-4D70-84EB-4FF7D1D0C5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5" name="直線コネクタ 125884">
                    <a:extLst>
                      <a:ext uri="{FF2B5EF4-FFF2-40B4-BE49-F238E27FC236}">
                        <a16:creationId xmlns:a16="http://schemas.microsoft.com/office/drawing/2014/main" id="{30AD838A-4CB3-49CD-9612-452148DBAE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6" name="直線コネクタ 125885">
                    <a:extLst>
                      <a:ext uri="{FF2B5EF4-FFF2-40B4-BE49-F238E27FC236}">
                        <a16:creationId xmlns:a16="http://schemas.microsoft.com/office/drawing/2014/main" id="{6BC4E5D1-C7E8-4C69-97F4-0F9BEF2830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7" name="直線コネクタ 125886">
                    <a:extLst>
                      <a:ext uri="{FF2B5EF4-FFF2-40B4-BE49-F238E27FC236}">
                        <a16:creationId xmlns:a16="http://schemas.microsoft.com/office/drawing/2014/main" id="{77DB45CB-2AE5-4713-BF4A-188E3A3507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8" name="直線コネクタ 125887">
                    <a:extLst>
                      <a:ext uri="{FF2B5EF4-FFF2-40B4-BE49-F238E27FC236}">
                        <a16:creationId xmlns:a16="http://schemas.microsoft.com/office/drawing/2014/main" id="{9E7BB32D-8087-4685-B801-81E3C76B59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89" name="直線コネクタ 125888">
                    <a:extLst>
                      <a:ext uri="{FF2B5EF4-FFF2-40B4-BE49-F238E27FC236}">
                        <a16:creationId xmlns:a16="http://schemas.microsoft.com/office/drawing/2014/main" id="{571B4800-3369-4137-89FB-B18F99A203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0" name="直線コネクタ 125889">
                    <a:extLst>
                      <a:ext uri="{FF2B5EF4-FFF2-40B4-BE49-F238E27FC236}">
                        <a16:creationId xmlns:a16="http://schemas.microsoft.com/office/drawing/2014/main" id="{4B4616EB-B7C7-4B24-B1C6-AFD950D796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1" name="直線コネクタ 125890">
                    <a:extLst>
                      <a:ext uri="{FF2B5EF4-FFF2-40B4-BE49-F238E27FC236}">
                        <a16:creationId xmlns:a16="http://schemas.microsoft.com/office/drawing/2014/main" id="{B8B1EE37-CF24-43C5-A0D3-973DE93535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2" name="直線コネクタ 125891">
                    <a:extLst>
                      <a:ext uri="{FF2B5EF4-FFF2-40B4-BE49-F238E27FC236}">
                        <a16:creationId xmlns:a16="http://schemas.microsoft.com/office/drawing/2014/main" id="{BD3646B4-3ED2-4DD5-98F2-DDF841FEED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3" name="直線コネクタ 125892">
                    <a:extLst>
                      <a:ext uri="{FF2B5EF4-FFF2-40B4-BE49-F238E27FC236}">
                        <a16:creationId xmlns:a16="http://schemas.microsoft.com/office/drawing/2014/main" id="{221D32CE-87DA-44BF-B52A-52F2391E90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4" name="直線コネクタ 125893">
                    <a:extLst>
                      <a:ext uri="{FF2B5EF4-FFF2-40B4-BE49-F238E27FC236}">
                        <a16:creationId xmlns:a16="http://schemas.microsoft.com/office/drawing/2014/main" id="{C7E71FDC-EF58-4A34-A58A-BE8BA443F7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5" name="直線コネクタ 125894">
                    <a:extLst>
                      <a:ext uri="{FF2B5EF4-FFF2-40B4-BE49-F238E27FC236}">
                        <a16:creationId xmlns:a16="http://schemas.microsoft.com/office/drawing/2014/main" id="{F7DFF865-52CE-47D5-BCF7-BC9066697C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6" name="直線コネクタ 125895">
                    <a:extLst>
                      <a:ext uri="{FF2B5EF4-FFF2-40B4-BE49-F238E27FC236}">
                        <a16:creationId xmlns:a16="http://schemas.microsoft.com/office/drawing/2014/main" id="{49E4FBA1-A75C-481A-8244-5484114114A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7" name="直線コネクタ 125896">
                    <a:extLst>
                      <a:ext uri="{FF2B5EF4-FFF2-40B4-BE49-F238E27FC236}">
                        <a16:creationId xmlns:a16="http://schemas.microsoft.com/office/drawing/2014/main" id="{B90275F0-142A-4480-97B2-74A0FC7B672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8" name="直線コネクタ 125897">
                    <a:extLst>
                      <a:ext uri="{FF2B5EF4-FFF2-40B4-BE49-F238E27FC236}">
                        <a16:creationId xmlns:a16="http://schemas.microsoft.com/office/drawing/2014/main" id="{F0EF5971-3715-4F7E-90E0-70A355F5F44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899" name="直線コネクタ 125898">
                    <a:extLst>
                      <a:ext uri="{FF2B5EF4-FFF2-40B4-BE49-F238E27FC236}">
                        <a16:creationId xmlns:a16="http://schemas.microsoft.com/office/drawing/2014/main" id="{38BC6D06-83DD-4EED-84A4-08091D3BDD2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0" name="直線コネクタ 125899">
                    <a:extLst>
                      <a:ext uri="{FF2B5EF4-FFF2-40B4-BE49-F238E27FC236}">
                        <a16:creationId xmlns:a16="http://schemas.microsoft.com/office/drawing/2014/main" id="{F31C651F-029B-42F5-B3AF-E29053CB0A5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1" name="直線コネクタ 125900">
                    <a:extLst>
                      <a:ext uri="{FF2B5EF4-FFF2-40B4-BE49-F238E27FC236}">
                        <a16:creationId xmlns:a16="http://schemas.microsoft.com/office/drawing/2014/main" id="{D68F901B-B8D8-4B4E-A880-15FE55FF67D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2" name="直線コネクタ 125901">
                    <a:extLst>
                      <a:ext uri="{FF2B5EF4-FFF2-40B4-BE49-F238E27FC236}">
                        <a16:creationId xmlns:a16="http://schemas.microsoft.com/office/drawing/2014/main" id="{0EEA91B8-8328-4C3F-AB7C-B4DF26B955E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3" name="直線コネクタ 125902">
                    <a:extLst>
                      <a:ext uri="{FF2B5EF4-FFF2-40B4-BE49-F238E27FC236}">
                        <a16:creationId xmlns:a16="http://schemas.microsoft.com/office/drawing/2014/main" id="{64EF2D60-5295-48D1-8A38-C361635C329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4" name="直線コネクタ 125903">
                    <a:extLst>
                      <a:ext uri="{FF2B5EF4-FFF2-40B4-BE49-F238E27FC236}">
                        <a16:creationId xmlns:a16="http://schemas.microsoft.com/office/drawing/2014/main" id="{8BFE836A-EEEC-4C1D-B9D5-F9AB37B4584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5" name="直線コネクタ 125904">
                    <a:extLst>
                      <a:ext uri="{FF2B5EF4-FFF2-40B4-BE49-F238E27FC236}">
                        <a16:creationId xmlns:a16="http://schemas.microsoft.com/office/drawing/2014/main" id="{8610BD17-FB9A-472B-86A2-9086774F003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6" name="直線コネクタ 125905">
                    <a:extLst>
                      <a:ext uri="{FF2B5EF4-FFF2-40B4-BE49-F238E27FC236}">
                        <a16:creationId xmlns:a16="http://schemas.microsoft.com/office/drawing/2014/main" id="{B341C5F4-BC7A-4D6C-B3DB-B95315FF2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7" name="直線コネクタ 125906">
                    <a:extLst>
                      <a:ext uri="{FF2B5EF4-FFF2-40B4-BE49-F238E27FC236}">
                        <a16:creationId xmlns:a16="http://schemas.microsoft.com/office/drawing/2014/main" id="{9D672468-640D-4A73-B03C-1FBD7FCD3F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8" name="直線コネクタ 125907">
                    <a:extLst>
                      <a:ext uri="{FF2B5EF4-FFF2-40B4-BE49-F238E27FC236}">
                        <a16:creationId xmlns:a16="http://schemas.microsoft.com/office/drawing/2014/main" id="{A4307255-022D-4361-A497-DADB4E544B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09" name="直線コネクタ 125908">
                    <a:extLst>
                      <a:ext uri="{FF2B5EF4-FFF2-40B4-BE49-F238E27FC236}">
                        <a16:creationId xmlns:a16="http://schemas.microsoft.com/office/drawing/2014/main" id="{D1F8CDD3-1394-440D-92CA-291B54C0D6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0" name="直線コネクタ 125909">
                    <a:extLst>
                      <a:ext uri="{FF2B5EF4-FFF2-40B4-BE49-F238E27FC236}">
                        <a16:creationId xmlns:a16="http://schemas.microsoft.com/office/drawing/2014/main" id="{2F08396F-FCD1-49B3-9352-75602F5E71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1" name="直線コネクタ 125910">
                    <a:extLst>
                      <a:ext uri="{FF2B5EF4-FFF2-40B4-BE49-F238E27FC236}">
                        <a16:creationId xmlns:a16="http://schemas.microsoft.com/office/drawing/2014/main" id="{92AE39CB-2742-4182-8C43-B017417C17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2" name="直線コネクタ 125911">
                    <a:extLst>
                      <a:ext uri="{FF2B5EF4-FFF2-40B4-BE49-F238E27FC236}">
                        <a16:creationId xmlns:a16="http://schemas.microsoft.com/office/drawing/2014/main" id="{1162E754-38E4-437A-B190-FD256D8D66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3" name="直線コネクタ 125912">
                    <a:extLst>
                      <a:ext uri="{FF2B5EF4-FFF2-40B4-BE49-F238E27FC236}">
                        <a16:creationId xmlns:a16="http://schemas.microsoft.com/office/drawing/2014/main" id="{04C8683E-61EC-439E-A70D-770FAF4A1D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4" name="直線コネクタ 125913">
                    <a:extLst>
                      <a:ext uri="{FF2B5EF4-FFF2-40B4-BE49-F238E27FC236}">
                        <a16:creationId xmlns:a16="http://schemas.microsoft.com/office/drawing/2014/main" id="{A387D648-C82F-4BE3-889A-6735DF810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5" name="直線コネクタ 125914">
                    <a:extLst>
                      <a:ext uri="{FF2B5EF4-FFF2-40B4-BE49-F238E27FC236}">
                        <a16:creationId xmlns:a16="http://schemas.microsoft.com/office/drawing/2014/main" id="{CB53647E-C5E7-48CB-BE02-850BB67F6C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6" name="直線コネクタ 125915">
                    <a:extLst>
                      <a:ext uri="{FF2B5EF4-FFF2-40B4-BE49-F238E27FC236}">
                        <a16:creationId xmlns:a16="http://schemas.microsoft.com/office/drawing/2014/main" id="{588DA270-82CB-4633-92BF-B8639E29B5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7" name="直線コネクタ 125916">
                    <a:extLst>
                      <a:ext uri="{FF2B5EF4-FFF2-40B4-BE49-F238E27FC236}">
                        <a16:creationId xmlns:a16="http://schemas.microsoft.com/office/drawing/2014/main" id="{49E11CD5-8937-4A41-B87E-D5D7D38C63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8" name="直線コネクタ 125917">
                    <a:extLst>
                      <a:ext uri="{FF2B5EF4-FFF2-40B4-BE49-F238E27FC236}">
                        <a16:creationId xmlns:a16="http://schemas.microsoft.com/office/drawing/2014/main" id="{14BAD03F-FCCF-48C7-AEC9-8DCFDB0045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19" name="直線コネクタ 125918">
                    <a:extLst>
                      <a:ext uri="{FF2B5EF4-FFF2-40B4-BE49-F238E27FC236}">
                        <a16:creationId xmlns:a16="http://schemas.microsoft.com/office/drawing/2014/main" id="{49EDABDC-810D-4BC3-8E83-7F9AC742EC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0" name="直線コネクタ 125919">
                    <a:extLst>
                      <a:ext uri="{FF2B5EF4-FFF2-40B4-BE49-F238E27FC236}">
                        <a16:creationId xmlns:a16="http://schemas.microsoft.com/office/drawing/2014/main" id="{0D068535-AD15-40D5-93DA-69386D67D2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1" name="直線コネクタ 125920">
                    <a:extLst>
                      <a:ext uri="{FF2B5EF4-FFF2-40B4-BE49-F238E27FC236}">
                        <a16:creationId xmlns:a16="http://schemas.microsoft.com/office/drawing/2014/main" id="{2260B02A-2B03-463D-BF5D-537CADB298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2" name="直線コネクタ 125921">
                    <a:extLst>
                      <a:ext uri="{FF2B5EF4-FFF2-40B4-BE49-F238E27FC236}">
                        <a16:creationId xmlns:a16="http://schemas.microsoft.com/office/drawing/2014/main" id="{DD812A9E-3AEE-4B95-8FDF-0684E25EA0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3" name="直線コネクタ 125922">
                    <a:extLst>
                      <a:ext uri="{FF2B5EF4-FFF2-40B4-BE49-F238E27FC236}">
                        <a16:creationId xmlns:a16="http://schemas.microsoft.com/office/drawing/2014/main" id="{A03656D5-75D6-4D84-82F2-483E464BAC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4" name="直線コネクタ 125923">
                    <a:extLst>
                      <a:ext uri="{FF2B5EF4-FFF2-40B4-BE49-F238E27FC236}">
                        <a16:creationId xmlns:a16="http://schemas.microsoft.com/office/drawing/2014/main" id="{7642E0F1-5514-40DB-9A32-27CAAA5FDE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5" name="直線コネクタ 125924">
                    <a:extLst>
                      <a:ext uri="{FF2B5EF4-FFF2-40B4-BE49-F238E27FC236}">
                        <a16:creationId xmlns:a16="http://schemas.microsoft.com/office/drawing/2014/main" id="{37D9CA52-47CE-4A2E-A7DE-E29F5C125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6" name="直線コネクタ 125925">
                    <a:extLst>
                      <a:ext uri="{FF2B5EF4-FFF2-40B4-BE49-F238E27FC236}">
                        <a16:creationId xmlns:a16="http://schemas.microsoft.com/office/drawing/2014/main" id="{E7E65A88-B19B-49EC-8011-0B43BDA7FA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7" name="直線コネクタ 125926">
                    <a:extLst>
                      <a:ext uri="{FF2B5EF4-FFF2-40B4-BE49-F238E27FC236}">
                        <a16:creationId xmlns:a16="http://schemas.microsoft.com/office/drawing/2014/main" id="{A0F875EA-4BD7-44F5-8485-310E5E420B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8" name="直線コネクタ 125927">
                    <a:extLst>
                      <a:ext uri="{FF2B5EF4-FFF2-40B4-BE49-F238E27FC236}">
                        <a16:creationId xmlns:a16="http://schemas.microsoft.com/office/drawing/2014/main" id="{A2135689-0882-4350-8D4B-C56B39F280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29" name="直線コネクタ 125928">
                    <a:extLst>
                      <a:ext uri="{FF2B5EF4-FFF2-40B4-BE49-F238E27FC236}">
                        <a16:creationId xmlns:a16="http://schemas.microsoft.com/office/drawing/2014/main" id="{CEDEA193-7623-4B88-85CC-2EB18227F9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0" name="直線コネクタ 125929">
                    <a:extLst>
                      <a:ext uri="{FF2B5EF4-FFF2-40B4-BE49-F238E27FC236}">
                        <a16:creationId xmlns:a16="http://schemas.microsoft.com/office/drawing/2014/main" id="{4EB7EF62-FC73-4B7F-8837-3627EE7EFA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1" name="直線コネクタ 125930">
                    <a:extLst>
                      <a:ext uri="{FF2B5EF4-FFF2-40B4-BE49-F238E27FC236}">
                        <a16:creationId xmlns:a16="http://schemas.microsoft.com/office/drawing/2014/main" id="{98388154-C741-4332-A628-84D18F365B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2" name="直線コネクタ 125931">
                    <a:extLst>
                      <a:ext uri="{FF2B5EF4-FFF2-40B4-BE49-F238E27FC236}">
                        <a16:creationId xmlns:a16="http://schemas.microsoft.com/office/drawing/2014/main" id="{B781378F-B54C-44B8-B8F9-530BF5B2A1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3" name="直線コネクタ 125932">
                    <a:extLst>
                      <a:ext uri="{FF2B5EF4-FFF2-40B4-BE49-F238E27FC236}">
                        <a16:creationId xmlns:a16="http://schemas.microsoft.com/office/drawing/2014/main" id="{2D734EC6-7123-4E50-8EA4-D122944951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4" name="直線コネクタ 125933">
                    <a:extLst>
                      <a:ext uri="{FF2B5EF4-FFF2-40B4-BE49-F238E27FC236}">
                        <a16:creationId xmlns:a16="http://schemas.microsoft.com/office/drawing/2014/main" id="{579FA2CC-15B6-4D2B-9088-954FDA369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5" name="直線コネクタ 125934">
                    <a:extLst>
                      <a:ext uri="{FF2B5EF4-FFF2-40B4-BE49-F238E27FC236}">
                        <a16:creationId xmlns:a16="http://schemas.microsoft.com/office/drawing/2014/main" id="{E4183820-4167-48AE-BB3C-7911E331D0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6" name="直線コネクタ 125935">
                    <a:extLst>
                      <a:ext uri="{FF2B5EF4-FFF2-40B4-BE49-F238E27FC236}">
                        <a16:creationId xmlns:a16="http://schemas.microsoft.com/office/drawing/2014/main" id="{DDC51C53-66B2-47CF-A4F1-CAD73CAA50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7" name="直線コネクタ 125936">
                    <a:extLst>
                      <a:ext uri="{FF2B5EF4-FFF2-40B4-BE49-F238E27FC236}">
                        <a16:creationId xmlns:a16="http://schemas.microsoft.com/office/drawing/2014/main" id="{11DF3F3C-20C3-4C60-B333-1A523FBD58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8" name="直線コネクタ 125937">
                    <a:extLst>
                      <a:ext uri="{FF2B5EF4-FFF2-40B4-BE49-F238E27FC236}">
                        <a16:creationId xmlns:a16="http://schemas.microsoft.com/office/drawing/2014/main" id="{8DEF3816-B7A7-4CE5-989A-0D9110BD6F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39" name="直線コネクタ 125938">
                    <a:extLst>
                      <a:ext uri="{FF2B5EF4-FFF2-40B4-BE49-F238E27FC236}">
                        <a16:creationId xmlns:a16="http://schemas.microsoft.com/office/drawing/2014/main" id="{CB6F383C-1AD3-4F3F-919C-5FACC4BD80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0" name="直線コネクタ 125939">
                    <a:extLst>
                      <a:ext uri="{FF2B5EF4-FFF2-40B4-BE49-F238E27FC236}">
                        <a16:creationId xmlns:a16="http://schemas.microsoft.com/office/drawing/2014/main" id="{A4F77BB2-0E87-43EF-AEBD-C962EE27C1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1" name="直線コネクタ 125940">
                    <a:extLst>
                      <a:ext uri="{FF2B5EF4-FFF2-40B4-BE49-F238E27FC236}">
                        <a16:creationId xmlns:a16="http://schemas.microsoft.com/office/drawing/2014/main" id="{7F0F33B6-8E80-46EE-8F79-B09373CB8A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2" name="直線コネクタ 125941">
                    <a:extLst>
                      <a:ext uri="{FF2B5EF4-FFF2-40B4-BE49-F238E27FC236}">
                        <a16:creationId xmlns:a16="http://schemas.microsoft.com/office/drawing/2014/main" id="{8911BEA2-C325-4A2B-83CA-A7F41ED416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3" name="直線コネクタ 125942">
                    <a:extLst>
                      <a:ext uri="{FF2B5EF4-FFF2-40B4-BE49-F238E27FC236}">
                        <a16:creationId xmlns:a16="http://schemas.microsoft.com/office/drawing/2014/main" id="{C2F85E5E-FB5B-4CDE-93A5-756D9876F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4" name="直線コネクタ 125943">
                    <a:extLst>
                      <a:ext uri="{FF2B5EF4-FFF2-40B4-BE49-F238E27FC236}">
                        <a16:creationId xmlns:a16="http://schemas.microsoft.com/office/drawing/2014/main" id="{F94D2CD0-5EAD-41C1-9893-33FF0E85352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5" name="直線コネクタ 125944">
                    <a:extLst>
                      <a:ext uri="{FF2B5EF4-FFF2-40B4-BE49-F238E27FC236}">
                        <a16:creationId xmlns:a16="http://schemas.microsoft.com/office/drawing/2014/main" id="{3B29E037-95E5-4584-B451-53A976AA3C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6" name="直線コネクタ 125945">
                    <a:extLst>
                      <a:ext uri="{FF2B5EF4-FFF2-40B4-BE49-F238E27FC236}">
                        <a16:creationId xmlns:a16="http://schemas.microsoft.com/office/drawing/2014/main" id="{A575D7D6-FCCE-47EA-B004-25EC559811E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7" name="直線コネクタ 125946">
                    <a:extLst>
                      <a:ext uri="{FF2B5EF4-FFF2-40B4-BE49-F238E27FC236}">
                        <a16:creationId xmlns:a16="http://schemas.microsoft.com/office/drawing/2014/main" id="{99259357-A774-4A5F-BB43-E48B5919186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8" name="直線コネクタ 125947">
                    <a:extLst>
                      <a:ext uri="{FF2B5EF4-FFF2-40B4-BE49-F238E27FC236}">
                        <a16:creationId xmlns:a16="http://schemas.microsoft.com/office/drawing/2014/main" id="{9165889F-CD3C-473C-B691-746AA053408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49" name="直線コネクタ 125948">
                    <a:extLst>
                      <a:ext uri="{FF2B5EF4-FFF2-40B4-BE49-F238E27FC236}">
                        <a16:creationId xmlns:a16="http://schemas.microsoft.com/office/drawing/2014/main" id="{6336FAC6-86BE-44A5-BE72-ECD2E753CF2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0" name="直線コネクタ 125949">
                    <a:extLst>
                      <a:ext uri="{FF2B5EF4-FFF2-40B4-BE49-F238E27FC236}">
                        <a16:creationId xmlns:a16="http://schemas.microsoft.com/office/drawing/2014/main" id="{9A93B9A0-3B32-44FF-8B0C-029B39748F0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1" name="直線コネクタ 125950">
                    <a:extLst>
                      <a:ext uri="{FF2B5EF4-FFF2-40B4-BE49-F238E27FC236}">
                        <a16:creationId xmlns:a16="http://schemas.microsoft.com/office/drawing/2014/main" id="{222D8C4B-CFE4-4219-BA5E-4618B521D34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2" name="直線コネクタ 125951">
                    <a:extLst>
                      <a:ext uri="{FF2B5EF4-FFF2-40B4-BE49-F238E27FC236}">
                        <a16:creationId xmlns:a16="http://schemas.microsoft.com/office/drawing/2014/main" id="{D008ABA7-54ED-42D9-9512-90A827D77F5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3" name="直線コネクタ 125952">
                    <a:extLst>
                      <a:ext uri="{FF2B5EF4-FFF2-40B4-BE49-F238E27FC236}">
                        <a16:creationId xmlns:a16="http://schemas.microsoft.com/office/drawing/2014/main" id="{69D615E9-465E-47A5-9493-E3FF4A250E4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4" name="直線コネクタ 125953">
                    <a:extLst>
                      <a:ext uri="{FF2B5EF4-FFF2-40B4-BE49-F238E27FC236}">
                        <a16:creationId xmlns:a16="http://schemas.microsoft.com/office/drawing/2014/main" id="{0479BE86-98E5-445D-8A18-467108AFBBF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5" name="直線コネクタ 125954">
                    <a:extLst>
                      <a:ext uri="{FF2B5EF4-FFF2-40B4-BE49-F238E27FC236}">
                        <a16:creationId xmlns:a16="http://schemas.microsoft.com/office/drawing/2014/main" id="{977D343F-9C97-4CD2-8BA4-92651C9CC30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6" name="直線コネクタ 125955">
                    <a:extLst>
                      <a:ext uri="{FF2B5EF4-FFF2-40B4-BE49-F238E27FC236}">
                        <a16:creationId xmlns:a16="http://schemas.microsoft.com/office/drawing/2014/main" id="{417E7778-E824-45FB-A8B5-300300D834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7" name="直線コネクタ 125956">
                    <a:extLst>
                      <a:ext uri="{FF2B5EF4-FFF2-40B4-BE49-F238E27FC236}">
                        <a16:creationId xmlns:a16="http://schemas.microsoft.com/office/drawing/2014/main" id="{582B460E-503D-40BC-8E7C-B4444A8821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8" name="直線コネクタ 125957">
                    <a:extLst>
                      <a:ext uri="{FF2B5EF4-FFF2-40B4-BE49-F238E27FC236}">
                        <a16:creationId xmlns:a16="http://schemas.microsoft.com/office/drawing/2014/main" id="{F1C44BD3-C7AD-4060-9451-F44928EDF7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59" name="直線コネクタ 125958">
                    <a:extLst>
                      <a:ext uri="{FF2B5EF4-FFF2-40B4-BE49-F238E27FC236}">
                        <a16:creationId xmlns:a16="http://schemas.microsoft.com/office/drawing/2014/main" id="{37C6236C-2824-48E9-9FE0-25132F5A7C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0" name="直線コネクタ 125959">
                    <a:extLst>
                      <a:ext uri="{FF2B5EF4-FFF2-40B4-BE49-F238E27FC236}">
                        <a16:creationId xmlns:a16="http://schemas.microsoft.com/office/drawing/2014/main" id="{C869F65F-A1E8-42F1-9EFD-C97669F63D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1" name="直線コネクタ 125960">
                    <a:extLst>
                      <a:ext uri="{FF2B5EF4-FFF2-40B4-BE49-F238E27FC236}">
                        <a16:creationId xmlns:a16="http://schemas.microsoft.com/office/drawing/2014/main" id="{74864EC8-772F-406E-9F17-46EA13B7D1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2" name="直線コネクタ 125961">
                    <a:extLst>
                      <a:ext uri="{FF2B5EF4-FFF2-40B4-BE49-F238E27FC236}">
                        <a16:creationId xmlns:a16="http://schemas.microsoft.com/office/drawing/2014/main" id="{9F602CAB-5F21-47BA-B518-BDA36848CC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3" name="直線コネクタ 125962">
                    <a:extLst>
                      <a:ext uri="{FF2B5EF4-FFF2-40B4-BE49-F238E27FC236}">
                        <a16:creationId xmlns:a16="http://schemas.microsoft.com/office/drawing/2014/main" id="{BEB8F613-5D1C-47C8-9B80-7B3787FC94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4" name="直線コネクタ 125963">
                    <a:extLst>
                      <a:ext uri="{FF2B5EF4-FFF2-40B4-BE49-F238E27FC236}">
                        <a16:creationId xmlns:a16="http://schemas.microsoft.com/office/drawing/2014/main" id="{0594FB1B-29AC-4D7C-BC79-3C2CE1071E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5" name="直線コネクタ 125964">
                    <a:extLst>
                      <a:ext uri="{FF2B5EF4-FFF2-40B4-BE49-F238E27FC236}">
                        <a16:creationId xmlns:a16="http://schemas.microsoft.com/office/drawing/2014/main" id="{57A51CF5-2605-4CC6-AD66-C464DE2A4A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6" name="直線コネクタ 125965">
                    <a:extLst>
                      <a:ext uri="{FF2B5EF4-FFF2-40B4-BE49-F238E27FC236}">
                        <a16:creationId xmlns:a16="http://schemas.microsoft.com/office/drawing/2014/main" id="{36A14D7F-E778-4E6E-A5F6-AA57A18715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7" name="直線コネクタ 125966">
                    <a:extLst>
                      <a:ext uri="{FF2B5EF4-FFF2-40B4-BE49-F238E27FC236}">
                        <a16:creationId xmlns:a16="http://schemas.microsoft.com/office/drawing/2014/main" id="{A28224BE-9B7A-4C7A-B173-8EF4244F6E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8" name="直線コネクタ 125967">
                    <a:extLst>
                      <a:ext uri="{FF2B5EF4-FFF2-40B4-BE49-F238E27FC236}">
                        <a16:creationId xmlns:a16="http://schemas.microsoft.com/office/drawing/2014/main" id="{86A621C0-A990-4F8B-999E-5FA203B304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69" name="直線コネクタ 125968">
                    <a:extLst>
                      <a:ext uri="{FF2B5EF4-FFF2-40B4-BE49-F238E27FC236}">
                        <a16:creationId xmlns:a16="http://schemas.microsoft.com/office/drawing/2014/main" id="{E48B36B3-1191-47DB-B55A-C71E99D239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0" name="直線コネクタ 125969">
                    <a:extLst>
                      <a:ext uri="{FF2B5EF4-FFF2-40B4-BE49-F238E27FC236}">
                        <a16:creationId xmlns:a16="http://schemas.microsoft.com/office/drawing/2014/main" id="{F8035312-0E3E-441E-9720-56CC2E5670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1" name="直線コネクタ 125970">
                    <a:extLst>
                      <a:ext uri="{FF2B5EF4-FFF2-40B4-BE49-F238E27FC236}">
                        <a16:creationId xmlns:a16="http://schemas.microsoft.com/office/drawing/2014/main" id="{3960B60F-AD7D-45A7-84AF-D20AA4F869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2" name="直線コネクタ 125971">
                    <a:extLst>
                      <a:ext uri="{FF2B5EF4-FFF2-40B4-BE49-F238E27FC236}">
                        <a16:creationId xmlns:a16="http://schemas.microsoft.com/office/drawing/2014/main" id="{5121E786-C3E1-4C7F-AEDB-131F858A10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3" name="直線コネクタ 125972">
                    <a:extLst>
                      <a:ext uri="{FF2B5EF4-FFF2-40B4-BE49-F238E27FC236}">
                        <a16:creationId xmlns:a16="http://schemas.microsoft.com/office/drawing/2014/main" id="{AD79EE41-85F4-4504-8E74-2D4CED5B74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4" name="直線コネクタ 125973">
                    <a:extLst>
                      <a:ext uri="{FF2B5EF4-FFF2-40B4-BE49-F238E27FC236}">
                        <a16:creationId xmlns:a16="http://schemas.microsoft.com/office/drawing/2014/main" id="{1D62B3E9-AEF9-4ECF-AA10-4DEDBABA1C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5" name="直線コネクタ 125974">
                    <a:extLst>
                      <a:ext uri="{FF2B5EF4-FFF2-40B4-BE49-F238E27FC236}">
                        <a16:creationId xmlns:a16="http://schemas.microsoft.com/office/drawing/2014/main" id="{4C183E45-8E36-445B-B829-01AE18FEBD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6" name="直線コネクタ 125975">
                    <a:extLst>
                      <a:ext uri="{FF2B5EF4-FFF2-40B4-BE49-F238E27FC236}">
                        <a16:creationId xmlns:a16="http://schemas.microsoft.com/office/drawing/2014/main" id="{8FB05621-1020-479C-9720-71D1CFD8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7" name="直線コネクタ 125976">
                    <a:extLst>
                      <a:ext uri="{FF2B5EF4-FFF2-40B4-BE49-F238E27FC236}">
                        <a16:creationId xmlns:a16="http://schemas.microsoft.com/office/drawing/2014/main" id="{C64D784E-9AA3-4F35-8304-5A35A35D3C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8" name="直線コネクタ 125977">
                    <a:extLst>
                      <a:ext uri="{FF2B5EF4-FFF2-40B4-BE49-F238E27FC236}">
                        <a16:creationId xmlns:a16="http://schemas.microsoft.com/office/drawing/2014/main" id="{094E15B8-AC7E-407F-8B39-202E437EA8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79" name="直線コネクタ 125978">
                    <a:extLst>
                      <a:ext uri="{FF2B5EF4-FFF2-40B4-BE49-F238E27FC236}">
                        <a16:creationId xmlns:a16="http://schemas.microsoft.com/office/drawing/2014/main" id="{A3F08787-C32C-404D-A695-B6B5051B5D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0" name="直線コネクタ 125979">
                    <a:extLst>
                      <a:ext uri="{FF2B5EF4-FFF2-40B4-BE49-F238E27FC236}">
                        <a16:creationId xmlns:a16="http://schemas.microsoft.com/office/drawing/2014/main" id="{C5EF3E71-BC44-4274-8279-BA4C8478D5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1" name="直線コネクタ 125980">
                    <a:extLst>
                      <a:ext uri="{FF2B5EF4-FFF2-40B4-BE49-F238E27FC236}">
                        <a16:creationId xmlns:a16="http://schemas.microsoft.com/office/drawing/2014/main" id="{446935D8-E238-4331-A5BB-3E510BEC2A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2" name="直線コネクタ 125981">
                    <a:extLst>
                      <a:ext uri="{FF2B5EF4-FFF2-40B4-BE49-F238E27FC236}">
                        <a16:creationId xmlns:a16="http://schemas.microsoft.com/office/drawing/2014/main" id="{8738A934-D446-45FA-8648-67B806050D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3" name="直線コネクタ 125982">
                    <a:extLst>
                      <a:ext uri="{FF2B5EF4-FFF2-40B4-BE49-F238E27FC236}">
                        <a16:creationId xmlns:a16="http://schemas.microsoft.com/office/drawing/2014/main" id="{AA3A0AB9-3688-48F4-A8F3-B7C79C2028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4" name="直線コネクタ 125983">
                    <a:extLst>
                      <a:ext uri="{FF2B5EF4-FFF2-40B4-BE49-F238E27FC236}">
                        <a16:creationId xmlns:a16="http://schemas.microsoft.com/office/drawing/2014/main" id="{325793D6-A471-4F97-BBBD-0BF7DF2B02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5" name="直線コネクタ 125984">
                    <a:extLst>
                      <a:ext uri="{FF2B5EF4-FFF2-40B4-BE49-F238E27FC236}">
                        <a16:creationId xmlns:a16="http://schemas.microsoft.com/office/drawing/2014/main" id="{48D63C6D-FAAF-4681-913B-777AA111EF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6" name="直線コネクタ 125985">
                    <a:extLst>
                      <a:ext uri="{FF2B5EF4-FFF2-40B4-BE49-F238E27FC236}">
                        <a16:creationId xmlns:a16="http://schemas.microsoft.com/office/drawing/2014/main" id="{13441F68-8F90-4EEA-AB7B-FFA6B44FC0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7" name="直線コネクタ 125986">
                    <a:extLst>
                      <a:ext uri="{FF2B5EF4-FFF2-40B4-BE49-F238E27FC236}">
                        <a16:creationId xmlns:a16="http://schemas.microsoft.com/office/drawing/2014/main" id="{C9F08FDB-F07F-4DF7-A6DF-DD43A0849F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8" name="直線コネクタ 125987">
                    <a:extLst>
                      <a:ext uri="{FF2B5EF4-FFF2-40B4-BE49-F238E27FC236}">
                        <a16:creationId xmlns:a16="http://schemas.microsoft.com/office/drawing/2014/main" id="{F725D846-D6A9-4C38-AA13-0609AFBA26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89" name="直線コネクタ 125988">
                    <a:extLst>
                      <a:ext uri="{FF2B5EF4-FFF2-40B4-BE49-F238E27FC236}">
                        <a16:creationId xmlns:a16="http://schemas.microsoft.com/office/drawing/2014/main" id="{E9051B07-8EB9-40C3-BE73-A03CB8A7E0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0" name="直線コネクタ 125989">
                    <a:extLst>
                      <a:ext uri="{FF2B5EF4-FFF2-40B4-BE49-F238E27FC236}">
                        <a16:creationId xmlns:a16="http://schemas.microsoft.com/office/drawing/2014/main" id="{BEC75CB2-04D0-4110-A68C-61F8D64AEF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1" name="直線コネクタ 125990">
                    <a:extLst>
                      <a:ext uri="{FF2B5EF4-FFF2-40B4-BE49-F238E27FC236}">
                        <a16:creationId xmlns:a16="http://schemas.microsoft.com/office/drawing/2014/main" id="{F544EB5F-9CBD-4C23-806C-528158906C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2" name="直線コネクタ 125991">
                    <a:extLst>
                      <a:ext uri="{FF2B5EF4-FFF2-40B4-BE49-F238E27FC236}">
                        <a16:creationId xmlns:a16="http://schemas.microsoft.com/office/drawing/2014/main" id="{E0F2AB7A-D7D2-43F9-BA6F-9BA9F5D38E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3" name="直線コネクタ 125992">
                    <a:extLst>
                      <a:ext uri="{FF2B5EF4-FFF2-40B4-BE49-F238E27FC236}">
                        <a16:creationId xmlns:a16="http://schemas.microsoft.com/office/drawing/2014/main" id="{11F53FEC-C0D1-4205-9842-1B542464F8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4" name="直線コネクタ 125993">
                    <a:extLst>
                      <a:ext uri="{FF2B5EF4-FFF2-40B4-BE49-F238E27FC236}">
                        <a16:creationId xmlns:a16="http://schemas.microsoft.com/office/drawing/2014/main" id="{669854B0-5B55-47BD-B11C-18955A5A87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5" name="直線コネクタ 125994">
                    <a:extLst>
                      <a:ext uri="{FF2B5EF4-FFF2-40B4-BE49-F238E27FC236}">
                        <a16:creationId xmlns:a16="http://schemas.microsoft.com/office/drawing/2014/main" id="{E9392A1E-2E2E-4D99-AD8A-BAEEA7F542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6" name="直線コネクタ 125995">
                    <a:extLst>
                      <a:ext uri="{FF2B5EF4-FFF2-40B4-BE49-F238E27FC236}">
                        <a16:creationId xmlns:a16="http://schemas.microsoft.com/office/drawing/2014/main" id="{CD276A77-1405-46D8-B375-2E5CC9B749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7" name="直線コネクタ 125996">
                    <a:extLst>
                      <a:ext uri="{FF2B5EF4-FFF2-40B4-BE49-F238E27FC236}">
                        <a16:creationId xmlns:a16="http://schemas.microsoft.com/office/drawing/2014/main" id="{CED1820B-7472-42EB-8444-645B134586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8" name="直線コネクタ 125997">
                    <a:extLst>
                      <a:ext uri="{FF2B5EF4-FFF2-40B4-BE49-F238E27FC236}">
                        <a16:creationId xmlns:a16="http://schemas.microsoft.com/office/drawing/2014/main" id="{D57F5ACE-73B8-4BD7-91FD-B32EEFFE8C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999" name="直線コネクタ 125998">
                    <a:extLst>
                      <a:ext uri="{FF2B5EF4-FFF2-40B4-BE49-F238E27FC236}">
                        <a16:creationId xmlns:a16="http://schemas.microsoft.com/office/drawing/2014/main" id="{0149CDA1-0FFE-4534-9E32-C60FA63B50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0" name="直線コネクタ 125999">
                    <a:extLst>
                      <a:ext uri="{FF2B5EF4-FFF2-40B4-BE49-F238E27FC236}">
                        <a16:creationId xmlns:a16="http://schemas.microsoft.com/office/drawing/2014/main" id="{96B1E485-3B5A-4C9E-85DA-FBE299372F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1" name="直線コネクタ 126000">
                    <a:extLst>
                      <a:ext uri="{FF2B5EF4-FFF2-40B4-BE49-F238E27FC236}">
                        <a16:creationId xmlns:a16="http://schemas.microsoft.com/office/drawing/2014/main" id="{F4EC78D0-E06F-450A-8915-58F3C88B87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2" name="直線コネクタ 126001">
                    <a:extLst>
                      <a:ext uri="{FF2B5EF4-FFF2-40B4-BE49-F238E27FC236}">
                        <a16:creationId xmlns:a16="http://schemas.microsoft.com/office/drawing/2014/main" id="{A99C4043-0909-41BD-AF48-CED1CF497A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3" name="直線コネクタ 126002">
                    <a:extLst>
                      <a:ext uri="{FF2B5EF4-FFF2-40B4-BE49-F238E27FC236}">
                        <a16:creationId xmlns:a16="http://schemas.microsoft.com/office/drawing/2014/main" id="{86386733-FA6C-4745-80F7-855892CE80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4" name="直線コネクタ 126003">
                    <a:extLst>
                      <a:ext uri="{FF2B5EF4-FFF2-40B4-BE49-F238E27FC236}">
                        <a16:creationId xmlns:a16="http://schemas.microsoft.com/office/drawing/2014/main" id="{E9B0719C-5E8F-4539-A9B7-C373941C2B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5" name="直線コネクタ 126004">
                    <a:extLst>
                      <a:ext uri="{FF2B5EF4-FFF2-40B4-BE49-F238E27FC236}">
                        <a16:creationId xmlns:a16="http://schemas.microsoft.com/office/drawing/2014/main" id="{98F652B8-2F36-4906-967B-7C16937C51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6" name="直線コネクタ 126005">
                    <a:extLst>
                      <a:ext uri="{FF2B5EF4-FFF2-40B4-BE49-F238E27FC236}">
                        <a16:creationId xmlns:a16="http://schemas.microsoft.com/office/drawing/2014/main" id="{88C9BFE8-28A9-48C1-957D-21EA3A4E54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7" name="直線コネクタ 126006">
                    <a:extLst>
                      <a:ext uri="{FF2B5EF4-FFF2-40B4-BE49-F238E27FC236}">
                        <a16:creationId xmlns:a16="http://schemas.microsoft.com/office/drawing/2014/main" id="{C18C73F4-30AF-479F-BCBD-8A2A241F9D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8" name="直線コネクタ 126007">
                    <a:extLst>
                      <a:ext uri="{FF2B5EF4-FFF2-40B4-BE49-F238E27FC236}">
                        <a16:creationId xmlns:a16="http://schemas.microsoft.com/office/drawing/2014/main" id="{96F3B9B0-3BD6-44B6-9455-FFC36333A9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09" name="直線コネクタ 126008">
                    <a:extLst>
                      <a:ext uri="{FF2B5EF4-FFF2-40B4-BE49-F238E27FC236}">
                        <a16:creationId xmlns:a16="http://schemas.microsoft.com/office/drawing/2014/main" id="{ACED396D-34C9-466F-B693-38AFC2163A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0" name="直線コネクタ 126009">
                    <a:extLst>
                      <a:ext uri="{FF2B5EF4-FFF2-40B4-BE49-F238E27FC236}">
                        <a16:creationId xmlns:a16="http://schemas.microsoft.com/office/drawing/2014/main" id="{80B583E8-CE9D-4F81-951E-4A069FABA7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1" name="直線コネクタ 126010">
                    <a:extLst>
                      <a:ext uri="{FF2B5EF4-FFF2-40B4-BE49-F238E27FC236}">
                        <a16:creationId xmlns:a16="http://schemas.microsoft.com/office/drawing/2014/main" id="{62C12093-A76D-44B0-8336-EE9B240061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2" name="直線コネクタ 126011">
                    <a:extLst>
                      <a:ext uri="{FF2B5EF4-FFF2-40B4-BE49-F238E27FC236}">
                        <a16:creationId xmlns:a16="http://schemas.microsoft.com/office/drawing/2014/main" id="{6CEAC141-ED4E-4C06-BC75-5DA69C0446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3" name="直線コネクタ 126012">
                    <a:extLst>
                      <a:ext uri="{FF2B5EF4-FFF2-40B4-BE49-F238E27FC236}">
                        <a16:creationId xmlns:a16="http://schemas.microsoft.com/office/drawing/2014/main" id="{1221819D-F49D-4506-8A81-7A6BC4CA49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4" name="直線コネクタ 126013">
                    <a:extLst>
                      <a:ext uri="{FF2B5EF4-FFF2-40B4-BE49-F238E27FC236}">
                        <a16:creationId xmlns:a16="http://schemas.microsoft.com/office/drawing/2014/main" id="{F6907F19-51D1-45AC-B5DC-14734F2F5A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5" name="直線コネクタ 126014">
                    <a:extLst>
                      <a:ext uri="{FF2B5EF4-FFF2-40B4-BE49-F238E27FC236}">
                        <a16:creationId xmlns:a16="http://schemas.microsoft.com/office/drawing/2014/main" id="{0B588638-D1DB-4569-8370-5DA0DCEE42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6" name="直線コネクタ 126015">
                    <a:extLst>
                      <a:ext uri="{FF2B5EF4-FFF2-40B4-BE49-F238E27FC236}">
                        <a16:creationId xmlns:a16="http://schemas.microsoft.com/office/drawing/2014/main" id="{BA2D3839-D1BA-47C3-A7AE-724D15FD10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7" name="直線コネクタ 126016">
                    <a:extLst>
                      <a:ext uri="{FF2B5EF4-FFF2-40B4-BE49-F238E27FC236}">
                        <a16:creationId xmlns:a16="http://schemas.microsoft.com/office/drawing/2014/main" id="{6BC641F0-3EBD-4947-9289-8C6599E5B0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018" name="直線コネクタ 126017">
                    <a:extLst>
                      <a:ext uri="{FF2B5EF4-FFF2-40B4-BE49-F238E27FC236}">
                        <a16:creationId xmlns:a16="http://schemas.microsoft.com/office/drawing/2014/main" id="{8586AE52-FA0D-4DFD-95DE-110F2E3DC5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6019" name="グループ化 126018">
                    <a:extLst>
                      <a:ext uri="{FF2B5EF4-FFF2-40B4-BE49-F238E27FC236}">
                        <a16:creationId xmlns:a16="http://schemas.microsoft.com/office/drawing/2014/main" id="{47A6E048-55F3-4AC1-B13E-D5346EE83B5E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195" name="直線コネクタ 126194">
                      <a:extLst>
                        <a:ext uri="{FF2B5EF4-FFF2-40B4-BE49-F238E27FC236}">
                          <a16:creationId xmlns:a16="http://schemas.microsoft.com/office/drawing/2014/main" id="{48E78C7F-71FA-4AD2-9C90-6AD48127B4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96" name="直線コネクタ 126195">
                      <a:extLst>
                        <a:ext uri="{FF2B5EF4-FFF2-40B4-BE49-F238E27FC236}">
                          <a16:creationId xmlns:a16="http://schemas.microsoft.com/office/drawing/2014/main" id="{80E82B4D-D120-4D1C-8610-31ECB1E8A2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97" name="直線コネクタ 126196">
                      <a:extLst>
                        <a:ext uri="{FF2B5EF4-FFF2-40B4-BE49-F238E27FC236}">
                          <a16:creationId xmlns:a16="http://schemas.microsoft.com/office/drawing/2014/main" id="{DA3CD144-293D-41D2-8993-F4E6AC8DCB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98" name="直線コネクタ 126197">
                      <a:extLst>
                        <a:ext uri="{FF2B5EF4-FFF2-40B4-BE49-F238E27FC236}">
                          <a16:creationId xmlns:a16="http://schemas.microsoft.com/office/drawing/2014/main" id="{BC3102B2-2177-41EE-9FE1-5DA5E4765D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99" name="直線コネクタ 126198">
                      <a:extLst>
                        <a:ext uri="{FF2B5EF4-FFF2-40B4-BE49-F238E27FC236}">
                          <a16:creationId xmlns:a16="http://schemas.microsoft.com/office/drawing/2014/main" id="{ECFBD069-0C95-486F-8457-7D628B8FD4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0" name="直線コネクタ 126199">
                      <a:extLst>
                        <a:ext uri="{FF2B5EF4-FFF2-40B4-BE49-F238E27FC236}">
                          <a16:creationId xmlns:a16="http://schemas.microsoft.com/office/drawing/2014/main" id="{17390744-CEEE-45C5-B9C0-7463FC1F64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1" name="直線コネクタ 126200">
                      <a:extLst>
                        <a:ext uri="{FF2B5EF4-FFF2-40B4-BE49-F238E27FC236}">
                          <a16:creationId xmlns:a16="http://schemas.microsoft.com/office/drawing/2014/main" id="{662207E9-5CE4-4BA2-AF99-4C4FD6E3FA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2" name="直線コネクタ 126201">
                      <a:extLst>
                        <a:ext uri="{FF2B5EF4-FFF2-40B4-BE49-F238E27FC236}">
                          <a16:creationId xmlns:a16="http://schemas.microsoft.com/office/drawing/2014/main" id="{807FBC19-E232-4DB5-826A-E3BF5BF2AC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3" name="直線コネクタ 126202">
                      <a:extLst>
                        <a:ext uri="{FF2B5EF4-FFF2-40B4-BE49-F238E27FC236}">
                          <a16:creationId xmlns:a16="http://schemas.microsoft.com/office/drawing/2014/main" id="{F1D1805B-218B-4614-A712-BAF2F08DAC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4" name="直線コネクタ 126203">
                      <a:extLst>
                        <a:ext uri="{FF2B5EF4-FFF2-40B4-BE49-F238E27FC236}">
                          <a16:creationId xmlns:a16="http://schemas.microsoft.com/office/drawing/2014/main" id="{4BA493E3-8DDB-4B36-8B63-5E5FB1CA10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5" name="直線コネクタ 126204">
                      <a:extLst>
                        <a:ext uri="{FF2B5EF4-FFF2-40B4-BE49-F238E27FC236}">
                          <a16:creationId xmlns:a16="http://schemas.microsoft.com/office/drawing/2014/main" id="{F672568F-3F56-4A06-B07A-2D4657588B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6" name="直線コネクタ 126205">
                      <a:extLst>
                        <a:ext uri="{FF2B5EF4-FFF2-40B4-BE49-F238E27FC236}">
                          <a16:creationId xmlns:a16="http://schemas.microsoft.com/office/drawing/2014/main" id="{1897F450-5EA0-4D1D-92D7-A8815B86E6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7" name="直線コネクタ 126206">
                      <a:extLst>
                        <a:ext uri="{FF2B5EF4-FFF2-40B4-BE49-F238E27FC236}">
                          <a16:creationId xmlns:a16="http://schemas.microsoft.com/office/drawing/2014/main" id="{77CECA4D-AF38-41BB-857C-0DFFFC6366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8" name="直線コネクタ 126207">
                      <a:extLst>
                        <a:ext uri="{FF2B5EF4-FFF2-40B4-BE49-F238E27FC236}">
                          <a16:creationId xmlns:a16="http://schemas.microsoft.com/office/drawing/2014/main" id="{EAE1FC6E-A3A3-49A0-AAFD-75CD4E23AF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09" name="直線コネクタ 126208">
                      <a:extLst>
                        <a:ext uri="{FF2B5EF4-FFF2-40B4-BE49-F238E27FC236}">
                          <a16:creationId xmlns:a16="http://schemas.microsoft.com/office/drawing/2014/main" id="{FCCBD66A-FFB4-4AA8-AAC4-1A33E1179D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0" name="直線コネクタ 126209">
                      <a:extLst>
                        <a:ext uri="{FF2B5EF4-FFF2-40B4-BE49-F238E27FC236}">
                          <a16:creationId xmlns:a16="http://schemas.microsoft.com/office/drawing/2014/main" id="{CE4435F2-92E8-438B-9791-4C65AF4D89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1" name="直線コネクタ 126210">
                      <a:extLst>
                        <a:ext uri="{FF2B5EF4-FFF2-40B4-BE49-F238E27FC236}">
                          <a16:creationId xmlns:a16="http://schemas.microsoft.com/office/drawing/2014/main" id="{A41E4538-2AFF-4D49-B73A-E2D810929F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2" name="直線コネクタ 126211">
                      <a:extLst>
                        <a:ext uri="{FF2B5EF4-FFF2-40B4-BE49-F238E27FC236}">
                          <a16:creationId xmlns:a16="http://schemas.microsoft.com/office/drawing/2014/main" id="{08E80C83-93B1-4656-AAC5-A1B84A5D14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3" name="直線コネクタ 126212">
                      <a:extLst>
                        <a:ext uri="{FF2B5EF4-FFF2-40B4-BE49-F238E27FC236}">
                          <a16:creationId xmlns:a16="http://schemas.microsoft.com/office/drawing/2014/main" id="{BEE1A1DD-BCFB-4772-8CDD-45F221870C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4" name="直線コネクタ 126213">
                      <a:extLst>
                        <a:ext uri="{FF2B5EF4-FFF2-40B4-BE49-F238E27FC236}">
                          <a16:creationId xmlns:a16="http://schemas.microsoft.com/office/drawing/2014/main" id="{E5FDCFD0-AF3F-4481-BAB0-3538F9D145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5" name="直線コネクタ 126214">
                      <a:extLst>
                        <a:ext uri="{FF2B5EF4-FFF2-40B4-BE49-F238E27FC236}">
                          <a16:creationId xmlns:a16="http://schemas.microsoft.com/office/drawing/2014/main" id="{2C7231A1-C4E2-4BFD-B49F-A716BB021A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6" name="直線コネクタ 126215">
                      <a:extLst>
                        <a:ext uri="{FF2B5EF4-FFF2-40B4-BE49-F238E27FC236}">
                          <a16:creationId xmlns:a16="http://schemas.microsoft.com/office/drawing/2014/main" id="{E5FC631B-735D-4900-87E9-AD58E090C2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7" name="直線コネクタ 126216">
                      <a:extLst>
                        <a:ext uri="{FF2B5EF4-FFF2-40B4-BE49-F238E27FC236}">
                          <a16:creationId xmlns:a16="http://schemas.microsoft.com/office/drawing/2014/main" id="{A14223E5-28C9-49B6-BAAB-4D8B61AB5C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8" name="直線コネクタ 126217">
                      <a:extLst>
                        <a:ext uri="{FF2B5EF4-FFF2-40B4-BE49-F238E27FC236}">
                          <a16:creationId xmlns:a16="http://schemas.microsoft.com/office/drawing/2014/main" id="{9B0E813C-8CAE-4FCC-BD25-E1D4DB3B6C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19" name="直線コネクタ 126218">
                      <a:extLst>
                        <a:ext uri="{FF2B5EF4-FFF2-40B4-BE49-F238E27FC236}">
                          <a16:creationId xmlns:a16="http://schemas.microsoft.com/office/drawing/2014/main" id="{1D695C36-DB46-4CB1-8112-905B18D919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0" name="直線コネクタ 126219">
                      <a:extLst>
                        <a:ext uri="{FF2B5EF4-FFF2-40B4-BE49-F238E27FC236}">
                          <a16:creationId xmlns:a16="http://schemas.microsoft.com/office/drawing/2014/main" id="{2CBE44F3-1273-49EE-975C-A92E41079E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1" name="直線コネクタ 126220">
                      <a:extLst>
                        <a:ext uri="{FF2B5EF4-FFF2-40B4-BE49-F238E27FC236}">
                          <a16:creationId xmlns:a16="http://schemas.microsoft.com/office/drawing/2014/main" id="{CBFD81F7-9959-4252-A6ED-6AE47A78BF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2" name="直線コネクタ 126221">
                      <a:extLst>
                        <a:ext uri="{FF2B5EF4-FFF2-40B4-BE49-F238E27FC236}">
                          <a16:creationId xmlns:a16="http://schemas.microsoft.com/office/drawing/2014/main" id="{6EDEAEF1-EDF8-4E4D-8E80-C48820A9E4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3" name="直線コネクタ 126222">
                      <a:extLst>
                        <a:ext uri="{FF2B5EF4-FFF2-40B4-BE49-F238E27FC236}">
                          <a16:creationId xmlns:a16="http://schemas.microsoft.com/office/drawing/2014/main" id="{C64A826D-BE47-40B9-953E-02032EA74E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4" name="直線コネクタ 126223">
                      <a:extLst>
                        <a:ext uri="{FF2B5EF4-FFF2-40B4-BE49-F238E27FC236}">
                          <a16:creationId xmlns:a16="http://schemas.microsoft.com/office/drawing/2014/main" id="{FF873FAE-FF99-4611-9670-25B6DEE6D1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5" name="直線コネクタ 126224">
                      <a:extLst>
                        <a:ext uri="{FF2B5EF4-FFF2-40B4-BE49-F238E27FC236}">
                          <a16:creationId xmlns:a16="http://schemas.microsoft.com/office/drawing/2014/main" id="{1A217488-61DD-47CC-A823-7DB49964FE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6" name="直線コネクタ 126225">
                      <a:extLst>
                        <a:ext uri="{FF2B5EF4-FFF2-40B4-BE49-F238E27FC236}">
                          <a16:creationId xmlns:a16="http://schemas.microsoft.com/office/drawing/2014/main" id="{A42AF066-12AF-40C4-A22A-0F528C9C75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7" name="直線コネクタ 126226">
                      <a:extLst>
                        <a:ext uri="{FF2B5EF4-FFF2-40B4-BE49-F238E27FC236}">
                          <a16:creationId xmlns:a16="http://schemas.microsoft.com/office/drawing/2014/main" id="{848BB81B-FA44-4562-A805-C4F27C6680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8" name="直線コネクタ 126227">
                      <a:extLst>
                        <a:ext uri="{FF2B5EF4-FFF2-40B4-BE49-F238E27FC236}">
                          <a16:creationId xmlns:a16="http://schemas.microsoft.com/office/drawing/2014/main" id="{F1DB05A2-0A72-4A52-A015-5C6B6C7284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29" name="直線コネクタ 126228">
                      <a:extLst>
                        <a:ext uri="{FF2B5EF4-FFF2-40B4-BE49-F238E27FC236}">
                          <a16:creationId xmlns:a16="http://schemas.microsoft.com/office/drawing/2014/main" id="{F34A2726-55EB-49A0-AE2B-9145FCBFD9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30" name="直線コネクタ 126229">
                      <a:extLst>
                        <a:ext uri="{FF2B5EF4-FFF2-40B4-BE49-F238E27FC236}">
                          <a16:creationId xmlns:a16="http://schemas.microsoft.com/office/drawing/2014/main" id="{6C84809F-CA14-4624-A2F5-65BD275E8E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31" name="直線コネクタ 126230">
                      <a:extLst>
                        <a:ext uri="{FF2B5EF4-FFF2-40B4-BE49-F238E27FC236}">
                          <a16:creationId xmlns:a16="http://schemas.microsoft.com/office/drawing/2014/main" id="{E09C298E-9DE3-4D78-ABE4-757F06C525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32" name="直線コネクタ 126231">
                      <a:extLst>
                        <a:ext uri="{FF2B5EF4-FFF2-40B4-BE49-F238E27FC236}">
                          <a16:creationId xmlns:a16="http://schemas.microsoft.com/office/drawing/2014/main" id="{3230375C-80C0-46A6-938A-BD73CEFFAC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33" name="直線コネクタ 126232">
                      <a:extLst>
                        <a:ext uri="{FF2B5EF4-FFF2-40B4-BE49-F238E27FC236}">
                          <a16:creationId xmlns:a16="http://schemas.microsoft.com/office/drawing/2014/main" id="{D054D091-7347-4714-A8AD-CB26412FD4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34" name="直線コネクタ 126233">
                      <a:extLst>
                        <a:ext uri="{FF2B5EF4-FFF2-40B4-BE49-F238E27FC236}">
                          <a16:creationId xmlns:a16="http://schemas.microsoft.com/office/drawing/2014/main" id="{29E01FD7-C301-4E0D-BF2D-531F2E181F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35" name="直線コネクタ 126234">
                      <a:extLst>
                        <a:ext uri="{FF2B5EF4-FFF2-40B4-BE49-F238E27FC236}">
                          <a16:creationId xmlns:a16="http://schemas.microsoft.com/office/drawing/2014/main" id="{2B3A996E-1F1B-493D-A2AF-8A47037D29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236" name="直線コネクタ 126235">
                      <a:extLst>
                        <a:ext uri="{FF2B5EF4-FFF2-40B4-BE49-F238E27FC236}">
                          <a16:creationId xmlns:a16="http://schemas.microsoft.com/office/drawing/2014/main" id="{D77446CB-7598-478A-AEE7-4987BFA035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020" name="グループ化 126019">
                    <a:extLst>
                      <a:ext uri="{FF2B5EF4-FFF2-40B4-BE49-F238E27FC236}">
                        <a16:creationId xmlns:a16="http://schemas.microsoft.com/office/drawing/2014/main" id="{BEE414CA-1EC5-479E-A684-8C6F1A42975B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6186" name="正方形/長方形 126185">
                      <a:extLst>
                        <a:ext uri="{FF2B5EF4-FFF2-40B4-BE49-F238E27FC236}">
                          <a16:creationId xmlns:a16="http://schemas.microsoft.com/office/drawing/2014/main" id="{CB870BAF-2016-432E-8AA0-D313DE97F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187" name="正方形/長方形 126186">
                      <a:extLst>
                        <a:ext uri="{FF2B5EF4-FFF2-40B4-BE49-F238E27FC236}">
                          <a16:creationId xmlns:a16="http://schemas.microsoft.com/office/drawing/2014/main" id="{8DB2B03C-64D1-4CC7-A53C-0D0F4C7281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188" name="正方形/長方形 126187">
                      <a:extLst>
                        <a:ext uri="{FF2B5EF4-FFF2-40B4-BE49-F238E27FC236}">
                          <a16:creationId xmlns:a16="http://schemas.microsoft.com/office/drawing/2014/main" id="{219E13DC-0E79-41B3-9748-B6989CD2C8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189" name="正方形/長方形 126188">
                      <a:extLst>
                        <a:ext uri="{FF2B5EF4-FFF2-40B4-BE49-F238E27FC236}">
                          <a16:creationId xmlns:a16="http://schemas.microsoft.com/office/drawing/2014/main" id="{D50DB01B-F505-46B1-9D4E-76D8A3A0B7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190" name="正方形/長方形 126189">
                      <a:extLst>
                        <a:ext uri="{FF2B5EF4-FFF2-40B4-BE49-F238E27FC236}">
                          <a16:creationId xmlns:a16="http://schemas.microsoft.com/office/drawing/2014/main" id="{7AF1E779-6A6D-47EF-A966-DB6CAA14486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191" name="正方形/長方形 126190">
                      <a:extLst>
                        <a:ext uri="{FF2B5EF4-FFF2-40B4-BE49-F238E27FC236}">
                          <a16:creationId xmlns:a16="http://schemas.microsoft.com/office/drawing/2014/main" id="{D75321BC-822B-4B36-B0AF-8382FBEB65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192" name="正方形/長方形 126191">
                      <a:extLst>
                        <a:ext uri="{FF2B5EF4-FFF2-40B4-BE49-F238E27FC236}">
                          <a16:creationId xmlns:a16="http://schemas.microsoft.com/office/drawing/2014/main" id="{56CAB01D-AF12-4B75-B725-8C85CC54FD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193" name="正方形/長方形 126192">
                      <a:extLst>
                        <a:ext uri="{FF2B5EF4-FFF2-40B4-BE49-F238E27FC236}">
                          <a16:creationId xmlns:a16="http://schemas.microsoft.com/office/drawing/2014/main" id="{C5691773-9B44-4512-B81D-333E676A89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6194" name="正方形/長方形 126193">
                      <a:extLst>
                        <a:ext uri="{FF2B5EF4-FFF2-40B4-BE49-F238E27FC236}">
                          <a16:creationId xmlns:a16="http://schemas.microsoft.com/office/drawing/2014/main" id="{1989FBD8-F5D5-40D0-A441-FC2338166ED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6021" name="グループ化 126020">
                    <a:extLst>
                      <a:ext uri="{FF2B5EF4-FFF2-40B4-BE49-F238E27FC236}">
                        <a16:creationId xmlns:a16="http://schemas.microsoft.com/office/drawing/2014/main" id="{874B9DAE-78CF-46EE-9D3C-19D72202DF53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178" name="直線コネクタ 126177">
                      <a:extLst>
                        <a:ext uri="{FF2B5EF4-FFF2-40B4-BE49-F238E27FC236}">
                          <a16:creationId xmlns:a16="http://schemas.microsoft.com/office/drawing/2014/main" id="{DF6242B6-6D99-4648-8929-89C3EDFF3E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79" name="直線コネクタ 126178">
                      <a:extLst>
                        <a:ext uri="{FF2B5EF4-FFF2-40B4-BE49-F238E27FC236}">
                          <a16:creationId xmlns:a16="http://schemas.microsoft.com/office/drawing/2014/main" id="{18368C47-B6F8-4396-B728-E666968671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80" name="直線コネクタ 126179">
                      <a:extLst>
                        <a:ext uri="{FF2B5EF4-FFF2-40B4-BE49-F238E27FC236}">
                          <a16:creationId xmlns:a16="http://schemas.microsoft.com/office/drawing/2014/main" id="{9A14DDC5-DD8F-47B6-A6F2-293931C5FD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81" name="直線コネクタ 126180">
                      <a:extLst>
                        <a:ext uri="{FF2B5EF4-FFF2-40B4-BE49-F238E27FC236}">
                          <a16:creationId xmlns:a16="http://schemas.microsoft.com/office/drawing/2014/main" id="{2694AE78-09B9-4F55-B15A-35C040B403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82" name="直線コネクタ 126181">
                      <a:extLst>
                        <a:ext uri="{FF2B5EF4-FFF2-40B4-BE49-F238E27FC236}">
                          <a16:creationId xmlns:a16="http://schemas.microsoft.com/office/drawing/2014/main" id="{81E4ECDC-0C36-4BA9-AE8B-73D59F77B1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83" name="直線コネクタ 126182">
                      <a:extLst>
                        <a:ext uri="{FF2B5EF4-FFF2-40B4-BE49-F238E27FC236}">
                          <a16:creationId xmlns:a16="http://schemas.microsoft.com/office/drawing/2014/main" id="{3AFBF777-05E1-47BA-81EA-948CD9A00D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84" name="直線コネクタ 126183">
                      <a:extLst>
                        <a:ext uri="{FF2B5EF4-FFF2-40B4-BE49-F238E27FC236}">
                          <a16:creationId xmlns:a16="http://schemas.microsoft.com/office/drawing/2014/main" id="{555E3704-E4B6-49F6-AE96-F74E1B1E37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85" name="直線コネクタ 126184">
                      <a:extLst>
                        <a:ext uri="{FF2B5EF4-FFF2-40B4-BE49-F238E27FC236}">
                          <a16:creationId xmlns:a16="http://schemas.microsoft.com/office/drawing/2014/main" id="{9DE88525-1591-4904-8F57-4B0B7AF146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022" name="グループ化 126021">
                    <a:extLst>
                      <a:ext uri="{FF2B5EF4-FFF2-40B4-BE49-F238E27FC236}">
                        <a16:creationId xmlns:a16="http://schemas.microsoft.com/office/drawing/2014/main" id="{102A1719-1A96-4BE7-998D-CEA7B528B1C2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170" name="直線コネクタ 126169">
                      <a:extLst>
                        <a:ext uri="{FF2B5EF4-FFF2-40B4-BE49-F238E27FC236}">
                          <a16:creationId xmlns:a16="http://schemas.microsoft.com/office/drawing/2014/main" id="{B8064F99-EF5B-4AB1-9199-C4F630DF8B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71" name="直線コネクタ 126170">
                      <a:extLst>
                        <a:ext uri="{FF2B5EF4-FFF2-40B4-BE49-F238E27FC236}">
                          <a16:creationId xmlns:a16="http://schemas.microsoft.com/office/drawing/2014/main" id="{9278C2E4-8213-4AEE-AD97-4B3E48DE7C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72" name="直線コネクタ 126171">
                      <a:extLst>
                        <a:ext uri="{FF2B5EF4-FFF2-40B4-BE49-F238E27FC236}">
                          <a16:creationId xmlns:a16="http://schemas.microsoft.com/office/drawing/2014/main" id="{71C6FA69-F227-4762-99B2-FC17A9B02F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73" name="直線コネクタ 126172">
                      <a:extLst>
                        <a:ext uri="{FF2B5EF4-FFF2-40B4-BE49-F238E27FC236}">
                          <a16:creationId xmlns:a16="http://schemas.microsoft.com/office/drawing/2014/main" id="{2BB340EC-D280-4D03-A0CE-32B592CAD5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74" name="直線コネクタ 126173">
                      <a:extLst>
                        <a:ext uri="{FF2B5EF4-FFF2-40B4-BE49-F238E27FC236}">
                          <a16:creationId xmlns:a16="http://schemas.microsoft.com/office/drawing/2014/main" id="{208E1182-9545-4F42-B9D5-C3352D4E72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75" name="直線コネクタ 126174">
                      <a:extLst>
                        <a:ext uri="{FF2B5EF4-FFF2-40B4-BE49-F238E27FC236}">
                          <a16:creationId xmlns:a16="http://schemas.microsoft.com/office/drawing/2014/main" id="{805D01A4-E023-4AD9-A914-E4F4301E54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76" name="直線コネクタ 126175">
                      <a:extLst>
                        <a:ext uri="{FF2B5EF4-FFF2-40B4-BE49-F238E27FC236}">
                          <a16:creationId xmlns:a16="http://schemas.microsoft.com/office/drawing/2014/main" id="{E64A3F53-AA5B-4314-BE6A-B5CCCBDC3D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77" name="直線コネクタ 126176">
                      <a:extLst>
                        <a:ext uri="{FF2B5EF4-FFF2-40B4-BE49-F238E27FC236}">
                          <a16:creationId xmlns:a16="http://schemas.microsoft.com/office/drawing/2014/main" id="{1666E5F3-9E6E-4E9C-825B-7FEE1AC0CD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023" name="グループ化 126022">
                    <a:extLst>
                      <a:ext uri="{FF2B5EF4-FFF2-40B4-BE49-F238E27FC236}">
                        <a16:creationId xmlns:a16="http://schemas.microsoft.com/office/drawing/2014/main" id="{A6328184-4B1C-4407-A141-05BC750A8557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128" name="直線コネクタ 126127">
                      <a:extLst>
                        <a:ext uri="{FF2B5EF4-FFF2-40B4-BE49-F238E27FC236}">
                          <a16:creationId xmlns:a16="http://schemas.microsoft.com/office/drawing/2014/main" id="{9384F3F3-E639-4F5F-B66A-FC25BCC61B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9" name="直線コネクタ 126128">
                      <a:extLst>
                        <a:ext uri="{FF2B5EF4-FFF2-40B4-BE49-F238E27FC236}">
                          <a16:creationId xmlns:a16="http://schemas.microsoft.com/office/drawing/2014/main" id="{48B4E072-BC5F-4B82-A82D-FB1EAE48DE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0" name="直線コネクタ 126129">
                      <a:extLst>
                        <a:ext uri="{FF2B5EF4-FFF2-40B4-BE49-F238E27FC236}">
                          <a16:creationId xmlns:a16="http://schemas.microsoft.com/office/drawing/2014/main" id="{F87DB48E-E5FA-4A56-AFEB-AD21B0459F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1" name="直線コネクタ 126130">
                      <a:extLst>
                        <a:ext uri="{FF2B5EF4-FFF2-40B4-BE49-F238E27FC236}">
                          <a16:creationId xmlns:a16="http://schemas.microsoft.com/office/drawing/2014/main" id="{89DC555F-7956-45DE-BB82-A58CF75730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2" name="直線コネクタ 126131">
                      <a:extLst>
                        <a:ext uri="{FF2B5EF4-FFF2-40B4-BE49-F238E27FC236}">
                          <a16:creationId xmlns:a16="http://schemas.microsoft.com/office/drawing/2014/main" id="{35F9EB8A-BCC1-49C2-A0FB-2B8A15B41D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3" name="直線コネクタ 126132">
                      <a:extLst>
                        <a:ext uri="{FF2B5EF4-FFF2-40B4-BE49-F238E27FC236}">
                          <a16:creationId xmlns:a16="http://schemas.microsoft.com/office/drawing/2014/main" id="{DCE8B262-E74A-447B-B6C9-C09B48E1FC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4" name="直線コネクタ 126133">
                      <a:extLst>
                        <a:ext uri="{FF2B5EF4-FFF2-40B4-BE49-F238E27FC236}">
                          <a16:creationId xmlns:a16="http://schemas.microsoft.com/office/drawing/2014/main" id="{74F292E3-586D-4295-8E47-7D6F2C3A86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5" name="直線コネクタ 126134">
                      <a:extLst>
                        <a:ext uri="{FF2B5EF4-FFF2-40B4-BE49-F238E27FC236}">
                          <a16:creationId xmlns:a16="http://schemas.microsoft.com/office/drawing/2014/main" id="{0D50FFA8-716A-4F38-AACC-4A897E57FC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6" name="直線コネクタ 126135">
                      <a:extLst>
                        <a:ext uri="{FF2B5EF4-FFF2-40B4-BE49-F238E27FC236}">
                          <a16:creationId xmlns:a16="http://schemas.microsoft.com/office/drawing/2014/main" id="{17862043-A5F9-409A-B181-0EBF1712F4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7" name="直線コネクタ 126136">
                      <a:extLst>
                        <a:ext uri="{FF2B5EF4-FFF2-40B4-BE49-F238E27FC236}">
                          <a16:creationId xmlns:a16="http://schemas.microsoft.com/office/drawing/2014/main" id="{928B0DFE-9702-46EF-9E07-BD354E5557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8" name="直線コネクタ 126137">
                      <a:extLst>
                        <a:ext uri="{FF2B5EF4-FFF2-40B4-BE49-F238E27FC236}">
                          <a16:creationId xmlns:a16="http://schemas.microsoft.com/office/drawing/2014/main" id="{320BE3D0-01EB-41B4-AD09-A0F1FD7D6F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39" name="直線コネクタ 126138">
                      <a:extLst>
                        <a:ext uri="{FF2B5EF4-FFF2-40B4-BE49-F238E27FC236}">
                          <a16:creationId xmlns:a16="http://schemas.microsoft.com/office/drawing/2014/main" id="{45AF7971-702D-4CAC-A399-FF5AD3B40E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0" name="直線コネクタ 126139">
                      <a:extLst>
                        <a:ext uri="{FF2B5EF4-FFF2-40B4-BE49-F238E27FC236}">
                          <a16:creationId xmlns:a16="http://schemas.microsoft.com/office/drawing/2014/main" id="{4963757B-FEAD-4CB3-915A-74DC22E1B6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1" name="直線コネクタ 126140">
                      <a:extLst>
                        <a:ext uri="{FF2B5EF4-FFF2-40B4-BE49-F238E27FC236}">
                          <a16:creationId xmlns:a16="http://schemas.microsoft.com/office/drawing/2014/main" id="{08AF0C2B-5979-4A15-A415-B2EB5725FB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2" name="直線コネクタ 126141">
                      <a:extLst>
                        <a:ext uri="{FF2B5EF4-FFF2-40B4-BE49-F238E27FC236}">
                          <a16:creationId xmlns:a16="http://schemas.microsoft.com/office/drawing/2014/main" id="{A5DC6CEB-88AE-4FD5-B8DE-DAFC40C312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3" name="直線コネクタ 126142">
                      <a:extLst>
                        <a:ext uri="{FF2B5EF4-FFF2-40B4-BE49-F238E27FC236}">
                          <a16:creationId xmlns:a16="http://schemas.microsoft.com/office/drawing/2014/main" id="{247B6C8B-EC7A-4F01-8615-68D5F3DF4A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4" name="直線コネクタ 126143">
                      <a:extLst>
                        <a:ext uri="{FF2B5EF4-FFF2-40B4-BE49-F238E27FC236}">
                          <a16:creationId xmlns:a16="http://schemas.microsoft.com/office/drawing/2014/main" id="{E86FAB8A-07A0-4FF4-83CE-C6AD038DD6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5" name="直線コネクタ 126144">
                      <a:extLst>
                        <a:ext uri="{FF2B5EF4-FFF2-40B4-BE49-F238E27FC236}">
                          <a16:creationId xmlns:a16="http://schemas.microsoft.com/office/drawing/2014/main" id="{961C2F34-4B75-44F5-8BB5-9EB73BA69C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6" name="直線コネクタ 126145">
                      <a:extLst>
                        <a:ext uri="{FF2B5EF4-FFF2-40B4-BE49-F238E27FC236}">
                          <a16:creationId xmlns:a16="http://schemas.microsoft.com/office/drawing/2014/main" id="{3FA63445-38A2-4459-9874-F8231CC9A7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7" name="直線コネクタ 126146">
                      <a:extLst>
                        <a:ext uri="{FF2B5EF4-FFF2-40B4-BE49-F238E27FC236}">
                          <a16:creationId xmlns:a16="http://schemas.microsoft.com/office/drawing/2014/main" id="{CAB8D011-5EDE-4F0E-8A36-75DB3D951C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8" name="直線コネクタ 126147">
                      <a:extLst>
                        <a:ext uri="{FF2B5EF4-FFF2-40B4-BE49-F238E27FC236}">
                          <a16:creationId xmlns:a16="http://schemas.microsoft.com/office/drawing/2014/main" id="{C0318D2C-7C88-4B1D-8B4D-77DDF4EFB1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49" name="直線コネクタ 126148">
                      <a:extLst>
                        <a:ext uri="{FF2B5EF4-FFF2-40B4-BE49-F238E27FC236}">
                          <a16:creationId xmlns:a16="http://schemas.microsoft.com/office/drawing/2014/main" id="{491A9C50-AFD9-4CF1-87DE-83961964AA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0" name="直線コネクタ 126149">
                      <a:extLst>
                        <a:ext uri="{FF2B5EF4-FFF2-40B4-BE49-F238E27FC236}">
                          <a16:creationId xmlns:a16="http://schemas.microsoft.com/office/drawing/2014/main" id="{5D0B5BCA-5397-46A8-A10F-514B6B5DEC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1" name="直線コネクタ 126150">
                      <a:extLst>
                        <a:ext uri="{FF2B5EF4-FFF2-40B4-BE49-F238E27FC236}">
                          <a16:creationId xmlns:a16="http://schemas.microsoft.com/office/drawing/2014/main" id="{DFF87590-746E-452B-9EF3-8B7D8B07A4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2" name="直線コネクタ 126151">
                      <a:extLst>
                        <a:ext uri="{FF2B5EF4-FFF2-40B4-BE49-F238E27FC236}">
                          <a16:creationId xmlns:a16="http://schemas.microsoft.com/office/drawing/2014/main" id="{C912B0BB-1089-471E-8FA1-26D559C372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3" name="直線コネクタ 126152">
                      <a:extLst>
                        <a:ext uri="{FF2B5EF4-FFF2-40B4-BE49-F238E27FC236}">
                          <a16:creationId xmlns:a16="http://schemas.microsoft.com/office/drawing/2014/main" id="{9E016D02-16FB-49FF-9BE6-7FD5CC1C0E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4" name="直線コネクタ 126153">
                      <a:extLst>
                        <a:ext uri="{FF2B5EF4-FFF2-40B4-BE49-F238E27FC236}">
                          <a16:creationId xmlns:a16="http://schemas.microsoft.com/office/drawing/2014/main" id="{D3859B80-73F4-4962-8DA1-3A6906DEA2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5" name="直線コネクタ 126154">
                      <a:extLst>
                        <a:ext uri="{FF2B5EF4-FFF2-40B4-BE49-F238E27FC236}">
                          <a16:creationId xmlns:a16="http://schemas.microsoft.com/office/drawing/2014/main" id="{A57AB32F-C65E-44DA-A041-778C1C61B5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6" name="直線コネクタ 126155">
                      <a:extLst>
                        <a:ext uri="{FF2B5EF4-FFF2-40B4-BE49-F238E27FC236}">
                          <a16:creationId xmlns:a16="http://schemas.microsoft.com/office/drawing/2014/main" id="{49AA32C9-412B-4146-A87C-B1ACBDD88D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7" name="直線コネクタ 126156">
                      <a:extLst>
                        <a:ext uri="{FF2B5EF4-FFF2-40B4-BE49-F238E27FC236}">
                          <a16:creationId xmlns:a16="http://schemas.microsoft.com/office/drawing/2014/main" id="{88A578A6-645F-4BD3-AA03-504C825F6E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8" name="直線コネクタ 126157">
                      <a:extLst>
                        <a:ext uri="{FF2B5EF4-FFF2-40B4-BE49-F238E27FC236}">
                          <a16:creationId xmlns:a16="http://schemas.microsoft.com/office/drawing/2014/main" id="{FA7880A8-19CD-4283-939B-F298B943BE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59" name="直線コネクタ 126158">
                      <a:extLst>
                        <a:ext uri="{FF2B5EF4-FFF2-40B4-BE49-F238E27FC236}">
                          <a16:creationId xmlns:a16="http://schemas.microsoft.com/office/drawing/2014/main" id="{9FE83F24-7F28-4B62-A3DA-41D95C0F7E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0" name="直線コネクタ 126159">
                      <a:extLst>
                        <a:ext uri="{FF2B5EF4-FFF2-40B4-BE49-F238E27FC236}">
                          <a16:creationId xmlns:a16="http://schemas.microsoft.com/office/drawing/2014/main" id="{369C85ED-C3B4-484C-95D9-7DD08EFAAC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1" name="直線コネクタ 126160">
                      <a:extLst>
                        <a:ext uri="{FF2B5EF4-FFF2-40B4-BE49-F238E27FC236}">
                          <a16:creationId xmlns:a16="http://schemas.microsoft.com/office/drawing/2014/main" id="{D93E487F-7916-421F-BB38-2DF92F8A11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2" name="直線コネクタ 126161">
                      <a:extLst>
                        <a:ext uri="{FF2B5EF4-FFF2-40B4-BE49-F238E27FC236}">
                          <a16:creationId xmlns:a16="http://schemas.microsoft.com/office/drawing/2014/main" id="{385DD409-B9D3-40C6-98A6-28977E23F0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3" name="直線コネクタ 126162">
                      <a:extLst>
                        <a:ext uri="{FF2B5EF4-FFF2-40B4-BE49-F238E27FC236}">
                          <a16:creationId xmlns:a16="http://schemas.microsoft.com/office/drawing/2014/main" id="{72D0F704-7902-42EE-AEDF-21C9525610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4" name="直線コネクタ 126163">
                      <a:extLst>
                        <a:ext uri="{FF2B5EF4-FFF2-40B4-BE49-F238E27FC236}">
                          <a16:creationId xmlns:a16="http://schemas.microsoft.com/office/drawing/2014/main" id="{2851BB83-859C-4646-993C-114C4E8842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5" name="直線コネクタ 126164">
                      <a:extLst>
                        <a:ext uri="{FF2B5EF4-FFF2-40B4-BE49-F238E27FC236}">
                          <a16:creationId xmlns:a16="http://schemas.microsoft.com/office/drawing/2014/main" id="{EFCAA5ED-5879-48F5-9CD9-FD5ED38990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6" name="直線コネクタ 126165">
                      <a:extLst>
                        <a:ext uri="{FF2B5EF4-FFF2-40B4-BE49-F238E27FC236}">
                          <a16:creationId xmlns:a16="http://schemas.microsoft.com/office/drawing/2014/main" id="{724F9522-A2BC-43A0-A10D-D3E32E323B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7" name="直線コネクタ 126166">
                      <a:extLst>
                        <a:ext uri="{FF2B5EF4-FFF2-40B4-BE49-F238E27FC236}">
                          <a16:creationId xmlns:a16="http://schemas.microsoft.com/office/drawing/2014/main" id="{DD6B1CA2-BC5D-4740-B7F9-8B38681627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8" name="直線コネクタ 126167">
                      <a:extLst>
                        <a:ext uri="{FF2B5EF4-FFF2-40B4-BE49-F238E27FC236}">
                          <a16:creationId xmlns:a16="http://schemas.microsoft.com/office/drawing/2014/main" id="{02C712ED-1359-41E0-941D-213AAA75E1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69" name="直線コネクタ 126168">
                      <a:extLst>
                        <a:ext uri="{FF2B5EF4-FFF2-40B4-BE49-F238E27FC236}">
                          <a16:creationId xmlns:a16="http://schemas.microsoft.com/office/drawing/2014/main" id="{809C7154-AECC-47B6-89E7-AB65ED375B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024" name="グループ化 126023">
                    <a:extLst>
                      <a:ext uri="{FF2B5EF4-FFF2-40B4-BE49-F238E27FC236}">
                        <a16:creationId xmlns:a16="http://schemas.microsoft.com/office/drawing/2014/main" id="{632B224F-2649-4103-A0C1-9B5CABB14645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086" name="直線コネクタ 126085">
                      <a:extLst>
                        <a:ext uri="{FF2B5EF4-FFF2-40B4-BE49-F238E27FC236}">
                          <a16:creationId xmlns:a16="http://schemas.microsoft.com/office/drawing/2014/main" id="{2179567F-73F0-4E17-8D64-D10C31A825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7" name="直線コネクタ 126086">
                      <a:extLst>
                        <a:ext uri="{FF2B5EF4-FFF2-40B4-BE49-F238E27FC236}">
                          <a16:creationId xmlns:a16="http://schemas.microsoft.com/office/drawing/2014/main" id="{C287766D-39FC-41EA-A03A-33B2755CDA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8" name="直線コネクタ 126087">
                      <a:extLst>
                        <a:ext uri="{FF2B5EF4-FFF2-40B4-BE49-F238E27FC236}">
                          <a16:creationId xmlns:a16="http://schemas.microsoft.com/office/drawing/2014/main" id="{804AE8BA-17F2-4221-9682-E076965B73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9" name="直線コネクタ 126088">
                      <a:extLst>
                        <a:ext uri="{FF2B5EF4-FFF2-40B4-BE49-F238E27FC236}">
                          <a16:creationId xmlns:a16="http://schemas.microsoft.com/office/drawing/2014/main" id="{FC45DCCC-6D57-4416-8CC0-8F04E43BDD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0" name="直線コネクタ 126089">
                      <a:extLst>
                        <a:ext uri="{FF2B5EF4-FFF2-40B4-BE49-F238E27FC236}">
                          <a16:creationId xmlns:a16="http://schemas.microsoft.com/office/drawing/2014/main" id="{1393CB0D-FD47-4313-8AFD-BD422E19E9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1" name="直線コネクタ 126090">
                      <a:extLst>
                        <a:ext uri="{FF2B5EF4-FFF2-40B4-BE49-F238E27FC236}">
                          <a16:creationId xmlns:a16="http://schemas.microsoft.com/office/drawing/2014/main" id="{EE16B7C8-7C94-4B89-8613-F21DA2142F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2" name="直線コネクタ 126091">
                      <a:extLst>
                        <a:ext uri="{FF2B5EF4-FFF2-40B4-BE49-F238E27FC236}">
                          <a16:creationId xmlns:a16="http://schemas.microsoft.com/office/drawing/2014/main" id="{6CF5535F-32C2-454B-9B80-45B0B609E1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3" name="直線コネクタ 126092">
                      <a:extLst>
                        <a:ext uri="{FF2B5EF4-FFF2-40B4-BE49-F238E27FC236}">
                          <a16:creationId xmlns:a16="http://schemas.microsoft.com/office/drawing/2014/main" id="{6F2BCB45-FB3A-466B-85A9-7506CF6861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4" name="直線コネクタ 126093">
                      <a:extLst>
                        <a:ext uri="{FF2B5EF4-FFF2-40B4-BE49-F238E27FC236}">
                          <a16:creationId xmlns:a16="http://schemas.microsoft.com/office/drawing/2014/main" id="{57C2B53B-2A75-4D12-9543-E102B64B46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5" name="直線コネクタ 126094">
                      <a:extLst>
                        <a:ext uri="{FF2B5EF4-FFF2-40B4-BE49-F238E27FC236}">
                          <a16:creationId xmlns:a16="http://schemas.microsoft.com/office/drawing/2014/main" id="{385E9D16-A4AE-4156-9B7D-FC2F26994B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6" name="直線コネクタ 126095">
                      <a:extLst>
                        <a:ext uri="{FF2B5EF4-FFF2-40B4-BE49-F238E27FC236}">
                          <a16:creationId xmlns:a16="http://schemas.microsoft.com/office/drawing/2014/main" id="{68FBC19D-E65A-452E-8200-6D420F40FB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7" name="直線コネクタ 126096">
                      <a:extLst>
                        <a:ext uri="{FF2B5EF4-FFF2-40B4-BE49-F238E27FC236}">
                          <a16:creationId xmlns:a16="http://schemas.microsoft.com/office/drawing/2014/main" id="{B372A208-0BD2-43E8-ADB2-CFFA626351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8" name="直線コネクタ 126097">
                      <a:extLst>
                        <a:ext uri="{FF2B5EF4-FFF2-40B4-BE49-F238E27FC236}">
                          <a16:creationId xmlns:a16="http://schemas.microsoft.com/office/drawing/2014/main" id="{8FB131D1-F3AA-474D-B330-8B734A77EE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99" name="直線コネクタ 126098">
                      <a:extLst>
                        <a:ext uri="{FF2B5EF4-FFF2-40B4-BE49-F238E27FC236}">
                          <a16:creationId xmlns:a16="http://schemas.microsoft.com/office/drawing/2014/main" id="{662217AD-BA59-4A41-8C32-49AA78C5AF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0" name="直線コネクタ 126099">
                      <a:extLst>
                        <a:ext uri="{FF2B5EF4-FFF2-40B4-BE49-F238E27FC236}">
                          <a16:creationId xmlns:a16="http://schemas.microsoft.com/office/drawing/2014/main" id="{CC810841-C711-49B6-8CB1-75BD3C76F7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1" name="直線コネクタ 126100">
                      <a:extLst>
                        <a:ext uri="{FF2B5EF4-FFF2-40B4-BE49-F238E27FC236}">
                          <a16:creationId xmlns:a16="http://schemas.microsoft.com/office/drawing/2014/main" id="{C98BD61C-52DB-4B38-885C-23C54A5F4C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2" name="直線コネクタ 126101">
                      <a:extLst>
                        <a:ext uri="{FF2B5EF4-FFF2-40B4-BE49-F238E27FC236}">
                          <a16:creationId xmlns:a16="http://schemas.microsoft.com/office/drawing/2014/main" id="{D6385725-68CA-4C8D-A93E-FF80B6E381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3" name="直線コネクタ 126102">
                      <a:extLst>
                        <a:ext uri="{FF2B5EF4-FFF2-40B4-BE49-F238E27FC236}">
                          <a16:creationId xmlns:a16="http://schemas.microsoft.com/office/drawing/2014/main" id="{B019E0FF-7453-4809-9D01-A9731371C4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4" name="直線コネクタ 126103">
                      <a:extLst>
                        <a:ext uri="{FF2B5EF4-FFF2-40B4-BE49-F238E27FC236}">
                          <a16:creationId xmlns:a16="http://schemas.microsoft.com/office/drawing/2014/main" id="{B0B914B5-E99B-48A6-9B50-9F5762FE59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5" name="直線コネクタ 126104">
                      <a:extLst>
                        <a:ext uri="{FF2B5EF4-FFF2-40B4-BE49-F238E27FC236}">
                          <a16:creationId xmlns:a16="http://schemas.microsoft.com/office/drawing/2014/main" id="{85A71DC3-3C29-46DC-B675-0CB79DA086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6" name="直線コネクタ 126105">
                      <a:extLst>
                        <a:ext uri="{FF2B5EF4-FFF2-40B4-BE49-F238E27FC236}">
                          <a16:creationId xmlns:a16="http://schemas.microsoft.com/office/drawing/2014/main" id="{4359F069-1AF8-4C73-BA88-1E13FFB5A1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7" name="直線コネクタ 126106">
                      <a:extLst>
                        <a:ext uri="{FF2B5EF4-FFF2-40B4-BE49-F238E27FC236}">
                          <a16:creationId xmlns:a16="http://schemas.microsoft.com/office/drawing/2014/main" id="{DE4DABCF-5BC5-44C8-9991-548F32BA53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8" name="直線コネクタ 126107">
                      <a:extLst>
                        <a:ext uri="{FF2B5EF4-FFF2-40B4-BE49-F238E27FC236}">
                          <a16:creationId xmlns:a16="http://schemas.microsoft.com/office/drawing/2014/main" id="{57E46D77-93A8-4D4C-90AA-780E4E2384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09" name="直線コネクタ 126108">
                      <a:extLst>
                        <a:ext uri="{FF2B5EF4-FFF2-40B4-BE49-F238E27FC236}">
                          <a16:creationId xmlns:a16="http://schemas.microsoft.com/office/drawing/2014/main" id="{DE666480-2EF1-464E-BDB4-78D717A24A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0" name="直線コネクタ 126109">
                      <a:extLst>
                        <a:ext uri="{FF2B5EF4-FFF2-40B4-BE49-F238E27FC236}">
                          <a16:creationId xmlns:a16="http://schemas.microsoft.com/office/drawing/2014/main" id="{51B4D787-64E7-4B6D-9462-1456F931C4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1" name="直線コネクタ 126110">
                      <a:extLst>
                        <a:ext uri="{FF2B5EF4-FFF2-40B4-BE49-F238E27FC236}">
                          <a16:creationId xmlns:a16="http://schemas.microsoft.com/office/drawing/2014/main" id="{BF1CBEFC-5F36-4D35-808F-EF99FEEAE4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2" name="直線コネクタ 126111">
                      <a:extLst>
                        <a:ext uri="{FF2B5EF4-FFF2-40B4-BE49-F238E27FC236}">
                          <a16:creationId xmlns:a16="http://schemas.microsoft.com/office/drawing/2014/main" id="{9CDBCD20-22D9-40FB-99EA-C13C106CBD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3" name="直線コネクタ 126112">
                      <a:extLst>
                        <a:ext uri="{FF2B5EF4-FFF2-40B4-BE49-F238E27FC236}">
                          <a16:creationId xmlns:a16="http://schemas.microsoft.com/office/drawing/2014/main" id="{2E8DB222-5DAD-4A96-8040-F313396917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4" name="直線コネクタ 126113">
                      <a:extLst>
                        <a:ext uri="{FF2B5EF4-FFF2-40B4-BE49-F238E27FC236}">
                          <a16:creationId xmlns:a16="http://schemas.microsoft.com/office/drawing/2014/main" id="{ACAE0CB1-82DB-4158-96E4-765D9F9C48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5" name="直線コネクタ 126114">
                      <a:extLst>
                        <a:ext uri="{FF2B5EF4-FFF2-40B4-BE49-F238E27FC236}">
                          <a16:creationId xmlns:a16="http://schemas.microsoft.com/office/drawing/2014/main" id="{81124093-9678-40AC-B18D-FC68FCB891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6" name="直線コネクタ 126115">
                      <a:extLst>
                        <a:ext uri="{FF2B5EF4-FFF2-40B4-BE49-F238E27FC236}">
                          <a16:creationId xmlns:a16="http://schemas.microsoft.com/office/drawing/2014/main" id="{ECF27C9A-199B-4833-91DB-D495A2295B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7" name="直線コネクタ 126116">
                      <a:extLst>
                        <a:ext uri="{FF2B5EF4-FFF2-40B4-BE49-F238E27FC236}">
                          <a16:creationId xmlns:a16="http://schemas.microsoft.com/office/drawing/2014/main" id="{19A29FE8-F48E-49AF-801E-B522542720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8" name="直線コネクタ 126117">
                      <a:extLst>
                        <a:ext uri="{FF2B5EF4-FFF2-40B4-BE49-F238E27FC236}">
                          <a16:creationId xmlns:a16="http://schemas.microsoft.com/office/drawing/2014/main" id="{5D7AD245-CDBA-48A0-A4F5-354C64D8BF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19" name="直線コネクタ 126118">
                      <a:extLst>
                        <a:ext uri="{FF2B5EF4-FFF2-40B4-BE49-F238E27FC236}">
                          <a16:creationId xmlns:a16="http://schemas.microsoft.com/office/drawing/2014/main" id="{FB18B5D1-F56B-48CA-A8E6-6083D630AF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0" name="直線コネクタ 126119">
                      <a:extLst>
                        <a:ext uri="{FF2B5EF4-FFF2-40B4-BE49-F238E27FC236}">
                          <a16:creationId xmlns:a16="http://schemas.microsoft.com/office/drawing/2014/main" id="{27499638-45BF-4C7F-A8AD-7E2A09E701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1" name="直線コネクタ 126120">
                      <a:extLst>
                        <a:ext uri="{FF2B5EF4-FFF2-40B4-BE49-F238E27FC236}">
                          <a16:creationId xmlns:a16="http://schemas.microsoft.com/office/drawing/2014/main" id="{305593B5-A527-4180-8415-BFFD59949D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2" name="直線コネクタ 126121">
                      <a:extLst>
                        <a:ext uri="{FF2B5EF4-FFF2-40B4-BE49-F238E27FC236}">
                          <a16:creationId xmlns:a16="http://schemas.microsoft.com/office/drawing/2014/main" id="{7DDB4F6F-8056-44E6-982C-9FF68E0C0D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3" name="直線コネクタ 126122">
                      <a:extLst>
                        <a:ext uri="{FF2B5EF4-FFF2-40B4-BE49-F238E27FC236}">
                          <a16:creationId xmlns:a16="http://schemas.microsoft.com/office/drawing/2014/main" id="{234593EB-434A-43B9-AEC9-E726ABA21B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4" name="直線コネクタ 126123">
                      <a:extLst>
                        <a:ext uri="{FF2B5EF4-FFF2-40B4-BE49-F238E27FC236}">
                          <a16:creationId xmlns:a16="http://schemas.microsoft.com/office/drawing/2014/main" id="{D19D980F-BCA3-4441-9A0F-7EB870CBBD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5" name="直線コネクタ 126124">
                      <a:extLst>
                        <a:ext uri="{FF2B5EF4-FFF2-40B4-BE49-F238E27FC236}">
                          <a16:creationId xmlns:a16="http://schemas.microsoft.com/office/drawing/2014/main" id="{9203E582-2253-4C92-A3E5-B874B238A3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6" name="直線コネクタ 126125">
                      <a:extLst>
                        <a:ext uri="{FF2B5EF4-FFF2-40B4-BE49-F238E27FC236}">
                          <a16:creationId xmlns:a16="http://schemas.microsoft.com/office/drawing/2014/main" id="{C0660417-C7ED-4A47-B203-E01759FC0D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127" name="直線コネクタ 126126">
                      <a:extLst>
                        <a:ext uri="{FF2B5EF4-FFF2-40B4-BE49-F238E27FC236}">
                          <a16:creationId xmlns:a16="http://schemas.microsoft.com/office/drawing/2014/main" id="{7E86FEBA-7EE4-42A9-885A-BE420E16E0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025" name="グループ化 126024">
                    <a:extLst>
                      <a:ext uri="{FF2B5EF4-FFF2-40B4-BE49-F238E27FC236}">
                        <a16:creationId xmlns:a16="http://schemas.microsoft.com/office/drawing/2014/main" id="{3F862C76-4AE4-488B-A7FB-AC527C3CE49A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078" name="直線コネクタ 126077">
                      <a:extLst>
                        <a:ext uri="{FF2B5EF4-FFF2-40B4-BE49-F238E27FC236}">
                          <a16:creationId xmlns:a16="http://schemas.microsoft.com/office/drawing/2014/main" id="{FE696A55-BF50-4A9A-AFBA-895BFC1D5E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79" name="直線コネクタ 126078">
                      <a:extLst>
                        <a:ext uri="{FF2B5EF4-FFF2-40B4-BE49-F238E27FC236}">
                          <a16:creationId xmlns:a16="http://schemas.microsoft.com/office/drawing/2014/main" id="{0BE3C0F7-049B-423A-9E23-1D4FF61B2C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0" name="直線コネクタ 126079">
                      <a:extLst>
                        <a:ext uri="{FF2B5EF4-FFF2-40B4-BE49-F238E27FC236}">
                          <a16:creationId xmlns:a16="http://schemas.microsoft.com/office/drawing/2014/main" id="{1546E540-E57A-42BB-BFD7-1D88149603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1" name="直線コネクタ 126080">
                      <a:extLst>
                        <a:ext uri="{FF2B5EF4-FFF2-40B4-BE49-F238E27FC236}">
                          <a16:creationId xmlns:a16="http://schemas.microsoft.com/office/drawing/2014/main" id="{7F8618D5-DA2E-4CD4-84A0-D9A04D8E6C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2" name="直線コネクタ 126081">
                      <a:extLst>
                        <a:ext uri="{FF2B5EF4-FFF2-40B4-BE49-F238E27FC236}">
                          <a16:creationId xmlns:a16="http://schemas.microsoft.com/office/drawing/2014/main" id="{975616EA-8439-475D-B055-808A04FB73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3" name="直線コネクタ 126082">
                      <a:extLst>
                        <a:ext uri="{FF2B5EF4-FFF2-40B4-BE49-F238E27FC236}">
                          <a16:creationId xmlns:a16="http://schemas.microsoft.com/office/drawing/2014/main" id="{4A59EB11-C088-4403-9488-62E0C70CE0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4" name="直線コネクタ 126083">
                      <a:extLst>
                        <a:ext uri="{FF2B5EF4-FFF2-40B4-BE49-F238E27FC236}">
                          <a16:creationId xmlns:a16="http://schemas.microsoft.com/office/drawing/2014/main" id="{A1BBD659-825D-4FBB-BB30-6283378702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85" name="直線コネクタ 126084">
                      <a:extLst>
                        <a:ext uri="{FF2B5EF4-FFF2-40B4-BE49-F238E27FC236}">
                          <a16:creationId xmlns:a16="http://schemas.microsoft.com/office/drawing/2014/main" id="{C3B8B05E-69C8-4670-AE59-9213B076E3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026" name="グループ化 126025">
                    <a:extLst>
                      <a:ext uri="{FF2B5EF4-FFF2-40B4-BE49-F238E27FC236}">
                        <a16:creationId xmlns:a16="http://schemas.microsoft.com/office/drawing/2014/main" id="{6A06D13F-1DBB-463F-BE14-208E2030FE33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6070" name="直線コネクタ 126069">
                      <a:extLst>
                        <a:ext uri="{FF2B5EF4-FFF2-40B4-BE49-F238E27FC236}">
                          <a16:creationId xmlns:a16="http://schemas.microsoft.com/office/drawing/2014/main" id="{D258F53D-1C8A-4E74-B85B-3C8B3B7B7F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71" name="直線コネクタ 126070">
                      <a:extLst>
                        <a:ext uri="{FF2B5EF4-FFF2-40B4-BE49-F238E27FC236}">
                          <a16:creationId xmlns:a16="http://schemas.microsoft.com/office/drawing/2014/main" id="{AF113321-017D-462E-B68A-600376910E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72" name="直線コネクタ 126071">
                      <a:extLst>
                        <a:ext uri="{FF2B5EF4-FFF2-40B4-BE49-F238E27FC236}">
                          <a16:creationId xmlns:a16="http://schemas.microsoft.com/office/drawing/2014/main" id="{A7792257-4751-4622-A3CA-B242FAFDA0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73" name="直線コネクタ 126072">
                      <a:extLst>
                        <a:ext uri="{FF2B5EF4-FFF2-40B4-BE49-F238E27FC236}">
                          <a16:creationId xmlns:a16="http://schemas.microsoft.com/office/drawing/2014/main" id="{08E2FED8-93C1-4124-8412-8FE6103B77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74" name="直線コネクタ 126073">
                      <a:extLst>
                        <a:ext uri="{FF2B5EF4-FFF2-40B4-BE49-F238E27FC236}">
                          <a16:creationId xmlns:a16="http://schemas.microsoft.com/office/drawing/2014/main" id="{AE91D330-779B-4D92-B208-24F2BC25A9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75" name="直線コネクタ 126074">
                      <a:extLst>
                        <a:ext uri="{FF2B5EF4-FFF2-40B4-BE49-F238E27FC236}">
                          <a16:creationId xmlns:a16="http://schemas.microsoft.com/office/drawing/2014/main" id="{324E18FA-1865-4756-B0FE-A16B758399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76" name="直線コネクタ 126075">
                      <a:extLst>
                        <a:ext uri="{FF2B5EF4-FFF2-40B4-BE49-F238E27FC236}">
                          <a16:creationId xmlns:a16="http://schemas.microsoft.com/office/drawing/2014/main" id="{286A2CBB-4C78-472C-BFC3-8CA3D713B1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77" name="直線コネクタ 126076">
                      <a:extLst>
                        <a:ext uri="{FF2B5EF4-FFF2-40B4-BE49-F238E27FC236}">
                          <a16:creationId xmlns:a16="http://schemas.microsoft.com/office/drawing/2014/main" id="{DADEE4D8-06A3-43E0-93A7-72AC1AD317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6027" name="グループ化 126026">
                    <a:extLst>
                      <a:ext uri="{FF2B5EF4-FFF2-40B4-BE49-F238E27FC236}">
                        <a16:creationId xmlns:a16="http://schemas.microsoft.com/office/drawing/2014/main" id="{D59AC740-4ADC-410C-8F1A-36C48C354891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6028" name="直線コネクタ 126027">
                      <a:extLst>
                        <a:ext uri="{FF2B5EF4-FFF2-40B4-BE49-F238E27FC236}">
                          <a16:creationId xmlns:a16="http://schemas.microsoft.com/office/drawing/2014/main" id="{1DF5D18F-01EF-48E7-BFA8-A52CDAFEE4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29" name="直線コネクタ 126028">
                      <a:extLst>
                        <a:ext uri="{FF2B5EF4-FFF2-40B4-BE49-F238E27FC236}">
                          <a16:creationId xmlns:a16="http://schemas.microsoft.com/office/drawing/2014/main" id="{0065D19B-EAC9-4DF1-99D0-DC3031152B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0" name="直線コネクタ 126029">
                      <a:extLst>
                        <a:ext uri="{FF2B5EF4-FFF2-40B4-BE49-F238E27FC236}">
                          <a16:creationId xmlns:a16="http://schemas.microsoft.com/office/drawing/2014/main" id="{B49AF9FE-2938-4FC2-9E0A-CA24DF4A0B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1" name="直線コネクタ 126030">
                      <a:extLst>
                        <a:ext uri="{FF2B5EF4-FFF2-40B4-BE49-F238E27FC236}">
                          <a16:creationId xmlns:a16="http://schemas.microsoft.com/office/drawing/2014/main" id="{46CDDEA9-D9A0-47F1-8670-207CE99BE8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2" name="直線コネクタ 126031">
                      <a:extLst>
                        <a:ext uri="{FF2B5EF4-FFF2-40B4-BE49-F238E27FC236}">
                          <a16:creationId xmlns:a16="http://schemas.microsoft.com/office/drawing/2014/main" id="{7EF910DE-EB6D-458D-B70B-E0B5BD333F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3" name="直線コネクタ 126032">
                      <a:extLst>
                        <a:ext uri="{FF2B5EF4-FFF2-40B4-BE49-F238E27FC236}">
                          <a16:creationId xmlns:a16="http://schemas.microsoft.com/office/drawing/2014/main" id="{5D317226-BED4-48D9-8E60-3A198DF190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4" name="直線コネクタ 126033">
                      <a:extLst>
                        <a:ext uri="{FF2B5EF4-FFF2-40B4-BE49-F238E27FC236}">
                          <a16:creationId xmlns:a16="http://schemas.microsoft.com/office/drawing/2014/main" id="{805B074B-FCAD-44C6-A488-312B1DB4EE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5" name="直線コネクタ 126034">
                      <a:extLst>
                        <a:ext uri="{FF2B5EF4-FFF2-40B4-BE49-F238E27FC236}">
                          <a16:creationId xmlns:a16="http://schemas.microsoft.com/office/drawing/2014/main" id="{875A625D-0BAD-4192-8694-BCEFAC0002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6" name="直線コネクタ 126035">
                      <a:extLst>
                        <a:ext uri="{FF2B5EF4-FFF2-40B4-BE49-F238E27FC236}">
                          <a16:creationId xmlns:a16="http://schemas.microsoft.com/office/drawing/2014/main" id="{6B892694-ED49-4443-AE17-054D08D8EA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7" name="直線コネクタ 126036">
                      <a:extLst>
                        <a:ext uri="{FF2B5EF4-FFF2-40B4-BE49-F238E27FC236}">
                          <a16:creationId xmlns:a16="http://schemas.microsoft.com/office/drawing/2014/main" id="{3570966B-8890-4E3E-9B53-AA77B5A550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8" name="直線コネクタ 126037">
                      <a:extLst>
                        <a:ext uri="{FF2B5EF4-FFF2-40B4-BE49-F238E27FC236}">
                          <a16:creationId xmlns:a16="http://schemas.microsoft.com/office/drawing/2014/main" id="{62634A83-4EDB-4E6B-9F60-3D7741D8C5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39" name="直線コネクタ 126038">
                      <a:extLst>
                        <a:ext uri="{FF2B5EF4-FFF2-40B4-BE49-F238E27FC236}">
                          <a16:creationId xmlns:a16="http://schemas.microsoft.com/office/drawing/2014/main" id="{FD1D8320-4577-498A-9BBA-F844D2AD46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0" name="直線コネクタ 126039">
                      <a:extLst>
                        <a:ext uri="{FF2B5EF4-FFF2-40B4-BE49-F238E27FC236}">
                          <a16:creationId xmlns:a16="http://schemas.microsoft.com/office/drawing/2014/main" id="{904B1281-4C0C-4A06-8ED5-889888883C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1" name="直線コネクタ 126040">
                      <a:extLst>
                        <a:ext uri="{FF2B5EF4-FFF2-40B4-BE49-F238E27FC236}">
                          <a16:creationId xmlns:a16="http://schemas.microsoft.com/office/drawing/2014/main" id="{0D6E4ADC-26B3-4F31-AAAC-F5D0D7071A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2" name="直線コネクタ 126041">
                      <a:extLst>
                        <a:ext uri="{FF2B5EF4-FFF2-40B4-BE49-F238E27FC236}">
                          <a16:creationId xmlns:a16="http://schemas.microsoft.com/office/drawing/2014/main" id="{26F885E0-3DAC-4129-8E52-12D4ECB1C4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3" name="直線コネクタ 126042">
                      <a:extLst>
                        <a:ext uri="{FF2B5EF4-FFF2-40B4-BE49-F238E27FC236}">
                          <a16:creationId xmlns:a16="http://schemas.microsoft.com/office/drawing/2014/main" id="{0BF526C3-D1D9-4F8E-987B-0F26DAB78D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4" name="直線コネクタ 126043">
                      <a:extLst>
                        <a:ext uri="{FF2B5EF4-FFF2-40B4-BE49-F238E27FC236}">
                          <a16:creationId xmlns:a16="http://schemas.microsoft.com/office/drawing/2014/main" id="{FFC43697-5F7E-4AB0-80EB-EDDA335980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5" name="直線コネクタ 126044">
                      <a:extLst>
                        <a:ext uri="{FF2B5EF4-FFF2-40B4-BE49-F238E27FC236}">
                          <a16:creationId xmlns:a16="http://schemas.microsoft.com/office/drawing/2014/main" id="{CDB67BC3-6432-46EB-B899-88D561B56A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6" name="直線コネクタ 126045">
                      <a:extLst>
                        <a:ext uri="{FF2B5EF4-FFF2-40B4-BE49-F238E27FC236}">
                          <a16:creationId xmlns:a16="http://schemas.microsoft.com/office/drawing/2014/main" id="{4CF787EC-755E-48E2-9E14-DD2966D28D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7" name="直線コネクタ 126046">
                      <a:extLst>
                        <a:ext uri="{FF2B5EF4-FFF2-40B4-BE49-F238E27FC236}">
                          <a16:creationId xmlns:a16="http://schemas.microsoft.com/office/drawing/2014/main" id="{15642539-B01E-485D-9620-164EF8778D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8" name="直線コネクタ 126047">
                      <a:extLst>
                        <a:ext uri="{FF2B5EF4-FFF2-40B4-BE49-F238E27FC236}">
                          <a16:creationId xmlns:a16="http://schemas.microsoft.com/office/drawing/2014/main" id="{8446D7DB-0030-4F97-9163-BC153247AD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49" name="直線コネクタ 126048">
                      <a:extLst>
                        <a:ext uri="{FF2B5EF4-FFF2-40B4-BE49-F238E27FC236}">
                          <a16:creationId xmlns:a16="http://schemas.microsoft.com/office/drawing/2014/main" id="{7AF85535-5D82-45B3-8818-404248409D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0" name="直線コネクタ 126049">
                      <a:extLst>
                        <a:ext uri="{FF2B5EF4-FFF2-40B4-BE49-F238E27FC236}">
                          <a16:creationId xmlns:a16="http://schemas.microsoft.com/office/drawing/2014/main" id="{4972449E-8487-4184-8D95-3263D1D792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1" name="直線コネクタ 126050">
                      <a:extLst>
                        <a:ext uri="{FF2B5EF4-FFF2-40B4-BE49-F238E27FC236}">
                          <a16:creationId xmlns:a16="http://schemas.microsoft.com/office/drawing/2014/main" id="{3DEFE295-3D50-4AC5-8AF4-66DF40558C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2" name="直線コネクタ 126051">
                      <a:extLst>
                        <a:ext uri="{FF2B5EF4-FFF2-40B4-BE49-F238E27FC236}">
                          <a16:creationId xmlns:a16="http://schemas.microsoft.com/office/drawing/2014/main" id="{204C0796-69F6-4FAD-B4E2-4837945587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3" name="直線コネクタ 126052">
                      <a:extLst>
                        <a:ext uri="{FF2B5EF4-FFF2-40B4-BE49-F238E27FC236}">
                          <a16:creationId xmlns:a16="http://schemas.microsoft.com/office/drawing/2014/main" id="{680E6759-594F-45B0-AC34-71FB21A1B3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4" name="直線コネクタ 126053">
                      <a:extLst>
                        <a:ext uri="{FF2B5EF4-FFF2-40B4-BE49-F238E27FC236}">
                          <a16:creationId xmlns:a16="http://schemas.microsoft.com/office/drawing/2014/main" id="{81193171-08A0-40C2-9BA4-5F650B3F9E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5" name="直線コネクタ 126054">
                      <a:extLst>
                        <a:ext uri="{FF2B5EF4-FFF2-40B4-BE49-F238E27FC236}">
                          <a16:creationId xmlns:a16="http://schemas.microsoft.com/office/drawing/2014/main" id="{9FDB09B6-373B-4036-8EDA-EAF27B26A8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6" name="直線コネクタ 126055">
                      <a:extLst>
                        <a:ext uri="{FF2B5EF4-FFF2-40B4-BE49-F238E27FC236}">
                          <a16:creationId xmlns:a16="http://schemas.microsoft.com/office/drawing/2014/main" id="{8BE5EBAF-F9E5-4C52-AE07-53CE73DB10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7" name="直線コネクタ 126056">
                      <a:extLst>
                        <a:ext uri="{FF2B5EF4-FFF2-40B4-BE49-F238E27FC236}">
                          <a16:creationId xmlns:a16="http://schemas.microsoft.com/office/drawing/2014/main" id="{0AF85A11-B832-4854-A244-48A2DA4AEE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8" name="直線コネクタ 126057">
                      <a:extLst>
                        <a:ext uri="{FF2B5EF4-FFF2-40B4-BE49-F238E27FC236}">
                          <a16:creationId xmlns:a16="http://schemas.microsoft.com/office/drawing/2014/main" id="{FE0C04A1-55C4-422D-929D-2E6B0B300A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59" name="直線コネクタ 126058">
                      <a:extLst>
                        <a:ext uri="{FF2B5EF4-FFF2-40B4-BE49-F238E27FC236}">
                          <a16:creationId xmlns:a16="http://schemas.microsoft.com/office/drawing/2014/main" id="{58593FE9-893A-4503-BC02-D6B47CEFAB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0" name="直線コネクタ 126059">
                      <a:extLst>
                        <a:ext uri="{FF2B5EF4-FFF2-40B4-BE49-F238E27FC236}">
                          <a16:creationId xmlns:a16="http://schemas.microsoft.com/office/drawing/2014/main" id="{ACFCB28C-94B9-4F86-BEB9-F8330DDBF7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1" name="直線コネクタ 126060">
                      <a:extLst>
                        <a:ext uri="{FF2B5EF4-FFF2-40B4-BE49-F238E27FC236}">
                          <a16:creationId xmlns:a16="http://schemas.microsoft.com/office/drawing/2014/main" id="{D30DCF44-0E05-4E87-9848-97E0DC21F5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2" name="直線コネクタ 126061">
                      <a:extLst>
                        <a:ext uri="{FF2B5EF4-FFF2-40B4-BE49-F238E27FC236}">
                          <a16:creationId xmlns:a16="http://schemas.microsoft.com/office/drawing/2014/main" id="{4ED02BFD-BA40-4DE2-BCC7-ABF7DDDA0F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3" name="直線コネクタ 126062">
                      <a:extLst>
                        <a:ext uri="{FF2B5EF4-FFF2-40B4-BE49-F238E27FC236}">
                          <a16:creationId xmlns:a16="http://schemas.microsoft.com/office/drawing/2014/main" id="{0A8F42F2-62C9-45A4-AB5C-C3E2F38E72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4" name="直線コネクタ 126063">
                      <a:extLst>
                        <a:ext uri="{FF2B5EF4-FFF2-40B4-BE49-F238E27FC236}">
                          <a16:creationId xmlns:a16="http://schemas.microsoft.com/office/drawing/2014/main" id="{E97363D9-B98C-4F61-86C8-397B866BD8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5" name="直線コネクタ 126064">
                      <a:extLst>
                        <a:ext uri="{FF2B5EF4-FFF2-40B4-BE49-F238E27FC236}">
                          <a16:creationId xmlns:a16="http://schemas.microsoft.com/office/drawing/2014/main" id="{EF03717F-457B-4E20-9D6F-C72E84112E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6" name="直線コネクタ 126065">
                      <a:extLst>
                        <a:ext uri="{FF2B5EF4-FFF2-40B4-BE49-F238E27FC236}">
                          <a16:creationId xmlns:a16="http://schemas.microsoft.com/office/drawing/2014/main" id="{15A81881-FAC6-4E88-A21C-59166C508A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7" name="直線コネクタ 126066">
                      <a:extLst>
                        <a:ext uri="{FF2B5EF4-FFF2-40B4-BE49-F238E27FC236}">
                          <a16:creationId xmlns:a16="http://schemas.microsoft.com/office/drawing/2014/main" id="{7D3EBAAA-25D8-4999-A3E4-3ACFA3A84F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8" name="直線コネクタ 126067">
                      <a:extLst>
                        <a:ext uri="{FF2B5EF4-FFF2-40B4-BE49-F238E27FC236}">
                          <a16:creationId xmlns:a16="http://schemas.microsoft.com/office/drawing/2014/main" id="{CED6F468-9DE8-4598-B714-36C6C96635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6069" name="直線コネクタ 126068">
                      <a:extLst>
                        <a:ext uri="{FF2B5EF4-FFF2-40B4-BE49-F238E27FC236}">
                          <a16:creationId xmlns:a16="http://schemas.microsoft.com/office/drawing/2014/main" id="{7B0B473A-5A51-4BC5-A3F9-91BFE58C1B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58" name="グループ化 123157">
                  <a:extLst>
                    <a:ext uri="{FF2B5EF4-FFF2-40B4-BE49-F238E27FC236}">
                      <a16:creationId xmlns:a16="http://schemas.microsoft.com/office/drawing/2014/main" id="{A88879BD-6A69-4B1C-9EB5-738CE9119CF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99138" y="5299081"/>
                  <a:ext cx="201487" cy="201600"/>
                  <a:chOff x="4287481" y="4286224"/>
                  <a:chExt cx="2227978" cy="2229219"/>
                </a:xfrm>
              </p:grpSpPr>
              <p:cxnSp>
                <p:nvCxnSpPr>
                  <p:cNvPr id="125469" name="直線コネクタ 125468">
                    <a:extLst>
                      <a:ext uri="{FF2B5EF4-FFF2-40B4-BE49-F238E27FC236}">
                        <a16:creationId xmlns:a16="http://schemas.microsoft.com/office/drawing/2014/main" id="{7A629987-AB3E-4F0A-A620-263B909D85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0" name="直線コネクタ 125469">
                    <a:extLst>
                      <a:ext uri="{FF2B5EF4-FFF2-40B4-BE49-F238E27FC236}">
                        <a16:creationId xmlns:a16="http://schemas.microsoft.com/office/drawing/2014/main" id="{0A73A2CD-2223-4D7E-99C7-3313F3368E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1" name="直線コネクタ 125470">
                    <a:extLst>
                      <a:ext uri="{FF2B5EF4-FFF2-40B4-BE49-F238E27FC236}">
                        <a16:creationId xmlns:a16="http://schemas.microsoft.com/office/drawing/2014/main" id="{27B6A2F7-F161-4DEB-8C57-5C5E0BAB6D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2" name="直線コネクタ 125471">
                    <a:extLst>
                      <a:ext uri="{FF2B5EF4-FFF2-40B4-BE49-F238E27FC236}">
                        <a16:creationId xmlns:a16="http://schemas.microsoft.com/office/drawing/2014/main" id="{DF810342-4DA6-4A57-848D-16F1F5F059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3" name="直線コネクタ 125472">
                    <a:extLst>
                      <a:ext uri="{FF2B5EF4-FFF2-40B4-BE49-F238E27FC236}">
                        <a16:creationId xmlns:a16="http://schemas.microsoft.com/office/drawing/2014/main" id="{55DB2138-3981-4171-B7BE-6EC237E702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4" name="直線コネクタ 125473">
                    <a:extLst>
                      <a:ext uri="{FF2B5EF4-FFF2-40B4-BE49-F238E27FC236}">
                        <a16:creationId xmlns:a16="http://schemas.microsoft.com/office/drawing/2014/main" id="{D9F6FB9C-CF71-4414-87C1-165FC383C4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5" name="直線コネクタ 125474">
                    <a:extLst>
                      <a:ext uri="{FF2B5EF4-FFF2-40B4-BE49-F238E27FC236}">
                        <a16:creationId xmlns:a16="http://schemas.microsoft.com/office/drawing/2014/main" id="{975FEE82-7FE3-41DA-85DB-F431AEA0B2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6" name="直線コネクタ 125475">
                    <a:extLst>
                      <a:ext uri="{FF2B5EF4-FFF2-40B4-BE49-F238E27FC236}">
                        <a16:creationId xmlns:a16="http://schemas.microsoft.com/office/drawing/2014/main" id="{AED661CE-00F2-4AB2-B026-80D932ABC3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7" name="直線コネクタ 125476">
                    <a:extLst>
                      <a:ext uri="{FF2B5EF4-FFF2-40B4-BE49-F238E27FC236}">
                        <a16:creationId xmlns:a16="http://schemas.microsoft.com/office/drawing/2014/main" id="{AEA0FFCB-89B2-461F-A358-AA4726384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8" name="直線コネクタ 125477">
                    <a:extLst>
                      <a:ext uri="{FF2B5EF4-FFF2-40B4-BE49-F238E27FC236}">
                        <a16:creationId xmlns:a16="http://schemas.microsoft.com/office/drawing/2014/main" id="{824432A8-B1C5-4FDC-B9FB-8F50C00D7F3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79" name="直線コネクタ 125478">
                    <a:extLst>
                      <a:ext uri="{FF2B5EF4-FFF2-40B4-BE49-F238E27FC236}">
                        <a16:creationId xmlns:a16="http://schemas.microsoft.com/office/drawing/2014/main" id="{C6E5330E-480D-4C4C-B35E-000424F1403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0" name="直線コネクタ 125479">
                    <a:extLst>
                      <a:ext uri="{FF2B5EF4-FFF2-40B4-BE49-F238E27FC236}">
                        <a16:creationId xmlns:a16="http://schemas.microsoft.com/office/drawing/2014/main" id="{3DE6CF71-6D63-405D-9164-F6C0B16813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1" name="直線コネクタ 125480">
                    <a:extLst>
                      <a:ext uri="{FF2B5EF4-FFF2-40B4-BE49-F238E27FC236}">
                        <a16:creationId xmlns:a16="http://schemas.microsoft.com/office/drawing/2014/main" id="{DFAE5DFA-05E1-42C2-8F55-EA78DBC6566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2" name="直線コネクタ 125481">
                    <a:extLst>
                      <a:ext uri="{FF2B5EF4-FFF2-40B4-BE49-F238E27FC236}">
                        <a16:creationId xmlns:a16="http://schemas.microsoft.com/office/drawing/2014/main" id="{78B490B3-5431-494C-8EFD-31037194AE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3" name="直線コネクタ 125482">
                    <a:extLst>
                      <a:ext uri="{FF2B5EF4-FFF2-40B4-BE49-F238E27FC236}">
                        <a16:creationId xmlns:a16="http://schemas.microsoft.com/office/drawing/2014/main" id="{BD551F97-4A6D-4735-9D95-CFB56202BF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4" name="直線コネクタ 125483">
                    <a:extLst>
                      <a:ext uri="{FF2B5EF4-FFF2-40B4-BE49-F238E27FC236}">
                        <a16:creationId xmlns:a16="http://schemas.microsoft.com/office/drawing/2014/main" id="{ABAFA200-30AD-46D5-9B17-10A638A503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5" name="直線コネクタ 125484">
                    <a:extLst>
                      <a:ext uri="{FF2B5EF4-FFF2-40B4-BE49-F238E27FC236}">
                        <a16:creationId xmlns:a16="http://schemas.microsoft.com/office/drawing/2014/main" id="{D1381507-DE5C-4736-971A-713FECAD2B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6" name="直線コネクタ 125485">
                    <a:extLst>
                      <a:ext uri="{FF2B5EF4-FFF2-40B4-BE49-F238E27FC236}">
                        <a16:creationId xmlns:a16="http://schemas.microsoft.com/office/drawing/2014/main" id="{E190C2D6-C428-46B2-8980-EA442E9B8A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7" name="直線コネクタ 125486">
                    <a:extLst>
                      <a:ext uri="{FF2B5EF4-FFF2-40B4-BE49-F238E27FC236}">
                        <a16:creationId xmlns:a16="http://schemas.microsoft.com/office/drawing/2014/main" id="{06AEAB70-28F2-44D2-957C-D697E8965D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8" name="直線コネクタ 125487">
                    <a:extLst>
                      <a:ext uri="{FF2B5EF4-FFF2-40B4-BE49-F238E27FC236}">
                        <a16:creationId xmlns:a16="http://schemas.microsoft.com/office/drawing/2014/main" id="{157537D5-76D1-4202-85C1-434B9BEE89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89" name="直線コネクタ 125488">
                    <a:extLst>
                      <a:ext uri="{FF2B5EF4-FFF2-40B4-BE49-F238E27FC236}">
                        <a16:creationId xmlns:a16="http://schemas.microsoft.com/office/drawing/2014/main" id="{56F6106D-F467-40F0-BB96-91EBC50215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0" name="直線コネクタ 125489">
                    <a:extLst>
                      <a:ext uri="{FF2B5EF4-FFF2-40B4-BE49-F238E27FC236}">
                        <a16:creationId xmlns:a16="http://schemas.microsoft.com/office/drawing/2014/main" id="{F69542CC-1918-427C-B6D7-6B7B1FB588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1" name="直線コネクタ 125490">
                    <a:extLst>
                      <a:ext uri="{FF2B5EF4-FFF2-40B4-BE49-F238E27FC236}">
                        <a16:creationId xmlns:a16="http://schemas.microsoft.com/office/drawing/2014/main" id="{F7C4BE98-2A9B-4BB8-A462-7CB208B8F4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2" name="直線コネクタ 125491">
                    <a:extLst>
                      <a:ext uri="{FF2B5EF4-FFF2-40B4-BE49-F238E27FC236}">
                        <a16:creationId xmlns:a16="http://schemas.microsoft.com/office/drawing/2014/main" id="{E3116F2B-9500-49F8-AC99-54DCD42FF1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3" name="直線コネクタ 125492">
                    <a:extLst>
                      <a:ext uri="{FF2B5EF4-FFF2-40B4-BE49-F238E27FC236}">
                        <a16:creationId xmlns:a16="http://schemas.microsoft.com/office/drawing/2014/main" id="{318BDED7-9721-4DE2-B0B7-1E7F02D910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4" name="直線コネクタ 125493">
                    <a:extLst>
                      <a:ext uri="{FF2B5EF4-FFF2-40B4-BE49-F238E27FC236}">
                        <a16:creationId xmlns:a16="http://schemas.microsoft.com/office/drawing/2014/main" id="{3AA7AF94-ADC1-48EB-A29D-758041DA35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5" name="直線コネクタ 125494">
                    <a:extLst>
                      <a:ext uri="{FF2B5EF4-FFF2-40B4-BE49-F238E27FC236}">
                        <a16:creationId xmlns:a16="http://schemas.microsoft.com/office/drawing/2014/main" id="{27AB1CB6-1BD9-43E3-B251-58C09A76E5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6" name="直線コネクタ 125495">
                    <a:extLst>
                      <a:ext uri="{FF2B5EF4-FFF2-40B4-BE49-F238E27FC236}">
                        <a16:creationId xmlns:a16="http://schemas.microsoft.com/office/drawing/2014/main" id="{E05D8A30-8F53-47EA-B02E-861E131F41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7" name="直線コネクタ 125496">
                    <a:extLst>
                      <a:ext uri="{FF2B5EF4-FFF2-40B4-BE49-F238E27FC236}">
                        <a16:creationId xmlns:a16="http://schemas.microsoft.com/office/drawing/2014/main" id="{764E5F8A-C363-4626-BC47-2AF77E5FDD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8" name="直線コネクタ 125497">
                    <a:extLst>
                      <a:ext uri="{FF2B5EF4-FFF2-40B4-BE49-F238E27FC236}">
                        <a16:creationId xmlns:a16="http://schemas.microsoft.com/office/drawing/2014/main" id="{E36CB21F-9ED0-41E7-B402-9904B6B229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99" name="直線コネクタ 125498">
                    <a:extLst>
                      <a:ext uri="{FF2B5EF4-FFF2-40B4-BE49-F238E27FC236}">
                        <a16:creationId xmlns:a16="http://schemas.microsoft.com/office/drawing/2014/main" id="{CD191E72-6027-4066-B4C9-2FB34203B0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0" name="直線コネクタ 125499">
                    <a:extLst>
                      <a:ext uri="{FF2B5EF4-FFF2-40B4-BE49-F238E27FC236}">
                        <a16:creationId xmlns:a16="http://schemas.microsoft.com/office/drawing/2014/main" id="{D6055F3F-63B9-4115-A3B5-022EE2FB86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1" name="直線コネクタ 125500">
                    <a:extLst>
                      <a:ext uri="{FF2B5EF4-FFF2-40B4-BE49-F238E27FC236}">
                        <a16:creationId xmlns:a16="http://schemas.microsoft.com/office/drawing/2014/main" id="{0D42EF04-9800-4C0A-B1A6-807FB20246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2" name="直線コネクタ 125501">
                    <a:extLst>
                      <a:ext uri="{FF2B5EF4-FFF2-40B4-BE49-F238E27FC236}">
                        <a16:creationId xmlns:a16="http://schemas.microsoft.com/office/drawing/2014/main" id="{0F977992-1DF7-4C9C-B0D0-FC44EDD0EE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3" name="直線コネクタ 125502">
                    <a:extLst>
                      <a:ext uri="{FF2B5EF4-FFF2-40B4-BE49-F238E27FC236}">
                        <a16:creationId xmlns:a16="http://schemas.microsoft.com/office/drawing/2014/main" id="{7B7CC6C2-C2C8-4B1D-B1F3-151A844842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4" name="直線コネクタ 125503">
                    <a:extLst>
                      <a:ext uri="{FF2B5EF4-FFF2-40B4-BE49-F238E27FC236}">
                        <a16:creationId xmlns:a16="http://schemas.microsoft.com/office/drawing/2014/main" id="{C2232C8C-86DA-4D8E-9499-7560787BDA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5" name="直線コネクタ 125504">
                    <a:extLst>
                      <a:ext uri="{FF2B5EF4-FFF2-40B4-BE49-F238E27FC236}">
                        <a16:creationId xmlns:a16="http://schemas.microsoft.com/office/drawing/2014/main" id="{DEFDB7C0-4703-45C0-ACF6-F6EE2B27B3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6" name="直線コネクタ 125505">
                    <a:extLst>
                      <a:ext uri="{FF2B5EF4-FFF2-40B4-BE49-F238E27FC236}">
                        <a16:creationId xmlns:a16="http://schemas.microsoft.com/office/drawing/2014/main" id="{8467617C-1B22-4293-BA0E-4D9E972424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7" name="直線コネクタ 125506">
                    <a:extLst>
                      <a:ext uri="{FF2B5EF4-FFF2-40B4-BE49-F238E27FC236}">
                        <a16:creationId xmlns:a16="http://schemas.microsoft.com/office/drawing/2014/main" id="{04E67B1E-6A58-48BB-A92D-3B5DBF6C05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8" name="直線コネクタ 125507">
                    <a:extLst>
                      <a:ext uri="{FF2B5EF4-FFF2-40B4-BE49-F238E27FC236}">
                        <a16:creationId xmlns:a16="http://schemas.microsoft.com/office/drawing/2014/main" id="{779A2A74-1C3C-46E7-8E00-2138B0E13F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09" name="直線コネクタ 125508">
                    <a:extLst>
                      <a:ext uri="{FF2B5EF4-FFF2-40B4-BE49-F238E27FC236}">
                        <a16:creationId xmlns:a16="http://schemas.microsoft.com/office/drawing/2014/main" id="{BA54F3F0-FCA1-44F1-B7A3-CE70B3F477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0" name="直線コネクタ 125509">
                    <a:extLst>
                      <a:ext uri="{FF2B5EF4-FFF2-40B4-BE49-F238E27FC236}">
                        <a16:creationId xmlns:a16="http://schemas.microsoft.com/office/drawing/2014/main" id="{1313F52D-FCCE-4EC1-B61E-8D6DCB3CE2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1" name="直線コネクタ 125510">
                    <a:extLst>
                      <a:ext uri="{FF2B5EF4-FFF2-40B4-BE49-F238E27FC236}">
                        <a16:creationId xmlns:a16="http://schemas.microsoft.com/office/drawing/2014/main" id="{33F9C221-E0FC-426C-A20F-5543CE0B76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2" name="直線コネクタ 125511">
                    <a:extLst>
                      <a:ext uri="{FF2B5EF4-FFF2-40B4-BE49-F238E27FC236}">
                        <a16:creationId xmlns:a16="http://schemas.microsoft.com/office/drawing/2014/main" id="{06C9B459-EE5B-4E6F-B76B-B708158A595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3" name="直線コネクタ 125512">
                    <a:extLst>
                      <a:ext uri="{FF2B5EF4-FFF2-40B4-BE49-F238E27FC236}">
                        <a16:creationId xmlns:a16="http://schemas.microsoft.com/office/drawing/2014/main" id="{B3A29E79-1E54-4672-82A3-24BA8EA0B4C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4" name="直線コネクタ 125513">
                    <a:extLst>
                      <a:ext uri="{FF2B5EF4-FFF2-40B4-BE49-F238E27FC236}">
                        <a16:creationId xmlns:a16="http://schemas.microsoft.com/office/drawing/2014/main" id="{661E9597-3682-4AB2-AE5C-4B69AFE2455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5" name="直線コネクタ 125514">
                    <a:extLst>
                      <a:ext uri="{FF2B5EF4-FFF2-40B4-BE49-F238E27FC236}">
                        <a16:creationId xmlns:a16="http://schemas.microsoft.com/office/drawing/2014/main" id="{923C38A4-1590-4D7E-93F7-BEED27B6CCA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6" name="直線コネクタ 125515">
                    <a:extLst>
                      <a:ext uri="{FF2B5EF4-FFF2-40B4-BE49-F238E27FC236}">
                        <a16:creationId xmlns:a16="http://schemas.microsoft.com/office/drawing/2014/main" id="{C3BC7237-71DC-47E8-BFF2-A93FBAAAD45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7" name="直線コネクタ 125516">
                    <a:extLst>
                      <a:ext uri="{FF2B5EF4-FFF2-40B4-BE49-F238E27FC236}">
                        <a16:creationId xmlns:a16="http://schemas.microsoft.com/office/drawing/2014/main" id="{27975ED9-3134-45A2-9E0C-5431199F06B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8" name="直線コネクタ 125517">
                    <a:extLst>
                      <a:ext uri="{FF2B5EF4-FFF2-40B4-BE49-F238E27FC236}">
                        <a16:creationId xmlns:a16="http://schemas.microsoft.com/office/drawing/2014/main" id="{5C0EEA1D-DF29-4A72-B222-5877B080DC5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19" name="直線コネクタ 125518">
                    <a:extLst>
                      <a:ext uri="{FF2B5EF4-FFF2-40B4-BE49-F238E27FC236}">
                        <a16:creationId xmlns:a16="http://schemas.microsoft.com/office/drawing/2014/main" id="{540C3DAB-DE31-45E9-A73C-17ECD21D38B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0" name="直線コネクタ 125519">
                    <a:extLst>
                      <a:ext uri="{FF2B5EF4-FFF2-40B4-BE49-F238E27FC236}">
                        <a16:creationId xmlns:a16="http://schemas.microsoft.com/office/drawing/2014/main" id="{FA12840A-1320-4354-B4D4-A3A21C26C9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1" name="直線コネクタ 125520">
                    <a:extLst>
                      <a:ext uri="{FF2B5EF4-FFF2-40B4-BE49-F238E27FC236}">
                        <a16:creationId xmlns:a16="http://schemas.microsoft.com/office/drawing/2014/main" id="{82C1906B-8F43-4CA9-ACC5-8D1ADE73B09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2" name="直線コネクタ 125521">
                    <a:extLst>
                      <a:ext uri="{FF2B5EF4-FFF2-40B4-BE49-F238E27FC236}">
                        <a16:creationId xmlns:a16="http://schemas.microsoft.com/office/drawing/2014/main" id="{36ABC5C6-7AEE-43D5-BC9A-3472390605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3" name="直線コネクタ 125522">
                    <a:extLst>
                      <a:ext uri="{FF2B5EF4-FFF2-40B4-BE49-F238E27FC236}">
                        <a16:creationId xmlns:a16="http://schemas.microsoft.com/office/drawing/2014/main" id="{97206432-F4BE-4D9D-AB05-CBC2CE10DA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4" name="直線コネクタ 125523">
                    <a:extLst>
                      <a:ext uri="{FF2B5EF4-FFF2-40B4-BE49-F238E27FC236}">
                        <a16:creationId xmlns:a16="http://schemas.microsoft.com/office/drawing/2014/main" id="{2FE9BCC5-7825-4520-9EAE-938556B2AF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5" name="直線コネクタ 125524">
                    <a:extLst>
                      <a:ext uri="{FF2B5EF4-FFF2-40B4-BE49-F238E27FC236}">
                        <a16:creationId xmlns:a16="http://schemas.microsoft.com/office/drawing/2014/main" id="{C4ABB278-9A6A-4061-8D67-08ED3DE555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6" name="直線コネクタ 125525">
                    <a:extLst>
                      <a:ext uri="{FF2B5EF4-FFF2-40B4-BE49-F238E27FC236}">
                        <a16:creationId xmlns:a16="http://schemas.microsoft.com/office/drawing/2014/main" id="{C7AF58A8-1121-452D-BF06-B8E826951F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7" name="直線コネクタ 125526">
                    <a:extLst>
                      <a:ext uri="{FF2B5EF4-FFF2-40B4-BE49-F238E27FC236}">
                        <a16:creationId xmlns:a16="http://schemas.microsoft.com/office/drawing/2014/main" id="{FF054872-AA59-4955-9903-1AD254227D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8" name="直線コネクタ 125527">
                    <a:extLst>
                      <a:ext uri="{FF2B5EF4-FFF2-40B4-BE49-F238E27FC236}">
                        <a16:creationId xmlns:a16="http://schemas.microsoft.com/office/drawing/2014/main" id="{C2555B6D-7495-4898-9E5A-2CB077C0DA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29" name="直線コネクタ 125528">
                    <a:extLst>
                      <a:ext uri="{FF2B5EF4-FFF2-40B4-BE49-F238E27FC236}">
                        <a16:creationId xmlns:a16="http://schemas.microsoft.com/office/drawing/2014/main" id="{47148CED-B3FC-40EE-AB4A-4B10E1B6F0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0" name="直線コネクタ 125529">
                    <a:extLst>
                      <a:ext uri="{FF2B5EF4-FFF2-40B4-BE49-F238E27FC236}">
                        <a16:creationId xmlns:a16="http://schemas.microsoft.com/office/drawing/2014/main" id="{C6C7A83C-FE1E-4B2F-8409-7711759DD8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1" name="直線コネクタ 125530">
                    <a:extLst>
                      <a:ext uri="{FF2B5EF4-FFF2-40B4-BE49-F238E27FC236}">
                        <a16:creationId xmlns:a16="http://schemas.microsoft.com/office/drawing/2014/main" id="{3BDA7508-5728-4AEE-AA8D-19C8BD2330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2" name="直線コネクタ 125531">
                    <a:extLst>
                      <a:ext uri="{FF2B5EF4-FFF2-40B4-BE49-F238E27FC236}">
                        <a16:creationId xmlns:a16="http://schemas.microsoft.com/office/drawing/2014/main" id="{BCBCC5FD-CFAD-48B2-BF1D-76FC1A91F9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3" name="直線コネクタ 125532">
                    <a:extLst>
                      <a:ext uri="{FF2B5EF4-FFF2-40B4-BE49-F238E27FC236}">
                        <a16:creationId xmlns:a16="http://schemas.microsoft.com/office/drawing/2014/main" id="{F0994787-FFE7-4EFD-AECF-80CB3A5B64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4" name="直線コネクタ 125533">
                    <a:extLst>
                      <a:ext uri="{FF2B5EF4-FFF2-40B4-BE49-F238E27FC236}">
                        <a16:creationId xmlns:a16="http://schemas.microsoft.com/office/drawing/2014/main" id="{2E8E19FD-4ED1-464C-85BB-7CCC1CA7E8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5" name="直線コネクタ 125534">
                    <a:extLst>
                      <a:ext uri="{FF2B5EF4-FFF2-40B4-BE49-F238E27FC236}">
                        <a16:creationId xmlns:a16="http://schemas.microsoft.com/office/drawing/2014/main" id="{50976A8D-9B4A-4A93-BB85-E0187C5FED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6" name="直線コネクタ 125535">
                    <a:extLst>
                      <a:ext uri="{FF2B5EF4-FFF2-40B4-BE49-F238E27FC236}">
                        <a16:creationId xmlns:a16="http://schemas.microsoft.com/office/drawing/2014/main" id="{39081D93-6592-4DC8-9DC0-A172E308B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7" name="直線コネクタ 125536">
                    <a:extLst>
                      <a:ext uri="{FF2B5EF4-FFF2-40B4-BE49-F238E27FC236}">
                        <a16:creationId xmlns:a16="http://schemas.microsoft.com/office/drawing/2014/main" id="{DF50E984-6D0F-4285-949B-271A7509D3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8" name="直線コネクタ 125537">
                    <a:extLst>
                      <a:ext uri="{FF2B5EF4-FFF2-40B4-BE49-F238E27FC236}">
                        <a16:creationId xmlns:a16="http://schemas.microsoft.com/office/drawing/2014/main" id="{392F2678-5002-427A-AA1B-68183ACC49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39" name="直線コネクタ 125538">
                    <a:extLst>
                      <a:ext uri="{FF2B5EF4-FFF2-40B4-BE49-F238E27FC236}">
                        <a16:creationId xmlns:a16="http://schemas.microsoft.com/office/drawing/2014/main" id="{60E0421D-D775-447D-BC07-64271F961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0" name="直線コネクタ 125539">
                    <a:extLst>
                      <a:ext uri="{FF2B5EF4-FFF2-40B4-BE49-F238E27FC236}">
                        <a16:creationId xmlns:a16="http://schemas.microsoft.com/office/drawing/2014/main" id="{94F7CC58-2F10-43EA-A92F-45975A1A24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1" name="直線コネクタ 125540">
                    <a:extLst>
                      <a:ext uri="{FF2B5EF4-FFF2-40B4-BE49-F238E27FC236}">
                        <a16:creationId xmlns:a16="http://schemas.microsoft.com/office/drawing/2014/main" id="{C48CEA69-7C87-4938-A0C7-DD167AE8F3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2" name="直線コネクタ 125541">
                    <a:extLst>
                      <a:ext uri="{FF2B5EF4-FFF2-40B4-BE49-F238E27FC236}">
                        <a16:creationId xmlns:a16="http://schemas.microsoft.com/office/drawing/2014/main" id="{8359CFD4-79A0-4955-AE67-787C4AB655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3" name="直線コネクタ 125542">
                    <a:extLst>
                      <a:ext uri="{FF2B5EF4-FFF2-40B4-BE49-F238E27FC236}">
                        <a16:creationId xmlns:a16="http://schemas.microsoft.com/office/drawing/2014/main" id="{C2C7F2DB-CF85-47A9-A5BC-093D8D5B11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4" name="直線コネクタ 125543">
                    <a:extLst>
                      <a:ext uri="{FF2B5EF4-FFF2-40B4-BE49-F238E27FC236}">
                        <a16:creationId xmlns:a16="http://schemas.microsoft.com/office/drawing/2014/main" id="{0AD77CC8-7EBF-4233-92CF-EECCBEB08B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5" name="直線コネクタ 125544">
                    <a:extLst>
                      <a:ext uri="{FF2B5EF4-FFF2-40B4-BE49-F238E27FC236}">
                        <a16:creationId xmlns:a16="http://schemas.microsoft.com/office/drawing/2014/main" id="{151FA5CA-46B7-4041-98C4-CD1B8F4031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6" name="直線コネクタ 125545">
                    <a:extLst>
                      <a:ext uri="{FF2B5EF4-FFF2-40B4-BE49-F238E27FC236}">
                        <a16:creationId xmlns:a16="http://schemas.microsoft.com/office/drawing/2014/main" id="{23A634B7-B9A9-4D5C-A7D5-8E67F5070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7" name="直線コネクタ 125546">
                    <a:extLst>
                      <a:ext uri="{FF2B5EF4-FFF2-40B4-BE49-F238E27FC236}">
                        <a16:creationId xmlns:a16="http://schemas.microsoft.com/office/drawing/2014/main" id="{BDBA4D32-8A46-47BE-87C8-F01B5EF326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8" name="直線コネクタ 125547">
                    <a:extLst>
                      <a:ext uri="{FF2B5EF4-FFF2-40B4-BE49-F238E27FC236}">
                        <a16:creationId xmlns:a16="http://schemas.microsoft.com/office/drawing/2014/main" id="{243BAFFD-B0C4-4D21-A03B-B0AAAF5BA3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49" name="直線コネクタ 125548">
                    <a:extLst>
                      <a:ext uri="{FF2B5EF4-FFF2-40B4-BE49-F238E27FC236}">
                        <a16:creationId xmlns:a16="http://schemas.microsoft.com/office/drawing/2014/main" id="{B694454B-CBE2-460B-8DD9-D80636EFDA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0" name="直線コネクタ 125549">
                    <a:extLst>
                      <a:ext uri="{FF2B5EF4-FFF2-40B4-BE49-F238E27FC236}">
                        <a16:creationId xmlns:a16="http://schemas.microsoft.com/office/drawing/2014/main" id="{C594F6CE-5B4B-4BD8-8FBB-800A57D2B7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1" name="直線コネクタ 125550">
                    <a:extLst>
                      <a:ext uri="{FF2B5EF4-FFF2-40B4-BE49-F238E27FC236}">
                        <a16:creationId xmlns:a16="http://schemas.microsoft.com/office/drawing/2014/main" id="{DEDF6F1D-83FF-4BF6-A316-861157DA45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2" name="直線コネクタ 125551">
                    <a:extLst>
                      <a:ext uri="{FF2B5EF4-FFF2-40B4-BE49-F238E27FC236}">
                        <a16:creationId xmlns:a16="http://schemas.microsoft.com/office/drawing/2014/main" id="{06772BAA-5B72-479E-AA39-EDE0D9DE4F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3" name="直線コネクタ 125552">
                    <a:extLst>
                      <a:ext uri="{FF2B5EF4-FFF2-40B4-BE49-F238E27FC236}">
                        <a16:creationId xmlns:a16="http://schemas.microsoft.com/office/drawing/2014/main" id="{35C879E5-D166-4036-A237-8E02C3E80D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4" name="直線コネクタ 125553">
                    <a:extLst>
                      <a:ext uri="{FF2B5EF4-FFF2-40B4-BE49-F238E27FC236}">
                        <a16:creationId xmlns:a16="http://schemas.microsoft.com/office/drawing/2014/main" id="{7D04CC17-0CD2-4616-9C31-0C721A3904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5" name="直線コネクタ 125554">
                    <a:extLst>
                      <a:ext uri="{FF2B5EF4-FFF2-40B4-BE49-F238E27FC236}">
                        <a16:creationId xmlns:a16="http://schemas.microsoft.com/office/drawing/2014/main" id="{FAFB1736-A52D-4DB2-BDCE-E169B5A031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6" name="直線コネクタ 125555">
                    <a:extLst>
                      <a:ext uri="{FF2B5EF4-FFF2-40B4-BE49-F238E27FC236}">
                        <a16:creationId xmlns:a16="http://schemas.microsoft.com/office/drawing/2014/main" id="{8BBE0613-1135-4F23-9C27-1D403DB799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7" name="直線コネクタ 125556">
                    <a:extLst>
                      <a:ext uri="{FF2B5EF4-FFF2-40B4-BE49-F238E27FC236}">
                        <a16:creationId xmlns:a16="http://schemas.microsoft.com/office/drawing/2014/main" id="{4E0225BF-82D4-4DFC-86BE-9D0579B185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8" name="直線コネクタ 125557">
                    <a:extLst>
                      <a:ext uri="{FF2B5EF4-FFF2-40B4-BE49-F238E27FC236}">
                        <a16:creationId xmlns:a16="http://schemas.microsoft.com/office/drawing/2014/main" id="{DEF51DB0-9A57-4809-9D78-B7E9673EF7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59" name="直線コネクタ 125558">
                    <a:extLst>
                      <a:ext uri="{FF2B5EF4-FFF2-40B4-BE49-F238E27FC236}">
                        <a16:creationId xmlns:a16="http://schemas.microsoft.com/office/drawing/2014/main" id="{DCC73EEA-02F4-40D2-85F4-E076E56287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0" name="直線コネクタ 125559">
                    <a:extLst>
                      <a:ext uri="{FF2B5EF4-FFF2-40B4-BE49-F238E27FC236}">
                        <a16:creationId xmlns:a16="http://schemas.microsoft.com/office/drawing/2014/main" id="{69E2DEE4-DB42-422A-8AFD-52AB69376A0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1" name="直線コネクタ 125560">
                    <a:extLst>
                      <a:ext uri="{FF2B5EF4-FFF2-40B4-BE49-F238E27FC236}">
                        <a16:creationId xmlns:a16="http://schemas.microsoft.com/office/drawing/2014/main" id="{529834F4-021B-4869-956D-794B498D00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2" name="直線コネクタ 125561">
                    <a:extLst>
                      <a:ext uri="{FF2B5EF4-FFF2-40B4-BE49-F238E27FC236}">
                        <a16:creationId xmlns:a16="http://schemas.microsoft.com/office/drawing/2014/main" id="{B36CCDCA-432B-455C-A376-4BEAA0D6811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3" name="直線コネクタ 125562">
                    <a:extLst>
                      <a:ext uri="{FF2B5EF4-FFF2-40B4-BE49-F238E27FC236}">
                        <a16:creationId xmlns:a16="http://schemas.microsoft.com/office/drawing/2014/main" id="{BD96864E-B135-4385-950D-F4298E178E7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4" name="直線コネクタ 125563">
                    <a:extLst>
                      <a:ext uri="{FF2B5EF4-FFF2-40B4-BE49-F238E27FC236}">
                        <a16:creationId xmlns:a16="http://schemas.microsoft.com/office/drawing/2014/main" id="{BDEC8503-851A-459E-93DE-C70BD64F1C0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5" name="直線コネクタ 125564">
                    <a:extLst>
                      <a:ext uri="{FF2B5EF4-FFF2-40B4-BE49-F238E27FC236}">
                        <a16:creationId xmlns:a16="http://schemas.microsoft.com/office/drawing/2014/main" id="{9EB91510-639E-452E-9242-A3702FE1FA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6" name="直線コネクタ 125565">
                    <a:extLst>
                      <a:ext uri="{FF2B5EF4-FFF2-40B4-BE49-F238E27FC236}">
                        <a16:creationId xmlns:a16="http://schemas.microsoft.com/office/drawing/2014/main" id="{382E139B-7724-431E-8457-CE03D682122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7" name="直線コネクタ 125566">
                    <a:extLst>
                      <a:ext uri="{FF2B5EF4-FFF2-40B4-BE49-F238E27FC236}">
                        <a16:creationId xmlns:a16="http://schemas.microsoft.com/office/drawing/2014/main" id="{AA9D19CC-9860-46A5-B03B-47DD9D49633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8" name="直線コネクタ 125567">
                    <a:extLst>
                      <a:ext uri="{FF2B5EF4-FFF2-40B4-BE49-F238E27FC236}">
                        <a16:creationId xmlns:a16="http://schemas.microsoft.com/office/drawing/2014/main" id="{71BB4B4E-5D2F-4F32-8BF2-2F56A304058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69" name="直線コネクタ 125568">
                    <a:extLst>
                      <a:ext uri="{FF2B5EF4-FFF2-40B4-BE49-F238E27FC236}">
                        <a16:creationId xmlns:a16="http://schemas.microsoft.com/office/drawing/2014/main" id="{7CAF8EE8-48C8-4CFD-B1F8-D2F6451123D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0" name="直線コネクタ 125569">
                    <a:extLst>
                      <a:ext uri="{FF2B5EF4-FFF2-40B4-BE49-F238E27FC236}">
                        <a16:creationId xmlns:a16="http://schemas.microsoft.com/office/drawing/2014/main" id="{62611BE5-1BED-4800-9D8E-4C6B463DD54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1" name="直線コネクタ 125570">
                    <a:extLst>
                      <a:ext uri="{FF2B5EF4-FFF2-40B4-BE49-F238E27FC236}">
                        <a16:creationId xmlns:a16="http://schemas.microsoft.com/office/drawing/2014/main" id="{31A41CAD-0210-4076-A125-446CE48E064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2" name="直線コネクタ 125571">
                    <a:extLst>
                      <a:ext uri="{FF2B5EF4-FFF2-40B4-BE49-F238E27FC236}">
                        <a16:creationId xmlns:a16="http://schemas.microsoft.com/office/drawing/2014/main" id="{DEFDDA97-CB0C-4A95-967E-1352CC8655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3" name="直線コネクタ 125572">
                    <a:extLst>
                      <a:ext uri="{FF2B5EF4-FFF2-40B4-BE49-F238E27FC236}">
                        <a16:creationId xmlns:a16="http://schemas.microsoft.com/office/drawing/2014/main" id="{36A2088A-72BF-4EAC-94FF-79FA81C824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4" name="直線コネクタ 125573">
                    <a:extLst>
                      <a:ext uri="{FF2B5EF4-FFF2-40B4-BE49-F238E27FC236}">
                        <a16:creationId xmlns:a16="http://schemas.microsoft.com/office/drawing/2014/main" id="{425E4F7E-3EAC-4B72-8704-28FE75ACB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5" name="直線コネクタ 125574">
                    <a:extLst>
                      <a:ext uri="{FF2B5EF4-FFF2-40B4-BE49-F238E27FC236}">
                        <a16:creationId xmlns:a16="http://schemas.microsoft.com/office/drawing/2014/main" id="{3E3663F8-BAE7-481B-ADBC-37BC83839C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6" name="直線コネクタ 125575">
                    <a:extLst>
                      <a:ext uri="{FF2B5EF4-FFF2-40B4-BE49-F238E27FC236}">
                        <a16:creationId xmlns:a16="http://schemas.microsoft.com/office/drawing/2014/main" id="{2F9D3E60-A231-49F2-886F-D3365FB719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7" name="直線コネクタ 125576">
                    <a:extLst>
                      <a:ext uri="{FF2B5EF4-FFF2-40B4-BE49-F238E27FC236}">
                        <a16:creationId xmlns:a16="http://schemas.microsoft.com/office/drawing/2014/main" id="{7B8C583F-AB26-4E95-A55E-44273A618F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8" name="直線コネクタ 125577">
                    <a:extLst>
                      <a:ext uri="{FF2B5EF4-FFF2-40B4-BE49-F238E27FC236}">
                        <a16:creationId xmlns:a16="http://schemas.microsoft.com/office/drawing/2014/main" id="{DD096CC4-4592-4DEA-924F-64053D9FD2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79" name="直線コネクタ 125578">
                    <a:extLst>
                      <a:ext uri="{FF2B5EF4-FFF2-40B4-BE49-F238E27FC236}">
                        <a16:creationId xmlns:a16="http://schemas.microsoft.com/office/drawing/2014/main" id="{48C9CDFD-7CD9-473C-9675-2B06CFE768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0" name="直線コネクタ 125579">
                    <a:extLst>
                      <a:ext uri="{FF2B5EF4-FFF2-40B4-BE49-F238E27FC236}">
                        <a16:creationId xmlns:a16="http://schemas.microsoft.com/office/drawing/2014/main" id="{B0A352BF-DA55-4B63-9402-926716769C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1" name="直線コネクタ 125580">
                    <a:extLst>
                      <a:ext uri="{FF2B5EF4-FFF2-40B4-BE49-F238E27FC236}">
                        <a16:creationId xmlns:a16="http://schemas.microsoft.com/office/drawing/2014/main" id="{56F5F26A-E993-4943-AEF3-2E4E4D5F93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2" name="直線コネクタ 125581">
                    <a:extLst>
                      <a:ext uri="{FF2B5EF4-FFF2-40B4-BE49-F238E27FC236}">
                        <a16:creationId xmlns:a16="http://schemas.microsoft.com/office/drawing/2014/main" id="{0771DDA0-EBD5-45FA-B0CF-32EE49E5DE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3" name="直線コネクタ 125582">
                    <a:extLst>
                      <a:ext uri="{FF2B5EF4-FFF2-40B4-BE49-F238E27FC236}">
                        <a16:creationId xmlns:a16="http://schemas.microsoft.com/office/drawing/2014/main" id="{579BD842-9D5D-437A-BB20-26BFD76838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4" name="直線コネクタ 125583">
                    <a:extLst>
                      <a:ext uri="{FF2B5EF4-FFF2-40B4-BE49-F238E27FC236}">
                        <a16:creationId xmlns:a16="http://schemas.microsoft.com/office/drawing/2014/main" id="{2C248EC4-ADB3-4DB5-9FA0-09BF0FD5EC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5" name="直線コネクタ 125584">
                    <a:extLst>
                      <a:ext uri="{FF2B5EF4-FFF2-40B4-BE49-F238E27FC236}">
                        <a16:creationId xmlns:a16="http://schemas.microsoft.com/office/drawing/2014/main" id="{71A84DDC-A530-458B-BB4D-5BBDCAFA54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6" name="直線コネクタ 125585">
                    <a:extLst>
                      <a:ext uri="{FF2B5EF4-FFF2-40B4-BE49-F238E27FC236}">
                        <a16:creationId xmlns:a16="http://schemas.microsoft.com/office/drawing/2014/main" id="{660921B7-B90F-4944-BEC1-2A807B9C8A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7" name="直線コネクタ 125586">
                    <a:extLst>
                      <a:ext uri="{FF2B5EF4-FFF2-40B4-BE49-F238E27FC236}">
                        <a16:creationId xmlns:a16="http://schemas.microsoft.com/office/drawing/2014/main" id="{DBB39A59-0209-4DF7-9577-FC0105B4C4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8" name="直線コネクタ 125587">
                    <a:extLst>
                      <a:ext uri="{FF2B5EF4-FFF2-40B4-BE49-F238E27FC236}">
                        <a16:creationId xmlns:a16="http://schemas.microsoft.com/office/drawing/2014/main" id="{9E2F916B-2031-4324-9DBE-01CF908989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89" name="直線コネクタ 125588">
                    <a:extLst>
                      <a:ext uri="{FF2B5EF4-FFF2-40B4-BE49-F238E27FC236}">
                        <a16:creationId xmlns:a16="http://schemas.microsoft.com/office/drawing/2014/main" id="{4066063B-996B-468D-ACAE-91C80D1688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0" name="直線コネクタ 125589">
                    <a:extLst>
                      <a:ext uri="{FF2B5EF4-FFF2-40B4-BE49-F238E27FC236}">
                        <a16:creationId xmlns:a16="http://schemas.microsoft.com/office/drawing/2014/main" id="{0F921A1F-E5B9-4C8F-BBE7-9749DD7230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1" name="直線コネクタ 125590">
                    <a:extLst>
                      <a:ext uri="{FF2B5EF4-FFF2-40B4-BE49-F238E27FC236}">
                        <a16:creationId xmlns:a16="http://schemas.microsoft.com/office/drawing/2014/main" id="{9559D9A8-A291-4108-8AA9-AE2562CA21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2" name="直線コネクタ 125591">
                    <a:extLst>
                      <a:ext uri="{FF2B5EF4-FFF2-40B4-BE49-F238E27FC236}">
                        <a16:creationId xmlns:a16="http://schemas.microsoft.com/office/drawing/2014/main" id="{5480BC01-3205-475D-8987-0546C2C568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3" name="直線コネクタ 125592">
                    <a:extLst>
                      <a:ext uri="{FF2B5EF4-FFF2-40B4-BE49-F238E27FC236}">
                        <a16:creationId xmlns:a16="http://schemas.microsoft.com/office/drawing/2014/main" id="{73BEC23F-467C-466D-AF0C-4024CF78CA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4" name="直線コネクタ 125593">
                    <a:extLst>
                      <a:ext uri="{FF2B5EF4-FFF2-40B4-BE49-F238E27FC236}">
                        <a16:creationId xmlns:a16="http://schemas.microsoft.com/office/drawing/2014/main" id="{6E949A59-2068-424A-BB5C-8BFC907E8A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5" name="直線コネクタ 125594">
                    <a:extLst>
                      <a:ext uri="{FF2B5EF4-FFF2-40B4-BE49-F238E27FC236}">
                        <a16:creationId xmlns:a16="http://schemas.microsoft.com/office/drawing/2014/main" id="{158D36A1-FE7E-4179-A54A-882F5894F3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6" name="直線コネクタ 125595">
                    <a:extLst>
                      <a:ext uri="{FF2B5EF4-FFF2-40B4-BE49-F238E27FC236}">
                        <a16:creationId xmlns:a16="http://schemas.microsoft.com/office/drawing/2014/main" id="{889ABB60-22BB-4552-8CCE-4564B90441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7" name="直線コネクタ 125596">
                    <a:extLst>
                      <a:ext uri="{FF2B5EF4-FFF2-40B4-BE49-F238E27FC236}">
                        <a16:creationId xmlns:a16="http://schemas.microsoft.com/office/drawing/2014/main" id="{61BECE58-76C8-4995-AB02-963D2F64EE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8" name="直線コネクタ 125597">
                    <a:extLst>
                      <a:ext uri="{FF2B5EF4-FFF2-40B4-BE49-F238E27FC236}">
                        <a16:creationId xmlns:a16="http://schemas.microsoft.com/office/drawing/2014/main" id="{1BC9DA4D-3AE8-49F9-9DDF-5277C3713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599" name="直線コネクタ 125598">
                    <a:extLst>
                      <a:ext uri="{FF2B5EF4-FFF2-40B4-BE49-F238E27FC236}">
                        <a16:creationId xmlns:a16="http://schemas.microsoft.com/office/drawing/2014/main" id="{979CF435-6DE2-4711-8796-12D1B0F3AF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0" name="直線コネクタ 125599">
                    <a:extLst>
                      <a:ext uri="{FF2B5EF4-FFF2-40B4-BE49-F238E27FC236}">
                        <a16:creationId xmlns:a16="http://schemas.microsoft.com/office/drawing/2014/main" id="{C4300652-9A00-4285-AA50-0D8E8DE4D4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1" name="直線コネクタ 125600">
                    <a:extLst>
                      <a:ext uri="{FF2B5EF4-FFF2-40B4-BE49-F238E27FC236}">
                        <a16:creationId xmlns:a16="http://schemas.microsoft.com/office/drawing/2014/main" id="{2F4218F3-347B-408D-9FDF-AF43E56022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2" name="直線コネクタ 125601">
                    <a:extLst>
                      <a:ext uri="{FF2B5EF4-FFF2-40B4-BE49-F238E27FC236}">
                        <a16:creationId xmlns:a16="http://schemas.microsoft.com/office/drawing/2014/main" id="{7BFA7C2E-A594-4FF2-9C68-A7148BD9A6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3" name="直線コネクタ 125602">
                    <a:extLst>
                      <a:ext uri="{FF2B5EF4-FFF2-40B4-BE49-F238E27FC236}">
                        <a16:creationId xmlns:a16="http://schemas.microsoft.com/office/drawing/2014/main" id="{532A4CEF-0F8C-4A5B-8669-04932FD46F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4" name="直線コネクタ 125603">
                    <a:extLst>
                      <a:ext uri="{FF2B5EF4-FFF2-40B4-BE49-F238E27FC236}">
                        <a16:creationId xmlns:a16="http://schemas.microsoft.com/office/drawing/2014/main" id="{C31F6A66-2043-478A-AAA7-525A112556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5" name="直線コネクタ 125604">
                    <a:extLst>
                      <a:ext uri="{FF2B5EF4-FFF2-40B4-BE49-F238E27FC236}">
                        <a16:creationId xmlns:a16="http://schemas.microsoft.com/office/drawing/2014/main" id="{5F47AC27-2CCD-4988-818F-4D20EF56D9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6" name="直線コネクタ 125605">
                    <a:extLst>
                      <a:ext uri="{FF2B5EF4-FFF2-40B4-BE49-F238E27FC236}">
                        <a16:creationId xmlns:a16="http://schemas.microsoft.com/office/drawing/2014/main" id="{2B56E63F-C7C8-40F6-AFCA-139CB5AB25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7" name="直線コネクタ 125606">
                    <a:extLst>
                      <a:ext uri="{FF2B5EF4-FFF2-40B4-BE49-F238E27FC236}">
                        <a16:creationId xmlns:a16="http://schemas.microsoft.com/office/drawing/2014/main" id="{0C01E023-736C-4F21-A442-EFA81EFA3C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8" name="直線コネクタ 125607">
                    <a:extLst>
                      <a:ext uri="{FF2B5EF4-FFF2-40B4-BE49-F238E27FC236}">
                        <a16:creationId xmlns:a16="http://schemas.microsoft.com/office/drawing/2014/main" id="{2D137469-BBBE-401C-8374-DCAD2CBB5F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09" name="直線コネクタ 125608">
                    <a:extLst>
                      <a:ext uri="{FF2B5EF4-FFF2-40B4-BE49-F238E27FC236}">
                        <a16:creationId xmlns:a16="http://schemas.microsoft.com/office/drawing/2014/main" id="{10FF4164-CDC0-443E-8795-C72D333D9E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0" name="直線コネクタ 125609">
                    <a:extLst>
                      <a:ext uri="{FF2B5EF4-FFF2-40B4-BE49-F238E27FC236}">
                        <a16:creationId xmlns:a16="http://schemas.microsoft.com/office/drawing/2014/main" id="{1959E111-368E-4295-888D-225D57C8BE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1" name="直線コネクタ 125610">
                    <a:extLst>
                      <a:ext uri="{FF2B5EF4-FFF2-40B4-BE49-F238E27FC236}">
                        <a16:creationId xmlns:a16="http://schemas.microsoft.com/office/drawing/2014/main" id="{46E90418-A222-466A-B524-5828AD45D0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2" name="直線コネクタ 125611">
                    <a:extLst>
                      <a:ext uri="{FF2B5EF4-FFF2-40B4-BE49-F238E27FC236}">
                        <a16:creationId xmlns:a16="http://schemas.microsoft.com/office/drawing/2014/main" id="{CCAB3D1C-199E-4888-A36A-911886954E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3" name="直線コネクタ 125612">
                    <a:extLst>
                      <a:ext uri="{FF2B5EF4-FFF2-40B4-BE49-F238E27FC236}">
                        <a16:creationId xmlns:a16="http://schemas.microsoft.com/office/drawing/2014/main" id="{F103D7C0-8120-4E5D-B7BF-B13DDE533A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4" name="直線コネクタ 125613">
                    <a:extLst>
                      <a:ext uri="{FF2B5EF4-FFF2-40B4-BE49-F238E27FC236}">
                        <a16:creationId xmlns:a16="http://schemas.microsoft.com/office/drawing/2014/main" id="{9200699A-0D6E-42D1-89DD-7BA0CAF648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5" name="直線コネクタ 125614">
                    <a:extLst>
                      <a:ext uri="{FF2B5EF4-FFF2-40B4-BE49-F238E27FC236}">
                        <a16:creationId xmlns:a16="http://schemas.microsoft.com/office/drawing/2014/main" id="{8385F3FD-ADA0-4AD9-9513-8C91892D0A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6" name="直線コネクタ 125615">
                    <a:extLst>
                      <a:ext uri="{FF2B5EF4-FFF2-40B4-BE49-F238E27FC236}">
                        <a16:creationId xmlns:a16="http://schemas.microsoft.com/office/drawing/2014/main" id="{2AF80EFE-CDD1-47C0-B39E-71796D7391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7" name="直線コネクタ 125616">
                    <a:extLst>
                      <a:ext uri="{FF2B5EF4-FFF2-40B4-BE49-F238E27FC236}">
                        <a16:creationId xmlns:a16="http://schemas.microsoft.com/office/drawing/2014/main" id="{74A5C983-C418-4429-A4E9-9153F3E401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8" name="直線コネクタ 125617">
                    <a:extLst>
                      <a:ext uri="{FF2B5EF4-FFF2-40B4-BE49-F238E27FC236}">
                        <a16:creationId xmlns:a16="http://schemas.microsoft.com/office/drawing/2014/main" id="{BFEFAAA6-5362-4FB3-B72C-B73AC89245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19" name="直線コネクタ 125618">
                    <a:extLst>
                      <a:ext uri="{FF2B5EF4-FFF2-40B4-BE49-F238E27FC236}">
                        <a16:creationId xmlns:a16="http://schemas.microsoft.com/office/drawing/2014/main" id="{7C6C4450-F622-4599-A8DA-3E3D2E7482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0" name="直線コネクタ 125619">
                    <a:extLst>
                      <a:ext uri="{FF2B5EF4-FFF2-40B4-BE49-F238E27FC236}">
                        <a16:creationId xmlns:a16="http://schemas.microsoft.com/office/drawing/2014/main" id="{F154EECA-BD0D-4E6B-B184-B708564E6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1" name="直線コネクタ 125620">
                    <a:extLst>
                      <a:ext uri="{FF2B5EF4-FFF2-40B4-BE49-F238E27FC236}">
                        <a16:creationId xmlns:a16="http://schemas.microsoft.com/office/drawing/2014/main" id="{65FA2EA5-CB6A-4753-A2D6-78C91AD74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2" name="直線コネクタ 125621">
                    <a:extLst>
                      <a:ext uri="{FF2B5EF4-FFF2-40B4-BE49-F238E27FC236}">
                        <a16:creationId xmlns:a16="http://schemas.microsoft.com/office/drawing/2014/main" id="{B9E1D84D-58EE-45BC-BD72-DA5612C3E1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3" name="直線コネクタ 125622">
                    <a:extLst>
                      <a:ext uri="{FF2B5EF4-FFF2-40B4-BE49-F238E27FC236}">
                        <a16:creationId xmlns:a16="http://schemas.microsoft.com/office/drawing/2014/main" id="{BC740563-2462-4FDB-98A6-B1AE1AB71E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4" name="直線コネクタ 125623">
                    <a:extLst>
                      <a:ext uri="{FF2B5EF4-FFF2-40B4-BE49-F238E27FC236}">
                        <a16:creationId xmlns:a16="http://schemas.microsoft.com/office/drawing/2014/main" id="{74442F99-CA31-4A8F-A1C5-B0F3747B58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5" name="直線コネクタ 125624">
                    <a:extLst>
                      <a:ext uri="{FF2B5EF4-FFF2-40B4-BE49-F238E27FC236}">
                        <a16:creationId xmlns:a16="http://schemas.microsoft.com/office/drawing/2014/main" id="{97FDB096-B551-4964-83EE-F40B100C9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6" name="直線コネクタ 125625">
                    <a:extLst>
                      <a:ext uri="{FF2B5EF4-FFF2-40B4-BE49-F238E27FC236}">
                        <a16:creationId xmlns:a16="http://schemas.microsoft.com/office/drawing/2014/main" id="{5627DF24-28B0-4965-AC8A-B460D59097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7" name="直線コネクタ 125626">
                    <a:extLst>
                      <a:ext uri="{FF2B5EF4-FFF2-40B4-BE49-F238E27FC236}">
                        <a16:creationId xmlns:a16="http://schemas.microsoft.com/office/drawing/2014/main" id="{1FB0DF9F-E971-4A57-AA55-4A5E939FAC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8" name="直線コネクタ 125627">
                    <a:extLst>
                      <a:ext uri="{FF2B5EF4-FFF2-40B4-BE49-F238E27FC236}">
                        <a16:creationId xmlns:a16="http://schemas.microsoft.com/office/drawing/2014/main" id="{917077AD-16D9-40FE-B3E5-B4155EBD7F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29" name="直線コネクタ 125628">
                    <a:extLst>
                      <a:ext uri="{FF2B5EF4-FFF2-40B4-BE49-F238E27FC236}">
                        <a16:creationId xmlns:a16="http://schemas.microsoft.com/office/drawing/2014/main" id="{6C24FA44-697E-4B00-9730-D9A0B08026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30" name="直線コネクタ 125629">
                    <a:extLst>
                      <a:ext uri="{FF2B5EF4-FFF2-40B4-BE49-F238E27FC236}">
                        <a16:creationId xmlns:a16="http://schemas.microsoft.com/office/drawing/2014/main" id="{6D94C1CE-6320-45C6-A95D-4DF69DC06A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31" name="直線コネクタ 125630">
                    <a:extLst>
                      <a:ext uri="{FF2B5EF4-FFF2-40B4-BE49-F238E27FC236}">
                        <a16:creationId xmlns:a16="http://schemas.microsoft.com/office/drawing/2014/main" id="{897F3A81-EF66-4E3F-B13F-DE047DE0E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32" name="直線コネクタ 125631">
                    <a:extLst>
                      <a:ext uri="{FF2B5EF4-FFF2-40B4-BE49-F238E27FC236}">
                        <a16:creationId xmlns:a16="http://schemas.microsoft.com/office/drawing/2014/main" id="{9808349C-84FA-4CF0-A923-EB8C223864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33" name="直線コネクタ 125632">
                    <a:extLst>
                      <a:ext uri="{FF2B5EF4-FFF2-40B4-BE49-F238E27FC236}">
                        <a16:creationId xmlns:a16="http://schemas.microsoft.com/office/drawing/2014/main" id="{532C3D06-93AC-4CAC-AEB1-E38B1BC6B4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634" name="直線コネクタ 125633">
                    <a:extLst>
                      <a:ext uri="{FF2B5EF4-FFF2-40B4-BE49-F238E27FC236}">
                        <a16:creationId xmlns:a16="http://schemas.microsoft.com/office/drawing/2014/main" id="{EA794D04-E7BD-4B65-AAEE-D50C3C51B3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5635" name="グループ化 125634">
                    <a:extLst>
                      <a:ext uri="{FF2B5EF4-FFF2-40B4-BE49-F238E27FC236}">
                        <a16:creationId xmlns:a16="http://schemas.microsoft.com/office/drawing/2014/main" id="{03501925-ED58-450D-88FF-B8E22CF04CE3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811" name="直線コネクタ 125810">
                      <a:extLst>
                        <a:ext uri="{FF2B5EF4-FFF2-40B4-BE49-F238E27FC236}">
                          <a16:creationId xmlns:a16="http://schemas.microsoft.com/office/drawing/2014/main" id="{41017852-60EA-47C7-9D0C-208E33D1D8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12" name="直線コネクタ 125811">
                      <a:extLst>
                        <a:ext uri="{FF2B5EF4-FFF2-40B4-BE49-F238E27FC236}">
                          <a16:creationId xmlns:a16="http://schemas.microsoft.com/office/drawing/2014/main" id="{F1CB5A52-3971-412C-9855-6F62D4E8B6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13" name="直線コネクタ 125812">
                      <a:extLst>
                        <a:ext uri="{FF2B5EF4-FFF2-40B4-BE49-F238E27FC236}">
                          <a16:creationId xmlns:a16="http://schemas.microsoft.com/office/drawing/2014/main" id="{4BD7380A-A442-42E4-A930-E658EB7BA0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14" name="直線コネクタ 125813">
                      <a:extLst>
                        <a:ext uri="{FF2B5EF4-FFF2-40B4-BE49-F238E27FC236}">
                          <a16:creationId xmlns:a16="http://schemas.microsoft.com/office/drawing/2014/main" id="{4E0803BC-D1B8-4789-A631-FEC91855F1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15" name="直線コネクタ 125814">
                      <a:extLst>
                        <a:ext uri="{FF2B5EF4-FFF2-40B4-BE49-F238E27FC236}">
                          <a16:creationId xmlns:a16="http://schemas.microsoft.com/office/drawing/2014/main" id="{A348782A-B5F5-4D8D-84ED-66CF77FE22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16" name="直線コネクタ 125815">
                      <a:extLst>
                        <a:ext uri="{FF2B5EF4-FFF2-40B4-BE49-F238E27FC236}">
                          <a16:creationId xmlns:a16="http://schemas.microsoft.com/office/drawing/2014/main" id="{FC07158C-D039-488A-A221-11BE95E6C0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17" name="直線コネクタ 125816">
                      <a:extLst>
                        <a:ext uri="{FF2B5EF4-FFF2-40B4-BE49-F238E27FC236}">
                          <a16:creationId xmlns:a16="http://schemas.microsoft.com/office/drawing/2014/main" id="{23AFD875-FFE1-4880-B578-629A4D21C0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18" name="直線コネクタ 125817">
                      <a:extLst>
                        <a:ext uri="{FF2B5EF4-FFF2-40B4-BE49-F238E27FC236}">
                          <a16:creationId xmlns:a16="http://schemas.microsoft.com/office/drawing/2014/main" id="{0182AD69-8B90-4A76-BF78-9D66E57052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19" name="直線コネクタ 125818">
                      <a:extLst>
                        <a:ext uri="{FF2B5EF4-FFF2-40B4-BE49-F238E27FC236}">
                          <a16:creationId xmlns:a16="http://schemas.microsoft.com/office/drawing/2014/main" id="{B1FCEA9C-BC7C-4D9B-97A8-F6F6AA88E6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0" name="直線コネクタ 125819">
                      <a:extLst>
                        <a:ext uri="{FF2B5EF4-FFF2-40B4-BE49-F238E27FC236}">
                          <a16:creationId xmlns:a16="http://schemas.microsoft.com/office/drawing/2014/main" id="{8DB46C2A-AA92-44C2-8BFC-936499980C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1" name="直線コネクタ 125820">
                      <a:extLst>
                        <a:ext uri="{FF2B5EF4-FFF2-40B4-BE49-F238E27FC236}">
                          <a16:creationId xmlns:a16="http://schemas.microsoft.com/office/drawing/2014/main" id="{2070101F-B573-4A87-ACA2-2BCDB079AA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2" name="直線コネクタ 125821">
                      <a:extLst>
                        <a:ext uri="{FF2B5EF4-FFF2-40B4-BE49-F238E27FC236}">
                          <a16:creationId xmlns:a16="http://schemas.microsoft.com/office/drawing/2014/main" id="{D416AA51-9151-4F18-992C-3E3FB700D7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3" name="直線コネクタ 125822">
                      <a:extLst>
                        <a:ext uri="{FF2B5EF4-FFF2-40B4-BE49-F238E27FC236}">
                          <a16:creationId xmlns:a16="http://schemas.microsoft.com/office/drawing/2014/main" id="{4E052BFD-E42D-4D08-8969-E4ECD2B449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4" name="直線コネクタ 125823">
                      <a:extLst>
                        <a:ext uri="{FF2B5EF4-FFF2-40B4-BE49-F238E27FC236}">
                          <a16:creationId xmlns:a16="http://schemas.microsoft.com/office/drawing/2014/main" id="{34987C06-8C1E-40BA-A71C-64B8C0EFAC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5" name="直線コネクタ 125824">
                      <a:extLst>
                        <a:ext uri="{FF2B5EF4-FFF2-40B4-BE49-F238E27FC236}">
                          <a16:creationId xmlns:a16="http://schemas.microsoft.com/office/drawing/2014/main" id="{8930F1E8-D36D-49E2-B3CC-4475B510A7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6" name="直線コネクタ 125825">
                      <a:extLst>
                        <a:ext uri="{FF2B5EF4-FFF2-40B4-BE49-F238E27FC236}">
                          <a16:creationId xmlns:a16="http://schemas.microsoft.com/office/drawing/2014/main" id="{24573B69-A2BE-40C5-B1CC-93FA5B66DE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7" name="直線コネクタ 125826">
                      <a:extLst>
                        <a:ext uri="{FF2B5EF4-FFF2-40B4-BE49-F238E27FC236}">
                          <a16:creationId xmlns:a16="http://schemas.microsoft.com/office/drawing/2014/main" id="{1402A830-4DBF-4B8C-AEB5-12A241A2C2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8" name="直線コネクタ 125827">
                      <a:extLst>
                        <a:ext uri="{FF2B5EF4-FFF2-40B4-BE49-F238E27FC236}">
                          <a16:creationId xmlns:a16="http://schemas.microsoft.com/office/drawing/2014/main" id="{6DC10753-C89C-4C9D-B21E-E7BC9D3DD5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29" name="直線コネクタ 125828">
                      <a:extLst>
                        <a:ext uri="{FF2B5EF4-FFF2-40B4-BE49-F238E27FC236}">
                          <a16:creationId xmlns:a16="http://schemas.microsoft.com/office/drawing/2014/main" id="{0FFBAD41-514B-49A5-A09C-D6414943DE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0" name="直線コネクタ 125829">
                      <a:extLst>
                        <a:ext uri="{FF2B5EF4-FFF2-40B4-BE49-F238E27FC236}">
                          <a16:creationId xmlns:a16="http://schemas.microsoft.com/office/drawing/2014/main" id="{D95C03E4-2424-424B-AA0D-8035F473D2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1" name="直線コネクタ 125830">
                      <a:extLst>
                        <a:ext uri="{FF2B5EF4-FFF2-40B4-BE49-F238E27FC236}">
                          <a16:creationId xmlns:a16="http://schemas.microsoft.com/office/drawing/2014/main" id="{5CD2871C-3A66-4C8A-86C4-F848EB66E1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2" name="直線コネクタ 125831">
                      <a:extLst>
                        <a:ext uri="{FF2B5EF4-FFF2-40B4-BE49-F238E27FC236}">
                          <a16:creationId xmlns:a16="http://schemas.microsoft.com/office/drawing/2014/main" id="{4F2FF863-9516-42B4-B78E-FBC94EAA89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3" name="直線コネクタ 125832">
                      <a:extLst>
                        <a:ext uri="{FF2B5EF4-FFF2-40B4-BE49-F238E27FC236}">
                          <a16:creationId xmlns:a16="http://schemas.microsoft.com/office/drawing/2014/main" id="{DB192978-A385-4143-8041-D306EE8A41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4" name="直線コネクタ 125833">
                      <a:extLst>
                        <a:ext uri="{FF2B5EF4-FFF2-40B4-BE49-F238E27FC236}">
                          <a16:creationId xmlns:a16="http://schemas.microsoft.com/office/drawing/2014/main" id="{17B6D485-5B0D-4850-8BCA-1BD44643DD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5" name="直線コネクタ 125834">
                      <a:extLst>
                        <a:ext uri="{FF2B5EF4-FFF2-40B4-BE49-F238E27FC236}">
                          <a16:creationId xmlns:a16="http://schemas.microsoft.com/office/drawing/2014/main" id="{DC80CAE7-E71B-416D-A606-C851CACA3F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6" name="直線コネクタ 125835">
                      <a:extLst>
                        <a:ext uri="{FF2B5EF4-FFF2-40B4-BE49-F238E27FC236}">
                          <a16:creationId xmlns:a16="http://schemas.microsoft.com/office/drawing/2014/main" id="{DD2DA01D-FFBD-44B3-892E-F8956F05ED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7" name="直線コネクタ 125836">
                      <a:extLst>
                        <a:ext uri="{FF2B5EF4-FFF2-40B4-BE49-F238E27FC236}">
                          <a16:creationId xmlns:a16="http://schemas.microsoft.com/office/drawing/2014/main" id="{7F15B2C9-3E04-4FD1-8D58-EAC1F5A93C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8" name="直線コネクタ 125837">
                      <a:extLst>
                        <a:ext uri="{FF2B5EF4-FFF2-40B4-BE49-F238E27FC236}">
                          <a16:creationId xmlns:a16="http://schemas.microsoft.com/office/drawing/2014/main" id="{CDDBA042-F70F-48B1-94BA-C8636826A4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39" name="直線コネクタ 125838">
                      <a:extLst>
                        <a:ext uri="{FF2B5EF4-FFF2-40B4-BE49-F238E27FC236}">
                          <a16:creationId xmlns:a16="http://schemas.microsoft.com/office/drawing/2014/main" id="{18186E63-ACB8-484E-81F9-E484B750D8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0" name="直線コネクタ 125839">
                      <a:extLst>
                        <a:ext uri="{FF2B5EF4-FFF2-40B4-BE49-F238E27FC236}">
                          <a16:creationId xmlns:a16="http://schemas.microsoft.com/office/drawing/2014/main" id="{D82E6008-81D1-4DA8-B278-6F6C240444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1" name="直線コネクタ 125840">
                      <a:extLst>
                        <a:ext uri="{FF2B5EF4-FFF2-40B4-BE49-F238E27FC236}">
                          <a16:creationId xmlns:a16="http://schemas.microsoft.com/office/drawing/2014/main" id="{FE022B3F-3570-44FD-98FF-168B95EC9B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2" name="直線コネクタ 125841">
                      <a:extLst>
                        <a:ext uri="{FF2B5EF4-FFF2-40B4-BE49-F238E27FC236}">
                          <a16:creationId xmlns:a16="http://schemas.microsoft.com/office/drawing/2014/main" id="{FC4824BC-7434-4DD0-AD30-4CAB04C01C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3" name="直線コネクタ 125842">
                      <a:extLst>
                        <a:ext uri="{FF2B5EF4-FFF2-40B4-BE49-F238E27FC236}">
                          <a16:creationId xmlns:a16="http://schemas.microsoft.com/office/drawing/2014/main" id="{E1399A57-E93F-4EBA-BB52-80CECC3CC0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4" name="直線コネクタ 125843">
                      <a:extLst>
                        <a:ext uri="{FF2B5EF4-FFF2-40B4-BE49-F238E27FC236}">
                          <a16:creationId xmlns:a16="http://schemas.microsoft.com/office/drawing/2014/main" id="{8F96C33F-C78E-45B1-B5DB-838DAEAC1C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5" name="直線コネクタ 125844">
                      <a:extLst>
                        <a:ext uri="{FF2B5EF4-FFF2-40B4-BE49-F238E27FC236}">
                          <a16:creationId xmlns:a16="http://schemas.microsoft.com/office/drawing/2014/main" id="{97C4F5E0-A557-4937-9911-E12D2C734B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6" name="直線コネクタ 125845">
                      <a:extLst>
                        <a:ext uri="{FF2B5EF4-FFF2-40B4-BE49-F238E27FC236}">
                          <a16:creationId xmlns:a16="http://schemas.microsoft.com/office/drawing/2014/main" id="{2E21A953-2987-4E1B-B042-87EDC52552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7" name="直線コネクタ 125846">
                      <a:extLst>
                        <a:ext uri="{FF2B5EF4-FFF2-40B4-BE49-F238E27FC236}">
                          <a16:creationId xmlns:a16="http://schemas.microsoft.com/office/drawing/2014/main" id="{3172F34C-709A-4554-B3B1-CED83460B8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8" name="直線コネクタ 125847">
                      <a:extLst>
                        <a:ext uri="{FF2B5EF4-FFF2-40B4-BE49-F238E27FC236}">
                          <a16:creationId xmlns:a16="http://schemas.microsoft.com/office/drawing/2014/main" id="{F99004CA-7374-4BC9-A467-7306A3406B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49" name="直線コネクタ 125848">
                      <a:extLst>
                        <a:ext uri="{FF2B5EF4-FFF2-40B4-BE49-F238E27FC236}">
                          <a16:creationId xmlns:a16="http://schemas.microsoft.com/office/drawing/2014/main" id="{B06338A8-8BB4-4D4F-BF6C-895B8EB7B9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50" name="直線コネクタ 125849">
                      <a:extLst>
                        <a:ext uri="{FF2B5EF4-FFF2-40B4-BE49-F238E27FC236}">
                          <a16:creationId xmlns:a16="http://schemas.microsoft.com/office/drawing/2014/main" id="{5D28BDB6-D80C-41D4-9155-2EEBBF471B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51" name="直線コネクタ 125850">
                      <a:extLst>
                        <a:ext uri="{FF2B5EF4-FFF2-40B4-BE49-F238E27FC236}">
                          <a16:creationId xmlns:a16="http://schemas.microsoft.com/office/drawing/2014/main" id="{A633D1D0-CA80-4C8B-881D-EC2AA5D49E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52" name="直線コネクタ 125851">
                      <a:extLst>
                        <a:ext uri="{FF2B5EF4-FFF2-40B4-BE49-F238E27FC236}">
                          <a16:creationId xmlns:a16="http://schemas.microsoft.com/office/drawing/2014/main" id="{471B78A1-919D-4BB8-9602-4A0CBFC9CF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636" name="グループ化 125635">
                    <a:extLst>
                      <a:ext uri="{FF2B5EF4-FFF2-40B4-BE49-F238E27FC236}">
                        <a16:creationId xmlns:a16="http://schemas.microsoft.com/office/drawing/2014/main" id="{6C45C2C0-2121-4199-8521-2101DCB56D18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5802" name="正方形/長方形 125801">
                      <a:extLst>
                        <a:ext uri="{FF2B5EF4-FFF2-40B4-BE49-F238E27FC236}">
                          <a16:creationId xmlns:a16="http://schemas.microsoft.com/office/drawing/2014/main" id="{E85C3267-E988-4673-AD67-F97512B3C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803" name="正方形/長方形 125802">
                      <a:extLst>
                        <a:ext uri="{FF2B5EF4-FFF2-40B4-BE49-F238E27FC236}">
                          <a16:creationId xmlns:a16="http://schemas.microsoft.com/office/drawing/2014/main" id="{34FD19A0-2C27-4092-97DA-78FCAD2615D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804" name="正方形/長方形 125803">
                      <a:extLst>
                        <a:ext uri="{FF2B5EF4-FFF2-40B4-BE49-F238E27FC236}">
                          <a16:creationId xmlns:a16="http://schemas.microsoft.com/office/drawing/2014/main" id="{30C3910E-C8ED-40B5-8F58-51E9115595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805" name="正方形/長方形 125804">
                      <a:extLst>
                        <a:ext uri="{FF2B5EF4-FFF2-40B4-BE49-F238E27FC236}">
                          <a16:creationId xmlns:a16="http://schemas.microsoft.com/office/drawing/2014/main" id="{1392D799-D188-42A4-8839-36490DCBCB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806" name="正方形/長方形 125805">
                      <a:extLst>
                        <a:ext uri="{FF2B5EF4-FFF2-40B4-BE49-F238E27FC236}">
                          <a16:creationId xmlns:a16="http://schemas.microsoft.com/office/drawing/2014/main" id="{4BD4CF90-6C7C-4895-83AE-A65CAB0396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807" name="正方形/長方形 125806">
                      <a:extLst>
                        <a:ext uri="{FF2B5EF4-FFF2-40B4-BE49-F238E27FC236}">
                          <a16:creationId xmlns:a16="http://schemas.microsoft.com/office/drawing/2014/main" id="{EDFDCB48-287A-4059-B33C-9B23221B46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808" name="正方形/長方形 125807">
                      <a:extLst>
                        <a:ext uri="{FF2B5EF4-FFF2-40B4-BE49-F238E27FC236}">
                          <a16:creationId xmlns:a16="http://schemas.microsoft.com/office/drawing/2014/main" id="{16132104-D874-4D04-844E-AEE1092016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809" name="正方形/長方形 125808">
                      <a:extLst>
                        <a:ext uri="{FF2B5EF4-FFF2-40B4-BE49-F238E27FC236}">
                          <a16:creationId xmlns:a16="http://schemas.microsoft.com/office/drawing/2014/main" id="{87D3AF6E-B9AD-40DB-A000-8622E34745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810" name="正方形/長方形 125809">
                      <a:extLst>
                        <a:ext uri="{FF2B5EF4-FFF2-40B4-BE49-F238E27FC236}">
                          <a16:creationId xmlns:a16="http://schemas.microsoft.com/office/drawing/2014/main" id="{F4401F6E-2157-41D9-A988-655B3EA53E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5637" name="グループ化 125636">
                    <a:extLst>
                      <a:ext uri="{FF2B5EF4-FFF2-40B4-BE49-F238E27FC236}">
                        <a16:creationId xmlns:a16="http://schemas.microsoft.com/office/drawing/2014/main" id="{7709BCC1-A857-4FAD-9A39-2F2F319F676B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794" name="直線コネクタ 125793">
                      <a:extLst>
                        <a:ext uri="{FF2B5EF4-FFF2-40B4-BE49-F238E27FC236}">
                          <a16:creationId xmlns:a16="http://schemas.microsoft.com/office/drawing/2014/main" id="{F1A4DF7E-77D5-4798-A4D4-5C5D837164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5" name="直線コネクタ 125794">
                      <a:extLst>
                        <a:ext uri="{FF2B5EF4-FFF2-40B4-BE49-F238E27FC236}">
                          <a16:creationId xmlns:a16="http://schemas.microsoft.com/office/drawing/2014/main" id="{4FCCC9E2-412E-441F-91CA-6AB4707E0C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6" name="直線コネクタ 125795">
                      <a:extLst>
                        <a:ext uri="{FF2B5EF4-FFF2-40B4-BE49-F238E27FC236}">
                          <a16:creationId xmlns:a16="http://schemas.microsoft.com/office/drawing/2014/main" id="{AD19B87A-0CC0-4A80-953A-62AB98ED83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7" name="直線コネクタ 125796">
                      <a:extLst>
                        <a:ext uri="{FF2B5EF4-FFF2-40B4-BE49-F238E27FC236}">
                          <a16:creationId xmlns:a16="http://schemas.microsoft.com/office/drawing/2014/main" id="{6458D0CF-1EED-4765-B1A9-FD89023AAD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8" name="直線コネクタ 125797">
                      <a:extLst>
                        <a:ext uri="{FF2B5EF4-FFF2-40B4-BE49-F238E27FC236}">
                          <a16:creationId xmlns:a16="http://schemas.microsoft.com/office/drawing/2014/main" id="{93FADF0E-FC8A-4632-A1AE-B45DCC69ED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9" name="直線コネクタ 125798">
                      <a:extLst>
                        <a:ext uri="{FF2B5EF4-FFF2-40B4-BE49-F238E27FC236}">
                          <a16:creationId xmlns:a16="http://schemas.microsoft.com/office/drawing/2014/main" id="{B70B41F7-EDA4-44F4-A723-F641ADF5CD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00" name="直線コネクタ 125799">
                      <a:extLst>
                        <a:ext uri="{FF2B5EF4-FFF2-40B4-BE49-F238E27FC236}">
                          <a16:creationId xmlns:a16="http://schemas.microsoft.com/office/drawing/2014/main" id="{65CBDF26-DA15-41C9-B43B-EDDF30266A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801" name="直線コネクタ 125800">
                      <a:extLst>
                        <a:ext uri="{FF2B5EF4-FFF2-40B4-BE49-F238E27FC236}">
                          <a16:creationId xmlns:a16="http://schemas.microsoft.com/office/drawing/2014/main" id="{5523526A-BDD9-427F-859B-B29B4614A8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638" name="グループ化 125637">
                    <a:extLst>
                      <a:ext uri="{FF2B5EF4-FFF2-40B4-BE49-F238E27FC236}">
                        <a16:creationId xmlns:a16="http://schemas.microsoft.com/office/drawing/2014/main" id="{2628ECC9-090D-4E7D-938F-6F65002E03FE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786" name="直線コネクタ 125785">
                      <a:extLst>
                        <a:ext uri="{FF2B5EF4-FFF2-40B4-BE49-F238E27FC236}">
                          <a16:creationId xmlns:a16="http://schemas.microsoft.com/office/drawing/2014/main" id="{CC03A9D7-3DDE-45E5-AD7B-710AB529ED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7" name="直線コネクタ 125786">
                      <a:extLst>
                        <a:ext uri="{FF2B5EF4-FFF2-40B4-BE49-F238E27FC236}">
                          <a16:creationId xmlns:a16="http://schemas.microsoft.com/office/drawing/2014/main" id="{E6EACAAE-1BA4-4DBD-AD9B-4E877187ED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8" name="直線コネクタ 125787">
                      <a:extLst>
                        <a:ext uri="{FF2B5EF4-FFF2-40B4-BE49-F238E27FC236}">
                          <a16:creationId xmlns:a16="http://schemas.microsoft.com/office/drawing/2014/main" id="{D5E96D9E-A310-4EC9-A739-301F84DB8D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9" name="直線コネクタ 125788">
                      <a:extLst>
                        <a:ext uri="{FF2B5EF4-FFF2-40B4-BE49-F238E27FC236}">
                          <a16:creationId xmlns:a16="http://schemas.microsoft.com/office/drawing/2014/main" id="{7B0F4172-16D3-4702-A749-922817C04B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0" name="直線コネクタ 125789">
                      <a:extLst>
                        <a:ext uri="{FF2B5EF4-FFF2-40B4-BE49-F238E27FC236}">
                          <a16:creationId xmlns:a16="http://schemas.microsoft.com/office/drawing/2014/main" id="{A0AC64D7-C639-47F1-8B4C-A15DDEB33F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1" name="直線コネクタ 125790">
                      <a:extLst>
                        <a:ext uri="{FF2B5EF4-FFF2-40B4-BE49-F238E27FC236}">
                          <a16:creationId xmlns:a16="http://schemas.microsoft.com/office/drawing/2014/main" id="{22204E50-A9CA-4B0D-9BD3-B6090146A7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2" name="直線コネクタ 125791">
                      <a:extLst>
                        <a:ext uri="{FF2B5EF4-FFF2-40B4-BE49-F238E27FC236}">
                          <a16:creationId xmlns:a16="http://schemas.microsoft.com/office/drawing/2014/main" id="{9B09365A-DC5D-4AB2-B0D3-EBCCF70A61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93" name="直線コネクタ 125792">
                      <a:extLst>
                        <a:ext uri="{FF2B5EF4-FFF2-40B4-BE49-F238E27FC236}">
                          <a16:creationId xmlns:a16="http://schemas.microsoft.com/office/drawing/2014/main" id="{E253EC46-B66D-4DD2-9D02-32DA464D0F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639" name="グループ化 125638">
                    <a:extLst>
                      <a:ext uri="{FF2B5EF4-FFF2-40B4-BE49-F238E27FC236}">
                        <a16:creationId xmlns:a16="http://schemas.microsoft.com/office/drawing/2014/main" id="{0705C5F1-4B5F-492F-AA87-A914B147F01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744" name="直線コネクタ 125743">
                      <a:extLst>
                        <a:ext uri="{FF2B5EF4-FFF2-40B4-BE49-F238E27FC236}">
                          <a16:creationId xmlns:a16="http://schemas.microsoft.com/office/drawing/2014/main" id="{E2870CBA-A1F2-4CD6-91EB-6DAC7A85D6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5" name="直線コネクタ 125744">
                      <a:extLst>
                        <a:ext uri="{FF2B5EF4-FFF2-40B4-BE49-F238E27FC236}">
                          <a16:creationId xmlns:a16="http://schemas.microsoft.com/office/drawing/2014/main" id="{47CED8A7-85A7-41F4-97A2-DD11550F80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6" name="直線コネクタ 125745">
                      <a:extLst>
                        <a:ext uri="{FF2B5EF4-FFF2-40B4-BE49-F238E27FC236}">
                          <a16:creationId xmlns:a16="http://schemas.microsoft.com/office/drawing/2014/main" id="{65CD17F8-75DA-4A27-86B6-75B9136672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7" name="直線コネクタ 125746">
                      <a:extLst>
                        <a:ext uri="{FF2B5EF4-FFF2-40B4-BE49-F238E27FC236}">
                          <a16:creationId xmlns:a16="http://schemas.microsoft.com/office/drawing/2014/main" id="{AB0AB7F8-C806-428B-84CC-875FD16E98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8" name="直線コネクタ 125747">
                      <a:extLst>
                        <a:ext uri="{FF2B5EF4-FFF2-40B4-BE49-F238E27FC236}">
                          <a16:creationId xmlns:a16="http://schemas.microsoft.com/office/drawing/2014/main" id="{F24C44C7-2505-471C-A975-41870A2C41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9" name="直線コネクタ 125748">
                      <a:extLst>
                        <a:ext uri="{FF2B5EF4-FFF2-40B4-BE49-F238E27FC236}">
                          <a16:creationId xmlns:a16="http://schemas.microsoft.com/office/drawing/2014/main" id="{571B3C13-2487-4F64-80DC-3347842123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0" name="直線コネクタ 125749">
                      <a:extLst>
                        <a:ext uri="{FF2B5EF4-FFF2-40B4-BE49-F238E27FC236}">
                          <a16:creationId xmlns:a16="http://schemas.microsoft.com/office/drawing/2014/main" id="{F0A39FB7-92B2-4427-9CA8-DDD56FC3B3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1" name="直線コネクタ 125750">
                      <a:extLst>
                        <a:ext uri="{FF2B5EF4-FFF2-40B4-BE49-F238E27FC236}">
                          <a16:creationId xmlns:a16="http://schemas.microsoft.com/office/drawing/2014/main" id="{F0209417-BCB7-43C9-91E7-BEC636E809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2" name="直線コネクタ 125751">
                      <a:extLst>
                        <a:ext uri="{FF2B5EF4-FFF2-40B4-BE49-F238E27FC236}">
                          <a16:creationId xmlns:a16="http://schemas.microsoft.com/office/drawing/2014/main" id="{6DDDC458-92F8-4F14-837B-E0F89F9ECC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3" name="直線コネクタ 125752">
                      <a:extLst>
                        <a:ext uri="{FF2B5EF4-FFF2-40B4-BE49-F238E27FC236}">
                          <a16:creationId xmlns:a16="http://schemas.microsoft.com/office/drawing/2014/main" id="{76548F8C-1B5A-4F63-AB8C-66C985A223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4" name="直線コネクタ 125753">
                      <a:extLst>
                        <a:ext uri="{FF2B5EF4-FFF2-40B4-BE49-F238E27FC236}">
                          <a16:creationId xmlns:a16="http://schemas.microsoft.com/office/drawing/2014/main" id="{D4149AB5-7FE9-4A2B-B66A-5F7629A0B8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5" name="直線コネクタ 125754">
                      <a:extLst>
                        <a:ext uri="{FF2B5EF4-FFF2-40B4-BE49-F238E27FC236}">
                          <a16:creationId xmlns:a16="http://schemas.microsoft.com/office/drawing/2014/main" id="{98138D04-412F-4B2B-94F8-6FA6BDDC11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6" name="直線コネクタ 125755">
                      <a:extLst>
                        <a:ext uri="{FF2B5EF4-FFF2-40B4-BE49-F238E27FC236}">
                          <a16:creationId xmlns:a16="http://schemas.microsoft.com/office/drawing/2014/main" id="{DA14177B-7D11-4031-8F8A-2C170395A7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7" name="直線コネクタ 125756">
                      <a:extLst>
                        <a:ext uri="{FF2B5EF4-FFF2-40B4-BE49-F238E27FC236}">
                          <a16:creationId xmlns:a16="http://schemas.microsoft.com/office/drawing/2014/main" id="{5B75A93A-E2E4-4E0B-8296-DA708E57D4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8" name="直線コネクタ 125757">
                      <a:extLst>
                        <a:ext uri="{FF2B5EF4-FFF2-40B4-BE49-F238E27FC236}">
                          <a16:creationId xmlns:a16="http://schemas.microsoft.com/office/drawing/2014/main" id="{ACE93DA2-6ADC-4C33-9639-DA78B23C0C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59" name="直線コネクタ 125758">
                      <a:extLst>
                        <a:ext uri="{FF2B5EF4-FFF2-40B4-BE49-F238E27FC236}">
                          <a16:creationId xmlns:a16="http://schemas.microsoft.com/office/drawing/2014/main" id="{2892C873-C5D1-4194-8BB7-72B7B174C7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0" name="直線コネクタ 125759">
                      <a:extLst>
                        <a:ext uri="{FF2B5EF4-FFF2-40B4-BE49-F238E27FC236}">
                          <a16:creationId xmlns:a16="http://schemas.microsoft.com/office/drawing/2014/main" id="{F8686407-F1B0-41C6-BC61-EBBB027995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1" name="直線コネクタ 125760">
                      <a:extLst>
                        <a:ext uri="{FF2B5EF4-FFF2-40B4-BE49-F238E27FC236}">
                          <a16:creationId xmlns:a16="http://schemas.microsoft.com/office/drawing/2014/main" id="{A45043BC-CBE3-422A-831A-C5D8B1718C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2" name="直線コネクタ 125761">
                      <a:extLst>
                        <a:ext uri="{FF2B5EF4-FFF2-40B4-BE49-F238E27FC236}">
                          <a16:creationId xmlns:a16="http://schemas.microsoft.com/office/drawing/2014/main" id="{F19A0F72-7CF1-4423-893D-965CD4748C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3" name="直線コネクタ 125762">
                      <a:extLst>
                        <a:ext uri="{FF2B5EF4-FFF2-40B4-BE49-F238E27FC236}">
                          <a16:creationId xmlns:a16="http://schemas.microsoft.com/office/drawing/2014/main" id="{A51CF8F5-A89A-4665-A9C5-BE019B5A1E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4" name="直線コネクタ 125763">
                      <a:extLst>
                        <a:ext uri="{FF2B5EF4-FFF2-40B4-BE49-F238E27FC236}">
                          <a16:creationId xmlns:a16="http://schemas.microsoft.com/office/drawing/2014/main" id="{91313BAC-DD05-424D-A712-874D12D4C4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5" name="直線コネクタ 125764">
                      <a:extLst>
                        <a:ext uri="{FF2B5EF4-FFF2-40B4-BE49-F238E27FC236}">
                          <a16:creationId xmlns:a16="http://schemas.microsoft.com/office/drawing/2014/main" id="{07730CC1-743D-4F59-AB29-F945AA0E6F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6" name="直線コネクタ 125765">
                      <a:extLst>
                        <a:ext uri="{FF2B5EF4-FFF2-40B4-BE49-F238E27FC236}">
                          <a16:creationId xmlns:a16="http://schemas.microsoft.com/office/drawing/2014/main" id="{C198F3FE-A677-4BEA-91D5-268A4F01F6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7" name="直線コネクタ 125766">
                      <a:extLst>
                        <a:ext uri="{FF2B5EF4-FFF2-40B4-BE49-F238E27FC236}">
                          <a16:creationId xmlns:a16="http://schemas.microsoft.com/office/drawing/2014/main" id="{8BB5CEF5-6274-4146-A932-2894461ABE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8" name="直線コネクタ 125767">
                      <a:extLst>
                        <a:ext uri="{FF2B5EF4-FFF2-40B4-BE49-F238E27FC236}">
                          <a16:creationId xmlns:a16="http://schemas.microsoft.com/office/drawing/2014/main" id="{DC516F83-94EB-4093-99D5-86B4599459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69" name="直線コネクタ 125768">
                      <a:extLst>
                        <a:ext uri="{FF2B5EF4-FFF2-40B4-BE49-F238E27FC236}">
                          <a16:creationId xmlns:a16="http://schemas.microsoft.com/office/drawing/2014/main" id="{EAA3622A-6A87-48DB-885C-063CD98280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0" name="直線コネクタ 125769">
                      <a:extLst>
                        <a:ext uri="{FF2B5EF4-FFF2-40B4-BE49-F238E27FC236}">
                          <a16:creationId xmlns:a16="http://schemas.microsoft.com/office/drawing/2014/main" id="{7D77ABA5-2EE2-43D9-9346-7406D4F4AD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1" name="直線コネクタ 125770">
                      <a:extLst>
                        <a:ext uri="{FF2B5EF4-FFF2-40B4-BE49-F238E27FC236}">
                          <a16:creationId xmlns:a16="http://schemas.microsoft.com/office/drawing/2014/main" id="{32EBB890-F17F-4442-9CEB-FC8976071B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2" name="直線コネクタ 125771">
                      <a:extLst>
                        <a:ext uri="{FF2B5EF4-FFF2-40B4-BE49-F238E27FC236}">
                          <a16:creationId xmlns:a16="http://schemas.microsoft.com/office/drawing/2014/main" id="{0854D37B-7BB8-412B-B21D-EFFA2B795B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3" name="直線コネクタ 125772">
                      <a:extLst>
                        <a:ext uri="{FF2B5EF4-FFF2-40B4-BE49-F238E27FC236}">
                          <a16:creationId xmlns:a16="http://schemas.microsoft.com/office/drawing/2014/main" id="{D0855F71-B34C-4086-9A89-65B8EAC5D7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4" name="直線コネクタ 125773">
                      <a:extLst>
                        <a:ext uri="{FF2B5EF4-FFF2-40B4-BE49-F238E27FC236}">
                          <a16:creationId xmlns:a16="http://schemas.microsoft.com/office/drawing/2014/main" id="{FE153480-685A-44CC-96B9-787EBC8E88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5" name="直線コネクタ 125774">
                      <a:extLst>
                        <a:ext uri="{FF2B5EF4-FFF2-40B4-BE49-F238E27FC236}">
                          <a16:creationId xmlns:a16="http://schemas.microsoft.com/office/drawing/2014/main" id="{3A3857F3-7F8B-49D1-AC9D-A20BB1FF0D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6" name="直線コネクタ 125775">
                      <a:extLst>
                        <a:ext uri="{FF2B5EF4-FFF2-40B4-BE49-F238E27FC236}">
                          <a16:creationId xmlns:a16="http://schemas.microsoft.com/office/drawing/2014/main" id="{A319112D-FC5C-493D-BBFF-B854B032B2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7" name="直線コネクタ 125776">
                      <a:extLst>
                        <a:ext uri="{FF2B5EF4-FFF2-40B4-BE49-F238E27FC236}">
                          <a16:creationId xmlns:a16="http://schemas.microsoft.com/office/drawing/2014/main" id="{D512AB51-89DD-42CA-8EDC-414F597E38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8" name="直線コネクタ 125777">
                      <a:extLst>
                        <a:ext uri="{FF2B5EF4-FFF2-40B4-BE49-F238E27FC236}">
                          <a16:creationId xmlns:a16="http://schemas.microsoft.com/office/drawing/2014/main" id="{477AC3D3-F725-4A36-A961-200D4B3047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79" name="直線コネクタ 125778">
                      <a:extLst>
                        <a:ext uri="{FF2B5EF4-FFF2-40B4-BE49-F238E27FC236}">
                          <a16:creationId xmlns:a16="http://schemas.microsoft.com/office/drawing/2014/main" id="{9C761F76-D26E-4427-B104-E3D0F7D644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0" name="直線コネクタ 125779">
                      <a:extLst>
                        <a:ext uri="{FF2B5EF4-FFF2-40B4-BE49-F238E27FC236}">
                          <a16:creationId xmlns:a16="http://schemas.microsoft.com/office/drawing/2014/main" id="{FCB1E9AF-38C2-4829-800B-40F6082BD1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1" name="直線コネクタ 125780">
                      <a:extLst>
                        <a:ext uri="{FF2B5EF4-FFF2-40B4-BE49-F238E27FC236}">
                          <a16:creationId xmlns:a16="http://schemas.microsoft.com/office/drawing/2014/main" id="{0107ACC6-FE40-4CBF-8A37-B5C3EEE064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2" name="直線コネクタ 125781">
                      <a:extLst>
                        <a:ext uri="{FF2B5EF4-FFF2-40B4-BE49-F238E27FC236}">
                          <a16:creationId xmlns:a16="http://schemas.microsoft.com/office/drawing/2014/main" id="{C2BC476C-F99C-4991-9915-97856FDC16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3" name="直線コネクタ 125782">
                      <a:extLst>
                        <a:ext uri="{FF2B5EF4-FFF2-40B4-BE49-F238E27FC236}">
                          <a16:creationId xmlns:a16="http://schemas.microsoft.com/office/drawing/2014/main" id="{A93B01BF-3301-40F4-A810-04ABAC2CD2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4" name="直線コネクタ 125783">
                      <a:extLst>
                        <a:ext uri="{FF2B5EF4-FFF2-40B4-BE49-F238E27FC236}">
                          <a16:creationId xmlns:a16="http://schemas.microsoft.com/office/drawing/2014/main" id="{FD9ABD6C-AC57-44DD-83C8-47119DC926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85" name="直線コネクタ 125784">
                      <a:extLst>
                        <a:ext uri="{FF2B5EF4-FFF2-40B4-BE49-F238E27FC236}">
                          <a16:creationId xmlns:a16="http://schemas.microsoft.com/office/drawing/2014/main" id="{26EE586A-14F8-4BDD-A87F-313910D9E9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640" name="グループ化 125639">
                    <a:extLst>
                      <a:ext uri="{FF2B5EF4-FFF2-40B4-BE49-F238E27FC236}">
                        <a16:creationId xmlns:a16="http://schemas.microsoft.com/office/drawing/2014/main" id="{FF949D35-6DC5-455A-A1F9-0550665FD4AF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702" name="直線コネクタ 125701">
                      <a:extLst>
                        <a:ext uri="{FF2B5EF4-FFF2-40B4-BE49-F238E27FC236}">
                          <a16:creationId xmlns:a16="http://schemas.microsoft.com/office/drawing/2014/main" id="{151BFBE9-E9E7-4A59-9D6B-2EDEC97FCB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3" name="直線コネクタ 125702">
                      <a:extLst>
                        <a:ext uri="{FF2B5EF4-FFF2-40B4-BE49-F238E27FC236}">
                          <a16:creationId xmlns:a16="http://schemas.microsoft.com/office/drawing/2014/main" id="{D17DB620-BA31-46AF-BA51-9E63DC7A9E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4" name="直線コネクタ 125703">
                      <a:extLst>
                        <a:ext uri="{FF2B5EF4-FFF2-40B4-BE49-F238E27FC236}">
                          <a16:creationId xmlns:a16="http://schemas.microsoft.com/office/drawing/2014/main" id="{7C4F5274-E9F3-4D46-9912-B9BE9098B5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5" name="直線コネクタ 125704">
                      <a:extLst>
                        <a:ext uri="{FF2B5EF4-FFF2-40B4-BE49-F238E27FC236}">
                          <a16:creationId xmlns:a16="http://schemas.microsoft.com/office/drawing/2014/main" id="{2C2F5164-749E-420A-B86C-9818790B7D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6" name="直線コネクタ 125705">
                      <a:extLst>
                        <a:ext uri="{FF2B5EF4-FFF2-40B4-BE49-F238E27FC236}">
                          <a16:creationId xmlns:a16="http://schemas.microsoft.com/office/drawing/2014/main" id="{E2E92CB5-2866-482D-95E4-39007D5AAF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7" name="直線コネクタ 125706">
                      <a:extLst>
                        <a:ext uri="{FF2B5EF4-FFF2-40B4-BE49-F238E27FC236}">
                          <a16:creationId xmlns:a16="http://schemas.microsoft.com/office/drawing/2014/main" id="{AEC4104C-208E-4B8A-BA1B-449AEDF8A0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8" name="直線コネクタ 125707">
                      <a:extLst>
                        <a:ext uri="{FF2B5EF4-FFF2-40B4-BE49-F238E27FC236}">
                          <a16:creationId xmlns:a16="http://schemas.microsoft.com/office/drawing/2014/main" id="{6D28B5BD-FE9C-4558-A285-78699033D4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9" name="直線コネクタ 125708">
                      <a:extLst>
                        <a:ext uri="{FF2B5EF4-FFF2-40B4-BE49-F238E27FC236}">
                          <a16:creationId xmlns:a16="http://schemas.microsoft.com/office/drawing/2014/main" id="{641E6E23-7860-4915-A6D2-4E0B6879EA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0" name="直線コネクタ 125709">
                      <a:extLst>
                        <a:ext uri="{FF2B5EF4-FFF2-40B4-BE49-F238E27FC236}">
                          <a16:creationId xmlns:a16="http://schemas.microsoft.com/office/drawing/2014/main" id="{F241DE06-4706-459F-8337-E4E98F76E2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1" name="直線コネクタ 125710">
                      <a:extLst>
                        <a:ext uri="{FF2B5EF4-FFF2-40B4-BE49-F238E27FC236}">
                          <a16:creationId xmlns:a16="http://schemas.microsoft.com/office/drawing/2014/main" id="{C0C4FE94-D875-42BC-9C15-DCF2E248C2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2" name="直線コネクタ 125711">
                      <a:extLst>
                        <a:ext uri="{FF2B5EF4-FFF2-40B4-BE49-F238E27FC236}">
                          <a16:creationId xmlns:a16="http://schemas.microsoft.com/office/drawing/2014/main" id="{F19601F4-7A0A-4052-9C0D-9C7779790C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3" name="直線コネクタ 125712">
                      <a:extLst>
                        <a:ext uri="{FF2B5EF4-FFF2-40B4-BE49-F238E27FC236}">
                          <a16:creationId xmlns:a16="http://schemas.microsoft.com/office/drawing/2014/main" id="{26B2BC7B-0A5B-4615-BD45-D126B8A7B5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4" name="直線コネクタ 125713">
                      <a:extLst>
                        <a:ext uri="{FF2B5EF4-FFF2-40B4-BE49-F238E27FC236}">
                          <a16:creationId xmlns:a16="http://schemas.microsoft.com/office/drawing/2014/main" id="{81E61961-A153-4D38-AF77-C2F63679F5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5" name="直線コネクタ 125714">
                      <a:extLst>
                        <a:ext uri="{FF2B5EF4-FFF2-40B4-BE49-F238E27FC236}">
                          <a16:creationId xmlns:a16="http://schemas.microsoft.com/office/drawing/2014/main" id="{5A81144A-CDDB-4E00-803E-14C20F89EE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6" name="直線コネクタ 125715">
                      <a:extLst>
                        <a:ext uri="{FF2B5EF4-FFF2-40B4-BE49-F238E27FC236}">
                          <a16:creationId xmlns:a16="http://schemas.microsoft.com/office/drawing/2014/main" id="{CB951104-62F6-450E-B681-2B9F608964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7" name="直線コネクタ 125716">
                      <a:extLst>
                        <a:ext uri="{FF2B5EF4-FFF2-40B4-BE49-F238E27FC236}">
                          <a16:creationId xmlns:a16="http://schemas.microsoft.com/office/drawing/2014/main" id="{31C9851E-BEDB-46EB-ADB6-A7CDC80C5A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8" name="直線コネクタ 125717">
                      <a:extLst>
                        <a:ext uri="{FF2B5EF4-FFF2-40B4-BE49-F238E27FC236}">
                          <a16:creationId xmlns:a16="http://schemas.microsoft.com/office/drawing/2014/main" id="{21F8DB76-C02A-4A41-9C74-DB23588E5E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19" name="直線コネクタ 125718">
                      <a:extLst>
                        <a:ext uri="{FF2B5EF4-FFF2-40B4-BE49-F238E27FC236}">
                          <a16:creationId xmlns:a16="http://schemas.microsoft.com/office/drawing/2014/main" id="{4D328708-FD5D-4922-B57B-FD51C03023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0" name="直線コネクタ 125719">
                      <a:extLst>
                        <a:ext uri="{FF2B5EF4-FFF2-40B4-BE49-F238E27FC236}">
                          <a16:creationId xmlns:a16="http://schemas.microsoft.com/office/drawing/2014/main" id="{4C533F06-6436-4D3F-8CF0-9EB709923B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1" name="直線コネクタ 125720">
                      <a:extLst>
                        <a:ext uri="{FF2B5EF4-FFF2-40B4-BE49-F238E27FC236}">
                          <a16:creationId xmlns:a16="http://schemas.microsoft.com/office/drawing/2014/main" id="{11B6364F-59C1-43EF-A9A8-9164189C8A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2" name="直線コネクタ 125721">
                      <a:extLst>
                        <a:ext uri="{FF2B5EF4-FFF2-40B4-BE49-F238E27FC236}">
                          <a16:creationId xmlns:a16="http://schemas.microsoft.com/office/drawing/2014/main" id="{7D1F748E-DAFA-4319-B7E9-4D0B82DBFF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3" name="直線コネクタ 125722">
                      <a:extLst>
                        <a:ext uri="{FF2B5EF4-FFF2-40B4-BE49-F238E27FC236}">
                          <a16:creationId xmlns:a16="http://schemas.microsoft.com/office/drawing/2014/main" id="{5EF27596-440D-4FBA-88AF-33E510DC82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4" name="直線コネクタ 125723">
                      <a:extLst>
                        <a:ext uri="{FF2B5EF4-FFF2-40B4-BE49-F238E27FC236}">
                          <a16:creationId xmlns:a16="http://schemas.microsoft.com/office/drawing/2014/main" id="{83AF596B-FA08-41EB-87FB-FBFF5D4D8A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5" name="直線コネクタ 125724">
                      <a:extLst>
                        <a:ext uri="{FF2B5EF4-FFF2-40B4-BE49-F238E27FC236}">
                          <a16:creationId xmlns:a16="http://schemas.microsoft.com/office/drawing/2014/main" id="{950FDD7C-A16F-4DB7-A00E-407E824841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6" name="直線コネクタ 125725">
                      <a:extLst>
                        <a:ext uri="{FF2B5EF4-FFF2-40B4-BE49-F238E27FC236}">
                          <a16:creationId xmlns:a16="http://schemas.microsoft.com/office/drawing/2014/main" id="{3ED88081-200E-4FF7-9FAC-06473C25CE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7" name="直線コネクタ 125726">
                      <a:extLst>
                        <a:ext uri="{FF2B5EF4-FFF2-40B4-BE49-F238E27FC236}">
                          <a16:creationId xmlns:a16="http://schemas.microsoft.com/office/drawing/2014/main" id="{70AB5C20-E089-44DB-8527-3B1800827A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8" name="直線コネクタ 125727">
                      <a:extLst>
                        <a:ext uri="{FF2B5EF4-FFF2-40B4-BE49-F238E27FC236}">
                          <a16:creationId xmlns:a16="http://schemas.microsoft.com/office/drawing/2014/main" id="{1478D5CA-E0D1-43D4-80E5-7EDBDBE86F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29" name="直線コネクタ 125728">
                      <a:extLst>
                        <a:ext uri="{FF2B5EF4-FFF2-40B4-BE49-F238E27FC236}">
                          <a16:creationId xmlns:a16="http://schemas.microsoft.com/office/drawing/2014/main" id="{A5F164A0-87B7-4F6B-8073-CAF3D73A9E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0" name="直線コネクタ 125729">
                      <a:extLst>
                        <a:ext uri="{FF2B5EF4-FFF2-40B4-BE49-F238E27FC236}">
                          <a16:creationId xmlns:a16="http://schemas.microsoft.com/office/drawing/2014/main" id="{C7C067BF-0389-46D8-9881-B7B57906B6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1" name="直線コネクタ 125730">
                      <a:extLst>
                        <a:ext uri="{FF2B5EF4-FFF2-40B4-BE49-F238E27FC236}">
                          <a16:creationId xmlns:a16="http://schemas.microsoft.com/office/drawing/2014/main" id="{722AC867-FDB8-4633-9225-27FCCA5129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2" name="直線コネクタ 125731">
                      <a:extLst>
                        <a:ext uri="{FF2B5EF4-FFF2-40B4-BE49-F238E27FC236}">
                          <a16:creationId xmlns:a16="http://schemas.microsoft.com/office/drawing/2014/main" id="{F2699188-97D2-4B0D-BC75-7180D35845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3" name="直線コネクタ 125732">
                      <a:extLst>
                        <a:ext uri="{FF2B5EF4-FFF2-40B4-BE49-F238E27FC236}">
                          <a16:creationId xmlns:a16="http://schemas.microsoft.com/office/drawing/2014/main" id="{B02C9C80-5D68-41B1-827A-0810377ECA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4" name="直線コネクタ 125733">
                      <a:extLst>
                        <a:ext uri="{FF2B5EF4-FFF2-40B4-BE49-F238E27FC236}">
                          <a16:creationId xmlns:a16="http://schemas.microsoft.com/office/drawing/2014/main" id="{1582301E-14CE-4E0B-8260-99DF3CEA69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5" name="直線コネクタ 125734">
                      <a:extLst>
                        <a:ext uri="{FF2B5EF4-FFF2-40B4-BE49-F238E27FC236}">
                          <a16:creationId xmlns:a16="http://schemas.microsoft.com/office/drawing/2014/main" id="{82568370-F2A9-4676-8611-314E8A0607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6" name="直線コネクタ 125735">
                      <a:extLst>
                        <a:ext uri="{FF2B5EF4-FFF2-40B4-BE49-F238E27FC236}">
                          <a16:creationId xmlns:a16="http://schemas.microsoft.com/office/drawing/2014/main" id="{96200185-52F3-4991-90D1-E8B5F70A08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7" name="直線コネクタ 125736">
                      <a:extLst>
                        <a:ext uri="{FF2B5EF4-FFF2-40B4-BE49-F238E27FC236}">
                          <a16:creationId xmlns:a16="http://schemas.microsoft.com/office/drawing/2014/main" id="{C5965EAD-D0D6-4885-8D38-8B2A84B65E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8" name="直線コネクタ 125737">
                      <a:extLst>
                        <a:ext uri="{FF2B5EF4-FFF2-40B4-BE49-F238E27FC236}">
                          <a16:creationId xmlns:a16="http://schemas.microsoft.com/office/drawing/2014/main" id="{3AADADFA-EBD6-4436-BCCC-59F7734F0D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39" name="直線コネクタ 125738">
                      <a:extLst>
                        <a:ext uri="{FF2B5EF4-FFF2-40B4-BE49-F238E27FC236}">
                          <a16:creationId xmlns:a16="http://schemas.microsoft.com/office/drawing/2014/main" id="{260EE8F4-BC75-44C1-8C74-4774F5780A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0" name="直線コネクタ 125739">
                      <a:extLst>
                        <a:ext uri="{FF2B5EF4-FFF2-40B4-BE49-F238E27FC236}">
                          <a16:creationId xmlns:a16="http://schemas.microsoft.com/office/drawing/2014/main" id="{BB84F60B-0585-4F58-A509-DB04737222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1" name="直線コネクタ 125740">
                      <a:extLst>
                        <a:ext uri="{FF2B5EF4-FFF2-40B4-BE49-F238E27FC236}">
                          <a16:creationId xmlns:a16="http://schemas.microsoft.com/office/drawing/2014/main" id="{E40F28B4-DB5A-4C10-A5C9-71ACF27DB8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2" name="直線コネクタ 125741">
                      <a:extLst>
                        <a:ext uri="{FF2B5EF4-FFF2-40B4-BE49-F238E27FC236}">
                          <a16:creationId xmlns:a16="http://schemas.microsoft.com/office/drawing/2014/main" id="{57CA2965-99FE-4342-B4A5-6525980652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43" name="直線コネクタ 125742">
                      <a:extLst>
                        <a:ext uri="{FF2B5EF4-FFF2-40B4-BE49-F238E27FC236}">
                          <a16:creationId xmlns:a16="http://schemas.microsoft.com/office/drawing/2014/main" id="{8A1DFE00-C68E-46A3-8516-45927CE356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641" name="グループ化 125640">
                    <a:extLst>
                      <a:ext uri="{FF2B5EF4-FFF2-40B4-BE49-F238E27FC236}">
                        <a16:creationId xmlns:a16="http://schemas.microsoft.com/office/drawing/2014/main" id="{A4EEFBD2-A6EB-406A-A786-EDFEACEE6FBA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694" name="直線コネクタ 125693">
                      <a:extLst>
                        <a:ext uri="{FF2B5EF4-FFF2-40B4-BE49-F238E27FC236}">
                          <a16:creationId xmlns:a16="http://schemas.microsoft.com/office/drawing/2014/main" id="{A5EC3F19-51CD-49A1-8F66-EACF8756ED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5" name="直線コネクタ 125694">
                      <a:extLst>
                        <a:ext uri="{FF2B5EF4-FFF2-40B4-BE49-F238E27FC236}">
                          <a16:creationId xmlns:a16="http://schemas.microsoft.com/office/drawing/2014/main" id="{06BCFF25-0B71-4729-A09C-26EA39D33B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6" name="直線コネクタ 125695">
                      <a:extLst>
                        <a:ext uri="{FF2B5EF4-FFF2-40B4-BE49-F238E27FC236}">
                          <a16:creationId xmlns:a16="http://schemas.microsoft.com/office/drawing/2014/main" id="{E879F12A-6B4F-4479-95B0-5A495B767D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7" name="直線コネクタ 125696">
                      <a:extLst>
                        <a:ext uri="{FF2B5EF4-FFF2-40B4-BE49-F238E27FC236}">
                          <a16:creationId xmlns:a16="http://schemas.microsoft.com/office/drawing/2014/main" id="{E10635CA-123E-45B8-9812-C0F326F9BB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8" name="直線コネクタ 125697">
                      <a:extLst>
                        <a:ext uri="{FF2B5EF4-FFF2-40B4-BE49-F238E27FC236}">
                          <a16:creationId xmlns:a16="http://schemas.microsoft.com/office/drawing/2014/main" id="{756C4602-75B0-4F1B-9665-F9E37FE4DA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9" name="直線コネクタ 125698">
                      <a:extLst>
                        <a:ext uri="{FF2B5EF4-FFF2-40B4-BE49-F238E27FC236}">
                          <a16:creationId xmlns:a16="http://schemas.microsoft.com/office/drawing/2014/main" id="{E1DB0E88-E168-453C-970F-0EE6800414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0" name="直線コネクタ 125699">
                      <a:extLst>
                        <a:ext uri="{FF2B5EF4-FFF2-40B4-BE49-F238E27FC236}">
                          <a16:creationId xmlns:a16="http://schemas.microsoft.com/office/drawing/2014/main" id="{56033584-DBFF-4E39-94A3-04D6D7C519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701" name="直線コネクタ 125700">
                      <a:extLst>
                        <a:ext uri="{FF2B5EF4-FFF2-40B4-BE49-F238E27FC236}">
                          <a16:creationId xmlns:a16="http://schemas.microsoft.com/office/drawing/2014/main" id="{6AFE0AB6-5140-42FF-A177-0694865F02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642" name="グループ化 125641">
                    <a:extLst>
                      <a:ext uri="{FF2B5EF4-FFF2-40B4-BE49-F238E27FC236}">
                        <a16:creationId xmlns:a16="http://schemas.microsoft.com/office/drawing/2014/main" id="{593931D3-4FFB-491C-A91D-D8F3A2E6058B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686" name="直線コネクタ 125685">
                      <a:extLst>
                        <a:ext uri="{FF2B5EF4-FFF2-40B4-BE49-F238E27FC236}">
                          <a16:creationId xmlns:a16="http://schemas.microsoft.com/office/drawing/2014/main" id="{D1456F6B-B4B3-4BBB-AAED-69B6850366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7" name="直線コネクタ 125686">
                      <a:extLst>
                        <a:ext uri="{FF2B5EF4-FFF2-40B4-BE49-F238E27FC236}">
                          <a16:creationId xmlns:a16="http://schemas.microsoft.com/office/drawing/2014/main" id="{CC56EEDB-0D44-47F8-81A6-92D2E1E01F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8" name="直線コネクタ 125687">
                      <a:extLst>
                        <a:ext uri="{FF2B5EF4-FFF2-40B4-BE49-F238E27FC236}">
                          <a16:creationId xmlns:a16="http://schemas.microsoft.com/office/drawing/2014/main" id="{6F7F71BE-1308-4F26-9992-1269A82CFC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9" name="直線コネクタ 125688">
                      <a:extLst>
                        <a:ext uri="{FF2B5EF4-FFF2-40B4-BE49-F238E27FC236}">
                          <a16:creationId xmlns:a16="http://schemas.microsoft.com/office/drawing/2014/main" id="{C0A5C4FA-9E43-4991-8E01-94F53658D9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0" name="直線コネクタ 125689">
                      <a:extLst>
                        <a:ext uri="{FF2B5EF4-FFF2-40B4-BE49-F238E27FC236}">
                          <a16:creationId xmlns:a16="http://schemas.microsoft.com/office/drawing/2014/main" id="{7C8ED0F8-D6AD-4E36-B55A-BE5EE0B1AC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1" name="直線コネクタ 125690">
                      <a:extLst>
                        <a:ext uri="{FF2B5EF4-FFF2-40B4-BE49-F238E27FC236}">
                          <a16:creationId xmlns:a16="http://schemas.microsoft.com/office/drawing/2014/main" id="{AF018EDE-B38C-4019-8B01-D67E20CB0B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2" name="直線コネクタ 125691">
                      <a:extLst>
                        <a:ext uri="{FF2B5EF4-FFF2-40B4-BE49-F238E27FC236}">
                          <a16:creationId xmlns:a16="http://schemas.microsoft.com/office/drawing/2014/main" id="{D4802704-50AC-4D3C-BE7E-5426F72C54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93" name="直線コネクタ 125692">
                      <a:extLst>
                        <a:ext uri="{FF2B5EF4-FFF2-40B4-BE49-F238E27FC236}">
                          <a16:creationId xmlns:a16="http://schemas.microsoft.com/office/drawing/2014/main" id="{99ABF1AC-C11D-4B9B-AA9A-ED687B4C00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643" name="グループ化 125642">
                    <a:extLst>
                      <a:ext uri="{FF2B5EF4-FFF2-40B4-BE49-F238E27FC236}">
                        <a16:creationId xmlns:a16="http://schemas.microsoft.com/office/drawing/2014/main" id="{22565407-A83C-452A-B2B1-E0270434877C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644" name="直線コネクタ 125643">
                      <a:extLst>
                        <a:ext uri="{FF2B5EF4-FFF2-40B4-BE49-F238E27FC236}">
                          <a16:creationId xmlns:a16="http://schemas.microsoft.com/office/drawing/2014/main" id="{60AD12E7-46B8-4186-B851-6282FFDBE5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45" name="直線コネクタ 125644">
                      <a:extLst>
                        <a:ext uri="{FF2B5EF4-FFF2-40B4-BE49-F238E27FC236}">
                          <a16:creationId xmlns:a16="http://schemas.microsoft.com/office/drawing/2014/main" id="{627E884F-685C-4C9D-9E33-DF41A756FC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46" name="直線コネクタ 125645">
                      <a:extLst>
                        <a:ext uri="{FF2B5EF4-FFF2-40B4-BE49-F238E27FC236}">
                          <a16:creationId xmlns:a16="http://schemas.microsoft.com/office/drawing/2014/main" id="{225D102A-5A32-4723-A54A-5717C623C6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47" name="直線コネクタ 125646">
                      <a:extLst>
                        <a:ext uri="{FF2B5EF4-FFF2-40B4-BE49-F238E27FC236}">
                          <a16:creationId xmlns:a16="http://schemas.microsoft.com/office/drawing/2014/main" id="{71E9D9E5-3FB5-4E24-994A-9222EFE4F2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48" name="直線コネクタ 125647">
                      <a:extLst>
                        <a:ext uri="{FF2B5EF4-FFF2-40B4-BE49-F238E27FC236}">
                          <a16:creationId xmlns:a16="http://schemas.microsoft.com/office/drawing/2014/main" id="{9C0C6AA9-D0A2-47F4-AE2C-99C3D91736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49" name="直線コネクタ 125648">
                      <a:extLst>
                        <a:ext uri="{FF2B5EF4-FFF2-40B4-BE49-F238E27FC236}">
                          <a16:creationId xmlns:a16="http://schemas.microsoft.com/office/drawing/2014/main" id="{D71653B0-C91F-4CF1-95AD-9AC332EE3F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0" name="直線コネクタ 125649">
                      <a:extLst>
                        <a:ext uri="{FF2B5EF4-FFF2-40B4-BE49-F238E27FC236}">
                          <a16:creationId xmlns:a16="http://schemas.microsoft.com/office/drawing/2014/main" id="{3686D403-11DB-4970-BDE7-A782BA6CF1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1" name="直線コネクタ 125650">
                      <a:extLst>
                        <a:ext uri="{FF2B5EF4-FFF2-40B4-BE49-F238E27FC236}">
                          <a16:creationId xmlns:a16="http://schemas.microsoft.com/office/drawing/2014/main" id="{6E05B4D5-9848-4419-97C1-8CEADE250D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2" name="直線コネクタ 125651">
                      <a:extLst>
                        <a:ext uri="{FF2B5EF4-FFF2-40B4-BE49-F238E27FC236}">
                          <a16:creationId xmlns:a16="http://schemas.microsoft.com/office/drawing/2014/main" id="{D96D0CEF-0012-4278-AA5D-98E5819DE4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3" name="直線コネクタ 125652">
                      <a:extLst>
                        <a:ext uri="{FF2B5EF4-FFF2-40B4-BE49-F238E27FC236}">
                          <a16:creationId xmlns:a16="http://schemas.microsoft.com/office/drawing/2014/main" id="{3C9D9FEB-E87C-45B1-B229-AEDB0930E9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4" name="直線コネクタ 125653">
                      <a:extLst>
                        <a:ext uri="{FF2B5EF4-FFF2-40B4-BE49-F238E27FC236}">
                          <a16:creationId xmlns:a16="http://schemas.microsoft.com/office/drawing/2014/main" id="{4D619AC0-EA91-4914-9700-BA3CDDD2B9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5" name="直線コネクタ 125654">
                      <a:extLst>
                        <a:ext uri="{FF2B5EF4-FFF2-40B4-BE49-F238E27FC236}">
                          <a16:creationId xmlns:a16="http://schemas.microsoft.com/office/drawing/2014/main" id="{1202A83E-C92E-4771-ACDC-0A0D9EC150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6" name="直線コネクタ 125655">
                      <a:extLst>
                        <a:ext uri="{FF2B5EF4-FFF2-40B4-BE49-F238E27FC236}">
                          <a16:creationId xmlns:a16="http://schemas.microsoft.com/office/drawing/2014/main" id="{CF2A64B3-2B25-4157-B1E7-3ECA73B18A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7" name="直線コネクタ 125656">
                      <a:extLst>
                        <a:ext uri="{FF2B5EF4-FFF2-40B4-BE49-F238E27FC236}">
                          <a16:creationId xmlns:a16="http://schemas.microsoft.com/office/drawing/2014/main" id="{FBD4D221-4290-464E-8E1F-0D52CD2C1C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8" name="直線コネクタ 125657">
                      <a:extLst>
                        <a:ext uri="{FF2B5EF4-FFF2-40B4-BE49-F238E27FC236}">
                          <a16:creationId xmlns:a16="http://schemas.microsoft.com/office/drawing/2014/main" id="{29C4232D-B265-4C17-B119-8D1E24C67C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59" name="直線コネクタ 125658">
                      <a:extLst>
                        <a:ext uri="{FF2B5EF4-FFF2-40B4-BE49-F238E27FC236}">
                          <a16:creationId xmlns:a16="http://schemas.microsoft.com/office/drawing/2014/main" id="{732670FE-6BEC-4ED5-98DB-FAC4900907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0" name="直線コネクタ 125659">
                      <a:extLst>
                        <a:ext uri="{FF2B5EF4-FFF2-40B4-BE49-F238E27FC236}">
                          <a16:creationId xmlns:a16="http://schemas.microsoft.com/office/drawing/2014/main" id="{C329976E-3E21-4AB5-9FB0-A784CCC44D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1" name="直線コネクタ 125660">
                      <a:extLst>
                        <a:ext uri="{FF2B5EF4-FFF2-40B4-BE49-F238E27FC236}">
                          <a16:creationId xmlns:a16="http://schemas.microsoft.com/office/drawing/2014/main" id="{4057EFCD-E9F9-4B23-BBE2-30897B8A82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2" name="直線コネクタ 125661">
                      <a:extLst>
                        <a:ext uri="{FF2B5EF4-FFF2-40B4-BE49-F238E27FC236}">
                          <a16:creationId xmlns:a16="http://schemas.microsoft.com/office/drawing/2014/main" id="{28258A8A-3B9E-4CD6-BBF5-9D10BF3939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3" name="直線コネクタ 125662">
                      <a:extLst>
                        <a:ext uri="{FF2B5EF4-FFF2-40B4-BE49-F238E27FC236}">
                          <a16:creationId xmlns:a16="http://schemas.microsoft.com/office/drawing/2014/main" id="{FB57D4E4-E965-4D01-88A7-98654F4C5B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4" name="直線コネクタ 125663">
                      <a:extLst>
                        <a:ext uri="{FF2B5EF4-FFF2-40B4-BE49-F238E27FC236}">
                          <a16:creationId xmlns:a16="http://schemas.microsoft.com/office/drawing/2014/main" id="{E57E6E7C-56F4-415A-B28C-36E14845C7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5" name="直線コネクタ 125664">
                      <a:extLst>
                        <a:ext uri="{FF2B5EF4-FFF2-40B4-BE49-F238E27FC236}">
                          <a16:creationId xmlns:a16="http://schemas.microsoft.com/office/drawing/2014/main" id="{29B09937-C4AC-4FCF-A6DB-DAD8606329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6" name="直線コネクタ 125665">
                      <a:extLst>
                        <a:ext uri="{FF2B5EF4-FFF2-40B4-BE49-F238E27FC236}">
                          <a16:creationId xmlns:a16="http://schemas.microsoft.com/office/drawing/2014/main" id="{E2672B27-9CCB-4EAC-84A4-8BD783D7A4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7" name="直線コネクタ 125666">
                      <a:extLst>
                        <a:ext uri="{FF2B5EF4-FFF2-40B4-BE49-F238E27FC236}">
                          <a16:creationId xmlns:a16="http://schemas.microsoft.com/office/drawing/2014/main" id="{23AC27C1-1550-4879-B9C5-C3FAB632F9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8" name="直線コネクタ 125667">
                      <a:extLst>
                        <a:ext uri="{FF2B5EF4-FFF2-40B4-BE49-F238E27FC236}">
                          <a16:creationId xmlns:a16="http://schemas.microsoft.com/office/drawing/2014/main" id="{A5E1A87D-54BB-459F-987A-9C6F2F3773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69" name="直線コネクタ 125668">
                      <a:extLst>
                        <a:ext uri="{FF2B5EF4-FFF2-40B4-BE49-F238E27FC236}">
                          <a16:creationId xmlns:a16="http://schemas.microsoft.com/office/drawing/2014/main" id="{443C89A1-594A-4CFF-B9F2-F038081775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0" name="直線コネクタ 125669">
                      <a:extLst>
                        <a:ext uri="{FF2B5EF4-FFF2-40B4-BE49-F238E27FC236}">
                          <a16:creationId xmlns:a16="http://schemas.microsoft.com/office/drawing/2014/main" id="{33308D89-8AD0-4D3A-B65C-E89CFDBB0E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1" name="直線コネクタ 125670">
                      <a:extLst>
                        <a:ext uri="{FF2B5EF4-FFF2-40B4-BE49-F238E27FC236}">
                          <a16:creationId xmlns:a16="http://schemas.microsoft.com/office/drawing/2014/main" id="{86D38E36-41C8-428F-A6D1-2D47782B18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2" name="直線コネクタ 125671">
                      <a:extLst>
                        <a:ext uri="{FF2B5EF4-FFF2-40B4-BE49-F238E27FC236}">
                          <a16:creationId xmlns:a16="http://schemas.microsoft.com/office/drawing/2014/main" id="{BC2D8592-B07D-4740-B34A-E313E7F9BC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3" name="直線コネクタ 125672">
                      <a:extLst>
                        <a:ext uri="{FF2B5EF4-FFF2-40B4-BE49-F238E27FC236}">
                          <a16:creationId xmlns:a16="http://schemas.microsoft.com/office/drawing/2014/main" id="{E19B0981-9A03-46FC-B686-DD559C1672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4" name="直線コネクタ 125673">
                      <a:extLst>
                        <a:ext uri="{FF2B5EF4-FFF2-40B4-BE49-F238E27FC236}">
                          <a16:creationId xmlns:a16="http://schemas.microsoft.com/office/drawing/2014/main" id="{D1A76B5F-7228-47BB-ADAB-EDD3E3F7B5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5" name="直線コネクタ 125674">
                      <a:extLst>
                        <a:ext uri="{FF2B5EF4-FFF2-40B4-BE49-F238E27FC236}">
                          <a16:creationId xmlns:a16="http://schemas.microsoft.com/office/drawing/2014/main" id="{BFE00092-779A-4F1D-BCE3-53A6FB9555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6" name="直線コネクタ 125675">
                      <a:extLst>
                        <a:ext uri="{FF2B5EF4-FFF2-40B4-BE49-F238E27FC236}">
                          <a16:creationId xmlns:a16="http://schemas.microsoft.com/office/drawing/2014/main" id="{2E12DBD8-9B2D-4F83-8921-C78CBC939C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7" name="直線コネクタ 125676">
                      <a:extLst>
                        <a:ext uri="{FF2B5EF4-FFF2-40B4-BE49-F238E27FC236}">
                          <a16:creationId xmlns:a16="http://schemas.microsoft.com/office/drawing/2014/main" id="{1ACB55C2-FF04-4E0E-94B3-C18D416A45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8" name="直線コネクタ 125677">
                      <a:extLst>
                        <a:ext uri="{FF2B5EF4-FFF2-40B4-BE49-F238E27FC236}">
                          <a16:creationId xmlns:a16="http://schemas.microsoft.com/office/drawing/2014/main" id="{340F4A21-6864-4BC4-A8FB-E3E91B2DC9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79" name="直線コネクタ 125678">
                      <a:extLst>
                        <a:ext uri="{FF2B5EF4-FFF2-40B4-BE49-F238E27FC236}">
                          <a16:creationId xmlns:a16="http://schemas.microsoft.com/office/drawing/2014/main" id="{3EF6A763-C327-4790-AF97-E0CDABCFE1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0" name="直線コネクタ 125679">
                      <a:extLst>
                        <a:ext uri="{FF2B5EF4-FFF2-40B4-BE49-F238E27FC236}">
                          <a16:creationId xmlns:a16="http://schemas.microsoft.com/office/drawing/2014/main" id="{13ECC9DE-9285-4189-A701-6BEB4948F3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1" name="直線コネクタ 125680">
                      <a:extLst>
                        <a:ext uri="{FF2B5EF4-FFF2-40B4-BE49-F238E27FC236}">
                          <a16:creationId xmlns:a16="http://schemas.microsoft.com/office/drawing/2014/main" id="{017D4AF2-B990-42A6-8D7A-3764538316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2" name="直線コネクタ 125681">
                      <a:extLst>
                        <a:ext uri="{FF2B5EF4-FFF2-40B4-BE49-F238E27FC236}">
                          <a16:creationId xmlns:a16="http://schemas.microsoft.com/office/drawing/2014/main" id="{B14AD3A8-DF65-4D06-A726-4BD4E593E2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3" name="直線コネクタ 125682">
                      <a:extLst>
                        <a:ext uri="{FF2B5EF4-FFF2-40B4-BE49-F238E27FC236}">
                          <a16:creationId xmlns:a16="http://schemas.microsoft.com/office/drawing/2014/main" id="{5F204C13-B55C-4B65-8A1E-EEE05FF1D7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4" name="直線コネクタ 125683">
                      <a:extLst>
                        <a:ext uri="{FF2B5EF4-FFF2-40B4-BE49-F238E27FC236}">
                          <a16:creationId xmlns:a16="http://schemas.microsoft.com/office/drawing/2014/main" id="{0AAE2F14-4230-41A5-BB2B-7CAAB74AFD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685" name="直線コネクタ 125684">
                      <a:extLst>
                        <a:ext uri="{FF2B5EF4-FFF2-40B4-BE49-F238E27FC236}">
                          <a16:creationId xmlns:a16="http://schemas.microsoft.com/office/drawing/2014/main" id="{9F20A967-8A58-4276-BB36-01660C9CF0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59" name="グループ化 123158">
                  <a:extLst>
                    <a:ext uri="{FF2B5EF4-FFF2-40B4-BE49-F238E27FC236}">
                      <a16:creationId xmlns:a16="http://schemas.microsoft.com/office/drawing/2014/main" id="{6993D29B-A8FA-456A-AC59-11932B66C44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36917" y="5336881"/>
                  <a:ext cx="125929" cy="126000"/>
                  <a:chOff x="4287481" y="4286224"/>
                  <a:chExt cx="2227978" cy="2229219"/>
                </a:xfrm>
              </p:grpSpPr>
              <p:cxnSp>
                <p:nvCxnSpPr>
                  <p:cNvPr id="125085" name="直線コネクタ 125084">
                    <a:extLst>
                      <a:ext uri="{FF2B5EF4-FFF2-40B4-BE49-F238E27FC236}">
                        <a16:creationId xmlns:a16="http://schemas.microsoft.com/office/drawing/2014/main" id="{17F75774-B3B0-4B49-B2A8-78A91C6F74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86" name="直線コネクタ 125085">
                    <a:extLst>
                      <a:ext uri="{FF2B5EF4-FFF2-40B4-BE49-F238E27FC236}">
                        <a16:creationId xmlns:a16="http://schemas.microsoft.com/office/drawing/2014/main" id="{5E19381D-6158-4F30-BA26-B41C422C96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87" name="直線コネクタ 125086">
                    <a:extLst>
                      <a:ext uri="{FF2B5EF4-FFF2-40B4-BE49-F238E27FC236}">
                        <a16:creationId xmlns:a16="http://schemas.microsoft.com/office/drawing/2014/main" id="{BB1F6453-50A0-46AC-8938-49FA6BC8B3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88" name="直線コネクタ 125087">
                    <a:extLst>
                      <a:ext uri="{FF2B5EF4-FFF2-40B4-BE49-F238E27FC236}">
                        <a16:creationId xmlns:a16="http://schemas.microsoft.com/office/drawing/2014/main" id="{D10EB968-19C0-4FE8-B0CB-C1DDE54828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89" name="直線コネクタ 125088">
                    <a:extLst>
                      <a:ext uri="{FF2B5EF4-FFF2-40B4-BE49-F238E27FC236}">
                        <a16:creationId xmlns:a16="http://schemas.microsoft.com/office/drawing/2014/main" id="{C10CD408-2645-44F1-BF90-91B4C2A4F1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0" name="直線コネクタ 125089">
                    <a:extLst>
                      <a:ext uri="{FF2B5EF4-FFF2-40B4-BE49-F238E27FC236}">
                        <a16:creationId xmlns:a16="http://schemas.microsoft.com/office/drawing/2014/main" id="{B997723F-6C84-4EBF-96DF-537E8E5B9E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1" name="直線コネクタ 125090">
                    <a:extLst>
                      <a:ext uri="{FF2B5EF4-FFF2-40B4-BE49-F238E27FC236}">
                        <a16:creationId xmlns:a16="http://schemas.microsoft.com/office/drawing/2014/main" id="{649A144F-2F15-46B6-B310-07F8B0D8DB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2" name="直線コネクタ 125091">
                    <a:extLst>
                      <a:ext uri="{FF2B5EF4-FFF2-40B4-BE49-F238E27FC236}">
                        <a16:creationId xmlns:a16="http://schemas.microsoft.com/office/drawing/2014/main" id="{0CB8E744-5498-4528-AC3A-34D3293279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3" name="直線コネクタ 125092">
                    <a:extLst>
                      <a:ext uri="{FF2B5EF4-FFF2-40B4-BE49-F238E27FC236}">
                        <a16:creationId xmlns:a16="http://schemas.microsoft.com/office/drawing/2014/main" id="{89B84F27-3A85-40A0-9395-A422F88004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4" name="直線コネクタ 125093">
                    <a:extLst>
                      <a:ext uri="{FF2B5EF4-FFF2-40B4-BE49-F238E27FC236}">
                        <a16:creationId xmlns:a16="http://schemas.microsoft.com/office/drawing/2014/main" id="{1BA1D425-C593-4F53-BBAB-1BE728B8BD4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5" name="直線コネクタ 125094">
                    <a:extLst>
                      <a:ext uri="{FF2B5EF4-FFF2-40B4-BE49-F238E27FC236}">
                        <a16:creationId xmlns:a16="http://schemas.microsoft.com/office/drawing/2014/main" id="{490DB505-DEB9-4DD9-92D4-D4860CDD4A9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6" name="直線コネクタ 125095">
                    <a:extLst>
                      <a:ext uri="{FF2B5EF4-FFF2-40B4-BE49-F238E27FC236}">
                        <a16:creationId xmlns:a16="http://schemas.microsoft.com/office/drawing/2014/main" id="{E6F88B85-7DF2-4CDB-BBDA-4B3F563045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7" name="直線コネクタ 125096">
                    <a:extLst>
                      <a:ext uri="{FF2B5EF4-FFF2-40B4-BE49-F238E27FC236}">
                        <a16:creationId xmlns:a16="http://schemas.microsoft.com/office/drawing/2014/main" id="{2E7729F8-98F3-42BD-BB66-9D6DD2BE147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8" name="直線コネクタ 125097">
                    <a:extLst>
                      <a:ext uri="{FF2B5EF4-FFF2-40B4-BE49-F238E27FC236}">
                        <a16:creationId xmlns:a16="http://schemas.microsoft.com/office/drawing/2014/main" id="{2D719D8E-C16B-492F-B057-3E4EBBE75B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99" name="直線コネクタ 125098">
                    <a:extLst>
                      <a:ext uri="{FF2B5EF4-FFF2-40B4-BE49-F238E27FC236}">
                        <a16:creationId xmlns:a16="http://schemas.microsoft.com/office/drawing/2014/main" id="{EFA3F5BF-347B-4254-9B83-C66A67260B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0" name="直線コネクタ 125099">
                    <a:extLst>
                      <a:ext uri="{FF2B5EF4-FFF2-40B4-BE49-F238E27FC236}">
                        <a16:creationId xmlns:a16="http://schemas.microsoft.com/office/drawing/2014/main" id="{C1702376-BBEE-48C6-942F-4C5B10F156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1" name="直線コネクタ 125100">
                    <a:extLst>
                      <a:ext uri="{FF2B5EF4-FFF2-40B4-BE49-F238E27FC236}">
                        <a16:creationId xmlns:a16="http://schemas.microsoft.com/office/drawing/2014/main" id="{6B2BFDF3-1C56-40FC-9433-ACD4179EE6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2" name="直線コネクタ 125101">
                    <a:extLst>
                      <a:ext uri="{FF2B5EF4-FFF2-40B4-BE49-F238E27FC236}">
                        <a16:creationId xmlns:a16="http://schemas.microsoft.com/office/drawing/2014/main" id="{4D4BA07C-6897-47C4-A77C-DEE5D42DA2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3" name="直線コネクタ 125102">
                    <a:extLst>
                      <a:ext uri="{FF2B5EF4-FFF2-40B4-BE49-F238E27FC236}">
                        <a16:creationId xmlns:a16="http://schemas.microsoft.com/office/drawing/2014/main" id="{443ABA0B-3A75-41BD-AA93-AD1D2C829D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4" name="直線コネクタ 125103">
                    <a:extLst>
                      <a:ext uri="{FF2B5EF4-FFF2-40B4-BE49-F238E27FC236}">
                        <a16:creationId xmlns:a16="http://schemas.microsoft.com/office/drawing/2014/main" id="{6AC84600-258F-4252-8480-E2BAD8C0FA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5" name="直線コネクタ 125104">
                    <a:extLst>
                      <a:ext uri="{FF2B5EF4-FFF2-40B4-BE49-F238E27FC236}">
                        <a16:creationId xmlns:a16="http://schemas.microsoft.com/office/drawing/2014/main" id="{CF9F7982-9786-4276-994C-3A985584BE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6" name="直線コネクタ 125105">
                    <a:extLst>
                      <a:ext uri="{FF2B5EF4-FFF2-40B4-BE49-F238E27FC236}">
                        <a16:creationId xmlns:a16="http://schemas.microsoft.com/office/drawing/2014/main" id="{EF977FB3-A30B-4B9C-AFC0-2E2833F8EF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7" name="直線コネクタ 125106">
                    <a:extLst>
                      <a:ext uri="{FF2B5EF4-FFF2-40B4-BE49-F238E27FC236}">
                        <a16:creationId xmlns:a16="http://schemas.microsoft.com/office/drawing/2014/main" id="{75F90941-23FD-4708-81B6-ECF230A796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8" name="直線コネクタ 125107">
                    <a:extLst>
                      <a:ext uri="{FF2B5EF4-FFF2-40B4-BE49-F238E27FC236}">
                        <a16:creationId xmlns:a16="http://schemas.microsoft.com/office/drawing/2014/main" id="{29747156-B431-4D45-ACD1-F9FE89E81B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09" name="直線コネクタ 125108">
                    <a:extLst>
                      <a:ext uri="{FF2B5EF4-FFF2-40B4-BE49-F238E27FC236}">
                        <a16:creationId xmlns:a16="http://schemas.microsoft.com/office/drawing/2014/main" id="{0040E736-9E70-4266-9655-08AE869271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0" name="直線コネクタ 125109">
                    <a:extLst>
                      <a:ext uri="{FF2B5EF4-FFF2-40B4-BE49-F238E27FC236}">
                        <a16:creationId xmlns:a16="http://schemas.microsoft.com/office/drawing/2014/main" id="{F8B9255F-94DE-4351-91DF-916AEC1BAF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1" name="直線コネクタ 125110">
                    <a:extLst>
                      <a:ext uri="{FF2B5EF4-FFF2-40B4-BE49-F238E27FC236}">
                        <a16:creationId xmlns:a16="http://schemas.microsoft.com/office/drawing/2014/main" id="{FD5C2384-DDDA-4BE8-A428-6967EBEDED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2" name="直線コネクタ 125111">
                    <a:extLst>
                      <a:ext uri="{FF2B5EF4-FFF2-40B4-BE49-F238E27FC236}">
                        <a16:creationId xmlns:a16="http://schemas.microsoft.com/office/drawing/2014/main" id="{FFF8E242-6EB2-4729-8291-C229AE2B68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3" name="直線コネクタ 125112">
                    <a:extLst>
                      <a:ext uri="{FF2B5EF4-FFF2-40B4-BE49-F238E27FC236}">
                        <a16:creationId xmlns:a16="http://schemas.microsoft.com/office/drawing/2014/main" id="{24B91760-08C6-4B9B-A112-56CA30692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4" name="直線コネクタ 125113">
                    <a:extLst>
                      <a:ext uri="{FF2B5EF4-FFF2-40B4-BE49-F238E27FC236}">
                        <a16:creationId xmlns:a16="http://schemas.microsoft.com/office/drawing/2014/main" id="{DA39E499-DABA-4069-BA16-5CEE5B1D35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5" name="直線コネクタ 125114">
                    <a:extLst>
                      <a:ext uri="{FF2B5EF4-FFF2-40B4-BE49-F238E27FC236}">
                        <a16:creationId xmlns:a16="http://schemas.microsoft.com/office/drawing/2014/main" id="{6778B87B-51E4-4EF7-959D-2F8872BED6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6" name="直線コネクタ 125115">
                    <a:extLst>
                      <a:ext uri="{FF2B5EF4-FFF2-40B4-BE49-F238E27FC236}">
                        <a16:creationId xmlns:a16="http://schemas.microsoft.com/office/drawing/2014/main" id="{DE1E5D97-1D1A-4B89-94DE-AD6833F257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7" name="直線コネクタ 125116">
                    <a:extLst>
                      <a:ext uri="{FF2B5EF4-FFF2-40B4-BE49-F238E27FC236}">
                        <a16:creationId xmlns:a16="http://schemas.microsoft.com/office/drawing/2014/main" id="{A6F43D18-85D4-4FCB-AEC8-3D9DEB2FA2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8" name="直線コネクタ 125117">
                    <a:extLst>
                      <a:ext uri="{FF2B5EF4-FFF2-40B4-BE49-F238E27FC236}">
                        <a16:creationId xmlns:a16="http://schemas.microsoft.com/office/drawing/2014/main" id="{819056B1-733B-45DF-B660-17BFDDC7F5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19" name="直線コネクタ 125118">
                    <a:extLst>
                      <a:ext uri="{FF2B5EF4-FFF2-40B4-BE49-F238E27FC236}">
                        <a16:creationId xmlns:a16="http://schemas.microsoft.com/office/drawing/2014/main" id="{85C8FC71-C50A-4BCF-B1B0-8C40F5B79E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0" name="直線コネクタ 125119">
                    <a:extLst>
                      <a:ext uri="{FF2B5EF4-FFF2-40B4-BE49-F238E27FC236}">
                        <a16:creationId xmlns:a16="http://schemas.microsoft.com/office/drawing/2014/main" id="{9651EB38-2A99-4335-9F6B-AC47160DA4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1" name="直線コネクタ 125120">
                    <a:extLst>
                      <a:ext uri="{FF2B5EF4-FFF2-40B4-BE49-F238E27FC236}">
                        <a16:creationId xmlns:a16="http://schemas.microsoft.com/office/drawing/2014/main" id="{35210A91-622F-47C4-BBAA-85EF2AA193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2" name="直線コネクタ 125121">
                    <a:extLst>
                      <a:ext uri="{FF2B5EF4-FFF2-40B4-BE49-F238E27FC236}">
                        <a16:creationId xmlns:a16="http://schemas.microsoft.com/office/drawing/2014/main" id="{D26E5FCA-2D66-431C-B410-C39B8BD028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3" name="直線コネクタ 125122">
                    <a:extLst>
                      <a:ext uri="{FF2B5EF4-FFF2-40B4-BE49-F238E27FC236}">
                        <a16:creationId xmlns:a16="http://schemas.microsoft.com/office/drawing/2014/main" id="{CA7B58E4-724E-4122-AED1-FBB37C1622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4" name="直線コネクタ 125123">
                    <a:extLst>
                      <a:ext uri="{FF2B5EF4-FFF2-40B4-BE49-F238E27FC236}">
                        <a16:creationId xmlns:a16="http://schemas.microsoft.com/office/drawing/2014/main" id="{F1633974-72DE-4381-A5D4-A683779EB5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5" name="直線コネクタ 125124">
                    <a:extLst>
                      <a:ext uri="{FF2B5EF4-FFF2-40B4-BE49-F238E27FC236}">
                        <a16:creationId xmlns:a16="http://schemas.microsoft.com/office/drawing/2014/main" id="{4AA774C0-4358-4F92-9403-99676619FD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6" name="直線コネクタ 125125">
                    <a:extLst>
                      <a:ext uri="{FF2B5EF4-FFF2-40B4-BE49-F238E27FC236}">
                        <a16:creationId xmlns:a16="http://schemas.microsoft.com/office/drawing/2014/main" id="{E0EABEE2-4E3F-4C08-B5B2-30FC4C5DBD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7" name="直線コネクタ 125126">
                    <a:extLst>
                      <a:ext uri="{FF2B5EF4-FFF2-40B4-BE49-F238E27FC236}">
                        <a16:creationId xmlns:a16="http://schemas.microsoft.com/office/drawing/2014/main" id="{4A613D51-E943-4F3C-AF02-CD3846E5EB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8" name="直線コネクタ 125127">
                    <a:extLst>
                      <a:ext uri="{FF2B5EF4-FFF2-40B4-BE49-F238E27FC236}">
                        <a16:creationId xmlns:a16="http://schemas.microsoft.com/office/drawing/2014/main" id="{047D33B4-DB09-42B3-A847-B21727A4320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29" name="直線コネクタ 125128">
                    <a:extLst>
                      <a:ext uri="{FF2B5EF4-FFF2-40B4-BE49-F238E27FC236}">
                        <a16:creationId xmlns:a16="http://schemas.microsoft.com/office/drawing/2014/main" id="{6DFFC84A-5825-4877-899E-549A23BD605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0" name="直線コネクタ 125129">
                    <a:extLst>
                      <a:ext uri="{FF2B5EF4-FFF2-40B4-BE49-F238E27FC236}">
                        <a16:creationId xmlns:a16="http://schemas.microsoft.com/office/drawing/2014/main" id="{435EDD5F-2F83-4797-A5DA-3F5B399821C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1" name="直線コネクタ 125130">
                    <a:extLst>
                      <a:ext uri="{FF2B5EF4-FFF2-40B4-BE49-F238E27FC236}">
                        <a16:creationId xmlns:a16="http://schemas.microsoft.com/office/drawing/2014/main" id="{292387CB-1BBB-4A40-9ED4-55145F67D7D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2" name="直線コネクタ 125131">
                    <a:extLst>
                      <a:ext uri="{FF2B5EF4-FFF2-40B4-BE49-F238E27FC236}">
                        <a16:creationId xmlns:a16="http://schemas.microsoft.com/office/drawing/2014/main" id="{CD37736E-7D65-4F59-AEF1-F5460A4290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3" name="直線コネクタ 125132">
                    <a:extLst>
                      <a:ext uri="{FF2B5EF4-FFF2-40B4-BE49-F238E27FC236}">
                        <a16:creationId xmlns:a16="http://schemas.microsoft.com/office/drawing/2014/main" id="{99FFE6FF-553F-40E6-A862-56C5F5E2C2B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4" name="直線コネクタ 125133">
                    <a:extLst>
                      <a:ext uri="{FF2B5EF4-FFF2-40B4-BE49-F238E27FC236}">
                        <a16:creationId xmlns:a16="http://schemas.microsoft.com/office/drawing/2014/main" id="{3B537BC7-54A5-4356-91C8-11F5C8A6B30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5" name="直線コネクタ 125134">
                    <a:extLst>
                      <a:ext uri="{FF2B5EF4-FFF2-40B4-BE49-F238E27FC236}">
                        <a16:creationId xmlns:a16="http://schemas.microsoft.com/office/drawing/2014/main" id="{D79EEB4E-F3A3-4599-A166-67C77B4649A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6" name="直線コネクタ 125135">
                    <a:extLst>
                      <a:ext uri="{FF2B5EF4-FFF2-40B4-BE49-F238E27FC236}">
                        <a16:creationId xmlns:a16="http://schemas.microsoft.com/office/drawing/2014/main" id="{8BB90FFD-B35F-4FA2-9C7B-44E6AAED418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7" name="直線コネクタ 125136">
                    <a:extLst>
                      <a:ext uri="{FF2B5EF4-FFF2-40B4-BE49-F238E27FC236}">
                        <a16:creationId xmlns:a16="http://schemas.microsoft.com/office/drawing/2014/main" id="{73401C79-EB56-46D8-8914-1AD322834E2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8" name="直線コネクタ 125137">
                    <a:extLst>
                      <a:ext uri="{FF2B5EF4-FFF2-40B4-BE49-F238E27FC236}">
                        <a16:creationId xmlns:a16="http://schemas.microsoft.com/office/drawing/2014/main" id="{B4D530E4-3727-4FEB-848A-A617F85EE3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39" name="直線コネクタ 125138">
                    <a:extLst>
                      <a:ext uri="{FF2B5EF4-FFF2-40B4-BE49-F238E27FC236}">
                        <a16:creationId xmlns:a16="http://schemas.microsoft.com/office/drawing/2014/main" id="{74B4F953-62AC-4581-ABD5-8028E57534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0" name="直線コネクタ 125139">
                    <a:extLst>
                      <a:ext uri="{FF2B5EF4-FFF2-40B4-BE49-F238E27FC236}">
                        <a16:creationId xmlns:a16="http://schemas.microsoft.com/office/drawing/2014/main" id="{4B8E2516-12C2-4D88-822B-3075034F64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1" name="直線コネクタ 125140">
                    <a:extLst>
                      <a:ext uri="{FF2B5EF4-FFF2-40B4-BE49-F238E27FC236}">
                        <a16:creationId xmlns:a16="http://schemas.microsoft.com/office/drawing/2014/main" id="{8E88E83E-39D7-4FF8-8578-E862A7B082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2" name="直線コネクタ 125141">
                    <a:extLst>
                      <a:ext uri="{FF2B5EF4-FFF2-40B4-BE49-F238E27FC236}">
                        <a16:creationId xmlns:a16="http://schemas.microsoft.com/office/drawing/2014/main" id="{53DE2C87-79C7-4284-B9E3-4C352A57F6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3" name="直線コネクタ 125142">
                    <a:extLst>
                      <a:ext uri="{FF2B5EF4-FFF2-40B4-BE49-F238E27FC236}">
                        <a16:creationId xmlns:a16="http://schemas.microsoft.com/office/drawing/2014/main" id="{05BEF0E6-179B-482A-A0A2-EBB71118A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4" name="直線コネクタ 125143">
                    <a:extLst>
                      <a:ext uri="{FF2B5EF4-FFF2-40B4-BE49-F238E27FC236}">
                        <a16:creationId xmlns:a16="http://schemas.microsoft.com/office/drawing/2014/main" id="{F0994656-4F97-4A8E-94F7-DC1501E21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5" name="直線コネクタ 125144">
                    <a:extLst>
                      <a:ext uri="{FF2B5EF4-FFF2-40B4-BE49-F238E27FC236}">
                        <a16:creationId xmlns:a16="http://schemas.microsoft.com/office/drawing/2014/main" id="{21972773-0056-4A75-9517-113A376810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6" name="直線コネクタ 125145">
                    <a:extLst>
                      <a:ext uri="{FF2B5EF4-FFF2-40B4-BE49-F238E27FC236}">
                        <a16:creationId xmlns:a16="http://schemas.microsoft.com/office/drawing/2014/main" id="{D5961BFF-6E57-4DB0-A51A-8754A504C2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7" name="直線コネクタ 125146">
                    <a:extLst>
                      <a:ext uri="{FF2B5EF4-FFF2-40B4-BE49-F238E27FC236}">
                        <a16:creationId xmlns:a16="http://schemas.microsoft.com/office/drawing/2014/main" id="{456E8B96-21BD-4B5D-9E88-12A0A693F4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8" name="直線コネクタ 125147">
                    <a:extLst>
                      <a:ext uri="{FF2B5EF4-FFF2-40B4-BE49-F238E27FC236}">
                        <a16:creationId xmlns:a16="http://schemas.microsoft.com/office/drawing/2014/main" id="{7C13A7FC-9766-4061-9C4E-D7C6D3368A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49" name="直線コネクタ 125148">
                    <a:extLst>
                      <a:ext uri="{FF2B5EF4-FFF2-40B4-BE49-F238E27FC236}">
                        <a16:creationId xmlns:a16="http://schemas.microsoft.com/office/drawing/2014/main" id="{C71D8947-5ACB-42DB-A4C3-8A549496B5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0" name="直線コネクタ 125149">
                    <a:extLst>
                      <a:ext uri="{FF2B5EF4-FFF2-40B4-BE49-F238E27FC236}">
                        <a16:creationId xmlns:a16="http://schemas.microsoft.com/office/drawing/2014/main" id="{3D35F61A-ACA2-48BF-8F3B-84367EFB52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1" name="直線コネクタ 125150">
                    <a:extLst>
                      <a:ext uri="{FF2B5EF4-FFF2-40B4-BE49-F238E27FC236}">
                        <a16:creationId xmlns:a16="http://schemas.microsoft.com/office/drawing/2014/main" id="{8B029341-7E44-400E-A76D-792DCB1525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2" name="直線コネクタ 125151">
                    <a:extLst>
                      <a:ext uri="{FF2B5EF4-FFF2-40B4-BE49-F238E27FC236}">
                        <a16:creationId xmlns:a16="http://schemas.microsoft.com/office/drawing/2014/main" id="{6186626F-619F-47A5-BDA1-92EA5FEA45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3" name="直線コネクタ 125152">
                    <a:extLst>
                      <a:ext uri="{FF2B5EF4-FFF2-40B4-BE49-F238E27FC236}">
                        <a16:creationId xmlns:a16="http://schemas.microsoft.com/office/drawing/2014/main" id="{BADEDD44-9ECE-4FC2-B38D-23C168DFFB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4" name="直線コネクタ 125153">
                    <a:extLst>
                      <a:ext uri="{FF2B5EF4-FFF2-40B4-BE49-F238E27FC236}">
                        <a16:creationId xmlns:a16="http://schemas.microsoft.com/office/drawing/2014/main" id="{C797BCFA-B7EB-4DCE-8DC5-EB21E25273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5" name="直線コネクタ 125154">
                    <a:extLst>
                      <a:ext uri="{FF2B5EF4-FFF2-40B4-BE49-F238E27FC236}">
                        <a16:creationId xmlns:a16="http://schemas.microsoft.com/office/drawing/2014/main" id="{A77AD846-1BB6-4FB7-BCA5-53E2269004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6" name="直線コネクタ 125155">
                    <a:extLst>
                      <a:ext uri="{FF2B5EF4-FFF2-40B4-BE49-F238E27FC236}">
                        <a16:creationId xmlns:a16="http://schemas.microsoft.com/office/drawing/2014/main" id="{624DDDC2-F75C-4452-882C-A215765FA5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7" name="直線コネクタ 125156">
                    <a:extLst>
                      <a:ext uri="{FF2B5EF4-FFF2-40B4-BE49-F238E27FC236}">
                        <a16:creationId xmlns:a16="http://schemas.microsoft.com/office/drawing/2014/main" id="{B8A704B7-A2F2-402F-AE7C-C091A3A4CD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8" name="直線コネクタ 125157">
                    <a:extLst>
                      <a:ext uri="{FF2B5EF4-FFF2-40B4-BE49-F238E27FC236}">
                        <a16:creationId xmlns:a16="http://schemas.microsoft.com/office/drawing/2014/main" id="{CBA51AE2-0F27-4251-9906-A5D48E8082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59" name="直線コネクタ 125158">
                    <a:extLst>
                      <a:ext uri="{FF2B5EF4-FFF2-40B4-BE49-F238E27FC236}">
                        <a16:creationId xmlns:a16="http://schemas.microsoft.com/office/drawing/2014/main" id="{7835BC38-8331-4EDB-B569-898995E3EF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0" name="直線コネクタ 125159">
                    <a:extLst>
                      <a:ext uri="{FF2B5EF4-FFF2-40B4-BE49-F238E27FC236}">
                        <a16:creationId xmlns:a16="http://schemas.microsoft.com/office/drawing/2014/main" id="{BDCE68B1-EF54-49E1-87AC-3C504459EB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1" name="直線コネクタ 125160">
                    <a:extLst>
                      <a:ext uri="{FF2B5EF4-FFF2-40B4-BE49-F238E27FC236}">
                        <a16:creationId xmlns:a16="http://schemas.microsoft.com/office/drawing/2014/main" id="{D619BE44-D0BB-42C5-8452-25EEBA2C0E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2" name="直線コネクタ 125161">
                    <a:extLst>
                      <a:ext uri="{FF2B5EF4-FFF2-40B4-BE49-F238E27FC236}">
                        <a16:creationId xmlns:a16="http://schemas.microsoft.com/office/drawing/2014/main" id="{646F56D2-F1A8-4FAE-8929-98D513F6BB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3" name="直線コネクタ 125162">
                    <a:extLst>
                      <a:ext uri="{FF2B5EF4-FFF2-40B4-BE49-F238E27FC236}">
                        <a16:creationId xmlns:a16="http://schemas.microsoft.com/office/drawing/2014/main" id="{4A093842-9E80-4C4F-8D3D-CFD7D6740A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4" name="直線コネクタ 125163">
                    <a:extLst>
                      <a:ext uri="{FF2B5EF4-FFF2-40B4-BE49-F238E27FC236}">
                        <a16:creationId xmlns:a16="http://schemas.microsoft.com/office/drawing/2014/main" id="{98FAFA7D-8B80-443F-BBBF-D46DB2A91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5" name="直線コネクタ 125164">
                    <a:extLst>
                      <a:ext uri="{FF2B5EF4-FFF2-40B4-BE49-F238E27FC236}">
                        <a16:creationId xmlns:a16="http://schemas.microsoft.com/office/drawing/2014/main" id="{6FDB8136-B352-4966-8474-163A1F8610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6" name="直線コネクタ 125165">
                    <a:extLst>
                      <a:ext uri="{FF2B5EF4-FFF2-40B4-BE49-F238E27FC236}">
                        <a16:creationId xmlns:a16="http://schemas.microsoft.com/office/drawing/2014/main" id="{A3EB07E6-DA74-4902-A3BE-4CCD3A6133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7" name="直線コネクタ 125166">
                    <a:extLst>
                      <a:ext uri="{FF2B5EF4-FFF2-40B4-BE49-F238E27FC236}">
                        <a16:creationId xmlns:a16="http://schemas.microsoft.com/office/drawing/2014/main" id="{B44920BC-9376-4C82-90B2-4DE3EDB0D2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8" name="直線コネクタ 125167">
                    <a:extLst>
                      <a:ext uri="{FF2B5EF4-FFF2-40B4-BE49-F238E27FC236}">
                        <a16:creationId xmlns:a16="http://schemas.microsoft.com/office/drawing/2014/main" id="{6EDEF917-B096-4F79-9117-2C59395F4C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69" name="直線コネクタ 125168">
                    <a:extLst>
                      <a:ext uri="{FF2B5EF4-FFF2-40B4-BE49-F238E27FC236}">
                        <a16:creationId xmlns:a16="http://schemas.microsoft.com/office/drawing/2014/main" id="{C4B95A73-8644-4372-8C33-3FF85D4DB0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0" name="直線コネクタ 125169">
                    <a:extLst>
                      <a:ext uri="{FF2B5EF4-FFF2-40B4-BE49-F238E27FC236}">
                        <a16:creationId xmlns:a16="http://schemas.microsoft.com/office/drawing/2014/main" id="{79D911B5-9599-4ED8-850A-2893B620A4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1" name="直線コネクタ 125170">
                    <a:extLst>
                      <a:ext uri="{FF2B5EF4-FFF2-40B4-BE49-F238E27FC236}">
                        <a16:creationId xmlns:a16="http://schemas.microsoft.com/office/drawing/2014/main" id="{DA0F8D54-A673-4FAD-BA2D-045CD6BECE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2" name="直線コネクタ 125171">
                    <a:extLst>
                      <a:ext uri="{FF2B5EF4-FFF2-40B4-BE49-F238E27FC236}">
                        <a16:creationId xmlns:a16="http://schemas.microsoft.com/office/drawing/2014/main" id="{D0B6E611-68D1-45F7-A913-D28975C06D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3" name="直線コネクタ 125172">
                    <a:extLst>
                      <a:ext uri="{FF2B5EF4-FFF2-40B4-BE49-F238E27FC236}">
                        <a16:creationId xmlns:a16="http://schemas.microsoft.com/office/drawing/2014/main" id="{203EF799-A153-4E5A-952B-9F1539B84E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4" name="直線コネクタ 125173">
                    <a:extLst>
                      <a:ext uri="{FF2B5EF4-FFF2-40B4-BE49-F238E27FC236}">
                        <a16:creationId xmlns:a16="http://schemas.microsoft.com/office/drawing/2014/main" id="{B86A8FFA-371B-4FC3-A0AC-7D817B05F3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5" name="直線コネクタ 125174">
                    <a:extLst>
                      <a:ext uri="{FF2B5EF4-FFF2-40B4-BE49-F238E27FC236}">
                        <a16:creationId xmlns:a16="http://schemas.microsoft.com/office/drawing/2014/main" id="{CFBC01B1-EC05-448E-BADE-164C568972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6" name="直線コネクタ 125175">
                    <a:extLst>
                      <a:ext uri="{FF2B5EF4-FFF2-40B4-BE49-F238E27FC236}">
                        <a16:creationId xmlns:a16="http://schemas.microsoft.com/office/drawing/2014/main" id="{C508BDE9-0FFB-4339-ACC0-9CFA2E6CEF7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7" name="直線コネクタ 125176">
                    <a:extLst>
                      <a:ext uri="{FF2B5EF4-FFF2-40B4-BE49-F238E27FC236}">
                        <a16:creationId xmlns:a16="http://schemas.microsoft.com/office/drawing/2014/main" id="{8A01A9AE-866C-4A6A-8694-FB190D6884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8" name="直線コネクタ 125177">
                    <a:extLst>
                      <a:ext uri="{FF2B5EF4-FFF2-40B4-BE49-F238E27FC236}">
                        <a16:creationId xmlns:a16="http://schemas.microsoft.com/office/drawing/2014/main" id="{94B20ADD-6811-44B6-8380-5DB1053BCAA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79" name="直線コネクタ 125178">
                    <a:extLst>
                      <a:ext uri="{FF2B5EF4-FFF2-40B4-BE49-F238E27FC236}">
                        <a16:creationId xmlns:a16="http://schemas.microsoft.com/office/drawing/2014/main" id="{736EA193-DC64-4689-A993-F5408838FCE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0" name="直線コネクタ 125179">
                    <a:extLst>
                      <a:ext uri="{FF2B5EF4-FFF2-40B4-BE49-F238E27FC236}">
                        <a16:creationId xmlns:a16="http://schemas.microsoft.com/office/drawing/2014/main" id="{511B44D5-480F-4D80-AF20-5B38CE75FBE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1" name="直線コネクタ 125180">
                    <a:extLst>
                      <a:ext uri="{FF2B5EF4-FFF2-40B4-BE49-F238E27FC236}">
                        <a16:creationId xmlns:a16="http://schemas.microsoft.com/office/drawing/2014/main" id="{6106906A-E6C5-4733-975B-1B144EC05D7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2" name="直線コネクタ 125181">
                    <a:extLst>
                      <a:ext uri="{FF2B5EF4-FFF2-40B4-BE49-F238E27FC236}">
                        <a16:creationId xmlns:a16="http://schemas.microsoft.com/office/drawing/2014/main" id="{5FCF69C2-09EF-47FA-B09B-2E081ADCF6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3" name="直線コネクタ 125182">
                    <a:extLst>
                      <a:ext uri="{FF2B5EF4-FFF2-40B4-BE49-F238E27FC236}">
                        <a16:creationId xmlns:a16="http://schemas.microsoft.com/office/drawing/2014/main" id="{124FD322-FA2C-4C35-B1D5-25DAEFA6456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4" name="直線コネクタ 125183">
                    <a:extLst>
                      <a:ext uri="{FF2B5EF4-FFF2-40B4-BE49-F238E27FC236}">
                        <a16:creationId xmlns:a16="http://schemas.microsoft.com/office/drawing/2014/main" id="{BDA6226D-C0B9-4339-A38B-D5219C4163E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5" name="直線コネクタ 125184">
                    <a:extLst>
                      <a:ext uri="{FF2B5EF4-FFF2-40B4-BE49-F238E27FC236}">
                        <a16:creationId xmlns:a16="http://schemas.microsoft.com/office/drawing/2014/main" id="{2D14104D-A98B-40F7-B491-651D9CA9780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6" name="直線コネクタ 125185">
                    <a:extLst>
                      <a:ext uri="{FF2B5EF4-FFF2-40B4-BE49-F238E27FC236}">
                        <a16:creationId xmlns:a16="http://schemas.microsoft.com/office/drawing/2014/main" id="{7290881C-623B-4303-A2A1-190711041D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7" name="直線コネクタ 125186">
                    <a:extLst>
                      <a:ext uri="{FF2B5EF4-FFF2-40B4-BE49-F238E27FC236}">
                        <a16:creationId xmlns:a16="http://schemas.microsoft.com/office/drawing/2014/main" id="{D78D5409-51B3-4958-8085-17BCEE01E1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8" name="直線コネクタ 125187">
                    <a:extLst>
                      <a:ext uri="{FF2B5EF4-FFF2-40B4-BE49-F238E27FC236}">
                        <a16:creationId xmlns:a16="http://schemas.microsoft.com/office/drawing/2014/main" id="{14BA94FC-090E-421A-80BC-C63112C5C5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89" name="直線コネクタ 125188">
                    <a:extLst>
                      <a:ext uri="{FF2B5EF4-FFF2-40B4-BE49-F238E27FC236}">
                        <a16:creationId xmlns:a16="http://schemas.microsoft.com/office/drawing/2014/main" id="{023339E0-FACE-4CCD-9582-E021109853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0" name="直線コネクタ 125189">
                    <a:extLst>
                      <a:ext uri="{FF2B5EF4-FFF2-40B4-BE49-F238E27FC236}">
                        <a16:creationId xmlns:a16="http://schemas.microsoft.com/office/drawing/2014/main" id="{070D3B07-6421-41FE-B243-B49A6412F7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1" name="直線コネクタ 125190">
                    <a:extLst>
                      <a:ext uri="{FF2B5EF4-FFF2-40B4-BE49-F238E27FC236}">
                        <a16:creationId xmlns:a16="http://schemas.microsoft.com/office/drawing/2014/main" id="{1B62F339-BD8A-41A3-B77A-0004FF0130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2" name="直線コネクタ 125191">
                    <a:extLst>
                      <a:ext uri="{FF2B5EF4-FFF2-40B4-BE49-F238E27FC236}">
                        <a16:creationId xmlns:a16="http://schemas.microsoft.com/office/drawing/2014/main" id="{EC81F1D9-9783-4264-AD26-7289BC91AF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3" name="直線コネクタ 125192">
                    <a:extLst>
                      <a:ext uri="{FF2B5EF4-FFF2-40B4-BE49-F238E27FC236}">
                        <a16:creationId xmlns:a16="http://schemas.microsoft.com/office/drawing/2014/main" id="{147E47AD-5A06-4A2D-A6C5-9931C3C1A5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4" name="直線コネクタ 125193">
                    <a:extLst>
                      <a:ext uri="{FF2B5EF4-FFF2-40B4-BE49-F238E27FC236}">
                        <a16:creationId xmlns:a16="http://schemas.microsoft.com/office/drawing/2014/main" id="{A7943ACA-CF6F-4868-840E-570F442BB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5" name="直線コネクタ 125194">
                    <a:extLst>
                      <a:ext uri="{FF2B5EF4-FFF2-40B4-BE49-F238E27FC236}">
                        <a16:creationId xmlns:a16="http://schemas.microsoft.com/office/drawing/2014/main" id="{68880212-FDE9-45E7-A551-4410D6BBD2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6" name="直線コネクタ 125195">
                    <a:extLst>
                      <a:ext uri="{FF2B5EF4-FFF2-40B4-BE49-F238E27FC236}">
                        <a16:creationId xmlns:a16="http://schemas.microsoft.com/office/drawing/2014/main" id="{C1359081-D7B9-47C6-BBC4-383A08EAE3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7" name="直線コネクタ 125196">
                    <a:extLst>
                      <a:ext uri="{FF2B5EF4-FFF2-40B4-BE49-F238E27FC236}">
                        <a16:creationId xmlns:a16="http://schemas.microsoft.com/office/drawing/2014/main" id="{6A2DFA2A-442C-4D58-8264-EA09596D48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8" name="直線コネクタ 125197">
                    <a:extLst>
                      <a:ext uri="{FF2B5EF4-FFF2-40B4-BE49-F238E27FC236}">
                        <a16:creationId xmlns:a16="http://schemas.microsoft.com/office/drawing/2014/main" id="{B131D0DB-C9C1-4EC6-A911-B0F9F99F10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199" name="直線コネクタ 125198">
                    <a:extLst>
                      <a:ext uri="{FF2B5EF4-FFF2-40B4-BE49-F238E27FC236}">
                        <a16:creationId xmlns:a16="http://schemas.microsoft.com/office/drawing/2014/main" id="{CDB87640-0F85-4F17-B0CF-2EAA4BBE8C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0" name="直線コネクタ 125199">
                    <a:extLst>
                      <a:ext uri="{FF2B5EF4-FFF2-40B4-BE49-F238E27FC236}">
                        <a16:creationId xmlns:a16="http://schemas.microsoft.com/office/drawing/2014/main" id="{686E3924-A987-4149-A633-84CE3D26CC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1" name="直線コネクタ 125200">
                    <a:extLst>
                      <a:ext uri="{FF2B5EF4-FFF2-40B4-BE49-F238E27FC236}">
                        <a16:creationId xmlns:a16="http://schemas.microsoft.com/office/drawing/2014/main" id="{692955AF-2C81-4736-91E6-349318D04E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2" name="直線コネクタ 125201">
                    <a:extLst>
                      <a:ext uri="{FF2B5EF4-FFF2-40B4-BE49-F238E27FC236}">
                        <a16:creationId xmlns:a16="http://schemas.microsoft.com/office/drawing/2014/main" id="{6DAA4FF9-9F72-4236-A554-380080524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3" name="直線コネクタ 125202">
                    <a:extLst>
                      <a:ext uri="{FF2B5EF4-FFF2-40B4-BE49-F238E27FC236}">
                        <a16:creationId xmlns:a16="http://schemas.microsoft.com/office/drawing/2014/main" id="{D8A2EE81-9820-49CE-AFC2-12CDC444F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4" name="直線コネクタ 125203">
                    <a:extLst>
                      <a:ext uri="{FF2B5EF4-FFF2-40B4-BE49-F238E27FC236}">
                        <a16:creationId xmlns:a16="http://schemas.microsoft.com/office/drawing/2014/main" id="{F2FB5DC0-A409-497C-A21E-09F17C350A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5" name="直線コネクタ 125204">
                    <a:extLst>
                      <a:ext uri="{FF2B5EF4-FFF2-40B4-BE49-F238E27FC236}">
                        <a16:creationId xmlns:a16="http://schemas.microsoft.com/office/drawing/2014/main" id="{D71DB15B-6395-480A-8035-3775030DFD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6" name="直線コネクタ 125205">
                    <a:extLst>
                      <a:ext uri="{FF2B5EF4-FFF2-40B4-BE49-F238E27FC236}">
                        <a16:creationId xmlns:a16="http://schemas.microsoft.com/office/drawing/2014/main" id="{47BCED8D-B5C1-4372-AAFC-C864B519D4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7" name="直線コネクタ 125206">
                    <a:extLst>
                      <a:ext uri="{FF2B5EF4-FFF2-40B4-BE49-F238E27FC236}">
                        <a16:creationId xmlns:a16="http://schemas.microsoft.com/office/drawing/2014/main" id="{CA2D353A-EC20-4EF4-898A-8FDC60E45A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8" name="直線コネクタ 125207">
                    <a:extLst>
                      <a:ext uri="{FF2B5EF4-FFF2-40B4-BE49-F238E27FC236}">
                        <a16:creationId xmlns:a16="http://schemas.microsoft.com/office/drawing/2014/main" id="{2E6314CC-65B6-4E1B-9476-6B46D4E0D0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09" name="直線コネクタ 125208">
                    <a:extLst>
                      <a:ext uri="{FF2B5EF4-FFF2-40B4-BE49-F238E27FC236}">
                        <a16:creationId xmlns:a16="http://schemas.microsoft.com/office/drawing/2014/main" id="{1BDE4923-8A83-43EC-9C7B-9CFD79E5B9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0" name="直線コネクタ 125209">
                    <a:extLst>
                      <a:ext uri="{FF2B5EF4-FFF2-40B4-BE49-F238E27FC236}">
                        <a16:creationId xmlns:a16="http://schemas.microsoft.com/office/drawing/2014/main" id="{C604A238-3937-473C-9AEB-3FF226AFC2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1" name="直線コネクタ 125210">
                    <a:extLst>
                      <a:ext uri="{FF2B5EF4-FFF2-40B4-BE49-F238E27FC236}">
                        <a16:creationId xmlns:a16="http://schemas.microsoft.com/office/drawing/2014/main" id="{64898FF5-EB23-4598-9BB3-6B88E8CCB9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2" name="直線コネクタ 125211">
                    <a:extLst>
                      <a:ext uri="{FF2B5EF4-FFF2-40B4-BE49-F238E27FC236}">
                        <a16:creationId xmlns:a16="http://schemas.microsoft.com/office/drawing/2014/main" id="{DF2D3B7F-3DEA-47B5-9D8C-D942A753F6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3" name="直線コネクタ 125212">
                    <a:extLst>
                      <a:ext uri="{FF2B5EF4-FFF2-40B4-BE49-F238E27FC236}">
                        <a16:creationId xmlns:a16="http://schemas.microsoft.com/office/drawing/2014/main" id="{86A8E894-780A-4BA3-AD55-6053FB6D3C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4" name="直線コネクタ 125213">
                    <a:extLst>
                      <a:ext uri="{FF2B5EF4-FFF2-40B4-BE49-F238E27FC236}">
                        <a16:creationId xmlns:a16="http://schemas.microsoft.com/office/drawing/2014/main" id="{73025A4B-5337-4901-871B-245D7108A3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5" name="直線コネクタ 125214">
                    <a:extLst>
                      <a:ext uri="{FF2B5EF4-FFF2-40B4-BE49-F238E27FC236}">
                        <a16:creationId xmlns:a16="http://schemas.microsoft.com/office/drawing/2014/main" id="{0656ABC2-5ADC-4AA4-82D3-E43D803B26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6" name="直線コネクタ 125215">
                    <a:extLst>
                      <a:ext uri="{FF2B5EF4-FFF2-40B4-BE49-F238E27FC236}">
                        <a16:creationId xmlns:a16="http://schemas.microsoft.com/office/drawing/2014/main" id="{FCA7961B-6D50-4205-BECB-34015E5239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7" name="直線コネクタ 125216">
                    <a:extLst>
                      <a:ext uri="{FF2B5EF4-FFF2-40B4-BE49-F238E27FC236}">
                        <a16:creationId xmlns:a16="http://schemas.microsoft.com/office/drawing/2014/main" id="{5DFEF61B-7680-4E46-BED1-DEC9D8420B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8" name="直線コネクタ 125217">
                    <a:extLst>
                      <a:ext uri="{FF2B5EF4-FFF2-40B4-BE49-F238E27FC236}">
                        <a16:creationId xmlns:a16="http://schemas.microsoft.com/office/drawing/2014/main" id="{838EAE09-C0F0-4D73-8ED8-E47C5D2D1F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19" name="直線コネクタ 125218">
                    <a:extLst>
                      <a:ext uri="{FF2B5EF4-FFF2-40B4-BE49-F238E27FC236}">
                        <a16:creationId xmlns:a16="http://schemas.microsoft.com/office/drawing/2014/main" id="{977A9C75-1583-435E-B6D2-F35F0E3D04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0" name="直線コネクタ 125219">
                    <a:extLst>
                      <a:ext uri="{FF2B5EF4-FFF2-40B4-BE49-F238E27FC236}">
                        <a16:creationId xmlns:a16="http://schemas.microsoft.com/office/drawing/2014/main" id="{FBCBB8A7-6217-4554-A65F-DE04C55E5F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1" name="直線コネクタ 125220">
                    <a:extLst>
                      <a:ext uri="{FF2B5EF4-FFF2-40B4-BE49-F238E27FC236}">
                        <a16:creationId xmlns:a16="http://schemas.microsoft.com/office/drawing/2014/main" id="{B15BF974-B98F-49AF-AC1B-661ACB8C98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2" name="直線コネクタ 125221">
                    <a:extLst>
                      <a:ext uri="{FF2B5EF4-FFF2-40B4-BE49-F238E27FC236}">
                        <a16:creationId xmlns:a16="http://schemas.microsoft.com/office/drawing/2014/main" id="{98F98C09-9C5C-4E82-9FED-DCC65C27DE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3" name="直線コネクタ 125222">
                    <a:extLst>
                      <a:ext uri="{FF2B5EF4-FFF2-40B4-BE49-F238E27FC236}">
                        <a16:creationId xmlns:a16="http://schemas.microsoft.com/office/drawing/2014/main" id="{3FE02DAD-C17F-4000-9D73-A99F963E93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4" name="直線コネクタ 125223">
                    <a:extLst>
                      <a:ext uri="{FF2B5EF4-FFF2-40B4-BE49-F238E27FC236}">
                        <a16:creationId xmlns:a16="http://schemas.microsoft.com/office/drawing/2014/main" id="{4D229C4E-95D6-43BF-9F53-12F4985BFB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5" name="直線コネクタ 125224">
                    <a:extLst>
                      <a:ext uri="{FF2B5EF4-FFF2-40B4-BE49-F238E27FC236}">
                        <a16:creationId xmlns:a16="http://schemas.microsoft.com/office/drawing/2014/main" id="{1C5FB6D7-47EA-40A8-9F30-14475A7A7B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6" name="直線コネクタ 125225">
                    <a:extLst>
                      <a:ext uri="{FF2B5EF4-FFF2-40B4-BE49-F238E27FC236}">
                        <a16:creationId xmlns:a16="http://schemas.microsoft.com/office/drawing/2014/main" id="{B6479B28-5386-4E31-B3AD-E944B3A4CE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7" name="直線コネクタ 125226">
                    <a:extLst>
                      <a:ext uri="{FF2B5EF4-FFF2-40B4-BE49-F238E27FC236}">
                        <a16:creationId xmlns:a16="http://schemas.microsoft.com/office/drawing/2014/main" id="{72A8023D-7FDF-4F51-B012-4D2D0D6D28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8" name="直線コネクタ 125227">
                    <a:extLst>
                      <a:ext uri="{FF2B5EF4-FFF2-40B4-BE49-F238E27FC236}">
                        <a16:creationId xmlns:a16="http://schemas.microsoft.com/office/drawing/2014/main" id="{33B49489-5D4F-4B0F-B1EA-1CCBF23A09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29" name="直線コネクタ 125228">
                    <a:extLst>
                      <a:ext uri="{FF2B5EF4-FFF2-40B4-BE49-F238E27FC236}">
                        <a16:creationId xmlns:a16="http://schemas.microsoft.com/office/drawing/2014/main" id="{6D09B3FD-FAB6-456C-8155-2967F0872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0" name="直線コネクタ 125229">
                    <a:extLst>
                      <a:ext uri="{FF2B5EF4-FFF2-40B4-BE49-F238E27FC236}">
                        <a16:creationId xmlns:a16="http://schemas.microsoft.com/office/drawing/2014/main" id="{17FE682B-E8E6-4A93-82AC-7815B5538B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1" name="直線コネクタ 125230">
                    <a:extLst>
                      <a:ext uri="{FF2B5EF4-FFF2-40B4-BE49-F238E27FC236}">
                        <a16:creationId xmlns:a16="http://schemas.microsoft.com/office/drawing/2014/main" id="{3837D260-C016-4EAC-8862-C3020C21E8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2" name="直線コネクタ 125231">
                    <a:extLst>
                      <a:ext uri="{FF2B5EF4-FFF2-40B4-BE49-F238E27FC236}">
                        <a16:creationId xmlns:a16="http://schemas.microsoft.com/office/drawing/2014/main" id="{4BACA65E-0224-4C77-A265-4EE9D3B7E0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3" name="直線コネクタ 125232">
                    <a:extLst>
                      <a:ext uri="{FF2B5EF4-FFF2-40B4-BE49-F238E27FC236}">
                        <a16:creationId xmlns:a16="http://schemas.microsoft.com/office/drawing/2014/main" id="{3BA4B8AB-207F-4F35-ABB8-8C3643D387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4" name="直線コネクタ 125233">
                    <a:extLst>
                      <a:ext uri="{FF2B5EF4-FFF2-40B4-BE49-F238E27FC236}">
                        <a16:creationId xmlns:a16="http://schemas.microsoft.com/office/drawing/2014/main" id="{F56154EA-B303-40C9-AC02-E9D8F8DF9C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5" name="直線コネクタ 125234">
                    <a:extLst>
                      <a:ext uri="{FF2B5EF4-FFF2-40B4-BE49-F238E27FC236}">
                        <a16:creationId xmlns:a16="http://schemas.microsoft.com/office/drawing/2014/main" id="{F70C061A-D47C-4071-A4FC-E38F8E44A0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6" name="直線コネクタ 125235">
                    <a:extLst>
                      <a:ext uri="{FF2B5EF4-FFF2-40B4-BE49-F238E27FC236}">
                        <a16:creationId xmlns:a16="http://schemas.microsoft.com/office/drawing/2014/main" id="{7552265F-6245-40E8-AB33-59CCAD3E00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7" name="直線コネクタ 125236">
                    <a:extLst>
                      <a:ext uri="{FF2B5EF4-FFF2-40B4-BE49-F238E27FC236}">
                        <a16:creationId xmlns:a16="http://schemas.microsoft.com/office/drawing/2014/main" id="{350C3A74-930E-4C18-983C-88E5B5C539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8" name="直線コネクタ 125237">
                    <a:extLst>
                      <a:ext uri="{FF2B5EF4-FFF2-40B4-BE49-F238E27FC236}">
                        <a16:creationId xmlns:a16="http://schemas.microsoft.com/office/drawing/2014/main" id="{0C540683-61B9-4108-B711-880D5A6819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39" name="直線コネクタ 125238">
                    <a:extLst>
                      <a:ext uri="{FF2B5EF4-FFF2-40B4-BE49-F238E27FC236}">
                        <a16:creationId xmlns:a16="http://schemas.microsoft.com/office/drawing/2014/main" id="{73FF0A02-EF68-48C2-85A3-15AD79D0ED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0" name="直線コネクタ 125239">
                    <a:extLst>
                      <a:ext uri="{FF2B5EF4-FFF2-40B4-BE49-F238E27FC236}">
                        <a16:creationId xmlns:a16="http://schemas.microsoft.com/office/drawing/2014/main" id="{93635348-6D86-4E77-B7CA-198821D0C6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1" name="直線コネクタ 125240">
                    <a:extLst>
                      <a:ext uri="{FF2B5EF4-FFF2-40B4-BE49-F238E27FC236}">
                        <a16:creationId xmlns:a16="http://schemas.microsoft.com/office/drawing/2014/main" id="{536FFD68-245D-4BE9-A515-8EA957D0CE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2" name="直線コネクタ 125241">
                    <a:extLst>
                      <a:ext uri="{FF2B5EF4-FFF2-40B4-BE49-F238E27FC236}">
                        <a16:creationId xmlns:a16="http://schemas.microsoft.com/office/drawing/2014/main" id="{68CE75E5-85D3-47A5-9476-6CC6F37A52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3" name="直線コネクタ 125242">
                    <a:extLst>
                      <a:ext uri="{FF2B5EF4-FFF2-40B4-BE49-F238E27FC236}">
                        <a16:creationId xmlns:a16="http://schemas.microsoft.com/office/drawing/2014/main" id="{DBF1F644-8682-426A-B36C-AAF4AFF36A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4" name="直線コネクタ 125243">
                    <a:extLst>
                      <a:ext uri="{FF2B5EF4-FFF2-40B4-BE49-F238E27FC236}">
                        <a16:creationId xmlns:a16="http://schemas.microsoft.com/office/drawing/2014/main" id="{D2FCDD93-BE67-468D-B87B-74BDCBA7DB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5" name="直線コネクタ 125244">
                    <a:extLst>
                      <a:ext uri="{FF2B5EF4-FFF2-40B4-BE49-F238E27FC236}">
                        <a16:creationId xmlns:a16="http://schemas.microsoft.com/office/drawing/2014/main" id="{E8310F52-1C1C-42E8-845C-AFEAF1E469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6" name="直線コネクタ 125245">
                    <a:extLst>
                      <a:ext uri="{FF2B5EF4-FFF2-40B4-BE49-F238E27FC236}">
                        <a16:creationId xmlns:a16="http://schemas.microsoft.com/office/drawing/2014/main" id="{AE6AC4FD-E252-40CB-8312-B45946FC29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7" name="直線コネクタ 125246">
                    <a:extLst>
                      <a:ext uri="{FF2B5EF4-FFF2-40B4-BE49-F238E27FC236}">
                        <a16:creationId xmlns:a16="http://schemas.microsoft.com/office/drawing/2014/main" id="{410C2116-3FFE-4441-99D6-30165055AE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8" name="直線コネクタ 125247">
                    <a:extLst>
                      <a:ext uri="{FF2B5EF4-FFF2-40B4-BE49-F238E27FC236}">
                        <a16:creationId xmlns:a16="http://schemas.microsoft.com/office/drawing/2014/main" id="{CE14E4C8-9F13-4C5D-B507-BF11D234C8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49" name="直線コネクタ 125248">
                    <a:extLst>
                      <a:ext uri="{FF2B5EF4-FFF2-40B4-BE49-F238E27FC236}">
                        <a16:creationId xmlns:a16="http://schemas.microsoft.com/office/drawing/2014/main" id="{31AAD449-8B87-4796-BF88-015326C615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250" name="直線コネクタ 125249">
                    <a:extLst>
                      <a:ext uri="{FF2B5EF4-FFF2-40B4-BE49-F238E27FC236}">
                        <a16:creationId xmlns:a16="http://schemas.microsoft.com/office/drawing/2014/main" id="{F75F2559-37BC-4027-9FA4-D05CF691ED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5251" name="グループ化 125250">
                    <a:extLst>
                      <a:ext uri="{FF2B5EF4-FFF2-40B4-BE49-F238E27FC236}">
                        <a16:creationId xmlns:a16="http://schemas.microsoft.com/office/drawing/2014/main" id="{94A49BD7-F107-49E3-A4DF-3DF0E7593D6F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427" name="直線コネクタ 125426">
                      <a:extLst>
                        <a:ext uri="{FF2B5EF4-FFF2-40B4-BE49-F238E27FC236}">
                          <a16:creationId xmlns:a16="http://schemas.microsoft.com/office/drawing/2014/main" id="{6A224204-A1C4-4616-A896-9C9E77418F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28" name="直線コネクタ 125427">
                      <a:extLst>
                        <a:ext uri="{FF2B5EF4-FFF2-40B4-BE49-F238E27FC236}">
                          <a16:creationId xmlns:a16="http://schemas.microsoft.com/office/drawing/2014/main" id="{779C80FC-7B05-4170-8DDC-65FE898101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29" name="直線コネクタ 125428">
                      <a:extLst>
                        <a:ext uri="{FF2B5EF4-FFF2-40B4-BE49-F238E27FC236}">
                          <a16:creationId xmlns:a16="http://schemas.microsoft.com/office/drawing/2014/main" id="{060CCB35-3A2B-4FED-A79E-C6DF24D58C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0" name="直線コネクタ 125429">
                      <a:extLst>
                        <a:ext uri="{FF2B5EF4-FFF2-40B4-BE49-F238E27FC236}">
                          <a16:creationId xmlns:a16="http://schemas.microsoft.com/office/drawing/2014/main" id="{6B50EE13-B216-41EE-BE05-AC96CC9584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1" name="直線コネクタ 125430">
                      <a:extLst>
                        <a:ext uri="{FF2B5EF4-FFF2-40B4-BE49-F238E27FC236}">
                          <a16:creationId xmlns:a16="http://schemas.microsoft.com/office/drawing/2014/main" id="{B72FCBDF-37AC-4498-934E-FEEF9E9064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2" name="直線コネクタ 125431">
                      <a:extLst>
                        <a:ext uri="{FF2B5EF4-FFF2-40B4-BE49-F238E27FC236}">
                          <a16:creationId xmlns:a16="http://schemas.microsoft.com/office/drawing/2014/main" id="{E85C0BDE-3A68-41AE-B260-7BD8640835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3" name="直線コネクタ 125432">
                      <a:extLst>
                        <a:ext uri="{FF2B5EF4-FFF2-40B4-BE49-F238E27FC236}">
                          <a16:creationId xmlns:a16="http://schemas.microsoft.com/office/drawing/2014/main" id="{89395993-58C5-4E8B-84D5-3B4E324C08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4" name="直線コネクタ 125433">
                      <a:extLst>
                        <a:ext uri="{FF2B5EF4-FFF2-40B4-BE49-F238E27FC236}">
                          <a16:creationId xmlns:a16="http://schemas.microsoft.com/office/drawing/2014/main" id="{F21238E2-8109-41D7-BED1-EA11D855AF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5" name="直線コネクタ 125434">
                      <a:extLst>
                        <a:ext uri="{FF2B5EF4-FFF2-40B4-BE49-F238E27FC236}">
                          <a16:creationId xmlns:a16="http://schemas.microsoft.com/office/drawing/2014/main" id="{02220BE0-D039-406D-B900-72620461A4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6" name="直線コネクタ 125435">
                      <a:extLst>
                        <a:ext uri="{FF2B5EF4-FFF2-40B4-BE49-F238E27FC236}">
                          <a16:creationId xmlns:a16="http://schemas.microsoft.com/office/drawing/2014/main" id="{9F6254F6-30E3-4F7E-BD81-A57D444654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7" name="直線コネクタ 125436">
                      <a:extLst>
                        <a:ext uri="{FF2B5EF4-FFF2-40B4-BE49-F238E27FC236}">
                          <a16:creationId xmlns:a16="http://schemas.microsoft.com/office/drawing/2014/main" id="{80DC11C3-C6F6-4ECD-B40E-2F7F9C6CD1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8" name="直線コネクタ 125437">
                      <a:extLst>
                        <a:ext uri="{FF2B5EF4-FFF2-40B4-BE49-F238E27FC236}">
                          <a16:creationId xmlns:a16="http://schemas.microsoft.com/office/drawing/2014/main" id="{C6905015-02BC-4BD0-AF90-4E66B84835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39" name="直線コネクタ 125438">
                      <a:extLst>
                        <a:ext uri="{FF2B5EF4-FFF2-40B4-BE49-F238E27FC236}">
                          <a16:creationId xmlns:a16="http://schemas.microsoft.com/office/drawing/2014/main" id="{535C11D1-2E31-4093-8140-61A123BF21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0" name="直線コネクタ 125439">
                      <a:extLst>
                        <a:ext uri="{FF2B5EF4-FFF2-40B4-BE49-F238E27FC236}">
                          <a16:creationId xmlns:a16="http://schemas.microsoft.com/office/drawing/2014/main" id="{767C9077-665A-4520-A650-D0DF5FB76D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1" name="直線コネクタ 125440">
                      <a:extLst>
                        <a:ext uri="{FF2B5EF4-FFF2-40B4-BE49-F238E27FC236}">
                          <a16:creationId xmlns:a16="http://schemas.microsoft.com/office/drawing/2014/main" id="{593B7E28-B5DB-4748-9508-59977DF39A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2" name="直線コネクタ 125441">
                      <a:extLst>
                        <a:ext uri="{FF2B5EF4-FFF2-40B4-BE49-F238E27FC236}">
                          <a16:creationId xmlns:a16="http://schemas.microsoft.com/office/drawing/2014/main" id="{0B8D746B-67D4-4009-9C5A-5872DB0A1F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3" name="直線コネクタ 125442">
                      <a:extLst>
                        <a:ext uri="{FF2B5EF4-FFF2-40B4-BE49-F238E27FC236}">
                          <a16:creationId xmlns:a16="http://schemas.microsoft.com/office/drawing/2014/main" id="{888D9984-19C9-4BA1-9F3E-44B2B2A777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4" name="直線コネクタ 125443">
                      <a:extLst>
                        <a:ext uri="{FF2B5EF4-FFF2-40B4-BE49-F238E27FC236}">
                          <a16:creationId xmlns:a16="http://schemas.microsoft.com/office/drawing/2014/main" id="{7795E725-59C2-4499-A596-7095AAB354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5" name="直線コネクタ 125444">
                      <a:extLst>
                        <a:ext uri="{FF2B5EF4-FFF2-40B4-BE49-F238E27FC236}">
                          <a16:creationId xmlns:a16="http://schemas.microsoft.com/office/drawing/2014/main" id="{7C8CF0B3-29EA-4DB9-A7AE-36BA404401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6" name="直線コネクタ 125445">
                      <a:extLst>
                        <a:ext uri="{FF2B5EF4-FFF2-40B4-BE49-F238E27FC236}">
                          <a16:creationId xmlns:a16="http://schemas.microsoft.com/office/drawing/2014/main" id="{8E76CDBA-5F5A-4845-BC12-43140DC6AC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7" name="直線コネクタ 125446">
                      <a:extLst>
                        <a:ext uri="{FF2B5EF4-FFF2-40B4-BE49-F238E27FC236}">
                          <a16:creationId xmlns:a16="http://schemas.microsoft.com/office/drawing/2014/main" id="{D05F1810-AB7A-4B90-942E-29E3C59BF3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8" name="直線コネクタ 125447">
                      <a:extLst>
                        <a:ext uri="{FF2B5EF4-FFF2-40B4-BE49-F238E27FC236}">
                          <a16:creationId xmlns:a16="http://schemas.microsoft.com/office/drawing/2014/main" id="{7B0CA868-6C6E-4A0B-AA21-3827680D8F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49" name="直線コネクタ 125448">
                      <a:extLst>
                        <a:ext uri="{FF2B5EF4-FFF2-40B4-BE49-F238E27FC236}">
                          <a16:creationId xmlns:a16="http://schemas.microsoft.com/office/drawing/2014/main" id="{47E9AF17-AE69-4FC8-9C18-3CB63E1ABC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0" name="直線コネクタ 125449">
                      <a:extLst>
                        <a:ext uri="{FF2B5EF4-FFF2-40B4-BE49-F238E27FC236}">
                          <a16:creationId xmlns:a16="http://schemas.microsoft.com/office/drawing/2014/main" id="{02184104-54CA-4128-9642-9741313D34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1" name="直線コネクタ 125450">
                      <a:extLst>
                        <a:ext uri="{FF2B5EF4-FFF2-40B4-BE49-F238E27FC236}">
                          <a16:creationId xmlns:a16="http://schemas.microsoft.com/office/drawing/2014/main" id="{ADBEACA2-9ADB-4B7B-9DD1-771FF9A4A1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2" name="直線コネクタ 125451">
                      <a:extLst>
                        <a:ext uri="{FF2B5EF4-FFF2-40B4-BE49-F238E27FC236}">
                          <a16:creationId xmlns:a16="http://schemas.microsoft.com/office/drawing/2014/main" id="{08DDC05A-1F42-43B7-9ACC-DADA4562F8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3" name="直線コネクタ 125452">
                      <a:extLst>
                        <a:ext uri="{FF2B5EF4-FFF2-40B4-BE49-F238E27FC236}">
                          <a16:creationId xmlns:a16="http://schemas.microsoft.com/office/drawing/2014/main" id="{2C7C832F-F5B2-4009-B59C-5FB17BF999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4" name="直線コネクタ 125453">
                      <a:extLst>
                        <a:ext uri="{FF2B5EF4-FFF2-40B4-BE49-F238E27FC236}">
                          <a16:creationId xmlns:a16="http://schemas.microsoft.com/office/drawing/2014/main" id="{0E27A9AC-C220-4ED2-A228-849783636E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5" name="直線コネクタ 125454">
                      <a:extLst>
                        <a:ext uri="{FF2B5EF4-FFF2-40B4-BE49-F238E27FC236}">
                          <a16:creationId xmlns:a16="http://schemas.microsoft.com/office/drawing/2014/main" id="{854489A8-1D85-451D-9DA3-99D1BDCC83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6" name="直線コネクタ 125455">
                      <a:extLst>
                        <a:ext uri="{FF2B5EF4-FFF2-40B4-BE49-F238E27FC236}">
                          <a16:creationId xmlns:a16="http://schemas.microsoft.com/office/drawing/2014/main" id="{8D4EBE46-128C-44EC-A60D-44E093E644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7" name="直線コネクタ 125456">
                      <a:extLst>
                        <a:ext uri="{FF2B5EF4-FFF2-40B4-BE49-F238E27FC236}">
                          <a16:creationId xmlns:a16="http://schemas.microsoft.com/office/drawing/2014/main" id="{0AD0D841-1EF8-4F85-985E-163F12699B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8" name="直線コネクタ 125457">
                      <a:extLst>
                        <a:ext uri="{FF2B5EF4-FFF2-40B4-BE49-F238E27FC236}">
                          <a16:creationId xmlns:a16="http://schemas.microsoft.com/office/drawing/2014/main" id="{A36D970D-7B86-42B5-9A49-D0F0DD6FA2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59" name="直線コネクタ 125458">
                      <a:extLst>
                        <a:ext uri="{FF2B5EF4-FFF2-40B4-BE49-F238E27FC236}">
                          <a16:creationId xmlns:a16="http://schemas.microsoft.com/office/drawing/2014/main" id="{3C3448BC-3ED3-47B7-AD91-4857B92032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0" name="直線コネクタ 125459">
                      <a:extLst>
                        <a:ext uri="{FF2B5EF4-FFF2-40B4-BE49-F238E27FC236}">
                          <a16:creationId xmlns:a16="http://schemas.microsoft.com/office/drawing/2014/main" id="{ADD9FFC9-76A2-4D37-AD79-497FA02E87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1" name="直線コネクタ 125460">
                      <a:extLst>
                        <a:ext uri="{FF2B5EF4-FFF2-40B4-BE49-F238E27FC236}">
                          <a16:creationId xmlns:a16="http://schemas.microsoft.com/office/drawing/2014/main" id="{528BA123-71F1-451A-83D1-D31982F9BD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2" name="直線コネクタ 125461">
                      <a:extLst>
                        <a:ext uri="{FF2B5EF4-FFF2-40B4-BE49-F238E27FC236}">
                          <a16:creationId xmlns:a16="http://schemas.microsoft.com/office/drawing/2014/main" id="{2CDB2D71-ADAF-452B-B3F2-E4203BB698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3" name="直線コネクタ 125462">
                      <a:extLst>
                        <a:ext uri="{FF2B5EF4-FFF2-40B4-BE49-F238E27FC236}">
                          <a16:creationId xmlns:a16="http://schemas.microsoft.com/office/drawing/2014/main" id="{8D28BE4A-58F2-4746-91DC-B00951C6C8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4" name="直線コネクタ 125463">
                      <a:extLst>
                        <a:ext uri="{FF2B5EF4-FFF2-40B4-BE49-F238E27FC236}">
                          <a16:creationId xmlns:a16="http://schemas.microsoft.com/office/drawing/2014/main" id="{C959D30D-1D86-48A8-B8DE-BBD561C4C6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5" name="直線コネクタ 125464">
                      <a:extLst>
                        <a:ext uri="{FF2B5EF4-FFF2-40B4-BE49-F238E27FC236}">
                          <a16:creationId xmlns:a16="http://schemas.microsoft.com/office/drawing/2014/main" id="{A5148574-382B-473F-ACBB-99F356D111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6" name="直線コネクタ 125465">
                      <a:extLst>
                        <a:ext uri="{FF2B5EF4-FFF2-40B4-BE49-F238E27FC236}">
                          <a16:creationId xmlns:a16="http://schemas.microsoft.com/office/drawing/2014/main" id="{C82786EA-62CD-4D8E-904E-9F4CBE0FC3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7" name="直線コネクタ 125466">
                      <a:extLst>
                        <a:ext uri="{FF2B5EF4-FFF2-40B4-BE49-F238E27FC236}">
                          <a16:creationId xmlns:a16="http://schemas.microsoft.com/office/drawing/2014/main" id="{FFBE1D7D-E1AB-410E-A583-2FC8D1F4C7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68" name="直線コネクタ 125467">
                      <a:extLst>
                        <a:ext uri="{FF2B5EF4-FFF2-40B4-BE49-F238E27FC236}">
                          <a16:creationId xmlns:a16="http://schemas.microsoft.com/office/drawing/2014/main" id="{7ECFECFC-8CB8-4476-B108-998E51F148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252" name="グループ化 125251">
                    <a:extLst>
                      <a:ext uri="{FF2B5EF4-FFF2-40B4-BE49-F238E27FC236}">
                        <a16:creationId xmlns:a16="http://schemas.microsoft.com/office/drawing/2014/main" id="{815392E1-88FD-475A-9CFF-DBCC2470C4EB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5418" name="正方形/長方形 125417">
                      <a:extLst>
                        <a:ext uri="{FF2B5EF4-FFF2-40B4-BE49-F238E27FC236}">
                          <a16:creationId xmlns:a16="http://schemas.microsoft.com/office/drawing/2014/main" id="{5B586A4A-90D5-4AFF-83E7-60BBE49325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419" name="正方形/長方形 125418">
                      <a:extLst>
                        <a:ext uri="{FF2B5EF4-FFF2-40B4-BE49-F238E27FC236}">
                          <a16:creationId xmlns:a16="http://schemas.microsoft.com/office/drawing/2014/main" id="{5836CD9B-3584-4ED5-98D2-4377DEADA5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420" name="正方形/長方形 125419">
                      <a:extLst>
                        <a:ext uri="{FF2B5EF4-FFF2-40B4-BE49-F238E27FC236}">
                          <a16:creationId xmlns:a16="http://schemas.microsoft.com/office/drawing/2014/main" id="{501CD9DD-6ED1-40AB-930F-729F656310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421" name="正方形/長方形 125420">
                      <a:extLst>
                        <a:ext uri="{FF2B5EF4-FFF2-40B4-BE49-F238E27FC236}">
                          <a16:creationId xmlns:a16="http://schemas.microsoft.com/office/drawing/2014/main" id="{A9B71985-5705-45AC-80D7-84C657F01D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422" name="正方形/長方形 125421">
                      <a:extLst>
                        <a:ext uri="{FF2B5EF4-FFF2-40B4-BE49-F238E27FC236}">
                          <a16:creationId xmlns:a16="http://schemas.microsoft.com/office/drawing/2014/main" id="{8C8351B0-12F6-420C-801A-F73211DA1F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423" name="正方形/長方形 125422">
                      <a:extLst>
                        <a:ext uri="{FF2B5EF4-FFF2-40B4-BE49-F238E27FC236}">
                          <a16:creationId xmlns:a16="http://schemas.microsoft.com/office/drawing/2014/main" id="{5001F3B1-FDD1-4AB6-B31C-D7B9396DB4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424" name="正方形/長方形 125423">
                      <a:extLst>
                        <a:ext uri="{FF2B5EF4-FFF2-40B4-BE49-F238E27FC236}">
                          <a16:creationId xmlns:a16="http://schemas.microsoft.com/office/drawing/2014/main" id="{02061346-BFCB-47A4-945E-5E017B9F0B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425" name="正方形/長方形 125424">
                      <a:extLst>
                        <a:ext uri="{FF2B5EF4-FFF2-40B4-BE49-F238E27FC236}">
                          <a16:creationId xmlns:a16="http://schemas.microsoft.com/office/drawing/2014/main" id="{350D013E-144E-458D-A3D0-26191CDB19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426" name="正方形/長方形 125425">
                      <a:extLst>
                        <a:ext uri="{FF2B5EF4-FFF2-40B4-BE49-F238E27FC236}">
                          <a16:creationId xmlns:a16="http://schemas.microsoft.com/office/drawing/2014/main" id="{FBFABA2B-F4C4-4D42-982D-3EA12903D3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5253" name="グループ化 125252">
                    <a:extLst>
                      <a:ext uri="{FF2B5EF4-FFF2-40B4-BE49-F238E27FC236}">
                        <a16:creationId xmlns:a16="http://schemas.microsoft.com/office/drawing/2014/main" id="{602F3BA2-F18D-4545-AEE8-4CAA09A51DF8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410" name="直線コネクタ 125409">
                      <a:extLst>
                        <a:ext uri="{FF2B5EF4-FFF2-40B4-BE49-F238E27FC236}">
                          <a16:creationId xmlns:a16="http://schemas.microsoft.com/office/drawing/2014/main" id="{B94D85FC-A3BE-4995-ADC1-E2C92FA867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11" name="直線コネクタ 125410">
                      <a:extLst>
                        <a:ext uri="{FF2B5EF4-FFF2-40B4-BE49-F238E27FC236}">
                          <a16:creationId xmlns:a16="http://schemas.microsoft.com/office/drawing/2014/main" id="{C20C296F-EB23-4BC2-AC9E-93F4D1CAF1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12" name="直線コネクタ 125411">
                      <a:extLst>
                        <a:ext uri="{FF2B5EF4-FFF2-40B4-BE49-F238E27FC236}">
                          <a16:creationId xmlns:a16="http://schemas.microsoft.com/office/drawing/2014/main" id="{F1F9A9B7-7023-4663-A860-DFA42A6320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13" name="直線コネクタ 125412">
                      <a:extLst>
                        <a:ext uri="{FF2B5EF4-FFF2-40B4-BE49-F238E27FC236}">
                          <a16:creationId xmlns:a16="http://schemas.microsoft.com/office/drawing/2014/main" id="{3EB653E2-D95D-437D-97EE-9A27027BE7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14" name="直線コネクタ 125413">
                      <a:extLst>
                        <a:ext uri="{FF2B5EF4-FFF2-40B4-BE49-F238E27FC236}">
                          <a16:creationId xmlns:a16="http://schemas.microsoft.com/office/drawing/2014/main" id="{207A58E7-9F9C-49DF-9A49-DED9DD2542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15" name="直線コネクタ 125414">
                      <a:extLst>
                        <a:ext uri="{FF2B5EF4-FFF2-40B4-BE49-F238E27FC236}">
                          <a16:creationId xmlns:a16="http://schemas.microsoft.com/office/drawing/2014/main" id="{E45F0857-C3B9-489F-9AEE-1584800C98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16" name="直線コネクタ 125415">
                      <a:extLst>
                        <a:ext uri="{FF2B5EF4-FFF2-40B4-BE49-F238E27FC236}">
                          <a16:creationId xmlns:a16="http://schemas.microsoft.com/office/drawing/2014/main" id="{C28C173D-D468-4AA0-BE75-0DF4D900BB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17" name="直線コネクタ 125416">
                      <a:extLst>
                        <a:ext uri="{FF2B5EF4-FFF2-40B4-BE49-F238E27FC236}">
                          <a16:creationId xmlns:a16="http://schemas.microsoft.com/office/drawing/2014/main" id="{7FC0BBCD-FAD5-4331-B469-FB74B440D2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254" name="グループ化 125253">
                    <a:extLst>
                      <a:ext uri="{FF2B5EF4-FFF2-40B4-BE49-F238E27FC236}">
                        <a16:creationId xmlns:a16="http://schemas.microsoft.com/office/drawing/2014/main" id="{E73B4FD9-9A33-431A-93A3-D97C28E68C56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402" name="直線コネクタ 125401">
                      <a:extLst>
                        <a:ext uri="{FF2B5EF4-FFF2-40B4-BE49-F238E27FC236}">
                          <a16:creationId xmlns:a16="http://schemas.microsoft.com/office/drawing/2014/main" id="{373ADE4D-F7CA-411B-9475-87180185CF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3" name="直線コネクタ 125402">
                      <a:extLst>
                        <a:ext uri="{FF2B5EF4-FFF2-40B4-BE49-F238E27FC236}">
                          <a16:creationId xmlns:a16="http://schemas.microsoft.com/office/drawing/2014/main" id="{EF26DBDE-3D4B-45F5-BBE4-2AB5C013F1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4" name="直線コネクタ 125403">
                      <a:extLst>
                        <a:ext uri="{FF2B5EF4-FFF2-40B4-BE49-F238E27FC236}">
                          <a16:creationId xmlns:a16="http://schemas.microsoft.com/office/drawing/2014/main" id="{D40D9BC8-B211-4C2C-9BF9-B936C0E1FB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5" name="直線コネクタ 125404">
                      <a:extLst>
                        <a:ext uri="{FF2B5EF4-FFF2-40B4-BE49-F238E27FC236}">
                          <a16:creationId xmlns:a16="http://schemas.microsoft.com/office/drawing/2014/main" id="{0CE16D14-6A3C-4892-9EDD-E39DFE713D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6" name="直線コネクタ 125405">
                      <a:extLst>
                        <a:ext uri="{FF2B5EF4-FFF2-40B4-BE49-F238E27FC236}">
                          <a16:creationId xmlns:a16="http://schemas.microsoft.com/office/drawing/2014/main" id="{2404EEE5-24B9-425E-B1CA-F205B471BA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7" name="直線コネクタ 125406">
                      <a:extLst>
                        <a:ext uri="{FF2B5EF4-FFF2-40B4-BE49-F238E27FC236}">
                          <a16:creationId xmlns:a16="http://schemas.microsoft.com/office/drawing/2014/main" id="{920A165B-2CE9-425A-8D06-F8B1F96226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8" name="直線コネクタ 125407">
                      <a:extLst>
                        <a:ext uri="{FF2B5EF4-FFF2-40B4-BE49-F238E27FC236}">
                          <a16:creationId xmlns:a16="http://schemas.microsoft.com/office/drawing/2014/main" id="{671FB862-285C-4A5F-9394-16260D2515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9" name="直線コネクタ 125408">
                      <a:extLst>
                        <a:ext uri="{FF2B5EF4-FFF2-40B4-BE49-F238E27FC236}">
                          <a16:creationId xmlns:a16="http://schemas.microsoft.com/office/drawing/2014/main" id="{494ACCFF-0C4E-446E-96F7-10ABF5BDF5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255" name="グループ化 125254">
                    <a:extLst>
                      <a:ext uri="{FF2B5EF4-FFF2-40B4-BE49-F238E27FC236}">
                        <a16:creationId xmlns:a16="http://schemas.microsoft.com/office/drawing/2014/main" id="{AA2D1933-EF84-4331-BD62-C19C8FD1447A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360" name="直線コネクタ 125359">
                      <a:extLst>
                        <a:ext uri="{FF2B5EF4-FFF2-40B4-BE49-F238E27FC236}">
                          <a16:creationId xmlns:a16="http://schemas.microsoft.com/office/drawing/2014/main" id="{D5660800-339D-471C-A43A-786DF290AB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1" name="直線コネクタ 125360">
                      <a:extLst>
                        <a:ext uri="{FF2B5EF4-FFF2-40B4-BE49-F238E27FC236}">
                          <a16:creationId xmlns:a16="http://schemas.microsoft.com/office/drawing/2014/main" id="{B155BD10-65B4-4939-B53D-25529D9AB5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2" name="直線コネクタ 125361">
                      <a:extLst>
                        <a:ext uri="{FF2B5EF4-FFF2-40B4-BE49-F238E27FC236}">
                          <a16:creationId xmlns:a16="http://schemas.microsoft.com/office/drawing/2014/main" id="{F077E30D-C9CA-4557-8CB8-18FE5DAF62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3" name="直線コネクタ 125362">
                      <a:extLst>
                        <a:ext uri="{FF2B5EF4-FFF2-40B4-BE49-F238E27FC236}">
                          <a16:creationId xmlns:a16="http://schemas.microsoft.com/office/drawing/2014/main" id="{FD6780B7-0A97-492D-872D-93D019FAAF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4" name="直線コネクタ 125363">
                      <a:extLst>
                        <a:ext uri="{FF2B5EF4-FFF2-40B4-BE49-F238E27FC236}">
                          <a16:creationId xmlns:a16="http://schemas.microsoft.com/office/drawing/2014/main" id="{1A706196-2092-4D3E-8715-FE43E0A726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5" name="直線コネクタ 125364">
                      <a:extLst>
                        <a:ext uri="{FF2B5EF4-FFF2-40B4-BE49-F238E27FC236}">
                          <a16:creationId xmlns:a16="http://schemas.microsoft.com/office/drawing/2014/main" id="{7C7DE1E3-18D6-4975-93D7-1E12B3C210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6" name="直線コネクタ 125365">
                      <a:extLst>
                        <a:ext uri="{FF2B5EF4-FFF2-40B4-BE49-F238E27FC236}">
                          <a16:creationId xmlns:a16="http://schemas.microsoft.com/office/drawing/2014/main" id="{A7439E61-B169-4491-8F5D-EE871140F9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7" name="直線コネクタ 125366">
                      <a:extLst>
                        <a:ext uri="{FF2B5EF4-FFF2-40B4-BE49-F238E27FC236}">
                          <a16:creationId xmlns:a16="http://schemas.microsoft.com/office/drawing/2014/main" id="{56706E5B-211C-4579-8329-597DEDE5A5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8" name="直線コネクタ 125367">
                      <a:extLst>
                        <a:ext uri="{FF2B5EF4-FFF2-40B4-BE49-F238E27FC236}">
                          <a16:creationId xmlns:a16="http://schemas.microsoft.com/office/drawing/2014/main" id="{2A3DB783-5C0E-4607-A811-E166F39DAA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69" name="直線コネクタ 125368">
                      <a:extLst>
                        <a:ext uri="{FF2B5EF4-FFF2-40B4-BE49-F238E27FC236}">
                          <a16:creationId xmlns:a16="http://schemas.microsoft.com/office/drawing/2014/main" id="{941F77E7-6520-40F9-AE96-FECE2CF3F5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0" name="直線コネクタ 125369">
                      <a:extLst>
                        <a:ext uri="{FF2B5EF4-FFF2-40B4-BE49-F238E27FC236}">
                          <a16:creationId xmlns:a16="http://schemas.microsoft.com/office/drawing/2014/main" id="{BE060FB9-1DFF-4F8A-B605-7359F45F52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1" name="直線コネクタ 125370">
                      <a:extLst>
                        <a:ext uri="{FF2B5EF4-FFF2-40B4-BE49-F238E27FC236}">
                          <a16:creationId xmlns:a16="http://schemas.microsoft.com/office/drawing/2014/main" id="{98111B1A-67BE-463F-A4EF-F42F73E8E5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2" name="直線コネクタ 125371">
                      <a:extLst>
                        <a:ext uri="{FF2B5EF4-FFF2-40B4-BE49-F238E27FC236}">
                          <a16:creationId xmlns:a16="http://schemas.microsoft.com/office/drawing/2014/main" id="{F6A09C86-BB35-4F40-8F2F-2C7A0EE3E3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3" name="直線コネクタ 125372">
                      <a:extLst>
                        <a:ext uri="{FF2B5EF4-FFF2-40B4-BE49-F238E27FC236}">
                          <a16:creationId xmlns:a16="http://schemas.microsoft.com/office/drawing/2014/main" id="{FA1B4278-2E36-4335-B62B-8440901C9A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4" name="直線コネクタ 125373">
                      <a:extLst>
                        <a:ext uri="{FF2B5EF4-FFF2-40B4-BE49-F238E27FC236}">
                          <a16:creationId xmlns:a16="http://schemas.microsoft.com/office/drawing/2014/main" id="{9243FA7E-08EE-488C-96D5-DF54BBEC75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5" name="直線コネクタ 125374">
                      <a:extLst>
                        <a:ext uri="{FF2B5EF4-FFF2-40B4-BE49-F238E27FC236}">
                          <a16:creationId xmlns:a16="http://schemas.microsoft.com/office/drawing/2014/main" id="{15CE9DC8-0282-480F-9EC6-B5A99743E9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6" name="直線コネクタ 125375">
                      <a:extLst>
                        <a:ext uri="{FF2B5EF4-FFF2-40B4-BE49-F238E27FC236}">
                          <a16:creationId xmlns:a16="http://schemas.microsoft.com/office/drawing/2014/main" id="{DAFDA3B2-1119-4C5E-B706-FBA06DF81B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7" name="直線コネクタ 125376">
                      <a:extLst>
                        <a:ext uri="{FF2B5EF4-FFF2-40B4-BE49-F238E27FC236}">
                          <a16:creationId xmlns:a16="http://schemas.microsoft.com/office/drawing/2014/main" id="{947A8BA6-51ED-4274-ADCA-E23C2D0378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8" name="直線コネクタ 125377">
                      <a:extLst>
                        <a:ext uri="{FF2B5EF4-FFF2-40B4-BE49-F238E27FC236}">
                          <a16:creationId xmlns:a16="http://schemas.microsoft.com/office/drawing/2014/main" id="{A743CDB7-0B72-4567-952E-2237D272F1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79" name="直線コネクタ 125378">
                      <a:extLst>
                        <a:ext uri="{FF2B5EF4-FFF2-40B4-BE49-F238E27FC236}">
                          <a16:creationId xmlns:a16="http://schemas.microsoft.com/office/drawing/2014/main" id="{8F5E23BE-7463-44AC-8C86-1B57795605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0" name="直線コネクタ 125379">
                      <a:extLst>
                        <a:ext uri="{FF2B5EF4-FFF2-40B4-BE49-F238E27FC236}">
                          <a16:creationId xmlns:a16="http://schemas.microsoft.com/office/drawing/2014/main" id="{C4F31A0F-362B-4745-B12A-D94F4DE229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1" name="直線コネクタ 125380">
                      <a:extLst>
                        <a:ext uri="{FF2B5EF4-FFF2-40B4-BE49-F238E27FC236}">
                          <a16:creationId xmlns:a16="http://schemas.microsoft.com/office/drawing/2014/main" id="{38A0DD4E-2B47-442A-8A35-951482B60F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2" name="直線コネクタ 125381">
                      <a:extLst>
                        <a:ext uri="{FF2B5EF4-FFF2-40B4-BE49-F238E27FC236}">
                          <a16:creationId xmlns:a16="http://schemas.microsoft.com/office/drawing/2014/main" id="{2041DF01-E8A0-4D58-ABD5-12991D4969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3" name="直線コネクタ 125382">
                      <a:extLst>
                        <a:ext uri="{FF2B5EF4-FFF2-40B4-BE49-F238E27FC236}">
                          <a16:creationId xmlns:a16="http://schemas.microsoft.com/office/drawing/2014/main" id="{95E8AC0B-D3AA-4AF9-89D4-49A58E65DC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4" name="直線コネクタ 125383">
                      <a:extLst>
                        <a:ext uri="{FF2B5EF4-FFF2-40B4-BE49-F238E27FC236}">
                          <a16:creationId xmlns:a16="http://schemas.microsoft.com/office/drawing/2014/main" id="{6DE91BDF-7046-46A2-9D2E-D57BFECE76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5" name="直線コネクタ 125384">
                      <a:extLst>
                        <a:ext uri="{FF2B5EF4-FFF2-40B4-BE49-F238E27FC236}">
                          <a16:creationId xmlns:a16="http://schemas.microsoft.com/office/drawing/2014/main" id="{E3A504AC-94C3-4089-A2D4-769A9B1A2B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6" name="直線コネクタ 125385">
                      <a:extLst>
                        <a:ext uri="{FF2B5EF4-FFF2-40B4-BE49-F238E27FC236}">
                          <a16:creationId xmlns:a16="http://schemas.microsoft.com/office/drawing/2014/main" id="{CC282636-8EA5-4230-A39D-070297C8F1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7" name="直線コネクタ 125386">
                      <a:extLst>
                        <a:ext uri="{FF2B5EF4-FFF2-40B4-BE49-F238E27FC236}">
                          <a16:creationId xmlns:a16="http://schemas.microsoft.com/office/drawing/2014/main" id="{E4D9838D-5CAB-4DA4-868A-A2333B82C3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8" name="直線コネクタ 125387">
                      <a:extLst>
                        <a:ext uri="{FF2B5EF4-FFF2-40B4-BE49-F238E27FC236}">
                          <a16:creationId xmlns:a16="http://schemas.microsoft.com/office/drawing/2014/main" id="{A566DF92-CC7A-4DCB-BB66-1BE7DF7FEB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89" name="直線コネクタ 125388">
                      <a:extLst>
                        <a:ext uri="{FF2B5EF4-FFF2-40B4-BE49-F238E27FC236}">
                          <a16:creationId xmlns:a16="http://schemas.microsoft.com/office/drawing/2014/main" id="{6210C460-6E96-4131-BB52-D4A42851F4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0" name="直線コネクタ 125389">
                      <a:extLst>
                        <a:ext uri="{FF2B5EF4-FFF2-40B4-BE49-F238E27FC236}">
                          <a16:creationId xmlns:a16="http://schemas.microsoft.com/office/drawing/2014/main" id="{7EE91BA0-AE4D-493B-AF92-50CA2D837F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1" name="直線コネクタ 125390">
                      <a:extLst>
                        <a:ext uri="{FF2B5EF4-FFF2-40B4-BE49-F238E27FC236}">
                          <a16:creationId xmlns:a16="http://schemas.microsoft.com/office/drawing/2014/main" id="{80A16EDC-2402-4DE7-8526-26E0055FD6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2" name="直線コネクタ 125391">
                      <a:extLst>
                        <a:ext uri="{FF2B5EF4-FFF2-40B4-BE49-F238E27FC236}">
                          <a16:creationId xmlns:a16="http://schemas.microsoft.com/office/drawing/2014/main" id="{DDA61C5E-5AB2-4911-B0DD-66442E782A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3" name="直線コネクタ 125392">
                      <a:extLst>
                        <a:ext uri="{FF2B5EF4-FFF2-40B4-BE49-F238E27FC236}">
                          <a16:creationId xmlns:a16="http://schemas.microsoft.com/office/drawing/2014/main" id="{B93AE6BD-7CA0-4261-8532-CF5D0E9434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4" name="直線コネクタ 125393">
                      <a:extLst>
                        <a:ext uri="{FF2B5EF4-FFF2-40B4-BE49-F238E27FC236}">
                          <a16:creationId xmlns:a16="http://schemas.microsoft.com/office/drawing/2014/main" id="{1087659E-7CB9-4ECD-9B5D-3B28223DF1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5" name="直線コネクタ 125394">
                      <a:extLst>
                        <a:ext uri="{FF2B5EF4-FFF2-40B4-BE49-F238E27FC236}">
                          <a16:creationId xmlns:a16="http://schemas.microsoft.com/office/drawing/2014/main" id="{B968462B-E568-48EF-B599-CFDEA394A3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6" name="直線コネクタ 125395">
                      <a:extLst>
                        <a:ext uri="{FF2B5EF4-FFF2-40B4-BE49-F238E27FC236}">
                          <a16:creationId xmlns:a16="http://schemas.microsoft.com/office/drawing/2014/main" id="{FDD8D4EB-2161-4B85-88D4-24346BCF76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7" name="直線コネクタ 125396">
                      <a:extLst>
                        <a:ext uri="{FF2B5EF4-FFF2-40B4-BE49-F238E27FC236}">
                          <a16:creationId xmlns:a16="http://schemas.microsoft.com/office/drawing/2014/main" id="{DC4F4B3A-702A-41B0-A276-B1E3A072AE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8" name="直線コネクタ 125397">
                      <a:extLst>
                        <a:ext uri="{FF2B5EF4-FFF2-40B4-BE49-F238E27FC236}">
                          <a16:creationId xmlns:a16="http://schemas.microsoft.com/office/drawing/2014/main" id="{7E673599-D9CD-4509-B501-1BD251A3E7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99" name="直線コネクタ 125398">
                      <a:extLst>
                        <a:ext uri="{FF2B5EF4-FFF2-40B4-BE49-F238E27FC236}">
                          <a16:creationId xmlns:a16="http://schemas.microsoft.com/office/drawing/2014/main" id="{12ACF1B9-ADBE-4DDB-B70B-44F0E10BE8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0" name="直線コネクタ 125399">
                      <a:extLst>
                        <a:ext uri="{FF2B5EF4-FFF2-40B4-BE49-F238E27FC236}">
                          <a16:creationId xmlns:a16="http://schemas.microsoft.com/office/drawing/2014/main" id="{F1EC247A-0BC8-4D52-B790-E6B6C62171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401" name="直線コネクタ 125400">
                      <a:extLst>
                        <a:ext uri="{FF2B5EF4-FFF2-40B4-BE49-F238E27FC236}">
                          <a16:creationId xmlns:a16="http://schemas.microsoft.com/office/drawing/2014/main" id="{D1CF4834-93CF-4B7B-9182-99EA16E6A1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256" name="グループ化 125255">
                    <a:extLst>
                      <a:ext uri="{FF2B5EF4-FFF2-40B4-BE49-F238E27FC236}">
                        <a16:creationId xmlns:a16="http://schemas.microsoft.com/office/drawing/2014/main" id="{E310F0C6-70CB-477C-B1D6-D6C9B0CCD9C3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318" name="直線コネクタ 125317">
                      <a:extLst>
                        <a:ext uri="{FF2B5EF4-FFF2-40B4-BE49-F238E27FC236}">
                          <a16:creationId xmlns:a16="http://schemas.microsoft.com/office/drawing/2014/main" id="{4FFFF2AF-37E3-49A1-938A-422614E9E4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19" name="直線コネクタ 125318">
                      <a:extLst>
                        <a:ext uri="{FF2B5EF4-FFF2-40B4-BE49-F238E27FC236}">
                          <a16:creationId xmlns:a16="http://schemas.microsoft.com/office/drawing/2014/main" id="{DC90215F-6EDD-4D29-B307-33326F38AE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0" name="直線コネクタ 125319">
                      <a:extLst>
                        <a:ext uri="{FF2B5EF4-FFF2-40B4-BE49-F238E27FC236}">
                          <a16:creationId xmlns:a16="http://schemas.microsoft.com/office/drawing/2014/main" id="{237AB520-C3C8-4558-94D9-9D1B9D9514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1" name="直線コネクタ 125320">
                      <a:extLst>
                        <a:ext uri="{FF2B5EF4-FFF2-40B4-BE49-F238E27FC236}">
                          <a16:creationId xmlns:a16="http://schemas.microsoft.com/office/drawing/2014/main" id="{E5DFAB88-2557-4238-B8D2-413149EB6C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2" name="直線コネクタ 125321">
                      <a:extLst>
                        <a:ext uri="{FF2B5EF4-FFF2-40B4-BE49-F238E27FC236}">
                          <a16:creationId xmlns:a16="http://schemas.microsoft.com/office/drawing/2014/main" id="{F1129E4E-CD95-4E20-B321-CF94EA9FB3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3" name="直線コネクタ 125322">
                      <a:extLst>
                        <a:ext uri="{FF2B5EF4-FFF2-40B4-BE49-F238E27FC236}">
                          <a16:creationId xmlns:a16="http://schemas.microsoft.com/office/drawing/2014/main" id="{80453058-853A-4100-A5CF-A69DE3D808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4" name="直線コネクタ 125323">
                      <a:extLst>
                        <a:ext uri="{FF2B5EF4-FFF2-40B4-BE49-F238E27FC236}">
                          <a16:creationId xmlns:a16="http://schemas.microsoft.com/office/drawing/2014/main" id="{A45D8E25-D0DE-4C3A-87D3-2E94D1AAD4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5" name="直線コネクタ 125324">
                      <a:extLst>
                        <a:ext uri="{FF2B5EF4-FFF2-40B4-BE49-F238E27FC236}">
                          <a16:creationId xmlns:a16="http://schemas.microsoft.com/office/drawing/2014/main" id="{24CEC4F5-C975-4680-B579-7A89BB5524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6" name="直線コネクタ 125325">
                      <a:extLst>
                        <a:ext uri="{FF2B5EF4-FFF2-40B4-BE49-F238E27FC236}">
                          <a16:creationId xmlns:a16="http://schemas.microsoft.com/office/drawing/2014/main" id="{5E57AC61-9A70-4934-91A6-68B442B182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7" name="直線コネクタ 125326">
                      <a:extLst>
                        <a:ext uri="{FF2B5EF4-FFF2-40B4-BE49-F238E27FC236}">
                          <a16:creationId xmlns:a16="http://schemas.microsoft.com/office/drawing/2014/main" id="{8D5DBA37-F018-453A-9728-12BE89432A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8" name="直線コネクタ 125327">
                      <a:extLst>
                        <a:ext uri="{FF2B5EF4-FFF2-40B4-BE49-F238E27FC236}">
                          <a16:creationId xmlns:a16="http://schemas.microsoft.com/office/drawing/2014/main" id="{E5A9377C-BD1A-48BA-8CE3-1470650837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29" name="直線コネクタ 125328">
                      <a:extLst>
                        <a:ext uri="{FF2B5EF4-FFF2-40B4-BE49-F238E27FC236}">
                          <a16:creationId xmlns:a16="http://schemas.microsoft.com/office/drawing/2014/main" id="{FA346880-EEC3-490B-9984-5AF9224953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0" name="直線コネクタ 125329">
                      <a:extLst>
                        <a:ext uri="{FF2B5EF4-FFF2-40B4-BE49-F238E27FC236}">
                          <a16:creationId xmlns:a16="http://schemas.microsoft.com/office/drawing/2014/main" id="{68580CB3-1086-4FCB-9F3F-280FD20146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1" name="直線コネクタ 125330">
                      <a:extLst>
                        <a:ext uri="{FF2B5EF4-FFF2-40B4-BE49-F238E27FC236}">
                          <a16:creationId xmlns:a16="http://schemas.microsoft.com/office/drawing/2014/main" id="{DE3C2F78-8D94-4FDE-ADCB-D30F2A4E8B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2" name="直線コネクタ 125331">
                      <a:extLst>
                        <a:ext uri="{FF2B5EF4-FFF2-40B4-BE49-F238E27FC236}">
                          <a16:creationId xmlns:a16="http://schemas.microsoft.com/office/drawing/2014/main" id="{BEB8B0D9-3B77-4A27-9E34-51583D6B9A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3" name="直線コネクタ 125332">
                      <a:extLst>
                        <a:ext uri="{FF2B5EF4-FFF2-40B4-BE49-F238E27FC236}">
                          <a16:creationId xmlns:a16="http://schemas.microsoft.com/office/drawing/2014/main" id="{B2085854-40DE-4384-A0F6-7F58615AC2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4" name="直線コネクタ 125333">
                      <a:extLst>
                        <a:ext uri="{FF2B5EF4-FFF2-40B4-BE49-F238E27FC236}">
                          <a16:creationId xmlns:a16="http://schemas.microsoft.com/office/drawing/2014/main" id="{8BFDE697-54EA-41DE-8D83-4FFB4D6023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5" name="直線コネクタ 125334">
                      <a:extLst>
                        <a:ext uri="{FF2B5EF4-FFF2-40B4-BE49-F238E27FC236}">
                          <a16:creationId xmlns:a16="http://schemas.microsoft.com/office/drawing/2014/main" id="{0F6316F3-7723-4FB9-BA7C-4F745E348A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6" name="直線コネクタ 125335">
                      <a:extLst>
                        <a:ext uri="{FF2B5EF4-FFF2-40B4-BE49-F238E27FC236}">
                          <a16:creationId xmlns:a16="http://schemas.microsoft.com/office/drawing/2014/main" id="{7ED74DBA-30B1-4474-8D5F-6BBA6E7344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7" name="直線コネクタ 125336">
                      <a:extLst>
                        <a:ext uri="{FF2B5EF4-FFF2-40B4-BE49-F238E27FC236}">
                          <a16:creationId xmlns:a16="http://schemas.microsoft.com/office/drawing/2014/main" id="{B980851C-27FF-4D78-B23F-E828D54441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8" name="直線コネクタ 125337">
                      <a:extLst>
                        <a:ext uri="{FF2B5EF4-FFF2-40B4-BE49-F238E27FC236}">
                          <a16:creationId xmlns:a16="http://schemas.microsoft.com/office/drawing/2014/main" id="{B3D53EF2-2880-4E42-A433-A41F386E03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39" name="直線コネクタ 125338">
                      <a:extLst>
                        <a:ext uri="{FF2B5EF4-FFF2-40B4-BE49-F238E27FC236}">
                          <a16:creationId xmlns:a16="http://schemas.microsoft.com/office/drawing/2014/main" id="{E6E0D5FD-3EC6-44A4-95AC-86FF29CCA9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0" name="直線コネクタ 125339">
                      <a:extLst>
                        <a:ext uri="{FF2B5EF4-FFF2-40B4-BE49-F238E27FC236}">
                          <a16:creationId xmlns:a16="http://schemas.microsoft.com/office/drawing/2014/main" id="{4E147C95-897C-4051-827C-A819A806AC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1" name="直線コネクタ 125340">
                      <a:extLst>
                        <a:ext uri="{FF2B5EF4-FFF2-40B4-BE49-F238E27FC236}">
                          <a16:creationId xmlns:a16="http://schemas.microsoft.com/office/drawing/2014/main" id="{D516C1F0-EA5C-4FD3-8B35-4FC1112BEB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2" name="直線コネクタ 125341">
                      <a:extLst>
                        <a:ext uri="{FF2B5EF4-FFF2-40B4-BE49-F238E27FC236}">
                          <a16:creationId xmlns:a16="http://schemas.microsoft.com/office/drawing/2014/main" id="{919A5C0F-F450-4963-842D-5FAE1D3502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3" name="直線コネクタ 125342">
                      <a:extLst>
                        <a:ext uri="{FF2B5EF4-FFF2-40B4-BE49-F238E27FC236}">
                          <a16:creationId xmlns:a16="http://schemas.microsoft.com/office/drawing/2014/main" id="{532F490D-208A-4658-B130-039AD27FD5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4" name="直線コネクタ 125343">
                      <a:extLst>
                        <a:ext uri="{FF2B5EF4-FFF2-40B4-BE49-F238E27FC236}">
                          <a16:creationId xmlns:a16="http://schemas.microsoft.com/office/drawing/2014/main" id="{D0A385E0-40AA-4DE7-A862-06240A849F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5" name="直線コネクタ 125344">
                      <a:extLst>
                        <a:ext uri="{FF2B5EF4-FFF2-40B4-BE49-F238E27FC236}">
                          <a16:creationId xmlns:a16="http://schemas.microsoft.com/office/drawing/2014/main" id="{195E86A7-7BB6-40C5-81AB-B7F0BDF710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6" name="直線コネクタ 125345">
                      <a:extLst>
                        <a:ext uri="{FF2B5EF4-FFF2-40B4-BE49-F238E27FC236}">
                          <a16:creationId xmlns:a16="http://schemas.microsoft.com/office/drawing/2014/main" id="{CDFD5D32-A319-4036-A832-1F27891830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7" name="直線コネクタ 125346">
                      <a:extLst>
                        <a:ext uri="{FF2B5EF4-FFF2-40B4-BE49-F238E27FC236}">
                          <a16:creationId xmlns:a16="http://schemas.microsoft.com/office/drawing/2014/main" id="{DB98F21F-41A3-4885-8F73-308F626234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8" name="直線コネクタ 125347">
                      <a:extLst>
                        <a:ext uri="{FF2B5EF4-FFF2-40B4-BE49-F238E27FC236}">
                          <a16:creationId xmlns:a16="http://schemas.microsoft.com/office/drawing/2014/main" id="{C43B831B-E32F-4B92-A41D-E7DFF5CDA2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49" name="直線コネクタ 125348">
                      <a:extLst>
                        <a:ext uri="{FF2B5EF4-FFF2-40B4-BE49-F238E27FC236}">
                          <a16:creationId xmlns:a16="http://schemas.microsoft.com/office/drawing/2014/main" id="{FAE30EBA-CC88-4FE4-A2D8-2284E7BC52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0" name="直線コネクタ 125349">
                      <a:extLst>
                        <a:ext uri="{FF2B5EF4-FFF2-40B4-BE49-F238E27FC236}">
                          <a16:creationId xmlns:a16="http://schemas.microsoft.com/office/drawing/2014/main" id="{BBFB2CE9-EEB8-4978-82EE-DAD7307FF0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1" name="直線コネクタ 125350">
                      <a:extLst>
                        <a:ext uri="{FF2B5EF4-FFF2-40B4-BE49-F238E27FC236}">
                          <a16:creationId xmlns:a16="http://schemas.microsoft.com/office/drawing/2014/main" id="{E0B32126-DDBC-42A9-851F-6F976208E1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2" name="直線コネクタ 125351">
                      <a:extLst>
                        <a:ext uri="{FF2B5EF4-FFF2-40B4-BE49-F238E27FC236}">
                          <a16:creationId xmlns:a16="http://schemas.microsoft.com/office/drawing/2014/main" id="{34CAFF72-E8A4-4275-A606-4D3CC8D889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3" name="直線コネクタ 125352">
                      <a:extLst>
                        <a:ext uri="{FF2B5EF4-FFF2-40B4-BE49-F238E27FC236}">
                          <a16:creationId xmlns:a16="http://schemas.microsoft.com/office/drawing/2014/main" id="{92F57C84-6DB8-4313-8D70-B4D455A82F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4" name="直線コネクタ 125353">
                      <a:extLst>
                        <a:ext uri="{FF2B5EF4-FFF2-40B4-BE49-F238E27FC236}">
                          <a16:creationId xmlns:a16="http://schemas.microsoft.com/office/drawing/2014/main" id="{B6563FB4-4029-4B79-A1F4-D9F0EAB617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5" name="直線コネクタ 125354">
                      <a:extLst>
                        <a:ext uri="{FF2B5EF4-FFF2-40B4-BE49-F238E27FC236}">
                          <a16:creationId xmlns:a16="http://schemas.microsoft.com/office/drawing/2014/main" id="{D5892AD3-2D5F-4295-A3D0-C50E5F90F9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6" name="直線コネクタ 125355">
                      <a:extLst>
                        <a:ext uri="{FF2B5EF4-FFF2-40B4-BE49-F238E27FC236}">
                          <a16:creationId xmlns:a16="http://schemas.microsoft.com/office/drawing/2014/main" id="{DB5AF875-71F1-46B6-B9C1-BEB65A2D96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7" name="直線コネクタ 125356">
                      <a:extLst>
                        <a:ext uri="{FF2B5EF4-FFF2-40B4-BE49-F238E27FC236}">
                          <a16:creationId xmlns:a16="http://schemas.microsoft.com/office/drawing/2014/main" id="{A51BE835-A15C-4ADF-8E63-030706DBE1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8" name="直線コネクタ 125357">
                      <a:extLst>
                        <a:ext uri="{FF2B5EF4-FFF2-40B4-BE49-F238E27FC236}">
                          <a16:creationId xmlns:a16="http://schemas.microsoft.com/office/drawing/2014/main" id="{EA753F0D-4CBD-4EA5-9AFA-35568E94CC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59" name="直線コネクタ 125358">
                      <a:extLst>
                        <a:ext uri="{FF2B5EF4-FFF2-40B4-BE49-F238E27FC236}">
                          <a16:creationId xmlns:a16="http://schemas.microsoft.com/office/drawing/2014/main" id="{2031C078-D605-4027-BDCE-50F3663B7E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257" name="グループ化 125256">
                    <a:extLst>
                      <a:ext uri="{FF2B5EF4-FFF2-40B4-BE49-F238E27FC236}">
                        <a16:creationId xmlns:a16="http://schemas.microsoft.com/office/drawing/2014/main" id="{BE796B46-3D8F-48B6-A4B2-92C51802AADC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310" name="直線コネクタ 125309">
                      <a:extLst>
                        <a:ext uri="{FF2B5EF4-FFF2-40B4-BE49-F238E27FC236}">
                          <a16:creationId xmlns:a16="http://schemas.microsoft.com/office/drawing/2014/main" id="{AE1E996C-3378-40B5-991B-5ACB400D5F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11" name="直線コネクタ 125310">
                      <a:extLst>
                        <a:ext uri="{FF2B5EF4-FFF2-40B4-BE49-F238E27FC236}">
                          <a16:creationId xmlns:a16="http://schemas.microsoft.com/office/drawing/2014/main" id="{B5B26C2C-0C18-4656-B3CA-465DAF22C5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12" name="直線コネクタ 125311">
                      <a:extLst>
                        <a:ext uri="{FF2B5EF4-FFF2-40B4-BE49-F238E27FC236}">
                          <a16:creationId xmlns:a16="http://schemas.microsoft.com/office/drawing/2014/main" id="{7B32F1D2-6F5A-49B4-AA5B-67DC1FEC93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13" name="直線コネクタ 125312">
                      <a:extLst>
                        <a:ext uri="{FF2B5EF4-FFF2-40B4-BE49-F238E27FC236}">
                          <a16:creationId xmlns:a16="http://schemas.microsoft.com/office/drawing/2014/main" id="{32CCA59D-B2BC-4674-AD7B-AA2DE032D9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14" name="直線コネクタ 125313">
                      <a:extLst>
                        <a:ext uri="{FF2B5EF4-FFF2-40B4-BE49-F238E27FC236}">
                          <a16:creationId xmlns:a16="http://schemas.microsoft.com/office/drawing/2014/main" id="{F36C929E-9546-43A3-8C78-EF63628F67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15" name="直線コネクタ 125314">
                      <a:extLst>
                        <a:ext uri="{FF2B5EF4-FFF2-40B4-BE49-F238E27FC236}">
                          <a16:creationId xmlns:a16="http://schemas.microsoft.com/office/drawing/2014/main" id="{E0512EC7-49C0-4922-8979-EDFDBD9438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16" name="直線コネクタ 125315">
                      <a:extLst>
                        <a:ext uri="{FF2B5EF4-FFF2-40B4-BE49-F238E27FC236}">
                          <a16:creationId xmlns:a16="http://schemas.microsoft.com/office/drawing/2014/main" id="{A05C5A1E-A8D4-4DB1-A2C2-87D8DC2D49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17" name="直線コネクタ 125316">
                      <a:extLst>
                        <a:ext uri="{FF2B5EF4-FFF2-40B4-BE49-F238E27FC236}">
                          <a16:creationId xmlns:a16="http://schemas.microsoft.com/office/drawing/2014/main" id="{D0F8C3D1-476B-41F3-A844-E0C5048ABB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258" name="グループ化 125257">
                    <a:extLst>
                      <a:ext uri="{FF2B5EF4-FFF2-40B4-BE49-F238E27FC236}">
                        <a16:creationId xmlns:a16="http://schemas.microsoft.com/office/drawing/2014/main" id="{8905F0B9-D55E-4470-85A7-1321FE6CD365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302" name="直線コネクタ 125301">
                      <a:extLst>
                        <a:ext uri="{FF2B5EF4-FFF2-40B4-BE49-F238E27FC236}">
                          <a16:creationId xmlns:a16="http://schemas.microsoft.com/office/drawing/2014/main" id="{9E6F170E-CD58-434D-9F1B-D00379EDD5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3" name="直線コネクタ 125302">
                      <a:extLst>
                        <a:ext uri="{FF2B5EF4-FFF2-40B4-BE49-F238E27FC236}">
                          <a16:creationId xmlns:a16="http://schemas.microsoft.com/office/drawing/2014/main" id="{915CFEA5-93EC-453A-84EC-CDC993CBF3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4" name="直線コネクタ 125303">
                      <a:extLst>
                        <a:ext uri="{FF2B5EF4-FFF2-40B4-BE49-F238E27FC236}">
                          <a16:creationId xmlns:a16="http://schemas.microsoft.com/office/drawing/2014/main" id="{8D0BAD7D-80A0-4ECE-A1BC-2C404F2945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5" name="直線コネクタ 125304">
                      <a:extLst>
                        <a:ext uri="{FF2B5EF4-FFF2-40B4-BE49-F238E27FC236}">
                          <a16:creationId xmlns:a16="http://schemas.microsoft.com/office/drawing/2014/main" id="{0731CEFC-E330-4D70-BD59-D983952219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6" name="直線コネクタ 125305">
                      <a:extLst>
                        <a:ext uri="{FF2B5EF4-FFF2-40B4-BE49-F238E27FC236}">
                          <a16:creationId xmlns:a16="http://schemas.microsoft.com/office/drawing/2014/main" id="{443CACA8-D6C3-4948-A56D-183AD06524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7" name="直線コネクタ 125306">
                      <a:extLst>
                        <a:ext uri="{FF2B5EF4-FFF2-40B4-BE49-F238E27FC236}">
                          <a16:creationId xmlns:a16="http://schemas.microsoft.com/office/drawing/2014/main" id="{CBC7C8A8-2253-4060-BE08-392B74C572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8" name="直線コネクタ 125307">
                      <a:extLst>
                        <a:ext uri="{FF2B5EF4-FFF2-40B4-BE49-F238E27FC236}">
                          <a16:creationId xmlns:a16="http://schemas.microsoft.com/office/drawing/2014/main" id="{9F6FC57D-5E9C-4975-B10F-D67E966C2C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9" name="直線コネクタ 125308">
                      <a:extLst>
                        <a:ext uri="{FF2B5EF4-FFF2-40B4-BE49-F238E27FC236}">
                          <a16:creationId xmlns:a16="http://schemas.microsoft.com/office/drawing/2014/main" id="{E47A99A7-7AFC-4DFF-A2B4-C9290A73B7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5259" name="グループ化 125258">
                    <a:extLst>
                      <a:ext uri="{FF2B5EF4-FFF2-40B4-BE49-F238E27FC236}">
                        <a16:creationId xmlns:a16="http://schemas.microsoft.com/office/drawing/2014/main" id="{C1162AFB-A21A-4938-A468-B155A0E08BB7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260" name="直線コネクタ 125259">
                      <a:extLst>
                        <a:ext uri="{FF2B5EF4-FFF2-40B4-BE49-F238E27FC236}">
                          <a16:creationId xmlns:a16="http://schemas.microsoft.com/office/drawing/2014/main" id="{863575B7-C0C9-4879-9846-DB480F0A76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1" name="直線コネクタ 125260">
                      <a:extLst>
                        <a:ext uri="{FF2B5EF4-FFF2-40B4-BE49-F238E27FC236}">
                          <a16:creationId xmlns:a16="http://schemas.microsoft.com/office/drawing/2014/main" id="{2A7BE34C-891C-4CA6-B85E-BB66055811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2" name="直線コネクタ 125261">
                      <a:extLst>
                        <a:ext uri="{FF2B5EF4-FFF2-40B4-BE49-F238E27FC236}">
                          <a16:creationId xmlns:a16="http://schemas.microsoft.com/office/drawing/2014/main" id="{28191534-82D6-47C7-886F-E47D6C0CE4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3" name="直線コネクタ 125262">
                      <a:extLst>
                        <a:ext uri="{FF2B5EF4-FFF2-40B4-BE49-F238E27FC236}">
                          <a16:creationId xmlns:a16="http://schemas.microsoft.com/office/drawing/2014/main" id="{FE02BC76-BF61-4019-B6F5-AD046819B5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4" name="直線コネクタ 125263">
                      <a:extLst>
                        <a:ext uri="{FF2B5EF4-FFF2-40B4-BE49-F238E27FC236}">
                          <a16:creationId xmlns:a16="http://schemas.microsoft.com/office/drawing/2014/main" id="{42DFB7C1-FFC7-40F4-A6C6-441DF137A7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5" name="直線コネクタ 125264">
                      <a:extLst>
                        <a:ext uri="{FF2B5EF4-FFF2-40B4-BE49-F238E27FC236}">
                          <a16:creationId xmlns:a16="http://schemas.microsoft.com/office/drawing/2014/main" id="{91B10F69-C69D-47C1-828E-743F38EBCC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6" name="直線コネクタ 125265">
                      <a:extLst>
                        <a:ext uri="{FF2B5EF4-FFF2-40B4-BE49-F238E27FC236}">
                          <a16:creationId xmlns:a16="http://schemas.microsoft.com/office/drawing/2014/main" id="{88546630-0A49-479F-8DA7-08CF4035FD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7" name="直線コネクタ 125266">
                      <a:extLst>
                        <a:ext uri="{FF2B5EF4-FFF2-40B4-BE49-F238E27FC236}">
                          <a16:creationId xmlns:a16="http://schemas.microsoft.com/office/drawing/2014/main" id="{178C0243-35E0-4B5A-B7FC-A3DFCE02E5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8" name="直線コネクタ 125267">
                      <a:extLst>
                        <a:ext uri="{FF2B5EF4-FFF2-40B4-BE49-F238E27FC236}">
                          <a16:creationId xmlns:a16="http://schemas.microsoft.com/office/drawing/2014/main" id="{7EBADEAD-BB57-42D1-83E5-EE608F271C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69" name="直線コネクタ 125268">
                      <a:extLst>
                        <a:ext uri="{FF2B5EF4-FFF2-40B4-BE49-F238E27FC236}">
                          <a16:creationId xmlns:a16="http://schemas.microsoft.com/office/drawing/2014/main" id="{EB5C991D-E93A-4A85-AB17-9C62CF56AD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0" name="直線コネクタ 125269">
                      <a:extLst>
                        <a:ext uri="{FF2B5EF4-FFF2-40B4-BE49-F238E27FC236}">
                          <a16:creationId xmlns:a16="http://schemas.microsoft.com/office/drawing/2014/main" id="{2B380616-218F-491A-893B-DFCE9CE266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1" name="直線コネクタ 125270">
                      <a:extLst>
                        <a:ext uri="{FF2B5EF4-FFF2-40B4-BE49-F238E27FC236}">
                          <a16:creationId xmlns:a16="http://schemas.microsoft.com/office/drawing/2014/main" id="{F691188A-728C-48EC-9160-1F0A0AFDFD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2" name="直線コネクタ 125271">
                      <a:extLst>
                        <a:ext uri="{FF2B5EF4-FFF2-40B4-BE49-F238E27FC236}">
                          <a16:creationId xmlns:a16="http://schemas.microsoft.com/office/drawing/2014/main" id="{EE87A8D1-72D6-4CB6-B45D-5DC60F6475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3" name="直線コネクタ 125272">
                      <a:extLst>
                        <a:ext uri="{FF2B5EF4-FFF2-40B4-BE49-F238E27FC236}">
                          <a16:creationId xmlns:a16="http://schemas.microsoft.com/office/drawing/2014/main" id="{D35CAA33-1B6D-4E80-97EE-94E2348CDB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4" name="直線コネクタ 125273">
                      <a:extLst>
                        <a:ext uri="{FF2B5EF4-FFF2-40B4-BE49-F238E27FC236}">
                          <a16:creationId xmlns:a16="http://schemas.microsoft.com/office/drawing/2014/main" id="{E18E636D-C576-476C-AF6E-8C0C205919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5" name="直線コネクタ 125274">
                      <a:extLst>
                        <a:ext uri="{FF2B5EF4-FFF2-40B4-BE49-F238E27FC236}">
                          <a16:creationId xmlns:a16="http://schemas.microsoft.com/office/drawing/2014/main" id="{1087C425-7EC9-4484-AD6A-949312A762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6" name="直線コネクタ 125275">
                      <a:extLst>
                        <a:ext uri="{FF2B5EF4-FFF2-40B4-BE49-F238E27FC236}">
                          <a16:creationId xmlns:a16="http://schemas.microsoft.com/office/drawing/2014/main" id="{8B2720E2-3E4C-4AC4-A78F-5C61A1F12A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7" name="直線コネクタ 125276">
                      <a:extLst>
                        <a:ext uri="{FF2B5EF4-FFF2-40B4-BE49-F238E27FC236}">
                          <a16:creationId xmlns:a16="http://schemas.microsoft.com/office/drawing/2014/main" id="{8BDCCFAA-A7B9-4768-9587-FB9959C6F1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8" name="直線コネクタ 125277">
                      <a:extLst>
                        <a:ext uri="{FF2B5EF4-FFF2-40B4-BE49-F238E27FC236}">
                          <a16:creationId xmlns:a16="http://schemas.microsoft.com/office/drawing/2014/main" id="{1FA130D1-EE88-4A42-B355-BCD6CB634A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79" name="直線コネクタ 125278">
                      <a:extLst>
                        <a:ext uri="{FF2B5EF4-FFF2-40B4-BE49-F238E27FC236}">
                          <a16:creationId xmlns:a16="http://schemas.microsoft.com/office/drawing/2014/main" id="{294C1226-BEC3-45F0-A5B3-D618337930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0" name="直線コネクタ 125279">
                      <a:extLst>
                        <a:ext uri="{FF2B5EF4-FFF2-40B4-BE49-F238E27FC236}">
                          <a16:creationId xmlns:a16="http://schemas.microsoft.com/office/drawing/2014/main" id="{09A01336-0AB4-46A1-AEB1-593D2D468A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1" name="直線コネクタ 125280">
                      <a:extLst>
                        <a:ext uri="{FF2B5EF4-FFF2-40B4-BE49-F238E27FC236}">
                          <a16:creationId xmlns:a16="http://schemas.microsoft.com/office/drawing/2014/main" id="{4E1E1DCE-677D-4837-817B-EBF70D95C0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2" name="直線コネクタ 125281">
                      <a:extLst>
                        <a:ext uri="{FF2B5EF4-FFF2-40B4-BE49-F238E27FC236}">
                          <a16:creationId xmlns:a16="http://schemas.microsoft.com/office/drawing/2014/main" id="{21184CD4-B8D9-469D-8093-22BC99E593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3" name="直線コネクタ 125282">
                      <a:extLst>
                        <a:ext uri="{FF2B5EF4-FFF2-40B4-BE49-F238E27FC236}">
                          <a16:creationId xmlns:a16="http://schemas.microsoft.com/office/drawing/2014/main" id="{9FA90CCC-7A4C-4CF4-B2A2-864762F7A4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4" name="直線コネクタ 125283">
                      <a:extLst>
                        <a:ext uri="{FF2B5EF4-FFF2-40B4-BE49-F238E27FC236}">
                          <a16:creationId xmlns:a16="http://schemas.microsoft.com/office/drawing/2014/main" id="{AFE5527A-C66F-4170-ABC9-6FD8DF1A12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5" name="直線コネクタ 125284">
                      <a:extLst>
                        <a:ext uri="{FF2B5EF4-FFF2-40B4-BE49-F238E27FC236}">
                          <a16:creationId xmlns:a16="http://schemas.microsoft.com/office/drawing/2014/main" id="{AFD21A5C-349D-4FFF-8391-2B624B0376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6" name="直線コネクタ 125285">
                      <a:extLst>
                        <a:ext uri="{FF2B5EF4-FFF2-40B4-BE49-F238E27FC236}">
                          <a16:creationId xmlns:a16="http://schemas.microsoft.com/office/drawing/2014/main" id="{9DB477B1-C3A5-42EE-90CA-794B2DBA3E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7" name="直線コネクタ 125286">
                      <a:extLst>
                        <a:ext uri="{FF2B5EF4-FFF2-40B4-BE49-F238E27FC236}">
                          <a16:creationId xmlns:a16="http://schemas.microsoft.com/office/drawing/2014/main" id="{32C7F88D-41DD-47B1-A5D5-DBF7057AC2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8" name="直線コネクタ 125287">
                      <a:extLst>
                        <a:ext uri="{FF2B5EF4-FFF2-40B4-BE49-F238E27FC236}">
                          <a16:creationId xmlns:a16="http://schemas.microsoft.com/office/drawing/2014/main" id="{CCFB0104-ADE0-4CAA-BA9C-627A746F2B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89" name="直線コネクタ 125288">
                      <a:extLst>
                        <a:ext uri="{FF2B5EF4-FFF2-40B4-BE49-F238E27FC236}">
                          <a16:creationId xmlns:a16="http://schemas.microsoft.com/office/drawing/2014/main" id="{7BAE51B2-89BA-48FB-9D53-A846A39A92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0" name="直線コネクタ 125289">
                      <a:extLst>
                        <a:ext uri="{FF2B5EF4-FFF2-40B4-BE49-F238E27FC236}">
                          <a16:creationId xmlns:a16="http://schemas.microsoft.com/office/drawing/2014/main" id="{15F2F42A-BDBA-4367-8E3A-9BBF1E149E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1" name="直線コネクタ 125290">
                      <a:extLst>
                        <a:ext uri="{FF2B5EF4-FFF2-40B4-BE49-F238E27FC236}">
                          <a16:creationId xmlns:a16="http://schemas.microsoft.com/office/drawing/2014/main" id="{6A08B3AB-819A-4A0F-9AEA-89C778231C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2" name="直線コネクタ 125291">
                      <a:extLst>
                        <a:ext uri="{FF2B5EF4-FFF2-40B4-BE49-F238E27FC236}">
                          <a16:creationId xmlns:a16="http://schemas.microsoft.com/office/drawing/2014/main" id="{6618BF59-2269-4B08-AF17-FD85493DA7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3" name="直線コネクタ 125292">
                      <a:extLst>
                        <a:ext uri="{FF2B5EF4-FFF2-40B4-BE49-F238E27FC236}">
                          <a16:creationId xmlns:a16="http://schemas.microsoft.com/office/drawing/2014/main" id="{B62434EB-44C0-459E-AD9C-53292FDA42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4" name="直線コネクタ 125293">
                      <a:extLst>
                        <a:ext uri="{FF2B5EF4-FFF2-40B4-BE49-F238E27FC236}">
                          <a16:creationId xmlns:a16="http://schemas.microsoft.com/office/drawing/2014/main" id="{6C123043-5F31-4D16-A6EC-4CE8403E10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5" name="直線コネクタ 125294">
                      <a:extLst>
                        <a:ext uri="{FF2B5EF4-FFF2-40B4-BE49-F238E27FC236}">
                          <a16:creationId xmlns:a16="http://schemas.microsoft.com/office/drawing/2014/main" id="{19BC7A56-9FDE-4C07-A1DC-FB37C23C5E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6" name="直線コネクタ 125295">
                      <a:extLst>
                        <a:ext uri="{FF2B5EF4-FFF2-40B4-BE49-F238E27FC236}">
                          <a16:creationId xmlns:a16="http://schemas.microsoft.com/office/drawing/2014/main" id="{82F582E7-6F23-4140-B98C-1D583BAC83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7" name="直線コネクタ 125296">
                      <a:extLst>
                        <a:ext uri="{FF2B5EF4-FFF2-40B4-BE49-F238E27FC236}">
                          <a16:creationId xmlns:a16="http://schemas.microsoft.com/office/drawing/2014/main" id="{F6BA4215-A85D-463E-BD75-DDD30D06ED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8" name="直線コネクタ 125297">
                      <a:extLst>
                        <a:ext uri="{FF2B5EF4-FFF2-40B4-BE49-F238E27FC236}">
                          <a16:creationId xmlns:a16="http://schemas.microsoft.com/office/drawing/2014/main" id="{D1B822B2-C82E-4F44-AA7D-E871937F7D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299" name="直線コネクタ 125298">
                      <a:extLst>
                        <a:ext uri="{FF2B5EF4-FFF2-40B4-BE49-F238E27FC236}">
                          <a16:creationId xmlns:a16="http://schemas.microsoft.com/office/drawing/2014/main" id="{3DD58EA5-B57A-4163-9F58-89D40EA1C9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0" name="直線コネクタ 125299">
                      <a:extLst>
                        <a:ext uri="{FF2B5EF4-FFF2-40B4-BE49-F238E27FC236}">
                          <a16:creationId xmlns:a16="http://schemas.microsoft.com/office/drawing/2014/main" id="{097810F1-326B-403C-B04A-3E8CF8BB7C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301" name="直線コネクタ 125300">
                      <a:extLst>
                        <a:ext uri="{FF2B5EF4-FFF2-40B4-BE49-F238E27FC236}">
                          <a16:creationId xmlns:a16="http://schemas.microsoft.com/office/drawing/2014/main" id="{030D6786-C7E8-4EF9-801F-3551935607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60" name="グループ化 123159">
                  <a:extLst>
                    <a:ext uri="{FF2B5EF4-FFF2-40B4-BE49-F238E27FC236}">
                      <a16:creationId xmlns:a16="http://schemas.microsoft.com/office/drawing/2014/main" id="{4F5F2D23-E0A7-40DC-8C83-525B22A5D0B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62103" y="5362081"/>
                  <a:ext cx="75557" cy="75600"/>
                  <a:chOff x="4287481" y="4286224"/>
                  <a:chExt cx="2227978" cy="2229219"/>
                </a:xfrm>
              </p:grpSpPr>
              <p:cxnSp>
                <p:nvCxnSpPr>
                  <p:cNvPr id="124701" name="直線コネクタ 124700">
                    <a:extLst>
                      <a:ext uri="{FF2B5EF4-FFF2-40B4-BE49-F238E27FC236}">
                        <a16:creationId xmlns:a16="http://schemas.microsoft.com/office/drawing/2014/main" id="{EEFC7D3C-FC73-4F01-AD54-F391878688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02" name="直線コネクタ 124701">
                    <a:extLst>
                      <a:ext uri="{FF2B5EF4-FFF2-40B4-BE49-F238E27FC236}">
                        <a16:creationId xmlns:a16="http://schemas.microsoft.com/office/drawing/2014/main" id="{51FEEDDF-CACB-4DDE-8942-D973355AEA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03" name="直線コネクタ 124702">
                    <a:extLst>
                      <a:ext uri="{FF2B5EF4-FFF2-40B4-BE49-F238E27FC236}">
                        <a16:creationId xmlns:a16="http://schemas.microsoft.com/office/drawing/2014/main" id="{FE5A6F12-4A56-42A7-9921-3BBFBFA374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04" name="直線コネクタ 124703">
                    <a:extLst>
                      <a:ext uri="{FF2B5EF4-FFF2-40B4-BE49-F238E27FC236}">
                        <a16:creationId xmlns:a16="http://schemas.microsoft.com/office/drawing/2014/main" id="{0BEB4615-6D93-4C76-85AF-08640E172A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05" name="直線コネクタ 124704">
                    <a:extLst>
                      <a:ext uri="{FF2B5EF4-FFF2-40B4-BE49-F238E27FC236}">
                        <a16:creationId xmlns:a16="http://schemas.microsoft.com/office/drawing/2014/main" id="{432E798D-4DA8-43D8-8036-286D719FF5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06" name="直線コネクタ 124705">
                    <a:extLst>
                      <a:ext uri="{FF2B5EF4-FFF2-40B4-BE49-F238E27FC236}">
                        <a16:creationId xmlns:a16="http://schemas.microsoft.com/office/drawing/2014/main" id="{C2267144-7AA9-4811-9A0D-12FEC2D03E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07" name="直線コネクタ 124706">
                    <a:extLst>
                      <a:ext uri="{FF2B5EF4-FFF2-40B4-BE49-F238E27FC236}">
                        <a16:creationId xmlns:a16="http://schemas.microsoft.com/office/drawing/2014/main" id="{D96D9C49-FCC1-4C1A-A70B-D7C7A68B25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08" name="直線コネクタ 124707">
                    <a:extLst>
                      <a:ext uri="{FF2B5EF4-FFF2-40B4-BE49-F238E27FC236}">
                        <a16:creationId xmlns:a16="http://schemas.microsoft.com/office/drawing/2014/main" id="{D049368B-B66D-4170-A34B-FC3687A865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09" name="直線コネクタ 124708">
                    <a:extLst>
                      <a:ext uri="{FF2B5EF4-FFF2-40B4-BE49-F238E27FC236}">
                        <a16:creationId xmlns:a16="http://schemas.microsoft.com/office/drawing/2014/main" id="{86B8D3D3-EAD3-4C30-A4DC-2C6F513E2C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0" name="直線コネクタ 124709">
                    <a:extLst>
                      <a:ext uri="{FF2B5EF4-FFF2-40B4-BE49-F238E27FC236}">
                        <a16:creationId xmlns:a16="http://schemas.microsoft.com/office/drawing/2014/main" id="{739E5FDF-7D03-44A8-B84E-93C8E88C9CC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1" name="直線コネクタ 124710">
                    <a:extLst>
                      <a:ext uri="{FF2B5EF4-FFF2-40B4-BE49-F238E27FC236}">
                        <a16:creationId xmlns:a16="http://schemas.microsoft.com/office/drawing/2014/main" id="{C2002F02-272F-4623-8025-6C40C0F323C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2" name="直線コネクタ 124711">
                    <a:extLst>
                      <a:ext uri="{FF2B5EF4-FFF2-40B4-BE49-F238E27FC236}">
                        <a16:creationId xmlns:a16="http://schemas.microsoft.com/office/drawing/2014/main" id="{8425900A-3CA5-46CD-9BA3-50F78C4EA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3" name="直線コネクタ 124712">
                    <a:extLst>
                      <a:ext uri="{FF2B5EF4-FFF2-40B4-BE49-F238E27FC236}">
                        <a16:creationId xmlns:a16="http://schemas.microsoft.com/office/drawing/2014/main" id="{0067CD9B-E83A-44D7-8F81-A85DCFCDFFD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4" name="直線コネクタ 124713">
                    <a:extLst>
                      <a:ext uri="{FF2B5EF4-FFF2-40B4-BE49-F238E27FC236}">
                        <a16:creationId xmlns:a16="http://schemas.microsoft.com/office/drawing/2014/main" id="{9086CD32-C4DB-437F-A936-EAF3B0A1E2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5" name="直線コネクタ 124714">
                    <a:extLst>
                      <a:ext uri="{FF2B5EF4-FFF2-40B4-BE49-F238E27FC236}">
                        <a16:creationId xmlns:a16="http://schemas.microsoft.com/office/drawing/2014/main" id="{CC1516F3-7DE8-41B2-AD15-32067A9C1F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6" name="直線コネクタ 124715">
                    <a:extLst>
                      <a:ext uri="{FF2B5EF4-FFF2-40B4-BE49-F238E27FC236}">
                        <a16:creationId xmlns:a16="http://schemas.microsoft.com/office/drawing/2014/main" id="{83044834-D762-411E-87B0-CC1D2931A2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7" name="直線コネクタ 124716">
                    <a:extLst>
                      <a:ext uri="{FF2B5EF4-FFF2-40B4-BE49-F238E27FC236}">
                        <a16:creationId xmlns:a16="http://schemas.microsoft.com/office/drawing/2014/main" id="{A017CFFA-0A6F-4965-A6BB-D985186534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8" name="直線コネクタ 124717">
                    <a:extLst>
                      <a:ext uri="{FF2B5EF4-FFF2-40B4-BE49-F238E27FC236}">
                        <a16:creationId xmlns:a16="http://schemas.microsoft.com/office/drawing/2014/main" id="{6259CDA5-5AE6-4266-877C-B3A5767BE0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19" name="直線コネクタ 124718">
                    <a:extLst>
                      <a:ext uri="{FF2B5EF4-FFF2-40B4-BE49-F238E27FC236}">
                        <a16:creationId xmlns:a16="http://schemas.microsoft.com/office/drawing/2014/main" id="{9FFF8D5D-CA41-445B-A8FE-09023C2881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0" name="直線コネクタ 124719">
                    <a:extLst>
                      <a:ext uri="{FF2B5EF4-FFF2-40B4-BE49-F238E27FC236}">
                        <a16:creationId xmlns:a16="http://schemas.microsoft.com/office/drawing/2014/main" id="{77D4BAC5-701A-4CA8-AD44-18181AF3EE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1" name="直線コネクタ 124720">
                    <a:extLst>
                      <a:ext uri="{FF2B5EF4-FFF2-40B4-BE49-F238E27FC236}">
                        <a16:creationId xmlns:a16="http://schemas.microsoft.com/office/drawing/2014/main" id="{AF4563CD-F9D3-4CD8-B778-DAA73A238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2" name="直線コネクタ 124721">
                    <a:extLst>
                      <a:ext uri="{FF2B5EF4-FFF2-40B4-BE49-F238E27FC236}">
                        <a16:creationId xmlns:a16="http://schemas.microsoft.com/office/drawing/2014/main" id="{35004C38-F22F-441E-8749-70B3F92216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3" name="直線コネクタ 124722">
                    <a:extLst>
                      <a:ext uri="{FF2B5EF4-FFF2-40B4-BE49-F238E27FC236}">
                        <a16:creationId xmlns:a16="http://schemas.microsoft.com/office/drawing/2014/main" id="{4EC1904A-AC21-4EB6-BAB5-E24580CE38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4" name="直線コネクタ 124723">
                    <a:extLst>
                      <a:ext uri="{FF2B5EF4-FFF2-40B4-BE49-F238E27FC236}">
                        <a16:creationId xmlns:a16="http://schemas.microsoft.com/office/drawing/2014/main" id="{F1BE3234-4505-4B00-B0F2-85E9F8B40F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5" name="直線コネクタ 124724">
                    <a:extLst>
                      <a:ext uri="{FF2B5EF4-FFF2-40B4-BE49-F238E27FC236}">
                        <a16:creationId xmlns:a16="http://schemas.microsoft.com/office/drawing/2014/main" id="{253F3415-5A50-4BB3-8126-0BBA9DD75B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6" name="直線コネクタ 124725">
                    <a:extLst>
                      <a:ext uri="{FF2B5EF4-FFF2-40B4-BE49-F238E27FC236}">
                        <a16:creationId xmlns:a16="http://schemas.microsoft.com/office/drawing/2014/main" id="{82C81DE6-ADB1-4C0C-A009-08B1B906CF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7" name="直線コネクタ 124726">
                    <a:extLst>
                      <a:ext uri="{FF2B5EF4-FFF2-40B4-BE49-F238E27FC236}">
                        <a16:creationId xmlns:a16="http://schemas.microsoft.com/office/drawing/2014/main" id="{85357367-2792-4E4B-A9A2-41282866D8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8" name="直線コネクタ 124727">
                    <a:extLst>
                      <a:ext uri="{FF2B5EF4-FFF2-40B4-BE49-F238E27FC236}">
                        <a16:creationId xmlns:a16="http://schemas.microsoft.com/office/drawing/2014/main" id="{14D29D2F-B2BA-4817-9459-E4302BA44B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29" name="直線コネクタ 124728">
                    <a:extLst>
                      <a:ext uri="{FF2B5EF4-FFF2-40B4-BE49-F238E27FC236}">
                        <a16:creationId xmlns:a16="http://schemas.microsoft.com/office/drawing/2014/main" id="{ECFB64E9-A8F3-4693-9900-BDC9B60F0A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0" name="直線コネクタ 124729">
                    <a:extLst>
                      <a:ext uri="{FF2B5EF4-FFF2-40B4-BE49-F238E27FC236}">
                        <a16:creationId xmlns:a16="http://schemas.microsoft.com/office/drawing/2014/main" id="{2F56E143-CA1A-46CE-ACDC-5B10176911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1" name="直線コネクタ 124730">
                    <a:extLst>
                      <a:ext uri="{FF2B5EF4-FFF2-40B4-BE49-F238E27FC236}">
                        <a16:creationId xmlns:a16="http://schemas.microsoft.com/office/drawing/2014/main" id="{F3D8277D-1627-4220-BFAF-42C23F79E6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2" name="直線コネクタ 124731">
                    <a:extLst>
                      <a:ext uri="{FF2B5EF4-FFF2-40B4-BE49-F238E27FC236}">
                        <a16:creationId xmlns:a16="http://schemas.microsoft.com/office/drawing/2014/main" id="{06796942-B915-41A9-B56E-6CC07553C5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3" name="直線コネクタ 124732">
                    <a:extLst>
                      <a:ext uri="{FF2B5EF4-FFF2-40B4-BE49-F238E27FC236}">
                        <a16:creationId xmlns:a16="http://schemas.microsoft.com/office/drawing/2014/main" id="{9BDBA9B3-5DCE-4754-B32E-B16BEF7526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4" name="直線コネクタ 124733">
                    <a:extLst>
                      <a:ext uri="{FF2B5EF4-FFF2-40B4-BE49-F238E27FC236}">
                        <a16:creationId xmlns:a16="http://schemas.microsoft.com/office/drawing/2014/main" id="{4D96AE95-006B-4CBE-8208-6810FDC048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5" name="直線コネクタ 124734">
                    <a:extLst>
                      <a:ext uri="{FF2B5EF4-FFF2-40B4-BE49-F238E27FC236}">
                        <a16:creationId xmlns:a16="http://schemas.microsoft.com/office/drawing/2014/main" id="{FED02D16-191F-4900-B87E-54A8698620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6" name="直線コネクタ 124735">
                    <a:extLst>
                      <a:ext uri="{FF2B5EF4-FFF2-40B4-BE49-F238E27FC236}">
                        <a16:creationId xmlns:a16="http://schemas.microsoft.com/office/drawing/2014/main" id="{46A18FE5-8905-48FE-A574-3853FA9E2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7" name="直線コネクタ 124736">
                    <a:extLst>
                      <a:ext uri="{FF2B5EF4-FFF2-40B4-BE49-F238E27FC236}">
                        <a16:creationId xmlns:a16="http://schemas.microsoft.com/office/drawing/2014/main" id="{BF1B8975-74FC-4DF0-897C-0285EA61B2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8" name="直線コネクタ 124737">
                    <a:extLst>
                      <a:ext uri="{FF2B5EF4-FFF2-40B4-BE49-F238E27FC236}">
                        <a16:creationId xmlns:a16="http://schemas.microsoft.com/office/drawing/2014/main" id="{A41CFCFC-52AB-41FC-B808-9BC8227821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39" name="直線コネクタ 124738">
                    <a:extLst>
                      <a:ext uri="{FF2B5EF4-FFF2-40B4-BE49-F238E27FC236}">
                        <a16:creationId xmlns:a16="http://schemas.microsoft.com/office/drawing/2014/main" id="{9D0C6B97-2B23-4A7F-AF3E-CBABDFB1A5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0" name="直線コネクタ 124739">
                    <a:extLst>
                      <a:ext uri="{FF2B5EF4-FFF2-40B4-BE49-F238E27FC236}">
                        <a16:creationId xmlns:a16="http://schemas.microsoft.com/office/drawing/2014/main" id="{F8CD0B86-9FF4-4216-B2B1-6ABB82640C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1" name="直線コネクタ 124740">
                    <a:extLst>
                      <a:ext uri="{FF2B5EF4-FFF2-40B4-BE49-F238E27FC236}">
                        <a16:creationId xmlns:a16="http://schemas.microsoft.com/office/drawing/2014/main" id="{F923F0C1-F192-4BD2-8316-FAD5CBCC43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2" name="直線コネクタ 124741">
                    <a:extLst>
                      <a:ext uri="{FF2B5EF4-FFF2-40B4-BE49-F238E27FC236}">
                        <a16:creationId xmlns:a16="http://schemas.microsoft.com/office/drawing/2014/main" id="{E1B4D2FF-3D23-4463-AC6C-E40F6EFF1B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3" name="直線コネクタ 124742">
                    <a:extLst>
                      <a:ext uri="{FF2B5EF4-FFF2-40B4-BE49-F238E27FC236}">
                        <a16:creationId xmlns:a16="http://schemas.microsoft.com/office/drawing/2014/main" id="{81DD401A-C63B-4A98-8F93-43875CEB12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4" name="直線コネクタ 124743">
                    <a:extLst>
                      <a:ext uri="{FF2B5EF4-FFF2-40B4-BE49-F238E27FC236}">
                        <a16:creationId xmlns:a16="http://schemas.microsoft.com/office/drawing/2014/main" id="{C0F37702-6139-4CED-86EA-56FBF7490A4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5" name="直線コネクタ 124744">
                    <a:extLst>
                      <a:ext uri="{FF2B5EF4-FFF2-40B4-BE49-F238E27FC236}">
                        <a16:creationId xmlns:a16="http://schemas.microsoft.com/office/drawing/2014/main" id="{45886591-53A5-4578-816E-50C6C259CC9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6" name="直線コネクタ 124745">
                    <a:extLst>
                      <a:ext uri="{FF2B5EF4-FFF2-40B4-BE49-F238E27FC236}">
                        <a16:creationId xmlns:a16="http://schemas.microsoft.com/office/drawing/2014/main" id="{AD36B16F-268C-4443-BA17-9222847B6A0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7" name="直線コネクタ 124746">
                    <a:extLst>
                      <a:ext uri="{FF2B5EF4-FFF2-40B4-BE49-F238E27FC236}">
                        <a16:creationId xmlns:a16="http://schemas.microsoft.com/office/drawing/2014/main" id="{8AA08B58-BB16-44A7-84BC-6DC6441B94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8" name="直線コネクタ 124747">
                    <a:extLst>
                      <a:ext uri="{FF2B5EF4-FFF2-40B4-BE49-F238E27FC236}">
                        <a16:creationId xmlns:a16="http://schemas.microsoft.com/office/drawing/2014/main" id="{1CCCE1C8-59A4-4792-B3D2-B67843B100F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49" name="直線コネクタ 124748">
                    <a:extLst>
                      <a:ext uri="{FF2B5EF4-FFF2-40B4-BE49-F238E27FC236}">
                        <a16:creationId xmlns:a16="http://schemas.microsoft.com/office/drawing/2014/main" id="{DEAE9D99-7BF1-4EB0-81CF-A4C83FDA214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0" name="直線コネクタ 124749">
                    <a:extLst>
                      <a:ext uri="{FF2B5EF4-FFF2-40B4-BE49-F238E27FC236}">
                        <a16:creationId xmlns:a16="http://schemas.microsoft.com/office/drawing/2014/main" id="{4D0A6C65-B4DB-4CEE-B22A-E3DACDC1571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1" name="直線コネクタ 124750">
                    <a:extLst>
                      <a:ext uri="{FF2B5EF4-FFF2-40B4-BE49-F238E27FC236}">
                        <a16:creationId xmlns:a16="http://schemas.microsoft.com/office/drawing/2014/main" id="{80532296-663F-4C7E-9D14-FDBBCE9402D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2" name="直線コネクタ 124751">
                    <a:extLst>
                      <a:ext uri="{FF2B5EF4-FFF2-40B4-BE49-F238E27FC236}">
                        <a16:creationId xmlns:a16="http://schemas.microsoft.com/office/drawing/2014/main" id="{7952BA96-A1B1-4650-B8A1-E6CCE4F7228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3" name="直線コネクタ 124752">
                    <a:extLst>
                      <a:ext uri="{FF2B5EF4-FFF2-40B4-BE49-F238E27FC236}">
                        <a16:creationId xmlns:a16="http://schemas.microsoft.com/office/drawing/2014/main" id="{C9FF8186-664F-4765-89B4-23EEF7A8FC3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4" name="直線コネクタ 124753">
                    <a:extLst>
                      <a:ext uri="{FF2B5EF4-FFF2-40B4-BE49-F238E27FC236}">
                        <a16:creationId xmlns:a16="http://schemas.microsoft.com/office/drawing/2014/main" id="{E6089E42-E025-4733-94D1-968F8F3FFD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5" name="直線コネクタ 124754">
                    <a:extLst>
                      <a:ext uri="{FF2B5EF4-FFF2-40B4-BE49-F238E27FC236}">
                        <a16:creationId xmlns:a16="http://schemas.microsoft.com/office/drawing/2014/main" id="{88E303F3-26D3-4E90-9988-F3A869BA01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6" name="直線コネクタ 124755">
                    <a:extLst>
                      <a:ext uri="{FF2B5EF4-FFF2-40B4-BE49-F238E27FC236}">
                        <a16:creationId xmlns:a16="http://schemas.microsoft.com/office/drawing/2014/main" id="{EF125249-3679-4C31-892B-32D4544143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7" name="直線コネクタ 124756">
                    <a:extLst>
                      <a:ext uri="{FF2B5EF4-FFF2-40B4-BE49-F238E27FC236}">
                        <a16:creationId xmlns:a16="http://schemas.microsoft.com/office/drawing/2014/main" id="{75C47989-F2C2-45F5-A646-92237AB78D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8" name="直線コネクタ 124757">
                    <a:extLst>
                      <a:ext uri="{FF2B5EF4-FFF2-40B4-BE49-F238E27FC236}">
                        <a16:creationId xmlns:a16="http://schemas.microsoft.com/office/drawing/2014/main" id="{6151EB5C-D231-44B3-9B17-FC8AC8067C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59" name="直線コネクタ 124758">
                    <a:extLst>
                      <a:ext uri="{FF2B5EF4-FFF2-40B4-BE49-F238E27FC236}">
                        <a16:creationId xmlns:a16="http://schemas.microsoft.com/office/drawing/2014/main" id="{7B533981-8E84-48EC-B998-E2745C4BAE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0" name="直線コネクタ 124759">
                    <a:extLst>
                      <a:ext uri="{FF2B5EF4-FFF2-40B4-BE49-F238E27FC236}">
                        <a16:creationId xmlns:a16="http://schemas.microsoft.com/office/drawing/2014/main" id="{28CD148A-D510-4694-868F-178EAC4A25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1" name="直線コネクタ 124760">
                    <a:extLst>
                      <a:ext uri="{FF2B5EF4-FFF2-40B4-BE49-F238E27FC236}">
                        <a16:creationId xmlns:a16="http://schemas.microsoft.com/office/drawing/2014/main" id="{5E1C95BF-9E2A-4190-937A-4488CD7FDB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2" name="直線コネクタ 124761">
                    <a:extLst>
                      <a:ext uri="{FF2B5EF4-FFF2-40B4-BE49-F238E27FC236}">
                        <a16:creationId xmlns:a16="http://schemas.microsoft.com/office/drawing/2014/main" id="{15E675EF-AC22-4372-B29B-CA10BF61CE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3" name="直線コネクタ 124762">
                    <a:extLst>
                      <a:ext uri="{FF2B5EF4-FFF2-40B4-BE49-F238E27FC236}">
                        <a16:creationId xmlns:a16="http://schemas.microsoft.com/office/drawing/2014/main" id="{C7F06514-41F1-4E37-8142-8D461F5DF5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4" name="直線コネクタ 124763">
                    <a:extLst>
                      <a:ext uri="{FF2B5EF4-FFF2-40B4-BE49-F238E27FC236}">
                        <a16:creationId xmlns:a16="http://schemas.microsoft.com/office/drawing/2014/main" id="{D2DB3F96-2991-4DCE-A6E5-CF78AB241F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5" name="直線コネクタ 124764">
                    <a:extLst>
                      <a:ext uri="{FF2B5EF4-FFF2-40B4-BE49-F238E27FC236}">
                        <a16:creationId xmlns:a16="http://schemas.microsoft.com/office/drawing/2014/main" id="{B8BC1FD4-D591-4F31-A1E3-7B8BDCC8B4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6" name="直線コネクタ 124765">
                    <a:extLst>
                      <a:ext uri="{FF2B5EF4-FFF2-40B4-BE49-F238E27FC236}">
                        <a16:creationId xmlns:a16="http://schemas.microsoft.com/office/drawing/2014/main" id="{D5820D39-54FA-4971-8033-4FE91BCD4C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7" name="直線コネクタ 124766">
                    <a:extLst>
                      <a:ext uri="{FF2B5EF4-FFF2-40B4-BE49-F238E27FC236}">
                        <a16:creationId xmlns:a16="http://schemas.microsoft.com/office/drawing/2014/main" id="{8AC0C1E4-F632-4C86-BB23-8F713D58C6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8" name="直線コネクタ 124767">
                    <a:extLst>
                      <a:ext uri="{FF2B5EF4-FFF2-40B4-BE49-F238E27FC236}">
                        <a16:creationId xmlns:a16="http://schemas.microsoft.com/office/drawing/2014/main" id="{01CAF3C4-C6BF-4904-8BDE-967CDC3A6F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69" name="直線コネクタ 124768">
                    <a:extLst>
                      <a:ext uri="{FF2B5EF4-FFF2-40B4-BE49-F238E27FC236}">
                        <a16:creationId xmlns:a16="http://schemas.microsoft.com/office/drawing/2014/main" id="{86927B44-E4CF-4217-BCAE-FF7283856A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0" name="直線コネクタ 124769">
                    <a:extLst>
                      <a:ext uri="{FF2B5EF4-FFF2-40B4-BE49-F238E27FC236}">
                        <a16:creationId xmlns:a16="http://schemas.microsoft.com/office/drawing/2014/main" id="{13B44389-DB29-432F-BE73-CD7C308303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1" name="直線コネクタ 124770">
                    <a:extLst>
                      <a:ext uri="{FF2B5EF4-FFF2-40B4-BE49-F238E27FC236}">
                        <a16:creationId xmlns:a16="http://schemas.microsoft.com/office/drawing/2014/main" id="{6EEB89B4-43D7-4C4E-BC3F-832DD9E808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2" name="直線コネクタ 124771">
                    <a:extLst>
                      <a:ext uri="{FF2B5EF4-FFF2-40B4-BE49-F238E27FC236}">
                        <a16:creationId xmlns:a16="http://schemas.microsoft.com/office/drawing/2014/main" id="{18AD23C6-8C87-4AF4-9560-1B7CCF5C37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3" name="直線コネクタ 124772">
                    <a:extLst>
                      <a:ext uri="{FF2B5EF4-FFF2-40B4-BE49-F238E27FC236}">
                        <a16:creationId xmlns:a16="http://schemas.microsoft.com/office/drawing/2014/main" id="{3FB51ACD-83D3-456E-AD0C-02109BBB22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4" name="直線コネクタ 124773">
                    <a:extLst>
                      <a:ext uri="{FF2B5EF4-FFF2-40B4-BE49-F238E27FC236}">
                        <a16:creationId xmlns:a16="http://schemas.microsoft.com/office/drawing/2014/main" id="{00E20B0D-647B-4F63-AE47-9D110B8E48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5" name="直線コネクタ 124774">
                    <a:extLst>
                      <a:ext uri="{FF2B5EF4-FFF2-40B4-BE49-F238E27FC236}">
                        <a16:creationId xmlns:a16="http://schemas.microsoft.com/office/drawing/2014/main" id="{9351ECAF-BD5F-4EAB-BB36-61DB32D809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6" name="直線コネクタ 124775">
                    <a:extLst>
                      <a:ext uri="{FF2B5EF4-FFF2-40B4-BE49-F238E27FC236}">
                        <a16:creationId xmlns:a16="http://schemas.microsoft.com/office/drawing/2014/main" id="{0015A679-6828-45D2-9979-8489C2BD7E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7" name="直線コネクタ 124776">
                    <a:extLst>
                      <a:ext uri="{FF2B5EF4-FFF2-40B4-BE49-F238E27FC236}">
                        <a16:creationId xmlns:a16="http://schemas.microsoft.com/office/drawing/2014/main" id="{5CBF036E-B3A2-4C42-ADD5-F6779B3754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8" name="直線コネクタ 124777">
                    <a:extLst>
                      <a:ext uri="{FF2B5EF4-FFF2-40B4-BE49-F238E27FC236}">
                        <a16:creationId xmlns:a16="http://schemas.microsoft.com/office/drawing/2014/main" id="{6EF6C516-C8AA-4CB4-BA07-062F8FAE56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79" name="直線コネクタ 124778">
                    <a:extLst>
                      <a:ext uri="{FF2B5EF4-FFF2-40B4-BE49-F238E27FC236}">
                        <a16:creationId xmlns:a16="http://schemas.microsoft.com/office/drawing/2014/main" id="{E32E0C10-F653-43C8-98C3-D8C0463D6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0" name="直線コネクタ 124779">
                    <a:extLst>
                      <a:ext uri="{FF2B5EF4-FFF2-40B4-BE49-F238E27FC236}">
                        <a16:creationId xmlns:a16="http://schemas.microsoft.com/office/drawing/2014/main" id="{BCBBBBAD-E642-4E57-9F7F-8668509F38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1" name="直線コネクタ 124780">
                    <a:extLst>
                      <a:ext uri="{FF2B5EF4-FFF2-40B4-BE49-F238E27FC236}">
                        <a16:creationId xmlns:a16="http://schemas.microsoft.com/office/drawing/2014/main" id="{4954D18B-2FA6-4BDB-A350-D3E000013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2" name="直線コネクタ 124781">
                    <a:extLst>
                      <a:ext uri="{FF2B5EF4-FFF2-40B4-BE49-F238E27FC236}">
                        <a16:creationId xmlns:a16="http://schemas.microsoft.com/office/drawing/2014/main" id="{AAAA0249-8A0D-4419-BAF3-A40BFBDDB1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3" name="直線コネクタ 124782">
                    <a:extLst>
                      <a:ext uri="{FF2B5EF4-FFF2-40B4-BE49-F238E27FC236}">
                        <a16:creationId xmlns:a16="http://schemas.microsoft.com/office/drawing/2014/main" id="{2369F9CD-6D5C-45F7-917F-3D5315E628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4" name="直線コネクタ 124783">
                    <a:extLst>
                      <a:ext uri="{FF2B5EF4-FFF2-40B4-BE49-F238E27FC236}">
                        <a16:creationId xmlns:a16="http://schemas.microsoft.com/office/drawing/2014/main" id="{2D95ABFB-7524-4D80-B926-A5E392925D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5" name="直線コネクタ 124784">
                    <a:extLst>
                      <a:ext uri="{FF2B5EF4-FFF2-40B4-BE49-F238E27FC236}">
                        <a16:creationId xmlns:a16="http://schemas.microsoft.com/office/drawing/2014/main" id="{E0576D7F-628E-4FBC-8F24-E56E05F2F2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6" name="直線コネクタ 124785">
                    <a:extLst>
                      <a:ext uri="{FF2B5EF4-FFF2-40B4-BE49-F238E27FC236}">
                        <a16:creationId xmlns:a16="http://schemas.microsoft.com/office/drawing/2014/main" id="{4BFACDFD-E907-4C42-895F-E59185CF35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7" name="直線コネクタ 124786">
                    <a:extLst>
                      <a:ext uri="{FF2B5EF4-FFF2-40B4-BE49-F238E27FC236}">
                        <a16:creationId xmlns:a16="http://schemas.microsoft.com/office/drawing/2014/main" id="{76BD999B-4947-4F18-88DF-437BC6DE89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8" name="直線コネクタ 124787">
                    <a:extLst>
                      <a:ext uri="{FF2B5EF4-FFF2-40B4-BE49-F238E27FC236}">
                        <a16:creationId xmlns:a16="http://schemas.microsoft.com/office/drawing/2014/main" id="{3B833CAC-5A0A-4381-9E58-508D7DB269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89" name="直線コネクタ 124788">
                    <a:extLst>
                      <a:ext uri="{FF2B5EF4-FFF2-40B4-BE49-F238E27FC236}">
                        <a16:creationId xmlns:a16="http://schemas.microsoft.com/office/drawing/2014/main" id="{9A31B8AA-8BEB-46ED-A72F-1A5EEB3B50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0" name="直線コネクタ 124789">
                    <a:extLst>
                      <a:ext uri="{FF2B5EF4-FFF2-40B4-BE49-F238E27FC236}">
                        <a16:creationId xmlns:a16="http://schemas.microsoft.com/office/drawing/2014/main" id="{75852FBA-7B67-4BF6-8C50-E07E66228F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1" name="直線コネクタ 124790">
                    <a:extLst>
                      <a:ext uri="{FF2B5EF4-FFF2-40B4-BE49-F238E27FC236}">
                        <a16:creationId xmlns:a16="http://schemas.microsoft.com/office/drawing/2014/main" id="{C37B7B02-064C-463C-AA86-43DA1F398C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2" name="直線コネクタ 124791">
                    <a:extLst>
                      <a:ext uri="{FF2B5EF4-FFF2-40B4-BE49-F238E27FC236}">
                        <a16:creationId xmlns:a16="http://schemas.microsoft.com/office/drawing/2014/main" id="{E527CE39-D98A-4A45-B51C-D3CA7958251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3" name="直線コネクタ 124792">
                    <a:extLst>
                      <a:ext uri="{FF2B5EF4-FFF2-40B4-BE49-F238E27FC236}">
                        <a16:creationId xmlns:a16="http://schemas.microsoft.com/office/drawing/2014/main" id="{DED779D4-E424-446B-B117-5B442B815E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4" name="直線コネクタ 124793">
                    <a:extLst>
                      <a:ext uri="{FF2B5EF4-FFF2-40B4-BE49-F238E27FC236}">
                        <a16:creationId xmlns:a16="http://schemas.microsoft.com/office/drawing/2014/main" id="{11BEDE32-377E-437B-962B-425A3D60DCC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5" name="直線コネクタ 124794">
                    <a:extLst>
                      <a:ext uri="{FF2B5EF4-FFF2-40B4-BE49-F238E27FC236}">
                        <a16:creationId xmlns:a16="http://schemas.microsoft.com/office/drawing/2014/main" id="{412842F8-497D-44F2-9864-ECD65D11350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6" name="直線コネクタ 124795">
                    <a:extLst>
                      <a:ext uri="{FF2B5EF4-FFF2-40B4-BE49-F238E27FC236}">
                        <a16:creationId xmlns:a16="http://schemas.microsoft.com/office/drawing/2014/main" id="{43A27FC2-1149-440D-8ABB-A61EF0DC782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7" name="直線コネクタ 124796">
                    <a:extLst>
                      <a:ext uri="{FF2B5EF4-FFF2-40B4-BE49-F238E27FC236}">
                        <a16:creationId xmlns:a16="http://schemas.microsoft.com/office/drawing/2014/main" id="{595224D8-444E-469D-9FB2-AEB21AB3D9F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8" name="直線コネクタ 124797">
                    <a:extLst>
                      <a:ext uri="{FF2B5EF4-FFF2-40B4-BE49-F238E27FC236}">
                        <a16:creationId xmlns:a16="http://schemas.microsoft.com/office/drawing/2014/main" id="{40873144-7801-4C25-9A52-37FCD14FD31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99" name="直線コネクタ 124798">
                    <a:extLst>
                      <a:ext uri="{FF2B5EF4-FFF2-40B4-BE49-F238E27FC236}">
                        <a16:creationId xmlns:a16="http://schemas.microsoft.com/office/drawing/2014/main" id="{04F57DDC-CE88-44D9-8B9A-785D7C8AA0D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0" name="直線コネクタ 124799">
                    <a:extLst>
                      <a:ext uri="{FF2B5EF4-FFF2-40B4-BE49-F238E27FC236}">
                        <a16:creationId xmlns:a16="http://schemas.microsoft.com/office/drawing/2014/main" id="{866377A8-39FB-474B-A6C8-BCA534D2602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1" name="直線コネクタ 124800">
                    <a:extLst>
                      <a:ext uri="{FF2B5EF4-FFF2-40B4-BE49-F238E27FC236}">
                        <a16:creationId xmlns:a16="http://schemas.microsoft.com/office/drawing/2014/main" id="{E66C8D47-EDF6-4B9F-8B09-843F69BD770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2" name="直線コネクタ 124801">
                    <a:extLst>
                      <a:ext uri="{FF2B5EF4-FFF2-40B4-BE49-F238E27FC236}">
                        <a16:creationId xmlns:a16="http://schemas.microsoft.com/office/drawing/2014/main" id="{CE8536A5-07BD-459B-92AF-13BCAD1F15D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3" name="直線コネクタ 124802">
                    <a:extLst>
                      <a:ext uri="{FF2B5EF4-FFF2-40B4-BE49-F238E27FC236}">
                        <a16:creationId xmlns:a16="http://schemas.microsoft.com/office/drawing/2014/main" id="{94DC585F-BC89-444C-B5BB-748DDF33D46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4" name="直線コネクタ 124803">
                    <a:extLst>
                      <a:ext uri="{FF2B5EF4-FFF2-40B4-BE49-F238E27FC236}">
                        <a16:creationId xmlns:a16="http://schemas.microsoft.com/office/drawing/2014/main" id="{75C19F3A-9258-4F31-9FA0-B6EE47AA62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5" name="直線コネクタ 124804">
                    <a:extLst>
                      <a:ext uri="{FF2B5EF4-FFF2-40B4-BE49-F238E27FC236}">
                        <a16:creationId xmlns:a16="http://schemas.microsoft.com/office/drawing/2014/main" id="{4C890C93-E843-4586-B117-AC60354D0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6" name="直線コネクタ 124805">
                    <a:extLst>
                      <a:ext uri="{FF2B5EF4-FFF2-40B4-BE49-F238E27FC236}">
                        <a16:creationId xmlns:a16="http://schemas.microsoft.com/office/drawing/2014/main" id="{A4F5F6F6-D025-46E3-8E62-DF291AA04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7" name="直線コネクタ 124806">
                    <a:extLst>
                      <a:ext uri="{FF2B5EF4-FFF2-40B4-BE49-F238E27FC236}">
                        <a16:creationId xmlns:a16="http://schemas.microsoft.com/office/drawing/2014/main" id="{F394AAAA-90CC-4DB6-8777-E748D8EB3C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8" name="直線コネクタ 124807">
                    <a:extLst>
                      <a:ext uri="{FF2B5EF4-FFF2-40B4-BE49-F238E27FC236}">
                        <a16:creationId xmlns:a16="http://schemas.microsoft.com/office/drawing/2014/main" id="{2B05E078-7815-4BC5-B260-0AD71DCF9D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09" name="直線コネクタ 124808">
                    <a:extLst>
                      <a:ext uri="{FF2B5EF4-FFF2-40B4-BE49-F238E27FC236}">
                        <a16:creationId xmlns:a16="http://schemas.microsoft.com/office/drawing/2014/main" id="{F81E2CDD-889D-47E2-A788-E51F9992AC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0" name="直線コネクタ 124809">
                    <a:extLst>
                      <a:ext uri="{FF2B5EF4-FFF2-40B4-BE49-F238E27FC236}">
                        <a16:creationId xmlns:a16="http://schemas.microsoft.com/office/drawing/2014/main" id="{47267E4C-50A9-4409-B113-5941617AEC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1" name="直線コネクタ 124810">
                    <a:extLst>
                      <a:ext uri="{FF2B5EF4-FFF2-40B4-BE49-F238E27FC236}">
                        <a16:creationId xmlns:a16="http://schemas.microsoft.com/office/drawing/2014/main" id="{E91A47F7-5CB6-4244-87C8-254A8E348C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2" name="直線コネクタ 124811">
                    <a:extLst>
                      <a:ext uri="{FF2B5EF4-FFF2-40B4-BE49-F238E27FC236}">
                        <a16:creationId xmlns:a16="http://schemas.microsoft.com/office/drawing/2014/main" id="{311BFB11-A33D-4F41-A8C3-197B1179A2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3" name="直線コネクタ 124812">
                    <a:extLst>
                      <a:ext uri="{FF2B5EF4-FFF2-40B4-BE49-F238E27FC236}">
                        <a16:creationId xmlns:a16="http://schemas.microsoft.com/office/drawing/2014/main" id="{997D3210-9221-4092-95B4-D109623037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4" name="直線コネクタ 124813">
                    <a:extLst>
                      <a:ext uri="{FF2B5EF4-FFF2-40B4-BE49-F238E27FC236}">
                        <a16:creationId xmlns:a16="http://schemas.microsoft.com/office/drawing/2014/main" id="{360AF364-1E77-4025-BB53-1FC166BD53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5" name="直線コネクタ 124814">
                    <a:extLst>
                      <a:ext uri="{FF2B5EF4-FFF2-40B4-BE49-F238E27FC236}">
                        <a16:creationId xmlns:a16="http://schemas.microsoft.com/office/drawing/2014/main" id="{748482D4-1C2C-4D8E-B8BD-B37ABB0F8E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6" name="直線コネクタ 124815">
                    <a:extLst>
                      <a:ext uri="{FF2B5EF4-FFF2-40B4-BE49-F238E27FC236}">
                        <a16:creationId xmlns:a16="http://schemas.microsoft.com/office/drawing/2014/main" id="{BDC47A0D-7068-4D20-9CAE-EB4E07F89E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7" name="直線コネクタ 124816">
                    <a:extLst>
                      <a:ext uri="{FF2B5EF4-FFF2-40B4-BE49-F238E27FC236}">
                        <a16:creationId xmlns:a16="http://schemas.microsoft.com/office/drawing/2014/main" id="{A0E66576-6654-4C83-94EE-86DA0D501C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8" name="直線コネクタ 124817">
                    <a:extLst>
                      <a:ext uri="{FF2B5EF4-FFF2-40B4-BE49-F238E27FC236}">
                        <a16:creationId xmlns:a16="http://schemas.microsoft.com/office/drawing/2014/main" id="{BF21751E-C514-491A-B874-BB1F81DC06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19" name="直線コネクタ 124818">
                    <a:extLst>
                      <a:ext uri="{FF2B5EF4-FFF2-40B4-BE49-F238E27FC236}">
                        <a16:creationId xmlns:a16="http://schemas.microsoft.com/office/drawing/2014/main" id="{11E7A82C-8819-400F-B1F7-2B4A83B1BC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0" name="直線コネクタ 124819">
                    <a:extLst>
                      <a:ext uri="{FF2B5EF4-FFF2-40B4-BE49-F238E27FC236}">
                        <a16:creationId xmlns:a16="http://schemas.microsoft.com/office/drawing/2014/main" id="{2BBEF89C-350A-449A-98D3-DBA5F4847A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1" name="直線コネクタ 124820">
                    <a:extLst>
                      <a:ext uri="{FF2B5EF4-FFF2-40B4-BE49-F238E27FC236}">
                        <a16:creationId xmlns:a16="http://schemas.microsoft.com/office/drawing/2014/main" id="{25C8C9B9-0E53-4D4A-B5B6-B3218465E9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2" name="直線コネクタ 124821">
                    <a:extLst>
                      <a:ext uri="{FF2B5EF4-FFF2-40B4-BE49-F238E27FC236}">
                        <a16:creationId xmlns:a16="http://schemas.microsoft.com/office/drawing/2014/main" id="{D8FB6C0C-0AC9-4BDC-BD90-495F528AD0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3" name="直線コネクタ 124822">
                    <a:extLst>
                      <a:ext uri="{FF2B5EF4-FFF2-40B4-BE49-F238E27FC236}">
                        <a16:creationId xmlns:a16="http://schemas.microsoft.com/office/drawing/2014/main" id="{81C04671-E9FC-4B08-B3FD-5EB148B2DE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4" name="直線コネクタ 124823">
                    <a:extLst>
                      <a:ext uri="{FF2B5EF4-FFF2-40B4-BE49-F238E27FC236}">
                        <a16:creationId xmlns:a16="http://schemas.microsoft.com/office/drawing/2014/main" id="{38F485B8-64B2-4730-B591-78291BADA7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5" name="直線コネクタ 124824">
                    <a:extLst>
                      <a:ext uri="{FF2B5EF4-FFF2-40B4-BE49-F238E27FC236}">
                        <a16:creationId xmlns:a16="http://schemas.microsoft.com/office/drawing/2014/main" id="{1DECA9D3-A834-4B5C-97E0-C48F101313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6" name="直線コネクタ 124825">
                    <a:extLst>
                      <a:ext uri="{FF2B5EF4-FFF2-40B4-BE49-F238E27FC236}">
                        <a16:creationId xmlns:a16="http://schemas.microsoft.com/office/drawing/2014/main" id="{384FADBA-C30D-4EF5-B512-FB941969E5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7" name="直線コネクタ 124826">
                    <a:extLst>
                      <a:ext uri="{FF2B5EF4-FFF2-40B4-BE49-F238E27FC236}">
                        <a16:creationId xmlns:a16="http://schemas.microsoft.com/office/drawing/2014/main" id="{88925B38-4C25-40CB-A37B-A8DC64B01F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8" name="直線コネクタ 124827">
                    <a:extLst>
                      <a:ext uri="{FF2B5EF4-FFF2-40B4-BE49-F238E27FC236}">
                        <a16:creationId xmlns:a16="http://schemas.microsoft.com/office/drawing/2014/main" id="{B3492702-D86C-4909-8732-E2049E16C7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29" name="直線コネクタ 124828">
                    <a:extLst>
                      <a:ext uri="{FF2B5EF4-FFF2-40B4-BE49-F238E27FC236}">
                        <a16:creationId xmlns:a16="http://schemas.microsoft.com/office/drawing/2014/main" id="{9717F6E6-9E02-4BFD-A395-39D940C2FE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0" name="直線コネクタ 124829">
                    <a:extLst>
                      <a:ext uri="{FF2B5EF4-FFF2-40B4-BE49-F238E27FC236}">
                        <a16:creationId xmlns:a16="http://schemas.microsoft.com/office/drawing/2014/main" id="{30A137D6-E261-4679-A99A-D66C9695E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1" name="直線コネクタ 124830">
                    <a:extLst>
                      <a:ext uri="{FF2B5EF4-FFF2-40B4-BE49-F238E27FC236}">
                        <a16:creationId xmlns:a16="http://schemas.microsoft.com/office/drawing/2014/main" id="{A8BECDDF-A985-4AEB-A4AF-11D7808F13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2" name="直線コネクタ 124831">
                    <a:extLst>
                      <a:ext uri="{FF2B5EF4-FFF2-40B4-BE49-F238E27FC236}">
                        <a16:creationId xmlns:a16="http://schemas.microsoft.com/office/drawing/2014/main" id="{D60457C7-4592-4FBF-A3FE-D8C1F036AC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3" name="直線コネクタ 124832">
                    <a:extLst>
                      <a:ext uri="{FF2B5EF4-FFF2-40B4-BE49-F238E27FC236}">
                        <a16:creationId xmlns:a16="http://schemas.microsoft.com/office/drawing/2014/main" id="{41EBB3BB-4B33-4D13-BCDC-5A2E8C329B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4" name="直線コネクタ 124833">
                    <a:extLst>
                      <a:ext uri="{FF2B5EF4-FFF2-40B4-BE49-F238E27FC236}">
                        <a16:creationId xmlns:a16="http://schemas.microsoft.com/office/drawing/2014/main" id="{F169E3A2-A5CA-42D9-8763-5DA8D3771F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5" name="直線コネクタ 124834">
                    <a:extLst>
                      <a:ext uri="{FF2B5EF4-FFF2-40B4-BE49-F238E27FC236}">
                        <a16:creationId xmlns:a16="http://schemas.microsoft.com/office/drawing/2014/main" id="{935FBA38-1566-4F75-8C74-A87E1C1D17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6" name="直線コネクタ 124835">
                    <a:extLst>
                      <a:ext uri="{FF2B5EF4-FFF2-40B4-BE49-F238E27FC236}">
                        <a16:creationId xmlns:a16="http://schemas.microsoft.com/office/drawing/2014/main" id="{707AB616-C45A-42B3-A8A5-9AFACE0589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7" name="直線コネクタ 124836">
                    <a:extLst>
                      <a:ext uri="{FF2B5EF4-FFF2-40B4-BE49-F238E27FC236}">
                        <a16:creationId xmlns:a16="http://schemas.microsoft.com/office/drawing/2014/main" id="{FD7BA599-ECF4-4A8F-BBA4-0E7B99D4B4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8" name="直線コネクタ 124837">
                    <a:extLst>
                      <a:ext uri="{FF2B5EF4-FFF2-40B4-BE49-F238E27FC236}">
                        <a16:creationId xmlns:a16="http://schemas.microsoft.com/office/drawing/2014/main" id="{571C5DE0-2765-4246-BD89-A6BE518787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39" name="直線コネクタ 124838">
                    <a:extLst>
                      <a:ext uri="{FF2B5EF4-FFF2-40B4-BE49-F238E27FC236}">
                        <a16:creationId xmlns:a16="http://schemas.microsoft.com/office/drawing/2014/main" id="{A8B7A6FD-D6DE-44E7-8A83-45D2D2367D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0" name="直線コネクタ 124839">
                    <a:extLst>
                      <a:ext uri="{FF2B5EF4-FFF2-40B4-BE49-F238E27FC236}">
                        <a16:creationId xmlns:a16="http://schemas.microsoft.com/office/drawing/2014/main" id="{1E50BE0A-7E17-4846-A59F-7F1DD244B5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1" name="直線コネクタ 124840">
                    <a:extLst>
                      <a:ext uri="{FF2B5EF4-FFF2-40B4-BE49-F238E27FC236}">
                        <a16:creationId xmlns:a16="http://schemas.microsoft.com/office/drawing/2014/main" id="{EE1E7103-84AC-4435-9BDF-34788C215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2" name="直線コネクタ 124841">
                    <a:extLst>
                      <a:ext uri="{FF2B5EF4-FFF2-40B4-BE49-F238E27FC236}">
                        <a16:creationId xmlns:a16="http://schemas.microsoft.com/office/drawing/2014/main" id="{35E5FBEE-09C8-4AA7-B3A1-2EB5E30CF5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3" name="直線コネクタ 124842">
                    <a:extLst>
                      <a:ext uri="{FF2B5EF4-FFF2-40B4-BE49-F238E27FC236}">
                        <a16:creationId xmlns:a16="http://schemas.microsoft.com/office/drawing/2014/main" id="{ABC656A0-DE5E-40F7-ACBA-343BB8BBB9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4" name="直線コネクタ 124843">
                    <a:extLst>
                      <a:ext uri="{FF2B5EF4-FFF2-40B4-BE49-F238E27FC236}">
                        <a16:creationId xmlns:a16="http://schemas.microsoft.com/office/drawing/2014/main" id="{DF5E5E5F-CD2B-4DFC-8DAC-4764BA0F48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5" name="直線コネクタ 124844">
                    <a:extLst>
                      <a:ext uri="{FF2B5EF4-FFF2-40B4-BE49-F238E27FC236}">
                        <a16:creationId xmlns:a16="http://schemas.microsoft.com/office/drawing/2014/main" id="{225A290D-DB92-47C8-925A-2F932B15AB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6" name="直線コネクタ 124845">
                    <a:extLst>
                      <a:ext uri="{FF2B5EF4-FFF2-40B4-BE49-F238E27FC236}">
                        <a16:creationId xmlns:a16="http://schemas.microsoft.com/office/drawing/2014/main" id="{5B00BFEC-3DBB-437E-B502-606DAE25F8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7" name="直線コネクタ 124846">
                    <a:extLst>
                      <a:ext uri="{FF2B5EF4-FFF2-40B4-BE49-F238E27FC236}">
                        <a16:creationId xmlns:a16="http://schemas.microsoft.com/office/drawing/2014/main" id="{3F335634-9E5D-4CC4-919E-C902E0A12F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8" name="直線コネクタ 124847">
                    <a:extLst>
                      <a:ext uri="{FF2B5EF4-FFF2-40B4-BE49-F238E27FC236}">
                        <a16:creationId xmlns:a16="http://schemas.microsoft.com/office/drawing/2014/main" id="{8042C2DB-CC72-4370-8E5A-C0E2D36616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49" name="直線コネクタ 124848">
                    <a:extLst>
                      <a:ext uri="{FF2B5EF4-FFF2-40B4-BE49-F238E27FC236}">
                        <a16:creationId xmlns:a16="http://schemas.microsoft.com/office/drawing/2014/main" id="{25750F49-73F6-4543-B272-06BBCA2738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0" name="直線コネクタ 124849">
                    <a:extLst>
                      <a:ext uri="{FF2B5EF4-FFF2-40B4-BE49-F238E27FC236}">
                        <a16:creationId xmlns:a16="http://schemas.microsoft.com/office/drawing/2014/main" id="{18E98F46-B9F1-456B-84B2-B53AE7214C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1" name="直線コネクタ 124850">
                    <a:extLst>
                      <a:ext uri="{FF2B5EF4-FFF2-40B4-BE49-F238E27FC236}">
                        <a16:creationId xmlns:a16="http://schemas.microsoft.com/office/drawing/2014/main" id="{7E9FC7D4-B446-4E4D-997B-8F1429700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2" name="直線コネクタ 124851">
                    <a:extLst>
                      <a:ext uri="{FF2B5EF4-FFF2-40B4-BE49-F238E27FC236}">
                        <a16:creationId xmlns:a16="http://schemas.microsoft.com/office/drawing/2014/main" id="{7D6D36D1-B59F-452F-A5EF-400BC64159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3" name="直線コネクタ 124852">
                    <a:extLst>
                      <a:ext uri="{FF2B5EF4-FFF2-40B4-BE49-F238E27FC236}">
                        <a16:creationId xmlns:a16="http://schemas.microsoft.com/office/drawing/2014/main" id="{87325681-4D50-44EE-89F8-0F6940D7D6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4" name="直線コネクタ 124853">
                    <a:extLst>
                      <a:ext uri="{FF2B5EF4-FFF2-40B4-BE49-F238E27FC236}">
                        <a16:creationId xmlns:a16="http://schemas.microsoft.com/office/drawing/2014/main" id="{008D9EA8-BF8B-4ED3-B7A8-0CD0C39D1A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5" name="直線コネクタ 124854">
                    <a:extLst>
                      <a:ext uri="{FF2B5EF4-FFF2-40B4-BE49-F238E27FC236}">
                        <a16:creationId xmlns:a16="http://schemas.microsoft.com/office/drawing/2014/main" id="{76A9B624-E35B-4B0B-BE4F-F29BAF80CE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6" name="直線コネクタ 124855">
                    <a:extLst>
                      <a:ext uri="{FF2B5EF4-FFF2-40B4-BE49-F238E27FC236}">
                        <a16:creationId xmlns:a16="http://schemas.microsoft.com/office/drawing/2014/main" id="{7C93148C-3EB9-4014-857E-1B67777C4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7" name="直線コネクタ 124856">
                    <a:extLst>
                      <a:ext uri="{FF2B5EF4-FFF2-40B4-BE49-F238E27FC236}">
                        <a16:creationId xmlns:a16="http://schemas.microsoft.com/office/drawing/2014/main" id="{4A726AB6-C94A-4D5E-B201-2BB9456643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8" name="直線コネクタ 124857">
                    <a:extLst>
                      <a:ext uri="{FF2B5EF4-FFF2-40B4-BE49-F238E27FC236}">
                        <a16:creationId xmlns:a16="http://schemas.microsoft.com/office/drawing/2014/main" id="{366E4B31-E3E7-4FFF-8EAA-CA8272C7D7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59" name="直線コネクタ 124858">
                    <a:extLst>
                      <a:ext uri="{FF2B5EF4-FFF2-40B4-BE49-F238E27FC236}">
                        <a16:creationId xmlns:a16="http://schemas.microsoft.com/office/drawing/2014/main" id="{EDF29B57-D4B0-4C43-B5E0-14C77B902B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60" name="直線コネクタ 124859">
                    <a:extLst>
                      <a:ext uri="{FF2B5EF4-FFF2-40B4-BE49-F238E27FC236}">
                        <a16:creationId xmlns:a16="http://schemas.microsoft.com/office/drawing/2014/main" id="{102E15FA-5048-4748-817E-696A47009A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61" name="直線コネクタ 124860">
                    <a:extLst>
                      <a:ext uri="{FF2B5EF4-FFF2-40B4-BE49-F238E27FC236}">
                        <a16:creationId xmlns:a16="http://schemas.microsoft.com/office/drawing/2014/main" id="{7B1250F0-ABBA-4AC1-8597-32801627D6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62" name="直線コネクタ 124861">
                    <a:extLst>
                      <a:ext uri="{FF2B5EF4-FFF2-40B4-BE49-F238E27FC236}">
                        <a16:creationId xmlns:a16="http://schemas.microsoft.com/office/drawing/2014/main" id="{59C9FCB0-B201-4AE5-8A98-AE7B239174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63" name="直線コネクタ 124862">
                    <a:extLst>
                      <a:ext uri="{FF2B5EF4-FFF2-40B4-BE49-F238E27FC236}">
                        <a16:creationId xmlns:a16="http://schemas.microsoft.com/office/drawing/2014/main" id="{A1840E29-BDCF-4376-985B-7597EF9A71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64" name="直線コネクタ 124863">
                    <a:extLst>
                      <a:ext uri="{FF2B5EF4-FFF2-40B4-BE49-F238E27FC236}">
                        <a16:creationId xmlns:a16="http://schemas.microsoft.com/office/drawing/2014/main" id="{79399E50-25BE-4619-AFAC-57AE00EF7B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65" name="直線コネクタ 124864">
                    <a:extLst>
                      <a:ext uri="{FF2B5EF4-FFF2-40B4-BE49-F238E27FC236}">
                        <a16:creationId xmlns:a16="http://schemas.microsoft.com/office/drawing/2014/main" id="{5FF0E806-2472-45BF-824C-1AF11548A0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66" name="直線コネクタ 124865">
                    <a:extLst>
                      <a:ext uri="{FF2B5EF4-FFF2-40B4-BE49-F238E27FC236}">
                        <a16:creationId xmlns:a16="http://schemas.microsoft.com/office/drawing/2014/main" id="{0AEA8A2B-0059-43CE-A954-42DBCE6A13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4867" name="グループ化 124866">
                    <a:extLst>
                      <a:ext uri="{FF2B5EF4-FFF2-40B4-BE49-F238E27FC236}">
                        <a16:creationId xmlns:a16="http://schemas.microsoft.com/office/drawing/2014/main" id="{326CA2E2-ECBF-481C-AC68-F43C57D55C68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5043" name="直線コネクタ 125042">
                      <a:extLst>
                        <a:ext uri="{FF2B5EF4-FFF2-40B4-BE49-F238E27FC236}">
                          <a16:creationId xmlns:a16="http://schemas.microsoft.com/office/drawing/2014/main" id="{78F79751-876F-4633-B9A6-565E923173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44" name="直線コネクタ 125043">
                      <a:extLst>
                        <a:ext uri="{FF2B5EF4-FFF2-40B4-BE49-F238E27FC236}">
                          <a16:creationId xmlns:a16="http://schemas.microsoft.com/office/drawing/2014/main" id="{05C5E65A-22BC-44A9-8F71-3EC88C8008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45" name="直線コネクタ 125044">
                      <a:extLst>
                        <a:ext uri="{FF2B5EF4-FFF2-40B4-BE49-F238E27FC236}">
                          <a16:creationId xmlns:a16="http://schemas.microsoft.com/office/drawing/2014/main" id="{9137F011-4374-4B22-A04D-E3C772695A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46" name="直線コネクタ 125045">
                      <a:extLst>
                        <a:ext uri="{FF2B5EF4-FFF2-40B4-BE49-F238E27FC236}">
                          <a16:creationId xmlns:a16="http://schemas.microsoft.com/office/drawing/2014/main" id="{361A8F28-C113-46EA-9E9E-251AF4795F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47" name="直線コネクタ 125046">
                      <a:extLst>
                        <a:ext uri="{FF2B5EF4-FFF2-40B4-BE49-F238E27FC236}">
                          <a16:creationId xmlns:a16="http://schemas.microsoft.com/office/drawing/2014/main" id="{10F71055-5437-477A-BEAF-0B1A9DBFC4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48" name="直線コネクタ 125047">
                      <a:extLst>
                        <a:ext uri="{FF2B5EF4-FFF2-40B4-BE49-F238E27FC236}">
                          <a16:creationId xmlns:a16="http://schemas.microsoft.com/office/drawing/2014/main" id="{A8461AE5-22A5-4DA6-8E11-9FFDE6B4ED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49" name="直線コネクタ 125048">
                      <a:extLst>
                        <a:ext uri="{FF2B5EF4-FFF2-40B4-BE49-F238E27FC236}">
                          <a16:creationId xmlns:a16="http://schemas.microsoft.com/office/drawing/2014/main" id="{AA8EA049-5A47-4FDE-B75B-CBDA54F6AA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0" name="直線コネクタ 125049">
                      <a:extLst>
                        <a:ext uri="{FF2B5EF4-FFF2-40B4-BE49-F238E27FC236}">
                          <a16:creationId xmlns:a16="http://schemas.microsoft.com/office/drawing/2014/main" id="{E5E24644-7762-482A-8063-E6A9493C4F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1" name="直線コネクタ 125050">
                      <a:extLst>
                        <a:ext uri="{FF2B5EF4-FFF2-40B4-BE49-F238E27FC236}">
                          <a16:creationId xmlns:a16="http://schemas.microsoft.com/office/drawing/2014/main" id="{3270D0EC-D920-4129-A7F2-9785127D81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2" name="直線コネクタ 125051">
                      <a:extLst>
                        <a:ext uri="{FF2B5EF4-FFF2-40B4-BE49-F238E27FC236}">
                          <a16:creationId xmlns:a16="http://schemas.microsoft.com/office/drawing/2014/main" id="{7BF70A9F-033C-40CD-8497-1849348671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3" name="直線コネクタ 125052">
                      <a:extLst>
                        <a:ext uri="{FF2B5EF4-FFF2-40B4-BE49-F238E27FC236}">
                          <a16:creationId xmlns:a16="http://schemas.microsoft.com/office/drawing/2014/main" id="{7035FCAF-BB45-4766-A729-AB50F62914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4" name="直線コネクタ 125053">
                      <a:extLst>
                        <a:ext uri="{FF2B5EF4-FFF2-40B4-BE49-F238E27FC236}">
                          <a16:creationId xmlns:a16="http://schemas.microsoft.com/office/drawing/2014/main" id="{28A03788-A929-4655-B252-A016AA5489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5" name="直線コネクタ 125054">
                      <a:extLst>
                        <a:ext uri="{FF2B5EF4-FFF2-40B4-BE49-F238E27FC236}">
                          <a16:creationId xmlns:a16="http://schemas.microsoft.com/office/drawing/2014/main" id="{E7D512E7-2329-4035-8C5A-9CDB53B19F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6" name="直線コネクタ 125055">
                      <a:extLst>
                        <a:ext uri="{FF2B5EF4-FFF2-40B4-BE49-F238E27FC236}">
                          <a16:creationId xmlns:a16="http://schemas.microsoft.com/office/drawing/2014/main" id="{2B89DC94-E320-4708-9D79-3330ED82F0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7" name="直線コネクタ 125056">
                      <a:extLst>
                        <a:ext uri="{FF2B5EF4-FFF2-40B4-BE49-F238E27FC236}">
                          <a16:creationId xmlns:a16="http://schemas.microsoft.com/office/drawing/2014/main" id="{0BECC786-4129-4F47-9A85-8C80D25D45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8" name="直線コネクタ 125057">
                      <a:extLst>
                        <a:ext uri="{FF2B5EF4-FFF2-40B4-BE49-F238E27FC236}">
                          <a16:creationId xmlns:a16="http://schemas.microsoft.com/office/drawing/2014/main" id="{7FF10859-FEDE-4E76-AE24-ECA5EA46E7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59" name="直線コネクタ 125058">
                      <a:extLst>
                        <a:ext uri="{FF2B5EF4-FFF2-40B4-BE49-F238E27FC236}">
                          <a16:creationId xmlns:a16="http://schemas.microsoft.com/office/drawing/2014/main" id="{11DDAEF6-232F-475E-AF84-675004FA71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0" name="直線コネクタ 125059">
                      <a:extLst>
                        <a:ext uri="{FF2B5EF4-FFF2-40B4-BE49-F238E27FC236}">
                          <a16:creationId xmlns:a16="http://schemas.microsoft.com/office/drawing/2014/main" id="{CBFB9F77-3764-4F6B-888E-8F039AC076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1" name="直線コネクタ 125060">
                      <a:extLst>
                        <a:ext uri="{FF2B5EF4-FFF2-40B4-BE49-F238E27FC236}">
                          <a16:creationId xmlns:a16="http://schemas.microsoft.com/office/drawing/2014/main" id="{E417E36B-2188-4DD0-BEC1-1911DA62DF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2" name="直線コネクタ 125061">
                      <a:extLst>
                        <a:ext uri="{FF2B5EF4-FFF2-40B4-BE49-F238E27FC236}">
                          <a16:creationId xmlns:a16="http://schemas.microsoft.com/office/drawing/2014/main" id="{50E103CD-9B40-4783-93E4-F3C1FFF18E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3" name="直線コネクタ 125062">
                      <a:extLst>
                        <a:ext uri="{FF2B5EF4-FFF2-40B4-BE49-F238E27FC236}">
                          <a16:creationId xmlns:a16="http://schemas.microsoft.com/office/drawing/2014/main" id="{0EC12DEC-B008-4FDA-B8BC-C736FB8ED0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4" name="直線コネクタ 125063">
                      <a:extLst>
                        <a:ext uri="{FF2B5EF4-FFF2-40B4-BE49-F238E27FC236}">
                          <a16:creationId xmlns:a16="http://schemas.microsoft.com/office/drawing/2014/main" id="{23C4CAB4-5429-45AF-88E6-3A0804E2D4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5" name="直線コネクタ 125064">
                      <a:extLst>
                        <a:ext uri="{FF2B5EF4-FFF2-40B4-BE49-F238E27FC236}">
                          <a16:creationId xmlns:a16="http://schemas.microsoft.com/office/drawing/2014/main" id="{F908AB58-AA22-4FA9-91C8-0C6CCBA69A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6" name="直線コネクタ 125065">
                      <a:extLst>
                        <a:ext uri="{FF2B5EF4-FFF2-40B4-BE49-F238E27FC236}">
                          <a16:creationId xmlns:a16="http://schemas.microsoft.com/office/drawing/2014/main" id="{A338C061-88EA-451D-9364-DFB86ACB46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7" name="直線コネクタ 125066">
                      <a:extLst>
                        <a:ext uri="{FF2B5EF4-FFF2-40B4-BE49-F238E27FC236}">
                          <a16:creationId xmlns:a16="http://schemas.microsoft.com/office/drawing/2014/main" id="{B931880F-646C-474B-A2BB-B82C9A6622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8" name="直線コネクタ 125067">
                      <a:extLst>
                        <a:ext uri="{FF2B5EF4-FFF2-40B4-BE49-F238E27FC236}">
                          <a16:creationId xmlns:a16="http://schemas.microsoft.com/office/drawing/2014/main" id="{D4975609-3D81-46E8-8235-10D93E9960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69" name="直線コネクタ 125068">
                      <a:extLst>
                        <a:ext uri="{FF2B5EF4-FFF2-40B4-BE49-F238E27FC236}">
                          <a16:creationId xmlns:a16="http://schemas.microsoft.com/office/drawing/2014/main" id="{1C7F0A5E-6F04-4F3E-B2C4-E4321B3DBB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0" name="直線コネクタ 125069">
                      <a:extLst>
                        <a:ext uri="{FF2B5EF4-FFF2-40B4-BE49-F238E27FC236}">
                          <a16:creationId xmlns:a16="http://schemas.microsoft.com/office/drawing/2014/main" id="{D76233A2-1F20-415B-8C8B-4DDA0FE844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1" name="直線コネクタ 125070">
                      <a:extLst>
                        <a:ext uri="{FF2B5EF4-FFF2-40B4-BE49-F238E27FC236}">
                          <a16:creationId xmlns:a16="http://schemas.microsoft.com/office/drawing/2014/main" id="{52F417B8-9DFA-468B-9B5E-C06912CB2D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2" name="直線コネクタ 125071">
                      <a:extLst>
                        <a:ext uri="{FF2B5EF4-FFF2-40B4-BE49-F238E27FC236}">
                          <a16:creationId xmlns:a16="http://schemas.microsoft.com/office/drawing/2014/main" id="{045F597D-B9ED-42E8-90EF-C5B362F278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3" name="直線コネクタ 125072">
                      <a:extLst>
                        <a:ext uri="{FF2B5EF4-FFF2-40B4-BE49-F238E27FC236}">
                          <a16:creationId xmlns:a16="http://schemas.microsoft.com/office/drawing/2014/main" id="{8E19EF71-D0A9-4D74-9756-6F32E5ACE8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4" name="直線コネクタ 125073">
                      <a:extLst>
                        <a:ext uri="{FF2B5EF4-FFF2-40B4-BE49-F238E27FC236}">
                          <a16:creationId xmlns:a16="http://schemas.microsoft.com/office/drawing/2014/main" id="{65E4FEEA-1885-4237-B94C-73E32B3F7C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5" name="直線コネクタ 125074">
                      <a:extLst>
                        <a:ext uri="{FF2B5EF4-FFF2-40B4-BE49-F238E27FC236}">
                          <a16:creationId xmlns:a16="http://schemas.microsoft.com/office/drawing/2014/main" id="{F73D0DC0-1CDF-4B20-A566-AF96917716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6" name="直線コネクタ 125075">
                      <a:extLst>
                        <a:ext uri="{FF2B5EF4-FFF2-40B4-BE49-F238E27FC236}">
                          <a16:creationId xmlns:a16="http://schemas.microsoft.com/office/drawing/2014/main" id="{126953DF-6C22-4C02-B49B-708125DF74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7" name="直線コネクタ 125076">
                      <a:extLst>
                        <a:ext uri="{FF2B5EF4-FFF2-40B4-BE49-F238E27FC236}">
                          <a16:creationId xmlns:a16="http://schemas.microsoft.com/office/drawing/2014/main" id="{7CA795C9-554C-4A72-8F13-9754AC9808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8" name="直線コネクタ 125077">
                      <a:extLst>
                        <a:ext uri="{FF2B5EF4-FFF2-40B4-BE49-F238E27FC236}">
                          <a16:creationId xmlns:a16="http://schemas.microsoft.com/office/drawing/2014/main" id="{853F22FE-8C74-4BB9-AC2C-6EEF54C2CD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79" name="直線コネクタ 125078">
                      <a:extLst>
                        <a:ext uri="{FF2B5EF4-FFF2-40B4-BE49-F238E27FC236}">
                          <a16:creationId xmlns:a16="http://schemas.microsoft.com/office/drawing/2014/main" id="{53823808-5A9D-4223-9683-6A403D2F7F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80" name="直線コネクタ 125079">
                      <a:extLst>
                        <a:ext uri="{FF2B5EF4-FFF2-40B4-BE49-F238E27FC236}">
                          <a16:creationId xmlns:a16="http://schemas.microsoft.com/office/drawing/2014/main" id="{0443BA3A-C773-4A29-B1CD-EED4F3A98F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81" name="直線コネクタ 125080">
                      <a:extLst>
                        <a:ext uri="{FF2B5EF4-FFF2-40B4-BE49-F238E27FC236}">
                          <a16:creationId xmlns:a16="http://schemas.microsoft.com/office/drawing/2014/main" id="{2D86F8E2-ABB3-49E0-9F4D-767D44CD8C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82" name="直線コネクタ 125081">
                      <a:extLst>
                        <a:ext uri="{FF2B5EF4-FFF2-40B4-BE49-F238E27FC236}">
                          <a16:creationId xmlns:a16="http://schemas.microsoft.com/office/drawing/2014/main" id="{E1174611-2BF5-418C-9A48-040467963B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83" name="直線コネクタ 125082">
                      <a:extLst>
                        <a:ext uri="{FF2B5EF4-FFF2-40B4-BE49-F238E27FC236}">
                          <a16:creationId xmlns:a16="http://schemas.microsoft.com/office/drawing/2014/main" id="{8357605B-C64A-4D13-BFEF-DDB393B69F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84" name="直線コネクタ 125083">
                      <a:extLst>
                        <a:ext uri="{FF2B5EF4-FFF2-40B4-BE49-F238E27FC236}">
                          <a16:creationId xmlns:a16="http://schemas.microsoft.com/office/drawing/2014/main" id="{E8FB4B43-8E4B-490D-AE32-767D6981A1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868" name="グループ化 124867">
                    <a:extLst>
                      <a:ext uri="{FF2B5EF4-FFF2-40B4-BE49-F238E27FC236}">
                        <a16:creationId xmlns:a16="http://schemas.microsoft.com/office/drawing/2014/main" id="{515F3FFB-5CCD-44DC-9964-EAA70A4CB36E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5034" name="正方形/長方形 125033">
                      <a:extLst>
                        <a:ext uri="{FF2B5EF4-FFF2-40B4-BE49-F238E27FC236}">
                          <a16:creationId xmlns:a16="http://schemas.microsoft.com/office/drawing/2014/main" id="{85C11172-F096-492A-9473-F08A56EA23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035" name="正方形/長方形 125034">
                      <a:extLst>
                        <a:ext uri="{FF2B5EF4-FFF2-40B4-BE49-F238E27FC236}">
                          <a16:creationId xmlns:a16="http://schemas.microsoft.com/office/drawing/2014/main" id="{A1BA4E65-6DAB-4893-B8CF-B7337CC360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036" name="正方形/長方形 125035">
                      <a:extLst>
                        <a:ext uri="{FF2B5EF4-FFF2-40B4-BE49-F238E27FC236}">
                          <a16:creationId xmlns:a16="http://schemas.microsoft.com/office/drawing/2014/main" id="{F9C181A2-5787-4DFE-8604-9165B975EC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037" name="正方形/長方形 125036">
                      <a:extLst>
                        <a:ext uri="{FF2B5EF4-FFF2-40B4-BE49-F238E27FC236}">
                          <a16:creationId xmlns:a16="http://schemas.microsoft.com/office/drawing/2014/main" id="{E44767C3-DBB3-4FFF-87E1-820F27A5090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038" name="正方形/長方形 125037">
                      <a:extLst>
                        <a:ext uri="{FF2B5EF4-FFF2-40B4-BE49-F238E27FC236}">
                          <a16:creationId xmlns:a16="http://schemas.microsoft.com/office/drawing/2014/main" id="{32F70920-A0CA-4371-B483-A2D53D2E0C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039" name="正方形/長方形 125038">
                      <a:extLst>
                        <a:ext uri="{FF2B5EF4-FFF2-40B4-BE49-F238E27FC236}">
                          <a16:creationId xmlns:a16="http://schemas.microsoft.com/office/drawing/2014/main" id="{0BA7F792-F568-4E3E-9A3D-C64BA9BE1D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040" name="正方形/長方形 125039">
                      <a:extLst>
                        <a:ext uri="{FF2B5EF4-FFF2-40B4-BE49-F238E27FC236}">
                          <a16:creationId xmlns:a16="http://schemas.microsoft.com/office/drawing/2014/main" id="{E5681412-4230-41E7-9AFA-5635EAE8FC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041" name="正方形/長方形 125040">
                      <a:extLst>
                        <a:ext uri="{FF2B5EF4-FFF2-40B4-BE49-F238E27FC236}">
                          <a16:creationId xmlns:a16="http://schemas.microsoft.com/office/drawing/2014/main" id="{B5745A46-FFC6-4288-8CA0-6E593FABE8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5042" name="正方形/長方形 125041">
                      <a:extLst>
                        <a:ext uri="{FF2B5EF4-FFF2-40B4-BE49-F238E27FC236}">
                          <a16:creationId xmlns:a16="http://schemas.microsoft.com/office/drawing/2014/main" id="{0E52861D-3127-4FEF-B5F6-BC37887671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4869" name="グループ化 124868">
                    <a:extLst>
                      <a:ext uri="{FF2B5EF4-FFF2-40B4-BE49-F238E27FC236}">
                        <a16:creationId xmlns:a16="http://schemas.microsoft.com/office/drawing/2014/main" id="{7CAD4E56-E498-4550-AC41-CDF8B3A6294D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026" name="直線コネクタ 125025">
                      <a:extLst>
                        <a:ext uri="{FF2B5EF4-FFF2-40B4-BE49-F238E27FC236}">
                          <a16:creationId xmlns:a16="http://schemas.microsoft.com/office/drawing/2014/main" id="{76EA67DF-3AF0-4B6B-B6C7-DE3E97E82C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7" name="直線コネクタ 125026">
                      <a:extLst>
                        <a:ext uri="{FF2B5EF4-FFF2-40B4-BE49-F238E27FC236}">
                          <a16:creationId xmlns:a16="http://schemas.microsoft.com/office/drawing/2014/main" id="{06A707D1-2069-4B69-B9A3-BC031B4BE5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8" name="直線コネクタ 125027">
                      <a:extLst>
                        <a:ext uri="{FF2B5EF4-FFF2-40B4-BE49-F238E27FC236}">
                          <a16:creationId xmlns:a16="http://schemas.microsoft.com/office/drawing/2014/main" id="{C25BF1FD-593C-4B70-9EBF-B3115FB071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9" name="直線コネクタ 125028">
                      <a:extLst>
                        <a:ext uri="{FF2B5EF4-FFF2-40B4-BE49-F238E27FC236}">
                          <a16:creationId xmlns:a16="http://schemas.microsoft.com/office/drawing/2014/main" id="{25089C98-48D0-4ADB-B481-DC3334FE49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30" name="直線コネクタ 125029">
                      <a:extLst>
                        <a:ext uri="{FF2B5EF4-FFF2-40B4-BE49-F238E27FC236}">
                          <a16:creationId xmlns:a16="http://schemas.microsoft.com/office/drawing/2014/main" id="{C237C2AC-1DE9-4227-B076-463A9EE21A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31" name="直線コネクタ 125030">
                      <a:extLst>
                        <a:ext uri="{FF2B5EF4-FFF2-40B4-BE49-F238E27FC236}">
                          <a16:creationId xmlns:a16="http://schemas.microsoft.com/office/drawing/2014/main" id="{C5AD2BBE-7024-48BE-AA9D-34BD660F76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32" name="直線コネクタ 125031">
                      <a:extLst>
                        <a:ext uri="{FF2B5EF4-FFF2-40B4-BE49-F238E27FC236}">
                          <a16:creationId xmlns:a16="http://schemas.microsoft.com/office/drawing/2014/main" id="{17DCDEA9-AC83-4A08-BAA2-4A571ABF6E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33" name="直線コネクタ 125032">
                      <a:extLst>
                        <a:ext uri="{FF2B5EF4-FFF2-40B4-BE49-F238E27FC236}">
                          <a16:creationId xmlns:a16="http://schemas.microsoft.com/office/drawing/2014/main" id="{2149E4DE-2C16-489C-A4BF-8039AA744C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870" name="グループ化 124869">
                    <a:extLst>
                      <a:ext uri="{FF2B5EF4-FFF2-40B4-BE49-F238E27FC236}">
                        <a16:creationId xmlns:a16="http://schemas.microsoft.com/office/drawing/2014/main" id="{1B3B6F2E-4EE3-40AD-95CE-667CB0FB0FC2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5018" name="直線コネクタ 125017">
                      <a:extLst>
                        <a:ext uri="{FF2B5EF4-FFF2-40B4-BE49-F238E27FC236}">
                          <a16:creationId xmlns:a16="http://schemas.microsoft.com/office/drawing/2014/main" id="{8A842AD1-E3E4-4BE9-8E4C-44A84E63B1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9" name="直線コネクタ 125018">
                      <a:extLst>
                        <a:ext uri="{FF2B5EF4-FFF2-40B4-BE49-F238E27FC236}">
                          <a16:creationId xmlns:a16="http://schemas.microsoft.com/office/drawing/2014/main" id="{FD16F5C5-232F-461A-869F-BC3459C746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0" name="直線コネクタ 125019">
                      <a:extLst>
                        <a:ext uri="{FF2B5EF4-FFF2-40B4-BE49-F238E27FC236}">
                          <a16:creationId xmlns:a16="http://schemas.microsoft.com/office/drawing/2014/main" id="{19D57808-15B8-4E1D-8489-7AE3E11C28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1" name="直線コネクタ 125020">
                      <a:extLst>
                        <a:ext uri="{FF2B5EF4-FFF2-40B4-BE49-F238E27FC236}">
                          <a16:creationId xmlns:a16="http://schemas.microsoft.com/office/drawing/2014/main" id="{8D0DBA97-4AC0-4854-B7C3-1FFEDF4CB7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2" name="直線コネクタ 125021">
                      <a:extLst>
                        <a:ext uri="{FF2B5EF4-FFF2-40B4-BE49-F238E27FC236}">
                          <a16:creationId xmlns:a16="http://schemas.microsoft.com/office/drawing/2014/main" id="{E3FF30A7-D8DB-4712-BAAF-DAF7CA5A91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3" name="直線コネクタ 125022">
                      <a:extLst>
                        <a:ext uri="{FF2B5EF4-FFF2-40B4-BE49-F238E27FC236}">
                          <a16:creationId xmlns:a16="http://schemas.microsoft.com/office/drawing/2014/main" id="{61E59123-04D7-4A8D-B1D5-33C38C1F0D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4" name="直線コネクタ 125023">
                      <a:extLst>
                        <a:ext uri="{FF2B5EF4-FFF2-40B4-BE49-F238E27FC236}">
                          <a16:creationId xmlns:a16="http://schemas.microsoft.com/office/drawing/2014/main" id="{2A8F6BDE-58E2-4A11-A5CD-91176CDD97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25" name="直線コネクタ 125024">
                      <a:extLst>
                        <a:ext uri="{FF2B5EF4-FFF2-40B4-BE49-F238E27FC236}">
                          <a16:creationId xmlns:a16="http://schemas.microsoft.com/office/drawing/2014/main" id="{497A0255-D192-431C-91BA-A5336873CA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871" name="グループ化 124870">
                    <a:extLst>
                      <a:ext uri="{FF2B5EF4-FFF2-40B4-BE49-F238E27FC236}">
                        <a16:creationId xmlns:a16="http://schemas.microsoft.com/office/drawing/2014/main" id="{1479E129-381C-4FE3-8F73-10139F6F3972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976" name="直線コネクタ 124975">
                      <a:extLst>
                        <a:ext uri="{FF2B5EF4-FFF2-40B4-BE49-F238E27FC236}">
                          <a16:creationId xmlns:a16="http://schemas.microsoft.com/office/drawing/2014/main" id="{827100C0-7271-4273-898A-D1D127A040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7" name="直線コネクタ 124976">
                      <a:extLst>
                        <a:ext uri="{FF2B5EF4-FFF2-40B4-BE49-F238E27FC236}">
                          <a16:creationId xmlns:a16="http://schemas.microsoft.com/office/drawing/2014/main" id="{7F4B6940-C24D-48BF-AFC0-6D7506B044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8" name="直線コネクタ 124977">
                      <a:extLst>
                        <a:ext uri="{FF2B5EF4-FFF2-40B4-BE49-F238E27FC236}">
                          <a16:creationId xmlns:a16="http://schemas.microsoft.com/office/drawing/2014/main" id="{D4B1CE0D-DD33-426F-98C9-64FA1060AA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9" name="直線コネクタ 124978">
                      <a:extLst>
                        <a:ext uri="{FF2B5EF4-FFF2-40B4-BE49-F238E27FC236}">
                          <a16:creationId xmlns:a16="http://schemas.microsoft.com/office/drawing/2014/main" id="{82A9E8B3-0EA8-446C-8A4E-98B8006364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0" name="直線コネクタ 124979">
                      <a:extLst>
                        <a:ext uri="{FF2B5EF4-FFF2-40B4-BE49-F238E27FC236}">
                          <a16:creationId xmlns:a16="http://schemas.microsoft.com/office/drawing/2014/main" id="{F57A4FEA-95E3-4C3F-B326-9BB781AADD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1" name="直線コネクタ 124980">
                      <a:extLst>
                        <a:ext uri="{FF2B5EF4-FFF2-40B4-BE49-F238E27FC236}">
                          <a16:creationId xmlns:a16="http://schemas.microsoft.com/office/drawing/2014/main" id="{91E04C48-D9E5-4AAD-8D23-F0DA192AB1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2" name="直線コネクタ 124981">
                      <a:extLst>
                        <a:ext uri="{FF2B5EF4-FFF2-40B4-BE49-F238E27FC236}">
                          <a16:creationId xmlns:a16="http://schemas.microsoft.com/office/drawing/2014/main" id="{E17E16EE-2F37-4D5B-9C6F-75C36882A3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3" name="直線コネクタ 124982">
                      <a:extLst>
                        <a:ext uri="{FF2B5EF4-FFF2-40B4-BE49-F238E27FC236}">
                          <a16:creationId xmlns:a16="http://schemas.microsoft.com/office/drawing/2014/main" id="{25925395-0FD3-4B0F-985C-0DA8AA24C0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4" name="直線コネクタ 124983">
                      <a:extLst>
                        <a:ext uri="{FF2B5EF4-FFF2-40B4-BE49-F238E27FC236}">
                          <a16:creationId xmlns:a16="http://schemas.microsoft.com/office/drawing/2014/main" id="{32F1E604-BF2C-4AF5-852F-272804CDD0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5" name="直線コネクタ 124984">
                      <a:extLst>
                        <a:ext uri="{FF2B5EF4-FFF2-40B4-BE49-F238E27FC236}">
                          <a16:creationId xmlns:a16="http://schemas.microsoft.com/office/drawing/2014/main" id="{012B0935-EA1F-4DF0-9491-352F1C6BE2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6" name="直線コネクタ 124985">
                      <a:extLst>
                        <a:ext uri="{FF2B5EF4-FFF2-40B4-BE49-F238E27FC236}">
                          <a16:creationId xmlns:a16="http://schemas.microsoft.com/office/drawing/2014/main" id="{91B97AD7-7ADA-4337-8948-5FB4716946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7" name="直線コネクタ 124986">
                      <a:extLst>
                        <a:ext uri="{FF2B5EF4-FFF2-40B4-BE49-F238E27FC236}">
                          <a16:creationId xmlns:a16="http://schemas.microsoft.com/office/drawing/2014/main" id="{39F7602F-19F8-44A6-91A6-90C85E6402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8" name="直線コネクタ 124987">
                      <a:extLst>
                        <a:ext uri="{FF2B5EF4-FFF2-40B4-BE49-F238E27FC236}">
                          <a16:creationId xmlns:a16="http://schemas.microsoft.com/office/drawing/2014/main" id="{BD5C4296-C55D-4D36-8395-FCE805DF14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89" name="直線コネクタ 124988">
                      <a:extLst>
                        <a:ext uri="{FF2B5EF4-FFF2-40B4-BE49-F238E27FC236}">
                          <a16:creationId xmlns:a16="http://schemas.microsoft.com/office/drawing/2014/main" id="{83964456-8607-4DD3-B1E5-0066D95464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0" name="直線コネクタ 124989">
                      <a:extLst>
                        <a:ext uri="{FF2B5EF4-FFF2-40B4-BE49-F238E27FC236}">
                          <a16:creationId xmlns:a16="http://schemas.microsoft.com/office/drawing/2014/main" id="{26499C59-9EFE-4470-B346-FCDEE66943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1" name="直線コネクタ 124990">
                      <a:extLst>
                        <a:ext uri="{FF2B5EF4-FFF2-40B4-BE49-F238E27FC236}">
                          <a16:creationId xmlns:a16="http://schemas.microsoft.com/office/drawing/2014/main" id="{7B8EFAE4-DA61-40D4-9F15-FF5433411D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2" name="直線コネクタ 124991">
                      <a:extLst>
                        <a:ext uri="{FF2B5EF4-FFF2-40B4-BE49-F238E27FC236}">
                          <a16:creationId xmlns:a16="http://schemas.microsoft.com/office/drawing/2014/main" id="{75EDC4E6-1DA8-4F25-A52F-677394480E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3" name="直線コネクタ 124992">
                      <a:extLst>
                        <a:ext uri="{FF2B5EF4-FFF2-40B4-BE49-F238E27FC236}">
                          <a16:creationId xmlns:a16="http://schemas.microsoft.com/office/drawing/2014/main" id="{61187118-08FC-4D85-98B7-A59A1316A1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4" name="直線コネクタ 124993">
                      <a:extLst>
                        <a:ext uri="{FF2B5EF4-FFF2-40B4-BE49-F238E27FC236}">
                          <a16:creationId xmlns:a16="http://schemas.microsoft.com/office/drawing/2014/main" id="{CCE1F6AE-2DEC-4195-9E54-20648E2A0B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5" name="直線コネクタ 124994">
                      <a:extLst>
                        <a:ext uri="{FF2B5EF4-FFF2-40B4-BE49-F238E27FC236}">
                          <a16:creationId xmlns:a16="http://schemas.microsoft.com/office/drawing/2014/main" id="{DFC3E7F7-C313-4A5C-85D3-8AEFFD9E60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6" name="直線コネクタ 124995">
                      <a:extLst>
                        <a:ext uri="{FF2B5EF4-FFF2-40B4-BE49-F238E27FC236}">
                          <a16:creationId xmlns:a16="http://schemas.microsoft.com/office/drawing/2014/main" id="{CBCF269D-E961-4386-A158-ACF8186E70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7" name="直線コネクタ 124996">
                      <a:extLst>
                        <a:ext uri="{FF2B5EF4-FFF2-40B4-BE49-F238E27FC236}">
                          <a16:creationId xmlns:a16="http://schemas.microsoft.com/office/drawing/2014/main" id="{22A8C7C9-44BB-4F98-AA10-780E71959F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8" name="直線コネクタ 124997">
                      <a:extLst>
                        <a:ext uri="{FF2B5EF4-FFF2-40B4-BE49-F238E27FC236}">
                          <a16:creationId xmlns:a16="http://schemas.microsoft.com/office/drawing/2014/main" id="{27EA3BC0-215F-4A48-95AF-75ADE15D5C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99" name="直線コネクタ 124998">
                      <a:extLst>
                        <a:ext uri="{FF2B5EF4-FFF2-40B4-BE49-F238E27FC236}">
                          <a16:creationId xmlns:a16="http://schemas.microsoft.com/office/drawing/2014/main" id="{D1807752-1847-47EE-A585-4EB9A92B6E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0" name="直線コネクタ 124999">
                      <a:extLst>
                        <a:ext uri="{FF2B5EF4-FFF2-40B4-BE49-F238E27FC236}">
                          <a16:creationId xmlns:a16="http://schemas.microsoft.com/office/drawing/2014/main" id="{03039FB8-3429-4416-B8F0-0E1E57CBDF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1" name="直線コネクタ 125000">
                      <a:extLst>
                        <a:ext uri="{FF2B5EF4-FFF2-40B4-BE49-F238E27FC236}">
                          <a16:creationId xmlns:a16="http://schemas.microsoft.com/office/drawing/2014/main" id="{5C5A7217-8AAF-47EF-87AE-582A8E3250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2" name="直線コネクタ 125001">
                      <a:extLst>
                        <a:ext uri="{FF2B5EF4-FFF2-40B4-BE49-F238E27FC236}">
                          <a16:creationId xmlns:a16="http://schemas.microsoft.com/office/drawing/2014/main" id="{72BD4194-A519-4284-AFE5-7046CF4D1F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3" name="直線コネクタ 125002">
                      <a:extLst>
                        <a:ext uri="{FF2B5EF4-FFF2-40B4-BE49-F238E27FC236}">
                          <a16:creationId xmlns:a16="http://schemas.microsoft.com/office/drawing/2014/main" id="{41F6CF41-0FBB-4017-9842-5A9AC37CA8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4" name="直線コネクタ 125003">
                      <a:extLst>
                        <a:ext uri="{FF2B5EF4-FFF2-40B4-BE49-F238E27FC236}">
                          <a16:creationId xmlns:a16="http://schemas.microsoft.com/office/drawing/2014/main" id="{22E43681-1F4D-48A6-94F3-0DD0CBCC47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5" name="直線コネクタ 125004">
                      <a:extLst>
                        <a:ext uri="{FF2B5EF4-FFF2-40B4-BE49-F238E27FC236}">
                          <a16:creationId xmlns:a16="http://schemas.microsoft.com/office/drawing/2014/main" id="{8D638290-B132-4519-B991-8B8C695099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6" name="直線コネクタ 125005">
                      <a:extLst>
                        <a:ext uri="{FF2B5EF4-FFF2-40B4-BE49-F238E27FC236}">
                          <a16:creationId xmlns:a16="http://schemas.microsoft.com/office/drawing/2014/main" id="{C3EF3319-A50D-4277-A684-B32BAF81F7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7" name="直線コネクタ 125006">
                      <a:extLst>
                        <a:ext uri="{FF2B5EF4-FFF2-40B4-BE49-F238E27FC236}">
                          <a16:creationId xmlns:a16="http://schemas.microsoft.com/office/drawing/2014/main" id="{B0FC06F3-59EA-49A9-A62E-96FD740D18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8" name="直線コネクタ 125007">
                      <a:extLst>
                        <a:ext uri="{FF2B5EF4-FFF2-40B4-BE49-F238E27FC236}">
                          <a16:creationId xmlns:a16="http://schemas.microsoft.com/office/drawing/2014/main" id="{A49D0591-5848-47D4-8B21-BF21D552F3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09" name="直線コネクタ 125008">
                      <a:extLst>
                        <a:ext uri="{FF2B5EF4-FFF2-40B4-BE49-F238E27FC236}">
                          <a16:creationId xmlns:a16="http://schemas.microsoft.com/office/drawing/2014/main" id="{870B5FE0-4AEC-4D05-8C68-49470F8C1E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0" name="直線コネクタ 125009">
                      <a:extLst>
                        <a:ext uri="{FF2B5EF4-FFF2-40B4-BE49-F238E27FC236}">
                          <a16:creationId xmlns:a16="http://schemas.microsoft.com/office/drawing/2014/main" id="{FB57F138-DD5A-49FC-8A77-B03A7C75DC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1" name="直線コネクタ 125010">
                      <a:extLst>
                        <a:ext uri="{FF2B5EF4-FFF2-40B4-BE49-F238E27FC236}">
                          <a16:creationId xmlns:a16="http://schemas.microsoft.com/office/drawing/2014/main" id="{E9FE6EC7-80BE-4399-893C-04E500C749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2" name="直線コネクタ 125011">
                      <a:extLst>
                        <a:ext uri="{FF2B5EF4-FFF2-40B4-BE49-F238E27FC236}">
                          <a16:creationId xmlns:a16="http://schemas.microsoft.com/office/drawing/2014/main" id="{76DC3EA2-4506-484B-AD97-8AD5FB9B23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3" name="直線コネクタ 125012">
                      <a:extLst>
                        <a:ext uri="{FF2B5EF4-FFF2-40B4-BE49-F238E27FC236}">
                          <a16:creationId xmlns:a16="http://schemas.microsoft.com/office/drawing/2014/main" id="{7887BD72-DBC0-4330-9C83-7229EC7986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4" name="直線コネクタ 125013">
                      <a:extLst>
                        <a:ext uri="{FF2B5EF4-FFF2-40B4-BE49-F238E27FC236}">
                          <a16:creationId xmlns:a16="http://schemas.microsoft.com/office/drawing/2014/main" id="{0B9F07F5-425A-4B4B-A044-F9D3FA948A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5" name="直線コネクタ 125014">
                      <a:extLst>
                        <a:ext uri="{FF2B5EF4-FFF2-40B4-BE49-F238E27FC236}">
                          <a16:creationId xmlns:a16="http://schemas.microsoft.com/office/drawing/2014/main" id="{8961FFE7-C804-4F10-8D49-C34FA33024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6" name="直線コネクタ 125015">
                      <a:extLst>
                        <a:ext uri="{FF2B5EF4-FFF2-40B4-BE49-F238E27FC236}">
                          <a16:creationId xmlns:a16="http://schemas.microsoft.com/office/drawing/2014/main" id="{797D0735-07F3-4463-A8CE-BD2183D9B7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5017" name="直線コネクタ 125016">
                      <a:extLst>
                        <a:ext uri="{FF2B5EF4-FFF2-40B4-BE49-F238E27FC236}">
                          <a16:creationId xmlns:a16="http://schemas.microsoft.com/office/drawing/2014/main" id="{D5B863B9-AD88-49C8-BBBD-43C3472B1D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872" name="グループ化 124871">
                    <a:extLst>
                      <a:ext uri="{FF2B5EF4-FFF2-40B4-BE49-F238E27FC236}">
                        <a16:creationId xmlns:a16="http://schemas.microsoft.com/office/drawing/2014/main" id="{35C6314F-02B8-426A-A8A4-12185DDB1EA0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934" name="直線コネクタ 124933">
                      <a:extLst>
                        <a:ext uri="{FF2B5EF4-FFF2-40B4-BE49-F238E27FC236}">
                          <a16:creationId xmlns:a16="http://schemas.microsoft.com/office/drawing/2014/main" id="{91A6FA05-63F9-4F35-B687-D5D905D377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5" name="直線コネクタ 124934">
                      <a:extLst>
                        <a:ext uri="{FF2B5EF4-FFF2-40B4-BE49-F238E27FC236}">
                          <a16:creationId xmlns:a16="http://schemas.microsoft.com/office/drawing/2014/main" id="{7818A301-4F74-4F6D-A667-2CDBF0791C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6" name="直線コネクタ 124935">
                      <a:extLst>
                        <a:ext uri="{FF2B5EF4-FFF2-40B4-BE49-F238E27FC236}">
                          <a16:creationId xmlns:a16="http://schemas.microsoft.com/office/drawing/2014/main" id="{B6C9EECE-FCCE-4BC7-8990-CF3271ABB1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7" name="直線コネクタ 124936">
                      <a:extLst>
                        <a:ext uri="{FF2B5EF4-FFF2-40B4-BE49-F238E27FC236}">
                          <a16:creationId xmlns:a16="http://schemas.microsoft.com/office/drawing/2014/main" id="{C9B93A81-6CC7-43BB-B971-4AB367973F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8" name="直線コネクタ 124937">
                      <a:extLst>
                        <a:ext uri="{FF2B5EF4-FFF2-40B4-BE49-F238E27FC236}">
                          <a16:creationId xmlns:a16="http://schemas.microsoft.com/office/drawing/2014/main" id="{D18DE541-D6B0-4977-9EC6-9EDB2429CC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9" name="直線コネクタ 124938">
                      <a:extLst>
                        <a:ext uri="{FF2B5EF4-FFF2-40B4-BE49-F238E27FC236}">
                          <a16:creationId xmlns:a16="http://schemas.microsoft.com/office/drawing/2014/main" id="{6AC73114-F3AC-4BD3-9739-3E214E9B3B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0" name="直線コネクタ 124939">
                      <a:extLst>
                        <a:ext uri="{FF2B5EF4-FFF2-40B4-BE49-F238E27FC236}">
                          <a16:creationId xmlns:a16="http://schemas.microsoft.com/office/drawing/2014/main" id="{8CF56667-2E60-4AB4-BBC1-E0DE8CC9BC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1" name="直線コネクタ 124940">
                      <a:extLst>
                        <a:ext uri="{FF2B5EF4-FFF2-40B4-BE49-F238E27FC236}">
                          <a16:creationId xmlns:a16="http://schemas.microsoft.com/office/drawing/2014/main" id="{9D0F5AC6-F948-4EC9-A67D-8E39CCD011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2" name="直線コネクタ 124941">
                      <a:extLst>
                        <a:ext uri="{FF2B5EF4-FFF2-40B4-BE49-F238E27FC236}">
                          <a16:creationId xmlns:a16="http://schemas.microsoft.com/office/drawing/2014/main" id="{5266557C-AB87-4078-B077-3B563A88E7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3" name="直線コネクタ 124942">
                      <a:extLst>
                        <a:ext uri="{FF2B5EF4-FFF2-40B4-BE49-F238E27FC236}">
                          <a16:creationId xmlns:a16="http://schemas.microsoft.com/office/drawing/2014/main" id="{BB23925E-B0BB-49C6-BD74-34535F9F50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4" name="直線コネクタ 124943">
                      <a:extLst>
                        <a:ext uri="{FF2B5EF4-FFF2-40B4-BE49-F238E27FC236}">
                          <a16:creationId xmlns:a16="http://schemas.microsoft.com/office/drawing/2014/main" id="{1015FD7D-18AF-4170-86D8-3EE5150A07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5" name="直線コネクタ 124944">
                      <a:extLst>
                        <a:ext uri="{FF2B5EF4-FFF2-40B4-BE49-F238E27FC236}">
                          <a16:creationId xmlns:a16="http://schemas.microsoft.com/office/drawing/2014/main" id="{F347D41C-179B-46FE-9F54-72D229EB3A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6" name="直線コネクタ 124945">
                      <a:extLst>
                        <a:ext uri="{FF2B5EF4-FFF2-40B4-BE49-F238E27FC236}">
                          <a16:creationId xmlns:a16="http://schemas.microsoft.com/office/drawing/2014/main" id="{4F04202D-F294-4975-A017-ED99B2ECE7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7" name="直線コネクタ 124946">
                      <a:extLst>
                        <a:ext uri="{FF2B5EF4-FFF2-40B4-BE49-F238E27FC236}">
                          <a16:creationId xmlns:a16="http://schemas.microsoft.com/office/drawing/2014/main" id="{CA971A08-D141-493C-9B98-A81F3E341F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8" name="直線コネクタ 124947">
                      <a:extLst>
                        <a:ext uri="{FF2B5EF4-FFF2-40B4-BE49-F238E27FC236}">
                          <a16:creationId xmlns:a16="http://schemas.microsoft.com/office/drawing/2014/main" id="{9F7F9074-4B53-457A-9C2B-353D64D2A0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49" name="直線コネクタ 124948">
                      <a:extLst>
                        <a:ext uri="{FF2B5EF4-FFF2-40B4-BE49-F238E27FC236}">
                          <a16:creationId xmlns:a16="http://schemas.microsoft.com/office/drawing/2014/main" id="{9C426157-415C-4E51-8919-7A35F30EBB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0" name="直線コネクタ 124949">
                      <a:extLst>
                        <a:ext uri="{FF2B5EF4-FFF2-40B4-BE49-F238E27FC236}">
                          <a16:creationId xmlns:a16="http://schemas.microsoft.com/office/drawing/2014/main" id="{CFA836F0-E95C-4F7A-8CE5-E92B24989C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1" name="直線コネクタ 124950">
                      <a:extLst>
                        <a:ext uri="{FF2B5EF4-FFF2-40B4-BE49-F238E27FC236}">
                          <a16:creationId xmlns:a16="http://schemas.microsoft.com/office/drawing/2014/main" id="{E06FB553-2754-4C65-AA96-88D77D4114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2" name="直線コネクタ 124951">
                      <a:extLst>
                        <a:ext uri="{FF2B5EF4-FFF2-40B4-BE49-F238E27FC236}">
                          <a16:creationId xmlns:a16="http://schemas.microsoft.com/office/drawing/2014/main" id="{4EE85587-4519-400B-9B85-57BE98C476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3" name="直線コネクタ 124952">
                      <a:extLst>
                        <a:ext uri="{FF2B5EF4-FFF2-40B4-BE49-F238E27FC236}">
                          <a16:creationId xmlns:a16="http://schemas.microsoft.com/office/drawing/2014/main" id="{14DEE85B-EAB1-4300-B3AC-17653D68BF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4" name="直線コネクタ 124953">
                      <a:extLst>
                        <a:ext uri="{FF2B5EF4-FFF2-40B4-BE49-F238E27FC236}">
                          <a16:creationId xmlns:a16="http://schemas.microsoft.com/office/drawing/2014/main" id="{17F9DA40-CA7D-47C2-B683-B779552D30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5" name="直線コネクタ 124954">
                      <a:extLst>
                        <a:ext uri="{FF2B5EF4-FFF2-40B4-BE49-F238E27FC236}">
                          <a16:creationId xmlns:a16="http://schemas.microsoft.com/office/drawing/2014/main" id="{114C9170-7465-4917-8B3F-F67862B488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6" name="直線コネクタ 124955">
                      <a:extLst>
                        <a:ext uri="{FF2B5EF4-FFF2-40B4-BE49-F238E27FC236}">
                          <a16:creationId xmlns:a16="http://schemas.microsoft.com/office/drawing/2014/main" id="{5BE4A44F-D242-44EC-833E-2CF111978E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7" name="直線コネクタ 124956">
                      <a:extLst>
                        <a:ext uri="{FF2B5EF4-FFF2-40B4-BE49-F238E27FC236}">
                          <a16:creationId xmlns:a16="http://schemas.microsoft.com/office/drawing/2014/main" id="{B0DC4E74-CF76-4C72-8BB5-0B9FD949A7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8" name="直線コネクタ 124957">
                      <a:extLst>
                        <a:ext uri="{FF2B5EF4-FFF2-40B4-BE49-F238E27FC236}">
                          <a16:creationId xmlns:a16="http://schemas.microsoft.com/office/drawing/2014/main" id="{0D58B3F7-584D-4F9D-9F10-8AB3972A88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59" name="直線コネクタ 124958">
                      <a:extLst>
                        <a:ext uri="{FF2B5EF4-FFF2-40B4-BE49-F238E27FC236}">
                          <a16:creationId xmlns:a16="http://schemas.microsoft.com/office/drawing/2014/main" id="{17FFF439-0521-4F05-A88B-51AF7B127A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0" name="直線コネクタ 124959">
                      <a:extLst>
                        <a:ext uri="{FF2B5EF4-FFF2-40B4-BE49-F238E27FC236}">
                          <a16:creationId xmlns:a16="http://schemas.microsoft.com/office/drawing/2014/main" id="{C08303FD-CE75-4B04-B74E-DD01F742D5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1" name="直線コネクタ 124960">
                      <a:extLst>
                        <a:ext uri="{FF2B5EF4-FFF2-40B4-BE49-F238E27FC236}">
                          <a16:creationId xmlns:a16="http://schemas.microsoft.com/office/drawing/2014/main" id="{1C8AE208-5D5A-4859-BFF9-BE41098470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2" name="直線コネクタ 124961">
                      <a:extLst>
                        <a:ext uri="{FF2B5EF4-FFF2-40B4-BE49-F238E27FC236}">
                          <a16:creationId xmlns:a16="http://schemas.microsoft.com/office/drawing/2014/main" id="{AF5BADFC-3412-42FD-A120-B1C22E950E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3" name="直線コネクタ 124962">
                      <a:extLst>
                        <a:ext uri="{FF2B5EF4-FFF2-40B4-BE49-F238E27FC236}">
                          <a16:creationId xmlns:a16="http://schemas.microsoft.com/office/drawing/2014/main" id="{7118065D-4BCE-431E-B248-D1F2C06991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4" name="直線コネクタ 124963">
                      <a:extLst>
                        <a:ext uri="{FF2B5EF4-FFF2-40B4-BE49-F238E27FC236}">
                          <a16:creationId xmlns:a16="http://schemas.microsoft.com/office/drawing/2014/main" id="{140CBEB0-40E1-4797-B851-0B004D3FA5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5" name="直線コネクタ 124964">
                      <a:extLst>
                        <a:ext uri="{FF2B5EF4-FFF2-40B4-BE49-F238E27FC236}">
                          <a16:creationId xmlns:a16="http://schemas.microsoft.com/office/drawing/2014/main" id="{9F9AD4CC-7652-4E3A-85AC-C902472480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6" name="直線コネクタ 124965">
                      <a:extLst>
                        <a:ext uri="{FF2B5EF4-FFF2-40B4-BE49-F238E27FC236}">
                          <a16:creationId xmlns:a16="http://schemas.microsoft.com/office/drawing/2014/main" id="{5521909A-75D9-4E47-82AA-8EF85462D0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7" name="直線コネクタ 124966">
                      <a:extLst>
                        <a:ext uri="{FF2B5EF4-FFF2-40B4-BE49-F238E27FC236}">
                          <a16:creationId xmlns:a16="http://schemas.microsoft.com/office/drawing/2014/main" id="{D791C817-8BBC-4756-8331-2B57731421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8" name="直線コネクタ 124967">
                      <a:extLst>
                        <a:ext uri="{FF2B5EF4-FFF2-40B4-BE49-F238E27FC236}">
                          <a16:creationId xmlns:a16="http://schemas.microsoft.com/office/drawing/2014/main" id="{7D410A6B-C459-48F2-BEA7-D17C604807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69" name="直線コネクタ 124968">
                      <a:extLst>
                        <a:ext uri="{FF2B5EF4-FFF2-40B4-BE49-F238E27FC236}">
                          <a16:creationId xmlns:a16="http://schemas.microsoft.com/office/drawing/2014/main" id="{67EBE3FF-B28C-42E4-8F79-CCE8A79972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0" name="直線コネクタ 124969">
                      <a:extLst>
                        <a:ext uri="{FF2B5EF4-FFF2-40B4-BE49-F238E27FC236}">
                          <a16:creationId xmlns:a16="http://schemas.microsoft.com/office/drawing/2014/main" id="{9838DBF7-8B91-4E2B-9504-967DB1E9A3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1" name="直線コネクタ 124970">
                      <a:extLst>
                        <a:ext uri="{FF2B5EF4-FFF2-40B4-BE49-F238E27FC236}">
                          <a16:creationId xmlns:a16="http://schemas.microsoft.com/office/drawing/2014/main" id="{465FB6D2-33F2-434C-A291-84EA46C929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2" name="直線コネクタ 124971">
                      <a:extLst>
                        <a:ext uri="{FF2B5EF4-FFF2-40B4-BE49-F238E27FC236}">
                          <a16:creationId xmlns:a16="http://schemas.microsoft.com/office/drawing/2014/main" id="{E3D4A0A1-1810-43B8-81A8-F3BF5CBF5B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3" name="直線コネクタ 124972">
                      <a:extLst>
                        <a:ext uri="{FF2B5EF4-FFF2-40B4-BE49-F238E27FC236}">
                          <a16:creationId xmlns:a16="http://schemas.microsoft.com/office/drawing/2014/main" id="{CEB27FC2-A466-4BFA-B1FF-97DC169D46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4" name="直線コネクタ 124973">
                      <a:extLst>
                        <a:ext uri="{FF2B5EF4-FFF2-40B4-BE49-F238E27FC236}">
                          <a16:creationId xmlns:a16="http://schemas.microsoft.com/office/drawing/2014/main" id="{10F1BD2B-65E5-4EC2-B0D5-8DDC2D6848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75" name="直線コネクタ 124974">
                      <a:extLst>
                        <a:ext uri="{FF2B5EF4-FFF2-40B4-BE49-F238E27FC236}">
                          <a16:creationId xmlns:a16="http://schemas.microsoft.com/office/drawing/2014/main" id="{D59C462A-1C39-4AF5-B231-303A96A6D8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873" name="グループ化 124872">
                    <a:extLst>
                      <a:ext uri="{FF2B5EF4-FFF2-40B4-BE49-F238E27FC236}">
                        <a16:creationId xmlns:a16="http://schemas.microsoft.com/office/drawing/2014/main" id="{FB635BBB-FE0B-4DC2-9A80-AF9ABB5615FC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926" name="直線コネクタ 124925">
                      <a:extLst>
                        <a:ext uri="{FF2B5EF4-FFF2-40B4-BE49-F238E27FC236}">
                          <a16:creationId xmlns:a16="http://schemas.microsoft.com/office/drawing/2014/main" id="{6BC52E7E-958E-4A46-BCE1-2837180781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7" name="直線コネクタ 124926">
                      <a:extLst>
                        <a:ext uri="{FF2B5EF4-FFF2-40B4-BE49-F238E27FC236}">
                          <a16:creationId xmlns:a16="http://schemas.microsoft.com/office/drawing/2014/main" id="{FDDBA2BC-BF2D-45B5-A47C-9AE40E3C53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8" name="直線コネクタ 124927">
                      <a:extLst>
                        <a:ext uri="{FF2B5EF4-FFF2-40B4-BE49-F238E27FC236}">
                          <a16:creationId xmlns:a16="http://schemas.microsoft.com/office/drawing/2014/main" id="{E1A1F41C-1E07-4779-BB26-75EF101F1B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9" name="直線コネクタ 124928">
                      <a:extLst>
                        <a:ext uri="{FF2B5EF4-FFF2-40B4-BE49-F238E27FC236}">
                          <a16:creationId xmlns:a16="http://schemas.microsoft.com/office/drawing/2014/main" id="{715BDC10-7579-41E9-A9F2-F0EEC34916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0" name="直線コネクタ 124929">
                      <a:extLst>
                        <a:ext uri="{FF2B5EF4-FFF2-40B4-BE49-F238E27FC236}">
                          <a16:creationId xmlns:a16="http://schemas.microsoft.com/office/drawing/2014/main" id="{FA6A092A-F84D-4420-8BE6-E4EA03AC8B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1" name="直線コネクタ 124930">
                      <a:extLst>
                        <a:ext uri="{FF2B5EF4-FFF2-40B4-BE49-F238E27FC236}">
                          <a16:creationId xmlns:a16="http://schemas.microsoft.com/office/drawing/2014/main" id="{1677F264-601E-41FF-8AFB-44E3A5D9A4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2" name="直線コネクタ 124931">
                      <a:extLst>
                        <a:ext uri="{FF2B5EF4-FFF2-40B4-BE49-F238E27FC236}">
                          <a16:creationId xmlns:a16="http://schemas.microsoft.com/office/drawing/2014/main" id="{9BF5D0FD-BD2E-4A2D-9744-E3E0654459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33" name="直線コネクタ 124932">
                      <a:extLst>
                        <a:ext uri="{FF2B5EF4-FFF2-40B4-BE49-F238E27FC236}">
                          <a16:creationId xmlns:a16="http://schemas.microsoft.com/office/drawing/2014/main" id="{2C3E3838-CDAC-4C05-92B0-9094F4B6E5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874" name="グループ化 124873">
                    <a:extLst>
                      <a:ext uri="{FF2B5EF4-FFF2-40B4-BE49-F238E27FC236}">
                        <a16:creationId xmlns:a16="http://schemas.microsoft.com/office/drawing/2014/main" id="{C0462835-7B99-4009-BF03-DBF597E5BF78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918" name="直線コネクタ 124917">
                      <a:extLst>
                        <a:ext uri="{FF2B5EF4-FFF2-40B4-BE49-F238E27FC236}">
                          <a16:creationId xmlns:a16="http://schemas.microsoft.com/office/drawing/2014/main" id="{218C7598-547E-420C-A494-4AA0BECFD1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9" name="直線コネクタ 124918">
                      <a:extLst>
                        <a:ext uri="{FF2B5EF4-FFF2-40B4-BE49-F238E27FC236}">
                          <a16:creationId xmlns:a16="http://schemas.microsoft.com/office/drawing/2014/main" id="{74E194DE-9E25-46A7-B9FC-CACE4E91A8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0" name="直線コネクタ 124919">
                      <a:extLst>
                        <a:ext uri="{FF2B5EF4-FFF2-40B4-BE49-F238E27FC236}">
                          <a16:creationId xmlns:a16="http://schemas.microsoft.com/office/drawing/2014/main" id="{ECC03C77-C2CF-4E78-A8D7-16788DB9DF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1" name="直線コネクタ 124920">
                      <a:extLst>
                        <a:ext uri="{FF2B5EF4-FFF2-40B4-BE49-F238E27FC236}">
                          <a16:creationId xmlns:a16="http://schemas.microsoft.com/office/drawing/2014/main" id="{F762EB2B-1738-4AF1-A235-323B258FF0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2" name="直線コネクタ 124921">
                      <a:extLst>
                        <a:ext uri="{FF2B5EF4-FFF2-40B4-BE49-F238E27FC236}">
                          <a16:creationId xmlns:a16="http://schemas.microsoft.com/office/drawing/2014/main" id="{0D61A5F3-E1AB-4498-95CE-F7A6729158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3" name="直線コネクタ 124922">
                      <a:extLst>
                        <a:ext uri="{FF2B5EF4-FFF2-40B4-BE49-F238E27FC236}">
                          <a16:creationId xmlns:a16="http://schemas.microsoft.com/office/drawing/2014/main" id="{195F3AD6-CF28-44CD-A126-9F45CD396D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4" name="直線コネクタ 124923">
                      <a:extLst>
                        <a:ext uri="{FF2B5EF4-FFF2-40B4-BE49-F238E27FC236}">
                          <a16:creationId xmlns:a16="http://schemas.microsoft.com/office/drawing/2014/main" id="{1B58A55A-D89E-46E2-9970-925FB9AC6D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25" name="直線コネクタ 124924">
                      <a:extLst>
                        <a:ext uri="{FF2B5EF4-FFF2-40B4-BE49-F238E27FC236}">
                          <a16:creationId xmlns:a16="http://schemas.microsoft.com/office/drawing/2014/main" id="{4EED082C-7108-419C-A18E-B6235CAF54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875" name="グループ化 124874">
                    <a:extLst>
                      <a:ext uri="{FF2B5EF4-FFF2-40B4-BE49-F238E27FC236}">
                        <a16:creationId xmlns:a16="http://schemas.microsoft.com/office/drawing/2014/main" id="{1D8239D6-40EE-4248-A7C1-7C489F9E6F5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876" name="直線コネクタ 124875">
                      <a:extLst>
                        <a:ext uri="{FF2B5EF4-FFF2-40B4-BE49-F238E27FC236}">
                          <a16:creationId xmlns:a16="http://schemas.microsoft.com/office/drawing/2014/main" id="{237D270C-A37F-4090-B6F1-4CDAFFED60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77" name="直線コネクタ 124876">
                      <a:extLst>
                        <a:ext uri="{FF2B5EF4-FFF2-40B4-BE49-F238E27FC236}">
                          <a16:creationId xmlns:a16="http://schemas.microsoft.com/office/drawing/2014/main" id="{5C5BF615-B16D-482F-BEB3-7BEC2C5184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78" name="直線コネクタ 124877">
                      <a:extLst>
                        <a:ext uri="{FF2B5EF4-FFF2-40B4-BE49-F238E27FC236}">
                          <a16:creationId xmlns:a16="http://schemas.microsoft.com/office/drawing/2014/main" id="{72E447E1-5671-4C14-B55A-47AEE130D1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79" name="直線コネクタ 124878">
                      <a:extLst>
                        <a:ext uri="{FF2B5EF4-FFF2-40B4-BE49-F238E27FC236}">
                          <a16:creationId xmlns:a16="http://schemas.microsoft.com/office/drawing/2014/main" id="{FA7C0014-67C2-4A9D-ACDF-823D245B54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0" name="直線コネクタ 124879">
                      <a:extLst>
                        <a:ext uri="{FF2B5EF4-FFF2-40B4-BE49-F238E27FC236}">
                          <a16:creationId xmlns:a16="http://schemas.microsoft.com/office/drawing/2014/main" id="{64CB4E76-07B0-4553-87C8-CD50D4F9FF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1" name="直線コネクタ 124880">
                      <a:extLst>
                        <a:ext uri="{FF2B5EF4-FFF2-40B4-BE49-F238E27FC236}">
                          <a16:creationId xmlns:a16="http://schemas.microsoft.com/office/drawing/2014/main" id="{DBDB554A-04C2-40D7-8B9A-6AC7B8C275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2" name="直線コネクタ 124881">
                      <a:extLst>
                        <a:ext uri="{FF2B5EF4-FFF2-40B4-BE49-F238E27FC236}">
                          <a16:creationId xmlns:a16="http://schemas.microsoft.com/office/drawing/2014/main" id="{2F426464-E94B-4117-AA68-86388CA072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3" name="直線コネクタ 124882">
                      <a:extLst>
                        <a:ext uri="{FF2B5EF4-FFF2-40B4-BE49-F238E27FC236}">
                          <a16:creationId xmlns:a16="http://schemas.microsoft.com/office/drawing/2014/main" id="{45094B14-8E6A-408C-96E9-FB8405C39F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4" name="直線コネクタ 124883">
                      <a:extLst>
                        <a:ext uri="{FF2B5EF4-FFF2-40B4-BE49-F238E27FC236}">
                          <a16:creationId xmlns:a16="http://schemas.microsoft.com/office/drawing/2014/main" id="{9DCA62F6-56AB-468C-9487-79DBC571A6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5" name="直線コネクタ 124884">
                      <a:extLst>
                        <a:ext uri="{FF2B5EF4-FFF2-40B4-BE49-F238E27FC236}">
                          <a16:creationId xmlns:a16="http://schemas.microsoft.com/office/drawing/2014/main" id="{7A1ABEF2-936B-463E-8AF9-C9F999ACC7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6" name="直線コネクタ 124885">
                      <a:extLst>
                        <a:ext uri="{FF2B5EF4-FFF2-40B4-BE49-F238E27FC236}">
                          <a16:creationId xmlns:a16="http://schemas.microsoft.com/office/drawing/2014/main" id="{C5AFF68F-51C3-475C-81B1-24C3D2484C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7" name="直線コネクタ 124886">
                      <a:extLst>
                        <a:ext uri="{FF2B5EF4-FFF2-40B4-BE49-F238E27FC236}">
                          <a16:creationId xmlns:a16="http://schemas.microsoft.com/office/drawing/2014/main" id="{6783B60D-02C0-4765-BF44-4EE5D5A6FF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8" name="直線コネクタ 124887">
                      <a:extLst>
                        <a:ext uri="{FF2B5EF4-FFF2-40B4-BE49-F238E27FC236}">
                          <a16:creationId xmlns:a16="http://schemas.microsoft.com/office/drawing/2014/main" id="{ABD622D7-E612-4C22-AFDD-9979053544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89" name="直線コネクタ 124888">
                      <a:extLst>
                        <a:ext uri="{FF2B5EF4-FFF2-40B4-BE49-F238E27FC236}">
                          <a16:creationId xmlns:a16="http://schemas.microsoft.com/office/drawing/2014/main" id="{EFF1A582-A56B-40A8-A51C-F262E8BF44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0" name="直線コネクタ 124889">
                      <a:extLst>
                        <a:ext uri="{FF2B5EF4-FFF2-40B4-BE49-F238E27FC236}">
                          <a16:creationId xmlns:a16="http://schemas.microsoft.com/office/drawing/2014/main" id="{E60D41DC-6C18-4D98-B554-BCD43ABB86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1" name="直線コネクタ 124890">
                      <a:extLst>
                        <a:ext uri="{FF2B5EF4-FFF2-40B4-BE49-F238E27FC236}">
                          <a16:creationId xmlns:a16="http://schemas.microsoft.com/office/drawing/2014/main" id="{378A3B74-3C88-41B8-AB03-95762321E6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2" name="直線コネクタ 124891">
                      <a:extLst>
                        <a:ext uri="{FF2B5EF4-FFF2-40B4-BE49-F238E27FC236}">
                          <a16:creationId xmlns:a16="http://schemas.microsoft.com/office/drawing/2014/main" id="{69DC735D-6B24-4076-A812-719C31C041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3" name="直線コネクタ 124892">
                      <a:extLst>
                        <a:ext uri="{FF2B5EF4-FFF2-40B4-BE49-F238E27FC236}">
                          <a16:creationId xmlns:a16="http://schemas.microsoft.com/office/drawing/2014/main" id="{B8CDCD81-9633-49D3-B418-6C01BF960E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4" name="直線コネクタ 124893">
                      <a:extLst>
                        <a:ext uri="{FF2B5EF4-FFF2-40B4-BE49-F238E27FC236}">
                          <a16:creationId xmlns:a16="http://schemas.microsoft.com/office/drawing/2014/main" id="{16D25B10-A98E-4169-96AF-B8256FA76F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5" name="直線コネクタ 124894">
                      <a:extLst>
                        <a:ext uri="{FF2B5EF4-FFF2-40B4-BE49-F238E27FC236}">
                          <a16:creationId xmlns:a16="http://schemas.microsoft.com/office/drawing/2014/main" id="{8B5A6810-15C4-4269-870B-CF14AE2A09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6" name="直線コネクタ 124895">
                      <a:extLst>
                        <a:ext uri="{FF2B5EF4-FFF2-40B4-BE49-F238E27FC236}">
                          <a16:creationId xmlns:a16="http://schemas.microsoft.com/office/drawing/2014/main" id="{F5721A84-636D-40BA-A61F-AF76F0685E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7" name="直線コネクタ 124896">
                      <a:extLst>
                        <a:ext uri="{FF2B5EF4-FFF2-40B4-BE49-F238E27FC236}">
                          <a16:creationId xmlns:a16="http://schemas.microsoft.com/office/drawing/2014/main" id="{9D9B4B8C-7613-46F6-9F10-179083228A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8" name="直線コネクタ 124897">
                      <a:extLst>
                        <a:ext uri="{FF2B5EF4-FFF2-40B4-BE49-F238E27FC236}">
                          <a16:creationId xmlns:a16="http://schemas.microsoft.com/office/drawing/2014/main" id="{DF5C17D4-8BA8-4BF3-B7C6-D711D91C15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899" name="直線コネクタ 124898">
                      <a:extLst>
                        <a:ext uri="{FF2B5EF4-FFF2-40B4-BE49-F238E27FC236}">
                          <a16:creationId xmlns:a16="http://schemas.microsoft.com/office/drawing/2014/main" id="{71EF66AA-5050-4B11-B938-11DEC99D45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0" name="直線コネクタ 124899">
                      <a:extLst>
                        <a:ext uri="{FF2B5EF4-FFF2-40B4-BE49-F238E27FC236}">
                          <a16:creationId xmlns:a16="http://schemas.microsoft.com/office/drawing/2014/main" id="{DB82051A-D45A-492D-A970-4ED287E317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1" name="直線コネクタ 124900">
                      <a:extLst>
                        <a:ext uri="{FF2B5EF4-FFF2-40B4-BE49-F238E27FC236}">
                          <a16:creationId xmlns:a16="http://schemas.microsoft.com/office/drawing/2014/main" id="{396F678E-56FD-408C-A08F-1B64B8F888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2" name="直線コネクタ 124901">
                      <a:extLst>
                        <a:ext uri="{FF2B5EF4-FFF2-40B4-BE49-F238E27FC236}">
                          <a16:creationId xmlns:a16="http://schemas.microsoft.com/office/drawing/2014/main" id="{82FCC584-395E-4EBD-939F-23E11712F6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3" name="直線コネクタ 124902">
                      <a:extLst>
                        <a:ext uri="{FF2B5EF4-FFF2-40B4-BE49-F238E27FC236}">
                          <a16:creationId xmlns:a16="http://schemas.microsoft.com/office/drawing/2014/main" id="{21394D01-C26F-41DF-9290-873F334164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4" name="直線コネクタ 124903">
                      <a:extLst>
                        <a:ext uri="{FF2B5EF4-FFF2-40B4-BE49-F238E27FC236}">
                          <a16:creationId xmlns:a16="http://schemas.microsoft.com/office/drawing/2014/main" id="{F7242A98-15C2-4827-BEB0-AA34227B92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5" name="直線コネクタ 124904">
                      <a:extLst>
                        <a:ext uri="{FF2B5EF4-FFF2-40B4-BE49-F238E27FC236}">
                          <a16:creationId xmlns:a16="http://schemas.microsoft.com/office/drawing/2014/main" id="{71EEE566-6DE8-4F38-87F9-B891E22237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6" name="直線コネクタ 124905">
                      <a:extLst>
                        <a:ext uri="{FF2B5EF4-FFF2-40B4-BE49-F238E27FC236}">
                          <a16:creationId xmlns:a16="http://schemas.microsoft.com/office/drawing/2014/main" id="{EDD83BCE-3BDF-42C7-A60E-E179FA07CF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7" name="直線コネクタ 124906">
                      <a:extLst>
                        <a:ext uri="{FF2B5EF4-FFF2-40B4-BE49-F238E27FC236}">
                          <a16:creationId xmlns:a16="http://schemas.microsoft.com/office/drawing/2014/main" id="{A5CF4F24-475F-4569-9A38-315760E159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8" name="直線コネクタ 124907">
                      <a:extLst>
                        <a:ext uri="{FF2B5EF4-FFF2-40B4-BE49-F238E27FC236}">
                          <a16:creationId xmlns:a16="http://schemas.microsoft.com/office/drawing/2014/main" id="{4B7F98CE-A806-4F7B-B84F-7579F25D58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09" name="直線コネクタ 124908">
                      <a:extLst>
                        <a:ext uri="{FF2B5EF4-FFF2-40B4-BE49-F238E27FC236}">
                          <a16:creationId xmlns:a16="http://schemas.microsoft.com/office/drawing/2014/main" id="{39BC7357-668D-48D0-B16F-33F5FA8F83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0" name="直線コネクタ 124909">
                      <a:extLst>
                        <a:ext uri="{FF2B5EF4-FFF2-40B4-BE49-F238E27FC236}">
                          <a16:creationId xmlns:a16="http://schemas.microsoft.com/office/drawing/2014/main" id="{AB331F74-7C2C-4E02-8D2B-EA7B7F7B3B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1" name="直線コネクタ 124910">
                      <a:extLst>
                        <a:ext uri="{FF2B5EF4-FFF2-40B4-BE49-F238E27FC236}">
                          <a16:creationId xmlns:a16="http://schemas.microsoft.com/office/drawing/2014/main" id="{C465BBD9-EF08-4B4F-BD88-EC69E9D9D1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2" name="直線コネクタ 124911">
                      <a:extLst>
                        <a:ext uri="{FF2B5EF4-FFF2-40B4-BE49-F238E27FC236}">
                          <a16:creationId xmlns:a16="http://schemas.microsoft.com/office/drawing/2014/main" id="{01129FD2-1B7A-4554-A5E3-A9A989786F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3" name="直線コネクタ 124912">
                      <a:extLst>
                        <a:ext uri="{FF2B5EF4-FFF2-40B4-BE49-F238E27FC236}">
                          <a16:creationId xmlns:a16="http://schemas.microsoft.com/office/drawing/2014/main" id="{835EE502-F7F0-4CF3-AB87-C582550803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4" name="直線コネクタ 124913">
                      <a:extLst>
                        <a:ext uri="{FF2B5EF4-FFF2-40B4-BE49-F238E27FC236}">
                          <a16:creationId xmlns:a16="http://schemas.microsoft.com/office/drawing/2014/main" id="{6A243C9E-189D-490D-B518-DAB351EEB9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5" name="直線コネクタ 124914">
                      <a:extLst>
                        <a:ext uri="{FF2B5EF4-FFF2-40B4-BE49-F238E27FC236}">
                          <a16:creationId xmlns:a16="http://schemas.microsoft.com/office/drawing/2014/main" id="{A1AF173F-9E8F-416D-A663-016C0D8D88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6" name="直線コネクタ 124915">
                      <a:extLst>
                        <a:ext uri="{FF2B5EF4-FFF2-40B4-BE49-F238E27FC236}">
                          <a16:creationId xmlns:a16="http://schemas.microsoft.com/office/drawing/2014/main" id="{524CD623-BA89-4CE4-B91E-F3AA6EA56F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917" name="直線コネクタ 124916">
                      <a:extLst>
                        <a:ext uri="{FF2B5EF4-FFF2-40B4-BE49-F238E27FC236}">
                          <a16:creationId xmlns:a16="http://schemas.microsoft.com/office/drawing/2014/main" id="{72E4D65B-444B-42EA-ACF6-64872A7380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61" name="グループ化 123160">
                  <a:extLst>
                    <a:ext uri="{FF2B5EF4-FFF2-40B4-BE49-F238E27FC236}">
                      <a16:creationId xmlns:a16="http://schemas.microsoft.com/office/drawing/2014/main" id="{19F6D9A9-5D13-4DBD-80F1-E712043ABC7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76495" y="5376481"/>
                  <a:ext cx="46773" cy="46800"/>
                  <a:chOff x="4287481" y="4286224"/>
                  <a:chExt cx="2227978" cy="2229219"/>
                </a:xfrm>
              </p:grpSpPr>
              <p:cxnSp>
                <p:nvCxnSpPr>
                  <p:cNvPr id="124317" name="直線コネクタ 124316">
                    <a:extLst>
                      <a:ext uri="{FF2B5EF4-FFF2-40B4-BE49-F238E27FC236}">
                        <a16:creationId xmlns:a16="http://schemas.microsoft.com/office/drawing/2014/main" id="{2AB34966-3BF3-4292-BC25-5770EF29F0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18" name="直線コネクタ 124317">
                    <a:extLst>
                      <a:ext uri="{FF2B5EF4-FFF2-40B4-BE49-F238E27FC236}">
                        <a16:creationId xmlns:a16="http://schemas.microsoft.com/office/drawing/2014/main" id="{BCD5439C-5043-4FEB-9D70-80078A4EFA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19" name="直線コネクタ 124318">
                    <a:extLst>
                      <a:ext uri="{FF2B5EF4-FFF2-40B4-BE49-F238E27FC236}">
                        <a16:creationId xmlns:a16="http://schemas.microsoft.com/office/drawing/2014/main" id="{54680EC3-8508-4DF7-96B4-7BB98DCADC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0" name="直線コネクタ 124319">
                    <a:extLst>
                      <a:ext uri="{FF2B5EF4-FFF2-40B4-BE49-F238E27FC236}">
                        <a16:creationId xmlns:a16="http://schemas.microsoft.com/office/drawing/2014/main" id="{4C5B2B27-872E-4325-9420-BB09C6354A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1" name="直線コネクタ 124320">
                    <a:extLst>
                      <a:ext uri="{FF2B5EF4-FFF2-40B4-BE49-F238E27FC236}">
                        <a16:creationId xmlns:a16="http://schemas.microsoft.com/office/drawing/2014/main" id="{F6288411-3568-4690-B9FF-120EB2DE74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2" name="直線コネクタ 124321">
                    <a:extLst>
                      <a:ext uri="{FF2B5EF4-FFF2-40B4-BE49-F238E27FC236}">
                        <a16:creationId xmlns:a16="http://schemas.microsoft.com/office/drawing/2014/main" id="{6BEA5571-C423-4AD5-B926-0EC69A7B11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3" name="直線コネクタ 124322">
                    <a:extLst>
                      <a:ext uri="{FF2B5EF4-FFF2-40B4-BE49-F238E27FC236}">
                        <a16:creationId xmlns:a16="http://schemas.microsoft.com/office/drawing/2014/main" id="{F2811CFB-77E6-41E6-9E97-3B1C79B5FA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4" name="直線コネクタ 124323">
                    <a:extLst>
                      <a:ext uri="{FF2B5EF4-FFF2-40B4-BE49-F238E27FC236}">
                        <a16:creationId xmlns:a16="http://schemas.microsoft.com/office/drawing/2014/main" id="{6023C9A0-B174-49E2-B9A5-78A56422FB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5" name="直線コネクタ 124324">
                    <a:extLst>
                      <a:ext uri="{FF2B5EF4-FFF2-40B4-BE49-F238E27FC236}">
                        <a16:creationId xmlns:a16="http://schemas.microsoft.com/office/drawing/2014/main" id="{809D59DA-3778-4E0C-84B2-3C87768330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6" name="直線コネクタ 124325">
                    <a:extLst>
                      <a:ext uri="{FF2B5EF4-FFF2-40B4-BE49-F238E27FC236}">
                        <a16:creationId xmlns:a16="http://schemas.microsoft.com/office/drawing/2014/main" id="{B2DA1D07-5E38-43E3-AB6E-3EA880DA72E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7" name="直線コネクタ 124326">
                    <a:extLst>
                      <a:ext uri="{FF2B5EF4-FFF2-40B4-BE49-F238E27FC236}">
                        <a16:creationId xmlns:a16="http://schemas.microsoft.com/office/drawing/2014/main" id="{F45248F6-4DF6-49C6-91F7-2AC666E7D20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8" name="直線コネクタ 124327">
                    <a:extLst>
                      <a:ext uri="{FF2B5EF4-FFF2-40B4-BE49-F238E27FC236}">
                        <a16:creationId xmlns:a16="http://schemas.microsoft.com/office/drawing/2014/main" id="{79ED9B5C-1060-4F18-8C3E-3E02101FD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29" name="直線コネクタ 124328">
                    <a:extLst>
                      <a:ext uri="{FF2B5EF4-FFF2-40B4-BE49-F238E27FC236}">
                        <a16:creationId xmlns:a16="http://schemas.microsoft.com/office/drawing/2014/main" id="{A7298CEF-8F2C-486F-8A7A-8F456F8FCF6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0" name="直線コネクタ 124329">
                    <a:extLst>
                      <a:ext uri="{FF2B5EF4-FFF2-40B4-BE49-F238E27FC236}">
                        <a16:creationId xmlns:a16="http://schemas.microsoft.com/office/drawing/2014/main" id="{2D40920C-D38D-48BC-B549-4E926B38C0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1" name="直線コネクタ 124330">
                    <a:extLst>
                      <a:ext uri="{FF2B5EF4-FFF2-40B4-BE49-F238E27FC236}">
                        <a16:creationId xmlns:a16="http://schemas.microsoft.com/office/drawing/2014/main" id="{1D3200B2-A34B-4F4B-86CA-95E0B27C0D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2" name="直線コネクタ 124331">
                    <a:extLst>
                      <a:ext uri="{FF2B5EF4-FFF2-40B4-BE49-F238E27FC236}">
                        <a16:creationId xmlns:a16="http://schemas.microsoft.com/office/drawing/2014/main" id="{6175CE3D-BD9D-4823-802F-B76892C358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3" name="直線コネクタ 124332">
                    <a:extLst>
                      <a:ext uri="{FF2B5EF4-FFF2-40B4-BE49-F238E27FC236}">
                        <a16:creationId xmlns:a16="http://schemas.microsoft.com/office/drawing/2014/main" id="{B9C7D97E-F644-457A-BC0B-B19AA1CED9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4" name="直線コネクタ 124333">
                    <a:extLst>
                      <a:ext uri="{FF2B5EF4-FFF2-40B4-BE49-F238E27FC236}">
                        <a16:creationId xmlns:a16="http://schemas.microsoft.com/office/drawing/2014/main" id="{7256625A-1B98-46A6-A45C-F3AC22DDC7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5" name="直線コネクタ 124334">
                    <a:extLst>
                      <a:ext uri="{FF2B5EF4-FFF2-40B4-BE49-F238E27FC236}">
                        <a16:creationId xmlns:a16="http://schemas.microsoft.com/office/drawing/2014/main" id="{284BA291-54EB-4A7A-A66B-B31F39FA09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6" name="直線コネクタ 124335">
                    <a:extLst>
                      <a:ext uri="{FF2B5EF4-FFF2-40B4-BE49-F238E27FC236}">
                        <a16:creationId xmlns:a16="http://schemas.microsoft.com/office/drawing/2014/main" id="{18128519-D3A5-415B-9922-1D7AB59F7F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7" name="直線コネクタ 124336">
                    <a:extLst>
                      <a:ext uri="{FF2B5EF4-FFF2-40B4-BE49-F238E27FC236}">
                        <a16:creationId xmlns:a16="http://schemas.microsoft.com/office/drawing/2014/main" id="{4E181F5D-95CF-4817-8A17-5B17E2BBA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8" name="直線コネクタ 124337">
                    <a:extLst>
                      <a:ext uri="{FF2B5EF4-FFF2-40B4-BE49-F238E27FC236}">
                        <a16:creationId xmlns:a16="http://schemas.microsoft.com/office/drawing/2014/main" id="{514CD5A4-4FA8-4A4C-965C-D3F3055F6D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39" name="直線コネクタ 124338">
                    <a:extLst>
                      <a:ext uri="{FF2B5EF4-FFF2-40B4-BE49-F238E27FC236}">
                        <a16:creationId xmlns:a16="http://schemas.microsoft.com/office/drawing/2014/main" id="{88065035-2AC9-4FDC-A485-AFE9AC2BE9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0" name="直線コネクタ 124339">
                    <a:extLst>
                      <a:ext uri="{FF2B5EF4-FFF2-40B4-BE49-F238E27FC236}">
                        <a16:creationId xmlns:a16="http://schemas.microsoft.com/office/drawing/2014/main" id="{F04BAB5C-FFEE-47C9-866C-98D1265CC0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1" name="直線コネクタ 124340">
                    <a:extLst>
                      <a:ext uri="{FF2B5EF4-FFF2-40B4-BE49-F238E27FC236}">
                        <a16:creationId xmlns:a16="http://schemas.microsoft.com/office/drawing/2014/main" id="{11BFF959-2D31-44A6-BBF7-97F1C0D858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2" name="直線コネクタ 124341">
                    <a:extLst>
                      <a:ext uri="{FF2B5EF4-FFF2-40B4-BE49-F238E27FC236}">
                        <a16:creationId xmlns:a16="http://schemas.microsoft.com/office/drawing/2014/main" id="{4580C1F5-0A83-45A9-9142-342E29B9AB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3" name="直線コネクタ 124342">
                    <a:extLst>
                      <a:ext uri="{FF2B5EF4-FFF2-40B4-BE49-F238E27FC236}">
                        <a16:creationId xmlns:a16="http://schemas.microsoft.com/office/drawing/2014/main" id="{90C24BB5-8779-4168-9225-072F226D34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4" name="直線コネクタ 124343">
                    <a:extLst>
                      <a:ext uri="{FF2B5EF4-FFF2-40B4-BE49-F238E27FC236}">
                        <a16:creationId xmlns:a16="http://schemas.microsoft.com/office/drawing/2014/main" id="{44A9F6AB-441B-4208-9835-00FD8E329B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5" name="直線コネクタ 124344">
                    <a:extLst>
                      <a:ext uri="{FF2B5EF4-FFF2-40B4-BE49-F238E27FC236}">
                        <a16:creationId xmlns:a16="http://schemas.microsoft.com/office/drawing/2014/main" id="{65E3C747-1C1C-4C3C-819A-9FA9590ED5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6" name="直線コネクタ 124345">
                    <a:extLst>
                      <a:ext uri="{FF2B5EF4-FFF2-40B4-BE49-F238E27FC236}">
                        <a16:creationId xmlns:a16="http://schemas.microsoft.com/office/drawing/2014/main" id="{0D48F72E-EB74-4909-92BA-0B1BF9BD74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7" name="直線コネクタ 124346">
                    <a:extLst>
                      <a:ext uri="{FF2B5EF4-FFF2-40B4-BE49-F238E27FC236}">
                        <a16:creationId xmlns:a16="http://schemas.microsoft.com/office/drawing/2014/main" id="{5ECF7FF1-089B-4E33-96A7-D71EE985C0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8" name="直線コネクタ 124347">
                    <a:extLst>
                      <a:ext uri="{FF2B5EF4-FFF2-40B4-BE49-F238E27FC236}">
                        <a16:creationId xmlns:a16="http://schemas.microsoft.com/office/drawing/2014/main" id="{076262C9-F3BB-48D5-BBDE-D29DAF15C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49" name="直線コネクタ 124348">
                    <a:extLst>
                      <a:ext uri="{FF2B5EF4-FFF2-40B4-BE49-F238E27FC236}">
                        <a16:creationId xmlns:a16="http://schemas.microsoft.com/office/drawing/2014/main" id="{7EA47E00-0AAE-4266-900F-A06DA9EDC0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0" name="直線コネクタ 124349">
                    <a:extLst>
                      <a:ext uri="{FF2B5EF4-FFF2-40B4-BE49-F238E27FC236}">
                        <a16:creationId xmlns:a16="http://schemas.microsoft.com/office/drawing/2014/main" id="{2E5A2F60-FDCC-427E-8BAE-92EB3354F6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1" name="直線コネクタ 124350">
                    <a:extLst>
                      <a:ext uri="{FF2B5EF4-FFF2-40B4-BE49-F238E27FC236}">
                        <a16:creationId xmlns:a16="http://schemas.microsoft.com/office/drawing/2014/main" id="{F6183AD1-873E-448D-A735-38DE6C90F0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2" name="直線コネクタ 124351">
                    <a:extLst>
                      <a:ext uri="{FF2B5EF4-FFF2-40B4-BE49-F238E27FC236}">
                        <a16:creationId xmlns:a16="http://schemas.microsoft.com/office/drawing/2014/main" id="{72B8841D-3118-4251-9EC8-CA4292A633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3" name="直線コネクタ 124352">
                    <a:extLst>
                      <a:ext uri="{FF2B5EF4-FFF2-40B4-BE49-F238E27FC236}">
                        <a16:creationId xmlns:a16="http://schemas.microsoft.com/office/drawing/2014/main" id="{6C3CE95C-B7D1-4BC4-BBA4-9451A4A5D2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4" name="直線コネクタ 124353">
                    <a:extLst>
                      <a:ext uri="{FF2B5EF4-FFF2-40B4-BE49-F238E27FC236}">
                        <a16:creationId xmlns:a16="http://schemas.microsoft.com/office/drawing/2014/main" id="{AF88E570-7F4D-4E13-8224-C2B6595F43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5" name="直線コネクタ 124354">
                    <a:extLst>
                      <a:ext uri="{FF2B5EF4-FFF2-40B4-BE49-F238E27FC236}">
                        <a16:creationId xmlns:a16="http://schemas.microsoft.com/office/drawing/2014/main" id="{6E45BB55-1B75-45D2-AD95-A4E62E97DE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6" name="直線コネクタ 124355">
                    <a:extLst>
                      <a:ext uri="{FF2B5EF4-FFF2-40B4-BE49-F238E27FC236}">
                        <a16:creationId xmlns:a16="http://schemas.microsoft.com/office/drawing/2014/main" id="{CC7A5016-BC69-435E-A1F1-97593B8E34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7" name="直線コネクタ 124356">
                    <a:extLst>
                      <a:ext uri="{FF2B5EF4-FFF2-40B4-BE49-F238E27FC236}">
                        <a16:creationId xmlns:a16="http://schemas.microsoft.com/office/drawing/2014/main" id="{6483C169-526A-4113-8DC7-364738E972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8" name="直線コネクタ 124357">
                    <a:extLst>
                      <a:ext uri="{FF2B5EF4-FFF2-40B4-BE49-F238E27FC236}">
                        <a16:creationId xmlns:a16="http://schemas.microsoft.com/office/drawing/2014/main" id="{33A16608-3E72-4E51-A7F8-BA01E0D774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59" name="直線コネクタ 124358">
                    <a:extLst>
                      <a:ext uri="{FF2B5EF4-FFF2-40B4-BE49-F238E27FC236}">
                        <a16:creationId xmlns:a16="http://schemas.microsoft.com/office/drawing/2014/main" id="{CB21DB5D-03B9-41C1-9494-A3615174D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0" name="直線コネクタ 124359">
                    <a:extLst>
                      <a:ext uri="{FF2B5EF4-FFF2-40B4-BE49-F238E27FC236}">
                        <a16:creationId xmlns:a16="http://schemas.microsoft.com/office/drawing/2014/main" id="{96B3F4DB-163E-44A5-9819-77328949799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1" name="直線コネクタ 124360">
                    <a:extLst>
                      <a:ext uri="{FF2B5EF4-FFF2-40B4-BE49-F238E27FC236}">
                        <a16:creationId xmlns:a16="http://schemas.microsoft.com/office/drawing/2014/main" id="{976210BA-F8B7-4CEC-AF4E-0A5B83DD9F3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2" name="直線コネクタ 124361">
                    <a:extLst>
                      <a:ext uri="{FF2B5EF4-FFF2-40B4-BE49-F238E27FC236}">
                        <a16:creationId xmlns:a16="http://schemas.microsoft.com/office/drawing/2014/main" id="{5AD7AFCE-6EDF-4906-A38C-7530AEEFD44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3" name="直線コネクタ 124362">
                    <a:extLst>
                      <a:ext uri="{FF2B5EF4-FFF2-40B4-BE49-F238E27FC236}">
                        <a16:creationId xmlns:a16="http://schemas.microsoft.com/office/drawing/2014/main" id="{9C750E5E-F8FE-46E5-8174-B18CCD82C0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4" name="直線コネクタ 124363">
                    <a:extLst>
                      <a:ext uri="{FF2B5EF4-FFF2-40B4-BE49-F238E27FC236}">
                        <a16:creationId xmlns:a16="http://schemas.microsoft.com/office/drawing/2014/main" id="{B2C1AB71-65A2-44E7-9081-6731037D7D1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5" name="直線コネクタ 124364">
                    <a:extLst>
                      <a:ext uri="{FF2B5EF4-FFF2-40B4-BE49-F238E27FC236}">
                        <a16:creationId xmlns:a16="http://schemas.microsoft.com/office/drawing/2014/main" id="{B953F2E9-72C4-4D83-9C7D-0F31E40A96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6" name="直線コネクタ 124365">
                    <a:extLst>
                      <a:ext uri="{FF2B5EF4-FFF2-40B4-BE49-F238E27FC236}">
                        <a16:creationId xmlns:a16="http://schemas.microsoft.com/office/drawing/2014/main" id="{F983A4E5-8E13-40FC-840D-10B66A02FAD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7" name="直線コネクタ 124366">
                    <a:extLst>
                      <a:ext uri="{FF2B5EF4-FFF2-40B4-BE49-F238E27FC236}">
                        <a16:creationId xmlns:a16="http://schemas.microsoft.com/office/drawing/2014/main" id="{679ACAEB-01FB-4032-8432-1C533AA825D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8" name="直線コネクタ 124367">
                    <a:extLst>
                      <a:ext uri="{FF2B5EF4-FFF2-40B4-BE49-F238E27FC236}">
                        <a16:creationId xmlns:a16="http://schemas.microsoft.com/office/drawing/2014/main" id="{54D90A76-4B41-443C-AB40-D270CA5D07C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69" name="直線コネクタ 124368">
                    <a:extLst>
                      <a:ext uri="{FF2B5EF4-FFF2-40B4-BE49-F238E27FC236}">
                        <a16:creationId xmlns:a16="http://schemas.microsoft.com/office/drawing/2014/main" id="{43775336-FF16-43D8-BE18-E981EA81C7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0" name="直線コネクタ 124369">
                    <a:extLst>
                      <a:ext uri="{FF2B5EF4-FFF2-40B4-BE49-F238E27FC236}">
                        <a16:creationId xmlns:a16="http://schemas.microsoft.com/office/drawing/2014/main" id="{D1E9E144-4B58-4984-B7BF-8FFB0E6EC3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1" name="直線コネクタ 124370">
                    <a:extLst>
                      <a:ext uri="{FF2B5EF4-FFF2-40B4-BE49-F238E27FC236}">
                        <a16:creationId xmlns:a16="http://schemas.microsoft.com/office/drawing/2014/main" id="{436735E6-35C0-4988-920B-3EF43EEFA6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2" name="直線コネクタ 124371">
                    <a:extLst>
                      <a:ext uri="{FF2B5EF4-FFF2-40B4-BE49-F238E27FC236}">
                        <a16:creationId xmlns:a16="http://schemas.microsoft.com/office/drawing/2014/main" id="{01BB11BD-0279-4F9A-96EB-C826315316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3" name="直線コネクタ 124372">
                    <a:extLst>
                      <a:ext uri="{FF2B5EF4-FFF2-40B4-BE49-F238E27FC236}">
                        <a16:creationId xmlns:a16="http://schemas.microsoft.com/office/drawing/2014/main" id="{F2837544-BE02-4B1E-84C4-99E2BD6F21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4" name="直線コネクタ 124373">
                    <a:extLst>
                      <a:ext uri="{FF2B5EF4-FFF2-40B4-BE49-F238E27FC236}">
                        <a16:creationId xmlns:a16="http://schemas.microsoft.com/office/drawing/2014/main" id="{5948688A-66DC-4F92-8D69-BD1D7DAC5C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5" name="直線コネクタ 124374">
                    <a:extLst>
                      <a:ext uri="{FF2B5EF4-FFF2-40B4-BE49-F238E27FC236}">
                        <a16:creationId xmlns:a16="http://schemas.microsoft.com/office/drawing/2014/main" id="{4D18505A-114E-4BC2-8FE0-2CA951D84F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6" name="直線コネクタ 124375">
                    <a:extLst>
                      <a:ext uri="{FF2B5EF4-FFF2-40B4-BE49-F238E27FC236}">
                        <a16:creationId xmlns:a16="http://schemas.microsoft.com/office/drawing/2014/main" id="{037F0B5D-6E0B-4562-AF01-4DB06BBD29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7" name="直線コネクタ 124376">
                    <a:extLst>
                      <a:ext uri="{FF2B5EF4-FFF2-40B4-BE49-F238E27FC236}">
                        <a16:creationId xmlns:a16="http://schemas.microsoft.com/office/drawing/2014/main" id="{0E4FDAE3-5ED8-4625-B19C-D80EA8ABB0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8" name="直線コネクタ 124377">
                    <a:extLst>
                      <a:ext uri="{FF2B5EF4-FFF2-40B4-BE49-F238E27FC236}">
                        <a16:creationId xmlns:a16="http://schemas.microsoft.com/office/drawing/2014/main" id="{9C929BAF-2C36-41DF-BFA6-E46D100206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79" name="直線コネクタ 124378">
                    <a:extLst>
                      <a:ext uri="{FF2B5EF4-FFF2-40B4-BE49-F238E27FC236}">
                        <a16:creationId xmlns:a16="http://schemas.microsoft.com/office/drawing/2014/main" id="{B2878316-BE33-4DC8-9521-95D242591C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0" name="直線コネクタ 124379">
                    <a:extLst>
                      <a:ext uri="{FF2B5EF4-FFF2-40B4-BE49-F238E27FC236}">
                        <a16:creationId xmlns:a16="http://schemas.microsoft.com/office/drawing/2014/main" id="{B7D5846E-5A8F-4D50-B059-40359023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1" name="直線コネクタ 124380">
                    <a:extLst>
                      <a:ext uri="{FF2B5EF4-FFF2-40B4-BE49-F238E27FC236}">
                        <a16:creationId xmlns:a16="http://schemas.microsoft.com/office/drawing/2014/main" id="{4B3CC060-3CEA-4310-B976-6CDAA2CCB4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2" name="直線コネクタ 124381">
                    <a:extLst>
                      <a:ext uri="{FF2B5EF4-FFF2-40B4-BE49-F238E27FC236}">
                        <a16:creationId xmlns:a16="http://schemas.microsoft.com/office/drawing/2014/main" id="{99473754-879D-498D-9714-9A3E61332B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3" name="直線コネクタ 124382">
                    <a:extLst>
                      <a:ext uri="{FF2B5EF4-FFF2-40B4-BE49-F238E27FC236}">
                        <a16:creationId xmlns:a16="http://schemas.microsoft.com/office/drawing/2014/main" id="{0D7CC793-CFBE-4884-9CD2-50DF4CB53D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4" name="直線コネクタ 124383">
                    <a:extLst>
                      <a:ext uri="{FF2B5EF4-FFF2-40B4-BE49-F238E27FC236}">
                        <a16:creationId xmlns:a16="http://schemas.microsoft.com/office/drawing/2014/main" id="{0B11E452-0083-4637-827F-46265A42DE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5" name="直線コネクタ 124384">
                    <a:extLst>
                      <a:ext uri="{FF2B5EF4-FFF2-40B4-BE49-F238E27FC236}">
                        <a16:creationId xmlns:a16="http://schemas.microsoft.com/office/drawing/2014/main" id="{F56BC8BB-662C-4978-9D63-A9B432792A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6" name="直線コネクタ 124385">
                    <a:extLst>
                      <a:ext uri="{FF2B5EF4-FFF2-40B4-BE49-F238E27FC236}">
                        <a16:creationId xmlns:a16="http://schemas.microsoft.com/office/drawing/2014/main" id="{E1C450C8-1787-4BCC-9A3E-E75DF09E56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7" name="直線コネクタ 124386">
                    <a:extLst>
                      <a:ext uri="{FF2B5EF4-FFF2-40B4-BE49-F238E27FC236}">
                        <a16:creationId xmlns:a16="http://schemas.microsoft.com/office/drawing/2014/main" id="{3FD03450-E411-4601-8A41-ABDD39357C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8" name="直線コネクタ 124387">
                    <a:extLst>
                      <a:ext uri="{FF2B5EF4-FFF2-40B4-BE49-F238E27FC236}">
                        <a16:creationId xmlns:a16="http://schemas.microsoft.com/office/drawing/2014/main" id="{3439DA47-96F3-49C4-853C-FB3B851AB6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89" name="直線コネクタ 124388">
                    <a:extLst>
                      <a:ext uri="{FF2B5EF4-FFF2-40B4-BE49-F238E27FC236}">
                        <a16:creationId xmlns:a16="http://schemas.microsoft.com/office/drawing/2014/main" id="{A2769F21-C747-4DAB-9C4D-BDF20FAE6D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0" name="直線コネクタ 124389">
                    <a:extLst>
                      <a:ext uri="{FF2B5EF4-FFF2-40B4-BE49-F238E27FC236}">
                        <a16:creationId xmlns:a16="http://schemas.microsoft.com/office/drawing/2014/main" id="{C2355559-ED1F-4800-A238-694B60165B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1" name="直線コネクタ 124390">
                    <a:extLst>
                      <a:ext uri="{FF2B5EF4-FFF2-40B4-BE49-F238E27FC236}">
                        <a16:creationId xmlns:a16="http://schemas.microsoft.com/office/drawing/2014/main" id="{CF9B976E-C5C9-4EF9-916C-E635051718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2" name="直線コネクタ 124391">
                    <a:extLst>
                      <a:ext uri="{FF2B5EF4-FFF2-40B4-BE49-F238E27FC236}">
                        <a16:creationId xmlns:a16="http://schemas.microsoft.com/office/drawing/2014/main" id="{DD994248-A2B9-436C-A9EB-E349AA7F3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3" name="直線コネクタ 124392">
                    <a:extLst>
                      <a:ext uri="{FF2B5EF4-FFF2-40B4-BE49-F238E27FC236}">
                        <a16:creationId xmlns:a16="http://schemas.microsoft.com/office/drawing/2014/main" id="{3AC96C0D-431E-4664-8E04-663CAC4288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4" name="直線コネクタ 124393">
                    <a:extLst>
                      <a:ext uri="{FF2B5EF4-FFF2-40B4-BE49-F238E27FC236}">
                        <a16:creationId xmlns:a16="http://schemas.microsoft.com/office/drawing/2014/main" id="{389558CE-212F-4382-AD38-184C67A13B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5" name="直線コネクタ 124394">
                    <a:extLst>
                      <a:ext uri="{FF2B5EF4-FFF2-40B4-BE49-F238E27FC236}">
                        <a16:creationId xmlns:a16="http://schemas.microsoft.com/office/drawing/2014/main" id="{3A2278C6-C83D-44B6-AD00-4FC8205D1A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6" name="直線コネクタ 124395">
                    <a:extLst>
                      <a:ext uri="{FF2B5EF4-FFF2-40B4-BE49-F238E27FC236}">
                        <a16:creationId xmlns:a16="http://schemas.microsoft.com/office/drawing/2014/main" id="{476B34C9-6D9E-455A-8A5E-09B8C26478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7" name="直線コネクタ 124396">
                    <a:extLst>
                      <a:ext uri="{FF2B5EF4-FFF2-40B4-BE49-F238E27FC236}">
                        <a16:creationId xmlns:a16="http://schemas.microsoft.com/office/drawing/2014/main" id="{CF8E2D83-28EA-40BE-96D7-AAC40FF362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8" name="直線コネクタ 124397">
                    <a:extLst>
                      <a:ext uri="{FF2B5EF4-FFF2-40B4-BE49-F238E27FC236}">
                        <a16:creationId xmlns:a16="http://schemas.microsoft.com/office/drawing/2014/main" id="{A6BA1780-724B-40EE-9519-E2A5D5976A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99" name="直線コネクタ 124398">
                    <a:extLst>
                      <a:ext uri="{FF2B5EF4-FFF2-40B4-BE49-F238E27FC236}">
                        <a16:creationId xmlns:a16="http://schemas.microsoft.com/office/drawing/2014/main" id="{3F771631-EE30-4C58-B8DD-85753DE27D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0" name="直線コネクタ 124399">
                    <a:extLst>
                      <a:ext uri="{FF2B5EF4-FFF2-40B4-BE49-F238E27FC236}">
                        <a16:creationId xmlns:a16="http://schemas.microsoft.com/office/drawing/2014/main" id="{044D824B-9807-4F46-A027-2D729459D8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1" name="直線コネクタ 124400">
                    <a:extLst>
                      <a:ext uri="{FF2B5EF4-FFF2-40B4-BE49-F238E27FC236}">
                        <a16:creationId xmlns:a16="http://schemas.microsoft.com/office/drawing/2014/main" id="{57D79962-46E6-4058-AD5A-0CC8F5376E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2" name="直線コネクタ 124401">
                    <a:extLst>
                      <a:ext uri="{FF2B5EF4-FFF2-40B4-BE49-F238E27FC236}">
                        <a16:creationId xmlns:a16="http://schemas.microsoft.com/office/drawing/2014/main" id="{059AFB39-6FE3-4EE3-9A69-CDE289C145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3" name="直線コネクタ 124402">
                    <a:extLst>
                      <a:ext uri="{FF2B5EF4-FFF2-40B4-BE49-F238E27FC236}">
                        <a16:creationId xmlns:a16="http://schemas.microsoft.com/office/drawing/2014/main" id="{34730B20-52B1-4C66-8DC7-1F40D6A038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4" name="直線コネクタ 124403">
                    <a:extLst>
                      <a:ext uri="{FF2B5EF4-FFF2-40B4-BE49-F238E27FC236}">
                        <a16:creationId xmlns:a16="http://schemas.microsoft.com/office/drawing/2014/main" id="{200597A1-AE1C-4ECF-9251-AD5E38522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5" name="直線コネクタ 124404">
                    <a:extLst>
                      <a:ext uri="{FF2B5EF4-FFF2-40B4-BE49-F238E27FC236}">
                        <a16:creationId xmlns:a16="http://schemas.microsoft.com/office/drawing/2014/main" id="{04D4122E-1293-468B-9EFD-3837814091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6" name="直線コネクタ 124405">
                    <a:extLst>
                      <a:ext uri="{FF2B5EF4-FFF2-40B4-BE49-F238E27FC236}">
                        <a16:creationId xmlns:a16="http://schemas.microsoft.com/office/drawing/2014/main" id="{DEE12582-92AB-4A93-A955-DAD5B56620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7" name="直線コネクタ 124406">
                    <a:extLst>
                      <a:ext uri="{FF2B5EF4-FFF2-40B4-BE49-F238E27FC236}">
                        <a16:creationId xmlns:a16="http://schemas.microsoft.com/office/drawing/2014/main" id="{5A974BB1-1494-40F9-A83F-E426D0397C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8" name="直線コネクタ 124407">
                    <a:extLst>
                      <a:ext uri="{FF2B5EF4-FFF2-40B4-BE49-F238E27FC236}">
                        <a16:creationId xmlns:a16="http://schemas.microsoft.com/office/drawing/2014/main" id="{29D3F44B-B1FC-47BE-8D05-CD30D7C7B2D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09" name="直線コネクタ 124408">
                    <a:extLst>
                      <a:ext uri="{FF2B5EF4-FFF2-40B4-BE49-F238E27FC236}">
                        <a16:creationId xmlns:a16="http://schemas.microsoft.com/office/drawing/2014/main" id="{3EC8DAC2-DA6B-4DF8-B86E-B0B9D71AD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0" name="直線コネクタ 124409">
                    <a:extLst>
                      <a:ext uri="{FF2B5EF4-FFF2-40B4-BE49-F238E27FC236}">
                        <a16:creationId xmlns:a16="http://schemas.microsoft.com/office/drawing/2014/main" id="{121CDD16-E9D0-4CA4-B691-15F5F22885E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1" name="直線コネクタ 124410">
                    <a:extLst>
                      <a:ext uri="{FF2B5EF4-FFF2-40B4-BE49-F238E27FC236}">
                        <a16:creationId xmlns:a16="http://schemas.microsoft.com/office/drawing/2014/main" id="{C9B13BBE-C78B-4EB7-8720-5824B571F4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2" name="直線コネクタ 124411">
                    <a:extLst>
                      <a:ext uri="{FF2B5EF4-FFF2-40B4-BE49-F238E27FC236}">
                        <a16:creationId xmlns:a16="http://schemas.microsoft.com/office/drawing/2014/main" id="{D0F6B557-49A1-467B-B3FD-D1EEED9DEF9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3" name="直線コネクタ 124412">
                    <a:extLst>
                      <a:ext uri="{FF2B5EF4-FFF2-40B4-BE49-F238E27FC236}">
                        <a16:creationId xmlns:a16="http://schemas.microsoft.com/office/drawing/2014/main" id="{05F7E973-312A-4A29-AC33-2103273721E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4" name="直線コネクタ 124413">
                    <a:extLst>
                      <a:ext uri="{FF2B5EF4-FFF2-40B4-BE49-F238E27FC236}">
                        <a16:creationId xmlns:a16="http://schemas.microsoft.com/office/drawing/2014/main" id="{E4F0FDEE-AEEE-4B95-9B19-3666551A669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5" name="直線コネクタ 124414">
                    <a:extLst>
                      <a:ext uri="{FF2B5EF4-FFF2-40B4-BE49-F238E27FC236}">
                        <a16:creationId xmlns:a16="http://schemas.microsoft.com/office/drawing/2014/main" id="{F24453C5-1F78-45B0-9F44-47C6D3B507E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6" name="直線コネクタ 124415">
                    <a:extLst>
                      <a:ext uri="{FF2B5EF4-FFF2-40B4-BE49-F238E27FC236}">
                        <a16:creationId xmlns:a16="http://schemas.microsoft.com/office/drawing/2014/main" id="{BDA0732F-41F6-423C-B362-43034DFD371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7" name="直線コネクタ 124416">
                    <a:extLst>
                      <a:ext uri="{FF2B5EF4-FFF2-40B4-BE49-F238E27FC236}">
                        <a16:creationId xmlns:a16="http://schemas.microsoft.com/office/drawing/2014/main" id="{5CCC5114-3ADE-4B68-ABD3-2E2D103610B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8" name="直線コネクタ 124417">
                    <a:extLst>
                      <a:ext uri="{FF2B5EF4-FFF2-40B4-BE49-F238E27FC236}">
                        <a16:creationId xmlns:a16="http://schemas.microsoft.com/office/drawing/2014/main" id="{B2E6AB74-A16D-43B4-B025-D5BEAB32E64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19" name="直線コネクタ 124418">
                    <a:extLst>
                      <a:ext uri="{FF2B5EF4-FFF2-40B4-BE49-F238E27FC236}">
                        <a16:creationId xmlns:a16="http://schemas.microsoft.com/office/drawing/2014/main" id="{50AD6B2D-790F-48BD-9566-916FA7AE43A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0" name="直線コネクタ 124419">
                    <a:extLst>
                      <a:ext uri="{FF2B5EF4-FFF2-40B4-BE49-F238E27FC236}">
                        <a16:creationId xmlns:a16="http://schemas.microsoft.com/office/drawing/2014/main" id="{092ED33F-2C03-458A-A97B-745EEADD12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1" name="直線コネクタ 124420">
                    <a:extLst>
                      <a:ext uri="{FF2B5EF4-FFF2-40B4-BE49-F238E27FC236}">
                        <a16:creationId xmlns:a16="http://schemas.microsoft.com/office/drawing/2014/main" id="{1EF16641-7B5B-48F3-B1D7-3383093BE9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2" name="直線コネクタ 124421">
                    <a:extLst>
                      <a:ext uri="{FF2B5EF4-FFF2-40B4-BE49-F238E27FC236}">
                        <a16:creationId xmlns:a16="http://schemas.microsoft.com/office/drawing/2014/main" id="{616C3CE2-565B-42F1-86D7-B65FA07B81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3" name="直線コネクタ 124422">
                    <a:extLst>
                      <a:ext uri="{FF2B5EF4-FFF2-40B4-BE49-F238E27FC236}">
                        <a16:creationId xmlns:a16="http://schemas.microsoft.com/office/drawing/2014/main" id="{13D1C0E8-5BAE-4B9D-B8D5-6D65B0752A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4" name="直線コネクタ 124423">
                    <a:extLst>
                      <a:ext uri="{FF2B5EF4-FFF2-40B4-BE49-F238E27FC236}">
                        <a16:creationId xmlns:a16="http://schemas.microsoft.com/office/drawing/2014/main" id="{A960C5C1-0A3B-40BE-950D-78C26C9467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5" name="直線コネクタ 124424">
                    <a:extLst>
                      <a:ext uri="{FF2B5EF4-FFF2-40B4-BE49-F238E27FC236}">
                        <a16:creationId xmlns:a16="http://schemas.microsoft.com/office/drawing/2014/main" id="{7725D555-77EE-458C-BD06-FE1A5251B1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6" name="直線コネクタ 124425">
                    <a:extLst>
                      <a:ext uri="{FF2B5EF4-FFF2-40B4-BE49-F238E27FC236}">
                        <a16:creationId xmlns:a16="http://schemas.microsoft.com/office/drawing/2014/main" id="{FAD72E86-E111-498A-A067-5378C4E908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7" name="直線コネクタ 124426">
                    <a:extLst>
                      <a:ext uri="{FF2B5EF4-FFF2-40B4-BE49-F238E27FC236}">
                        <a16:creationId xmlns:a16="http://schemas.microsoft.com/office/drawing/2014/main" id="{E2CEF03D-7F34-4FF8-B16B-B89F5BD8CA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8" name="直線コネクタ 124427">
                    <a:extLst>
                      <a:ext uri="{FF2B5EF4-FFF2-40B4-BE49-F238E27FC236}">
                        <a16:creationId xmlns:a16="http://schemas.microsoft.com/office/drawing/2014/main" id="{2A65270F-C205-4A41-8856-632383B99E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29" name="直線コネクタ 124428">
                    <a:extLst>
                      <a:ext uri="{FF2B5EF4-FFF2-40B4-BE49-F238E27FC236}">
                        <a16:creationId xmlns:a16="http://schemas.microsoft.com/office/drawing/2014/main" id="{BBD04DC0-ABE1-417B-987A-1669476A17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0" name="直線コネクタ 124429">
                    <a:extLst>
                      <a:ext uri="{FF2B5EF4-FFF2-40B4-BE49-F238E27FC236}">
                        <a16:creationId xmlns:a16="http://schemas.microsoft.com/office/drawing/2014/main" id="{5EB29C33-F9C3-4322-A597-6E9243EC9F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1" name="直線コネクタ 124430">
                    <a:extLst>
                      <a:ext uri="{FF2B5EF4-FFF2-40B4-BE49-F238E27FC236}">
                        <a16:creationId xmlns:a16="http://schemas.microsoft.com/office/drawing/2014/main" id="{1D00D7A3-CD40-4DE1-8E40-F5889F5526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2" name="直線コネクタ 124431">
                    <a:extLst>
                      <a:ext uri="{FF2B5EF4-FFF2-40B4-BE49-F238E27FC236}">
                        <a16:creationId xmlns:a16="http://schemas.microsoft.com/office/drawing/2014/main" id="{F8DCCE5D-D24C-4E03-A1A6-22AF78E4E9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3" name="直線コネクタ 124432">
                    <a:extLst>
                      <a:ext uri="{FF2B5EF4-FFF2-40B4-BE49-F238E27FC236}">
                        <a16:creationId xmlns:a16="http://schemas.microsoft.com/office/drawing/2014/main" id="{61BBD6D2-2D92-4E38-9191-546A3163CB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4" name="直線コネクタ 124433">
                    <a:extLst>
                      <a:ext uri="{FF2B5EF4-FFF2-40B4-BE49-F238E27FC236}">
                        <a16:creationId xmlns:a16="http://schemas.microsoft.com/office/drawing/2014/main" id="{455FCFC7-7AC8-4F11-ABB3-0211835C91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5" name="直線コネクタ 124434">
                    <a:extLst>
                      <a:ext uri="{FF2B5EF4-FFF2-40B4-BE49-F238E27FC236}">
                        <a16:creationId xmlns:a16="http://schemas.microsoft.com/office/drawing/2014/main" id="{2387B8C5-00C4-4EB9-A728-48AADB5C7B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6" name="直線コネクタ 124435">
                    <a:extLst>
                      <a:ext uri="{FF2B5EF4-FFF2-40B4-BE49-F238E27FC236}">
                        <a16:creationId xmlns:a16="http://schemas.microsoft.com/office/drawing/2014/main" id="{3B6BFEE8-A577-4310-86D0-538D2FC031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7" name="直線コネクタ 124436">
                    <a:extLst>
                      <a:ext uri="{FF2B5EF4-FFF2-40B4-BE49-F238E27FC236}">
                        <a16:creationId xmlns:a16="http://schemas.microsoft.com/office/drawing/2014/main" id="{930061B6-BA29-4F07-949E-617D7660A6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8" name="直線コネクタ 124437">
                    <a:extLst>
                      <a:ext uri="{FF2B5EF4-FFF2-40B4-BE49-F238E27FC236}">
                        <a16:creationId xmlns:a16="http://schemas.microsoft.com/office/drawing/2014/main" id="{C5EEDF6C-EB64-4600-A1CB-6184D3552D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39" name="直線コネクタ 124438">
                    <a:extLst>
                      <a:ext uri="{FF2B5EF4-FFF2-40B4-BE49-F238E27FC236}">
                        <a16:creationId xmlns:a16="http://schemas.microsoft.com/office/drawing/2014/main" id="{6BF35A7F-5682-4609-84FE-05E16F0DB9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0" name="直線コネクタ 124439">
                    <a:extLst>
                      <a:ext uri="{FF2B5EF4-FFF2-40B4-BE49-F238E27FC236}">
                        <a16:creationId xmlns:a16="http://schemas.microsoft.com/office/drawing/2014/main" id="{E732BD49-5C85-4BF2-842D-FAD1D24975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1" name="直線コネクタ 124440">
                    <a:extLst>
                      <a:ext uri="{FF2B5EF4-FFF2-40B4-BE49-F238E27FC236}">
                        <a16:creationId xmlns:a16="http://schemas.microsoft.com/office/drawing/2014/main" id="{2692E335-D9B0-4904-82CD-3CD38EB917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2" name="直線コネクタ 124441">
                    <a:extLst>
                      <a:ext uri="{FF2B5EF4-FFF2-40B4-BE49-F238E27FC236}">
                        <a16:creationId xmlns:a16="http://schemas.microsoft.com/office/drawing/2014/main" id="{DD9FD292-5672-4154-9E3F-81D872DCD2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3" name="直線コネクタ 124442">
                    <a:extLst>
                      <a:ext uri="{FF2B5EF4-FFF2-40B4-BE49-F238E27FC236}">
                        <a16:creationId xmlns:a16="http://schemas.microsoft.com/office/drawing/2014/main" id="{E0CF11A3-EEB6-4C75-9CDE-53C852FC87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4" name="直線コネクタ 124443">
                    <a:extLst>
                      <a:ext uri="{FF2B5EF4-FFF2-40B4-BE49-F238E27FC236}">
                        <a16:creationId xmlns:a16="http://schemas.microsoft.com/office/drawing/2014/main" id="{A6E46533-1E03-4AE0-B1EE-8E45855AD5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5" name="直線コネクタ 124444">
                    <a:extLst>
                      <a:ext uri="{FF2B5EF4-FFF2-40B4-BE49-F238E27FC236}">
                        <a16:creationId xmlns:a16="http://schemas.microsoft.com/office/drawing/2014/main" id="{F11BD07C-5EDC-4D84-9084-94B84990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6" name="直線コネクタ 124445">
                    <a:extLst>
                      <a:ext uri="{FF2B5EF4-FFF2-40B4-BE49-F238E27FC236}">
                        <a16:creationId xmlns:a16="http://schemas.microsoft.com/office/drawing/2014/main" id="{DD9BB56F-FC87-4CA9-A192-3EFE28A09C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7" name="直線コネクタ 124446">
                    <a:extLst>
                      <a:ext uri="{FF2B5EF4-FFF2-40B4-BE49-F238E27FC236}">
                        <a16:creationId xmlns:a16="http://schemas.microsoft.com/office/drawing/2014/main" id="{10ADBE86-0F1C-4376-BBD1-786D87619D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8" name="直線コネクタ 124447">
                    <a:extLst>
                      <a:ext uri="{FF2B5EF4-FFF2-40B4-BE49-F238E27FC236}">
                        <a16:creationId xmlns:a16="http://schemas.microsoft.com/office/drawing/2014/main" id="{FF9C60E9-10AF-460D-B2E2-7841DD277F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49" name="直線コネクタ 124448">
                    <a:extLst>
                      <a:ext uri="{FF2B5EF4-FFF2-40B4-BE49-F238E27FC236}">
                        <a16:creationId xmlns:a16="http://schemas.microsoft.com/office/drawing/2014/main" id="{B513121D-228E-426F-AA32-5FA146ADC6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0" name="直線コネクタ 124449">
                    <a:extLst>
                      <a:ext uri="{FF2B5EF4-FFF2-40B4-BE49-F238E27FC236}">
                        <a16:creationId xmlns:a16="http://schemas.microsoft.com/office/drawing/2014/main" id="{AC4EC2C0-4E41-4B04-8E01-BBEFA433C2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1" name="直線コネクタ 124450">
                    <a:extLst>
                      <a:ext uri="{FF2B5EF4-FFF2-40B4-BE49-F238E27FC236}">
                        <a16:creationId xmlns:a16="http://schemas.microsoft.com/office/drawing/2014/main" id="{018A076F-3931-461C-ADA4-5B7AABB488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2" name="直線コネクタ 124451">
                    <a:extLst>
                      <a:ext uri="{FF2B5EF4-FFF2-40B4-BE49-F238E27FC236}">
                        <a16:creationId xmlns:a16="http://schemas.microsoft.com/office/drawing/2014/main" id="{7F307FA1-D00C-4ABC-B8C3-745ADF6EBC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3" name="直線コネクタ 124452">
                    <a:extLst>
                      <a:ext uri="{FF2B5EF4-FFF2-40B4-BE49-F238E27FC236}">
                        <a16:creationId xmlns:a16="http://schemas.microsoft.com/office/drawing/2014/main" id="{7785654D-261E-4763-BE92-DD7D47870D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4" name="直線コネクタ 124453">
                    <a:extLst>
                      <a:ext uri="{FF2B5EF4-FFF2-40B4-BE49-F238E27FC236}">
                        <a16:creationId xmlns:a16="http://schemas.microsoft.com/office/drawing/2014/main" id="{129F9988-1299-48E5-BDFC-35DB88077A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5" name="直線コネクタ 124454">
                    <a:extLst>
                      <a:ext uri="{FF2B5EF4-FFF2-40B4-BE49-F238E27FC236}">
                        <a16:creationId xmlns:a16="http://schemas.microsoft.com/office/drawing/2014/main" id="{9F216918-1B59-45A3-A3B0-142FFE2DFE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6" name="直線コネクタ 124455">
                    <a:extLst>
                      <a:ext uri="{FF2B5EF4-FFF2-40B4-BE49-F238E27FC236}">
                        <a16:creationId xmlns:a16="http://schemas.microsoft.com/office/drawing/2014/main" id="{D5A2DEA0-9DB3-47E5-98CE-11C06AB06F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7" name="直線コネクタ 124456">
                    <a:extLst>
                      <a:ext uri="{FF2B5EF4-FFF2-40B4-BE49-F238E27FC236}">
                        <a16:creationId xmlns:a16="http://schemas.microsoft.com/office/drawing/2014/main" id="{99DC93AA-A2AA-4F88-A015-3E37A5139C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8" name="直線コネクタ 124457">
                    <a:extLst>
                      <a:ext uri="{FF2B5EF4-FFF2-40B4-BE49-F238E27FC236}">
                        <a16:creationId xmlns:a16="http://schemas.microsoft.com/office/drawing/2014/main" id="{20858B3A-9A96-433A-AB78-E184A6B83F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59" name="直線コネクタ 124458">
                    <a:extLst>
                      <a:ext uri="{FF2B5EF4-FFF2-40B4-BE49-F238E27FC236}">
                        <a16:creationId xmlns:a16="http://schemas.microsoft.com/office/drawing/2014/main" id="{A41DB7EC-F883-4BB6-9C91-BBE445CADE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0" name="直線コネクタ 124459">
                    <a:extLst>
                      <a:ext uri="{FF2B5EF4-FFF2-40B4-BE49-F238E27FC236}">
                        <a16:creationId xmlns:a16="http://schemas.microsoft.com/office/drawing/2014/main" id="{6263AE39-06C1-403D-A311-65C5EF750B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1" name="直線コネクタ 124460">
                    <a:extLst>
                      <a:ext uri="{FF2B5EF4-FFF2-40B4-BE49-F238E27FC236}">
                        <a16:creationId xmlns:a16="http://schemas.microsoft.com/office/drawing/2014/main" id="{3A019626-D260-40E0-92AD-D6558115C8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2" name="直線コネクタ 124461">
                    <a:extLst>
                      <a:ext uri="{FF2B5EF4-FFF2-40B4-BE49-F238E27FC236}">
                        <a16:creationId xmlns:a16="http://schemas.microsoft.com/office/drawing/2014/main" id="{ED4C733C-72AB-4B7A-B219-61BBA5363B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3" name="直線コネクタ 124462">
                    <a:extLst>
                      <a:ext uri="{FF2B5EF4-FFF2-40B4-BE49-F238E27FC236}">
                        <a16:creationId xmlns:a16="http://schemas.microsoft.com/office/drawing/2014/main" id="{C9F739EE-4E60-4C88-A883-637FCECE94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4" name="直線コネクタ 124463">
                    <a:extLst>
                      <a:ext uri="{FF2B5EF4-FFF2-40B4-BE49-F238E27FC236}">
                        <a16:creationId xmlns:a16="http://schemas.microsoft.com/office/drawing/2014/main" id="{5E9B3DB6-7CA4-4858-AE99-105F6441B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5" name="直線コネクタ 124464">
                    <a:extLst>
                      <a:ext uri="{FF2B5EF4-FFF2-40B4-BE49-F238E27FC236}">
                        <a16:creationId xmlns:a16="http://schemas.microsoft.com/office/drawing/2014/main" id="{F9F636E3-E118-4304-AE01-3F34A8A834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6" name="直線コネクタ 124465">
                    <a:extLst>
                      <a:ext uri="{FF2B5EF4-FFF2-40B4-BE49-F238E27FC236}">
                        <a16:creationId xmlns:a16="http://schemas.microsoft.com/office/drawing/2014/main" id="{B9C437EB-38D2-479E-9F58-48FBAFC2AF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7" name="直線コネクタ 124466">
                    <a:extLst>
                      <a:ext uri="{FF2B5EF4-FFF2-40B4-BE49-F238E27FC236}">
                        <a16:creationId xmlns:a16="http://schemas.microsoft.com/office/drawing/2014/main" id="{EDC93333-EF98-4046-B6C8-D4D670E837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8" name="直線コネクタ 124467">
                    <a:extLst>
                      <a:ext uri="{FF2B5EF4-FFF2-40B4-BE49-F238E27FC236}">
                        <a16:creationId xmlns:a16="http://schemas.microsoft.com/office/drawing/2014/main" id="{9ABF9C0E-B970-4D32-9530-9A395E77D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69" name="直線コネクタ 124468">
                    <a:extLst>
                      <a:ext uri="{FF2B5EF4-FFF2-40B4-BE49-F238E27FC236}">
                        <a16:creationId xmlns:a16="http://schemas.microsoft.com/office/drawing/2014/main" id="{74C75844-41B1-4748-BE2A-E019F28455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0" name="直線コネクタ 124469">
                    <a:extLst>
                      <a:ext uri="{FF2B5EF4-FFF2-40B4-BE49-F238E27FC236}">
                        <a16:creationId xmlns:a16="http://schemas.microsoft.com/office/drawing/2014/main" id="{74BCD1DC-25C0-449F-832A-EA43687830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1" name="直線コネクタ 124470">
                    <a:extLst>
                      <a:ext uri="{FF2B5EF4-FFF2-40B4-BE49-F238E27FC236}">
                        <a16:creationId xmlns:a16="http://schemas.microsoft.com/office/drawing/2014/main" id="{3CAC6336-36A6-43CA-AFDD-BF2C9F2E34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2" name="直線コネクタ 124471">
                    <a:extLst>
                      <a:ext uri="{FF2B5EF4-FFF2-40B4-BE49-F238E27FC236}">
                        <a16:creationId xmlns:a16="http://schemas.microsoft.com/office/drawing/2014/main" id="{9A4141EE-7C47-4235-B515-E19EF68BD7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3" name="直線コネクタ 124472">
                    <a:extLst>
                      <a:ext uri="{FF2B5EF4-FFF2-40B4-BE49-F238E27FC236}">
                        <a16:creationId xmlns:a16="http://schemas.microsoft.com/office/drawing/2014/main" id="{4820B07B-8F9C-451C-9C10-344AFF3ADB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4" name="直線コネクタ 124473">
                    <a:extLst>
                      <a:ext uri="{FF2B5EF4-FFF2-40B4-BE49-F238E27FC236}">
                        <a16:creationId xmlns:a16="http://schemas.microsoft.com/office/drawing/2014/main" id="{C4BE8763-CD58-41EA-8702-C18485F0E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5" name="直線コネクタ 124474">
                    <a:extLst>
                      <a:ext uri="{FF2B5EF4-FFF2-40B4-BE49-F238E27FC236}">
                        <a16:creationId xmlns:a16="http://schemas.microsoft.com/office/drawing/2014/main" id="{363154E5-670C-49AC-82A6-08FCBEC947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6" name="直線コネクタ 124475">
                    <a:extLst>
                      <a:ext uri="{FF2B5EF4-FFF2-40B4-BE49-F238E27FC236}">
                        <a16:creationId xmlns:a16="http://schemas.microsoft.com/office/drawing/2014/main" id="{A5AA2E89-0E23-4975-B298-44B1E0E183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7" name="直線コネクタ 124476">
                    <a:extLst>
                      <a:ext uri="{FF2B5EF4-FFF2-40B4-BE49-F238E27FC236}">
                        <a16:creationId xmlns:a16="http://schemas.microsoft.com/office/drawing/2014/main" id="{B56CA161-E765-4299-A23E-47403B2C3A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8" name="直線コネクタ 124477">
                    <a:extLst>
                      <a:ext uri="{FF2B5EF4-FFF2-40B4-BE49-F238E27FC236}">
                        <a16:creationId xmlns:a16="http://schemas.microsoft.com/office/drawing/2014/main" id="{500170EF-07FD-499E-85F3-E65814CB76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79" name="直線コネクタ 124478">
                    <a:extLst>
                      <a:ext uri="{FF2B5EF4-FFF2-40B4-BE49-F238E27FC236}">
                        <a16:creationId xmlns:a16="http://schemas.microsoft.com/office/drawing/2014/main" id="{65CBDF79-CAF8-497D-9659-7F74C91191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80" name="直線コネクタ 124479">
                    <a:extLst>
                      <a:ext uri="{FF2B5EF4-FFF2-40B4-BE49-F238E27FC236}">
                        <a16:creationId xmlns:a16="http://schemas.microsoft.com/office/drawing/2014/main" id="{DB798254-E0CE-44C6-A2CB-D448991804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81" name="直線コネクタ 124480">
                    <a:extLst>
                      <a:ext uri="{FF2B5EF4-FFF2-40B4-BE49-F238E27FC236}">
                        <a16:creationId xmlns:a16="http://schemas.microsoft.com/office/drawing/2014/main" id="{415C7255-9D53-46CB-AA04-2A7B030044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82" name="直線コネクタ 124481">
                    <a:extLst>
                      <a:ext uri="{FF2B5EF4-FFF2-40B4-BE49-F238E27FC236}">
                        <a16:creationId xmlns:a16="http://schemas.microsoft.com/office/drawing/2014/main" id="{9CCFCEC8-DB49-40F1-9D02-F210293CEF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4483" name="グループ化 124482">
                    <a:extLst>
                      <a:ext uri="{FF2B5EF4-FFF2-40B4-BE49-F238E27FC236}">
                        <a16:creationId xmlns:a16="http://schemas.microsoft.com/office/drawing/2014/main" id="{145D1B0B-7474-406B-AB47-C699D5C49F64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659" name="直線コネクタ 124658">
                      <a:extLst>
                        <a:ext uri="{FF2B5EF4-FFF2-40B4-BE49-F238E27FC236}">
                          <a16:creationId xmlns:a16="http://schemas.microsoft.com/office/drawing/2014/main" id="{C70F0731-F4ED-4ADC-8C1F-8BB470DCE2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0" name="直線コネクタ 124659">
                      <a:extLst>
                        <a:ext uri="{FF2B5EF4-FFF2-40B4-BE49-F238E27FC236}">
                          <a16:creationId xmlns:a16="http://schemas.microsoft.com/office/drawing/2014/main" id="{11BA57FF-93F2-4C25-85B5-F9F369C4E8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1" name="直線コネクタ 124660">
                      <a:extLst>
                        <a:ext uri="{FF2B5EF4-FFF2-40B4-BE49-F238E27FC236}">
                          <a16:creationId xmlns:a16="http://schemas.microsoft.com/office/drawing/2014/main" id="{DE594BDB-C03B-45C4-8481-80BE528781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2" name="直線コネクタ 124661">
                      <a:extLst>
                        <a:ext uri="{FF2B5EF4-FFF2-40B4-BE49-F238E27FC236}">
                          <a16:creationId xmlns:a16="http://schemas.microsoft.com/office/drawing/2014/main" id="{5FBE3BD2-58D1-418A-A933-E81C9E7283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3" name="直線コネクタ 124662">
                      <a:extLst>
                        <a:ext uri="{FF2B5EF4-FFF2-40B4-BE49-F238E27FC236}">
                          <a16:creationId xmlns:a16="http://schemas.microsoft.com/office/drawing/2014/main" id="{5FA08C41-4506-412B-89EC-1A1D36343C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4" name="直線コネクタ 124663">
                      <a:extLst>
                        <a:ext uri="{FF2B5EF4-FFF2-40B4-BE49-F238E27FC236}">
                          <a16:creationId xmlns:a16="http://schemas.microsoft.com/office/drawing/2014/main" id="{3804660A-C585-44AA-A124-83497F72AE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5" name="直線コネクタ 124664">
                      <a:extLst>
                        <a:ext uri="{FF2B5EF4-FFF2-40B4-BE49-F238E27FC236}">
                          <a16:creationId xmlns:a16="http://schemas.microsoft.com/office/drawing/2014/main" id="{6C569A20-7C6F-4491-8850-3331F59DCA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6" name="直線コネクタ 124665">
                      <a:extLst>
                        <a:ext uri="{FF2B5EF4-FFF2-40B4-BE49-F238E27FC236}">
                          <a16:creationId xmlns:a16="http://schemas.microsoft.com/office/drawing/2014/main" id="{BE588C41-73DF-4C39-A8C7-873D228BD5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7" name="直線コネクタ 124666">
                      <a:extLst>
                        <a:ext uri="{FF2B5EF4-FFF2-40B4-BE49-F238E27FC236}">
                          <a16:creationId xmlns:a16="http://schemas.microsoft.com/office/drawing/2014/main" id="{8A41665B-9279-44DA-B59F-0A6A13C2C7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8" name="直線コネクタ 124667">
                      <a:extLst>
                        <a:ext uri="{FF2B5EF4-FFF2-40B4-BE49-F238E27FC236}">
                          <a16:creationId xmlns:a16="http://schemas.microsoft.com/office/drawing/2014/main" id="{0BC944C3-3FC2-4AEE-82DC-31378CB615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69" name="直線コネクタ 124668">
                      <a:extLst>
                        <a:ext uri="{FF2B5EF4-FFF2-40B4-BE49-F238E27FC236}">
                          <a16:creationId xmlns:a16="http://schemas.microsoft.com/office/drawing/2014/main" id="{A3428A8A-E483-4A25-9CC6-F396C45FB6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0" name="直線コネクタ 124669">
                      <a:extLst>
                        <a:ext uri="{FF2B5EF4-FFF2-40B4-BE49-F238E27FC236}">
                          <a16:creationId xmlns:a16="http://schemas.microsoft.com/office/drawing/2014/main" id="{EB7F7684-36C7-413C-9C3B-ED3BD499A5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1" name="直線コネクタ 124670">
                      <a:extLst>
                        <a:ext uri="{FF2B5EF4-FFF2-40B4-BE49-F238E27FC236}">
                          <a16:creationId xmlns:a16="http://schemas.microsoft.com/office/drawing/2014/main" id="{294CBFFA-4570-4399-91C4-0E88268C7A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2" name="直線コネクタ 124671">
                      <a:extLst>
                        <a:ext uri="{FF2B5EF4-FFF2-40B4-BE49-F238E27FC236}">
                          <a16:creationId xmlns:a16="http://schemas.microsoft.com/office/drawing/2014/main" id="{45E5C776-481B-456C-9186-A8EEB67605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3" name="直線コネクタ 124672">
                      <a:extLst>
                        <a:ext uri="{FF2B5EF4-FFF2-40B4-BE49-F238E27FC236}">
                          <a16:creationId xmlns:a16="http://schemas.microsoft.com/office/drawing/2014/main" id="{555AC780-19C8-46D9-A21D-4C2A0F2E36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4" name="直線コネクタ 124673">
                      <a:extLst>
                        <a:ext uri="{FF2B5EF4-FFF2-40B4-BE49-F238E27FC236}">
                          <a16:creationId xmlns:a16="http://schemas.microsoft.com/office/drawing/2014/main" id="{E697F8F8-5596-4D37-B4D5-6AA6D87671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5" name="直線コネクタ 124674">
                      <a:extLst>
                        <a:ext uri="{FF2B5EF4-FFF2-40B4-BE49-F238E27FC236}">
                          <a16:creationId xmlns:a16="http://schemas.microsoft.com/office/drawing/2014/main" id="{161379A4-C70C-4902-80F6-A8BA5DDA83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6" name="直線コネクタ 124675">
                      <a:extLst>
                        <a:ext uri="{FF2B5EF4-FFF2-40B4-BE49-F238E27FC236}">
                          <a16:creationId xmlns:a16="http://schemas.microsoft.com/office/drawing/2014/main" id="{0178D3BC-3AD4-4C76-8BBB-5F2DCFCF5A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7" name="直線コネクタ 124676">
                      <a:extLst>
                        <a:ext uri="{FF2B5EF4-FFF2-40B4-BE49-F238E27FC236}">
                          <a16:creationId xmlns:a16="http://schemas.microsoft.com/office/drawing/2014/main" id="{CB27E743-3DCA-48B8-BD3A-FE5D9FD5BA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8" name="直線コネクタ 124677">
                      <a:extLst>
                        <a:ext uri="{FF2B5EF4-FFF2-40B4-BE49-F238E27FC236}">
                          <a16:creationId xmlns:a16="http://schemas.microsoft.com/office/drawing/2014/main" id="{E8FD65A8-70BB-4425-9AD3-C89C06A0CA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79" name="直線コネクタ 124678">
                      <a:extLst>
                        <a:ext uri="{FF2B5EF4-FFF2-40B4-BE49-F238E27FC236}">
                          <a16:creationId xmlns:a16="http://schemas.microsoft.com/office/drawing/2014/main" id="{C1B10363-61B9-46FD-A01E-576ADA724E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0" name="直線コネクタ 124679">
                      <a:extLst>
                        <a:ext uri="{FF2B5EF4-FFF2-40B4-BE49-F238E27FC236}">
                          <a16:creationId xmlns:a16="http://schemas.microsoft.com/office/drawing/2014/main" id="{0F2788C4-DB9D-4B82-A2D9-656D65D1E1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1" name="直線コネクタ 124680">
                      <a:extLst>
                        <a:ext uri="{FF2B5EF4-FFF2-40B4-BE49-F238E27FC236}">
                          <a16:creationId xmlns:a16="http://schemas.microsoft.com/office/drawing/2014/main" id="{763F0869-B90A-4940-9751-665E881F80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2" name="直線コネクタ 124681">
                      <a:extLst>
                        <a:ext uri="{FF2B5EF4-FFF2-40B4-BE49-F238E27FC236}">
                          <a16:creationId xmlns:a16="http://schemas.microsoft.com/office/drawing/2014/main" id="{3F060574-AB83-4D9A-872D-B7C6FDC0F3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3" name="直線コネクタ 124682">
                      <a:extLst>
                        <a:ext uri="{FF2B5EF4-FFF2-40B4-BE49-F238E27FC236}">
                          <a16:creationId xmlns:a16="http://schemas.microsoft.com/office/drawing/2014/main" id="{93427743-0131-47ED-BB46-506962B7E8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4" name="直線コネクタ 124683">
                      <a:extLst>
                        <a:ext uri="{FF2B5EF4-FFF2-40B4-BE49-F238E27FC236}">
                          <a16:creationId xmlns:a16="http://schemas.microsoft.com/office/drawing/2014/main" id="{20918C98-9309-477D-BE38-4206B34042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5" name="直線コネクタ 124684">
                      <a:extLst>
                        <a:ext uri="{FF2B5EF4-FFF2-40B4-BE49-F238E27FC236}">
                          <a16:creationId xmlns:a16="http://schemas.microsoft.com/office/drawing/2014/main" id="{5449CD41-40F7-4FBF-A9CD-343646EB30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6" name="直線コネクタ 124685">
                      <a:extLst>
                        <a:ext uri="{FF2B5EF4-FFF2-40B4-BE49-F238E27FC236}">
                          <a16:creationId xmlns:a16="http://schemas.microsoft.com/office/drawing/2014/main" id="{CC36FE53-DA3B-4DE0-96F4-FC1EAA0459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7" name="直線コネクタ 124686">
                      <a:extLst>
                        <a:ext uri="{FF2B5EF4-FFF2-40B4-BE49-F238E27FC236}">
                          <a16:creationId xmlns:a16="http://schemas.microsoft.com/office/drawing/2014/main" id="{4AA2D605-84FE-4787-A7A9-4F1B77D605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8" name="直線コネクタ 124687">
                      <a:extLst>
                        <a:ext uri="{FF2B5EF4-FFF2-40B4-BE49-F238E27FC236}">
                          <a16:creationId xmlns:a16="http://schemas.microsoft.com/office/drawing/2014/main" id="{1E5642A6-8666-4116-90B1-E4118D2995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89" name="直線コネクタ 124688">
                      <a:extLst>
                        <a:ext uri="{FF2B5EF4-FFF2-40B4-BE49-F238E27FC236}">
                          <a16:creationId xmlns:a16="http://schemas.microsoft.com/office/drawing/2014/main" id="{2AA60D22-CDBB-4EDB-86DE-1AB18E9D6F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0" name="直線コネクタ 124689">
                      <a:extLst>
                        <a:ext uri="{FF2B5EF4-FFF2-40B4-BE49-F238E27FC236}">
                          <a16:creationId xmlns:a16="http://schemas.microsoft.com/office/drawing/2014/main" id="{A8DEF23B-414D-4452-B4CD-9A413C0303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1" name="直線コネクタ 124690">
                      <a:extLst>
                        <a:ext uri="{FF2B5EF4-FFF2-40B4-BE49-F238E27FC236}">
                          <a16:creationId xmlns:a16="http://schemas.microsoft.com/office/drawing/2014/main" id="{4E0A12C2-CC43-4E71-AB1E-E69EA09C5A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2" name="直線コネクタ 124691">
                      <a:extLst>
                        <a:ext uri="{FF2B5EF4-FFF2-40B4-BE49-F238E27FC236}">
                          <a16:creationId xmlns:a16="http://schemas.microsoft.com/office/drawing/2014/main" id="{FB6DF72B-778A-4320-AE6D-90E77FBF8C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3" name="直線コネクタ 124692">
                      <a:extLst>
                        <a:ext uri="{FF2B5EF4-FFF2-40B4-BE49-F238E27FC236}">
                          <a16:creationId xmlns:a16="http://schemas.microsoft.com/office/drawing/2014/main" id="{BF81E367-3B34-4B8C-B346-D9008979FB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4" name="直線コネクタ 124693">
                      <a:extLst>
                        <a:ext uri="{FF2B5EF4-FFF2-40B4-BE49-F238E27FC236}">
                          <a16:creationId xmlns:a16="http://schemas.microsoft.com/office/drawing/2014/main" id="{D3DBEBD5-D934-4426-AD6D-6E9B58298C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5" name="直線コネクタ 124694">
                      <a:extLst>
                        <a:ext uri="{FF2B5EF4-FFF2-40B4-BE49-F238E27FC236}">
                          <a16:creationId xmlns:a16="http://schemas.microsoft.com/office/drawing/2014/main" id="{DAB3D85A-BBB6-4957-9DA7-7C808C8858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6" name="直線コネクタ 124695">
                      <a:extLst>
                        <a:ext uri="{FF2B5EF4-FFF2-40B4-BE49-F238E27FC236}">
                          <a16:creationId xmlns:a16="http://schemas.microsoft.com/office/drawing/2014/main" id="{2D539DD8-3850-401E-B466-E6FAF7BCCF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7" name="直線コネクタ 124696">
                      <a:extLst>
                        <a:ext uri="{FF2B5EF4-FFF2-40B4-BE49-F238E27FC236}">
                          <a16:creationId xmlns:a16="http://schemas.microsoft.com/office/drawing/2014/main" id="{5AEAB123-CF6F-4A16-80AB-28E030B8A4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8" name="直線コネクタ 124697">
                      <a:extLst>
                        <a:ext uri="{FF2B5EF4-FFF2-40B4-BE49-F238E27FC236}">
                          <a16:creationId xmlns:a16="http://schemas.microsoft.com/office/drawing/2014/main" id="{6405AB1B-A0A4-4835-8B24-0759B9D24F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99" name="直線コネクタ 124698">
                      <a:extLst>
                        <a:ext uri="{FF2B5EF4-FFF2-40B4-BE49-F238E27FC236}">
                          <a16:creationId xmlns:a16="http://schemas.microsoft.com/office/drawing/2014/main" id="{AC60ACF2-48C2-475C-98F9-461CA0F442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700" name="直線コネクタ 124699">
                      <a:extLst>
                        <a:ext uri="{FF2B5EF4-FFF2-40B4-BE49-F238E27FC236}">
                          <a16:creationId xmlns:a16="http://schemas.microsoft.com/office/drawing/2014/main" id="{CF165288-4620-46BC-9A1D-B26BF4C473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484" name="グループ化 124483">
                    <a:extLst>
                      <a:ext uri="{FF2B5EF4-FFF2-40B4-BE49-F238E27FC236}">
                        <a16:creationId xmlns:a16="http://schemas.microsoft.com/office/drawing/2014/main" id="{974F6667-803A-46E0-9974-C6A4C3DAE0B1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4650" name="正方形/長方形 124649">
                      <a:extLst>
                        <a:ext uri="{FF2B5EF4-FFF2-40B4-BE49-F238E27FC236}">
                          <a16:creationId xmlns:a16="http://schemas.microsoft.com/office/drawing/2014/main" id="{CB5593E6-4060-4717-9792-DBC2E6E90D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651" name="正方形/長方形 124650">
                      <a:extLst>
                        <a:ext uri="{FF2B5EF4-FFF2-40B4-BE49-F238E27FC236}">
                          <a16:creationId xmlns:a16="http://schemas.microsoft.com/office/drawing/2014/main" id="{E75BBA25-C89E-4D86-984E-722CC889F0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652" name="正方形/長方形 124651">
                      <a:extLst>
                        <a:ext uri="{FF2B5EF4-FFF2-40B4-BE49-F238E27FC236}">
                          <a16:creationId xmlns:a16="http://schemas.microsoft.com/office/drawing/2014/main" id="{FF76B705-7378-46B3-BDA4-4A355EBE1E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653" name="正方形/長方形 124652">
                      <a:extLst>
                        <a:ext uri="{FF2B5EF4-FFF2-40B4-BE49-F238E27FC236}">
                          <a16:creationId xmlns:a16="http://schemas.microsoft.com/office/drawing/2014/main" id="{C46A0667-3A96-49FC-B10E-BC42A63AD1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654" name="正方形/長方形 124653">
                      <a:extLst>
                        <a:ext uri="{FF2B5EF4-FFF2-40B4-BE49-F238E27FC236}">
                          <a16:creationId xmlns:a16="http://schemas.microsoft.com/office/drawing/2014/main" id="{4576D71C-4586-47BE-9E48-7F83631D069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655" name="正方形/長方形 124654">
                      <a:extLst>
                        <a:ext uri="{FF2B5EF4-FFF2-40B4-BE49-F238E27FC236}">
                          <a16:creationId xmlns:a16="http://schemas.microsoft.com/office/drawing/2014/main" id="{C924891A-534B-400D-8E1E-07AA02FFA1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656" name="正方形/長方形 124655">
                      <a:extLst>
                        <a:ext uri="{FF2B5EF4-FFF2-40B4-BE49-F238E27FC236}">
                          <a16:creationId xmlns:a16="http://schemas.microsoft.com/office/drawing/2014/main" id="{C8C02F08-89E3-426D-85D9-9A4714006AC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657" name="正方形/長方形 124656">
                      <a:extLst>
                        <a:ext uri="{FF2B5EF4-FFF2-40B4-BE49-F238E27FC236}">
                          <a16:creationId xmlns:a16="http://schemas.microsoft.com/office/drawing/2014/main" id="{3F566986-8ECE-43C1-8601-448E3CAB5D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658" name="正方形/長方形 124657">
                      <a:extLst>
                        <a:ext uri="{FF2B5EF4-FFF2-40B4-BE49-F238E27FC236}">
                          <a16:creationId xmlns:a16="http://schemas.microsoft.com/office/drawing/2014/main" id="{FDD391A2-7AD6-4F9C-9C84-81D360CC79A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4485" name="グループ化 124484">
                    <a:extLst>
                      <a:ext uri="{FF2B5EF4-FFF2-40B4-BE49-F238E27FC236}">
                        <a16:creationId xmlns:a16="http://schemas.microsoft.com/office/drawing/2014/main" id="{87B80207-1F08-4250-870B-4A52E16D9DA3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642" name="直線コネクタ 124641">
                      <a:extLst>
                        <a:ext uri="{FF2B5EF4-FFF2-40B4-BE49-F238E27FC236}">
                          <a16:creationId xmlns:a16="http://schemas.microsoft.com/office/drawing/2014/main" id="{EFAA03BC-B091-4B48-842D-563803510E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3" name="直線コネクタ 124642">
                      <a:extLst>
                        <a:ext uri="{FF2B5EF4-FFF2-40B4-BE49-F238E27FC236}">
                          <a16:creationId xmlns:a16="http://schemas.microsoft.com/office/drawing/2014/main" id="{F846C1FB-CCFC-4CC3-A0F4-0ED5A1F04F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4" name="直線コネクタ 124643">
                      <a:extLst>
                        <a:ext uri="{FF2B5EF4-FFF2-40B4-BE49-F238E27FC236}">
                          <a16:creationId xmlns:a16="http://schemas.microsoft.com/office/drawing/2014/main" id="{B4830D1E-86DD-4301-82EC-438CD6221F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5" name="直線コネクタ 124644">
                      <a:extLst>
                        <a:ext uri="{FF2B5EF4-FFF2-40B4-BE49-F238E27FC236}">
                          <a16:creationId xmlns:a16="http://schemas.microsoft.com/office/drawing/2014/main" id="{8A176DA1-B24E-4CBF-9249-3099781FE9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6" name="直線コネクタ 124645">
                      <a:extLst>
                        <a:ext uri="{FF2B5EF4-FFF2-40B4-BE49-F238E27FC236}">
                          <a16:creationId xmlns:a16="http://schemas.microsoft.com/office/drawing/2014/main" id="{A4CE8D16-EDDF-464E-94FD-B9E44C8683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7" name="直線コネクタ 124646">
                      <a:extLst>
                        <a:ext uri="{FF2B5EF4-FFF2-40B4-BE49-F238E27FC236}">
                          <a16:creationId xmlns:a16="http://schemas.microsoft.com/office/drawing/2014/main" id="{6D71D205-32A3-4204-9764-DFEDA752AA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8" name="直線コネクタ 124647">
                      <a:extLst>
                        <a:ext uri="{FF2B5EF4-FFF2-40B4-BE49-F238E27FC236}">
                          <a16:creationId xmlns:a16="http://schemas.microsoft.com/office/drawing/2014/main" id="{53C30249-7EC7-485D-9356-DD37A38E02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9" name="直線コネクタ 124648">
                      <a:extLst>
                        <a:ext uri="{FF2B5EF4-FFF2-40B4-BE49-F238E27FC236}">
                          <a16:creationId xmlns:a16="http://schemas.microsoft.com/office/drawing/2014/main" id="{13679155-B497-4E61-804D-414F86A02C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486" name="グループ化 124485">
                    <a:extLst>
                      <a:ext uri="{FF2B5EF4-FFF2-40B4-BE49-F238E27FC236}">
                        <a16:creationId xmlns:a16="http://schemas.microsoft.com/office/drawing/2014/main" id="{2D843FCD-6DEE-497B-825F-B620E6360628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634" name="直線コネクタ 124633">
                      <a:extLst>
                        <a:ext uri="{FF2B5EF4-FFF2-40B4-BE49-F238E27FC236}">
                          <a16:creationId xmlns:a16="http://schemas.microsoft.com/office/drawing/2014/main" id="{F57FAC43-C268-4F80-93CE-19CAA3CCD8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5" name="直線コネクタ 124634">
                      <a:extLst>
                        <a:ext uri="{FF2B5EF4-FFF2-40B4-BE49-F238E27FC236}">
                          <a16:creationId xmlns:a16="http://schemas.microsoft.com/office/drawing/2014/main" id="{D6AE9877-B4D8-4252-A070-C677F5F555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6" name="直線コネクタ 124635">
                      <a:extLst>
                        <a:ext uri="{FF2B5EF4-FFF2-40B4-BE49-F238E27FC236}">
                          <a16:creationId xmlns:a16="http://schemas.microsoft.com/office/drawing/2014/main" id="{5D354F07-CC1D-460C-AB96-CF97EEAEAC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7" name="直線コネクタ 124636">
                      <a:extLst>
                        <a:ext uri="{FF2B5EF4-FFF2-40B4-BE49-F238E27FC236}">
                          <a16:creationId xmlns:a16="http://schemas.microsoft.com/office/drawing/2014/main" id="{16543881-216E-45F5-AA9E-E712709C7F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8" name="直線コネクタ 124637">
                      <a:extLst>
                        <a:ext uri="{FF2B5EF4-FFF2-40B4-BE49-F238E27FC236}">
                          <a16:creationId xmlns:a16="http://schemas.microsoft.com/office/drawing/2014/main" id="{322B911E-AE39-4654-A2D3-930611DEB5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9" name="直線コネクタ 124638">
                      <a:extLst>
                        <a:ext uri="{FF2B5EF4-FFF2-40B4-BE49-F238E27FC236}">
                          <a16:creationId xmlns:a16="http://schemas.microsoft.com/office/drawing/2014/main" id="{53501327-6048-4513-B10D-6EDC598665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0" name="直線コネクタ 124639">
                      <a:extLst>
                        <a:ext uri="{FF2B5EF4-FFF2-40B4-BE49-F238E27FC236}">
                          <a16:creationId xmlns:a16="http://schemas.microsoft.com/office/drawing/2014/main" id="{64897F88-1BAC-4514-ACCE-1B66FF6BFE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41" name="直線コネクタ 124640">
                      <a:extLst>
                        <a:ext uri="{FF2B5EF4-FFF2-40B4-BE49-F238E27FC236}">
                          <a16:creationId xmlns:a16="http://schemas.microsoft.com/office/drawing/2014/main" id="{34545E21-7921-42B6-AB67-8B8DC69879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487" name="グループ化 124486">
                    <a:extLst>
                      <a:ext uri="{FF2B5EF4-FFF2-40B4-BE49-F238E27FC236}">
                        <a16:creationId xmlns:a16="http://schemas.microsoft.com/office/drawing/2014/main" id="{455D4B9E-ECD1-4CCC-A5E9-C92694422AF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592" name="直線コネクタ 124591">
                      <a:extLst>
                        <a:ext uri="{FF2B5EF4-FFF2-40B4-BE49-F238E27FC236}">
                          <a16:creationId xmlns:a16="http://schemas.microsoft.com/office/drawing/2014/main" id="{DEF5D3DE-515B-4A1F-9AFB-88A4BEF6EE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3" name="直線コネクタ 124592">
                      <a:extLst>
                        <a:ext uri="{FF2B5EF4-FFF2-40B4-BE49-F238E27FC236}">
                          <a16:creationId xmlns:a16="http://schemas.microsoft.com/office/drawing/2014/main" id="{7D802EB0-B02E-4C77-8717-F187B7A9AD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4" name="直線コネクタ 124593">
                      <a:extLst>
                        <a:ext uri="{FF2B5EF4-FFF2-40B4-BE49-F238E27FC236}">
                          <a16:creationId xmlns:a16="http://schemas.microsoft.com/office/drawing/2014/main" id="{2DA68ACF-B7C2-4FC4-9698-BBB5D5AAEA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5" name="直線コネクタ 124594">
                      <a:extLst>
                        <a:ext uri="{FF2B5EF4-FFF2-40B4-BE49-F238E27FC236}">
                          <a16:creationId xmlns:a16="http://schemas.microsoft.com/office/drawing/2014/main" id="{9A522DA8-1279-4985-A58A-81969E9172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6" name="直線コネクタ 124595">
                      <a:extLst>
                        <a:ext uri="{FF2B5EF4-FFF2-40B4-BE49-F238E27FC236}">
                          <a16:creationId xmlns:a16="http://schemas.microsoft.com/office/drawing/2014/main" id="{07558646-C110-4FB6-93AB-C3BBF1C9FC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7" name="直線コネクタ 124596">
                      <a:extLst>
                        <a:ext uri="{FF2B5EF4-FFF2-40B4-BE49-F238E27FC236}">
                          <a16:creationId xmlns:a16="http://schemas.microsoft.com/office/drawing/2014/main" id="{68654183-5C24-431B-9B00-9BD488E60B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8" name="直線コネクタ 124597">
                      <a:extLst>
                        <a:ext uri="{FF2B5EF4-FFF2-40B4-BE49-F238E27FC236}">
                          <a16:creationId xmlns:a16="http://schemas.microsoft.com/office/drawing/2014/main" id="{9CC3D07F-A895-4A21-9759-C2AFD8F82C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9" name="直線コネクタ 124598">
                      <a:extLst>
                        <a:ext uri="{FF2B5EF4-FFF2-40B4-BE49-F238E27FC236}">
                          <a16:creationId xmlns:a16="http://schemas.microsoft.com/office/drawing/2014/main" id="{689B24A9-D9D9-4C81-BFC7-7C192E4E27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0" name="直線コネクタ 124599">
                      <a:extLst>
                        <a:ext uri="{FF2B5EF4-FFF2-40B4-BE49-F238E27FC236}">
                          <a16:creationId xmlns:a16="http://schemas.microsoft.com/office/drawing/2014/main" id="{71597765-A2C2-4115-B3A3-48FC207008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1" name="直線コネクタ 124600">
                      <a:extLst>
                        <a:ext uri="{FF2B5EF4-FFF2-40B4-BE49-F238E27FC236}">
                          <a16:creationId xmlns:a16="http://schemas.microsoft.com/office/drawing/2014/main" id="{2C23E149-69A0-4B91-8370-36C07C68BB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2" name="直線コネクタ 124601">
                      <a:extLst>
                        <a:ext uri="{FF2B5EF4-FFF2-40B4-BE49-F238E27FC236}">
                          <a16:creationId xmlns:a16="http://schemas.microsoft.com/office/drawing/2014/main" id="{9AA8739F-31CC-4F19-9E87-700DD12CD8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3" name="直線コネクタ 124602">
                      <a:extLst>
                        <a:ext uri="{FF2B5EF4-FFF2-40B4-BE49-F238E27FC236}">
                          <a16:creationId xmlns:a16="http://schemas.microsoft.com/office/drawing/2014/main" id="{453DBC56-5453-49F2-A8F9-F6A5879731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4" name="直線コネクタ 124603">
                      <a:extLst>
                        <a:ext uri="{FF2B5EF4-FFF2-40B4-BE49-F238E27FC236}">
                          <a16:creationId xmlns:a16="http://schemas.microsoft.com/office/drawing/2014/main" id="{4C8AB2EC-BFBA-41B3-A6F3-3C8B864789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5" name="直線コネクタ 124604">
                      <a:extLst>
                        <a:ext uri="{FF2B5EF4-FFF2-40B4-BE49-F238E27FC236}">
                          <a16:creationId xmlns:a16="http://schemas.microsoft.com/office/drawing/2014/main" id="{AAEA4723-3C7C-4D6A-9211-C089809910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6" name="直線コネクタ 124605">
                      <a:extLst>
                        <a:ext uri="{FF2B5EF4-FFF2-40B4-BE49-F238E27FC236}">
                          <a16:creationId xmlns:a16="http://schemas.microsoft.com/office/drawing/2014/main" id="{142DC3A6-28F0-44C6-88B1-D88BC0569D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7" name="直線コネクタ 124606">
                      <a:extLst>
                        <a:ext uri="{FF2B5EF4-FFF2-40B4-BE49-F238E27FC236}">
                          <a16:creationId xmlns:a16="http://schemas.microsoft.com/office/drawing/2014/main" id="{E2EC326A-7014-48E5-A4EF-251ADD56F1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8" name="直線コネクタ 124607">
                      <a:extLst>
                        <a:ext uri="{FF2B5EF4-FFF2-40B4-BE49-F238E27FC236}">
                          <a16:creationId xmlns:a16="http://schemas.microsoft.com/office/drawing/2014/main" id="{CF01C8BF-22D8-4EB9-8B79-34C077B72E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09" name="直線コネクタ 124608">
                      <a:extLst>
                        <a:ext uri="{FF2B5EF4-FFF2-40B4-BE49-F238E27FC236}">
                          <a16:creationId xmlns:a16="http://schemas.microsoft.com/office/drawing/2014/main" id="{26FE2376-E34A-4DD2-967A-53EC1A6325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0" name="直線コネクタ 124609">
                      <a:extLst>
                        <a:ext uri="{FF2B5EF4-FFF2-40B4-BE49-F238E27FC236}">
                          <a16:creationId xmlns:a16="http://schemas.microsoft.com/office/drawing/2014/main" id="{691F8C05-CB97-468A-8567-77F90FB99E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1" name="直線コネクタ 124610">
                      <a:extLst>
                        <a:ext uri="{FF2B5EF4-FFF2-40B4-BE49-F238E27FC236}">
                          <a16:creationId xmlns:a16="http://schemas.microsoft.com/office/drawing/2014/main" id="{E51EEB50-62EA-4EB4-A982-BAB86E8C72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2" name="直線コネクタ 124611">
                      <a:extLst>
                        <a:ext uri="{FF2B5EF4-FFF2-40B4-BE49-F238E27FC236}">
                          <a16:creationId xmlns:a16="http://schemas.microsoft.com/office/drawing/2014/main" id="{79A78AED-D45A-404F-8B7F-9CCF4C369E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3" name="直線コネクタ 124612">
                      <a:extLst>
                        <a:ext uri="{FF2B5EF4-FFF2-40B4-BE49-F238E27FC236}">
                          <a16:creationId xmlns:a16="http://schemas.microsoft.com/office/drawing/2014/main" id="{FF9AD917-580A-4883-8AB2-9B124720B1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4" name="直線コネクタ 124613">
                      <a:extLst>
                        <a:ext uri="{FF2B5EF4-FFF2-40B4-BE49-F238E27FC236}">
                          <a16:creationId xmlns:a16="http://schemas.microsoft.com/office/drawing/2014/main" id="{E935F95F-8B62-41DF-A0F7-5B9A6C8BCF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5" name="直線コネクタ 124614">
                      <a:extLst>
                        <a:ext uri="{FF2B5EF4-FFF2-40B4-BE49-F238E27FC236}">
                          <a16:creationId xmlns:a16="http://schemas.microsoft.com/office/drawing/2014/main" id="{85066849-B49E-4F77-A96F-8B0D3A0709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6" name="直線コネクタ 124615">
                      <a:extLst>
                        <a:ext uri="{FF2B5EF4-FFF2-40B4-BE49-F238E27FC236}">
                          <a16:creationId xmlns:a16="http://schemas.microsoft.com/office/drawing/2014/main" id="{B0E81D57-D206-428B-B9C4-FABB525CC6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7" name="直線コネクタ 124616">
                      <a:extLst>
                        <a:ext uri="{FF2B5EF4-FFF2-40B4-BE49-F238E27FC236}">
                          <a16:creationId xmlns:a16="http://schemas.microsoft.com/office/drawing/2014/main" id="{C2D391D6-67E1-4854-8F4D-0E7DA36137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8" name="直線コネクタ 124617">
                      <a:extLst>
                        <a:ext uri="{FF2B5EF4-FFF2-40B4-BE49-F238E27FC236}">
                          <a16:creationId xmlns:a16="http://schemas.microsoft.com/office/drawing/2014/main" id="{8735E21B-AA6B-4502-8E72-61C5FA58F0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19" name="直線コネクタ 124618">
                      <a:extLst>
                        <a:ext uri="{FF2B5EF4-FFF2-40B4-BE49-F238E27FC236}">
                          <a16:creationId xmlns:a16="http://schemas.microsoft.com/office/drawing/2014/main" id="{5C8B7E41-5A7A-4179-A220-EB122B0615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0" name="直線コネクタ 124619">
                      <a:extLst>
                        <a:ext uri="{FF2B5EF4-FFF2-40B4-BE49-F238E27FC236}">
                          <a16:creationId xmlns:a16="http://schemas.microsoft.com/office/drawing/2014/main" id="{76040C60-AAE1-4949-9F60-392AE20C50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1" name="直線コネクタ 124620">
                      <a:extLst>
                        <a:ext uri="{FF2B5EF4-FFF2-40B4-BE49-F238E27FC236}">
                          <a16:creationId xmlns:a16="http://schemas.microsoft.com/office/drawing/2014/main" id="{1DEA5D00-8511-45FA-97FA-0863E96009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2" name="直線コネクタ 124621">
                      <a:extLst>
                        <a:ext uri="{FF2B5EF4-FFF2-40B4-BE49-F238E27FC236}">
                          <a16:creationId xmlns:a16="http://schemas.microsoft.com/office/drawing/2014/main" id="{A70CBCCB-A930-4084-963B-CD6F28C42F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3" name="直線コネクタ 124622">
                      <a:extLst>
                        <a:ext uri="{FF2B5EF4-FFF2-40B4-BE49-F238E27FC236}">
                          <a16:creationId xmlns:a16="http://schemas.microsoft.com/office/drawing/2014/main" id="{CECC0F05-A5FB-4C40-802E-B98D5CF30B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4" name="直線コネクタ 124623">
                      <a:extLst>
                        <a:ext uri="{FF2B5EF4-FFF2-40B4-BE49-F238E27FC236}">
                          <a16:creationId xmlns:a16="http://schemas.microsoft.com/office/drawing/2014/main" id="{7D5876E0-24B5-4725-A6AE-ADA0B56248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5" name="直線コネクタ 124624">
                      <a:extLst>
                        <a:ext uri="{FF2B5EF4-FFF2-40B4-BE49-F238E27FC236}">
                          <a16:creationId xmlns:a16="http://schemas.microsoft.com/office/drawing/2014/main" id="{041C4527-3BBE-4B40-8F7A-CDB42025F1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6" name="直線コネクタ 124625">
                      <a:extLst>
                        <a:ext uri="{FF2B5EF4-FFF2-40B4-BE49-F238E27FC236}">
                          <a16:creationId xmlns:a16="http://schemas.microsoft.com/office/drawing/2014/main" id="{079A9CBA-8182-4D3A-A762-C2FA4A1EA5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7" name="直線コネクタ 124626">
                      <a:extLst>
                        <a:ext uri="{FF2B5EF4-FFF2-40B4-BE49-F238E27FC236}">
                          <a16:creationId xmlns:a16="http://schemas.microsoft.com/office/drawing/2014/main" id="{3CD1BF4F-FD01-4663-9228-181FF9B145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8" name="直線コネクタ 124627">
                      <a:extLst>
                        <a:ext uri="{FF2B5EF4-FFF2-40B4-BE49-F238E27FC236}">
                          <a16:creationId xmlns:a16="http://schemas.microsoft.com/office/drawing/2014/main" id="{36599DFB-ED74-4D37-B7E2-D42B9AC802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29" name="直線コネクタ 124628">
                      <a:extLst>
                        <a:ext uri="{FF2B5EF4-FFF2-40B4-BE49-F238E27FC236}">
                          <a16:creationId xmlns:a16="http://schemas.microsoft.com/office/drawing/2014/main" id="{60A68369-63DE-4424-879A-C4AA59213D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0" name="直線コネクタ 124629">
                      <a:extLst>
                        <a:ext uri="{FF2B5EF4-FFF2-40B4-BE49-F238E27FC236}">
                          <a16:creationId xmlns:a16="http://schemas.microsoft.com/office/drawing/2014/main" id="{D8C40246-307A-438F-AF1A-0D4E3E58FA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1" name="直線コネクタ 124630">
                      <a:extLst>
                        <a:ext uri="{FF2B5EF4-FFF2-40B4-BE49-F238E27FC236}">
                          <a16:creationId xmlns:a16="http://schemas.microsoft.com/office/drawing/2014/main" id="{D130AE57-38E8-409F-A4C7-20CEDA7943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2" name="直線コネクタ 124631">
                      <a:extLst>
                        <a:ext uri="{FF2B5EF4-FFF2-40B4-BE49-F238E27FC236}">
                          <a16:creationId xmlns:a16="http://schemas.microsoft.com/office/drawing/2014/main" id="{D62F3045-AA40-4EE4-BA07-A2326DA556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633" name="直線コネクタ 124632">
                      <a:extLst>
                        <a:ext uri="{FF2B5EF4-FFF2-40B4-BE49-F238E27FC236}">
                          <a16:creationId xmlns:a16="http://schemas.microsoft.com/office/drawing/2014/main" id="{D8DAA44B-2A1E-41F4-9C18-A2CC65E18B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488" name="グループ化 124487">
                    <a:extLst>
                      <a:ext uri="{FF2B5EF4-FFF2-40B4-BE49-F238E27FC236}">
                        <a16:creationId xmlns:a16="http://schemas.microsoft.com/office/drawing/2014/main" id="{A5F95ED3-9349-4DCC-B6B0-7895BB2DBBF4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550" name="直線コネクタ 124549">
                      <a:extLst>
                        <a:ext uri="{FF2B5EF4-FFF2-40B4-BE49-F238E27FC236}">
                          <a16:creationId xmlns:a16="http://schemas.microsoft.com/office/drawing/2014/main" id="{E99973B7-570B-48D5-9FEA-CE06B720D0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1" name="直線コネクタ 124550">
                      <a:extLst>
                        <a:ext uri="{FF2B5EF4-FFF2-40B4-BE49-F238E27FC236}">
                          <a16:creationId xmlns:a16="http://schemas.microsoft.com/office/drawing/2014/main" id="{43598820-B2A3-4BF5-BC68-C4807A9671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2" name="直線コネクタ 124551">
                      <a:extLst>
                        <a:ext uri="{FF2B5EF4-FFF2-40B4-BE49-F238E27FC236}">
                          <a16:creationId xmlns:a16="http://schemas.microsoft.com/office/drawing/2014/main" id="{87191CE5-5113-4B5C-9416-2201189CB6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3" name="直線コネクタ 124552">
                      <a:extLst>
                        <a:ext uri="{FF2B5EF4-FFF2-40B4-BE49-F238E27FC236}">
                          <a16:creationId xmlns:a16="http://schemas.microsoft.com/office/drawing/2014/main" id="{B1A4A7E7-B61E-4818-BA59-198566D3CB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4" name="直線コネクタ 124553">
                      <a:extLst>
                        <a:ext uri="{FF2B5EF4-FFF2-40B4-BE49-F238E27FC236}">
                          <a16:creationId xmlns:a16="http://schemas.microsoft.com/office/drawing/2014/main" id="{EE8FB631-EE89-4FAB-A7FE-A2C498CAA8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5" name="直線コネクタ 124554">
                      <a:extLst>
                        <a:ext uri="{FF2B5EF4-FFF2-40B4-BE49-F238E27FC236}">
                          <a16:creationId xmlns:a16="http://schemas.microsoft.com/office/drawing/2014/main" id="{FA01188D-71D6-4384-B405-7F557CC803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6" name="直線コネクタ 124555">
                      <a:extLst>
                        <a:ext uri="{FF2B5EF4-FFF2-40B4-BE49-F238E27FC236}">
                          <a16:creationId xmlns:a16="http://schemas.microsoft.com/office/drawing/2014/main" id="{36C89EB5-8E77-4788-B1EE-07372920A9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7" name="直線コネクタ 124556">
                      <a:extLst>
                        <a:ext uri="{FF2B5EF4-FFF2-40B4-BE49-F238E27FC236}">
                          <a16:creationId xmlns:a16="http://schemas.microsoft.com/office/drawing/2014/main" id="{DDF73017-F650-4CD6-A312-2FF4910953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8" name="直線コネクタ 124557">
                      <a:extLst>
                        <a:ext uri="{FF2B5EF4-FFF2-40B4-BE49-F238E27FC236}">
                          <a16:creationId xmlns:a16="http://schemas.microsoft.com/office/drawing/2014/main" id="{7B025836-FC01-41C1-BF97-143212C1A5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59" name="直線コネクタ 124558">
                      <a:extLst>
                        <a:ext uri="{FF2B5EF4-FFF2-40B4-BE49-F238E27FC236}">
                          <a16:creationId xmlns:a16="http://schemas.microsoft.com/office/drawing/2014/main" id="{383AEA34-57C3-489C-A54B-16A0DA6C7E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0" name="直線コネクタ 124559">
                      <a:extLst>
                        <a:ext uri="{FF2B5EF4-FFF2-40B4-BE49-F238E27FC236}">
                          <a16:creationId xmlns:a16="http://schemas.microsoft.com/office/drawing/2014/main" id="{3F4F85CA-5B93-4574-BCEE-311C9FCD44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1" name="直線コネクタ 124560">
                      <a:extLst>
                        <a:ext uri="{FF2B5EF4-FFF2-40B4-BE49-F238E27FC236}">
                          <a16:creationId xmlns:a16="http://schemas.microsoft.com/office/drawing/2014/main" id="{898160F1-787F-4EE0-B020-401E7CF168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2" name="直線コネクタ 124561">
                      <a:extLst>
                        <a:ext uri="{FF2B5EF4-FFF2-40B4-BE49-F238E27FC236}">
                          <a16:creationId xmlns:a16="http://schemas.microsoft.com/office/drawing/2014/main" id="{EB9382E2-E113-4B90-9512-E2EE5ED70C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3" name="直線コネクタ 124562">
                      <a:extLst>
                        <a:ext uri="{FF2B5EF4-FFF2-40B4-BE49-F238E27FC236}">
                          <a16:creationId xmlns:a16="http://schemas.microsoft.com/office/drawing/2014/main" id="{1AD13764-3A2A-4F1B-B44B-68CCD32241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4" name="直線コネクタ 124563">
                      <a:extLst>
                        <a:ext uri="{FF2B5EF4-FFF2-40B4-BE49-F238E27FC236}">
                          <a16:creationId xmlns:a16="http://schemas.microsoft.com/office/drawing/2014/main" id="{1775D722-731F-4C4C-B6EE-1F672F0AF3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5" name="直線コネクタ 124564">
                      <a:extLst>
                        <a:ext uri="{FF2B5EF4-FFF2-40B4-BE49-F238E27FC236}">
                          <a16:creationId xmlns:a16="http://schemas.microsoft.com/office/drawing/2014/main" id="{67B177D7-52B5-46EF-802F-AE85FF50B0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6" name="直線コネクタ 124565">
                      <a:extLst>
                        <a:ext uri="{FF2B5EF4-FFF2-40B4-BE49-F238E27FC236}">
                          <a16:creationId xmlns:a16="http://schemas.microsoft.com/office/drawing/2014/main" id="{3CD1F3C9-E489-4E12-B40A-B627A36644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7" name="直線コネクタ 124566">
                      <a:extLst>
                        <a:ext uri="{FF2B5EF4-FFF2-40B4-BE49-F238E27FC236}">
                          <a16:creationId xmlns:a16="http://schemas.microsoft.com/office/drawing/2014/main" id="{55FD8AFE-2CD5-4873-9C25-01DA2A1E05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8" name="直線コネクタ 124567">
                      <a:extLst>
                        <a:ext uri="{FF2B5EF4-FFF2-40B4-BE49-F238E27FC236}">
                          <a16:creationId xmlns:a16="http://schemas.microsoft.com/office/drawing/2014/main" id="{AB8B7C66-8991-46A2-A360-AA67CAE275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69" name="直線コネクタ 124568">
                      <a:extLst>
                        <a:ext uri="{FF2B5EF4-FFF2-40B4-BE49-F238E27FC236}">
                          <a16:creationId xmlns:a16="http://schemas.microsoft.com/office/drawing/2014/main" id="{796974EB-39A1-4207-8CB1-55680FB3CD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0" name="直線コネクタ 124569">
                      <a:extLst>
                        <a:ext uri="{FF2B5EF4-FFF2-40B4-BE49-F238E27FC236}">
                          <a16:creationId xmlns:a16="http://schemas.microsoft.com/office/drawing/2014/main" id="{06268A9D-AFF8-4BA6-BA11-0A27E654C4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1" name="直線コネクタ 124570">
                      <a:extLst>
                        <a:ext uri="{FF2B5EF4-FFF2-40B4-BE49-F238E27FC236}">
                          <a16:creationId xmlns:a16="http://schemas.microsoft.com/office/drawing/2014/main" id="{DBEBAD4E-C0CB-4FB3-AD8F-FC941A3E46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2" name="直線コネクタ 124571">
                      <a:extLst>
                        <a:ext uri="{FF2B5EF4-FFF2-40B4-BE49-F238E27FC236}">
                          <a16:creationId xmlns:a16="http://schemas.microsoft.com/office/drawing/2014/main" id="{20E5330B-56D2-4982-84CB-F5C0F92A34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3" name="直線コネクタ 124572">
                      <a:extLst>
                        <a:ext uri="{FF2B5EF4-FFF2-40B4-BE49-F238E27FC236}">
                          <a16:creationId xmlns:a16="http://schemas.microsoft.com/office/drawing/2014/main" id="{BB53A359-7CFF-4263-A204-E923E6A4D4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4" name="直線コネクタ 124573">
                      <a:extLst>
                        <a:ext uri="{FF2B5EF4-FFF2-40B4-BE49-F238E27FC236}">
                          <a16:creationId xmlns:a16="http://schemas.microsoft.com/office/drawing/2014/main" id="{EC9885BD-927D-4F1B-B4DB-517010AD28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5" name="直線コネクタ 124574">
                      <a:extLst>
                        <a:ext uri="{FF2B5EF4-FFF2-40B4-BE49-F238E27FC236}">
                          <a16:creationId xmlns:a16="http://schemas.microsoft.com/office/drawing/2014/main" id="{D1E9C415-67E2-459D-A58A-ED65639F4F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6" name="直線コネクタ 124575">
                      <a:extLst>
                        <a:ext uri="{FF2B5EF4-FFF2-40B4-BE49-F238E27FC236}">
                          <a16:creationId xmlns:a16="http://schemas.microsoft.com/office/drawing/2014/main" id="{23159195-1AE9-4926-B74F-7D6D771E07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7" name="直線コネクタ 124576">
                      <a:extLst>
                        <a:ext uri="{FF2B5EF4-FFF2-40B4-BE49-F238E27FC236}">
                          <a16:creationId xmlns:a16="http://schemas.microsoft.com/office/drawing/2014/main" id="{7DD26AD4-8FD2-4DC5-B8BD-6C9FE9BAE1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8" name="直線コネクタ 124577">
                      <a:extLst>
                        <a:ext uri="{FF2B5EF4-FFF2-40B4-BE49-F238E27FC236}">
                          <a16:creationId xmlns:a16="http://schemas.microsoft.com/office/drawing/2014/main" id="{925C0ACA-E531-4E65-9906-CD1CCE881A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79" name="直線コネクタ 124578">
                      <a:extLst>
                        <a:ext uri="{FF2B5EF4-FFF2-40B4-BE49-F238E27FC236}">
                          <a16:creationId xmlns:a16="http://schemas.microsoft.com/office/drawing/2014/main" id="{7238EDCA-9C11-40C3-A1F3-F8E14303E1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0" name="直線コネクタ 124579">
                      <a:extLst>
                        <a:ext uri="{FF2B5EF4-FFF2-40B4-BE49-F238E27FC236}">
                          <a16:creationId xmlns:a16="http://schemas.microsoft.com/office/drawing/2014/main" id="{0F5DC9D5-7206-4DA0-9E73-4CC14B40A5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1" name="直線コネクタ 124580">
                      <a:extLst>
                        <a:ext uri="{FF2B5EF4-FFF2-40B4-BE49-F238E27FC236}">
                          <a16:creationId xmlns:a16="http://schemas.microsoft.com/office/drawing/2014/main" id="{8A810F7D-8FBE-462A-A154-D49ECB0D6B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2" name="直線コネクタ 124581">
                      <a:extLst>
                        <a:ext uri="{FF2B5EF4-FFF2-40B4-BE49-F238E27FC236}">
                          <a16:creationId xmlns:a16="http://schemas.microsoft.com/office/drawing/2014/main" id="{AEAD7A17-2A32-4C6C-BAAD-5104B9C6BB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3" name="直線コネクタ 124582">
                      <a:extLst>
                        <a:ext uri="{FF2B5EF4-FFF2-40B4-BE49-F238E27FC236}">
                          <a16:creationId xmlns:a16="http://schemas.microsoft.com/office/drawing/2014/main" id="{BC15B3F5-FA95-4E0C-8CAF-A855A6881B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4" name="直線コネクタ 124583">
                      <a:extLst>
                        <a:ext uri="{FF2B5EF4-FFF2-40B4-BE49-F238E27FC236}">
                          <a16:creationId xmlns:a16="http://schemas.microsoft.com/office/drawing/2014/main" id="{1CB568A9-657D-4AB3-AF17-AE1EBDD089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5" name="直線コネクタ 124584">
                      <a:extLst>
                        <a:ext uri="{FF2B5EF4-FFF2-40B4-BE49-F238E27FC236}">
                          <a16:creationId xmlns:a16="http://schemas.microsoft.com/office/drawing/2014/main" id="{698BC55F-D93C-42DA-9F02-48FA1C194A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6" name="直線コネクタ 124585">
                      <a:extLst>
                        <a:ext uri="{FF2B5EF4-FFF2-40B4-BE49-F238E27FC236}">
                          <a16:creationId xmlns:a16="http://schemas.microsoft.com/office/drawing/2014/main" id="{834DF064-2D84-4525-AF55-58DD340AD4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7" name="直線コネクタ 124586">
                      <a:extLst>
                        <a:ext uri="{FF2B5EF4-FFF2-40B4-BE49-F238E27FC236}">
                          <a16:creationId xmlns:a16="http://schemas.microsoft.com/office/drawing/2014/main" id="{1E581ED4-36FD-4914-8924-02A557BBC1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8" name="直線コネクタ 124587">
                      <a:extLst>
                        <a:ext uri="{FF2B5EF4-FFF2-40B4-BE49-F238E27FC236}">
                          <a16:creationId xmlns:a16="http://schemas.microsoft.com/office/drawing/2014/main" id="{63479AC1-A4DD-4AE9-9E21-4F6BEB2386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89" name="直線コネクタ 124588">
                      <a:extLst>
                        <a:ext uri="{FF2B5EF4-FFF2-40B4-BE49-F238E27FC236}">
                          <a16:creationId xmlns:a16="http://schemas.microsoft.com/office/drawing/2014/main" id="{6A0D8563-C99E-408C-AE25-9C06ADA677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0" name="直線コネクタ 124589">
                      <a:extLst>
                        <a:ext uri="{FF2B5EF4-FFF2-40B4-BE49-F238E27FC236}">
                          <a16:creationId xmlns:a16="http://schemas.microsoft.com/office/drawing/2014/main" id="{5A8475A2-1A46-48BF-869F-1DC10A4C8B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91" name="直線コネクタ 124590">
                      <a:extLst>
                        <a:ext uri="{FF2B5EF4-FFF2-40B4-BE49-F238E27FC236}">
                          <a16:creationId xmlns:a16="http://schemas.microsoft.com/office/drawing/2014/main" id="{9300C335-08A2-4087-85DE-E9A5B4B41B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489" name="グループ化 124488">
                    <a:extLst>
                      <a:ext uri="{FF2B5EF4-FFF2-40B4-BE49-F238E27FC236}">
                        <a16:creationId xmlns:a16="http://schemas.microsoft.com/office/drawing/2014/main" id="{24790F4C-A328-4278-8A71-EFB58202430C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542" name="直線コネクタ 124541">
                      <a:extLst>
                        <a:ext uri="{FF2B5EF4-FFF2-40B4-BE49-F238E27FC236}">
                          <a16:creationId xmlns:a16="http://schemas.microsoft.com/office/drawing/2014/main" id="{0ACEC837-8440-4DC0-9579-626BF43CBD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3" name="直線コネクタ 124542">
                      <a:extLst>
                        <a:ext uri="{FF2B5EF4-FFF2-40B4-BE49-F238E27FC236}">
                          <a16:creationId xmlns:a16="http://schemas.microsoft.com/office/drawing/2014/main" id="{D5917C65-1A71-40C1-A6C4-B1DB395D6C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4" name="直線コネクタ 124543">
                      <a:extLst>
                        <a:ext uri="{FF2B5EF4-FFF2-40B4-BE49-F238E27FC236}">
                          <a16:creationId xmlns:a16="http://schemas.microsoft.com/office/drawing/2014/main" id="{400630AC-3E5C-4409-82DC-D281F6073F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5" name="直線コネクタ 124544">
                      <a:extLst>
                        <a:ext uri="{FF2B5EF4-FFF2-40B4-BE49-F238E27FC236}">
                          <a16:creationId xmlns:a16="http://schemas.microsoft.com/office/drawing/2014/main" id="{1A578A2C-57DC-4D48-A672-D919566C23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6" name="直線コネクタ 124545">
                      <a:extLst>
                        <a:ext uri="{FF2B5EF4-FFF2-40B4-BE49-F238E27FC236}">
                          <a16:creationId xmlns:a16="http://schemas.microsoft.com/office/drawing/2014/main" id="{DBA6AAA1-3C1D-4D74-8C58-1D580077D6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7" name="直線コネクタ 124546">
                      <a:extLst>
                        <a:ext uri="{FF2B5EF4-FFF2-40B4-BE49-F238E27FC236}">
                          <a16:creationId xmlns:a16="http://schemas.microsoft.com/office/drawing/2014/main" id="{9A709719-549F-41FA-9BB8-A0683D5B41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8" name="直線コネクタ 124547">
                      <a:extLst>
                        <a:ext uri="{FF2B5EF4-FFF2-40B4-BE49-F238E27FC236}">
                          <a16:creationId xmlns:a16="http://schemas.microsoft.com/office/drawing/2014/main" id="{4F9ACB10-EE30-449E-A5D4-FADC3A562C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9" name="直線コネクタ 124548">
                      <a:extLst>
                        <a:ext uri="{FF2B5EF4-FFF2-40B4-BE49-F238E27FC236}">
                          <a16:creationId xmlns:a16="http://schemas.microsoft.com/office/drawing/2014/main" id="{78E893FA-780F-42AA-9785-6D0D175C37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490" name="グループ化 124489">
                    <a:extLst>
                      <a:ext uri="{FF2B5EF4-FFF2-40B4-BE49-F238E27FC236}">
                        <a16:creationId xmlns:a16="http://schemas.microsoft.com/office/drawing/2014/main" id="{3786A2F5-AA3E-4633-BDD7-EB9C43912E7E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534" name="直線コネクタ 124533">
                      <a:extLst>
                        <a:ext uri="{FF2B5EF4-FFF2-40B4-BE49-F238E27FC236}">
                          <a16:creationId xmlns:a16="http://schemas.microsoft.com/office/drawing/2014/main" id="{B75B51D2-016D-406A-BB9C-4C1C7B18BD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5" name="直線コネクタ 124534">
                      <a:extLst>
                        <a:ext uri="{FF2B5EF4-FFF2-40B4-BE49-F238E27FC236}">
                          <a16:creationId xmlns:a16="http://schemas.microsoft.com/office/drawing/2014/main" id="{BB5F709E-45EF-40C0-939B-58714155B2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6" name="直線コネクタ 124535">
                      <a:extLst>
                        <a:ext uri="{FF2B5EF4-FFF2-40B4-BE49-F238E27FC236}">
                          <a16:creationId xmlns:a16="http://schemas.microsoft.com/office/drawing/2014/main" id="{FC8FA73E-7173-4ADA-94E2-17AF5B6CA1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7" name="直線コネクタ 124536">
                      <a:extLst>
                        <a:ext uri="{FF2B5EF4-FFF2-40B4-BE49-F238E27FC236}">
                          <a16:creationId xmlns:a16="http://schemas.microsoft.com/office/drawing/2014/main" id="{8D2F453E-7539-46C8-BF0E-80B88955B1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8" name="直線コネクタ 124537">
                      <a:extLst>
                        <a:ext uri="{FF2B5EF4-FFF2-40B4-BE49-F238E27FC236}">
                          <a16:creationId xmlns:a16="http://schemas.microsoft.com/office/drawing/2014/main" id="{42A5C46C-9BFC-4AC5-B0E3-B290FCF85A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9" name="直線コネクタ 124538">
                      <a:extLst>
                        <a:ext uri="{FF2B5EF4-FFF2-40B4-BE49-F238E27FC236}">
                          <a16:creationId xmlns:a16="http://schemas.microsoft.com/office/drawing/2014/main" id="{EC77AA5D-C018-4C19-BED8-FCB0315970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0" name="直線コネクタ 124539">
                      <a:extLst>
                        <a:ext uri="{FF2B5EF4-FFF2-40B4-BE49-F238E27FC236}">
                          <a16:creationId xmlns:a16="http://schemas.microsoft.com/office/drawing/2014/main" id="{7430D548-5D65-4B2A-B9E5-030FD0892D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41" name="直線コネクタ 124540">
                      <a:extLst>
                        <a:ext uri="{FF2B5EF4-FFF2-40B4-BE49-F238E27FC236}">
                          <a16:creationId xmlns:a16="http://schemas.microsoft.com/office/drawing/2014/main" id="{8CEDCA9A-CD25-4A6B-AAA8-C1EB4FD611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491" name="グループ化 124490">
                    <a:extLst>
                      <a:ext uri="{FF2B5EF4-FFF2-40B4-BE49-F238E27FC236}">
                        <a16:creationId xmlns:a16="http://schemas.microsoft.com/office/drawing/2014/main" id="{7F09C272-ED36-4459-866B-E5C2578DC88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492" name="直線コネクタ 124491">
                      <a:extLst>
                        <a:ext uri="{FF2B5EF4-FFF2-40B4-BE49-F238E27FC236}">
                          <a16:creationId xmlns:a16="http://schemas.microsoft.com/office/drawing/2014/main" id="{7567DF55-6802-4903-ACC9-E3E244E562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493" name="直線コネクタ 124492">
                      <a:extLst>
                        <a:ext uri="{FF2B5EF4-FFF2-40B4-BE49-F238E27FC236}">
                          <a16:creationId xmlns:a16="http://schemas.microsoft.com/office/drawing/2014/main" id="{1036840A-E4CD-45F1-97CC-A84F076C25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494" name="直線コネクタ 124493">
                      <a:extLst>
                        <a:ext uri="{FF2B5EF4-FFF2-40B4-BE49-F238E27FC236}">
                          <a16:creationId xmlns:a16="http://schemas.microsoft.com/office/drawing/2014/main" id="{76D463F8-FCF8-4A65-8706-A30C84001A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495" name="直線コネクタ 124494">
                      <a:extLst>
                        <a:ext uri="{FF2B5EF4-FFF2-40B4-BE49-F238E27FC236}">
                          <a16:creationId xmlns:a16="http://schemas.microsoft.com/office/drawing/2014/main" id="{38A0F55E-6365-4505-932D-8E12E59AD1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496" name="直線コネクタ 124495">
                      <a:extLst>
                        <a:ext uri="{FF2B5EF4-FFF2-40B4-BE49-F238E27FC236}">
                          <a16:creationId xmlns:a16="http://schemas.microsoft.com/office/drawing/2014/main" id="{982E0EC0-BA8C-4063-8F1A-36D1CED7C2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497" name="直線コネクタ 124496">
                      <a:extLst>
                        <a:ext uri="{FF2B5EF4-FFF2-40B4-BE49-F238E27FC236}">
                          <a16:creationId xmlns:a16="http://schemas.microsoft.com/office/drawing/2014/main" id="{5D1F5BD5-56E3-4383-A7D3-6B31442B4A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498" name="直線コネクタ 124497">
                      <a:extLst>
                        <a:ext uri="{FF2B5EF4-FFF2-40B4-BE49-F238E27FC236}">
                          <a16:creationId xmlns:a16="http://schemas.microsoft.com/office/drawing/2014/main" id="{D615A259-6E02-417E-95F8-AA259337AC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499" name="直線コネクタ 124498">
                      <a:extLst>
                        <a:ext uri="{FF2B5EF4-FFF2-40B4-BE49-F238E27FC236}">
                          <a16:creationId xmlns:a16="http://schemas.microsoft.com/office/drawing/2014/main" id="{87B2CBD7-E6D9-4811-A6D4-2D0FE8D796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0" name="直線コネクタ 124499">
                      <a:extLst>
                        <a:ext uri="{FF2B5EF4-FFF2-40B4-BE49-F238E27FC236}">
                          <a16:creationId xmlns:a16="http://schemas.microsoft.com/office/drawing/2014/main" id="{ED4B934D-4D57-4980-8E87-ECB1883B20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1" name="直線コネクタ 124500">
                      <a:extLst>
                        <a:ext uri="{FF2B5EF4-FFF2-40B4-BE49-F238E27FC236}">
                          <a16:creationId xmlns:a16="http://schemas.microsoft.com/office/drawing/2014/main" id="{4C647980-C91C-4EB8-9692-7E4177129F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2" name="直線コネクタ 124501">
                      <a:extLst>
                        <a:ext uri="{FF2B5EF4-FFF2-40B4-BE49-F238E27FC236}">
                          <a16:creationId xmlns:a16="http://schemas.microsoft.com/office/drawing/2014/main" id="{B0572883-F461-4D90-AFFD-52E58983CA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3" name="直線コネクタ 124502">
                      <a:extLst>
                        <a:ext uri="{FF2B5EF4-FFF2-40B4-BE49-F238E27FC236}">
                          <a16:creationId xmlns:a16="http://schemas.microsoft.com/office/drawing/2014/main" id="{E1A74F0A-D311-49A1-B227-3BED7D9C17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4" name="直線コネクタ 124503">
                      <a:extLst>
                        <a:ext uri="{FF2B5EF4-FFF2-40B4-BE49-F238E27FC236}">
                          <a16:creationId xmlns:a16="http://schemas.microsoft.com/office/drawing/2014/main" id="{46BEF84E-B241-4D0B-AA4A-01497FEFDA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5" name="直線コネクタ 124504">
                      <a:extLst>
                        <a:ext uri="{FF2B5EF4-FFF2-40B4-BE49-F238E27FC236}">
                          <a16:creationId xmlns:a16="http://schemas.microsoft.com/office/drawing/2014/main" id="{5F928108-915A-4C89-BE0A-300028C085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6" name="直線コネクタ 124505">
                      <a:extLst>
                        <a:ext uri="{FF2B5EF4-FFF2-40B4-BE49-F238E27FC236}">
                          <a16:creationId xmlns:a16="http://schemas.microsoft.com/office/drawing/2014/main" id="{B000A5E0-5DA3-4360-82AC-3E59615CE5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7" name="直線コネクタ 124506">
                      <a:extLst>
                        <a:ext uri="{FF2B5EF4-FFF2-40B4-BE49-F238E27FC236}">
                          <a16:creationId xmlns:a16="http://schemas.microsoft.com/office/drawing/2014/main" id="{05E002D8-C4E8-45F4-A9ED-446CA5D781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8" name="直線コネクタ 124507">
                      <a:extLst>
                        <a:ext uri="{FF2B5EF4-FFF2-40B4-BE49-F238E27FC236}">
                          <a16:creationId xmlns:a16="http://schemas.microsoft.com/office/drawing/2014/main" id="{43D0BD71-F2D6-4252-AFD7-630B58E30D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09" name="直線コネクタ 124508">
                      <a:extLst>
                        <a:ext uri="{FF2B5EF4-FFF2-40B4-BE49-F238E27FC236}">
                          <a16:creationId xmlns:a16="http://schemas.microsoft.com/office/drawing/2014/main" id="{5C4AD243-7526-4488-9C99-279748FDA3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0" name="直線コネクタ 124509">
                      <a:extLst>
                        <a:ext uri="{FF2B5EF4-FFF2-40B4-BE49-F238E27FC236}">
                          <a16:creationId xmlns:a16="http://schemas.microsoft.com/office/drawing/2014/main" id="{A7075049-18C4-4085-A026-CC3CE5B117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1" name="直線コネクタ 124510">
                      <a:extLst>
                        <a:ext uri="{FF2B5EF4-FFF2-40B4-BE49-F238E27FC236}">
                          <a16:creationId xmlns:a16="http://schemas.microsoft.com/office/drawing/2014/main" id="{8F1C2576-33F7-4DA6-A9EF-3D1DD5531E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2" name="直線コネクタ 124511">
                      <a:extLst>
                        <a:ext uri="{FF2B5EF4-FFF2-40B4-BE49-F238E27FC236}">
                          <a16:creationId xmlns:a16="http://schemas.microsoft.com/office/drawing/2014/main" id="{CB26233C-EA65-45D0-820C-A03FFA58FD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3" name="直線コネクタ 124512">
                      <a:extLst>
                        <a:ext uri="{FF2B5EF4-FFF2-40B4-BE49-F238E27FC236}">
                          <a16:creationId xmlns:a16="http://schemas.microsoft.com/office/drawing/2014/main" id="{8585E5A8-EAA6-418E-973E-B6681A8463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4" name="直線コネクタ 124513">
                      <a:extLst>
                        <a:ext uri="{FF2B5EF4-FFF2-40B4-BE49-F238E27FC236}">
                          <a16:creationId xmlns:a16="http://schemas.microsoft.com/office/drawing/2014/main" id="{1EDF3BF2-3D50-476A-8D53-6D9313B7F7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5" name="直線コネクタ 124514">
                      <a:extLst>
                        <a:ext uri="{FF2B5EF4-FFF2-40B4-BE49-F238E27FC236}">
                          <a16:creationId xmlns:a16="http://schemas.microsoft.com/office/drawing/2014/main" id="{DAE50520-B3D1-485E-B107-3C63D81D36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6" name="直線コネクタ 124515">
                      <a:extLst>
                        <a:ext uri="{FF2B5EF4-FFF2-40B4-BE49-F238E27FC236}">
                          <a16:creationId xmlns:a16="http://schemas.microsoft.com/office/drawing/2014/main" id="{D643213B-C1A1-4E20-8132-831020FF0C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7" name="直線コネクタ 124516">
                      <a:extLst>
                        <a:ext uri="{FF2B5EF4-FFF2-40B4-BE49-F238E27FC236}">
                          <a16:creationId xmlns:a16="http://schemas.microsoft.com/office/drawing/2014/main" id="{F93507BC-C747-45E5-8E5F-CE7B3025CC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8" name="直線コネクタ 124517">
                      <a:extLst>
                        <a:ext uri="{FF2B5EF4-FFF2-40B4-BE49-F238E27FC236}">
                          <a16:creationId xmlns:a16="http://schemas.microsoft.com/office/drawing/2014/main" id="{4710C016-AF43-4666-B4A8-898F3A170C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19" name="直線コネクタ 124518">
                      <a:extLst>
                        <a:ext uri="{FF2B5EF4-FFF2-40B4-BE49-F238E27FC236}">
                          <a16:creationId xmlns:a16="http://schemas.microsoft.com/office/drawing/2014/main" id="{8B44CD68-4E31-43DB-841C-99E11FAF42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0" name="直線コネクタ 124519">
                      <a:extLst>
                        <a:ext uri="{FF2B5EF4-FFF2-40B4-BE49-F238E27FC236}">
                          <a16:creationId xmlns:a16="http://schemas.microsoft.com/office/drawing/2014/main" id="{71112133-544C-409B-883F-8A67AE0A1D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1" name="直線コネクタ 124520">
                      <a:extLst>
                        <a:ext uri="{FF2B5EF4-FFF2-40B4-BE49-F238E27FC236}">
                          <a16:creationId xmlns:a16="http://schemas.microsoft.com/office/drawing/2014/main" id="{CD56E021-13F0-4972-BBCD-5ECAC7785D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2" name="直線コネクタ 124521">
                      <a:extLst>
                        <a:ext uri="{FF2B5EF4-FFF2-40B4-BE49-F238E27FC236}">
                          <a16:creationId xmlns:a16="http://schemas.microsoft.com/office/drawing/2014/main" id="{24DAB925-C125-45EA-B49A-D14F146A1E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3" name="直線コネクタ 124522">
                      <a:extLst>
                        <a:ext uri="{FF2B5EF4-FFF2-40B4-BE49-F238E27FC236}">
                          <a16:creationId xmlns:a16="http://schemas.microsoft.com/office/drawing/2014/main" id="{D3D9C69B-248A-4D54-8608-8904C1E83B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4" name="直線コネクタ 124523">
                      <a:extLst>
                        <a:ext uri="{FF2B5EF4-FFF2-40B4-BE49-F238E27FC236}">
                          <a16:creationId xmlns:a16="http://schemas.microsoft.com/office/drawing/2014/main" id="{34887CCF-D85E-406D-9877-1A6CD9D43B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5" name="直線コネクタ 124524">
                      <a:extLst>
                        <a:ext uri="{FF2B5EF4-FFF2-40B4-BE49-F238E27FC236}">
                          <a16:creationId xmlns:a16="http://schemas.microsoft.com/office/drawing/2014/main" id="{419428F4-DB6B-43A9-926D-75BD53EC96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6" name="直線コネクタ 124525">
                      <a:extLst>
                        <a:ext uri="{FF2B5EF4-FFF2-40B4-BE49-F238E27FC236}">
                          <a16:creationId xmlns:a16="http://schemas.microsoft.com/office/drawing/2014/main" id="{FD17D440-6A5A-48A5-9C68-D62629FCD1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7" name="直線コネクタ 124526">
                      <a:extLst>
                        <a:ext uri="{FF2B5EF4-FFF2-40B4-BE49-F238E27FC236}">
                          <a16:creationId xmlns:a16="http://schemas.microsoft.com/office/drawing/2014/main" id="{BDFA4695-E9C4-48B6-BF4B-117401D036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8" name="直線コネクタ 124527">
                      <a:extLst>
                        <a:ext uri="{FF2B5EF4-FFF2-40B4-BE49-F238E27FC236}">
                          <a16:creationId xmlns:a16="http://schemas.microsoft.com/office/drawing/2014/main" id="{BC5CFC4D-CA30-4BCE-83CA-8542C2252A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29" name="直線コネクタ 124528">
                      <a:extLst>
                        <a:ext uri="{FF2B5EF4-FFF2-40B4-BE49-F238E27FC236}">
                          <a16:creationId xmlns:a16="http://schemas.microsoft.com/office/drawing/2014/main" id="{97688E9B-FC20-4BF7-8D59-B2DF27854C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0" name="直線コネクタ 124529">
                      <a:extLst>
                        <a:ext uri="{FF2B5EF4-FFF2-40B4-BE49-F238E27FC236}">
                          <a16:creationId xmlns:a16="http://schemas.microsoft.com/office/drawing/2014/main" id="{6BF5F188-7BCC-4E2B-84FF-AB0C39BC5E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1" name="直線コネクタ 124530">
                      <a:extLst>
                        <a:ext uri="{FF2B5EF4-FFF2-40B4-BE49-F238E27FC236}">
                          <a16:creationId xmlns:a16="http://schemas.microsoft.com/office/drawing/2014/main" id="{6B4CE51B-82E4-4683-866F-042FFAE2D2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2" name="直線コネクタ 124531">
                      <a:extLst>
                        <a:ext uri="{FF2B5EF4-FFF2-40B4-BE49-F238E27FC236}">
                          <a16:creationId xmlns:a16="http://schemas.microsoft.com/office/drawing/2014/main" id="{8C5D4702-6D1F-45FD-9D45-56D34CC471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533" name="直線コネクタ 124532">
                      <a:extLst>
                        <a:ext uri="{FF2B5EF4-FFF2-40B4-BE49-F238E27FC236}">
                          <a16:creationId xmlns:a16="http://schemas.microsoft.com/office/drawing/2014/main" id="{1B6AB280-F213-45CD-825E-9296F8E6D3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62" name="グループ化 123161">
                  <a:extLst>
                    <a:ext uri="{FF2B5EF4-FFF2-40B4-BE49-F238E27FC236}">
                      <a16:creationId xmlns:a16="http://schemas.microsoft.com/office/drawing/2014/main" id="{9D8CAA70-645D-4949-AC68-7ED8E9E7FD8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85490" y="5385481"/>
                  <a:ext cx="28783" cy="28800"/>
                  <a:chOff x="4287481" y="4286224"/>
                  <a:chExt cx="2227978" cy="2229219"/>
                </a:xfrm>
              </p:grpSpPr>
              <p:cxnSp>
                <p:nvCxnSpPr>
                  <p:cNvPr id="123933" name="直線コネクタ 123932">
                    <a:extLst>
                      <a:ext uri="{FF2B5EF4-FFF2-40B4-BE49-F238E27FC236}">
                        <a16:creationId xmlns:a16="http://schemas.microsoft.com/office/drawing/2014/main" id="{8A95C69C-9B05-4D36-B7D5-BE8C8C0A30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34" name="直線コネクタ 123933">
                    <a:extLst>
                      <a:ext uri="{FF2B5EF4-FFF2-40B4-BE49-F238E27FC236}">
                        <a16:creationId xmlns:a16="http://schemas.microsoft.com/office/drawing/2014/main" id="{AC5A7BA9-179B-4BD7-A54D-90FA18E244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35" name="直線コネクタ 123934">
                    <a:extLst>
                      <a:ext uri="{FF2B5EF4-FFF2-40B4-BE49-F238E27FC236}">
                        <a16:creationId xmlns:a16="http://schemas.microsoft.com/office/drawing/2014/main" id="{E91BBB33-2A05-40F1-9D3E-54C10C17F2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36" name="直線コネクタ 123935">
                    <a:extLst>
                      <a:ext uri="{FF2B5EF4-FFF2-40B4-BE49-F238E27FC236}">
                        <a16:creationId xmlns:a16="http://schemas.microsoft.com/office/drawing/2014/main" id="{FDBFEFA6-2B9D-4EFF-A6E6-C37886E078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37" name="直線コネクタ 123936">
                    <a:extLst>
                      <a:ext uri="{FF2B5EF4-FFF2-40B4-BE49-F238E27FC236}">
                        <a16:creationId xmlns:a16="http://schemas.microsoft.com/office/drawing/2014/main" id="{5E73CFBD-0A16-4BB3-8B92-E1969B722F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38" name="直線コネクタ 123937">
                    <a:extLst>
                      <a:ext uri="{FF2B5EF4-FFF2-40B4-BE49-F238E27FC236}">
                        <a16:creationId xmlns:a16="http://schemas.microsoft.com/office/drawing/2014/main" id="{B11C35C1-A065-440D-AA60-6DA7DC7E2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39" name="直線コネクタ 123938">
                    <a:extLst>
                      <a:ext uri="{FF2B5EF4-FFF2-40B4-BE49-F238E27FC236}">
                        <a16:creationId xmlns:a16="http://schemas.microsoft.com/office/drawing/2014/main" id="{F9518E3F-E4B3-4F57-B5FD-7CDC46CCF5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0" name="直線コネクタ 123939">
                    <a:extLst>
                      <a:ext uri="{FF2B5EF4-FFF2-40B4-BE49-F238E27FC236}">
                        <a16:creationId xmlns:a16="http://schemas.microsoft.com/office/drawing/2014/main" id="{2772040E-43CD-4EB6-9955-0F11FBABA9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1" name="直線コネクタ 123940">
                    <a:extLst>
                      <a:ext uri="{FF2B5EF4-FFF2-40B4-BE49-F238E27FC236}">
                        <a16:creationId xmlns:a16="http://schemas.microsoft.com/office/drawing/2014/main" id="{030533A5-9AC4-45FD-93E8-9982A780CC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2" name="直線コネクタ 123941">
                    <a:extLst>
                      <a:ext uri="{FF2B5EF4-FFF2-40B4-BE49-F238E27FC236}">
                        <a16:creationId xmlns:a16="http://schemas.microsoft.com/office/drawing/2014/main" id="{78E02953-F667-44F0-98A9-E6888D1B802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3" name="直線コネクタ 123942">
                    <a:extLst>
                      <a:ext uri="{FF2B5EF4-FFF2-40B4-BE49-F238E27FC236}">
                        <a16:creationId xmlns:a16="http://schemas.microsoft.com/office/drawing/2014/main" id="{5BD34E96-3C12-4EFE-BB96-B22B0BEC47B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4" name="直線コネクタ 123943">
                    <a:extLst>
                      <a:ext uri="{FF2B5EF4-FFF2-40B4-BE49-F238E27FC236}">
                        <a16:creationId xmlns:a16="http://schemas.microsoft.com/office/drawing/2014/main" id="{A6CD25C5-CCCD-4EEF-81AF-7D4E99F4AD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5" name="直線コネクタ 123944">
                    <a:extLst>
                      <a:ext uri="{FF2B5EF4-FFF2-40B4-BE49-F238E27FC236}">
                        <a16:creationId xmlns:a16="http://schemas.microsoft.com/office/drawing/2014/main" id="{6CCFF890-BFE8-4214-87CA-4DA9D2158AC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6" name="直線コネクタ 123945">
                    <a:extLst>
                      <a:ext uri="{FF2B5EF4-FFF2-40B4-BE49-F238E27FC236}">
                        <a16:creationId xmlns:a16="http://schemas.microsoft.com/office/drawing/2014/main" id="{0238876A-A8B9-4C76-AF14-F9280E850B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7" name="直線コネクタ 123946">
                    <a:extLst>
                      <a:ext uri="{FF2B5EF4-FFF2-40B4-BE49-F238E27FC236}">
                        <a16:creationId xmlns:a16="http://schemas.microsoft.com/office/drawing/2014/main" id="{21F93047-69D6-4105-A204-CDDC3B0546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8" name="直線コネクタ 123947">
                    <a:extLst>
                      <a:ext uri="{FF2B5EF4-FFF2-40B4-BE49-F238E27FC236}">
                        <a16:creationId xmlns:a16="http://schemas.microsoft.com/office/drawing/2014/main" id="{8B7ABF5C-28DA-489B-9B45-1C1FFE4DBE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49" name="直線コネクタ 123948">
                    <a:extLst>
                      <a:ext uri="{FF2B5EF4-FFF2-40B4-BE49-F238E27FC236}">
                        <a16:creationId xmlns:a16="http://schemas.microsoft.com/office/drawing/2014/main" id="{17B7B15D-2175-46CF-B6FA-0B1EA54BB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0" name="直線コネクタ 123949">
                    <a:extLst>
                      <a:ext uri="{FF2B5EF4-FFF2-40B4-BE49-F238E27FC236}">
                        <a16:creationId xmlns:a16="http://schemas.microsoft.com/office/drawing/2014/main" id="{199F3CD3-7D37-4D7E-91BD-FE730E6FD1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1" name="直線コネクタ 123950">
                    <a:extLst>
                      <a:ext uri="{FF2B5EF4-FFF2-40B4-BE49-F238E27FC236}">
                        <a16:creationId xmlns:a16="http://schemas.microsoft.com/office/drawing/2014/main" id="{D4B0E605-5869-426F-A1A7-662E9DD8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2" name="直線コネクタ 123951">
                    <a:extLst>
                      <a:ext uri="{FF2B5EF4-FFF2-40B4-BE49-F238E27FC236}">
                        <a16:creationId xmlns:a16="http://schemas.microsoft.com/office/drawing/2014/main" id="{06C36F84-F3BC-41DC-8F8C-55E847F709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3" name="直線コネクタ 123952">
                    <a:extLst>
                      <a:ext uri="{FF2B5EF4-FFF2-40B4-BE49-F238E27FC236}">
                        <a16:creationId xmlns:a16="http://schemas.microsoft.com/office/drawing/2014/main" id="{ED70B3C1-6CA7-41DA-8ED0-5331CC8616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4" name="直線コネクタ 123953">
                    <a:extLst>
                      <a:ext uri="{FF2B5EF4-FFF2-40B4-BE49-F238E27FC236}">
                        <a16:creationId xmlns:a16="http://schemas.microsoft.com/office/drawing/2014/main" id="{1F576E60-9985-468D-A42F-90DAE56608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5" name="直線コネクタ 123954">
                    <a:extLst>
                      <a:ext uri="{FF2B5EF4-FFF2-40B4-BE49-F238E27FC236}">
                        <a16:creationId xmlns:a16="http://schemas.microsoft.com/office/drawing/2014/main" id="{42280994-189F-43B9-A001-9D7B7DFA9E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6" name="直線コネクタ 123955">
                    <a:extLst>
                      <a:ext uri="{FF2B5EF4-FFF2-40B4-BE49-F238E27FC236}">
                        <a16:creationId xmlns:a16="http://schemas.microsoft.com/office/drawing/2014/main" id="{2C85CD5F-3F44-4654-BEB2-06B4C2AD25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7" name="直線コネクタ 123956">
                    <a:extLst>
                      <a:ext uri="{FF2B5EF4-FFF2-40B4-BE49-F238E27FC236}">
                        <a16:creationId xmlns:a16="http://schemas.microsoft.com/office/drawing/2014/main" id="{3389FBEC-5E86-4B82-A47C-B9C43135A2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8" name="直線コネクタ 123957">
                    <a:extLst>
                      <a:ext uri="{FF2B5EF4-FFF2-40B4-BE49-F238E27FC236}">
                        <a16:creationId xmlns:a16="http://schemas.microsoft.com/office/drawing/2014/main" id="{CAFBABAE-44FD-46D2-8496-7541F92103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59" name="直線コネクタ 123958">
                    <a:extLst>
                      <a:ext uri="{FF2B5EF4-FFF2-40B4-BE49-F238E27FC236}">
                        <a16:creationId xmlns:a16="http://schemas.microsoft.com/office/drawing/2014/main" id="{80D10689-0B9F-4974-83FA-56613C8B9D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0" name="直線コネクタ 123959">
                    <a:extLst>
                      <a:ext uri="{FF2B5EF4-FFF2-40B4-BE49-F238E27FC236}">
                        <a16:creationId xmlns:a16="http://schemas.microsoft.com/office/drawing/2014/main" id="{8C476998-7FF3-48C8-8740-A4B8F7F094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1" name="直線コネクタ 123960">
                    <a:extLst>
                      <a:ext uri="{FF2B5EF4-FFF2-40B4-BE49-F238E27FC236}">
                        <a16:creationId xmlns:a16="http://schemas.microsoft.com/office/drawing/2014/main" id="{1613762A-C93F-4AB1-8585-A6672302D8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2" name="直線コネクタ 123961">
                    <a:extLst>
                      <a:ext uri="{FF2B5EF4-FFF2-40B4-BE49-F238E27FC236}">
                        <a16:creationId xmlns:a16="http://schemas.microsoft.com/office/drawing/2014/main" id="{A3326C8B-42E6-4755-B132-38EDC5C12F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3" name="直線コネクタ 123962">
                    <a:extLst>
                      <a:ext uri="{FF2B5EF4-FFF2-40B4-BE49-F238E27FC236}">
                        <a16:creationId xmlns:a16="http://schemas.microsoft.com/office/drawing/2014/main" id="{87E950F4-F4A8-496D-BA4A-760B0AD8CB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4" name="直線コネクタ 123963">
                    <a:extLst>
                      <a:ext uri="{FF2B5EF4-FFF2-40B4-BE49-F238E27FC236}">
                        <a16:creationId xmlns:a16="http://schemas.microsoft.com/office/drawing/2014/main" id="{265DCBEC-3922-4EC6-B81F-1B2E355AE9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5" name="直線コネクタ 123964">
                    <a:extLst>
                      <a:ext uri="{FF2B5EF4-FFF2-40B4-BE49-F238E27FC236}">
                        <a16:creationId xmlns:a16="http://schemas.microsoft.com/office/drawing/2014/main" id="{EB33C65A-D6BC-48D1-BFA1-17C9C75C25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6" name="直線コネクタ 123965">
                    <a:extLst>
                      <a:ext uri="{FF2B5EF4-FFF2-40B4-BE49-F238E27FC236}">
                        <a16:creationId xmlns:a16="http://schemas.microsoft.com/office/drawing/2014/main" id="{2D8872EB-3C54-4EDC-98AB-6056DD31C1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7" name="直線コネクタ 123966">
                    <a:extLst>
                      <a:ext uri="{FF2B5EF4-FFF2-40B4-BE49-F238E27FC236}">
                        <a16:creationId xmlns:a16="http://schemas.microsoft.com/office/drawing/2014/main" id="{7A7A2E55-F998-41B1-93CD-2BB962A2AE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8" name="直線コネクタ 123967">
                    <a:extLst>
                      <a:ext uri="{FF2B5EF4-FFF2-40B4-BE49-F238E27FC236}">
                        <a16:creationId xmlns:a16="http://schemas.microsoft.com/office/drawing/2014/main" id="{D026A52E-28D0-4840-8F18-FA9B6DD0B5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69" name="直線コネクタ 123968">
                    <a:extLst>
                      <a:ext uri="{FF2B5EF4-FFF2-40B4-BE49-F238E27FC236}">
                        <a16:creationId xmlns:a16="http://schemas.microsoft.com/office/drawing/2014/main" id="{F901957F-B8A4-4682-8573-0BC40DC9E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0" name="直線コネクタ 123969">
                    <a:extLst>
                      <a:ext uri="{FF2B5EF4-FFF2-40B4-BE49-F238E27FC236}">
                        <a16:creationId xmlns:a16="http://schemas.microsoft.com/office/drawing/2014/main" id="{37A530A4-AF53-40ED-B7F9-823AF91C60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1" name="直線コネクタ 123970">
                    <a:extLst>
                      <a:ext uri="{FF2B5EF4-FFF2-40B4-BE49-F238E27FC236}">
                        <a16:creationId xmlns:a16="http://schemas.microsoft.com/office/drawing/2014/main" id="{224CAFCE-9E2E-4D3A-B8A9-DD0915F9D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2" name="直線コネクタ 123971">
                    <a:extLst>
                      <a:ext uri="{FF2B5EF4-FFF2-40B4-BE49-F238E27FC236}">
                        <a16:creationId xmlns:a16="http://schemas.microsoft.com/office/drawing/2014/main" id="{4DB0E7CD-057D-4BC9-A725-9EBB1C43DE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3" name="直線コネクタ 123972">
                    <a:extLst>
                      <a:ext uri="{FF2B5EF4-FFF2-40B4-BE49-F238E27FC236}">
                        <a16:creationId xmlns:a16="http://schemas.microsoft.com/office/drawing/2014/main" id="{A7D207FB-C909-4AC6-BFC1-994D9CDE44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4" name="直線コネクタ 123973">
                    <a:extLst>
                      <a:ext uri="{FF2B5EF4-FFF2-40B4-BE49-F238E27FC236}">
                        <a16:creationId xmlns:a16="http://schemas.microsoft.com/office/drawing/2014/main" id="{8E3BDD17-781C-4CC9-B816-8A00E7015A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5" name="直線コネクタ 123974">
                    <a:extLst>
                      <a:ext uri="{FF2B5EF4-FFF2-40B4-BE49-F238E27FC236}">
                        <a16:creationId xmlns:a16="http://schemas.microsoft.com/office/drawing/2014/main" id="{5960EE82-C625-4A2E-9393-9C07B94278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6" name="直線コネクタ 123975">
                    <a:extLst>
                      <a:ext uri="{FF2B5EF4-FFF2-40B4-BE49-F238E27FC236}">
                        <a16:creationId xmlns:a16="http://schemas.microsoft.com/office/drawing/2014/main" id="{D257D9D8-554E-4070-AA8D-0D13CF18F7E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7" name="直線コネクタ 123976">
                    <a:extLst>
                      <a:ext uri="{FF2B5EF4-FFF2-40B4-BE49-F238E27FC236}">
                        <a16:creationId xmlns:a16="http://schemas.microsoft.com/office/drawing/2014/main" id="{E7D23F45-01C3-47DE-AC7B-4C214C048EF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8" name="直線コネクタ 123977">
                    <a:extLst>
                      <a:ext uri="{FF2B5EF4-FFF2-40B4-BE49-F238E27FC236}">
                        <a16:creationId xmlns:a16="http://schemas.microsoft.com/office/drawing/2014/main" id="{E5532AB9-90F8-4F02-9A93-812713CACA3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79" name="直線コネクタ 123978">
                    <a:extLst>
                      <a:ext uri="{FF2B5EF4-FFF2-40B4-BE49-F238E27FC236}">
                        <a16:creationId xmlns:a16="http://schemas.microsoft.com/office/drawing/2014/main" id="{9F962250-5CA2-4D5D-A9CB-22A3BDBDDC1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0" name="直線コネクタ 123979">
                    <a:extLst>
                      <a:ext uri="{FF2B5EF4-FFF2-40B4-BE49-F238E27FC236}">
                        <a16:creationId xmlns:a16="http://schemas.microsoft.com/office/drawing/2014/main" id="{A4643083-4788-44CB-A19B-5C0053E966B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1" name="直線コネクタ 123980">
                    <a:extLst>
                      <a:ext uri="{FF2B5EF4-FFF2-40B4-BE49-F238E27FC236}">
                        <a16:creationId xmlns:a16="http://schemas.microsoft.com/office/drawing/2014/main" id="{F5E8B6DD-40DF-4DA3-8355-B67162F6F0F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2" name="直線コネクタ 123981">
                    <a:extLst>
                      <a:ext uri="{FF2B5EF4-FFF2-40B4-BE49-F238E27FC236}">
                        <a16:creationId xmlns:a16="http://schemas.microsoft.com/office/drawing/2014/main" id="{86CE331E-65BD-4998-B428-E9D24F29513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3" name="直線コネクタ 123982">
                    <a:extLst>
                      <a:ext uri="{FF2B5EF4-FFF2-40B4-BE49-F238E27FC236}">
                        <a16:creationId xmlns:a16="http://schemas.microsoft.com/office/drawing/2014/main" id="{4454012D-B4BA-456E-A909-6110B621781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4" name="直線コネクタ 123983">
                    <a:extLst>
                      <a:ext uri="{FF2B5EF4-FFF2-40B4-BE49-F238E27FC236}">
                        <a16:creationId xmlns:a16="http://schemas.microsoft.com/office/drawing/2014/main" id="{3AC9F634-0DAE-476C-B97C-E0D02137884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5" name="直線コネクタ 123984">
                    <a:extLst>
                      <a:ext uri="{FF2B5EF4-FFF2-40B4-BE49-F238E27FC236}">
                        <a16:creationId xmlns:a16="http://schemas.microsoft.com/office/drawing/2014/main" id="{3954D25A-DCEC-451F-B239-ACCE89C57E2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6" name="直線コネクタ 123985">
                    <a:extLst>
                      <a:ext uri="{FF2B5EF4-FFF2-40B4-BE49-F238E27FC236}">
                        <a16:creationId xmlns:a16="http://schemas.microsoft.com/office/drawing/2014/main" id="{3D80F7DF-D380-460B-94D9-5A8DE7F3A8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7" name="直線コネクタ 123986">
                    <a:extLst>
                      <a:ext uri="{FF2B5EF4-FFF2-40B4-BE49-F238E27FC236}">
                        <a16:creationId xmlns:a16="http://schemas.microsoft.com/office/drawing/2014/main" id="{D5D4005B-B0A2-43F1-9CA3-E7E56756F5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8" name="直線コネクタ 123987">
                    <a:extLst>
                      <a:ext uri="{FF2B5EF4-FFF2-40B4-BE49-F238E27FC236}">
                        <a16:creationId xmlns:a16="http://schemas.microsoft.com/office/drawing/2014/main" id="{88F8E4FB-1316-44F5-838C-9A65B65033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89" name="直線コネクタ 123988">
                    <a:extLst>
                      <a:ext uri="{FF2B5EF4-FFF2-40B4-BE49-F238E27FC236}">
                        <a16:creationId xmlns:a16="http://schemas.microsoft.com/office/drawing/2014/main" id="{AC0D3E82-AAD2-4648-99BF-E157D82BA7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0" name="直線コネクタ 123989">
                    <a:extLst>
                      <a:ext uri="{FF2B5EF4-FFF2-40B4-BE49-F238E27FC236}">
                        <a16:creationId xmlns:a16="http://schemas.microsoft.com/office/drawing/2014/main" id="{EFA55EAC-939E-439F-BFDD-28D0DEE83D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1" name="直線コネクタ 123990">
                    <a:extLst>
                      <a:ext uri="{FF2B5EF4-FFF2-40B4-BE49-F238E27FC236}">
                        <a16:creationId xmlns:a16="http://schemas.microsoft.com/office/drawing/2014/main" id="{D6B0953F-6B84-4949-9D0D-FB25B67A5F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2" name="直線コネクタ 123991">
                    <a:extLst>
                      <a:ext uri="{FF2B5EF4-FFF2-40B4-BE49-F238E27FC236}">
                        <a16:creationId xmlns:a16="http://schemas.microsoft.com/office/drawing/2014/main" id="{C08CBAD8-EB01-4F2D-B6EF-321C4B9EB5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3" name="直線コネクタ 123992">
                    <a:extLst>
                      <a:ext uri="{FF2B5EF4-FFF2-40B4-BE49-F238E27FC236}">
                        <a16:creationId xmlns:a16="http://schemas.microsoft.com/office/drawing/2014/main" id="{E60E6E40-80DB-40B2-BCE9-01322B0424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4" name="直線コネクタ 123993">
                    <a:extLst>
                      <a:ext uri="{FF2B5EF4-FFF2-40B4-BE49-F238E27FC236}">
                        <a16:creationId xmlns:a16="http://schemas.microsoft.com/office/drawing/2014/main" id="{BED0B26C-83B2-4249-89D8-00B851C756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5" name="直線コネクタ 123994">
                    <a:extLst>
                      <a:ext uri="{FF2B5EF4-FFF2-40B4-BE49-F238E27FC236}">
                        <a16:creationId xmlns:a16="http://schemas.microsoft.com/office/drawing/2014/main" id="{7508B203-FD34-40D5-A0BB-88A6861DDA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6" name="直線コネクタ 123995">
                    <a:extLst>
                      <a:ext uri="{FF2B5EF4-FFF2-40B4-BE49-F238E27FC236}">
                        <a16:creationId xmlns:a16="http://schemas.microsoft.com/office/drawing/2014/main" id="{CC5D80B2-B7EC-4A70-8738-D052B6A910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7" name="直線コネクタ 123996">
                    <a:extLst>
                      <a:ext uri="{FF2B5EF4-FFF2-40B4-BE49-F238E27FC236}">
                        <a16:creationId xmlns:a16="http://schemas.microsoft.com/office/drawing/2014/main" id="{6101F9D7-F816-4985-8A91-7F31CDBAD5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8" name="直線コネクタ 123997">
                    <a:extLst>
                      <a:ext uri="{FF2B5EF4-FFF2-40B4-BE49-F238E27FC236}">
                        <a16:creationId xmlns:a16="http://schemas.microsoft.com/office/drawing/2014/main" id="{C615BB7E-8CAE-4AC8-83DA-6A702DC330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999" name="直線コネクタ 123998">
                    <a:extLst>
                      <a:ext uri="{FF2B5EF4-FFF2-40B4-BE49-F238E27FC236}">
                        <a16:creationId xmlns:a16="http://schemas.microsoft.com/office/drawing/2014/main" id="{D64021B9-EC9C-4DFA-A3B7-3EE1F90900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0" name="直線コネクタ 123999">
                    <a:extLst>
                      <a:ext uri="{FF2B5EF4-FFF2-40B4-BE49-F238E27FC236}">
                        <a16:creationId xmlns:a16="http://schemas.microsoft.com/office/drawing/2014/main" id="{A8D66171-76FB-4B31-BCE6-2E19F957C6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1" name="直線コネクタ 124000">
                    <a:extLst>
                      <a:ext uri="{FF2B5EF4-FFF2-40B4-BE49-F238E27FC236}">
                        <a16:creationId xmlns:a16="http://schemas.microsoft.com/office/drawing/2014/main" id="{0054831A-E70D-44F2-855C-62828C8307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2" name="直線コネクタ 124001">
                    <a:extLst>
                      <a:ext uri="{FF2B5EF4-FFF2-40B4-BE49-F238E27FC236}">
                        <a16:creationId xmlns:a16="http://schemas.microsoft.com/office/drawing/2014/main" id="{5B4DBC40-36A5-439F-B767-8EFE1D452F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3" name="直線コネクタ 124002">
                    <a:extLst>
                      <a:ext uri="{FF2B5EF4-FFF2-40B4-BE49-F238E27FC236}">
                        <a16:creationId xmlns:a16="http://schemas.microsoft.com/office/drawing/2014/main" id="{A797D4B2-E680-4FC7-833F-C3ABA262D5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4" name="直線コネクタ 124003">
                    <a:extLst>
                      <a:ext uri="{FF2B5EF4-FFF2-40B4-BE49-F238E27FC236}">
                        <a16:creationId xmlns:a16="http://schemas.microsoft.com/office/drawing/2014/main" id="{586E4DF3-C11E-4125-B27E-34FD7464C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5" name="直線コネクタ 124004">
                    <a:extLst>
                      <a:ext uri="{FF2B5EF4-FFF2-40B4-BE49-F238E27FC236}">
                        <a16:creationId xmlns:a16="http://schemas.microsoft.com/office/drawing/2014/main" id="{FEAECF0F-BD30-43C9-B2CA-CA63B62548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6" name="直線コネクタ 124005">
                    <a:extLst>
                      <a:ext uri="{FF2B5EF4-FFF2-40B4-BE49-F238E27FC236}">
                        <a16:creationId xmlns:a16="http://schemas.microsoft.com/office/drawing/2014/main" id="{7C7933E7-DCB9-4D96-8592-1A5960A403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7" name="直線コネクタ 124006">
                    <a:extLst>
                      <a:ext uri="{FF2B5EF4-FFF2-40B4-BE49-F238E27FC236}">
                        <a16:creationId xmlns:a16="http://schemas.microsoft.com/office/drawing/2014/main" id="{04467B37-F03D-40DB-A948-E91DD31CFF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8" name="直線コネクタ 124007">
                    <a:extLst>
                      <a:ext uri="{FF2B5EF4-FFF2-40B4-BE49-F238E27FC236}">
                        <a16:creationId xmlns:a16="http://schemas.microsoft.com/office/drawing/2014/main" id="{C9074BA7-17CA-4515-9F42-477F7BC974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09" name="直線コネクタ 124008">
                    <a:extLst>
                      <a:ext uri="{FF2B5EF4-FFF2-40B4-BE49-F238E27FC236}">
                        <a16:creationId xmlns:a16="http://schemas.microsoft.com/office/drawing/2014/main" id="{E64F6BAF-AD6A-4F5E-B43A-80E8F9CE2B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0" name="直線コネクタ 124009">
                    <a:extLst>
                      <a:ext uri="{FF2B5EF4-FFF2-40B4-BE49-F238E27FC236}">
                        <a16:creationId xmlns:a16="http://schemas.microsoft.com/office/drawing/2014/main" id="{1EF4165E-F602-4F83-A25C-8840784B38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1" name="直線コネクタ 124010">
                    <a:extLst>
                      <a:ext uri="{FF2B5EF4-FFF2-40B4-BE49-F238E27FC236}">
                        <a16:creationId xmlns:a16="http://schemas.microsoft.com/office/drawing/2014/main" id="{86CD6BAE-6F55-4012-8259-A333412F5F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2" name="直線コネクタ 124011">
                    <a:extLst>
                      <a:ext uri="{FF2B5EF4-FFF2-40B4-BE49-F238E27FC236}">
                        <a16:creationId xmlns:a16="http://schemas.microsoft.com/office/drawing/2014/main" id="{59F5DF95-EBE4-4576-B511-958DABB5F1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3" name="直線コネクタ 124012">
                    <a:extLst>
                      <a:ext uri="{FF2B5EF4-FFF2-40B4-BE49-F238E27FC236}">
                        <a16:creationId xmlns:a16="http://schemas.microsoft.com/office/drawing/2014/main" id="{23529B7F-E841-44DA-B65B-7A6C7FEAE1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4" name="直線コネクタ 124013">
                    <a:extLst>
                      <a:ext uri="{FF2B5EF4-FFF2-40B4-BE49-F238E27FC236}">
                        <a16:creationId xmlns:a16="http://schemas.microsoft.com/office/drawing/2014/main" id="{F4C22175-1B7B-4286-9DB4-FF7543DC39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5" name="直線コネクタ 124014">
                    <a:extLst>
                      <a:ext uri="{FF2B5EF4-FFF2-40B4-BE49-F238E27FC236}">
                        <a16:creationId xmlns:a16="http://schemas.microsoft.com/office/drawing/2014/main" id="{2DCCF748-462B-4C7F-9708-9148913525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6" name="直線コネクタ 124015">
                    <a:extLst>
                      <a:ext uri="{FF2B5EF4-FFF2-40B4-BE49-F238E27FC236}">
                        <a16:creationId xmlns:a16="http://schemas.microsoft.com/office/drawing/2014/main" id="{ADF575CB-E21D-4DA5-BE24-AB1237FBDB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7" name="直線コネクタ 124016">
                    <a:extLst>
                      <a:ext uri="{FF2B5EF4-FFF2-40B4-BE49-F238E27FC236}">
                        <a16:creationId xmlns:a16="http://schemas.microsoft.com/office/drawing/2014/main" id="{68AA4527-7AB6-4BB7-8077-F34AFC73A6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8" name="直線コネクタ 124017">
                    <a:extLst>
                      <a:ext uri="{FF2B5EF4-FFF2-40B4-BE49-F238E27FC236}">
                        <a16:creationId xmlns:a16="http://schemas.microsoft.com/office/drawing/2014/main" id="{E5D43C28-94FF-4E50-AC4B-176D292873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19" name="直線コネクタ 124018">
                    <a:extLst>
                      <a:ext uri="{FF2B5EF4-FFF2-40B4-BE49-F238E27FC236}">
                        <a16:creationId xmlns:a16="http://schemas.microsoft.com/office/drawing/2014/main" id="{C8688817-668E-4209-9897-C9D7DC856A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0" name="直線コネクタ 124019">
                    <a:extLst>
                      <a:ext uri="{FF2B5EF4-FFF2-40B4-BE49-F238E27FC236}">
                        <a16:creationId xmlns:a16="http://schemas.microsoft.com/office/drawing/2014/main" id="{4C49E006-FC70-4C83-8E40-C54A408315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1" name="直線コネクタ 124020">
                    <a:extLst>
                      <a:ext uri="{FF2B5EF4-FFF2-40B4-BE49-F238E27FC236}">
                        <a16:creationId xmlns:a16="http://schemas.microsoft.com/office/drawing/2014/main" id="{B47325C0-EEFB-4E32-8779-511B86A5A1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2" name="直線コネクタ 124021">
                    <a:extLst>
                      <a:ext uri="{FF2B5EF4-FFF2-40B4-BE49-F238E27FC236}">
                        <a16:creationId xmlns:a16="http://schemas.microsoft.com/office/drawing/2014/main" id="{F6E0033A-8A86-4B39-A9E5-BD5603EC8C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3" name="直線コネクタ 124022">
                    <a:extLst>
                      <a:ext uri="{FF2B5EF4-FFF2-40B4-BE49-F238E27FC236}">
                        <a16:creationId xmlns:a16="http://schemas.microsoft.com/office/drawing/2014/main" id="{1ED3A9EE-4983-4D6B-ABAD-AAA0C97A3F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4" name="直線コネクタ 124023">
                    <a:extLst>
                      <a:ext uri="{FF2B5EF4-FFF2-40B4-BE49-F238E27FC236}">
                        <a16:creationId xmlns:a16="http://schemas.microsoft.com/office/drawing/2014/main" id="{2E16632C-FD89-4196-84F9-5FCAE896DE9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5" name="直線コネクタ 124024">
                    <a:extLst>
                      <a:ext uri="{FF2B5EF4-FFF2-40B4-BE49-F238E27FC236}">
                        <a16:creationId xmlns:a16="http://schemas.microsoft.com/office/drawing/2014/main" id="{4C0BCD86-6101-4BF6-B0B0-432999728F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6" name="直線コネクタ 124025">
                    <a:extLst>
                      <a:ext uri="{FF2B5EF4-FFF2-40B4-BE49-F238E27FC236}">
                        <a16:creationId xmlns:a16="http://schemas.microsoft.com/office/drawing/2014/main" id="{E1FDCBD9-4411-4A09-AFCD-8A7E721E31F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7" name="直線コネクタ 124026">
                    <a:extLst>
                      <a:ext uri="{FF2B5EF4-FFF2-40B4-BE49-F238E27FC236}">
                        <a16:creationId xmlns:a16="http://schemas.microsoft.com/office/drawing/2014/main" id="{48A612FC-684B-448B-98B4-F32428C588E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8" name="直線コネクタ 124027">
                    <a:extLst>
                      <a:ext uri="{FF2B5EF4-FFF2-40B4-BE49-F238E27FC236}">
                        <a16:creationId xmlns:a16="http://schemas.microsoft.com/office/drawing/2014/main" id="{32B2D9B1-DFC6-49CB-BD79-BCE9252812B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29" name="直線コネクタ 124028">
                    <a:extLst>
                      <a:ext uri="{FF2B5EF4-FFF2-40B4-BE49-F238E27FC236}">
                        <a16:creationId xmlns:a16="http://schemas.microsoft.com/office/drawing/2014/main" id="{E1B18357-CE36-40C3-997F-60780A38D28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0" name="直線コネクタ 124029">
                    <a:extLst>
                      <a:ext uri="{FF2B5EF4-FFF2-40B4-BE49-F238E27FC236}">
                        <a16:creationId xmlns:a16="http://schemas.microsoft.com/office/drawing/2014/main" id="{B36CF652-5093-47BA-9A7E-E4575A9DDAA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1" name="直線コネクタ 124030">
                    <a:extLst>
                      <a:ext uri="{FF2B5EF4-FFF2-40B4-BE49-F238E27FC236}">
                        <a16:creationId xmlns:a16="http://schemas.microsoft.com/office/drawing/2014/main" id="{BF226EB5-5D1A-49EF-8F33-D15403C889A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2" name="直線コネクタ 124031">
                    <a:extLst>
                      <a:ext uri="{FF2B5EF4-FFF2-40B4-BE49-F238E27FC236}">
                        <a16:creationId xmlns:a16="http://schemas.microsoft.com/office/drawing/2014/main" id="{6FE9598B-6D9A-4A82-AEC7-E62FA2213EF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3" name="直線コネクタ 124032">
                    <a:extLst>
                      <a:ext uri="{FF2B5EF4-FFF2-40B4-BE49-F238E27FC236}">
                        <a16:creationId xmlns:a16="http://schemas.microsoft.com/office/drawing/2014/main" id="{D9702BA6-3A33-41C9-9ACE-E53F66DF552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4" name="直線コネクタ 124033">
                    <a:extLst>
                      <a:ext uri="{FF2B5EF4-FFF2-40B4-BE49-F238E27FC236}">
                        <a16:creationId xmlns:a16="http://schemas.microsoft.com/office/drawing/2014/main" id="{431E710A-F0C3-499E-A6C3-4E80ABF3B9A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5" name="直線コネクタ 124034">
                    <a:extLst>
                      <a:ext uri="{FF2B5EF4-FFF2-40B4-BE49-F238E27FC236}">
                        <a16:creationId xmlns:a16="http://schemas.microsoft.com/office/drawing/2014/main" id="{4A473202-8B8B-42DA-B9B3-AC8FD681A06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6" name="直線コネクタ 124035">
                    <a:extLst>
                      <a:ext uri="{FF2B5EF4-FFF2-40B4-BE49-F238E27FC236}">
                        <a16:creationId xmlns:a16="http://schemas.microsoft.com/office/drawing/2014/main" id="{9A92965F-1B8B-4866-AABE-734E34E33C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7" name="直線コネクタ 124036">
                    <a:extLst>
                      <a:ext uri="{FF2B5EF4-FFF2-40B4-BE49-F238E27FC236}">
                        <a16:creationId xmlns:a16="http://schemas.microsoft.com/office/drawing/2014/main" id="{E54581B0-369A-46E5-9AE0-3C661CDD85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8" name="直線コネクタ 124037">
                    <a:extLst>
                      <a:ext uri="{FF2B5EF4-FFF2-40B4-BE49-F238E27FC236}">
                        <a16:creationId xmlns:a16="http://schemas.microsoft.com/office/drawing/2014/main" id="{018C33FD-B72D-40BA-83E7-00238FCC39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39" name="直線コネクタ 124038">
                    <a:extLst>
                      <a:ext uri="{FF2B5EF4-FFF2-40B4-BE49-F238E27FC236}">
                        <a16:creationId xmlns:a16="http://schemas.microsoft.com/office/drawing/2014/main" id="{C53E84C5-8DF1-4BB3-A23F-AB32800733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0" name="直線コネクタ 124039">
                    <a:extLst>
                      <a:ext uri="{FF2B5EF4-FFF2-40B4-BE49-F238E27FC236}">
                        <a16:creationId xmlns:a16="http://schemas.microsoft.com/office/drawing/2014/main" id="{B541392C-F258-4DAF-812A-B74D7DFF54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1" name="直線コネクタ 124040">
                    <a:extLst>
                      <a:ext uri="{FF2B5EF4-FFF2-40B4-BE49-F238E27FC236}">
                        <a16:creationId xmlns:a16="http://schemas.microsoft.com/office/drawing/2014/main" id="{7E621B09-F63F-491A-94D2-F599B2ABD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2" name="直線コネクタ 124041">
                    <a:extLst>
                      <a:ext uri="{FF2B5EF4-FFF2-40B4-BE49-F238E27FC236}">
                        <a16:creationId xmlns:a16="http://schemas.microsoft.com/office/drawing/2014/main" id="{574C21CC-F9BF-4DEC-8E45-077DCCDF91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3" name="直線コネクタ 124042">
                    <a:extLst>
                      <a:ext uri="{FF2B5EF4-FFF2-40B4-BE49-F238E27FC236}">
                        <a16:creationId xmlns:a16="http://schemas.microsoft.com/office/drawing/2014/main" id="{ECC4DAE6-EBC4-49E4-871C-22179A07EF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4" name="直線コネクタ 124043">
                    <a:extLst>
                      <a:ext uri="{FF2B5EF4-FFF2-40B4-BE49-F238E27FC236}">
                        <a16:creationId xmlns:a16="http://schemas.microsoft.com/office/drawing/2014/main" id="{3ED1E047-1F84-435F-B31C-7104B918A2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5" name="直線コネクタ 124044">
                    <a:extLst>
                      <a:ext uri="{FF2B5EF4-FFF2-40B4-BE49-F238E27FC236}">
                        <a16:creationId xmlns:a16="http://schemas.microsoft.com/office/drawing/2014/main" id="{A5965BBF-8446-405C-AD41-72E64928C0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6" name="直線コネクタ 124045">
                    <a:extLst>
                      <a:ext uri="{FF2B5EF4-FFF2-40B4-BE49-F238E27FC236}">
                        <a16:creationId xmlns:a16="http://schemas.microsoft.com/office/drawing/2014/main" id="{BA5F291B-C300-4E56-B4D1-611ADE8303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7" name="直線コネクタ 124046">
                    <a:extLst>
                      <a:ext uri="{FF2B5EF4-FFF2-40B4-BE49-F238E27FC236}">
                        <a16:creationId xmlns:a16="http://schemas.microsoft.com/office/drawing/2014/main" id="{26908719-BFD8-487D-B318-5025B74170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8" name="直線コネクタ 124047">
                    <a:extLst>
                      <a:ext uri="{FF2B5EF4-FFF2-40B4-BE49-F238E27FC236}">
                        <a16:creationId xmlns:a16="http://schemas.microsoft.com/office/drawing/2014/main" id="{40495325-3DEE-4E2A-A005-15C79760D7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49" name="直線コネクタ 124048">
                    <a:extLst>
                      <a:ext uri="{FF2B5EF4-FFF2-40B4-BE49-F238E27FC236}">
                        <a16:creationId xmlns:a16="http://schemas.microsoft.com/office/drawing/2014/main" id="{35FFC0DF-FF2D-4E33-A438-DD506273FF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0" name="直線コネクタ 124049">
                    <a:extLst>
                      <a:ext uri="{FF2B5EF4-FFF2-40B4-BE49-F238E27FC236}">
                        <a16:creationId xmlns:a16="http://schemas.microsoft.com/office/drawing/2014/main" id="{71421021-7CB9-481C-8529-59FE5B1CAB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1" name="直線コネクタ 124050">
                    <a:extLst>
                      <a:ext uri="{FF2B5EF4-FFF2-40B4-BE49-F238E27FC236}">
                        <a16:creationId xmlns:a16="http://schemas.microsoft.com/office/drawing/2014/main" id="{A6799E03-ECAC-4442-B42B-520E4713FC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2" name="直線コネクタ 124051">
                    <a:extLst>
                      <a:ext uri="{FF2B5EF4-FFF2-40B4-BE49-F238E27FC236}">
                        <a16:creationId xmlns:a16="http://schemas.microsoft.com/office/drawing/2014/main" id="{43B8A068-21EE-4D08-BE1E-E09F1B5302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3" name="直線コネクタ 124052">
                    <a:extLst>
                      <a:ext uri="{FF2B5EF4-FFF2-40B4-BE49-F238E27FC236}">
                        <a16:creationId xmlns:a16="http://schemas.microsoft.com/office/drawing/2014/main" id="{F3F31A60-237F-4CC9-8BC2-1BDDE70992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4" name="直線コネクタ 124053">
                    <a:extLst>
                      <a:ext uri="{FF2B5EF4-FFF2-40B4-BE49-F238E27FC236}">
                        <a16:creationId xmlns:a16="http://schemas.microsoft.com/office/drawing/2014/main" id="{7384DB25-C2BA-4DBB-B787-918EDE0BDF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5" name="直線コネクタ 124054">
                    <a:extLst>
                      <a:ext uri="{FF2B5EF4-FFF2-40B4-BE49-F238E27FC236}">
                        <a16:creationId xmlns:a16="http://schemas.microsoft.com/office/drawing/2014/main" id="{8D090862-2961-4228-8020-7F2BE5A0F1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6" name="直線コネクタ 124055">
                    <a:extLst>
                      <a:ext uri="{FF2B5EF4-FFF2-40B4-BE49-F238E27FC236}">
                        <a16:creationId xmlns:a16="http://schemas.microsoft.com/office/drawing/2014/main" id="{95C039F6-BDC3-45D4-A467-007C78897B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7" name="直線コネクタ 124056">
                    <a:extLst>
                      <a:ext uri="{FF2B5EF4-FFF2-40B4-BE49-F238E27FC236}">
                        <a16:creationId xmlns:a16="http://schemas.microsoft.com/office/drawing/2014/main" id="{DDCD534C-9F64-4506-A5E6-57D3ADD6DD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8" name="直線コネクタ 124057">
                    <a:extLst>
                      <a:ext uri="{FF2B5EF4-FFF2-40B4-BE49-F238E27FC236}">
                        <a16:creationId xmlns:a16="http://schemas.microsoft.com/office/drawing/2014/main" id="{6E57C583-6CAA-4435-9822-267B7114C9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59" name="直線コネクタ 124058">
                    <a:extLst>
                      <a:ext uri="{FF2B5EF4-FFF2-40B4-BE49-F238E27FC236}">
                        <a16:creationId xmlns:a16="http://schemas.microsoft.com/office/drawing/2014/main" id="{A178BA39-2258-4B67-82AD-7D83001511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0" name="直線コネクタ 124059">
                    <a:extLst>
                      <a:ext uri="{FF2B5EF4-FFF2-40B4-BE49-F238E27FC236}">
                        <a16:creationId xmlns:a16="http://schemas.microsoft.com/office/drawing/2014/main" id="{83E8A713-F696-44AE-B54A-A50E4490B9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1" name="直線コネクタ 124060">
                    <a:extLst>
                      <a:ext uri="{FF2B5EF4-FFF2-40B4-BE49-F238E27FC236}">
                        <a16:creationId xmlns:a16="http://schemas.microsoft.com/office/drawing/2014/main" id="{633481C2-9C55-4276-B0F5-9437F54E06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2" name="直線コネクタ 124061">
                    <a:extLst>
                      <a:ext uri="{FF2B5EF4-FFF2-40B4-BE49-F238E27FC236}">
                        <a16:creationId xmlns:a16="http://schemas.microsoft.com/office/drawing/2014/main" id="{AD2E6E13-2C3E-4226-B9D5-C7BBA6B810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3" name="直線コネクタ 124062">
                    <a:extLst>
                      <a:ext uri="{FF2B5EF4-FFF2-40B4-BE49-F238E27FC236}">
                        <a16:creationId xmlns:a16="http://schemas.microsoft.com/office/drawing/2014/main" id="{449E56E6-409F-410B-A348-3D0A8B4CA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4" name="直線コネクタ 124063">
                    <a:extLst>
                      <a:ext uri="{FF2B5EF4-FFF2-40B4-BE49-F238E27FC236}">
                        <a16:creationId xmlns:a16="http://schemas.microsoft.com/office/drawing/2014/main" id="{8E2BEE52-D590-4079-A690-E1022F412D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5" name="直線コネクタ 124064">
                    <a:extLst>
                      <a:ext uri="{FF2B5EF4-FFF2-40B4-BE49-F238E27FC236}">
                        <a16:creationId xmlns:a16="http://schemas.microsoft.com/office/drawing/2014/main" id="{B504CE7A-13AE-4C5F-AF9D-DB156467C3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6" name="直線コネクタ 124065">
                    <a:extLst>
                      <a:ext uri="{FF2B5EF4-FFF2-40B4-BE49-F238E27FC236}">
                        <a16:creationId xmlns:a16="http://schemas.microsoft.com/office/drawing/2014/main" id="{6ADC31E7-C4B5-40B0-AF73-024E2FB260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7" name="直線コネクタ 124066">
                    <a:extLst>
                      <a:ext uri="{FF2B5EF4-FFF2-40B4-BE49-F238E27FC236}">
                        <a16:creationId xmlns:a16="http://schemas.microsoft.com/office/drawing/2014/main" id="{6A2D3E2D-219E-44FF-8C77-79DEC4EF10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8" name="直線コネクタ 124067">
                    <a:extLst>
                      <a:ext uri="{FF2B5EF4-FFF2-40B4-BE49-F238E27FC236}">
                        <a16:creationId xmlns:a16="http://schemas.microsoft.com/office/drawing/2014/main" id="{AACD2789-51A1-48B8-9F88-F22CAE7287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69" name="直線コネクタ 124068">
                    <a:extLst>
                      <a:ext uri="{FF2B5EF4-FFF2-40B4-BE49-F238E27FC236}">
                        <a16:creationId xmlns:a16="http://schemas.microsoft.com/office/drawing/2014/main" id="{60D656FE-8672-4775-87C9-C91426B767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0" name="直線コネクタ 124069">
                    <a:extLst>
                      <a:ext uri="{FF2B5EF4-FFF2-40B4-BE49-F238E27FC236}">
                        <a16:creationId xmlns:a16="http://schemas.microsoft.com/office/drawing/2014/main" id="{5C0EDCCB-E274-462E-86B5-A9D37A6A0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1" name="直線コネクタ 124070">
                    <a:extLst>
                      <a:ext uri="{FF2B5EF4-FFF2-40B4-BE49-F238E27FC236}">
                        <a16:creationId xmlns:a16="http://schemas.microsoft.com/office/drawing/2014/main" id="{2AC9F77B-5450-4268-BAA7-D11D98B7E5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2" name="直線コネクタ 124071">
                    <a:extLst>
                      <a:ext uri="{FF2B5EF4-FFF2-40B4-BE49-F238E27FC236}">
                        <a16:creationId xmlns:a16="http://schemas.microsoft.com/office/drawing/2014/main" id="{B6D10C1D-C44C-4F84-9F5D-3E0257788C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3" name="直線コネクタ 124072">
                    <a:extLst>
                      <a:ext uri="{FF2B5EF4-FFF2-40B4-BE49-F238E27FC236}">
                        <a16:creationId xmlns:a16="http://schemas.microsoft.com/office/drawing/2014/main" id="{10DCC2BC-5857-4DBF-96D1-0ACD50F345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4" name="直線コネクタ 124073">
                    <a:extLst>
                      <a:ext uri="{FF2B5EF4-FFF2-40B4-BE49-F238E27FC236}">
                        <a16:creationId xmlns:a16="http://schemas.microsoft.com/office/drawing/2014/main" id="{E1A7672A-1C28-4118-944A-6FB65D518D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5" name="直線コネクタ 124074">
                    <a:extLst>
                      <a:ext uri="{FF2B5EF4-FFF2-40B4-BE49-F238E27FC236}">
                        <a16:creationId xmlns:a16="http://schemas.microsoft.com/office/drawing/2014/main" id="{36B24019-FB74-4F4D-998F-C814BE9AD3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6" name="直線コネクタ 124075">
                    <a:extLst>
                      <a:ext uri="{FF2B5EF4-FFF2-40B4-BE49-F238E27FC236}">
                        <a16:creationId xmlns:a16="http://schemas.microsoft.com/office/drawing/2014/main" id="{29DA9C7C-510E-447C-BEF9-0B3952B2D1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7" name="直線コネクタ 124076">
                    <a:extLst>
                      <a:ext uri="{FF2B5EF4-FFF2-40B4-BE49-F238E27FC236}">
                        <a16:creationId xmlns:a16="http://schemas.microsoft.com/office/drawing/2014/main" id="{871B4B2E-0A53-4ECE-BDA6-7630A3EA9F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8" name="直線コネクタ 124077">
                    <a:extLst>
                      <a:ext uri="{FF2B5EF4-FFF2-40B4-BE49-F238E27FC236}">
                        <a16:creationId xmlns:a16="http://schemas.microsoft.com/office/drawing/2014/main" id="{B8F5D912-C75D-4DD6-81CF-6193734978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79" name="直線コネクタ 124078">
                    <a:extLst>
                      <a:ext uri="{FF2B5EF4-FFF2-40B4-BE49-F238E27FC236}">
                        <a16:creationId xmlns:a16="http://schemas.microsoft.com/office/drawing/2014/main" id="{0DA10377-2970-4B93-9CD5-8C5C3DC341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0" name="直線コネクタ 124079">
                    <a:extLst>
                      <a:ext uri="{FF2B5EF4-FFF2-40B4-BE49-F238E27FC236}">
                        <a16:creationId xmlns:a16="http://schemas.microsoft.com/office/drawing/2014/main" id="{BFD16AE9-B00B-474C-8C0C-6341958590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1" name="直線コネクタ 124080">
                    <a:extLst>
                      <a:ext uri="{FF2B5EF4-FFF2-40B4-BE49-F238E27FC236}">
                        <a16:creationId xmlns:a16="http://schemas.microsoft.com/office/drawing/2014/main" id="{6204FB2C-5CEF-4591-B407-DD1D113B29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2" name="直線コネクタ 124081">
                    <a:extLst>
                      <a:ext uri="{FF2B5EF4-FFF2-40B4-BE49-F238E27FC236}">
                        <a16:creationId xmlns:a16="http://schemas.microsoft.com/office/drawing/2014/main" id="{A1E9DD5F-11F6-4C0B-92B2-92429281DF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3" name="直線コネクタ 124082">
                    <a:extLst>
                      <a:ext uri="{FF2B5EF4-FFF2-40B4-BE49-F238E27FC236}">
                        <a16:creationId xmlns:a16="http://schemas.microsoft.com/office/drawing/2014/main" id="{810B5B3E-C9A5-4BEE-A3D5-4931F2828A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4" name="直線コネクタ 124083">
                    <a:extLst>
                      <a:ext uri="{FF2B5EF4-FFF2-40B4-BE49-F238E27FC236}">
                        <a16:creationId xmlns:a16="http://schemas.microsoft.com/office/drawing/2014/main" id="{0B364A8C-DD43-4148-B6C6-6653DE6C57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5" name="直線コネクタ 124084">
                    <a:extLst>
                      <a:ext uri="{FF2B5EF4-FFF2-40B4-BE49-F238E27FC236}">
                        <a16:creationId xmlns:a16="http://schemas.microsoft.com/office/drawing/2014/main" id="{B1FBD17B-FD75-4EF5-AC89-041CB775C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6" name="直線コネクタ 124085">
                    <a:extLst>
                      <a:ext uri="{FF2B5EF4-FFF2-40B4-BE49-F238E27FC236}">
                        <a16:creationId xmlns:a16="http://schemas.microsoft.com/office/drawing/2014/main" id="{0998F164-B966-440C-BE52-3AA0EF478C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7" name="直線コネクタ 124086">
                    <a:extLst>
                      <a:ext uri="{FF2B5EF4-FFF2-40B4-BE49-F238E27FC236}">
                        <a16:creationId xmlns:a16="http://schemas.microsoft.com/office/drawing/2014/main" id="{BAF4AB90-BE4D-4A82-B05E-7E6DCDE9D3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8" name="直線コネクタ 124087">
                    <a:extLst>
                      <a:ext uri="{FF2B5EF4-FFF2-40B4-BE49-F238E27FC236}">
                        <a16:creationId xmlns:a16="http://schemas.microsoft.com/office/drawing/2014/main" id="{FF5E6C17-034F-4A17-9E91-E8E3222F17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89" name="直線コネクタ 124088">
                    <a:extLst>
                      <a:ext uri="{FF2B5EF4-FFF2-40B4-BE49-F238E27FC236}">
                        <a16:creationId xmlns:a16="http://schemas.microsoft.com/office/drawing/2014/main" id="{B44C5507-7601-4057-919C-74D64366E8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0" name="直線コネクタ 124089">
                    <a:extLst>
                      <a:ext uri="{FF2B5EF4-FFF2-40B4-BE49-F238E27FC236}">
                        <a16:creationId xmlns:a16="http://schemas.microsoft.com/office/drawing/2014/main" id="{83D872FA-0450-4788-B6D8-AB3BB291E7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1" name="直線コネクタ 124090">
                    <a:extLst>
                      <a:ext uri="{FF2B5EF4-FFF2-40B4-BE49-F238E27FC236}">
                        <a16:creationId xmlns:a16="http://schemas.microsoft.com/office/drawing/2014/main" id="{EA9FDD9B-B89A-4567-B512-B535A9511C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2" name="直線コネクタ 124091">
                    <a:extLst>
                      <a:ext uri="{FF2B5EF4-FFF2-40B4-BE49-F238E27FC236}">
                        <a16:creationId xmlns:a16="http://schemas.microsoft.com/office/drawing/2014/main" id="{3C35B788-24AD-432B-B165-A255C17CBC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3" name="直線コネクタ 124092">
                    <a:extLst>
                      <a:ext uri="{FF2B5EF4-FFF2-40B4-BE49-F238E27FC236}">
                        <a16:creationId xmlns:a16="http://schemas.microsoft.com/office/drawing/2014/main" id="{C2D0E5A5-9527-4096-BA96-361C9E96E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4" name="直線コネクタ 124093">
                    <a:extLst>
                      <a:ext uri="{FF2B5EF4-FFF2-40B4-BE49-F238E27FC236}">
                        <a16:creationId xmlns:a16="http://schemas.microsoft.com/office/drawing/2014/main" id="{E6E3E013-5042-4C48-B867-9D729FD56A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5" name="直線コネクタ 124094">
                    <a:extLst>
                      <a:ext uri="{FF2B5EF4-FFF2-40B4-BE49-F238E27FC236}">
                        <a16:creationId xmlns:a16="http://schemas.microsoft.com/office/drawing/2014/main" id="{E8D43BCF-C976-4B7F-A623-9577AE1943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6" name="直線コネクタ 124095">
                    <a:extLst>
                      <a:ext uri="{FF2B5EF4-FFF2-40B4-BE49-F238E27FC236}">
                        <a16:creationId xmlns:a16="http://schemas.microsoft.com/office/drawing/2014/main" id="{B6C4FA22-DEE9-47AE-B679-B6737CE609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7" name="直線コネクタ 124096">
                    <a:extLst>
                      <a:ext uri="{FF2B5EF4-FFF2-40B4-BE49-F238E27FC236}">
                        <a16:creationId xmlns:a16="http://schemas.microsoft.com/office/drawing/2014/main" id="{14DF4F7F-CC0E-411F-A4BA-7A8963E808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098" name="直線コネクタ 124097">
                    <a:extLst>
                      <a:ext uri="{FF2B5EF4-FFF2-40B4-BE49-F238E27FC236}">
                        <a16:creationId xmlns:a16="http://schemas.microsoft.com/office/drawing/2014/main" id="{10468F7E-27CF-456C-8822-466381C134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4099" name="グループ化 124098">
                    <a:extLst>
                      <a:ext uri="{FF2B5EF4-FFF2-40B4-BE49-F238E27FC236}">
                        <a16:creationId xmlns:a16="http://schemas.microsoft.com/office/drawing/2014/main" id="{4D29C02C-CEF8-46E1-9946-DD34F825773B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275" name="直線コネクタ 124274">
                      <a:extLst>
                        <a:ext uri="{FF2B5EF4-FFF2-40B4-BE49-F238E27FC236}">
                          <a16:creationId xmlns:a16="http://schemas.microsoft.com/office/drawing/2014/main" id="{A11A4B98-5D9A-4704-B1F6-7A9B671A9D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76" name="直線コネクタ 124275">
                      <a:extLst>
                        <a:ext uri="{FF2B5EF4-FFF2-40B4-BE49-F238E27FC236}">
                          <a16:creationId xmlns:a16="http://schemas.microsoft.com/office/drawing/2014/main" id="{0872A2CD-2C36-4815-8569-810DE6F3F8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77" name="直線コネクタ 124276">
                      <a:extLst>
                        <a:ext uri="{FF2B5EF4-FFF2-40B4-BE49-F238E27FC236}">
                          <a16:creationId xmlns:a16="http://schemas.microsoft.com/office/drawing/2014/main" id="{AB0F7E51-5CA7-411F-850F-0C842C2D90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78" name="直線コネクタ 124277">
                      <a:extLst>
                        <a:ext uri="{FF2B5EF4-FFF2-40B4-BE49-F238E27FC236}">
                          <a16:creationId xmlns:a16="http://schemas.microsoft.com/office/drawing/2014/main" id="{054B25F3-E8F8-4EC6-841E-616CC53225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79" name="直線コネクタ 124278">
                      <a:extLst>
                        <a:ext uri="{FF2B5EF4-FFF2-40B4-BE49-F238E27FC236}">
                          <a16:creationId xmlns:a16="http://schemas.microsoft.com/office/drawing/2014/main" id="{557B9B4E-0970-4005-A1CC-9D109D949A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0" name="直線コネクタ 124279">
                      <a:extLst>
                        <a:ext uri="{FF2B5EF4-FFF2-40B4-BE49-F238E27FC236}">
                          <a16:creationId xmlns:a16="http://schemas.microsoft.com/office/drawing/2014/main" id="{45196C0B-70D9-444B-A2F5-C23BB82122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1" name="直線コネクタ 124280">
                      <a:extLst>
                        <a:ext uri="{FF2B5EF4-FFF2-40B4-BE49-F238E27FC236}">
                          <a16:creationId xmlns:a16="http://schemas.microsoft.com/office/drawing/2014/main" id="{D2AB4622-9C05-4B20-AFBE-07FC89664D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2" name="直線コネクタ 124281">
                      <a:extLst>
                        <a:ext uri="{FF2B5EF4-FFF2-40B4-BE49-F238E27FC236}">
                          <a16:creationId xmlns:a16="http://schemas.microsoft.com/office/drawing/2014/main" id="{A31B2BE3-2AF3-443D-93EF-9CC3A4E424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3" name="直線コネクタ 124282">
                      <a:extLst>
                        <a:ext uri="{FF2B5EF4-FFF2-40B4-BE49-F238E27FC236}">
                          <a16:creationId xmlns:a16="http://schemas.microsoft.com/office/drawing/2014/main" id="{D7F00FC2-63FF-4853-AF6B-4C47FDAA55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4" name="直線コネクタ 124283">
                      <a:extLst>
                        <a:ext uri="{FF2B5EF4-FFF2-40B4-BE49-F238E27FC236}">
                          <a16:creationId xmlns:a16="http://schemas.microsoft.com/office/drawing/2014/main" id="{6B6498C8-1D35-47CB-84D6-50B6DBAA39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5" name="直線コネクタ 124284">
                      <a:extLst>
                        <a:ext uri="{FF2B5EF4-FFF2-40B4-BE49-F238E27FC236}">
                          <a16:creationId xmlns:a16="http://schemas.microsoft.com/office/drawing/2014/main" id="{6D6750B7-8819-433E-B4D8-22C548C713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6" name="直線コネクタ 124285">
                      <a:extLst>
                        <a:ext uri="{FF2B5EF4-FFF2-40B4-BE49-F238E27FC236}">
                          <a16:creationId xmlns:a16="http://schemas.microsoft.com/office/drawing/2014/main" id="{5AA596CB-D3BF-446F-9A87-174B50E8CA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7" name="直線コネクタ 124286">
                      <a:extLst>
                        <a:ext uri="{FF2B5EF4-FFF2-40B4-BE49-F238E27FC236}">
                          <a16:creationId xmlns:a16="http://schemas.microsoft.com/office/drawing/2014/main" id="{BAACDC28-6A41-4537-B18A-EDF3AB2D89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8" name="直線コネクタ 124287">
                      <a:extLst>
                        <a:ext uri="{FF2B5EF4-FFF2-40B4-BE49-F238E27FC236}">
                          <a16:creationId xmlns:a16="http://schemas.microsoft.com/office/drawing/2014/main" id="{BA8BB370-853C-4DAA-BAAF-420E909F67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89" name="直線コネクタ 124288">
                      <a:extLst>
                        <a:ext uri="{FF2B5EF4-FFF2-40B4-BE49-F238E27FC236}">
                          <a16:creationId xmlns:a16="http://schemas.microsoft.com/office/drawing/2014/main" id="{73C3A4E1-02A7-491B-8756-3857A2615B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0" name="直線コネクタ 124289">
                      <a:extLst>
                        <a:ext uri="{FF2B5EF4-FFF2-40B4-BE49-F238E27FC236}">
                          <a16:creationId xmlns:a16="http://schemas.microsoft.com/office/drawing/2014/main" id="{7C49D09C-0CD3-4646-A0BB-8FBB2DA5E4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1" name="直線コネクタ 124290">
                      <a:extLst>
                        <a:ext uri="{FF2B5EF4-FFF2-40B4-BE49-F238E27FC236}">
                          <a16:creationId xmlns:a16="http://schemas.microsoft.com/office/drawing/2014/main" id="{5503FBD5-C284-45C2-87F9-EBB7D1C9D4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2" name="直線コネクタ 124291">
                      <a:extLst>
                        <a:ext uri="{FF2B5EF4-FFF2-40B4-BE49-F238E27FC236}">
                          <a16:creationId xmlns:a16="http://schemas.microsoft.com/office/drawing/2014/main" id="{22CACEF0-3170-4030-9DA2-A071621D52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3" name="直線コネクタ 124292">
                      <a:extLst>
                        <a:ext uri="{FF2B5EF4-FFF2-40B4-BE49-F238E27FC236}">
                          <a16:creationId xmlns:a16="http://schemas.microsoft.com/office/drawing/2014/main" id="{092E08CE-AC6B-4705-975A-D35ECA8EAE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4" name="直線コネクタ 124293">
                      <a:extLst>
                        <a:ext uri="{FF2B5EF4-FFF2-40B4-BE49-F238E27FC236}">
                          <a16:creationId xmlns:a16="http://schemas.microsoft.com/office/drawing/2014/main" id="{81B018CD-A86C-419A-96F1-8DDF0AE350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5" name="直線コネクタ 124294">
                      <a:extLst>
                        <a:ext uri="{FF2B5EF4-FFF2-40B4-BE49-F238E27FC236}">
                          <a16:creationId xmlns:a16="http://schemas.microsoft.com/office/drawing/2014/main" id="{F2A846AD-BF1C-4365-9A60-F007BFBD12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6" name="直線コネクタ 124295">
                      <a:extLst>
                        <a:ext uri="{FF2B5EF4-FFF2-40B4-BE49-F238E27FC236}">
                          <a16:creationId xmlns:a16="http://schemas.microsoft.com/office/drawing/2014/main" id="{D6856740-4044-4FDD-895D-65BC8691BB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7" name="直線コネクタ 124296">
                      <a:extLst>
                        <a:ext uri="{FF2B5EF4-FFF2-40B4-BE49-F238E27FC236}">
                          <a16:creationId xmlns:a16="http://schemas.microsoft.com/office/drawing/2014/main" id="{15289E83-6F9E-4966-B960-E7C616EE0B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8" name="直線コネクタ 124297">
                      <a:extLst>
                        <a:ext uri="{FF2B5EF4-FFF2-40B4-BE49-F238E27FC236}">
                          <a16:creationId xmlns:a16="http://schemas.microsoft.com/office/drawing/2014/main" id="{944C15BD-010A-41FA-BFCB-1CF6D664A1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99" name="直線コネクタ 124298">
                      <a:extLst>
                        <a:ext uri="{FF2B5EF4-FFF2-40B4-BE49-F238E27FC236}">
                          <a16:creationId xmlns:a16="http://schemas.microsoft.com/office/drawing/2014/main" id="{A9937008-9DFC-44DD-A095-A8A421CF4C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0" name="直線コネクタ 124299">
                      <a:extLst>
                        <a:ext uri="{FF2B5EF4-FFF2-40B4-BE49-F238E27FC236}">
                          <a16:creationId xmlns:a16="http://schemas.microsoft.com/office/drawing/2014/main" id="{C9A7B482-47A5-49C5-91B7-0F62D02703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1" name="直線コネクタ 124300">
                      <a:extLst>
                        <a:ext uri="{FF2B5EF4-FFF2-40B4-BE49-F238E27FC236}">
                          <a16:creationId xmlns:a16="http://schemas.microsoft.com/office/drawing/2014/main" id="{13B55353-0DA5-4E33-B545-F005FE54F1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2" name="直線コネクタ 124301">
                      <a:extLst>
                        <a:ext uri="{FF2B5EF4-FFF2-40B4-BE49-F238E27FC236}">
                          <a16:creationId xmlns:a16="http://schemas.microsoft.com/office/drawing/2014/main" id="{EB9A368F-1109-47A9-BB5F-86D0DA9C86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3" name="直線コネクタ 124302">
                      <a:extLst>
                        <a:ext uri="{FF2B5EF4-FFF2-40B4-BE49-F238E27FC236}">
                          <a16:creationId xmlns:a16="http://schemas.microsoft.com/office/drawing/2014/main" id="{92BF14E9-82B1-409D-B8F5-640C389594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4" name="直線コネクタ 124303">
                      <a:extLst>
                        <a:ext uri="{FF2B5EF4-FFF2-40B4-BE49-F238E27FC236}">
                          <a16:creationId xmlns:a16="http://schemas.microsoft.com/office/drawing/2014/main" id="{7EEF1D00-D016-4930-AEEA-59677E6ED8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5" name="直線コネクタ 124304">
                      <a:extLst>
                        <a:ext uri="{FF2B5EF4-FFF2-40B4-BE49-F238E27FC236}">
                          <a16:creationId xmlns:a16="http://schemas.microsoft.com/office/drawing/2014/main" id="{B05956ED-620A-498A-AB8D-33F8A0FADB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6" name="直線コネクタ 124305">
                      <a:extLst>
                        <a:ext uri="{FF2B5EF4-FFF2-40B4-BE49-F238E27FC236}">
                          <a16:creationId xmlns:a16="http://schemas.microsoft.com/office/drawing/2014/main" id="{FBD5C576-C773-4ED8-B151-478C609F18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7" name="直線コネクタ 124306">
                      <a:extLst>
                        <a:ext uri="{FF2B5EF4-FFF2-40B4-BE49-F238E27FC236}">
                          <a16:creationId xmlns:a16="http://schemas.microsoft.com/office/drawing/2014/main" id="{861B29FE-218F-4A73-A46C-0D1704DED9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8" name="直線コネクタ 124307">
                      <a:extLst>
                        <a:ext uri="{FF2B5EF4-FFF2-40B4-BE49-F238E27FC236}">
                          <a16:creationId xmlns:a16="http://schemas.microsoft.com/office/drawing/2014/main" id="{AF72B859-09EE-41B9-A0AC-FB746429D1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09" name="直線コネクタ 124308">
                      <a:extLst>
                        <a:ext uri="{FF2B5EF4-FFF2-40B4-BE49-F238E27FC236}">
                          <a16:creationId xmlns:a16="http://schemas.microsoft.com/office/drawing/2014/main" id="{7A5E0928-5168-4879-9EC6-734745A29A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10" name="直線コネクタ 124309">
                      <a:extLst>
                        <a:ext uri="{FF2B5EF4-FFF2-40B4-BE49-F238E27FC236}">
                          <a16:creationId xmlns:a16="http://schemas.microsoft.com/office/drawing/2014/main" id="{E5792E7C-0E41-4AC4-BF78-1D4FBF8C53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11" name="直線コネクタ 124310">
                      <a:extLst>
                        <a:ext uri="{FF2B5EF4-FFF2-40B4-BE49-F238E27FC236}">
                          <a16:creationId xmlns:a16="http://schemas.microsoft.com/office/drawing/2014/main" id="{BE261061-A362-4B92-88B2-5D7DDB5B75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12" name="直線コネクタ 124311">
                      <a:extLst>
                        <a:ext uri="{FF2B5EF4-FFF2-40B4-BE49-F238E27FC236}">
                          <a16:creationId xmlns:a16="http://schemas.microsoft.com/office/drawing/2014/main" id="{1EF616A2-1441-4E62-82AC-70A5BD27AB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13" name="直線コネクタ 124312">
                      <a:extLst>
                        <a:ext uri="{FF2B5EF4-FFF2-40B4-BE49-F238E27FC236}">
                          <a16:creationId xmlns:a16="http://schemas.microsoft.com/office/drawing/2014/main" id="{FDF7A883-B242-439C-AF22-F9DD7EC1E1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14" name="直線コネクタ 124313">
                      <a:extLst>
                        <a:ext uri="{FF2B5EF4-FFF2-40B4-BE49-F238E27FC236}">
                          <a16:creationId xmlns:a16="http://schemas.microsoft.com/office/drawing/2014/main" id="{F4CCC158-1136-4D4B-B60A-AC68E5ED8A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15" name="直線コネクタ 124314">
                      <a:extLst>
                        <a:ext uri="{FF2B5EF4-FFF2-40B4-BE49-F238E27FC236}">
                          <a16:creationId xmlns:a16="http://schemas.microsoft.com/office/drawing/2014/main" id="{62F4B92A-91E5-43E4-92D4-37A44E3EEB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316" name="直線コネクタ 124315">
                      <a:extLst>
                        <a:ext uri="{FF2B5EF4-FFF2-40B4-BE49-F238E27FC236}">
                          <a16:creationId xmlns:a16="http://schemas.microsoft.com/office/drawing/2014/main" id="{BC6B0EC9-5196-4775-A1B3-093D636827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100" name="グループ化 124099">
                    <a:extLst>
                      <a:ext uri="{FF2B5EF4-FFF2-40B4-BE49-F238E27FC236}">
                        <a16:creationId xmlns:a16="http://schemas.microsoft.com/office/drawing/2014/main" id="{0FE8B12E-A151-4CEE-A595-D1E4B6E095FF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4266" name="正方形/長方形 124265">
                      <a:extLst>
                        <a:ext uri="{FF2B5EF4-FFF2-40B4-BE49-F238E27FC236}">
                          <a16:creationId xmlns:a16="http://schemas.microsoft.com/office/drawing/2014/main" id="{69C5B699-74C9-4881-8873-55FE701263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267" name="正方形/長方形 124266">
                      <a:extLst>
                        <a:ext uri="{FF2B5EF4-FFF2-40B4-BE49-F238E27FC236}">
                          <a16:creationId xmlns:a16="http://schemas.microsoft.com/office/drawing/2014/main" id="{9B8E5C64-5576-4B8E-B51F-58FCCBFB82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268" name="正方形/長方形 124267">
                      <a:extLst>
                        <a:ext uri="{FF2B5EF4-FFF2-40B4-BE49-F238E27FC236}">
                          <a16:creationId xmlns:a16="http://schemas.microsoft.com/office/drawing/2014/main" id="{B92862DB-8291-4C24-AE02-70547623416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269" name="正方形/長方形 124268">
                      <a:extLst>
                        <a:ext uri="{FF2B5EF4-FFF2-40B4-BE49-F238E27FC236}">
                          <a16:creationId xmlns:a16="http://schemas.microsoft.com/office/drawing/2014/main" id="{D374EA77-8815-4685-925A-6FE108BDB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270" name="正方形/長方形 124269">
                      <a:extLst>
                        <a:ext uri="{FF2B5EF4-FFF2-40B4-BE49-F238E27FC236}">
                          <a16:creationId xmlns:a16="http://schemas.microsoft.com/office/drawing/2014/main" id="{3C266B4F-17CF-4A55-A5F5-CB21069E354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271" name="正方形/長方形 124270">
                      <a:extLst>
                        <a:ext uri="{FF2B5EF4-FFF2-40B4-BE49-F238E27FC236}">
                          <a16:creationId xmlns:a16="http://schemas.microsoft.com/office/drawing/2014/main" id="{517738A1-25F3-4488-9CC9-5392672389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272" name="正方形/長方形 124271">
                      <a:extLst>
                        <a:ext uri="{FF2B5EF4-FFF2-40B4-BE49-F238E27FC236}">
                          <a16:creationId xmlns:a16="http://schemas.microsoft.com/office/drawing/2014/main" id="{AB87AAC9-BA08-402A-8A0D-9BF56B750B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273" name="正方形/長方形 124272">
                      <a:extLst>
                        <a:ext uri="{FF2B5EF4-FFF2-40B4-BE49-F238E27FC236}">
                          <a16:creationId xmlns:a16="http://schemas.microsoft.com/office/drawing/2014/main" id="{F2F9C7C7-EB63-4316-A621-5305EEE6A3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4274" name="正方形/長方形 124273">
                      <a:extLst>
                        <a:ext uri="{FF2B5EF4-FFF2-40B4-BE49-F238E27FC236}">
                          <a16:creationId xmlns:a16="http://schemas.microsoft.com/office/drawing/2014/main" id="{8606EA70-81F5-4B30-B665-B56CD5DD81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4101" name="グループ化 124100">
                    <a:extLst>
                      <a:ext uri="{FF2B5EF4-FFF2-40B4-BE49-F238E27FC236}">
                        <a16:creationId xmlns:a16="http://schemas.microsoft.com/office/drawing/2014/main" id="{EBD1C704-48D6-4ADE-A5FA-000FFB0C867A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258" name="直線コネクタ 124257">
                      <a:extLst>
                        <a:ext uri="{FF2B5EF4-FFF2-40B4-BE49-F238E27FC236}">
                          <a16:creationId xmlns:a16="http://schemas.microsoft.com/office/drawing/2014/main" id="{A4D2A114-9996-4905-9BEA-B62163B58E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59" name="直線コネクタ 124258">
                      <a:extLst>
                        <a:ext uri="{FF2B5EF4-FFF2-40B4-BE49-F238E27FC236}">
                          <a16:creationId xmlns:a16="http://schemas.microsoft.com/office/drawing/2014/main" id="{586E9714-564D-41AF-89AE-09A0616990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60" name="直線コネクタ 124259">
                      <a:extLst>
                        <a:ext uri="{FF2B5EF4-FFF2-40B4-BE49-F238E27FC236}">
                          <a16:creationId xmlns:a16="http://schemas.microsoft.com/office/drawing/2014/main" id="{412CA7EB-274E-41FE-9555-40CA5E4DC8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61" name="直線コネクタ 124260">
                      <a:extLst>
                        <a:ext uri="{FF2B5EF4-FFF2-40B4-BE49-F238E27FC236}">
                          <a16:creationId xmlns:a16="http://schemas.microsoft.com/office/drawing/2014/main" id="{952F66BD-4946-49EB-B976-04429A2388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62" name="直線コネクタ 124261">
                      <a:extLst>
                        <a:ext uri="{FF2B5EF4-FFF2-40B4-BE49-F238E27FC236}">
                          <a16:creationId xmlns:a16="http://schemas.microsoft.com/office/drawing/2014/main" id="{DE4E115B-E83A-468A-9319-809F6E43A4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63" name="直線コネクタ 124262">
                      <a:extLst>
                        <a:ext uri="{FF2B5EF4-FFF2-40B4-BE49-F238E27FC236}">
                          <a16:creationId xmlns:a16="http://schemas.microsoft.com/office/drawing/2014/main" id="{D910D164-610F-4E6E-9584-DFDADDFF56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64" name="直線コネクタ 124263">
                      <a:extLst>
                        <a:ext uri="{FF2B5EF4-FFF2-40B4-BE49-F238E27FC236}">
                          <a16:creationId xmlns:a16="http://schemas.microsoft.com/office/drawing/2014/main" id="{8A03E8E3-6103-4349-B7E8-414EF0D3F0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65" name="直線コネクタ 124264">
                      <a:extLst>
                        <a:ext uri="{FF2B5EF4-FFF2-40B4-BE49-F238E27FC236}">
                          <a16:creationId xmlns:a16="http://schemas.microsoft.com/office/drawing/2014/main" id="{BFE4D26E-5D2F-4746-8F79-8A8975F23A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102" name="グループ化 124101">
                    <a:extLst>
                      <a:ext uri="{FF2B5EF4-FFF2-40B4-BE49-F238E27FC236}">
                        <a16:creationId xmlns:a16="http://schemas.microsoft.com/office/drawing/2014/main" id="{02B31E7A-51BF-4427-AAAB-F45056E372AC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250" name="直線コネクタ 124249">
                      <a:extLst>
                        <a:ext uri="{FF2B5EF4-FFF2-40B4-BE49-F238E27FC236}">
                          <a16:creationId xmlns:a16="http://schemas.microsoft.com/office/drawing/2014/main" id="{B144EDFA-E107-4921-A95A-1D95014FD4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51" name="直線コネクタ 124250">
                      <a:extLst>
                        <a:ext uri="{FF2B5EF4-FFF2-40B4-BE49-F238E27FC236}">
                          <a16:creationId xmlns:a16="http://schemas.microsoft.com/office/drawing/2014/main" id="{BB400C3F-264B-4C3B-B438-50CA0C2ADA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52" name="直線コネクタ 124251">
                      <a:extLst>
                        <a:ext uri="{FF2B5EF4-FFF2-40B4-BE49-F238E27FC236}">
                          <a16:creationId xmlns:a16="http://schemas.microsoft.com/office/drawing/2014/main" id="{BB05A78F-50AC-4263-B577-38C389CEB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53" name="直線コネクタ 124252">
                      <a:extLst>
                        <a:ext uri="{FF2B5EF4-FFF2-40B4-BE49-F238E27FC236}">
                          <a16:creationId xmlns:a16="http://schemas.microsoft.com/office/drawing/2014/main" id="{130BB8DE-01F4-4049-806F-5832D1627D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54" name="直線コネクタ 124253">
                      <a:extLst>
                        <a:ext uri="{FF2B5EF4-FFF2-40B4-BE49-F238E27FC236}">
                          <a16:creationId xmlns:a16="http://schemas.microsoft.com/office/drawing/2014/main" id="{E4B879E6-F937-486B-8AA9-2BBA302B7E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55" name="直線コネクタ 124254">
                      <a:extLst>
                        <a:ext uri="{FF2B5EF4-FFF2-40B4-BE49-F238E27FC236}">
                          <a16:creationId xmlns:a16="http://schemas.microsoft.com/office/drawing/2014/main" id="{A89C9982-DCAE-417C-9E69-6E8CC2ED38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56" name="直線コネクタ 124255">
                      <a:extLst>
                        <a:ext uri="{FF2B5EF4-FFF2-40B4-BE49-F238E27FC236}">
                          <a16:creationId xmlns:a16="http://schemas.microsoft.com/office/drawing/2014/main" id="{A25A7B2C-B653-486B-BB0A-0B239800CE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57" name="直線コネクタ 124256">
                      <a:extLst>
                        <a:ext uri="{FF2B5EF4-FFF2-40B4-BE49-F238E27FC236}">
                          <a16:creationId xmlns:a16="http://schemas.microsoft.com/office/drawing/2014/main" id="{FBEE9C9A-367F-4CB3-AD1C-01018F7600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103" name="グループ化 124102">
                    <a:extLst>
                      <a:ext uri="{FF2B5EF4-FFF2-40B4-BE49-F238E27FC236}">
                        <a16:creationId xmlns:a16="http://schemas.microsoft.com/office/drawing/2014/main" id="{CECA769A-52B4-4F3B-97F8-BD160CBEAC4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208" name="直線コネクタ 124207">
                      <a:extLst>
                        <a:ext uri="{FF2B5EF4-FFF2-40B4-BE49-F238E27FC236}">
                          <a16:creationId xmlns:a16="http://schemas.microsoft.com/office/drawing/2014/main" id="{FA122E19-EAC4-4E6A-902E-DAD2D51193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9" name="直線コネクタ 124208">
                      <a:extLst>
                        <a:ext uri="{FF2B5EF4-FFF2-40B4-BE49-F238E27FC236}">
                          <a16:creationId xmlns:a16="http://schemas.microsoft.com/office/drawing/2014/main" id="{FD99B286-3821-428A-8E36-74D45D4CA0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0" name="直線コネクタ 124209">
                      <a:extLst>
                        <a:ext uri="{FF2B5EF4-FFF2-40B4-BE49-F238E27FC236}">
                          <a16:creationId xmlns:a16="http://schemas.microsoft.com/office/drawing/2014/main" id="{E67FE3B5-67C9-4D56-BD24-0DAEEF15D7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1" name="直線コネクタ 124210">
                      <a:extLst>
                        <a:ext uri="{FF2B5EF4-FFF2-40B4-BE49-F238E27FC236}">
                          <a16:creationId xmlns:a16="http://schemas.microsoft.com/office/drawing/2014/main" id="{845E121F-07B2-4133-82AF-01E0766049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2" name="直線コネクタ 124211">
                      <a:extLst>
                        <a:ext uri="{FF2B5EF4-FFF2-40B4-BE49-F238E27FC236}">
                          <a16:creationId xmlns:a16="http://schemas.microsoft.com/office/drawing/2014/main" id="{597C40A9-0FCB-4BD8-8FAF-B11D25636D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3" name="直線コネクタ 124212">
                      <a:extLst>
                        <a:ext uri="{FF2B5EF4-FFF2-40B4-BE49-F238E27FC236}">
                          <a16:creationId xmlns:a16="http://schemas.microsoft.com/office/drawing/2014/main" id="{DA02DCFD-1BD3-4686-82BB-800D885C8E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4" name="直線コネクタ 124213">
                      <a:extLst>
                        <a:ext uri="{FF2B5EF4-FFF2-40B4-BE49-F238E27FC236}">
                          <a16:creationId xmlns:a16="http://schemas.microsoft.com/office/drawing/2014/main" id="{E46CCE46-A431-4F18-841C-60196BA764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5" name="直線コネクタ 124214">
                      <a:extLst>
                        <a:ext uri="{FF2B5EF4-FFF2-40B4-BE49-F238E27FC236}">
                          <a16:creationId xmlns:a16="http://schemas.microsoft.com/office/drawing/2014/main" id="{E0F5CBE1-E379-4415-AC02-EE70C8CF83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6" name="直線コネクタ 124215">
                      <a:extLst>
                        <a:ext uri="{FF2B5EF4-FFF2-40B4-BE49-F238E27FC236}">
                          <a16:creationId xmlns:a16="http://schemas.microsoft.com/office/drawing/2014/main" id="{B0B24BF0-C074-4F51-B76A-837F085441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7" name="直線コネクタ 124216">
                      <a:extLst>
                        <a:ext uri="{FF2B5EF4-FFF2-40B4-BE49-F238E27FC236}">
                          <a16:creationId xmlns:a16="http://schemas.microsoft.com/office/drawing/2014/main" id="{19B02739-2D24-40FB-B361-F6CD615FA4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8" name="直線コネクタ 124217">
                      <a:extLst>
                        <a:ext uri="{FF2B5EF4-FFF2-40B4-BE49-F238E27FC236}">
                          <a16:creationId xmlns:a16="http://schemas.microsoft.com/office/drawing/2014/main" id="{F038578F-1E8D-4E7A-9CD4-5E6F1E6E02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19" name="直線コネクタ 124218">
                      <a:extLst>
                        <a:ext uri="{FF2B5EF4-FFF2-40B4-BE49-F238E27FC236}">
                          <a16:creationId xmlns:a16="http://schemas.microsoft.com/office/drawing/2014/main" id="{D2AA902A-5317-45CE-BDC6-0D7DFE3638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0" name="直線コネクタ 124219">
                      <a:extLst>
                        <a:ext uri="{FF2B5EF4-FFF2-40B4-BE49-F238E27FC236}">
                          <a16:creationId xmlns:a16="http://schemas.microsoft.com/office/drawing/2014/main" id="{F602A6AF-A804-4870-A40B-C30E8A5E12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1" name="直線コネクタ 124220">
                      <a:extLst>
                        <a:ext uri="{FF2B5EF4-FFF2-40B4-BE49-F238E27FC236}">
                          <a16:creationId xmlns:a16="http://schemas.microsoft.com/office/drawing/2014/main" id="{81D18A49-DB89-4951-8386-1E4EB77AA9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2" name="直線コネクタ 124221">
                      <a:extLst>
                        <a:ext uri="{FF2B5EF4-FFF2-40B4-BE49-F238E27FC236}">
                          <a16:creationId xmlns:a16="http://schemas.microsoft.com/office/drawing/2014/main" id="{DC9EA5DA-B2E7-4E3B-B6F4-E51343B1BB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3" name="直線コネクタ 124222">
                      <a:extLst>
                        <a:ext uri="{FF2B5EF4-FFF2-40B4-BE49-F238E27FC236}">
                          <a16:creationId xmlns:a16="http://schemas.microsoft.com/office/drawing/2014/main" id="{79637FF1-A7BE-46C8-A479-F643F1CD3F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4" name="直線コネクタ 124223">
                      <a:extLst>
                        <a:ext uri="{FF2B5EF4-FFF2-40B4-BE49-F238E27FC236}">
                          <a16:creationId xmlns:a16="http://schemas.microsoft.com/office/drawing/2014/main" id="{911DB83E-ABAB-4332-A7D3-C4DFD39F41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5" name="直線コネクタ 124224">
                      <a:extLst>
                        <a:ext uri="{FF2B5EF4-FFF2-40B4-BE49-F238E27FC236}">
                          <a16:creationId xmlns:a16="http://schemas.microsoft.com/office/drawing/2014/main" id="{1B2EE9D6-52DC-48B4-91E3-C382533941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6" name="直線コネクタ 124225">
                      <a:extLst>
                        <a:ext uri="{FF2B5EF4-FFF2-40B4-BE49-F238E27FC236}">
                          <a16:creationId xmlns:a16="http://schemas.microsoft.com/office/drawing/2014/main" id="{CA78855E-186B-4A98-BC43-A0676C057B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7" name="直線コネクタ 124226">
                      <a:extLst>
                        <a:ext uri="{FF2B5EF4-FFF2-40B4-BE49-F238E27FC236}">
                          <a16:creationId xmlns:a16="http://schemas.microsoft.com/office/drawing/2014/main" id="{348B1CFE-F81A-4F01-BEBB-D7DDE599FE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8" name="直線コネクタ 124227">
                      <a:extLst>
                        <a:ext uri="{FF2B5EF4-FFF2-40B4-BE49-F238E27FC236}">
                          <a16:creationId xmlns:a16="http://schemas.microsoft.com/office/drawing/2014/main" id="{1D85F3A3-710D-4BB4-9870-7E335E119B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29" name="直線コネクタ 124228">
                      <a:extLst>
                        <a:ext uri="{FF2B5EF4-FFF2-40B4-BE49-F238E27FC236}">
                          <a16:creationId xmlns:a16="http://schemas.microsoft.com/office/drawing/2014/main" id="{50898A22-D9D2-40E6-9972-65E58235C9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0" name="直線コネクタ 124229">
                      <a:extLst>
                        <a:ext uri="{FF2B5EF4-FFF2-40B4-BE49-F238E27FC236}">
                          <a16:creationId xmlns:a16="http://schemas.microsoft.com/office/drawing/2014/main" id="{B556973E-30A8-4E14-8BE5-72B30E628E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1" name="直線コネクタ 124230">
                      <a:extLst>
                        <a:ext uri="{FF2B5EF4-FFF2-40B4-BE49-F238E27FC236}">
                          <a16:creationId xmlns:a16="http://schemas.microsoft.com/office/drawing/2014/main" id="{833F9B31-15F8-4BF5-9E13-CAEF3AAE2E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2" name="直線コネクタ 124231">
                      <a:extLst>
                        <a:ext uri="{FF2B5EF4-FFF2-40B4-BE49-F238E27FC236}">
                          <a16:creationId xmlns:a16="http://schemas.microsoft.com/office/drawing/2014/main" id="{8CAA84EB-3916-4A2E-9218-5D5AD40B58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3" name="直線コネクタ 124232">
                      <a:extLst>
                        <a:ext uri="{FF2B5EF4-FFF2-40B4-BE49-F238E27FC236}">
                          <a16:creationId xmlns:a16="http://schemas.microsoft.com/office/drawing/2014/main" id="{F5FBD6E4-E8B4-42D1-881B-3D03E31161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4" name="直線コネクタ 124233">
                      <a:extLst>
                        <a:ext uri="{FF2B5EF4-FFF2-40B4-BE49-F238E27FC236}">
                          <a16:creationId xmlns:a16="http://schemas.microsoft.com/office/drawing/2014/main" id="{1DE97BBB-56E7-4A78-A999-12F9FEAFA8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5" name="直線コネクタ 124234">
                      <a:extLst>
                        <a:ext uri="{FF2B5EF4-FFF2-40B4-BE49-F238E27FC236}">
                          <a16:creationId xmlns:a16="http://schemas.microsoft.com/office/drawing/2014/main" id="{6F4F3AA5-857A-4807-BA0C-CB7D1888B3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6" name="直線コネクタ 124235">
                      <a:extLst>
                        <a:ext uri="{FF2B5EF4-FFF2-40B4-BE49-F238E27FC236}">
                          <a16:creationId xmlns:a16="http://schemas.microsoft.com/office/drawing/2014/main" id="{7CE3FF9B-78B1-42A9-A8CD-A27184171D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7" name="直線コネクタ 124236">
                      <a:extLst>
                        <a:ext uri="{FF2B5EF4-FFF2-40B4-BE49-F238E27FC236}">
                          <a16:creationId xmlns:a16="http://schemas.microsoft.com/office/drawing/2014/main" id="{829834B1-9E9C-47D7-9175-952AA0F490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8" name="直線コネクタ 124237">
                      <a:extLst>
                        <a:ext uri="{FF2B5EF4-FFF2-40B4-BE49-F238E27FC236}">
                          <a16:creationId xmlns:a16="http://schemas.microsoft.com/office/drawing/2014/main" id="{77A0CA1C-2AE3-4BE8-A744-0100FFC4B4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39" name="直線コネクタ 124238">
                      <a:extLst>
                        <a:ext uri="{FF2B5EF4-FFF2-40B4-BE49-F238E27FC236}">
                          <a16:creationId xmlns:a16="http://schemas.microsoft.com/office/drawing/2014/main" id="{2B411126-3834-40D7-A7F3-CAEF53314F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0" name="直線コネクタ 124239">
                      <a:extLst>
                        <a:ext uri="{FF2B5EF4-FFF2-40B4-BE49-F238E27FC236}">
                          <a16:creationId xmlns:a16="http://schemas.microsoft.com/office/drawing/2014/main" id="{52DE7D00-91A6-4E03-AA29-0084952585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1" name="直線コネクタ 124240">
                      <a:extLst>
                        <a:ext uri="{FF2B5EF4-FFF2-40B4-BE49-F238E27FC236}">
                          <a16:creationId xmlns:a16="http://schemas.microsoft.com/office/drawing/2014/main" id="{81606528-A577-4C94-9BA5-3EF2A08A3A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2" name="直線コネクタ 124241">
                      <a:extLst>
                        <a:ext uri="{FF2B5EF4-FFF2-40B4-BE49-F238E27FC236}">
                          <a16:creationId xmlns:a16="http://schemas.microsoft.com/office/drawing/2014/main" id="{3B955D99-322C-4407-B320-49B152E241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3" name="直線コネクタ 124242">
                      <a:extLst>
                        <a:ext uri="{FF2B5EF4-FFF2-40B4-BE49-F238E27FC236}">
                          <a16:creationId xmlns:a16="http://schemas.microsoft.com/office/drawing/2014/main" id="{93D628DF-EA93-48EE-AC47-EB7DB3C7F5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4" name="直線コネクタ 124243">
                      <a:extLst>
                        <a:ext uri="{FF2B5EF4-FFF2-40B4-BE49-F238E27FC236}">
                          <a16:creationId xmlns:a16="http://schemas.microsoft.com/office/drawing/2014/main" id="{8DAAB1FC-06F3-47C3-8380-CCFD396958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5" name="直線コネクタ 124244">
                      <a:extLst>
                        <a:ext uri="{FF2B5EF4-FFF2-40B4-BE49-F238E27FC236}">
                          <a16:creationId xmlns:a16="http://schemas.microsoft.com/office/drawing/2014/main" id="{2B773B78-3C0C-4800-875F-A6CFA19133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6" name="直線コネクタ 124245">
                      <a:extLst>
                        <a:ext uri="{FF2B5EF4-FFF2-40B4-BE49-F238E27FC236}">
                          <a16:creationId xmlns:a16="http://schemas.microsoft.com/office/drawing/2014/main" id="{66E3A50C-C4EA-40EE-8725-3D2EC39876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7" name="直線コネクタ 124246">
                      <a:extLst>
                        <a:ext uri="{FF2B5EF4-FFF2-40B4-BE49-F238E27FC236}">
                          <a16:creationId xmlns:a16="http://schemas.microsoft.com/office/drawing/2014/main" id="{EBDADFA0-F32E-4B03-96A4-369A949813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8" name="直線コネクタ 124247">
                      <a:extLst>
                        <a:ext uri="{FF2B5EF4-FFF2-40B4-BE49-F238E27FC236}">
                          <a16:creationId xmlns:a16="http://schemas.microsoft.com/office/drawing/2014/main" id="{312248B6-1FEE-4407-8D13-5F45A4E0FD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49" name="直線コネクタ 124248">
                      <a:extLst>
                        <a:ext uri="{FF2B5EF4-FFF2-40B4-BE49-F238E27FC236}">
                          <a16:creationId xmlns:a16="http://schemas.microsoft.com/office/drawing/2014/main" id="{9CBA3CFC-A170-475E-8D6D-EC4058B972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104" name="グループ化 124103">
                    <a:extLst>
                      <a:ext uri="{FF2B5EF4-FFF2-40B4-BE49-F238E27FC236}">
                        <a16:creationId xmlns:a16="http://schemas.microsoft.com/office/drawing/2014/main" id="{4100A14F-A060-484B-86F5-88EFCEBD6792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166" name="直線コネクタ 124165">
                      <a:extLst>
                        <a:ext uri="{FF2B5EF4-FFF2-40B4-BE49-F238E27FC236}">
                          <a16:creationId xmlns:a16="http://schemas.microsoft.com/office/drawing/2014/main" id="{84D9FF30-E40E-41D2-8499-801ABF0B67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7" name="直線コネクタ 124166">
                      <a:extLst>
                        <a:ext uri="{FF2B5EF4-FFF2-40B4-BE49-F238E27FC236}">
                          <a16:creationId xmlns:a16="http://schemas.microsoft.com/office/drawing/2014/main" id="{7BCB8E34-1AF6-44DA-9DDB-71B0095AB3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8" name="直線コネクタ 124167">
                      <a:extLst>
                        <a:ext uri="{FF2B5EF4-FFF2-40B4-BE49-F238E27FC236}">
                          <a16:creationId xmlns:a16="http://schemas.microsoft.com/office/drawing/2014/main" id="{3A972841-F71A-410B-8326-786602A089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9" name="直線コネクタ 124168">
                      <a:extLst>
                        <a:ext uri="{FF2B5EF4-FFF2-40B4-BE49-F238E27FC236}">
                          <a16:creationId xmlns:a16="http://schemas.microsoft.com/office/drawing/2014/main" id="{67CEFEDF-F876-4DA5-BCD0-228014229D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0" name="直線コネクタ 124169">
                      <a:extLst>
                        <a:ext uri="{FF2B5EF4-FFF2-40B4-BE49-F238E27FC236}">
                          <a16:creationId xmlns:a16="http://schemas.microsoft.com/office/drawing/2014/main" id="{63C701B9-9F9E-4139-9527-A05AECCAD0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1" name="直線コネクタ 124170">
                      <a:extLst>
                        <a:ext uri="{FF2B5EF4-FFF2-40B4-BE49-F238E27FC236}">
                          <a16:creationId xmlns:a16="http://schemas.microsoft.com/office/drawing/2014/main" id="{865E53B7-441B-4A7F-A3B4-A797342F6F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2" name="直線コネクタ 124171">
                      <a:extLst>
                        <a:ext uri="{FF2B5EF4-FFF2-40B4-BE49-F238E27FC236}">
                          <a16:creationId xmlns:a16="http://schemas.microsoft.com/office/drawing/2014/main" id="{81CF122B-91D3-4B82-9C4B-8F68DD7978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3" name="直線コネクタ 124172">
                      <a:extLst>
                        <a:ext uri="{FF2B5EF4-FFF2-40B4-BE49-F238E27FC236}">
                          <a16:creationId xmlns:a16="http://schemas.microsoft.com/office/drawing/2014/main" id="{BC946EDD-307F-4D56-B158-204635533D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4" name="直線コネクタ 124173">
                      <a:extLst>
                        <a:ext uri="{FF2B5EF4-FFF2-40B4-BE49-F238E27FC236}">
                          <a16:creationId xmlns:a16="http://schemas.microsoft.com/office/drawing/2014/main" id="{6F89E27A-4D8A-469A-857A-1DA81787EE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5" name="直線コネクタ 124174">
                      <a:extLst>
                        <a:ext uri="{FF2B5EF4-FFF2-40B4-BE49-F238E27FC236}">
                          <a16:creationId xmlns:a16="http://schemas.microsoft.com/office/drawing/2014/main" id="{B823AE07-E335-4B28-A693-6FB0DEA757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6" name="直線コネクタ 124175">
                      <a:extLst>
                        <a:ext uri="{FF2B5EF4-FFF2-40B4-BE49-F238E27FC236}">
                          <a16:creationId xmlns:a16="http://schemas.microsoft.com/office/drawing/2014/main" id="{47B12ABD-0F08-4B82-907D-35089833B6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7" name="直線コネクタ 124176">
                      <a:extLst>
                        <a:ext uri="{FF2B5EF4-FFF2-40B4-BE49-F238E27FC236}">
                          <a16:creationId xmlns:a16="http://schemas.microsoft.com/office/drawing/2014/main" id="{C001BAA5-2799-453D-83C7-26457276DE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8" name="直線コネクタ 124177">
                      <a:extLst>
                        <a:ext uri="{FF2B5EF4-FFF2-40B4-BE49-F238E27FC236}">
                          <a16:creationId xmlns:a16="http://schemas.microsoft.com/office/drawing/2014/main" id="{EFE584E0-00A2-43C5-9181-B12E1B9FE2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79" name="直線コネクタ 124178">
                      <a:extLst>
                        <a:ext uri="{FF2B5EF4-FFF2-40B4-BE49-F238E27FC236}">
                          <a16:creationId xmlns:a16="http://schemas.microsoft.com/office/drawing/2014/main" id="{54E9F4AF-686E-463A-8B5D-F8F129884A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0" name="直線コネクタ 124179">
                      <a:extLst>
                        <a:ext uri="{FF2B5EF4-FFF2-40B4-BE49-F238E27FC236}">
                          <a16:creationId xmlns:a16="http://schemas.microsoft.com/office/drawing/2014/main" id="{3E7C6BC1-6B52-46E4-8902-414DB68AA7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1" name="直線コネクタ 124180">
                      <a:extLst>
                        <a:ext uri="{FF2B5EF4-FFF2-40B4-BE49-F238E27FC236}">
                          <a16:creationId xmlns:a16="http://schemas.microsoft.com/office/drawing/2014/main" id="{4230A6E6-4A83-4E28-AEAB-0990A22FE7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2" name="直線コネクタ 124181">
                      <a:extLst>
                        <a:ext uri="{FF2B5EF4-FFF2-40B4-BE49-F238E27FC236}">
                          <a16:creationId xmlns:a16="http://schemas.microsoft.com/office/drawing/2014/main" id="{BD37F036-42FE-41BE-8B50-73AEDDCED7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3" name="直線コネクタ 124182">
                      <a:extLst>
                        <a:ext uri="{FF2B5EF4-FFF2-40B4-BE49-F238E27FC236}">
                          <a16:creationId xmlns:a16="http://schemas.microsoft.com/office/drawing/2014/main" id="{CE573F9A-7AB4-4D5A-8164-A23AB9AEE6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4" name="直線コネクタ 124183">
                      <a:extLst>
                        <a:ext uri="{FF2B5EF4-FFF2-40B4-BE49-F238E27FC236}">
                          <a16:creationId xmlns:a16="http://schemas.microsoft.com/office/drawing/2014/main" id="{BAFB4D6A-22C9-4C7B-830E-F642244722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5" name="直線コネクタ 124184">
                      <a:extLst>
                        <a:ext uri="{FF2B5EF4-FFF2-40B4-BE49-F238E27FC236}">
                          <a16:creationId xmlns:a16="http://schemas.microsoft.com/office/drawing/2014/main" id="{D1A86EC6-19C6-49BA-8B5B-EBED4BACB9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6" name="直線コネクタ 124185">
                      <a:extLst>
                        <a:ext uri="{FF2B5EF4-FFF2-40B4-BE49-F238E27FC236}">
                          <a16:creationId xmlns:a16="http://schemas.microsoft.com/office/drawing/2014/main" id="{F505691C-D1E3-4CF9-9DA1-5F31FA31A5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7" name="直線コネクタ 124186">
                      <a:extLst>
                        <a:ext uri="{FF2B5EF4-FFF2-40B4-BE49-F238E27FC236}">
                          <a16:creationId xmlns:a16="http://schemas.microsoft.com/office/drawing/2014/main" id="{A3F2C6CE-259B-49FA-842B-29D3F861B5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8" name="直線コネクタ 124187">
                      <a:extLst>
                        <a:ext uri="{FF2B5EF4-FFF2-40B4-BE49-F238E27FC236}">
                          <a16:creationId xmlns:a16="http://schemas.microsoft.com/office/drawing/2014/main" id="{CA9A77F1-5219-4024-8BC0-21E73F306B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89" name="直線コネクタ 124188">
                      <a:extLst>
                        <a:ext uri="{FF2B5EF4-FFF2-40B4-BE49-F238E27FC236}">
                          <a16:creationId xmlns:a16="http://schemas.microsoft.com/office/drawing/2014/main" id="{76DD1802-C2B0-4E7F-907C-ACCD7A27E6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0" name="直線コネクタ 124189">
                      <a:extLst>
                        <a:ext uri="{FF2B5EF4-FFF2-40B4-BE49-F238E27FC236}">
                          <a16:creationId xmlns:a16="http://schemas.microsoft.com/office/drawing/2014/main" id="{873665CA-37C3-4EB6-9AFB-2B8244548F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1" name="直線コネクタ 124190">
                      <a:extLst>
                        <a:ext uri="{FF2B5EF4-FFF2-40B4-BE49-F238E27FC236}">
                          <a16:creationId xmlns:a16="http://schemas.microsoft.com/office/drawing/2014/main" id="{252E3413-4369-4AAB-9050-1AC231A995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2" name="直線コネクタ 124191">
                      <a:extLst>
                        <a:ext uri="{FF2B5EF4-FFF2-40B4-BE49-F238E27FC236}">
                          <a16:creationId xmlns:a16="http://schemas.microsoft.com/office/drawing/2014/main" id="{863602D8-59BE-4F0B-A23C-48ABB98DC1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3" name="直線コネクタ 124192">
                      <a:extLst>
                        <a:ext uri="{FF2B5EF4-FFF2-40B4-BE49-F238E27FC236}">
                          <a16:creationId xmlns:a16="http://schemas.microsoft.com/office/drawing/2014/main" id="{4EF6F68D-D715-454E-B9C7-6A725AC109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4" name="直線コネクタ 124193">
                      <a:extLst>
                        <a:ext uri="{FF2B5EF4-FFF2-40B4-BE49-F238E27FC236}">
                          <a16:creationId xmlns:a16="http://schemas.microsoft.com/office/drawing/2014/main" id="{FE6A656A-15BA-4AA2-8A0B-520B5FF5FF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5" name="直線コネクタ 124194">
                      <a:extLst>
                        <a:ext uri="{FF2B5EF4-FFF2-40B4-BE49-F238E27FC236}">
                          <a16:creationId xmlns:a16="http://schemas.microsoft.com/office/drawing/2014/main" id="{5F71178A-6A47-4E7D-A93B-0399B1484D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6" name="直線コネクタ 124195">
                      <a:extLst>
                        <a:ext uri="{FF2B5EF4-FFF2-40B4-BE49-F238E27FC236}">
                          <a16:creationId xmlns:a16="http://schemas.microsoft.com/office/drawing/2014/main" id="{36D1D13A-23A7-42DD-9EF8-7C7A6873A6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7" name="直線コネクタ 124196">
                      <a:extLst>
                        <a:ext uri="{FF2B5EF4-FFF2-40B4-BE49-F238E27FC236}">
                          <a16:creationId xmlns:a16="http://schemas.microsoft.com/office/drawing/2014/main" id="{DD8265C2-A4E0-4594-85E1-F00DE85C4A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8" name="直線コネクタ 124197">
                      <a:extLst>
                        <a:ext uri="{FF2B5EF4-FFF2-40B4-BE49-F238E27FC236}">
                          <a16:creationId xmlns:a16="http://schemas.microsoft.com/office/drawing/2014/main" id="{FC964D0D-6A47-425E-8751-0FACE19478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99" name="直線コネクタ 124198">
                      <a:extLst>
                        <a:ext uri="{FF2B5EF4-FFF2-40B4-BE49-F238E27FC236}">
                          <a16:creationId xmlns:a16="http://schemas.microsoft.com/office/drawing/2014/main" id="{42581013-43B2-4D6E-8983-2E6DE3CDB0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0" name="直線コネクタ 124199">
                      <a:extLst>
                        <a:ext uri="{FF2B5EF4-FFF2-40B4-BE49-F238E27FC236}">
                          <a16:creationId xmlns:a16="http://schemas.microsoft.com/office/drawing/2014/main" id="{5F74A7F3-C622-4158-ABFE-23D20BBA21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1" name="直線コネクタ 124200">
                      <a:extLst>
                        <a:ext uri="{FF2B5EF4-FFF2-40B4-BE49-F238E27FC236}">
                          <a16:creationId xmlns:a16="http://schemas.microsoft.com/office/drawing/2014/main" id="{1A89A8DA-52C9-4F10-BC9A-FCEB59B567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2" name="直線コネクタ 124201">
                      <a:extLst>
                        <a:ext uri="{FF2B5EF4-FFF2-40B4-BE49-F238E27FC236}">
                          <a16:creationId xmlns:a16="http://schemas.microsoft.com/office/drawing/2014/main" id="{E31592FF-4A41-4C13-B68A-89DF5C55D9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3" name="直線コネクタ 124202">
                      <a:extLst>
                        <a:ext uri="{FF2B5EF4-FFF2-40B4-BE49-F238E27FC236}">
                          <a16:creationId xmlns:a16="http://schemas.microsoft.com/office/drawing/2014/main" id="{160B20A7-CE01-4CB6-898A-49B9CF244D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4" name="直線コネクタ 124203">
                      <a:extLst>
                        <a:ext uri="{FF2B5EF4-FFF2-40B4-BE49-F238E27FC236}">
                          <a16:creationId xmlns:a16="http://schemas.microsoft.com/office/drawing/2014/main" id="{AA5670B1-9045-45A8-8C5B-7194CB9B2F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5" name="直線コネクタ 124204">
                      <a:extLst>
                        <a:ext uri="{FF2B5EF4-FFF2-40B4-BE49-F238E27FC236}">
                          <a16:creationId xmlns:a16="http://schemas.microsoft.com/office/drawing/2014/main" id="{85A7A31C-770D-4535-B717-5ACF1FACFF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6" name="直線コネクタ 124205">
                      <a:extLst>
                        <a:ext uri="{FF2B5EF4-FFF2-40B4-BE49-F238E27FC236}">
                          <a16:creationId xmlns:a16="http://schemas.microsoft.com/office/drawing/2014/main" id="{A0E82D5D-5100-4455-A2FA-40592A1EDF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207" name="直線コネクタ 124206">
                      <a:extLst>
                        <a:ext uri="{FF2B5EF4-FFF2-40B4-BE49-F238E27FC236}">
                          <a16:creationId xmlns:a16="http://schemas.microsoft.com/office/drawing/2014/main" id="{620433F7-4223-43C4-933F-0F0268CBF9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105" name="グループ化 124104">
                    <a:extLst>
                      <a:ext uri="{FF2B5EF4-FFF2-40B4-BE49-F238E27FC236}">
                        <a16:creationId xmlns:a16="http://schemas.microsoft.com/office/drawing/2014/main" id="{E80291DE-DA81-4B67-B03C-626A19DC3AC8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158" name="直線コネクタ 124157">
                      <a:extLst>
                        <a:ext uri="{FF2B5EF4-FFF2-40B4-BE49-F238E27FC236}">
                          <a16:creationId xmlns:a16="http://schemas.microsoft.com/office/drawing/2014/main" id="{C898AD72-7CC4-4F48-8CA0-5A20419778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59" name="直線コネクタ 124158">
                      <a:extLst>
                        <a:ext uri="{FF2B5EF4-FFF2-40B4-BE49-F238E27FC236}">
                          <a16:creationId xmlns:a16="http://schemas.microsoft.com/office/drawing/2014/main" id="{003BA094-251A-4420-8263-86228944AC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0" name="直線コネクタ 124159">
                      <a:extLst>
                        <a:ext uri="{FF2B5EF4-FFF2-40B4-BE49-F238E27FC236}">
                          <a16:creationId xmlns:a16="http://schemas.microsoft.com/office/drawing/2014/main" id="{71EB865B-A007-4D61-950A-EE253D639B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1" name="直線コネクタ 124160">
                      <a:extLst>
                        <a:ext uri="{FF2B5EF4-FFF2-40B4-BE49-F238E27FC236}">
                          <a16:creationId xmlns:a16="http://schemas.microsoft.com/office/drawing/2014/main" id="{D1776C8D-C268-4DFC-8BC9-3A918737FC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2" name="直線コネクタ 124161">
                      <a:extLst>
                        <a:ext uri="{FF2B5EF4-FFF2-40B4-BE49-F238E27FC236}">
                          <a16:creationId xmlns:a16="http://schemas.microsoft.com/office/drawing/2014/main" id="{FFF0E872-AAAA-4AA8-BE2A-940155F497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3" name="直線コネクタ 124162">
                      <a:extLst>
                        <a:ext uri="{FF2B5EF4-FFF2-40B4-BE49-F238E27FC236}">
                          <a16:creationId xmlns:a16="http://schemas.microsoft.com/office/drawing/2014/main" id="{5FC55844-9560-4E25-823F-B93168A610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4" name="直線コネクタ 124163">
                      <a:extLst>
                        <a:ext uri="{FF2B5EF4-FFF2-40B4-BE49-F238E27FC236}">
                          <a16:creationId xmlns:a16="http://schemas.microsoft.com/office/drawing/2014/main" id="{4EDFA090-37FB-4ECB-BBD3-79DD4909D2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65" name="直線コネクタ 124164">
                      <a:extLst>
                        <a:ext uri="{FF2B5EF4-FFF2-40B4-BE49-F238E27FC236}">
                          <a16:creationId xmlns:a16="http://schemas.microsoft.com/office/drawing/2014/main" id="{E1BD831E-8FA1-448A-BBD1-241F44D621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106" name="グループ化 124105">
                    <a:extLst>
                      <a:ext uri="{FF2B5EF4-FFF2-40B4-BE49-F238E27FC236}">
                        <a16:creationId xmlns:a16="http://schemas.microsoft.com/office/drawing/2014/main" id="{0229626D-709F-47F4-9636-2C4412C639C3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4150" name="直線コネクタ 124149">
                      <a:extLst>
                        <a:ext uri="{FF2B5EF4-FFF2-40B4-BE49-F238E27FC236}">
                          <a16:creationId xmlns:a16="http://schemas.microsoft.com/office/drawing/2014/main" id="{5895A9BB-9787-4B49-B366-B1AD80D54C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51" name="直線コネクタ 124150">
                      <a:extLst>
                        <a:ext uri="{FF2B5EF4-FFF2-40B4-BE49-F238E27FC236}">
                          <a16:creationId xmlns:a16="http://schemas.microsoft.com/office/drawing/2014/main" id="{54B98EDA-1707-45DE-84F3-B0F7AAFEA4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52" name="直線コネクタ 124151">
                      <a:extLst>
                        <a:ext uri="{FF2B5EF4-FFF2-40B4-BE49-F238E27FC236}">
                          <a16:creationId xmlns:a16="http://schemas.microsoft.com/office/drawing/2014/main" id="{58EDF7CC-1C85-4A23-BBC2-98EF752947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53" name="直線コネクタ 124152">
                      <a:extLst>
                        <a:ext uri="{FF2B5EF4-FFF2-40B4-BE49-F238E27FC236}">
                          <a16:creationId xmlns:a16="http://schemas.microsoft.com/office/drawing/2014/main" id="{6CF77E90-657A-402D-93F6-70F272EF08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54" name="直線コネクタ 124153">
                      <a:extLst>
                        <a:ext uri="{FF2B5EF4-FFF2-40B4-BE49-F238E27FC236}">
                          <a16:creationId xmlns:a16="http://schemas.microsoft.com/office/drawing/2014/main" id="{6AA406FA-9C38-4F0C-8331-04C16B9806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55" name="直線コネクタ 124154">
                      <a:extLst>
                        <a:ext uri="{FF2B5EF4-FFF2-40B4-BE49-F238E27FC236}">
                          <a16:creationId xmlns:a16="http://schemas.microsoft.com/office/drawing/2014/main" id="{EDC498E7-0D05-49D9-9954-E75B17D2B4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56" name="直線コネクタ 124155">
                      <a:extLst>
                        <a:ext uri="{FF2B5EF4-FFF2-40B4-BE49-F238E27FC236}">
                          <a16:creationId xmlns:a16="http://schemas.microsoft.com/office/drawing/2014/main" id="{082607A5-3990-4F72-A0AB-6913CB6B2C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57" name="直線コネクタ 124156">
                      <a:extLst>
                        <a:ext uri="{FF2B5EF4-FFF2-40B4-BE49-F238E27FC236}">
                          <a16:creationId xmlns:a16="http://schemas.microsoft.com/office/drawing/2014/main" id="{3DEE3938-1922-4EF8-9465-1893E55710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4107" name="グループ化 124106">
                    <a:extLst>
                      <a:ext uri="{FF2B5EF4-FFF2-40B4-BE49-F238E27FC236}">
                        <a16:creationId xmlns:a16="http://schemas.microsoft.com/office/drawing/2014/main" id="{BD1B024C-0834-46E1-B599-2BC541C31566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4108" name="直線コネクタ 124107">
                      <a:extLst>
                        <a:ext uri="{FF2B5EF4-FFF2-40B4-BE49-F238E27FC236}">
                          <a16:creationId xmlns:a16="http://schemas.microsoft.com/office/drawing/2014/main" id="{F46BF03E-3A76-4BCA-A2E8-ECEC081BB7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09" name="直線コネクタ 124108">
                      <a:extLst>
                        <a:ext uri="{FF2B5EF4-FFF2-40B4-BE49-F238E27FC236}">
                          <a16:creationId xmlns:a16="http://schemas.microsoft.com/office/drawing/2014/main" id="{E7BD498F-8546-4028-B465-A82F8DF1B8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0" name="直線コネクタ 124109">
                      <a:extLst>
                        <a:ext uri="{FF2B5EF4-FFF2-40B4-BE49-F238E27FC236}">
                          <a16:creationId xmlns:a16="http://schemas.microsoft.com/office/drawing/2014/main" id="{BA762335-6EFD-46A3-AD2B-8DA71B36E2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1" name="直線コネクタ 124110">
                      <a:extLst>
                        <a:ext uri="{FF2B5EF4-FFF2-40B4-BE49-F238E27FC236}">
                          <a16:creationId xmlns:a16="http://schemas.microsoft.com/office/drawing/2014/main" id="{4044BD13-B9DF-4654-BF4F-CE848D6BEC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2" name="直線コネクタ 124111">
                      <a:extLst>
                        <a:ext uri="{FF2B5EF4-FFF2-40B4-BE49-F238E27FC236}">
                          <a16:creationId xmlns:a16="http://schemas.microsoft.com/office/drawing/2014/main" id="{FFA25FAB-79A3-43DF-8508-58B1C963E0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3" name="直線コネクタ 124112">
                      <a:extLst>
                        <a:ext uri="{FF2B5EF4-FFF2-40B4-BE49-F238E27FC236}">
                          <a16:creationId xmlns:a16="http://schemas.microsoft.com/office/drawing/2014/main" id="{3253743C-8C7F-4C24-9C3D-56DF109DD7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4" name="直線コネクタ 124113">
                      <a:extLst>
                        <a:ext uri="{FF2B5EF4-FFF2-40B4-BE49-F238E27FC236}">
                          <a16:creationId xmlns:a16="http://schemas.microsoft.com/office/drawing/2014/main" id="{E743C967-453B-40F5-8816-95EB06D604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5" name="直線コネクタ 124114">
                      <a:extLst>
                        <a:ext uri="{FF2B5EF4-FFF2-40B4-BE49-F238E27FC236}">
                          <a16:creationId xmlns:a16="http://schemas.microsoft.com/office/drawing/2014/main" id="{A134222D-787D-42D2-813C-8CE297006C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6" name="直線コネクタ 124115">
                      <a:extLst>
                        <a:ext uri="{FF2B5EF4-FFF2-40B4-BE49-F238E27FC236}">
                          <a16:creationId xmlns:a16="http://schemas.microsoft.com/office/drawing/2014/main" id="{F998817B-2A60-4C72-B71F-4324EBF0D5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7" name="直線コネクタ 124116">
                      <a:extLst>
                        <a:ext uri="{FF2B5EF4-FFF2-40B4-BE49-F238E27FC236}">
                          <a16:creationId xmlns:a16="http://schemas.microsoft.com/office/drawing/2014/main" id="{1CB536F0-2A30-4750-B0A4-51E6E3D044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8" name="直線コネクタ 124117">
                      <a:extLst>
                        <a:ext uri="{FF2B5EF4-FFF2-40B4-BE49-F238E27FC236}">
                          <a16:creationId xmlns:a16="http://schemas.microsoft.com/office/drawing/2014/main" id="{8D64BB22-898D-499E-8DF6-D8656A7BCC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19" name="直線コネクタ 124118">
                      <a:extLst>
                        <a:ext uri="{FF2B5EF4-FFF2-40B4-BE49-F238E27FC236}">
                          <a16:creationId xmlns:a16="http://schemas.microsoft.com/office/drawing/2014/main" id="{2C2E40DB-28B6-4B13-A16A-351028021E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0" name="直線コネクタ 124119">
                      <a:extLst>
                        <a:ext uri="{FF2B5EF4-FFF2-40B4-BE49-F238E27FC236}">
                          <a16:creationId xmlns:a16="http://schemas.microsoft.com/office/drawing/2014/main" id="{50332662-903E-4840-8CCF-AA330A339B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1" name="直線コネクタ 124120">
                      <a:extLst>
                        <a:ext uri="{FF2B5EF4-FFF2-40B4-BE49-F238E27FC236}">
                          <a16:creationId xmlns:a16="http://schemas.microsoft.com/office/drawing/2014/main" id="{8919E407-5F95-476A-9F87-347D3E6F53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2" name="直線コネクタ 124121">
                      <a:extLst>
                        <a:ext uri="{FF2B5EF4-FFF2-40B4-BE49-F238E27FC236}">
                          <a16:creationId xmlns:a16="http://schemas.microsoft.com/office/drawing/2014/main" id="{28999750-853F-4792-92DA-783A7099FD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3" name="直線コネクタ 124122">
                      <a:extLst>
                        <a:ext uri="{FF2B5EF4-FFF2-40B4-BE49-F238E27FC236}">
                          <a16:creationId xmlns:a16="http://schemas.microsoft.com/office/drawing/2014/main" id="{A478632A-DDD0-49E6-9160-BFC9168F1C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4" name="直線コネクタ 124123">
                      <a:extLst>
                        <a:ext uri="{FF2B5EF4-FFF2-40B4-BE49-F238E27FC236}">
                          <a16:creationId xmlns:a16="http://schemas.microsoft.com/office/drawing/2014/main" id="{A5F9702F-12CD-4A09-8E2C-50138A5A1E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5" name="直線コネクタ 124124">
                      <a:extLst>
                        <a:ext uri="{FF2B5EF4-FFF2-40B4-BE49-F238E27FC236}">
                          <a16:creationId xmlns:a16="http://schemas.microsoft.com/office/drawing/2014/main" id="{B4EE81F7-55B3-4444-BB23-02DADE2C09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6" name="直線コネクタ 124125">
                      <a:extLst>
                        <a:ext uri="{FF2B5EF4-FFF2-40B4-BE49-F238E27FC236}">
                          <a16:creationId xmlns:a16="http://schemas.microsoft.com/office/drawing/2014/main" id="{907DD0DF-C779-41BA-AE11-6650C5DE62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7" name="直線コネクタ 124126">
                      <a:extLst>
                        <a:ext uri="{FF2B5EF4-FFF2-40B4-BE49-F238E27FC236}">
                          <a16:creationId xmlns:a16="http://schemas.microsoft.com/office/drawing/2014/main" id="{7D100288-4140-4F72-8F7B-C4B6CA635E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8" name="直線コネクタ 124127">
                      <a:extLst>
                        <a:ext uri="{FF2B5EF4-FFF2-40B4-BE49-F238E27FC236}">
                          <a16:creationId xmlns:a16="http://schemas.microsoft.com/office/drawing/2014/main" id="{0692F6A8-CCAC-4871-8F7C-33C3DF876D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29" name="直線コネクタ 124128">
                      <a:extLst>
                        <a:ext uri="{FF2B5EF4-FFF2-40B4-BE49-F238E27FC236}">
                          <a16:creationId xmlns:a16="http://schemas.microsoft.com/office/drawing/2014/main" id="{0EB79F0D-1C84-4C7C-BDCA-F2B1C9A9AA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0" name="直線コネクタ 124129">
                      <a:extLst>
                        <a:ext uri="{FF2B5EF4-FFF2-40B4-BE49-F238E27FC236}">
                          <a16:creationId xmlns:a16="http://schemas.microsoft.com/office/drawing/2014/main" id="{C3560FD0-A3C4-4731-ABDF-D0AFB9D0D2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1" name="直線コネクタ 124130">
                      <a:extLst>
                        <a:ext uri="{FF2B5EF4-FFF2-40B4-BE49-F238E27FC236}">
                          <a16:creationId xmlns:a16="http://schemas.microsoft.com/office/drawing/2014/main" id="{AF370056-A01C-42F6-8E24-1572BC8EB5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2" name="直線コネクタ 124131">
                      <a:extLst>
                        <a:ext uri="{FF2B5EF4-FFF2-40B4-BE49-F238E27FC236}">
                          <a16:creationId xmlns:a16="http://schemas.microsoft.com/office/drawing/2014/main" id="{55042F45-5F8C-481E-B475-53285E0BEE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3" name="直線コネクタ 124132">
                      <a:extLst>
                        <a:ext uri="{FF2B5EF4-FFF2-40B4-BE49-F238E27FC236}">
                          <a16:creationId xmlns:a16="http://schemas.microsoft.com/office/drawing/2014/main" id="{8E0D4115-453C-419E-8DE2-B287C05DCE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4" name="直線コネクタ 124133">
                      <a:extLst>
                        <a:ext uri="{FF2B5EF4-FFF2-40B4-BE49-F238E27FC236}">
                          <a16:creationId xmlns:a16="http://schemas.microsoft.com/office/drawing/2014/main" id="{CBD203C7-365C-4E8D-B88C-E248525C74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5" name="直線コネクタ 124134">
                      <a:extLst>
                        <a:ext uri="{FF2B5EF4-FFF2-40B4-BE49-F238E27FC236}">
                          <a16:creationId xmlns:a16="http://schemas.microsoft.com/office/drawing/2014/main" id="{612DE667-FFCF-4301-B38A-A6154BAB95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6" name="直線コネクタ 124135">
                      <a:extLst>
                        <a:ext uri="{FF2B5EF4-FFF2-40B4-BE49-F238E27FC236}">
                          <a16:creationId xmlns:a16="http://schemas.microsoft.com/office/drawing/2014/main" id="{9E360434-0822-4A54-AC25-33BDD552E5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7" name="直線コネクタ 124136">
                      <a:extLst>
                        <a:ext uri="{FF2B5EF4-FFF2-40B4-BE49-F238E27FC236}">
                          <a16:creationId xmlns:a16="http://schemas.microsoft.com/office/drawing/2014/main" id="{C7087F07-CFCF-43D5-BA11-79C552C208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8" name="直線コネクタ 124137">
                      <a:extLst>
                        <a:ext uri="{FF2B5EF4-FFF2-40B4-BE49-F238E27FC236}">
                          <a16:creationId xmlns:a16="http://schemas.microsoft.com/office/drawing/2014/main" id="{A1DF743E-12FB-4AC5-AA9E-E010DC1DC2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39" name="直線コネクタ 124138">
                      <a:extLst>
                        <a:ext uri="{FF2B5EF4-FFF2-40B4-BE49-F238E27FC236}">
                          <a16:creationId xmlns:a16="http://schemas.microsoft.com/office/drawing/2014/main" id="{E62212D2-ED8E-42EF-9879-B47BD6E5E5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0" name="直線コネクタ 124139">
                      <a:extLst>
                        <a:ext uri="{FF2B5EF4-FFF2-40B4-BE49-F238E27FC236}">
                          <a16:creationId xmlns:a16="http://schemas.microsoft.com/office/drawing/2014/main" id="{585A9FAA-B4FC-4699-8DA2-C489DB5413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1" name="直線コネクタ 124140">
                      <a:extLst>
                        <a:ext uri="{FF2B5EF4-FFF2-40B4-BE49-F238E27FC236}">
                          <a16:creationId xmlns:a16="http://schemas.microsoft.com/office/drawing/2014/main" id="{00C78775-3E37-4EBF-9B1D-350457C014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2" name="直線コネクタ 124141">
                      <a:extLst>
                        <a:ext uri="{FF2B5EF4-FFF2-40B4-BE49-F238E27FC236}">
                          <a16:creationId xmlns:a16="http://schemas.microsoft.com/office/drawing/2014/main" id="{3F46753B-6D61-4969-8D64-00FE86BC52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3" name="直線コネクタ 124142">
                      <a:extLst>
                        <a:ext uri="{FF2B5EF4-FFF2-40B4-BE49-F238E27FC236}">
                          <a16:creationId xmlns:a16="http://schemas.microsoft.com/office/drawing/2014/main" id="{4CE89C1A-0463-4676-B247-3D8A5FC03D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4" name="直線コネクタ 124143">
                      <a:extLst>
                        <a:ext uri="{FF2B5EF4-FFF2-40B4-BE49-F238E27FC236}">
                          <a16:creationId xmlns:a16="http://schemas.microsoft.com/office/drawing/2014/main" id="{ED5F1A70-06AB-4FE4-8FF7-3D1873BCF4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5" name="直線コネクタ 124144">
                      <a:extLst>
                        <a:ext uri="{FF2B5EF4-FFF2-40B4-BE49-F238E27FC236}">
                          <a16:creationId xmlns:a16="http://schemas.microsoft.com/office/drawing/2014/main" id="{EAB347FB-A182-4A53-85FC-EDD5655853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6" name="直線コネクタ 124145">
                      <a:extLst>
                        <a:ext uri="{FF2B5EF4-FFF2-40B4-BE49-F238E27FC236}">
                          <a16:creationId xmlns:a16="http://schemas.microsoft.com/office/drawing/2014/main" id="{FA58952D-3F60-4A18-A36A-1C87A3D090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7" name="直線コネクタ 124146">
                      <a:extLst>
                        <a:ext uri="{FF2B5EF4-FFF2-40B4-BE49-F238E27FC236}">
                          <a16:creationId xmlns:a16="http://schemas.microsoft.com/office/drawing/2014/main" id="{7502C5BA-B3C9-4C7B-B371-55C2A0D600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8" name="直線コネクタ 124147">
                      <a:extLst>
                        <a:ext uri="{FF2B5EF4-FFF2-40B4-BE49-F238E27FC236}">
                          <a16:creationId xmlns:a16="http://schemas.microsoft.com/office/drawing/2014/main" id="{8D15DFDE-DACA-4F06-B545-EE8747F299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4149" name="直線コネクタ 124148">
                      <a:extLst>
                        <a:ext uri="{FF2B5EF4-FFF2-40B4-BE49-F238E27FC236}">
                          <a16:creationId xmlns:a16="http://schemas.microsoft.com/office/drawing/2014/main" id="{3778F57B-2CC2-4A9F-A6BA-1B14336FA4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63" name="グループ化 123162">
                  <a:extLst>
                    <a:ext uri="{FF2B5EF4-FFF2-40B4-BE49-F238E27FC236}">
                      <a16:creationId xmlns:a16="http://schemas.microsoft.com/office/drawing/2014/main" id="{88092759-CB2A-40AA-9E47-E1257A864EE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90887" y="5390881"/>
                  <a:ext cx="17989" cy="18000"/>
                  <a:chOff x="4287481" y="4286224"/>
                  <a:chExt cx="2227978" cy="2229219"/>
                </a:xfrm>
              </p:grpSpPr>
              <p:cxnSp>
                <p:nvCxnSpPr>
                  <p:cNvPr id="123549" name="直線コネクタ 123548">
                    <a:extLst>
                      <a:ext uri="{FF2B5EF4-FFF2-40B4-BE49-F238E27FC236}">
                        <a16:creationId xmlns:a16="http://schemas.microsoft.com/office/drawing/2014/main" id="{CFB4FFCF-210F-4500-BB07-A2E2E6E572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0" name="直線コネクタ 123549">
                    <a:extLst>
                      <a:ext uri="{FF2B5EF4-FFF2-40B4-BE49-F238E27FC236}">
                        <a16:creationId xmlns:a16="http://schemas.microsoft.com/office/drawing/2014/main" id="{DADCCCC1-AF1D-4E50-8C0D-0C87255942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1" name="直線コネクタ 123550">
                    <a:extLst>
                      <a:ext uri="{FF2B5EF4-FFF2-40B4-BE49-F238E27FC236}">
                        <a16:creationId xmlns:a16="http://schemas.microsoft.com/office/drawing/2014/main" id="{DC9D14AE-6A46-48F6-9BF4-1A9A2902AB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2" name="直線コネクタ 123551">
                    <a:extLst>
                      <a:ext uri="{FF2B5EF4-FFF2-40B4-BE49-F238E27FC236}">
                        <a16:creationId xmlns:a16="http://schemas.microsoft.com/office/drawing/2014/main" id="{B5DAE03D-4CC9-4CF2-916D-42E677998B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3" name="直線コネクタ 123552">
                    <a:extLst>
                      <a:ext uri="{FF2B5EF4-FFF2-40B4-BE49-F238E27FC236}">
                        <a16:creationId xmlns:a16="http://schemas.microsoft.com/office/drawing/2014/main" id="{A0A7D60E-8DC7-4438-87A4-5719D5FE9E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4" name="直線コネクタ 123553">
                    <a:extLst>
                      <a:ext uri="{FF2B5EF4-FFF2-40B4-BE49-F238E27FC236}">
                        <a16:creationId xmlns:a16="http://schemas.microsoft.com/office/drawing/2014/main" id="{F910A84F-4F4C-4A1E-B64A-D59C0D0EA5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5" name="直線コネクタ 123554">
                    <a:extLst>
                      <a:ext uri="{FF2B5EF4-FFF2-40B4-BE49-F238E27FC236}">
                        <a16:creationId xmlns:a16="http://schemas.microsoft.com/office/drawing/2014/main" id="{58D17130-3C49-4858-8142-96DECC0070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6" name="直線コネクタ 123555">
                    <a:extLst>
                      <a:ext uri="{FF2B5EF4-FFF2-40B4-BE49-F238E27FC236}">
                        <a16:creationId xmlns:a16="http://schemas.microsoft.com/office/drawing/2014/main" id="{FA78157F-0E47-49D5-8AC8-EB9CDF32AA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7" name="直線コネクタ 123556">
                    <a:extLst>
                      <a:ext uri="{FF2B5EF4-FFF2-40B4-BE49-F238E27FC236}">
                        <a16:creationId xmlns:a16="http://schemas.microsoft.com/office/drawing/2014/main" id="{6438E5E4-AD1E-4F9E-9606-A87F1A32CE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8" name="直線コネクタ 123557">
                    <a:extLst>
                      <a:ext uri="{FF2B5EF4-FFF2-40B4-BE49-F238E27FC236}">
                        <a16:creationId xmlns:a16="http://schemas.microsoft.com/office/drawing/2014/main" id="{9E6E941F-AC59-49FA-9396-B4D90F635B7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59" name="直線コネクタ 123558">
                    <a:extLst>
                      <a:ext uri="{FF2B5EF4-FFF2-40B4-BE49-F238E27FC236}">
                        <a16:creationId xmlns:a16="http://schemas.microsoft.com/office/drawing/2014/main" id="{B2E6483E-DEAC-4A18-B5A2-D910D2C8559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0" name="直線コネクタ 123559">
                    <a:extLst>
                      <a:ext uri="{FF2B5EF4-FFF2-40B4-BE49-F238E27FC236}">
                        <a16:creationId xmlns:a16="http://schemas.microsoft.com/office/drawing/2014/main" id="{0A47FED0-DD83-4124-831B-019E4D9E2D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1" name="直線コネクタ 123560">
                    <a:extLst>
                      <a:ext uri="{FF2B5EF4-FFF2-40B4-BE49-F238E27FC236}">
                        <a16:creationId xmlns:a16="http://schemas.microsoft.com/office/drawing/2014/main" id="{811068FB-0FD6-4DE2-B383-BA639339D8E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2" name="直線コネクタ 123561">
                    <a:extLst>
                      <a:ext uri="{FF2B5EF4-FFF2-40B4-BE49-F238E27FC236}">
                        <a16:creationId xmlns:a16="http://schemas.microsoft.com/office/drawing/2014/main" id="{4E12EA02-ED31-46AD-9028-2708D75352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3" name="直線コネクタ 123562">
                    <a:extLst>
                      <a:ext uri="{FF2B5EF4-FFF2-40B4-BE49-F238E27FC236}">
                        <a16:creationId xmlns:a16="http://schemas.microsoft.com/office/drawing/2014/main" id="{9027FB5D-57D5-41DD-9503-439473CCC5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4" name="直線コネクタ 123563">
                    <a:extLst>
                      <a:ext uri="{FF2B5EF4-FFF2-40B4-BE49-F238E27FC236}">
                        <a16:creationId xmlns:a16="http://schemas.microsoft.com/office/drawing/2014/main" id="{A5935DD5-D52C-46AA-B3C4-C1162B56E6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5" name="直線コネクタ 123564">
                    <a:extLst>
                      <a:ext uri="{FF2B5EF4-FFF2-40B4-BE49-F238E27FC236}">
                        <a16:creationId xmlns:a16="http://schemas.microsoft.com/office/drawing/2014/main" id="{37EF02D6-81B6-499A-8760-7E9477762F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6" name="直線コネクタ 123565">
                    <a:extLst>
                      <a:ext uri="{FF2B5EF4-FFF2-40B4-BE49-F238E27FC236}">
                        <a16:creationId xmlns:a16="http://schemas.microsoft.com/office/drawing/2014/main" id="{33875D60-00B0-4269-B0BD-2656B6C6B7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7" name="直線コネクタ 123566">
                    <a:extLst>
                      <a:ext uri="{FF2B5EF4-FFF2-40B4-BE49-F238E27FC236}">
                        <a16:creationId xmlns:a16="http://schemas.microsoft.com/office/drawing/2014/main" id="{2FE8BA00-2E93-44F0-A65D-658D347B17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8" name="直線コネクタ 123567">
                    <a:extLst>
                      <a:ext uri="{FF2B5EF4-FFF2-40B4-BE49-F238E27FC236}">
                        <a16:creationId xmlns:a16="http://schemas.microsoft.com/office/drawing/2014/main" id="{5C2FDEEB-A0E7-4627-9A85-1755347138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69" name="直線コネクタ 123568">
                    <a:extLst>
                      <a:ext uri="{FF2B5EF4-FFF2-40B4-BE49-F238E27FC236}">
                        <a16:creationId xmlns:a16="http://schemas.microsoft.com/office/drawing/2014/main" id="{87C71964-C624-44A8-8631-40FF63BCE1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0" name="直線コネクタ 123569">
                    <a:extLst>
                      <a:ext uri="{FF2B5EF4-FFF2-40B4-BE49-F238E27FC236}">
                        <a16:creationId xmlns:a16="http://schemas.microsoft.com/office/drawing/2014/main" id="{DC187D3F-DF11-4B5E-8E48-E44336CC84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1" name="直線コネクタ 123570">
                    <a:extLst>
                      <a:ext uri="{FF2B5EF4-FFF2-40B4-BE49-F238E27FC236}">
                        <a16:creationId xmlns:a16="http://schemas.microsoft.com/office/drawing/2014/main" id="{F98A6A94-A0C8-4EB1-9487-1D5394A16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2" name="直線コネクタ 123571">
                    <a:extLst>
                      <a:ext uri="{FF2B5EF4-FFF2-40B4-BE49-F238E27FC236}">
                        <a16:creationId xmlns:a16="http://schemas.microsoft.com/office/drawing/2014/main" id="{4F4836FC-AD03-4420-8603-38EAF72584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3" name="直線コネクタ 123572">
                    <a:extLst>
                      <a:ext uri="{FF2B5EF4-FFF2-40B4-BE49-F238E27FC236}">
                        <a16:creationId xmlns:a16="http://schemas.microsoft.com/office/drawing/2014/main" id="{92CB7B21-AF8F-4A31-B809-83FC986205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4" name="直線コネクタ 123573">
                    <a:extLst>
                      <a:ext uri="{FF2B5EF4-FFF2-40B4-BE49-F238E27FC236}">
                        <a16:creationId xmlns:a16="http://schemas.microsoft.com/office/drawing/2014/main" id="{DF4F407A-E1CD-49D9-BDA9-C6E09E4CBA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5" name="直線コネクタ 123574">
                    <a:extLst>
                      <a:ext uri="{FF2B5EF4-FFF2-40B4-BE49-F238E27FC236}">
                        <a16:creationId xmlns:a16="http://schemas.microsoft.com/office/drawing/2014/main" id="{27A6EA57-48A6-495B-91BD-21BFEA177F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6" name="直線コネクタ 123575">
                    <a:extLst>
                      <a:ext uri="{FF2B5EF4-FFF2-40B4-BE49-F238E27FC236}">
                        <a16:creationId xmlns:a16="http://schemas.microsoft.com/office/drawing/2014/main" id="{1E7A6D3A-1902-447D-BE77-6F7EFFBF24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7" name="直線コネクタ 123576">
                    <a:extLst>
                      <a:ext uri="{FF2B5EF4-FFF2-40B4-BE49-F238E27FC236}">
                        <a16:creationId xmlns:a16="http://schemas.microsoft.com/office/drawing/2014/main" id="{4B203AF8-068A-4B75-B0F3-C9E88580B3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8" name="直線コネクタ 123577">
                    <a:extLst>
                      <a:ext uri="{FF2B5EF4-FFF2-40B4-BE49-F238E27FC236}">
                        <a16:creationId xmlns:a16="http://schemas.microsoft.com/office/drawing/2014/main" id="{95AA85D6-8D48-4B43-8477-AE748356E7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79" name="直線コネクタ 123578">
                    <a:extLst>
                      <a:ext uri="{FF2B5EF4-FFF2-40B4-BE49-F238E27FC236}">
                        <a16:creationId xmlns:a16="http://schemas.microsoft.com/office/drawing/2014/main" id="{449CD834-D761-40D2-84F1-D31A1D5734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0" name="直線コネクタ 123579">
                    <a:extLst>
                      <a:ext uri="{FF2B5EF4-FFF2-40B4-BE49-F238E27FC236}">
                        <a16:creationId xmlns:a16="http://schemas.microsoft.com/office/drawing/2014/main" id="{61246528-7E73-4E0C-ACD2-D986A52D41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1" name="直線コネクタ 123580">
                    <a:extLst>
                      <a:ext uri="{FF2B5EF4-FFF2-40B4-BE49-F238E27FC236}">
                        <a16:creationId xmlns:a16="http://schemas.microsoft.com/office/drawing/2014/main" id="{45E34B08-0DA8-4550-9205-9AC11D13EC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2" name="直線コネクタ 123581">
                    <a:extLst>
                      <a:ext uri="{FF2B5EF4-FFF2-40B4-BE49-F238E27FC236}">
                        <a16:creationId xmlns:a16="http://schemas.microsoft.com/office/drawing/2014/main" id="{413328CB-7750-406C-B3C4-E220EAFC4D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3" name="直線コネクタ 123582">
                    <a:extLst>
                      <a:ext uri="{FF2B5EF4-FFF2-40B4-BE49-F238E27FC236}">
                        <a16:creationId xmlns:a16="http://schemas.microsoft.com/office/drawing/2014/main" id="{7EDCD0EA-0292-4B64-8134-9A1DC32426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4" name="直線コネクタ 123583">
                    <a:extLst>
                      <a:ext uri="{FF2B5EF4-FFF2-40B4-BE49-F238E27FC236}">
                        <a16:creationId xmlns:a16="http://schemas.microsoft.com/office/drawing/2014/main" id="{560CFA9C-BF63-48F1-BACC-CE5E98A770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5" name="直線コネクタ 123584">
                    <a:extLst>
                      <a:ext uri="{FF2B5EF4-FFF2-40B4-BE49-F238E27FC236}">
                        <a16:creationId xmlns:a16="http://schemas.microsoft.com/office/drawing/2014/main" id="{D62DDF64-A0CE-451D-8B7F-422CF3FE73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6" name="直線コネクタ 123585">
                    <a:extLst>
                      <a:ext uri="{FF2B5EF4-FFF2-40B4-BE49-F238E27FC236}">
                        <a16:creationId xmlns:a16="http://schemas.microsoft.com/office/drawing/2014/main" id="{1284554B-938A-4942-B060-9BC2671F80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7" name="直線コネクタ 123586">
                    <a:extLst>
                      <a:ext uri="{FF2B5EF4-FFF2-40B4-BE49-F238E27FC236}">
                        <a16:creationId xmlns:a16="http://schemas.microsoft.com/office/drawing/2014/main" id="{E7BD88A0-EE36-4105-B0BB-DBBE8F10EB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8" name="直線コネクタ 123587">
                    <a:extLst>
                      <a:ext uri="{FF2B5EF4-FFF2-40B4-BE49-F238E27FC236}">
                        <a16:creationId xmlns:a16="http://schemas.microsoft.com/office/drawing/2014/main" id="{98C78AF1-F497-4E7F-AF49-3DA85BA12C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89" name="直線コネクタ 123588">
                    <a:extLst>
                      <a:ext uri="{FF2B5EF4-FFF2-40B4-BE49-F238E27FC236}">
                        <a16:creationId xmlns:a16="http://schemas.microsoft.com/office/drawing/2014/main" id="{3BAE5BE3-A40B-4B1F-8D2B-D47253E552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0" name="直線コネクタ 123589">
                    <a:extLst>
                      <a:ext uri="{FF2B5EF4-FFF2-40B4-BE49-F238E27FC236}">
                        <a16:creationId xmlns:a16="http://schemas.microsoft.com/office/drawing/2014/main" id="{A40120E2-7470-43AC-B6D8-706C33D7E1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1" name="直線コネクタ 123590">
                    <a:extLst>
                      <a:ext uri="{FF2B5EF4-FFF2-40B4-BE49-F238E27FC236}">
                        <a16:creationId xmlns:a16="http://schemas.microsoft.com/office/drawing/2014/main" id="{344314DC-238D-4374-ABCC-B8F55F064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2" name="直線コネクタ 123591">
                    <a:extLst>
                      <a:ext uri="{FF2B5EF4-FFF2-40B4-BE49-F238E27FC236}">
                        <a16:creationId xmlns:a16="http://schemas.microsoft.com/office/drawing/2014/main" id="{FDD32D70-D9F9-49B6-9508-5F64EB8EDF8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3" name="直線コネクタ 123592">
                    <a:extLst>
                      <a:ext uri="{FF2B5EF4-FFF2-40B4-BE49-F238E27FC236}">
                        <a16:creationId xmlns:a16="http://schemas.microsoft.com/office/drawing/2014/main" id="{569B14BC-227C-4532-B29D-C35956800CB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4" name="直線コネクタ 123593">
                    <a:extLst>
                      <a:ext uri="{FF2B5EF4-FFF2-40B4-BE49-F238E27FC236}">
                        <a16:creationId xmlns:a16="http://schemas.microsoft.com/office/drawing/2014/main" id="{7D9B9178-272E-41D1-8629-287DCBB8B21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5" name="直線コネクタ 123594">
                    <a:extLst>
                      <a:ext uri="{FF2B5EF4-FFF2-40B4-BE49-F238E27FC236}">
                        <a16:creationId xmlns:a16="http://schemas.microsoft.com/office/drawing/2014/main" id="{2D758C7E-EEC4-47DC-8F90-F9E6722D2F4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6" name="直線コネクタ 123595">
                    <a:extLst>
                      <a:ext uri="{FF2B5EF4-FFF2-40B4-BE49-F238E27FC236}">
                        <a16:creationId xmlns:a16="http://schemas.microsoft.com/office/drawing/2014/main" id="{938D9575-07DE-488A-A2E8-06BBC76BF50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7" name="直線コネクタ 123596">
                    <a:extLst>
                      <a:ext uri="{FF2B5EF4-FFF2-40B4-BE49-F238E27FC236}">
                        <a16:creationId xmlns:a16="http://schemas.microsoft.com/office/drawing/2014/main" id="{5C5A5271-D2F6-4E53-8270-8FD98B61A3B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8" name="直線コネクタ 123597">
                    <a:extLst>
                      <a:ext uri="{FF2B5EF4-FFF2-40B4-BE49-F238E27FC236}">
                        <a16:creationId xmlns:a16="http://schemas.microsoft.com/office/drawing/2014/main" id="{9921D96B-08B0-462A-A257-0463F67E7FD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599" name="直線コネクタ 123598">
                    <a:extLst>
                      <a:ext uri="{FF2B5EF4-FFF2-40B4-BE49-F238E27FC236}">
                        <a16:creationId xmlns:a16="http://schemas.microsoft.com/office/drawing/2014/main" id="{DC11149C-EB09-4A9F-BAF9-5BF5FE6252E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0" name="直線コネクタ 123599">
                    <a:extLst>
                      <a:ext uri="{FF2B5EF4-FFF2-40B4-BE49-F238E27FC236}">
                        <a16:creationId xmlns:a16="http://schemas.microsoft.com/office/drawing/2014/main" id="{9EC6C072-FAF3-415F-86B7-B238E5B79D1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1" name="直線コネクタ 123600">
                    <a:extLst>
                      <a:ext uri="{FF2B5EF4-FFF2-40B4-BE49-F238E27FC236}">
                        <a16:creationId xmlns:a16="http://schemas.microsoft.com/office/drawing/2014/main" id="{0D617335-1D6D-44D7-A032-7AF949413CC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2" name="直線コネクタ 123601">
                    <a:extLst>
                      <a:ext uri="{FF2B5EF4-FFF2-40B4-BE49-F238E27FC236}">
                        <a16:creationId xmlns:a16="http://schemas.microsoft.com/office/drawing/2014/main" id="{C85ECCA7-F9CA-4B32-B8A6-03A9A8EE31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3" name="直線コネクタ 123602">
                    <a:extLst>
                      <a:ext uri="{FF2B5EF4-FFF2-40B4-BE49-F238E27FC236}">
                        <a16:creationId xmlns:a16="http://schemas.microsoft.com/office/drawing/2014/main" id="{F508A757-778A-426D-9DA1-CCAD42A453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4" name="直線コネクタ 123603">
                    <a:extLst>
                      <a:ext uri="{FF2B5EF4-FFF2-40B4-BE49-F238E27FC236}">
                        <a16:creationId xmlns:a16="http://schemas.microsoft.com/office/drawing/2014/main" id="{C1C2DEA6-068A-4A47-9222-6EC3466823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5" name="直線コネクタ 123604">
                    <a:extLst>
                      <a:ext uri="{FF2B5EF4-FFF2-40B4-BE49-F238E27FC236}">
                        <a16:creationId xmlns:a16="http://schemas.microsoft.com/office/drawing/2014/main" id="{6D446D42-634F-417D-A4C0-D7707BA3B5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6" name="直線コネクタ 123605">
                    <a:extLst>
                      <a:ext uri="{FF2B5EF4-FFF2-40B4-BE49-F238E27FC236}">
                        <a16:creationId xmlns:a16="http://schemas.microsoft.com/office/drawing/2014/main" id="{AF276DC7-3198-4F58-AAE4-EB6DC7C0E5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7" name="直線コネクタ 123606">
                    <a:extLst>
                      <a:ext uri="{FF2B5EF4-FFF2-40B4-BE49-F238E27FC236}">
                        <a16:creationId xmlns:a16="http://schemas.microsoft.com/office/drawing/2014/main" id="{C6CC5CDF-B96C-4F05-B820-99F6624672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8" name="直線コネクタ 123607">
                    <a:extLst>
                      <a:ext uri="{FF2B5EF4-FFF2-40B4-BE49-F238E27FC236}">
                        <a16:creationId xmlns:a16="http://schemas.microsoft.com/office/drawing/2014/main" id="{B7732622-E1A8-4F3D-94F3-1BDA89E74C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09" name="直線コネクタ 123608">
                    <a:extLst>
                      <a:ext uri="{FF2B5EF4-FFF2-40B4-BE49-F238E27FC236}">
                        <a16:creationId xmlns:a16="http://schemas.microsoft.com/office/drawing/2014/main" id="{896D42CF-2131-423B-AC41-4EB3372D79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0" name="直線コネクタ 123609">
                    <a:extLst>
                      <a:ext uri="{FF2B5EF4-FFF2-40B4-BE49-F238E27FC236}">
                        <a16:creationId xmlns:a16="http://schemas.microsoft.com/office/drawing/2014/main" id="{695CDAAB-2672-4E91-8DFA-C0AE3775EB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1" name="直線コネクタ 123610">
                    <a:extLst>
                      <a:ext uri="{FF2B5EF4-FFF2-40B4-BE49-F238E27FC236}">
                        <a16:creationId xmlns:a16="http://schemas.microsoft.com/office/drawing/2014/main" id="{853BEBFB-1E8E-4B04-A181-BF3A27A71F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2" name="直線コネクタ 123611">
                    <a:extLst>
                      <a:ext uri="{FF2B5EF4-FFF2-40B4-BE49-F238E27FC236}">
                        <a16:creationId xmlns:a16="http://schemas.microsoft.com/office/drawing/2014/main" id="{D40402AF-009A-4318-8FBF-906BD6DD65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3" name="直線コネクタ 123612">
                    <a:extLst>
                      <a:ext uri="{FF2B5EF4-FFF2-40B4-BE49-F238E27FC236}">
                        <a16:creationId xmlns:a16="http://schemas.microsoft.com/office/drawing/2014/main" id="{A8FAACCD-7A27-489B-B3A8-4CE7A10C72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4" name="直線コネクタ 123613">
                    <a:extLst>
                      <a:ext uri="{FF2B5EF4-FFF2-40B4-BE49-F238E27FC236}">
                        <a16:creationId xmlns:a16="http://schemas.microsoft.com/office/drawing/2014/main" id="{EC8187DC-7173-4C22-9461-A589EDA8B5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5" name="直線コネクタ 123614">
                    <a:extLst>
                      <a:ext uri="{FF2B5EF4-FFF2-40B4-BE49-F238E27FC236}">
                        <a16:creationId xmlns:a16="http://schemas.microsoft.com/office/drawing/2014/main" id="{941EBD87-18F5-49A8-BA99-57F975522B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6" name="直線コネクタ 123615">
                    <a:extLst>
                      <a:ext uri="{FF2B5EF4-FFF2-40B4-BE49-F238E27FC236}">
                        <a16:creationId xmlns:a16="http://schemas.microsoft.com/office/drawing/2014/main" id="{5BE6C543-AD80-45D9-9D58-C6F97B68C6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7" name="直線コネクタ 123616">
                    <a:extLst>
                      <a:ext uri="{FF2B5EF4-FFF2-40B4-BE49-F238E27FC236}">
                        <a16:creationId xmlns:a16="http://schemas.microsoft.com/office/drawing/2014/main" id="{CC494AD0-227B-45A5-9F3A-128828CE92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8" name="直線コネクタ 123617">
                    <a:extLst>
                      <a:ext uri="{FF2B5EF4-FFF2-40B4-BE49-F238E27FC236}">
                        <a16:creationId xmlns:a16="http://schemas.microsoft.com/office/drawing/2014/main" id="{F1FA79CA-FDE2-4520-8D74-B97794F083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19" name="直線コネクタ 123618">
                    <a:extLst>
                      <a:ext uri="{FF2B5EF4-FFF2-40B4-BE49-F238E27FC236}">
                        <a16:creationId xmlns:a16="http://schemas.microsoft.com/office/drawing/2014/main" id="{F258CB73-C605-484C-B2DE-98C9E25A8E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0" name="直線コネクタ 123619">
                    <a:extLst>
                      <a:ext uri="{FF2B5EF4-FFF2-40B4-BE49-F238E27FC236}">
                        <a16:creationId xmlns:a16="http://schemas.microsoft.com/office/drawing/2014/main" id="{43CEB0B6-4A2D-4B55-AD67-DF92C638A3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1" name="直線コネクタ 123620">
                    <a:extLst>
                      <a:ext uri="{FF2B5EF4-FFF2-40B4-BE49-F238E27FC236}">
                        <a16:creationId xmlns:a16="http://schemas.microsoft.com/office/drawing/2014/main" id="{257AD23C-9E20-416B-81ED-E1D7EF537A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2" name="直線コネクタ 123621">
                    <a:extLst>
                      <a:ext uri="{FF2B5EF4-FFF2-40B4-BE49-F238E27FC236}">
                        <a16:creationId xmlns:a16="http://schemas.microsoft.com/office/drawing/2014/main" id="{F3DADA3A-DE50-414D-8825-068E301224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3" name="直線コネクタ 123622">
                    <a:extLst>
                      <a:ext uri="{FF2B5EF4-FFF2-40B4-BE49-F238E27FC236}">
                        <a16:creationId xmlns:a16="http://schemas.microsoft.com/office/drawing/2014/main" id="{FAFC2C66-CBDB-4F82-9EE3-A532C89FB8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4" name="直線コネクタ 123623">
                    <a:extLst>
                      <a:ext uri="{FF2B5EF4-FFF2-40B4-BE49-F238E27FC236}">
                        <a16:creationId xmlns:a16="http://schemas.microsoft.com/office/drawing/2014/main" id="{1551B42B-217E-4CB4-81EF-7E46403C73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5" name="直線コネクタ 123624">
                    <a:extLst>
                      <a:ext uri="{FF2B5EF4-FFF2-40B4-BE49-F238E27FC236}">
                        <a16:creationId xmlns:a16="http://schemas.microsoft.com/office/drawing/2014/main" id="{CEACDB55-9592-41CB-AEBE-6F21DD3575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6" name="直線コネクタ 123625">
                    <a:extLst>
                      <a:ext uri="{FF2B5EF4-FFF2-40B4-BE49-F238E27FC236}">
                        <a16:creationId xmlns:a16="http://schemas.microsoft.com/office/drawing/2014/main" id="{6AB4C461-DA3F-4D46-BB0E-209BDBEB7F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7" name="直線コネクタ 123626">
                    <a:extLst>
                      <a:ext uri="{FF2B5EF4-FFF2-40B4-BE49-F238E27FC236}">
                        <a16:creationId xmlns:a16="http://schemas.microsoft.com/office/drawing/2014/main" id="{601463C8-C7D3-4359-8650-12560A6DA4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8" name="直線コネクタ 123627">
                    <a:extLst>
                      <a:ext uri="{FF2B5EF4-FFF2-40B4-BE49-F238E27FC236}">
                        <a16:creationId xmlns:a16="http://schemas.microsoft.com/office/drawing/2014/main" id="{733067F6-3411-4B9F-95B1-0AE250548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29" name="直線コネクタ 123628">
                    <a:extLst>
                      <a:ext uri="{FF2B5EF4-FFF2-40B4-BE49-F238E27FC236}">
                        <a16:creationId xmlns:a16="http://schemas.microsoft.com/office/drawing/2014/main" id="{9C0A3156-49A9-4FE4-92B3-997197BFB3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0" name="直線コネクタ 123629">
                    <a:extLst>
                      <a:ext uri="{FF2B5EF4-FFF2-40B4-BE49-F238E27FC236}">
                        <a16:creationId xmlns:a16="http://schemas.microsoft.com/office/drawing/2014/main" id="{34DB983B-3AFD-4AC6-BB0B-B382C0C262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1" name="直線コネクタ 123630">
                    <a:extLst>
                      <a:ext uri="{FF2B5EF4-FFF2-40B4-BE49-F238E27FC236}">
                        <a16:creationId xmlns:a16="http://schemas.microsoft.com/office/drawing/2014/main" id="{E853244B-3302-46C5-8EA7-EC0C6F568D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2" name="直線コネクタ 123631">
                    <a:extLst>
                      <a:ext uri="{FF2B5EF4-FFF2-40B4-BE49-F238E27FC236}">
                        <a16:creationId xmlns:a16="http://schemas.microsoft.com/office/drawing/2014/main" id="{30554C0D-D6E4-45FA-B2D7-058D6D7F9C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3" name="直線コネクタ 123632">
                    <a:extLst>
                      <a:ext uri="{FF2B5EF4-FFF2-40B4-BE49-F238E27FC236}">
                        <a16:creationId xmlns:a16="http://schemas.microsoft.com/office/drawing/2014/main" id="{CF95445D-6D35-410E-B297-49419CEB5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4" name="直線コネクタ 123633">
                    <a:extLst>
                      <a:ext uri="{FF2B5EF4-FFF2-40B4-BE49-F238E27FC236}">
                        <a16:creationId xmlns:a16="http://schemas.microsoft.com/office/drawing/2014/main" id="{6542E21D-09B1-4F55-8E0D-40145264D1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5" name="直線コネクタ 123634">
                    <a:extLst>
                      <a:ext uri="{FF2B5EF4-FFF2-40B4-BE49-F238E27FC236}">
                        <a16:creationId xmlns:a16="http://schemas.microsoft.com/office/drawing/2014/main" id="{A59E74F0-B6FF-4B2A-9257-F87C8B227B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6" name="直線コネクタ 123635">
                    <a:extLst>
                      <a:ext uri="{FF2B5EF4-FFF2-40B4-BE49-F238E27FC236}">
                        <a16:creationId xmlns:a16="http://schemas.microsoft.com/office/drawing/2014/main" id="{F3DEC0CD-CED1-4453-A6BB-1DEAFA7612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7" name="直線コネクタ 123636">
                    <a:extLst>
                      <a:ext uri="{FF2B5EF4-FFF2-40B4-BE49-F238E27FC236}">
                        <a16:creationId xmlns:a16="http://schemas.microsoft.com/office/drawing/2014/main" id="{19DA573F-CEE6-492D-B7A5-8BFAD1A8B9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8" name="直線コネクタ 123637">
                    <a:extLst>
                      <a:ext uri="{FF2B5EF4-FFF2-40B4-BE49-F238E27FC236}">
                        <a16:creationId xmlns:a16="http://schemas.microsoft.com/office/drawing/2014/main" id="{62C6160A-6C77-465A-B0A6-046CAAAA94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39" name="直線コネクタ 123638">
                    <a:extLst>
                      <a:ext uri="{FF2B5EF4-FFF2-40B4-BE49-F238E27FC236}">
                        <a16:creationId xmlns:a16="http://schemas.microsoft.com/office/drawing/2014/main" id="{07DB3BBF-E552-4A7C-B6F3-5E038E2CD7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0" name="直線コネクタ 123639">
                    <a:extLst>
                      <a:ext uri="{FF2B5EF4-FFF2-40B4-BE49-F238E27FC236}">
                        <a16:creationId xmlns:a16="http://schemas.microsoft.com/office/drawing/2014/main" id="{DF1042E8-9DDC-4321-B09B-90E9604780C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1" name="直線コネクタ 123640">
                    <a:extLst>
                      <a:ext uri="{FF2B5EF4-FFF2-40B4-BE49-F238E27FC236}">
                        <a16:creationId xmlns:a16="http://schemas.microsoft.com/office/drawing/2014/main" id="{FB8D98E4-6BBA-4120-AE97-7E71B911A6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2" name="直線コネクタ 123641">
                    <a:extLst>
                      <a:ext uri="{FF2B5EF4-FFF2-40B4-BE49-F238E27FC236}">
                        <a16:creationId xmlns:a16="http://schemas.microsoft.com/office/drawing/2014/main" id="{A749AD8C-A17A-47D5-B481-A5539A1B3F3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3" name="直線コネクタ 123642">
                    <a:extLst>
                      <a:ext uri="{FF2B5EF4-FFF2-40B4-BE49-F238E27FC236}">
                        <a16:creationId xmlns:a16="http://schemas.microsoft.com/office/drawing/2014/main" id="{1AB3E161-7B33-4675-BD6B-D60F92C6B70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4" name="直線コネクタ 123643">
                    <a:extLst>
                      <a:ext uri="{FF2B5EF4-FFF2-40B4-BE49-F238E27FC236}">
                        <a16:creationId xmlns:a16="http://schemas.microsoft.com/office/drawing/2014/main" id="{5C7EC4D6-3DB9-4CE5-B192-F130A7B36ED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5" name="直線コネクタ 123644">
                    <a:extLst>
                      <a:ext uri="{FF2B5EF4-FFF2-40B4-BE49-F238E27FC236}">
                        <a16:creationId xmlns:a16="http://schemas.microsoft.com/office/drawing/2014/main" id="{FCAC320B-AE17-4F3D-AE8C-6E6B9E651B0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6" name="直線コネクタ 123645">
                    <a:extLst>
                      <a:ext uri="{FF2B5EF4-FFF2-40B4-BE49-F238E27FC236}">
                        <a16:creationId xmlns:a16="http://schemas.microsoft.com/office/drawing/2014/main" id="{BC5660D9-185E-44BD-94F5-8991B73156C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7" name="直線コネクタ 123646">
                    <a:extLst>
                      <a:ext uri="{FF2B5EF4-FFF2-40B4-BE49-F238E27FC236}">
                        <a16:creationId xmlns:a16="http://schemas.microsoft.com/office/drawing/2014/main" id="{9B0F54FE-316D-4C12-AF15-1C13AF165B5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8" name="直線コネクタ 123647">
                    <a:extLst>
                      <a:ext uri="{FF2B5EF4-FFF2-40B4-BE49-F238E27FC236}">
                        <a16:creationId xmlns:a16="http://schemas.microsoft.com/office/drawing/2014/main" id="{E2A1B639-8FED-480B-B75D-BF424F34AAE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49" name="直線コネクタ 123648">
                    <a:extLst>
                      <a:ext uri="{FF2B5EF4-FFF2-40B4-BE49-F238E27FC236}">
                        <a16:creationId xmlns:a16="http://schemas.microsoft.com/office/drawing/2014/main" id="{B7E41B3A-A690-47CD-A8D2-21DB422B707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0" name="直線コネクタ 123649">
                    <a:extLst>
                      <a:ext uri="{FF2B5EF4-FFF2-40B4-BE49-F238E27FC236}">
                        <a16:creationId xmlns:a16="http://schemas.microsoft.com/office/drawing/2014/main" id="{E170C659-3790-4493-AFA7-23F1055B799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1" name="直線コネクタ 123650">
                    <a:extLst>
                      <a:ext uri="{FF2B5EF4-FFF2-40B4-BE49-F238E27FC236}">
                        <a16:creationId xmlns:a16="http://schemas.microsoft.com/office/drawing/2014/main" id="{B87CFD45-C2DE-4EEE-BCC9-3A837F63EB5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2" name="直線コネクタ 123651">
                    <a:extLst>
                      <a:ext uri="{FF2B5EF4-FFF2-40B4-BE49-F238E27FC236}">
                        <a16:creationId xmlns:a16="http://schemas.microsoft.com/office/drawing/2014/main" id="{9CCE7F19-15C0-438A-A3BF-D1E529A34B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3" name="直線コネクタ 123652">
                    <a:extLst>
                      <a:ext uri="{FF2B5EF4-FFF2-40B4-BE49-F238E27FC236}">
                        <a16:creationId xmlns:a16="http://schemas.microsoft.com/office/drawing/2014/main" id="{CCD8BF7C-2C5B-41EE-A8CE-8B7E58278B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4" name="直線コネクタ 123653">
                    <a:extLst>
                      <a:ext uri="{FF2B5EF4-FFF2-40B4-BE49-F238E27FC236}">
                        <a16:creationId xmlns:a16="http://schemas.microsoft.com/office/drawing/2014/main" id="{96BDD3DC-57E8-4B9B-ABA9-0F728517C6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5" name="直線コネクタ 123654">
                    <a:extLst>
                      <a:ext uri="{FF2B5EF4-FFF2-40B4-BE49-F238E27FC236}">
                        <a16:creationId xmlns:a16="http://schemas.microsoft.com/office/drawing/2014/main" id="{75595D49-D054-4C5C-A4F6-6691BCFCB5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6" name="直線コネクタ 123655">
                    <a:extLst>
                      <a:ext uri="{FF2B5EF4-FFF2-40B4-BE49-F238E27FC236}">
                        <a16:creationId xmlns:a16="http://schemas.microsoft.com/office/drawing/2014/main" id="{09F6AC91-630F-4E4B-A9C4-2ABF9F4948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7" name="直線コネクタ 123656">
                    <a:extLst>
                      <a:ext uri="{FF2B5EF4-FFF2-40B4-BE49-F238E27FC236}">
                        <a16:creationId xmlns:a16="http://schemas.microsoft.com/office/drawing/2014/main" id="{B39BAAEF-CB1E-45CB-9C19-DEDD515C6A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8" name="直線コネクタ 123657">
                    <a:extLst>
                      <a:ext uri="{FF2B5EF4-FFF2-40B4-BE49-F238E27FC236}">
                        <a16:creationId xmlns:a16="http://schemas.microsoft.com/office/drawing/2014/main" id="{E0EAB6D7-7567-4AA1-83BD-9D0D116E7D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59" name="直線コネクタ 123658">
                    <a:extLst>
                      <a:ext uri="{FF2B5EF4-FFF2-40B4-BE49-F238E27FC236}">
                        <a16:creationId xmlns:a16="http://schemas.microsoft.com/office/drawing/2014/main" id="{28C91D96-8DDF-4100-A5A7-ABE31D1286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0" name="直線コネクタ 123659">
                    <a:extLst>
                      <a:ext uri="{FF2B5EF4-FFF2-40B4-BE49-F238E27FC236}">
                        <a16:creationId xmlns:a16="http://schemas.microsoft.com/office/drawing/2014/main" id="{79410238-4C36-41D3-A8B0-87AA34F864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1" name="直線コネクタ 123660">
                    <a:extLst>
                      <a:ext uri="{FF2B5EF4-FFF2-40B4-BE49-F238E27FC236}">
                        <a16:creationId xmlns:a16="http://schemas.microsoft.com/office/drawing/2014/main" id="{20F99B05-3BF7-4465-BD43-1A76C77D90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2" name="直線コネクタ 123661">
                    <a:extLst>
                      <a:ext uri="{FF2B5EF4-FFF2-40B4-BE49-F238E27FC236}">
                        <a16:creationId xmlns:a16="http://schemas.microsoft.com/office/drawing/2014/main" id="{5E25E638-BF02-4E7B-8836-65AEA9C295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3" name="直線コネクタ 123662">
                    <a:extLst>
                      <a:ext uri="{FF2B5EF4-FFF2-40B4-BE49-F238E27FC236}">
                        <a16:creationId xmlns:a16="http://schemas.microsoft.com/office/drawing/2014/main" id="{B3F9C8F0-DB5A-433E-AAC0-9DC4CB54C1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4" name="直線コネクタ 123663">
                    <a:extLst>
                      <a:ext uri="{FF2B5EF4-FFF2-40B4-BE49-F238E27FC236}">
                        <a16:creationId xmlns:a16="http://schemas.microsoft.com/office/drawing/2014/main" id="{37FC0FC8-837A-477C-A4FF-5927D56F07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5" name="直線コネクタ 123664">
                    <a:extLst>
                      <a:ext uri="{FF2B5EF4-FFF2-40B4-BE49-F238E27FC236}">
                        <a16:creationId xmlns:a16="http://schemas.microsoft.com/office/drawing/2014/main" id="{32070807-4943-444D-8ED5-B1488F0618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6" name="直線コネクタ 123665">
                    <a:extLst>
                      <a:ext uri="{FF2B5EF4-FFF2-40B4-BE49-F238E27FC236}">
                        <a16:creationId xmlns:a16="http://schemas.microsoft.com/office/drawing/2014/main" id="{6B7BE6B6-51D6-4308-AA57-7E26980DCB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7" name="直線コネクタ 123666">
                    <a:extLst>
                      <a:ext uri="{FF2B5EF4-FFF2-40B4-BE49-F238E27FC236}">
                        <a16:creationId xmlns:a16="http://schemas.microsoft.com/office/drawing/2014/main" id="{05FF5354-425A-4AEB-B10B-19FCD7FA84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8" name="直線コネクタ 123667">
                    <a:extLst>
                      <a:ext uri="{FF2B5EF4-FFF2-40B4-BE49-F238E27FC236}">
                        <a16:creationId xmlns:a16="http://schemas.microsoft.com/office/drawing/2014/main" id="{93F02A4D-80B1-4C20-A09E-EA784EF919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69" name="直線コネクタ 123668">
                    <a:extLst>
                      <a:ext uri="{FF2B5EF4-FFF2-40B4-BE49-F238E27FC236}">
                        <a16:creationId xmlns:a16="http://schemas.microsoft.com/office/drawing/2014/main" id="{B07CAB98-F05F-47E5-A385-53FFC94CA2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0" name="直線コネクタ 123669">
                    <a:extLst>
                      <a:ext uri="{FF2B5EF4-FFF2-40B4-BE49-F238E27FC236}">
                        <a16:creationId xmlns:a16="http://schemas.microsoft.com/office/drawing/2014/main" id="{672FBD48-2839-4C0F-9E43-8861A5F43D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1" name="直線コネクタ 123670">
                    <a:extLst>
                      <a:ext uri="{FF2B5EF4-FFF2-40B4-BE49-F238E27FC236}">
                        <a16:creationId xmlns:a16="http://schemas.microsoft.com/office/drawing/2014/main" id="{BA36530E-74C3-4FB2-A1DD-F9108D7ADB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2" name="直線コネクタ 123671">
                    <a:extLst>
                      <a:ext uri="{FF2B5EF4-FFF2-40B4-BE49-F238E27FC236}">
                        <a16:creationId xmlns:a16="http://schemas.microsoft.com/office/drawing/2014/main" id="{B2A28324-1EE8-421C-9026-ECD3AECA82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3" name="直線コネクタ 123672">
                    <a:extLst>
                      <a:ext uri="{FF2B5EF4-FFF2-40B4-BE49-F238E27FC236}">
                        <a16:creationId xmlns:a16="http://schemas.microsoft.com/office/drawing/2014/main" id="{00269B23-C121-4B2E-8CD7-CBC3949146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4" name="直線コネクタ 123673">
                    <a:extLst>
                      <a:ext uri="{FF2B5EF4-FFF2-40B4-BE49-F238E27FC236}">
                        <a16:creationId xmlns:a16="http://schemas.microsoft.com/office/drawing/2014/main" id="{E46FA4EB-2A0E-417B-A5E2-97E0EA72BC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5" name="直線コネクタ 123674">
                    <a:extLst>
                      <a:ext uri="{FF2B5EF4-FFF2-40B4-BE49-F238E27FC236}">
                        <a16:creationId xmlns:a16="http://schemas.microsoft.com/office/drawing/2014/main" id="{4D479D06-C774-4C2A-9B62-9CBC34D7D5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6" name="直線コネクタ 123675">
                    <a:extLst>
                      <a:ext uri="{FF2B5EF4-FFF2-40B4-BE49-F238E27FC236}">
                        <a16:creationId xmlns:a16="http://schemas.microsoft.com/office/drawing/2014/main" id="{AD2A72E7-BF18-4021-AEAD-7EA060BE31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7" name="直線コネクタ 123676">
                    <a:extLst>
                      <a:ext uri="{FF2B5EF4-FFF2-40B4-BE49-F238E27FC236}">
                        <a16:creationId xmlns:a16="http://schemas.microsoft.com/office/drawing/2014/main" id="{E94AFFD8-D513-4C5C-96D6-5FA4D75C68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8" name="直線コネクタ 123677">
                    <a:extLst>
                      <a:ext uri="{FF2B5EF4-FFF2-40B4-BE49-F238E27FC236}">
                        <a16:creationId xmlns:a16="http://schemas.microsoft.com/office/drawing/2014/main" id="{84047F96-0CD2-4C83-91D9-4185B2555F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79" name="直線コネクタ 123678">
                    <a:extLst>
                      <a:ext uri="{FF2B5EF4-FFF2-40B4-BE49-F238E27FC236}">
                        <a16:creationId xmlns:a16="http://schemas.microsoft.com/office/drawing/2014/main" id="{3A1D4344-F11B-427E-B240-1F223120FC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0" name="直線コネクタ 123679">
                    <a:extLst>
                      <a:ext uri="{FF2B5EF4-FFF2-40B4-BE49-F238E27FC236}">
                        <a16:creationId xmlns:a16="http://schemas.microsoft.com/office/drawing/2014/main" id="{3A8315E2-25E6-4E40-8071-25A70BA74D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1" name="直線コネクタ 123680">
                    <a:extLst>
                      <a:ext uri="{FF2B5EF4-FFF2-40B4-BE49-F238E27FC236}">
                        <a16:creationId xmlns:a16="http://schemas.microsoft.com/office/drawing/2014/main" id="{B738D877-C91C-438D-A50B-FEEB5BE605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2" name="直線コネクタ 123681">
                    <a:extLst>
                      <a:ext uri="{FF2B5EF4-FFF2-40B4-BE49-F238E27FC236}">
                        <a16:creationId xmlns:a16="http://schemas.microsoft.com/office/drawing/2014/main" id="{B6935B1A-0F69-4DC7-985F-FC6612BD4D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3" name="直線コネクタ 123682">
                    <a:extLst>
                      <a:ext uri="{FF2B5EF4-FFF2-40B4-BE49-F238E27FC236}">
                        <a16:creationId xmlns:a16="http://schemas.microsoft.com/office/drawing/2014/main" id="{EE4E6BE7-0A7A-4CBF-8C29-F0BB832243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4" name="直線コネクタ 123683">
                    <a:extLst>
                      <a:ext uri="{FF2B5EF4-FFF2-40B4-BE49-F238E27FC236}">
                        <a16:creationId xmlns:a16="http://schemas.microsoft.com/office/drawing/2014/main" id="{02B47A4E-3961-4CC4-B599-A8D44465D1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5" name="直線コネクタ 123684">
                    <a:extLst>
                      <a:ext uri="{FF2B5EF4-FFF2-40B4-BE49-F238E27FC236}">
                        <a16:creationId xmlns:a16="http://schemas.microsoft.com/office/drawing/2014/main" id="{5A9738EF-024B-45AD-9523-3D3E0370E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6" name="直線コネクタ 123685">
                    <a:extLst>
                      <a:ext uri="{FF2B5EF4-FFF2-40B4-BE49-F238E27FC236}">
                        <a16:creationId xmlns:a16="http://schemas.microsoft.com/office/drawing/2014/main" id="{DC26CF38-BB35-4BA7-8268-68C3DA2669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7" name="直線コネクタ 123686">
                    <a:extLst>
                      <a:ext uri="{FF2B5EF4-FFF2-40B4-BE49-F238E27FC236}">
                        <a16:creationId xmlns:a16="http://schemas.microsoft.com/office/drawing/2014/main" id="{B9E1AE67-17B7-4693-8AD5-C36CCD1D43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8" name="直線コネクタ 123687">
                    <a:extLst>
                      <a:ext uri="{FF2B5EF4-FFF2-40B4-BE49-F238E27FC236}">
                        <a16:creationId xmlns:a16="http://schemas.microsoft.com/office/drawing/2014/main" id="{74326A68-5C6A-41A3-8F0A-BFE724A247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89" name="直線コネクタ 123688">
                    <a:extLst>
                      <a:ext uri="{FF2B5EF4-FFF2-40B4-BE49-F238E27FC236}">
                        <a16:creationId xmlns:a16="http://schemas.microsoft.com/office/drawing/2014/main" id="{EDF728FA-D77A-47D7-BB74-220A029972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0" name="直線コネクタ 123689">
                    <a:extLst>
                      <a:ext uri="{FF2B5EF4-FFF2-40B4-BE49-F238E27FC236}">
                        <a16:creationId xmlns:a16="http://schemas.microsoft.com/office/drawing/2014/main" id="{3E5EFFFE-E1A5-4DA9-9D5B-EF746377A6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1" name="直線コネクタ 123690">
                    <a:extLst>
                      <a:ext uri="{FF2B5EF4-FFF2-40B4-BE49-F238E27FC236}">
                        <a16:creationId xmlns:a16="http://schemas.microsoft.com/office/drawing/2014/main" id="{FAE4507F-4A67-469F-B408-1FCCE2A587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2" name="直線コネクタ 123691">
                    <a:extLst>
                      <a:ext uri="{FF2B5EF4-FFF2-40B4-BE49-F238E27FC236}">
                        <a16:creationId xmlns:a16="http://schemas.microsoft.com/office/drawing/2014/main" id="{A5AC82EA-DD0A-45C6-A484-9952CA06CF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3" name="直線コネクタ 123692">
                    <a:extLst>
                      <a:ext uri="{FF2B5EF4-FFF2-40B4-BE49-F238E27FC236}">
                        <a16:creationId xmlns:a16="http://schemas.microsoft.com/office/drawing/2014/main" id="{DB3EA7F6-61C7-4F0B-A6DA-8D426EC5E5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4" name="直線コネクタ 123693">
                    <a:extLst>
                      <a:ext uri="{FF2B5EF4-FFF2-40B4-BE49-F238E27FC236}">
                        <a16:creationId xmlns:a16="http://schemas.microsoft.com/office/drawing/2014/main" id="{C47F15F3-96EE-4B35-809E-7F1FB67127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5" name="直線コネクタ 123694">
                    <a:extLst>
                      <a:ext uri="{FF2B5EF4-FFF2-40B4-BE49-F238E27FC236}">
                        <a16:creationId xmlns:a16="http://schemas.microsoft.com/office/drawing/2014/main" id="{E9549A8A-211B-4BDB-AA7E-D1E65DFA95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6" name="直線コネクタ 123695">
                    <a:extLst>
                      <a:ext uri="{FF2B5EF4-FFF2-40B4-BE49-F238E27FC236}">
                        <a16:creationId xmlns:a16="http://schemas.microsoft.com/office/drawing/2014/main" id="{64A25A02-69A3-4295-ADCB-FFA8854D56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7" name="直線コネクタ 123696">
                    <a:extLst>
                      <a:ext uri="{FF2B5EF4-FFF2-40B4-BE49-F238E27FC236}">
                        <a16:creationId xmlns:a16="http://schemas.microsoft.com/office/drawing/2014/main" id="{E23BA515-8683-4C4B-ACB3-CC7EC0E8F6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8" name="直線コネクタ 123697">
                    <a:extLst>
                      <a:ext uri="{FF2B5EF4-FFF2-40B4-BE49-F238E27FC236}">
                        <a16:creationId xmlns:a16="http://schemas.microsoft.com/office/drawing/2014/main" id="{D3F74CFA-03A9-435D-881F-35D90005A6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699" name="直線コネクタ 123698">
                    <a:extLst>
                      <a:ext uri="{FF2B5EF4-FFF2-40B4-BE49-F238E27FC236}">
                        <a16:creationId xmlns:a16="http://schemas.microsoft.com/office/drawing/2014/main" id="{72DC2540-6C03-4738-AB74-277EB4F9C2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0" name="直線コネクタ 123699">
                    <a:extLst>
                      <a:ext uri="{FF2B5EF4-FFF2-40B4-BE49-F238E27FC236}">
                        <a16:creationId xmlns:a16="http://schemas.microsoft.com/office/drawing/2014/main" id="{3A647A89-4D38-4F00-9791-52DE2C94C0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1" name="直線コネクタ 123700">
                    <a:extLst>
                      <a:ext uri="{FF2B5EF4-FFF2-40B4-BE49-F238E27FC236}">
                        <a16:creationId xmlns:a16="http://schemas.microsoft.com/office/drawing/2014/main" id="{2249A151-0FB2-473C-BFF5-807CF0A30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2" name="直線コネクタ 123701">
                    <a:extLst>
                      <a:ext uri="{FF2B5EF4-FFF2-40B4-BE49-F238E27FC236}">
                        <a16:creationId xmlns:a16="http://schemas.microsoft.com/office/drawing/2014/main" id="{C2184713-01F6-4191-AE25-61A786364A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3" name="直線コネクタ 123702">
                    <a:extLst>
                      <a:ext uri="{FF2B5EF4-FFF2-40B4-BE49-F238E27FC236}">
                        <a16:creationId xmlns:a16="http://schemas.microsoft.com/office/drawing/2014/main" id="{24EC4493-3DCF-4A12-8BA9-12708359E3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4" name="直線コネクタ 123703">
                    <a:extLst>
                      <a:ext uri="{FF2B5EF4-FFF2-40B4-BE49-F238E27FC236}">
                        <a16:creationId xmlns:a16="http://schemas.microsoft.com/office/drawing/2014/main" id="{0192E018-90A8-4BAB-AC9F-C476BFB88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5" name="直線コネクタ 123704">
                    <a:extLst>
                      <a:ext uri="{FF2B5EF4-FFF2-40B4-BE49-F238E27FC236}">
                        <a16:creationId xmlns:a16="http://schemas.microsoft.com/office/drawing/2014/main" id="{EA117573-1A8E-465F-9871-8237590BD1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6" name="直線コネクタ 123705">
                    <a:extLst>
                      <a:ext uri="{FF2B5EF4-FFF2-40B4-BE49-F238E27FC236}">
                        <a16:creationId xmlns:a16="http://schemas.microsoft.com/office/drawing/2014/main" id="{15B4F354-6A44-4CC8-B0C2-D50EAF2BB7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7" name="直線コネクタ 123706">
                    <a:extLst>
                      <a:ext uri="{FF2B5EF4-FFF2-40B4-BE49-F238E27FC236}">
                        <a16:creationId xmlns:a16="http://schemas.microsoft.com/office/drawing/2014/main" id="{5CA7DFFB-FDAE-4B55-BF89-4E5FB9EE93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8" name="直線コネクタ 123707">
                    <a:extLst>
                      <a:ext uri="{FF2B5EF4-FFF2-40B4-BE49-F238E27FC236}">
                        <a16:creationId xmlns:a16="http://schemas.microsoft.com/office/drawing/2014/main" id="{AE358FAD-0A7E-4886-A452-760B257D1A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09" name="直線コネクタ 123708">
                    <a:extLst>
                      <a:ext uri="{FF2B5EF4-FFF2-40B4-BE49-F238E27FC236}">
                        <a16:creationId xmlns:a16="http://schemas.microsoft.com/office/drawing/2014/main" id="{B7682934-630C-4E49-9A9E-8AC9988B85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10" name="直線コネクタ 123709">
                    <a:extLst>
                      <a:ext uri="{FF2B5EF4-FFF2-40B4-BE49-F238E27FC236}">
                        <a16:creationId xmlns:a16="http://schemas.microsoft.com/office/drawing/2014/main" id="{B7314B61-CF96-4834-B08E-683614DA45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11" name="直線コネクタ 123710">
                    <a:extLst>
                      <a:ext uri="{FF2B5EF4-FFF2-40B4-BE49-F238E27FC236}">
                        <a16:creationId xmlns:a16="http://schemas.microsoft.com/office/drawing/2014/main" id="{1D5C48AF-B62E-413C-AF0D-705D497F72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12" name="直線コネクタ 123711">
                    <a:extLst>
                      <a:ext uri="{FF2B5EF4-FFF2-40B4-BE49-F238E27FC236}">
                        <a16:creationId xmlns:a16="http://schemas.microsoft.com/office/drawing/2014/main" id="{3DB44646-6B1F-4015-A21C-3D5A76983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13" name="直線コネクタ 123712">
                    <a:extLst>
                      <a:ext uri="{FF2B5EF4-FFF2-40B4-BE49-F238E27FC236}">
                        <a16:creationId xmlns:a16="http://schemas.microsoft.com/office/drawing/2014/main" id="{EA663F07-14CA-42A6-86A3-648CCFDF3D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714" name="直線コネクタ 123713">
                    <a:extLst>
                      <a:ext uri="{FF2B5EF4-FFF2-40B4-BE49-F238E27FC236}">
                        <a16:creationId xmlns:a16="http://schemas.microsoft.com/office/drawing/2014/main" id="{7EE04012-9E27-4D42-AE52-BD07D84426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3715" name="グループ化 123714">
                    <a:extLst>
                      <a:ext uri="{FF2B5EF4-FFF2-40B4-BE49-F238E27FC236}">
                        <a16:creationId xmlns:a16="http://schemas.microsoft.com/office/drawing/2014/main" id="{72A1095B-B61A-4F0D-B99C-AD5E8D809A9F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3891" name="直線コネクタ 123890">
                      <a:extLst>
                        <a:ext uri="{FF2B5EF4-FFF2-40B4-BE49-F238E27FC236}">
                          <a16:creationId xmlns:a16="http://schemas.microsoft.com/office/drawing/2014/main" id="{19D18A0A-6E2E-4AA8-BC53-A046C5A9F6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92" name="直線コネクタ 123891">
                      <a:extLst>
                        <a:ext uri="{FF2B5EF4-FFF2-40B4-BE49-F238E27FC236}">
                          <a16:creationId xmlns:a16="http://schemas.microsoft.com/office/drawing/2014/main" id="{30E5A482-256C-4C7B-86DE-C49F1D0A30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93" name="直線コネクタ 123892">
                      <a:extLst>
                        <a:ext uri="{FF2B5EF4-FFF2-40B4-BE49-F238E27FC236}">
                          <a16:creationId xmlns:a16="http://schemas.microsoft.com/office/drawing/2014/main" id="{0A973E21-6A7D-4982-9078-0B63D953A7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94" name="直線コネクタ 123893">
                      <a:extLst>
                        <a:ext uri="{FF2B5EF4-FFF2-40B4-BE49-F238E27FC236}">
                          <a16:creationId xmlns:a16="http://schemas.microsoft.com/office/drawing/2014/main" id="{1C911B75-BA6A-403E-A954-DD72F06093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95" name="直線コネクタ 123894">
                      <a:extLst>
                        <a:ext uri="{FF2B5EF4-FFF2-40B4-BE49-F238E27FC236}">
                          <a16:creationId xmlns:a16="http://schemas.microsoft.com/office/drawing/2014/main" id="{EEF3E5CC-790C-45F2-8F4D-F6C87E35B3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96" name="直線コネクタ 123895">
                      <a:extLst>
                        <a:ext uri="{FF2B5EF4-FFF2-40B4-BE49-F238E27FC236}">
                          <a16:creationId xmlns:a16="http://schemas.microsoft.com/office/drawing/2014/main" id="{00E8FAD1-8620-4EAA-908B-71A8C93C66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97" name="直線コネクタ 123896">
                      <a:extLst>
                        <a:ext uri="{FF2B5EF4-FFF2-40B4-BE49-F238E27FC236}">
                          <a16:creationId xmlns:a16="http://schemas.microsoft.com/office/drawing/2014/main" id="{CD35C2D2-943E-4B96-9F79-C5F23086FB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98" name="直線コネクタ 123897">
                      <a:extLst>
                        <a:ext uri="{FF2B5EF4-FFF2-40B4-BE49-F238E27FC236}">
                          <a16:creationId xmlns:a16="http://schemas.microsoft.com/office/drawing/2014/main" id="{207FAC39-A0EA-4864-8879-9AC18627D4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99" name="直線コネクタ 123898">
                      <a:extLst>
                        <a:ext uri="{FF2B5EF4-FFF2-40B4-BE49-F238E27FC236}">
                          <a16:creationId xmlns:a16="http://schemas.microsoft.com/office/drawing/2014/main" id="{40838199-695C-44DC-A1D4-7FC660568C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0" name="直線コネクタ 123899">
                      <a:extLst>
                        <a:ext uri="{FF2B5EF4-FFF2-40B4-BE49-F238E27FC236}">
                          <a16:creationId xmlns:a16="http://schemas.microsoft.com/office/drawing/2014/main" id="{EEB1C95A-2211-47F2-B19B-5177A33C00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1" name="直線コネクタ 123900">
                      <a:extLst>
                        <a:ext uri="{FF2B5EF4-FFF2-40B4-BE49-F238E27FC236}">
                          <a16:creationId xmlns:a16="http://schemas.microsoft.com/office/drawing/2014/main" id="{D0748985-5D24-460F-8370-E0FE4490ED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2" name="直線コネクタ 123901">
                      <a:extLst>
                        <a:ext uri="{FF2B5EF4-FFF2-40B4-BE49-F238E27FC236}">
                          <a16:creationId xmlns:a16="http://schemas.microsoft.com/office/drawing/2014/main" id="{A9C59BCB-D5D8-4527-926D-697BB39571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3" name="直線コネクタ 123902">
                      <a:extLst>
                        <a:ext uri="{FF2B5EF4-FFF2-40B4-BE49-F238E27FC236}">
                          <a16:creationId xmlns:a16="http://schemas.microsoft.com/office/drawing/2014/main" id="{8E7A68DA-6126-4537-A709-F580673BC3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4" name="直線コネクタ 123903">
                      <a:extLst>
                        <a:ext uri="{FF2B5EF4-FFF2-40B4-BE49-F238E27FC236}">
                          <a16:creationId xmlns:a16="http://schemas.microsoft.com/office/drawing/2014/main" id="{0CE0AE7E-F1E7-4D87-9A35-82D07B8826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5" name="直線コネクタ 123904">
                      <a:extLst>
                        <a:ext uri="{FF2B5EF4-FFF2-40B4-BE49-F238E27FC236}">
                          <a16:creationId xmlns:a16="http://schemas.microsoft.com/office/drawing/2014/main" id="{257C06EC-0165-442E-BCBF-3BBAFE90CA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6" name="直線コネクタ 123905">
                      <a:extLst>
                        <a:ext uri="{FF2B5EF4-FFF2-40B4-BE49-F238E27FC236}">
                          <a16:creationId xmlns:a16="http://schemas.microsoft.com/office/drawing/2014/main" id="{F96C879F-CEFB-43B6-9645-0375BD8A99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7" name="直線コネクタ 123906">
                      <a:extLst>
                        <a:ext uri="{FF2B5EF4-FFF2-40B4-BE49-F238E27FC236}">
                          <a16:creationId xmlns:a16="http://schemas.microsoft.com/office/drawing/2014/main" id="{19D7BAC4-1594-43C3-AFC5-8161229132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8" name="直線コネクタ 123907">
                      <a:extLst>
                        <a:ext uri="{FF2B5EF4-FFF2-40B4-BE49-F238E27FC236}">
                          <a16:creationId xmlns:a16="http://schemas.microsoft.com/office/drawing/2014/main" id="{849DD5AF-56B2-491B-9A13-FF860CBE5F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09" name="直線コネクタ 123908">
                      <a:extLst>
                        <a:ext uri="{FF2B5EF4-FFF2-40B4-BE49-F238E27FC236}">
                          <a16:creationId xmlns:a16="http://schemas.microsoft.com/office/drawing/2014/main" id="{30B46345-EFC3-40A0-A28E-9617C05C39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0" name="直線コネクタ 123909">
                      <a:extLst>
                        <a:ext uri="{FF2B5EF4-FFF2-40B4-BE49-F238E27FC236}">
                          <a16:creationId xmlns:a16="http://schemas.microsoft.com/office/drawing/2014/main" id="{7BB804A7-7628-475C-AF5E-F808D03771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1" name="直線コネクタ 123910">
                      <a:extLst>
                        <a:ext uri="{FF2B5EF4-FFF2-40B4-BE49-F238E27FC236}">
                          <a16:creationId xmlns:a16="http://schemas.microsoft.com/office/drawing/2014/main" id="{203DD231-C50E-4202-B908-1C3DD2A7CA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2" name="直線コネクタ 123911">
                      <a:extLst>
                        <a:ext uri="{FF2B5EF4-FFF2-40B4-BE49-F238E27FC236}">
                          <a16:creationId xmlns:a16="http://schemas.microsoft.com/office/drawing/2014/main" id="{E6A411A8-7F70-4F62-BA67-E522B12B7D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3" name="直線コネクタ 123912">
                      <a:extLst>
                        <a:ext uri="{FF2B5EF4-FFF2-40B4-BE49-F238E27FC236}">
                          <a16:creationId xmlns:a16="http://schemas.microsoft.com/office/drawing/2014/main" id="{400FF63A-139D-40AA-94AF-E728856F87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4" name="直線コネクタ 123913">
                      <a:extLst>
                        <a:ext uri="{FF2B5EF4-FFF2-40B4-BE49-F238E27FC236}">
                          <a16:creationId xmlns:a16="http://schemas.microsoft.com/office/drawing/2014/main" id="{03068600-59DB-4168-90B0-1C7AFE6B89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5" name="直線コネクタ 123914">
                      <a:extLst>
                        <a:ext uri="{FF2B5EF4-FFF2-40B4-BE49-F238E27FC236}">
                          <a16:creationId xmlns:a16="http://schemas.microsoft.com/office/drawing/2014/main" id="{1A724476-9638-4557-8359-E8F8244A21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6" name="直線コネクタ 123915">
                      <a:extLst>
                        <a:ext uri="{FF2B5EF4-FFF2-40B4-BE49-F238E27FC236}">
                          <a16:creationId xmlns:a16="http://schemas.microsoft.com/office/drawing/2014/main" id="{E43351C2-C5C2-4E7E-BC9B-6403B9836F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7" name="直線コネクタ 123916">
                      <a:extLst>
                        <a:ext uri="{FF2B5EF4-FFF2-40B4-BE49-F238E27FC236}">
                          <a16:creationId xmlns:a16="http://schemas.microsoft.com/office/drawing/2014/main" id="{B8C6815D-9332-4C68-B128-0A3676BEEC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8" name="直線コネクタ 123917">
                      <a:extLst>
                        <a:ext uri="{FF2B5EF4-FFF2-40B4-BE49-F238E27FC236}">
                          <a16:creationId xmlns:a16="http://schemas.microsoft.com/office/drawing/2014/main" id="{8C23F32F-44C0-4463-A974-998636D15E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19" name="直線コネクタ 123918">
                      <a:extLst>
                        <a:ext uri="{FF2B5EF4-FFF2-40B4-BE49-F238E27FC236}">
                          <a16:creationId xmlns:a16="http://schemas.microsoft.com/office/drawing/2014/main" id="{49F22F96-E6E3-4972-82A4-0BFBC6C72D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0" name="直線コネクタ 123919">
                      <a:extLst>
                        <a:ext uri="{FF2B5EF4-FFF2-40B4-BE49-F238E27FC236}">
                          <a16:creationId xmlns:a16="http://schemas.microsoft.com/office/drawing/2014/main" id="{EB2A6665-B37F-4884-9F85-D5FB173D5C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1" name="直線コネクタ 123920">
                      <a:extLst>
                        <a:ext uri="{FF2B5EF4-FFF2-40B4-BE49-F238E27FC236}">
                          <a16:creationId xmlns:a16="http://schemas.microsoft.com/office/drawing/2014/main" id="{1A614A20-7BC4-4EF5-B18B-97F2FCAEDB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2" name="直線コネクタ 123921">
                      <a:extLst>
                        <a:ext uri="{FF2B5EF4-FFF2-40B4-BE49-F238E27FC236}">
                          <a16:creationId xmlns:a16="http://schemas.microsoft.com/office/drawing/2014/main" id="{0898D25D-3DEE-402B-8644-A44CB45E7D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3" name="直線コネクタ 123922">
                      <a:extLst>
                        <a:ext uri="{FF2B5EF4-FFF2-40B4-BE49-F238E27FC236}">
                          <a16:creationId xmlns:a16="http://schemas.microsoft.com/office/drawing/2014/main" id="{4B14409C-4293-4869-953F-274A706C01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4" name="直線コネクタ 123923">
                      <a:extLst>
                        <a:ext uri="{FF2B5EF4-FFF2-40B4-BE49-F238E27FC236}">
                          <a16:creationId xmlns:a16="http://schemas.microsoft.com/office/drawing/2014/main" id="{2DB7A672-44CF-4AA7-8EE6-F9744BE531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5" name="直線コネクタ 123924">
                      <a:extLst>
                        <a:ext uri="{FF2B5EF4-FFF2-40B4-BE49-F238E27FC236}">
                          <a16:creationId xmlns:a16="http://schemas.microsoft.com/office/drawing/2014/main" id="{3B5C1908-BBCB-49D6-8F48-4C2A1AD221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6" name="直線コネクタ 123925">
                      <a:extLst>
                        <a:ext uri="{FF2B5EF4-FFF2-40B4-BE49-F238E27FC236}">
                          <a16:creationId xmlns:a16="http://schemas.microsoft.com/office/drawing/2014/main" id="{DEDC3D59-87CD-45EB-AB33-318C41FE1B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7" name="直線コネクタ 123926">
                      <a:extLst>
                        <a:ext uri="{FF2B5EF4-FFF2-40B4-BE49-F238E27FC236}">
                          <a16:creationId xmlns:a16="http://schemas.microsoft.com/office/drawing/2014/main" id="{FE2C8744-7F1D-4E39-AD28-E6B53FFA8F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8" name="直線コネクタ 123927">
                      <a:extLst>
                        <a:ext uri="{FF2B5EF4-FFF2-40B4-BE49-F238E27FC236}">
                          <a16:creationId xmlns:a16="http://schemas.microsoft.com/office/drawing/2014/main" id="{3E1AFF6C-D7C7-4854-BABB-3AF5371C2B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29" name="直線コネクタ 123928">
                      <a:extLst>
                        <a:ext uri="{FF2B5EF4-FFF2-40B4-BE49-F238E27FC236}">
                          <a16:creationId xmlns:a16="http://schemas.microsoft.com/office/drawing/2014/main" id="{799DDF3A-27B3-445D-ABB4-686649D54C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30" name="直線コネクタ 123929">
                      <a:extLst>
                        <a:ext uri="{FF2B5EF4-FFF2-40B4-BE49-F238E27FC236}">
                          <a16:creationId xmlns:a16="http://schemas.microsoft.com/office/drawing/2014/main" id="{62AF5849-A0DD-4634-98D5-E0D7D2C622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31" name="直線コネクタ 123930">
                      <a:extLst>
                        <a:ext uri="{FF2B5EF4-FFF2-40B4-BE49-F238E27FC236}">
                          <a16:creationId xmlns:a16="http://schemas.microsoft.com/office/drawing/2014/main" id="{A618AA1A-14A7-4255-B400-92ACE78CF1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932" name="直線コネクタ 123931">
                      <a:extLst>
                        <a:ext uri="{FF2B5EF4-FFF2-40B4-BE49-F238E27FC236}">
                          <a16:creationId xmlns:a16="http://schemas.microsoft.com/office/drawing/2014/main" id="{852CFBA8-A7E0-41FA-913E-18BAA3CF34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716" name="グループ化 123715">
                    <a:extLst>
                      <a:ext uri="{FF2B5EF4-FFF2-40B4-BE49-F238E27FC236}">
                        <a16:creationId xmlns:a16="http://schemas.microsoft.com/office/drawing/2014/main" id="{2F8C0F97-6F1C-4082-8F32-BBAB0F89A0C1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3882" name="正方形/長方形 123881">
                      <a:extLst>
                        <a:ext uri="{FF2B5EF4-FFF2-40B4-BE49-F238E27FC236}">
                          <a16:creationId xmlns:a16="http://schemas.microsoft.com/office/drawing/2014/main" id="{252DF7CA-E742-41B4-9420-BAD2CCA4D1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883" name="正方形/長方形 123882">
                      <a:extLst>
                        <a:ext uri="{FF2B5EF4-FFF2-40B4-BE49-F238E27FC236}">
                          <a16:creationId xmlns:a16="http://schemas.microsoft.com/office/drawing/2014/main" id="{E966021D-FD85-4F1F-BF05-9B6E93DBBD2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884" name="正方形/長方形 123883">
                      <a:extLst>
                        <a:ext uri="{FF2B5EF4-FFF2-40B4-BE49-F238E27FC236}">
                          <a16:creationId xmlns:a16="http://schemas.microsoft.com/office/drawing/2014/main" id="{AE55CDF9-135A-42A0-9803-E555AB0782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885" name="正方形/長方形 123884">
                      <a:extLst>
                        <a:ext uri="{FF2B5EF4-FFF2-40B4-BE49-F238E27FC236}">
                          <a16:creationId xmlns:a16="http://schemas.microsoft.com/office/drawing/2014/main" id="{B52642AC-4A0E-4629-96E6-B9562C2A75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886" name="正方形/長方形 123885">
                      <a:extLst>
                        <a:ext uri="{FF2B5EF4-FFF2-40B4-BE49-F238E27FC236}">
                          <a16:creationId xmlns:a16="http://schemas.microsoft.com/office/drawing/2014/main" id="{16BF629E-E2A8-487B-ACD2-AB60D0C1F9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887" name="正方形/長方形 123886">
                      <a:extLst>
                        <a:ext uri="{FF2B5EF4-FFF2-40B4-BE49-F238E27FC236}">
                          <a16:creationId xmlns:a16="http://schemas.microsoft.com/office/drawing/2014/main" id="{172F9365-1653-47ED-9D15-244E719991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888" name="正方形/長方形 123887">
                      <a:extLst>
                        <a:ext uri="{FF2B5EF4-FFF2-40B4-BE49-F238E27FC236}">
                          <a16:creationId xmlns:a16="http://schemas.microsoft.com/office/drawing/2014/main" id="{D07A8639-86E4-4013-AB37-C993C9D528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889" name="正方形/長方形 123888">
                      <a:extLst>
                        <a:ext uri="{FF2B5EF4-FFF2-40B4-BE49-F238E27FC236}">
                          <a16:creationId xmlns:a16="http://schemas.microsoft.com/office/drawing/2014/main" id="{2BC6B392-E122-4363-A28D-67CC432209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890" name="正方形/長方形 123889">
                      <a:extLst>
                        <a:ext uri="{FF2B5EF4-FFF2-40B4-BE49-F238E27FC236}">
                          <a16:creationId xmlns:a16="http://schemas.microsoft.com/office/drawing/2014/main" id="{1F508317-D108-43C8-9FB4-C8743EF1BB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3717" name="グループ化 123716">
                    <a:extLst>
                      <a:ext uri="{FF2B5EF4-FFF2-40B4-BE49-F238E27FC236}">
                        <a16:creationId xmlns:a16="http://schemas.microsoft.com/office/drawing/2014/main" id="{DE4BAC44-FE04-44F9-8746-E3DC9604618E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3874" name="直線コネクタ 123873">
                      <a:extLst>
                        <a:ext uri="{FF2B5EF4-FFF2-40B4-BE49-F238E27FC236}">
                          <a16:creationId xmlns:a16="http://schemas.microsoft.com/office/drawing/2014/main" id="{D22F26F6-E22E-4AF3-A552-03D91F4473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5" name="直線コネクタ 123874">
                      <a:extLst>
                        <a:ext uri="{FF2B5EF4-FFF2-40B4-BE49-F238E27FC236}">
                          <a16:creationId xmlns:a16="http://schemas.microsoft.com/office/drawing/2014/main" id="{EDB398C1-E178-4558-B75B-119D4240C5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6" name="直線コネクタ 123875">
                      <a:extLst>
                        <a:ext uri="{FF2B5EF4-FFF2-40B4-BE49-F238E27FC236}">
                          <a16:creationId xmlns:a16="http://schemas.microsoft.com/office/drawing/2014/main" id="{DE0852E9-56A9-4786-94FC-D398313B04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7" name="直線コネクタ 123876">
                      <a:extLst>
                        <a:ext uri="{FF2B5EF4-FFF2-40B4-BE49-F238E27FC236}">
                          <a16:creationId xmlns:a16="http://schemas.microsoft.com/office/drawing/2014/main" id="{5B05F5EC-56D6-42B2-A9F5-D7D1A5F5D4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8" name="直線コネクタ 123877">
                      <a:extLst>
                        <a:ext uri="{FF2B5EF4-FFF2-40B4-BE49-F238E27FC236}">
                          <a16:creationId xmlns:a16="http://schemas.microsoft.com/office/drawing/2014/main" id="{FD9AC329-2C78-4C92-BAE0-33696BF9E7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9" name="直線コネクタ 123878">
                      <a:extLst>
                        <a:ext uri="{FF2B5EF4-FFF2-40B4-BE49-F238E27FC236}">
                          <a16:creationId xmlns:a16="http://schemas.microsoft.com/office/drawing/2014/main" id="{605959E4-57C1-4901-B74D-3D63ACCE82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80" name="直線コネクタ 123879">
                      <a:extLst>
                        <a:ext uri="{FF2B5EF4-FFF2-40B4-BE49-F238E27FC236}">
                          <a16:creationId xmlns:a16="http://schemas.microsoft.com/office/drawing/2014/main" id="{5FEB0851-EE1C-42B4-A959-7EB6569B41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81" name="直線コネクタ 123880">
                      <a:extLst>
                        <a:ext uri="{FF2B5EF4-FFF2-40B4-BE49-F238E27FC236}">
                          <a16:creationId xmlns:a16="http://schemas.microsoft.com/office/drawing/2014/main" id="{E9285B00-2127-4022-87B9-C4C0648999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718" name="グループ化 123717">
                    <a:extLst>
                      <a:ext uri="{FF2B5EF4-FFF2-40B4-BE49-F238E27FC236}">
                        <a16:creationId xmlns:a16="http://schemas.microsoft.com/office/drawing/2014/main" id="{1CE339CE-475B-4344-8621-01564813293C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3866" name="直線コネクタ 123865">
                      <a:extLst>
                        <a:ext uri="{FF2B5EF4-FFF2-40B4-BE49-F238E27FC236}">
                          <a16:creationId xmlns:a16="http://schemas.microsoft.com/office/drawing/2014/main" id="{31A476FE-8E81-4713-9DA7-B9230070F3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7" name="直線コネクタ 123866">
                      <a:extLst>
                        <a:ext uri="{FF2B5EF4-FFF2-40B4-BE49-F238E27FC236}">
                          <a16:creationId xmlns:a16="http://schemas.microsoft.com/office/drawing/2014/main" id="{44B2A82B-2FEA-4D27-AB1B-EE68676A84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8" name="直線コネクタ 123867">
                      <a:extLst>
                        <a:ext uri="{FF2B5EF4-FFF2-40B4-BE49-F238E27FC236}">
                          <a16:creationId xmlns:a16="http://schemas.microsoft.com/office/drawing/2014/main" id="{90237292-FF23-4780-B3D8-9262F1C7E4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9" name="直線コネクタ 123868">
                      <a:extLst>
                        <a:ext uri="{FF2B5EF4-FFF2-40B4-BE49-F238E27FC236}">
                          <a16:creationId xmlns:a16="http://schemas.microsoft.com/office/drawing/2014/main" id="{811DCA54-C15A-428D-B4F0-EA6A16473B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0" name="直線コネクタ 123869">
                      <a:extLst>
                        <a:ext uri="{FF2B5EF4-FFF2-40B4-BE49-F238E27FC236}">
                          <a16:creationId xmlns:a16="http://schemas.microsoft.com/office/drawing/2014/main" id="{8329FED8-8799-4B29-A237-F94D633D44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1" name="直線コネクタ 123870">
                      <a:extLst>
                        <a:ext uri="{FF2B5EF4-FFF2-40B4-BE49-F238E27FC236}">
                          <a16:creationId xmlns:a16="http://schemas.microsoft.com/office/drawing/2014/main" id="{E3C8BA75-63F2-4876-A761-8473FB8F67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2" name="直線コネクタ 123871">
                      <a:extLst>
                        <a:ext uri="{FF2B5EF4-FFF2-40B4-BE49-F238E27FC236}">
                          <a16:creationId xmlns:a16="http://schemas.microsoft.com/office/drawing/2014/main" id="{A640467F-2765-45DB-92C7-5EEAF820FF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73" name="直線コネクタ 123872">
                      <a:extLst>
                        <a:ext uri="{FF2B5EF4-FFF2-40B4-BE49-F238E27FC236}">
                          <a16:creationId xmlns:a16="http://schemas.microsoft.com/office/drawing/2014/main" id="{E0E99C8B-705D-4784-BD86-2A0C6767ED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719" name="グループ化 123718">
                    <a:extLst>
                      <a:ext uri="{FF2B5EF4-FFF2-40B4-BE49-F238E27FC236}">
                        <a16:creationId xmlns:a16="http://schemas.microsoft.com/office/drawing/2014/main" id="{7ACBDF06-3185-4C37-9C61-439D11717F0D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3824" name="直線コネクタ 123823">
                      <a:extLst>
                        <a:ext uri="{FF2B5EF4-FFF2-40B4-BE49-F238E27FC236}">
                          <a16:creationId xmlns:a16="http://schemas.microsoft.com/office/drawing/2014/main" id="{743F26F3-17AA-4D4D-A540-EBC46C9771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5" name="直線コネクタ 123824">
                      <a:extLst>
                        <a:ext uri="{FF2B5EF4-FFF2-40B4-BE49-F238E27FC236}">
                          <a16:creationId xmlns:a16="http://schemas.microsoft.com/office/drawing/2014/main" id="{6ADAD345-6977-47E2-8462-67F5DA6548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6" name="直線コネクタ 123825">
                      <a:extLst>
                        <a:ext uri="{FF2B5EF4-FFF2-40B4-BE49-F238E27FC236}">
                          <a16:creationId xmlns:a16="http://schemas.microsoft.com/office/drawing/2014/main" id="{A177E86D-2375-4F27-A20C-B64892CDBB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7" name="直線コネクタ 123826">
                      <a:extLst>
                        <a:ext uri="{FF2B5EF4-FFF2-40B4-BE49-F238E27FC236}">
                          <a16:creationId xmlns:a16="http://schemas.microsoft.com/office/drawing/2014/main" id="{79D7DD02-2408-478A-A7E2-4473DF7CC1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8" name="直線コネクタ 123827">
                      <a:extLst>
                        <a:ext uri="{FF2B5EF4-FFF2-40B4-BE49-F238E27FC236}">
                          <a16:creationId xmlns:a16="http://schemas.microsoft.com/office/drawing/2014/main" id="{78AF31D7-9417-4FAA-993C-2885A9BFF5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9" name="直線コネクタ 123828">
                      <a:extLst>
                        <a:ext uri="{FF2B5EF4-FFF2-40B4-BE49-F238E27FC236}">
                          <a16:creationId xmlns:a16="http://schemas.microsoft.com/office/drawing/2014/main" id="{3B85A114-8028-41CA-B6B5-487C64CA8A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0" name="直線コネクタ 123829">
                      <a:extLst>
                        <a:ext uri="{FF2B5EF4-FFF2-40B4-BE49-F238E27FC236}">
                          <a16:creationId xmlns:a16="http://schemas.microsoft.com/office/drawing/2014/main" id="{9BB1CC1F-637F-4159-BC0A-7F2B1DE0BB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1" name="直線コネクタ 123830">
                      <a:extLst>
                        <a:ext uri="{FF2B5EF4-FFF2-40B4-BE49-F238E27FC236}">
                          <a16:creationId xmlns:a16="http://schemas.microsoft.com/office/drawing/2014/main" id="{EA2BE999-C6EA-4EDF-ABA7-EF13F3151A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2" name="直線コネクタ 123831">
                      <a:extLst>
                        <a:ext uri="{FF2B5EF4-FFF2-40B4-BE49-F238E27FC236}">
                          <a16:creationId xmlns:a16="http://schemas.microsoft.com/office/drawing/2014/main" id="{BB610B26-3609-41DF-8DF3-24D4EDF4BE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3" name="直線コネクタ 123832">
                      <a:extLst>
                        <a:ext uri="{FF2B5EF4-FFF2-40B4-BE49-F238E27FC236}">
                          <a16:creationId xmlns:a16="http://schemas.microsoft.com/office/drawing/2014/main" id="{71661321-CB5E-4C1B-B848-B2C4462A53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4" name="直線コネクタ 123833">
                      <a:extLst>
                        <a:ext uri="{FF2B5EF4-FFF2-40B4-BE49-F238E27FC236}">
                          <a16:creationId xmlns:a16="http://schemas.microsoft.com/office/drawing/2014/main" id="{A1882452-A0EA-4DD9-B293-EFEAF8091B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5" name="直線コネクタ 123834">
                      <a:extLst>
                        <a:ext uri="{FF2B5EF4-FFF2-40B4-BE49-F238E27FC236}">
                          <a16:creationId xmlns:a16="http://schemas.microsoft.com/office/drawing/2014/main" id="{2DA42707-3E0C-4553-8C7F-CE972A9C4A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6" name="直線コネクタ 123835">
                      <a:extLst>
                        <a:ext uri="{FF2B5EF4-FFF2-40B4-BE49-F238E27FC236}">
                          <a16:creationId xmlns:a16="http://schemas.microsoft.com/office/drawing/2014/main" id="{43496EB3-1653-4417-B600-3C34E71F61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7" name="直線コネクタ 123836">
                      <a:extLst>
                        <a:ext uri="{FF2B5EF4-FFF2-40B4-BE49-F238E27FC236}">
                          <a16:creationId xmlns:a16="http://schemas.microsoft.com/office/drawing/2014/main" id="{DA616E06-B6FA-44F7-9E73-6101D350DD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8" name="直線コネクタ 123837">
                      <a:extLst>
                        <a:ext uri="{FF2B5EF4-FFF2-40B4-BE49-F238E27FC236}">
                          <a16:creationId xmlns:a16="http://schemas.microsoft.com/office/drawing/2014/main" id="{EFE93BB7-7C4F-4F4F-A56E-B97F825361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39" name="直線コネクタ 123838">
                      <a:extLst>
                        <a:ext uri="{FF2B5EF4-FFF2-40B4-BE49-F238E27FC236}">
                          <a16:creationId xmlns:a16="http://schemas.microsoft.com/office/drawing/2014/main" id="{DFD99D35-995A-4E57-9450-F2C2782100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0" name="直線コネクタ 123839">
                      <a:extLst>
                        <a:ext uri="{FF2B5EF4-FFF2-40B4-BE49-F238E27FC236}">
                          <a16:creationId xmlns:a16="http://schemas.microsoft.com/office/drawing/2014/main" id="{1C753E46-7B67-4ABE-BEB9-3D862335FE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1" name="直線コネクタ 123840">
                      <a:extLst>
                        <a:ext uri="{FF2B5EF4-FFF2-40B4-BE49-F238E27FC236}">
                          <a16:creationId xmlns:a16="http://schemas.microsoft.com/office/drawing/2014/main" id="{E3AFB2B6-1200-485D-8CF7-606027F2E2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2" name="直線コネクタ 123841">
                      <a:extLst>
                        <a:ext uri="{FF2B5EF4-FFF2-40B4-BE49-F238E27FC236}">
                          <a16:creationId xmlns:a16="http://schemas.microsoft.com/office/drawing/2014/main" id="{2264057D-7554-4C96-8036-C138FBADA8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3" name="直線コネクタ 123842">
                      <a:extLst>
                        <a:ext uri="{FF2B5EF4-FFF2-40B4-BE49-F238E27FC236}">
                          <a16:creationId xmlns:a16="http://schemas.microsoft.com/office/drawing/2014/main" id="{0DB91F6C-E7D0-4C4F-B7A2-1433442919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4" name="直線コネクタ 123843">
                      <a:extLst>
                        <a:ext uri="{FF2B5EF4-FFF2-40B4-BE49-F238E27FC236}">
                          <a16:creationId xmlns:a16="http://schemas.microsoft.com/office/drawing/2014/main" id="{2EA5FE62-0A80-40A0-9C1A-7E4FA44AA4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5" name="直線コネクタ 123844">
                      <a:extLst>
                        <a:ext uri="{FF2B5EF4-FFF2-40B4-BE49-F238E27FC236}">
                          <a16:creationId xmlns:a16="http://schemas.microsoft.com/office/drawing/2014/main" id="{039ACCE9-AA56-46E8-8C98-E05A100338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6" name="直線コネクタ 123845">
                      <a:extLst>
                        <a:ext uri="{FF2B5EF4-FFF2-40B4-BE49-F238E27FC236}">
                          <a16:creationId xmlns:a16="http://schemas.microsoft.com/office/drawing/2014/main" id="{482DD2E6-05AC-4D0C-A911-E74624518E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7" name="直線コネクタ 123846">
                      <a:extLst>
                        <a:ext uri="{FF2B5EF4-FFF2-40B4-BE49-F238E27FC236}">
                          <a16:creationId xmlns:a16="http://schemas.microsoft.com/office/drawing/2014/main" id="{A9DC0EFE-09FB-4252-8B42-2DA055494C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8" name="直線コネクタ 123847">
                      <a:extLst>
                        <a:ext uri="{FF2B5EF4-FFF2-40B4-BE49-F238E27FC236}">
                          <a16:creationId xmlns:a16="http://schemas.microsoft.com/office/drawing/2014/main" id="{818538AF-3A81-4C25-9D9A-BBCF16B786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49" name="直線コネクタ 123848">
                      <a:extLst>
                        <a:ext uri="{FF2B5EF4-FFF2-40B4-BE49-F238E27FC236}">
                          <a16:creationId xmlns:a16="http://schemas.microsoft.com/office/drawing/2014/main" id="{C061125C-1192-42AD-9A6B-A53EBB6075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0" name="直線コネクタ 123849">
                      <a:extLst>
                        <a:ext uri="{FF2B5EF4-FFF2-40B4-BE49-F238E27FC236}">
                          <a16:creationId xmlns:a16="http://schemas.microsoft.com/office/drawing/2014/main" id="{16C5629B-0A53-49E2-8E62-6472AAE2C9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1" name="直線コネクタ 123850">
                      <a:extLst>
                        <a:ext uri="{FF2B5EF4-FFF2-40B4-BE49-F238E27FC236}">
                          <a16:creationId xmlns:a16="http://schemas.microsoft.com/office/drawing/2014/main" id="{D2388A46-FF61-45DA-8A0A-6A5B5296FE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2" name="直線コネクタ 123851">
                      <a:extLst>
                        <a:ext uri="{FF2B5EF4-FFF2-40B4-BE49-F238E27FC236}">
                          <a16:creationId xmlns:a16="http://schemas.microsoft.com/office/drawing/2014/main" id="{17ACD3FA-D021-4FF0-AC07-D6646C6467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3" name="直線コネクタ 123852">
                      <a:extLst>
                        <a:ext uri="{FF2B5EF4-FFF2-40B4-BE49-F238E27FC236}">
                          <a16:creationId xmlns:a16="http://schemas.microsoft.com/office/drawing/2014/main" id="{339577F8-5A7D-48D8-B0C4-D54C7921DB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4" name="直線コネクタ 123853">
                      <a:extLst>
                        <a:ext uri="{FF2B5EF4-FFF2-40B4-BE49-F238E27FC236}">
                          <a16:creationId xmlns:a16="http://schemas.microsoft.com/office/drawing/2014/main" id="{4BC4F260-1B3A-4990-ADDF-30342FB5BC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5" name="直線コネクタ 123854">
                      <a:extLst>
                        <a:ext uri="{FF2B5EF4-FFF2-40B4-BE49-F238E27FC236}">
                          <a16:creationId xmlns:a16="http://schemas.microsoft.com/office/drawing/2014/main" id="{32969CD8-74A3-4B34-81D9-4E8829AF16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6" name="直線コネクタ 123855">
                      <a:extLst>
                        <a:ext uri="{FF2B5EF4-FFF2-40B4-BE49-F238E27FC236}">
                          <a16:creationId xmlns:a16="http://schemas.microsoft.com/office/drawing/2014/main" id="{00EDE994-B931-4A5C-8F6A-FEA4922529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7" name="直線コネクタ 123856">
                      <a:extLst>
                        <a:ext uri="{FF2B5EF4-FFF2-40B4-BE49-F238E27FC236}">
                          <a16:creationId xmlns:a16="http://schemas.microsoft.com/office/drawing/2014/main" id="{226FE93A-5EB3-4EF8-9313-46DA5B451E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8" name="直線コネクタ 123857">
                      <a:extLst>
                        <a:ext uri="{FF2B5EF4-FFF2-40B4-BE49-F238E27FC236}">
                          <a16:creationId xmlns:a16="http://schemas.microsoft.com/office/drawing/2014/main" id="{5918E6BF-36F2-4D09-821C-3C9AEEC4E7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59" name="直線コネクタ 123858">
                      <a:extLst>
                        <a:ext uri="{FF2B5EF4-FFF2-40B4-BE49-F238E27FC236}">
                          <a16:creationId xmlns:a16="http://schemas.microsoft.com/office/drawing/2014/main" id="{BC9A2814-8BBA-4054-BD2C-A5BF95BC27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0" name="直線コネクタ 123859">
                      <a:extLst>
                        <a:ext uri="{FF2B5EF4-FFF2-40B4-BE49-F238E27FC236}">
                          <a16:creationId xmlns:a16="http://schemas.microsoft.com/office/drawing/2014/main" id="{A6B6A57F-6A8A-4EE9-B45C-8F495D0467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1" name="直線コネクタ 123860">
                      <a:extLst>
                        <a:ext uri="{FF2B5EF4-FFF2-40B4-BE49-F238E27FC236}">
                          <a16:creationId xmlns:a16="http://schemas.microsoft.com/office/drawing/2014/main" id="{E3474F42-CB58-475B-9620-8E07708235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2" name="直線コネクタ 123861">
                      <a:extLst>
                        <a:ext uri="{FF2B5EF4-FFF2-40B4-BE49-F238E27FC236}">
                          <a16:creationId xmlns:a16="http://schemas.microsoft.com/office/drawing/2014/main" id="{5C069A3C-BDAE-4CC1-8F1A-E66C197284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3" name="直線コネクタ 123862">
                      <a:extLst>
                        <a:ext uri="{FF2B5EF4-FFF2-40B4-BE49-F238E27FC236}">
                          <a16:creationId xmlns:a16="http://schemas.microsoft.com/office/drawing/2014/main" id="{CA754275-D244-4750-AE68-0E5E4B1306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4" name="直線コネクタ 123863">
                      <a:extLst>
                        <a:ext uri="{FF2B5EF4-FFF2-40B4-BE49-F238E27FC236}">
                          <a16:creationId xmlns:a16="http://schemas.microsoft.com/office/drawing/2014/main" id="{C2E35B2B-14CF-4272-8946-907223F046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65" name="直線コネクタ 123864">
                      <a:extLst>
                        <a:ext uri="{FF2B5EF4-FFF2-40B4-BE49-F238E27FC236}">
                          <a16:creationId xmlns:a16="http://schemas.microsoft.com/office/drawing/2014/main" id="{396418B5-E0A1-4544-BE3B-67791E521F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720" name="グループ化 123719">
                    <a:extLst>
                      <a:ext uri="{FF2B5EF4-FFF2-40B4-BE49-F238E27FC236}">
                        <a16:creationId xmlns:a16="http://schemas.microsoft.com/office/drawing/2014/main" id="{428FB7DF-E4BD-410E-8E3F-7A0B9209EC76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3782" name="直線コネクタ 123781">
                      <a:extLst>
                        <a:ext uri="{FF2B5EF4-FFF2-40B4-BE49-F238E27FC236}">
                          <a16:creationId xmlns:a16="http://schemas.microsoft.com/office/drawing/2014/main" id="{AEA23450-7A45-4771-9D9D-8653482AA5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3" name="直線コネクタ 123782">
                      <a:extLst>
                        <a:ext uri="{FF2B5EF4-FFF2-40B4-BE49-F238E27FC236}">
                          <a16:creationId xmlns:a16="http://schemas.microsoft.com/office/drawing/2014/main" id="{8DBA902F-6733-4FE3-B7E2-1475FD0D2E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4" name="直線コネクタ 123783">
                      <a:extLst>
                        <a:ext uri="{FF2B5EF4-FFF2-40B4-BE49-F238E27FC236}">
                          <a16:creationId xmlns:a16="http://schemas.microsoft.com/office/drawing/2014/main" id="{F009908B-F2F1-4D3E-986B-25A39033DA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5" name="直線コネクタ 123784">
                      <a:extLst>
                        <a:ext uri="{FF2B5EF4-FFF2-40B4-BE49-F238E27FC236}">
                          <a16:creationId xmlns:a16="http://schemas.microsoft.com/office/drawing/2014/main" id="{12EE71F0-3FD3-4783-93BE-27A0C9EBEE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6" name="直線コネクタ 123785">
                      <a:extLst>
                        <a:ext uri="{FF2B5EF4-FFF2-40B4-BE49-F238E27FC236}">
                          <a16:creationId xmlns:a16="http://schemas.microsoft.com/office/drawing/2014/main" id="{C656F902-F24C-4FCB-8D9A-A30203450F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7" name="直線コネクタ 123786">
                      <a:extLst>
                        <a:ext uri="{FF2B5EF4-FFF2-40B4-BE49-F238E27FC236}">
                          <a16:creationId xmlns:a16="http://schemas.microsoft.com/office/drawing/2014/main" id="{726DB58A-5DDE-4847-8BE5-99A8DC3163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8" name="直線コネクタ 123787">
                      <a:extLst>
                        <a:ext uri="{FF2B5EF4-FFF2-40B4-BE49-F238E27FC236}">
                          <a16:creationId xmlns:a16="http://schemas.microsoft.com/office/drawing/2014/main" id="{357775DF-3CEE-4891-9055-88A99D0FF5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9" name="直線コネクタ 123788">
                      <a:extLst>
                        <a:ext uri="{FF2B5EF4-FFF2-40B4-BE49-F238E27FC236}">
                          <a16:creationId xmlns:a16="http://schemas.microsoft.com/office/drawing/2014/main" id="{E31050BF-125D-463D-9223-85DF4C7938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0" name="直線コネクタ 123789">
                      <a:extLst>
                        <a:ext uri="{FF2B5EF4-FFF2-40B4-BE49-F238E27FC236}">
                          <a16:creationId xmlns:a16="http://schemas.microsoft.com/office/drawing/2014/main" id="{46558F54-0D53-4630-876A-0B9ED812AC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1" name="直線コネクタ 123790">
                      <a:extLst>
                        <a:ext uri="{FF2B5EF4-FFF2-40B4-BE49-F238E27FC236}">
                          <a16:creationId xmlns:a16="http://schemas.microsoft.com/office/drawing/2014/main" id="{5CBF13F5-25A9-4494-A649-B803605B66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2" name="直線コネクタ 123791">
                      <a:extLst>
                        <a:ext uri="{FF2B5EF4-FFF2-40B4-BE49-F238E27FC236}">
                          <a16:creationId xmlns:a16="http://schemas.microsoft.com/office/drawing/2014/main" id="{EF9EC87F-41BC-44B4-B189-DD2FB29A62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3" name="直線コネクタ 123792">
                      <a:extLst>
                        <a:ext uri="{FF2B5EF4-FFF2-40B4-BE49-F238E27FC236}">
                          <a16:creationId xmlns:a16="http://schemas.microsoft.com/office/drawing/2014/main" id="{CF0EB886-8B44-4D5C-8A2D-6ED90D3273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4" name="直線コネクタ 123793">
                      <a:extLst>
                        <a:ext uri="{FF2B5EF4-FFF2-40B4-BE49-F238E27FC236}">
                          <a16:creationId xmlns:a16="http://schemas.microsoft.com/office/drawing/2014/main" id="{5CBB1FAA-0A09-430E-8793-95D392B904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5" name="直線コネクタ 123794">
                      <a:extLst>
                        <a:ext uri="{FF2B5EF4-FFF2-40B4-BE49-F238E27FC236}">
                          <a16:creationId xmlns:a16="http://schemas.microsoft.com/office/drawing/2014/main" id="{5F470B5E-52FD-46A1-982C-DBA8EE4A48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6" name="直線コネクタ 123795">
                      <a:extLst>
                        <a:ext uri="{FF2B5EF4-FFF2-40B4-BE49-F238E27FC236}">
                          <a16:creationId xmlns:a16="http://schemas.microsoft.com/office/drawing/2014/main" id="{27A4BF6E-D150-430B-AF67-E2ED49A542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7" name="直線コネクタ 123796">
                      <a:extLst>
                        <a:ext uri="{FF2B5EF4-FFF2-40B4-BE49-F238E27FC236}">
                          <a16:creationId xmlns:a16="http://schemas.microsoft.com/office/drawing/2014/main" id="{ABF7FA03-D386-40C0-BB18-76825E73A6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8" name="直線コネクタ 123797">
                      <a:extLst>
                        <a:ext uri="{FF2B5EF4-FFF2-40B4-BE49-F238E27FC236}">
                          <a16:creationId xmlns:a16="http://schemas.microsoft.com/office/drawing/2014/main" id="{343A0A25-E08A-47E2-9009-96A6E75E26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99" name="直線コネクタ 123798">
                      <a:extLst>
                        <a:ext uri="{FF2B5EF4-FFF2-40B4-BE49-F238E27FC236}">
                          <a16:creationId xmlns:a16="http://schemas.microsoft.com/office/drawing/2014/main" id="{5FA520F3-873A-4928-B7F6-4C53DC49A5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0" name="直線コネクタ 123799">
                      <a:extLst>
                        <a:ext uri="{FF2B5EF4-FFF2-40B4-BE49-F238E27FC236}">
                          <a16:creationId xmlns:a16="http://schemas.microsoft.com/office/drawing/2014/main" id="{2BFA9093-0D37-4425-A160-2518F6065D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1" name="直線コネクタ 123800">
                      <a:extLst>
                        <a:ext uri="{FF2B5EF4-FFF2-40B4-BE49-F238E27FC236}">
                          <a16:creationId xmlns:a16="http://schemas.microsoft.com/office/drawing/2014/main" id="{8BA0F905-6372-42E3-ADED-136E647A9B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2" name="直線コネクタ 123801">
                      <a:extLst>
                        <a:ext uri="{FF2B5EF4-FFF2-40B4-BE49-F238E27FC236}">
                          <a16:creationId xmlns:a16="http://schemas.microsoft.com/office/drawing/2014/main" id="{6771955D-921F-4A4E-A95D-BFD6B36DB0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3" name="直線コネクタ 123802">
                      <a:extLst>
                        <a:ext uri="{FF2B5EF4-FFF2-40B4-BE49-F238E27FC236}">
                          <a16:creationId xmlns:a16="http://schemas.microsoft.com/office/drawing/2014/main" id="{80F9557A-ACAD-4BB8-8B6A-B364FD753F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4" name="直線コネクタ 123803">
                      <a:extLst>
                        <a:ext uri="{FF2B5EF4-FFF2-40B4-BE49-F238E27FC236}">
                          <a16:creationId xmlns:a16="http://schemas.microsoft.com/office/drawing/2014/main" id="{402998D8-0C6E-4209-9CEB-9717E41C60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5" name="直線コネクタ 123804">
                      <a:extLst>
                        <a:ext uri="{FF2B5EF4-FFF2-40B4-BE49-F238E27FC236}">
                          <a16:creationId xmlns:a16="http://schemas.microsoft.com/office/drawing/2014/main" id="{B965B58F-E771-4589-B3F5-745C60313D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6" name="直線コネクタ 123805">
                      <a:extLst>
                        <a:ext uri="{FF2B5EF4-FFF2-40B4-BE49-F238E27FC236}">
                          <a16:creationId xmlns:a16="http://schemas.microsoft.com/office/drawing/2014/main" id="{42E7D157-1D41-4BE9-8534-58C1064ED4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7" name="直線コネクタ 123806">
                      <a:extLst>
                        <a:ext uri="{FF2B5EF4-FFF2-40B4-BE49-F238E27FC236}">
                          <a16:creationId xmlns:a16="http://schemas.microsoft.com/office/drawing/2014/main" id="{F0E2464F-8F2A-48EF-A80C-2706B39BDB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8" name="直線コネクタ 123807">
                      <a:extLst>
                        <a:ext uri="{FF2B5EF4-FFF2-40B4-BE49-F238E27FC236}">
                          <a16:creationId xmlns:a16="http://schemas.microsoft.com/office/drawing/2014/main" id="{4F5A67F1-9488-4E4A-97BA-5B0C1B7B90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09" name="直線コネクタ 123808">
                      <a:extLst>
                        <a:ext uri="{FF2B5EF4-FFF2-40B4-BE49-F238E27FC236}">
                          <a16:creationId xmlns:a16="http://schemas.microsoft.com/office/drawing/2014/main" id="{3B5A3836-CED5-4D98-B0E2-3F47894208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0" name="直線コネクタ 123809">
                      <a:extLst>
                        <a:ext uri="{FF2B5EF4-FFF2-40B4-BE49-F238E27FC236}">
                          <a16:creationId xmlns:a16="http://schemas.microsoft.com/office/drawing/2014/main" id="{2BACA3E6-8976-4FD9-B159-CE2D17182B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1" name="直線コネクタ 123810">
                      <a:extLst>
                        <a:ext uri="{FF2B5EF4-FFF2-40B4-BE49-F238E27FC236}">
                          <a16:creationId xmlns:a16="http://schemas.microsoft.com/office/drawing/2014/main" id="{A0651793-A80D-4E4E-B14E-9D6F4CCF99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2" name="直線コネクタ 123811">
                      <a:extLst>
                        <a:ext uri="{FF2B5EF4-FFF2-40B4-BE49-F238E27FC236}">
                          <a16:creationId xmlns:a16="http://schemas.microsoft.com/office/drawing/2014/main" id="{7E015092-524F-48B8-B8DC-FCA61DBD62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3" name="直線コネクタ 123812">
                      <a:extLst>
                        <a:ext uri="{FF2B5EF4-FFF2-40B4-BE49-F238E27FC236}">
                          <a16:creationId xmlns:a16="http://schemas.microsoft.com/office/drawing/2014/main" id="{29C34014-A74F-408B-B5BE-4B6E050F7E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4" name="直線コネクタ 123813">
                      <a:extLst>
                        <a:ext uri="{FF2B5EF4-FFF2-40B4-BE49-F238E27FC236}">
                          <a16:creationId xmlns:a16="http://schemas.microsoft.com/office/drawing/2014/main" id="{3D916730-A361-499F-BE7D-CA1732CC46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5" name="直線コネクタ 123814">
                      <a:extLst>
                        <a:ext uri="{FF2B5EF4-FFF2-40B4-BE49-F238E27FC236}">
                          <a16:creationId xmlns:a16="http://schemas.microsoft.com/office/drawing/2014/main" id="{A2D87402-CAF3-4DA6-BA31-9208EB8121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6" name="直線コネクタ 123815">
                      <a:extLst>
                        <a:ext uri="{FF2B5EF4-FFF2-40B4-BE49-F238E27FC236}">
                          <a16:creationId xmlns:a16="http://schemas.microsoft.com/office/drawing/2014/main" id="{8DC7D54B-5128-436E-BFEC-346C99C214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7" name="直線コネクタ 123816">
                      <a:extLst>
                        <a:ext uri="{FF2B5EF4-FFF2-40B4-BE49-F238E27FC236}">
                          <a16:creationId xmlns:a16="http://schemas.microsoft.com/office/drawing/2014/main" id="{81AECF16-1350-4FD4-B90D-3AF1832BF1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8" name="直線コネクタ 123817">
                      <a:extLst>
                        <a:ext uri="{FF2B5EF4-FFF2-40B4-BE49-F238E27FC236}">
                          <a16:creationId xmlns:a16="http://schemas.microsoft.com/office/drawing/2014/main" id="{C747AE28-00D5-493E-A270-A50F075860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19" name="直線コネクタ 123818">
                      <a:extLst>
                        <a:ext uri="{FF2B5EF4-FFF2-40B4-BE49-F238E27FC236}">
                          <a16:creationId xmlns:a16="http://schemas.microsoft.com/office/drawing/2014/main" id="{5EEC173C-7756-4D17-B8FF-C81EE0148C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0" name="直線コネクタ 123819">
                      <a:extLst>
                        <a:ext uri="{FF2B5EF4-FFF2-40B4-BE49-F238E27FC236}">
                          <a16:creationId xmlns:a16="http://schemas.microsoft.com/office/drawing/2014/main" id="{FC499B08-C201-48CA-8E35-9FD3A2EEF9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1" name="直線コネクタ 123820">
                      <a:extLst>
                        <a:ext uri="{FF2B5EF4-FFF2-40B4-BE49-F238E27FC236}">
                          <a16:creationId xmlns:a16="http://schemas.microsoft.com/office/drawing/2014/main" id="{C534DB78-3B46-41B8-AF16-595B6E7F0F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2" name="直線コネクタ 123821">
                      <a:extLst>
                        <a:ext uri="{FF2B5EF4-FFF2-40B4-BE49-F238E27FC236}">
                          <a16:creationId xmlns:a16="http://schemas.microsoft.com/office/drawing/2014/main" id="{AE6C2DDD-141D-499F-A44A-CF4B22A7E8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823" name="直線コネクタ 123822">
                      <a:extLst>
                        <a:ext uri="{FF2B5EF4-FFF2-40B4-BE49-F238E27FC236}">
                          <a16:creationId xmlns:a16="http://schemas.microsoft.com/office/drawing/2014/main" id="{F20AE202-5CC6-4A44-B71C-A44D42A767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721" name="グループ化 123720">
                    <a:extLst>
                      <a:ext uri="{FF2B5EF4-FFF2-40B4-BE49-F238E27FC236}">
                        <a16:creationId xmlns:a16="http://schemas.microsoft.com/office/drawing/2014/main" id="{D610140E-9EEE-45CA-AE89-F9DE35B777C7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3774" name="直線コネクタ 123773">
                      <a:extLst>
                        <a:ext uri="{FF2B5EF4-FFF2-40B4-BE49-F238E27FC236}">
                          <a16:creationId xmlns:a16="http://schemas.microsoft.com/office/drawing/2014/main" id="{73117959-E89C-43DE-A3D4-4627193B3B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5" name="直線コネクタ 123774">
                      <a:extLst>
                        <a:ext uri="{FF2B5EF4-FFF2-40B4-BE49-F238E27FC236}">
                          <a16:creationId xmlns:a16="http://schemas.microsoft.com/office/drawing/2014/main" id="{309EC1E4-AE32-4FE6-9807-D109838CCB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6" name="直線コネクタ 123775">
                      <a:extLst>
                        <a:ext uri="{FF2B5EF4-FFF2-40B4-BE49-F238E27FC236}">
                          <a16:creationId xmlns:a16="http://schemas.microsoft.com/office/drawing/2014/main" id="{A0029DBB-66A4-4EB7-96F1-90B13C483E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7" name="直線コネクタ 123776">
                      <a:extLst>
                        <a:ext uri="{FF2B5EF4-FFF2-40B4-BE49-F238E27FC236}">
                          <a16:creationId xmlns:a16="http://schemas.microsoft.com/office/drawing/2014/main" id="{74B2BDEE-D9F5-4C9A-A0EF-CD38A165E7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8" name="直線コネクタ 123777">
                      <a:extLst>
                        <a:ext uri="{FF2B5EF4-FFF2-40B4-BE49-F238E27FC236}">
                          <a16:creationId xmlns:a16="http://schemas.microsoft.com/office/drawing/2014/main" id="{2F5CD54A-2230-4203-B51C-0CDBD81043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9" name="直線コネクタ 123778">
                      <a:extLst>
                        <a:ext uri="{FF2B5EF4-FFF2-40B4-BE49-F238E27FC236}">
                          <a16:creationId xmlns:a16="http://schemas.microsoft.com/office/drawing/2014/main" id="{7A49CDE4-28C0-4F9E-9E38-25A622DD5F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0" name="直線コネクタ 123779">
                      <a:extLst>
                        <a:ext uri="{FF2B5EF4-FFF2-40B4-BE49-F238E27FC236}">
                          <a16:creationId xmlns:a16="http://schemas.microsoft.com/office/drawing/2014/main" id="{ADF1045E-EE59-4E49-B7E2-8713636169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81" name="直線コネクタ 123780">
                      <a:extLst>
                        <a:ext uri="{FF2B5EF4-FFF2-40B4-BE49-F238E27FC236}">
                          <a16:creationId xmlns:a16="http://schemas.microsoft.com/office/drawing/2014/main" id="{4C71647E-6C99-4EA9-AE48-E9EF841C88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722" name="グループ化 123721">
                    <a:extLst>
                      <a:ext uri="{FF2B5EF4-FFF2-40B4-BE49-F238E27FC236}">
                        <a16:creationId xmlns:a16="http://schemas.microsoft.com/office/drawing/2014/main" id="{F6A9AB50-2C6E-4722-B94F-891FC91A6B79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3766" name="直線コネクタ 123765">
                      <a:extLst>
                        <a:ext uri="{FF2B5EF4-FFF2-40B4-BE49-F238E27FC236}">
                          <a16:creationId xmlns:a16="http://schemas.microsoft.com/office/drawing/2014/main" id="{F2E3275B-92ED-4ACC-AAF4-E6B49C9321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7" name="直線コネクタ 123766">
                      <a:extLst>
                        <a:ext uri="{FF2B5EF4-FFF2-40B4-BE49-F238E27FC236}">
                          <a16:creationId xmlns:a16="http://schemas.microsoft.com/office/drawing/2014/main" id="{0110DE34-784B-43BF-8C9C-082F0DC8CB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8" name="直線コネクタ 123767">
                      <a:extLst>
                        <a:ext uri="{FF2B5EF4-FFF2-40B4-BE49-F238E27FC236}">
                          <a16:creationId xmlns:a16="http://schemas.microsoft.com/office/drawing/2014/main" id="{740A9A83-DEF9-4BBE-AFC6-FB75E5CBB7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9" name="直線コネクタ 123768">
                      <a:extLst>
                        <a:ext uri="{FF2B5EF4-FFF2-40B4-BE49-F238E27FC236}">
                          <a16:creationId xmlns:a16="http://schemas.microsoft.com/office/drawing/2014/main" id="{6975EEDA-7B73-4D88-8A87-7DB04CA21C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0" name="直線コネクタ 123769">
                      <a:extLst>
                        <a:ext uri="{FF2B5EF4-FFF2-40B4-BE49-F238E27FC236}">
                          <a16:creationId xmlns:a16="http://schemas.microsoft.com/office/drawing/2014/main" id="{E6F1E2A8-2355-42B7-AE2F-891812E252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1" name="直線コネクタ 123770">
                      <a:extLst>
                        <a:ext uri="{FF2B5EF4-FFF2-40B4-BE49-F238E27FC236}">
                          <a16:creationId xmlns:a16="http://schemas.microsoft.com/office/drawing/2014/main" id="{50F3263B-DE67-45DB-9DB5-B35D7D5D87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2" name="直線コネクタ 123771">
                      <a:extLst>
                        <a:ext uri="{FF2B5EF4-FFF2-40B4-BE49-F238E27FC236}">
                          <a16:creationId xmlns:a16="http://schemas.microsoft.com/office/drawing/2014/main" id="{AB26C1A4-CDEC-48E6-8FCB-9B82845C11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73" name="直線コネクタ 123772">
                      <a:extLst>
                        <a:ext uri="{FF2B5EF4-FFF2-40B4-BE49-F238E27FC236}">
                          <a16:creationId xmlns:a16="http://schemas.microsoft.com/office/drawing/2014/main" id="{BFA4EC4D-55AD-4846-9A39-64966AC75D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723" name="グループ化 123722">
                    <a:extLst>
                      <a:ext uri="{FF2B5EF4-FFF2-40B4-BE49-F238E27FC236}">
                        <a16:creationId xmlns:a16="http://schemas.microsoft.com/office/drawing/2014/main" id="{150FFF5B-0574-4360-B9B0-FD96939AA871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3724" name="直線コネクタ 123723">
                      <a:extLst>
                        <a:ext uri="{FF2B5EF4-FFF2-40B4-BE49-F238E27FC236}">
                          <a16:creationId xmlns:a16="http://schemas.microsoft.com/office/drawing/2014/main" id="{0E6A1B49-1061-4A72-A470-C3E69C703F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25" name="直線コネクタ 123724">
                      <a:extLst>
                        <a:ext uri="{FF2B5EF4-FFF2-40B4-BE49-F238E27FC236}">
                          <a16:creationId xmlns:a16="http://schemas.microsoft.com/office/drawing/2014/main" id="{B9882410-A829-455E-AE9D-51656F74EC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26" name="直線コネクタ 123725">
                      <a:extLst>
                        <a:ext uri="{FF2B5EF4-FFF2-40B4-BE49-F238E27FC236}">
                          <a16:creationId xmlns:a16="http://schemas.microsoft.com/office/drawing/2014/main" id="{6D5DEB0A-14C1-44EA-BAA5-502FD16C98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27" name="直線コネクタ 123726">
                      <a:extLst>
                        <a:ext uri="{FF2B5EF4-FFF2-40B4-BE49-F238E27FC236}">
                          <a16:creationId xmlns:a16="http://schemas.microsoft.com/office/drawing/2014/main" id="{759243AD-B207-4AC2-92DF-D3359E7D41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28" name="直線コネクタ 123727">
                      <a:extLst>
                        <a:ext uri="{FF2B5EF4-FFF2-40B4-BE49-F238E27FC236}">
                          <a16:creationId xmlns:a16="http://schemas.microsoft.com/office/drawing/2014/main" id="{32FE020D-0438-4E10-94D3-DD519F65D1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29" name="直線コネクタ 123728">
                      <a:extLst>
                        <a:ext uri="{FF2B5EF4-FFF2-40B4-BE49-F238E27FC236}">
                          <a16:creationId xmlns:a16="http://schemas.microsoft.com/office/drawing/2014/main" id="{F81A97C1-9D4A-4528-8F95-A2E6212115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0" name="直線コネクタ 123729">
                      <a:extLst>
                        <a:ext uri="{FF2B5EF4-FFF2-40B4-BE49-F238E27FC236}">
                          <a16:creationId xmlns:a16="http://schemas.microsoft.com/office/drawing/2014/main" id="{D057B122-77B6-43FC-B535-F9648C48F9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1" name="直線コネクタ 123730">
                      <a:extLst>
                        <a:ext uri="{FF2B5EF4-FFF2-40B4-BE49-F238E27FC236}">
                          <a16:creationId xmlns:a16="http://schemas.microsoft.com/office/drawing/2014/main" id="{D9414D39-B348-49A1-9A9A-B205A57F0D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2" name="直線コネクタ 123731">
                      <a:extLst>
                        <a:ext uri="{FF2B5EF4-FFF2-40B4-BE49-F238E27FC236}">
                          <a16:creationId xmlns:a16="http://schemas.microsoft.com/office/drawing/2014/main" id="{48414E77-4BCE-442A-95B7-4EE54129BD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3" name="直線コネクタ 123732">
                      <a:extLst>
                        <a:ext uri="{FF2B5EF4-FFF2-40B4-BE49-F238E27FC236}">
                          <a16:creationId xmlns:a16="http://schemas.microsoft.com/office/drawing/2014/main" id="{3189BFD5-589B-409A-9079-3A9E776D17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4" name="直線コネクタ 123733">
                      <a:extLst>
                        <a:ext uri="{FF2B5EF4-FFF2-40B4-BE49-F238E27FC236}">
                          <a16:creationId xmlns:a16="http://schemas.microsoft.com/office/drawing/2014/main" id="{8E8F35FE-9E98-4109-A072-E83BCEE160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5" name="直線コネクタ 123734">
                      <a:extLst>
                        <a:ext uri="{FF2B5EF4-FFF2-40B4-BE49-F238E27FC236}">
                          <a16:creationId xmlns:a16="http://schemas.microsoft.com/office/drawing/2014/main" id="{4CFAD903-5B11-4E6D-A0ED-191E88787C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6" name="直線コネクタ 123735">
                      <a:extLst>
                        <a:ext uri="{FF2B5EF4-FFF2-40B4-BE49-F238E27FC236}">
                          <a16:creationId xmlns:a16="http://schemas.microsoft.com/office/drawing/2014/main" id="{7803B6A3-2E00-4956-9D88-090971B702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7" name="直線コネクタ 123736">
                      <a:extLst>
                        <a:ext uri="{FF2B5EF4-FFF2-40B4-BE49-F238E27FC236}">
                          <a16:creationId xmlns:a16="http://schemas.microsoft.com/office/drawing/2014/main" id="{71103E8C-FAB7-43A7-832C-B4388C965F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8" name="直線コネクタ 123737">
                      <a:extLst>
                        <a:ext uri="{FF2B5EF4-FFF2-40B4-BE49-F238E27FC236}">
                          <a16:creationId xmlns:a16="http://schemas.microsoft.com/office/drawing/2014/main" id="{4C419956-215D-421C-B491-847A84FA28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39" name="直線コネクタ 123738">
                      <a:extLst>
                        <a:ext uri="{FF2B5EF4-FFF2-40B4-BE49-F238E27FC236}">
                          <a16:creationId xmlns:a16="http://schemas.microsoft.com/office/drawing/2014/main" id="{981E7FAF-E620-48F5-8B0B-1F1B279546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0" name="直線コネクタ 123739">
                      <a:extLst>
                        <a:ext uri="{FF2B5EF4-FFF2-40B4-BE49-F238E27FC236}">
                          <a16:creationId xmlns:a16="http://schemas.microsoft.com/office/drawing/2014/main" id="{858FE78F-14BC-403B-9107-D9A9B2F70E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1" name="直線コネクタ 123740">
                      <a:extLst>
                        <a:ext uri="{FF2B5EF4-FFF2-40B4-BE49-F238E27FC236}">
                          <a16:creationId xmlns:a16="http://schemas.microsoft.com/office/drawing/2014/main" id="{85A1EA33-73B4-41A1-AFD8-9D70A5155B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2" name="直線コネクタ 123741">
                      <a:extLst>
                        <a:ext uri="{FF2B5EF4-FFF2-40B4-BE49-F238E27FC236}">
                          <a16:creationId xmlns:a16="http://schemas.microsoft.com/office/drawing/2014/main" id="{CA3D5185-C8D2-420F-8A7C-EC96995EEA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3" name="直線コネクタ 123742">
                      <a:extLst>
                        <a:ext uri="{FF2B5EF4-FFF2-40B4-BE49-F238E27FC236}">
                          <a16:creationId xmlns:a16="http://schemas.microsoft.com/office/drawing/2014/main" id="{C35B2690-C8CA-42C1-8476-507557488E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4" name="直線コネクタ 123743">
                      <a:extLst>
                        <a:ext uri="{FF2B5EF4-FFF2-40B4-BE49-F238E27FC236}">
                          <a16:creationId xmlns:a16="http://schemas.microsoft.com/office/drawing/2014/main" id="{2FF761AD-C2EF-4375-9922-F9C4BFCA5A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5" name="直線コネクタ 123744">
                      <a:extLst>
                        <a:ext uri="{FF2B5EF4-FFF2-40B4-BE49-F238E27FC236}">
                          <a16:creationId xmlns:a16="http://schemas.microsoft.com/office/drawing/2014/main" id="{44EF37F0-CF32-4EBA-804A-416DD2A51B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6" name="直線コネクタ 123745">
                      <a:extLst>
                        <a:ext uri="{FF2B5EF4-FFF2-40B4-BE49-F238E27FC236}">
                          <a16:creationId xmlns:a16="http://schemas.microsoft.com/office/drawing/2014/main" id="{8E1A2242-1BBF-42E7-B2D7-FD6F917828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7" name="直線コネクタ 123746">
                      <a:extLst>
                        <a:ext uri="{FF2B5EF4-FFF2-40B4-BE49-F238E27FC236}">
                          <a16:creationId xmlns:a16="http://schemas.microsoft.com/office/drawing/2014/main" id="{F1C200EC-CCF0-4658-A06E-AD77F4B365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8" name="直線コネクタ 123747">
                      <a:extLst>
                        <a:ext uri="{FF2B5EF4-FFF2-40B4-BE49-F238E27FC236}">
                          <a16:creationId xmlns:a16="http://schemas.microsoft.com/office/drawing/2014/main" id="{F04C4F1D-5118-462D-ACCF-3EAEE90133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49" name="直線コネクタ 123748">
                      <a:extLst>
                        <a:ext uri="{FF2B5EF4-FFF2-40B4-BE49-F238E27FC236}">
                          <a16:creationId xmlns:a16="http://schemas.microsoft.com/office/drawing/2014/main" id="{F2A6498E-42CB-40C4-AC28-5F35381B59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0" name="直線コネクタ 123749">
                      <a:extLst>
                        <a:ext uri="{FF2B5EF4-FFF2-40B4-BE49-F238E27FC236}">
                          <a16:creationId xmlns:a16="http://schemas.microsoft.com/office/drawing/2014/main" id="{6440C8B7-FD1D-4383-9493-0C43E73C00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1" name="直線コネクタ 123750">
                      <a:extLst>
                        <a:ext uri="{FF2B5EF4-FFF2-40B4-BE49-F238E27FC236}">
                          <a16:creationId xmlns:a16="http://schemas.microsoft.com/office/drawing/2014/main" id="{71AF1CEC-2303-4695-BFFA-1873604431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2" name="直線コネクタ 123751">
                      <a:extLst>
                        <a:ext uri="{FF2B5EF4-FFF2-40B4-BE49-F238E27FC236}">
                          <a16:creationId xmlns:a16="http://schemas.microsoft.com/office/drawing/2014/main" id="{E3D36AF4-43FF-45D9-85D7-43AF6406B1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3" name="直線コネクタ 123752">
                      <a:extLst>
                        <a:ext uri="{FF2B5EF4-FFF2-40B4-BE49-F238E27FC236}">
                          <a16:creationId xmlns:a16="http://schemas.microsoft.com/office/drawing/2014/main" id="{23738713-9DBE-48F7-A493-F791238D78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4" name="直線コネクタ 123753">
                      <a:extLst>
                        <a:ext uri="{FF2B5EF4-FFF2-40B4-BE49-F238E27FC236}">
                          <a16:creationId xmlns:a16="http://schemas.microsoft.com/office/drawing/2014/main" id="{59EF1294-7A92-4033-AED6-172BCFA1DD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5" name="直線コネクタ 123754">
                      <a:extLst>
                        <a:ext uri="{FF2B5EF4-FFF2-40B4-BE49-F238E27FC236}">
                          <a16:creationId xmlns:a16="http://schemas.microsoft.com/office/drawing/2014/main" id="{F8BC09BA-7892-4483-97F3-8C5021A699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6" name="直線コネクタ 123755">
                      <a:extLst>
                        <a:ext uri="{FF2B5EF4-FFF2-40B4-BE49-F238E27FC236}">
                          <a16:creationId xmlns:a16="http://schemas.microsoft.com/office/drawing/2014/main" id="{1C01F103-55DA-427D-B7F8-0E904B1223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7" name="直線コネクタ 123756">
                      <a:extLst>
                        <a:ext uri="{FF2B5EF4-FFF2-40B4-BE49-F238E27FC236}">
                          <a16:creationId xmlns:a16="http://schemas.microsoft.com/office/drawing/2014/main" id="{310A4FA8-3D80-41EC-AE98-5C45A763C9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8" name="直線コネクタ 123757">
                      <a:extLst>
                        <a:ext uri="{FF2B5EF4-FFF2-40B4-BE49-F238E27FC236}">
                          <a16:creationId xmlns:a16="http://schemas.microsoft.com/office/drawing/2014/main" id="{7631B4F4-38F3-47F7-AD14-A7E7199425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59" name="直線コネクタ 123758">
                      <a:extLst>
                        <a:ext uri="{FF2B5EF4-FFF2-40B4-BE49-F238E27FC236}">
                          <a16:creationId xmlns:a16="http://schemas.microsoft.com/office/drawing/2014/main" id="{901143C2-C0A7-453A-B256-5BC9901968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0" name="直線コネクタ 123759">
                      <a:extLst>
                        <a:ext uri="{FF2B5EF4-FFF2-40B4-BE49-F238E27FC236}">
                          <a16:creationId xmlns:a16="http://schemas.microsoft.com/office/drawing/2014/main" id="{9D555D3E-C1FC-4CA5-82B6-C7844BD640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1" name="直線コネクタ 123760">
                      <a:extLst>
                        <a:ext uri="{FF2B5EF4-FFF2-40B4-BE49-F238E27FC236}">
                          <a16:creationId xmlns:a16="http://schemas.microsoft.com/office/drawing/2014/main" id="{BB5DE4FB-8D2C-45A0-AAFA-853390DE57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2" name="直線コネクタ 123761">
                      <a:extLst>
                        <a:ext uri="{FF2B5EF4-FFF2-40B4-BE49-F238E27FC236}">
                          <a16:creationId xmlns:a16="http://schemas.microsoft.com/office/drawing/2014/main" id="{6E0452C2-64AB-4E31-A1FE-7B1B057E07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3" name="直線コネクタ 123762">
                      <a:extLst>
                        <a:ext uri="{FF2B5EF4-FFF2-40B4-BE49-F238E27FC236}">
                          <a16:creationId xmlns:a16="http://schemas.microsoft.com/office/drawing/2014/main" id="{14EE7D7C-A598-4691-97D0-140D73D550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4" name="直線コネクタ 123763">
                      <a:extLst>
                        <a:ext uri="{FF2B5EF4-FFF2-40B4-BE49-F238E27FC236}">
                          <a16:creationId xmlns:a16="http://schemas.microsoft.com/office/drawing/2014/main" id="{5358A20D-0756-4D3F-96A0-ABAC997683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765" name="直線コネクタ 123764">
                      <a:extLst>
                        <a:ext uri="{FF2B5EF4-FFF2-40B4-BE49-F238E27FC236}">
                          <a16:creationId xmlns:a16="http://schemas.microsoft.com/office/drawing/2014/main" id="{78D8687E-3A89-4F01-B8FD-AF3059F4E8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23164" name="グループ化 123163">
                  <a:extLst>
                    <a:ext uri="{FF2B5EF4-FFF2-40B4-BE49-F238E27FC236}">
                      <a16:creationId xmlns:a16="http://schemas.microsoft.com/office/drawing/2014/main" id="{2B9502E9-7268-43CB-BB82-BE7DFB7F7AB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94485" y="5394481"/>
                  <a:ext cx="10793" cy="10800"/>
                  <a:chOff x="4287481" y="4286224"/>
                  <a:chExt cx="2227978" cy="2229219"/>
                </a:xfrm>
              </p:grpSpPr>
              <p:cxnSp>
                <p:nvCxnSpPr>
                  <p:cNvPr id="123165" name="直線コネクタ 123164">
                    <a:extLst>
                      <a:ext uri="{FF2B5EF4-FFF2-40B4-BE49-F238E27FC236}">
                        <a16:creationId xmlns:a16="http://schemas.microsoft.com/office/drawing/2014/main" id="{417D155C-9C3B-42C3-A485-C7B046F320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66" name="直線コネクタ 123165">
                    <a:extLst>
                      <a:ext uri="{FF2B5EF4-FFF2-40B4-BE49-F238E27FC236}">
                        <a16:creationId xmlns:a16="http://schemas.microsoft.com/office/drawing/2014/main" id="{07328D67-973F-4678-A147-5139E57C80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67" name="直線コネクタ 123166">
                    <a:extLst>
                      <a:ext uri="{FF2B5EF4-FFF2-40B4-BE49-F238E27FC236}">
                        <a16:creationId xmlns:a16="http://schemas.microsoft.com/office/drawing/2014/main" id="{9DCA7A60-12F7-4DA2-B6EA-3A1C67BDD3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68" name="直線コネクタ 123167">
                    <a:extLst>
                      <a:ext uri="{FF2B5EF4-FFF2-40B4-BE49-F238E27FC236}">
                        <a16:creationId xmlns:a16="http://schemas.microsoft.com/office/drawing/2014/main" id="{F698288B-E8F9-4679-921D-19E640623C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69" name="直線コネクタ 123168">
                    <a:extLst>
                      <a:ext uri="{FF2B5EF4-FFF2-40B4-BE49-F238E27FC236}">
                        <a16:creationId xmlns:a16="http://schemas.microsoft.com/office/drawing/2014/main" id="{8B9D011F-6FD7-40C1-B218-4D36A5C9FA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0" name="直線コネクタ 123169">
                    <a:extLst>
                      <a:ext uri="{FF2B5EF4-FFF2-40B4-BE49-F238E27FC236}">
                        <a16:creationId xmlns:a16="http://schemas.microsoft.com/office/drawing/2014/main" id="{7F87AD96-8E40-4F1F-8807-E5D5B1F8A7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1" name="直線コネクタ 123170">
                    <a:extLst>
                      <a:ext uri="{FF2B5EF4-FFF2-40B4-BE49-F238E27FC236}">
                        <a16:creationId xmlns:a16="http://schemas.microsoft.com/office/drawing/2014/main" id="{5FF7BB36-2C01-401B-B9AE-6C4E1439BD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2" name="直線コネクタ 123171">
                    <a:extLst>
                      <a:ext uri="{FF2B5EF4-FFF2-40B4-BE49-F238E27FC236}">
                        <a16:creationId xmlns:a16="http://schemas.microsoft.com/office/drawing/2014/main" id="{310B4712-5DA0-4C0B-A3A2-D3E70240BA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3" name="直線コネクタ 123172">
                    <a:extLst>
                      <a:ext uri="{FF2B5EF4-FFF2-40B4-BE49-F238E27FC236}">
                        <a16:creationId xmlns:a16="http://schemas.microsoft.com/office/drawing/2014/main" id="{0A71D0A3-61D2-4EBA-BEC4-F886C7DAC4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4" name="直線コネクタ 123173">
                    <a:extLst>
                      <a:ext uri="{FF2B5EF4-FFF2-40B4-BE49-F238E27FC236}">
                        <a16:creationId xmlns:a16="http://schemas.microsoft.com/office/drawing/2014/main" id="{A1518604-6F89-4E8B-92BD-66046C6664E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5" name="直線コネクタ 123174">
                    <a:extLst>
                      <a:ext uri="{FF2B5EF4-FFF2-40B4-BE49-F238E27FC236}">
                        <a16:creationId xmlns:a16="http://schemas.microsoft.com/office/drawing/2014/main" id="{8AFD8E49-042A-4561-BECF-F3E460942E1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6" name="直線コネクタ 123175">
                    <a:extLst>
                      <a:ext uri="{FF2B5EF4-FFF2-40B4-BE49-F238E27FC236}">
                        <a16:creationId xmlns:a16="http://schemas.microsoft.com/office/drawing/2014/main" id="{1DA4075C-2645-4ED1-8FED-9650CE6064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7" name="直線コネクタ 123176">
                    <a:extLst>
                      <a:ext uri="{FF2B5EF4-FFF2-40B4-BE49-F238E27FC236}">
                        <a16:creationId xmlns:a16="http://schemas.microsoft.com/office/drawing/2014/main" id="{192C9CB3-101C-4CD8-9F33-93E3606576F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8" name="直線コネクタ 123177">
                    <a:extLst>
                      <a:ext uri="{FF2B5EF4-FFF2-40B4-BE49-F238E27FC236}">
                        <a16:creationId xmlns:a16="http://schemas.microsoft.com/office/drawing/2014/main" id="{8E1EE7C5-F265-4057-B473-7E3A4E9D2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79" name="直線コネクタ 123178">
                    <a:extLst>
                      <a:ext uri="{FF2B5EF4-FFF2-40B4-BE49-F238E27FC236}">
                        <a16:creationId xmlns:a16="http://schemas.microsoft.com/office/drawing/2014/main" id="{1FC05CDF-6835-4A87-837A-ECA29234A2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0" name="直線コネクタ 123179">
                    <a:extLst>
                      <a:ext uri="{FF2B5EF4-FFF2-40B4-BE49-F238E27FC236}">
                        <a16:creationId xmlns:a16="http://schemas.microsoft.com/office/drawing/2014/main" id="{D1D867D0-DB57-45D0-AC95-2C4D139108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1" name="直線コネクタ 123180">
                    <a:extLst>
                      <a:ext uri="{FF2B5EF4-FFF2-40B4-BE49-F238E27FC236}">
                        <a16:creationId xmlns:a16="http://schemas.microsoft.com/office/drawing/2014/main" id="{F6E947C8-FA46-49A9-8791-7B1A71AF58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2" name="直線コネクタ 123181">
                    <a:extLst>
                      <a:ext uri="{FF2B5EF4-FFF2-40B4-BE49-F238E27FC236}">
                        <a16:creationId xmlns:a16="http://schemas.microsoft.com/office/drawing/2014/main" id="{5775A5C1-5FB8-4CCA-A434-3D0132B691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3" name="直線コネクタ 123182">
                    <a:extLst>
                      <a:ext uri="{FF2B5EF4-FFF2-40B4-BE49-F238E27FC236}">
                        <a16:creationId xmlns:a16="http://schemas.microsoft.com/office/drawing/2014/main" id="{17EE18C3-9252-4AC2-BA5D-8E7742013F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4" name="直線コネクタ 123183">
                    <a:extLst>
                      <a:ext uri="{FF2B5EF4-FFF2-40B4-BE49-F238E27FC236}">
                        <a16:creationId xmlns:a16="http://schemas.microsoft.com/office/drawing/2014/main" id="{BF8256C1-F842-4DDD-8613-8F0AD817C4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5" name="直線コネクタ 123184">
                    <a:extLst>
                      <a:ext uri="{FF2B5EF4-FFF2-40B4-BE49-F238E27FC236}">
                        <a16:creationId xmlns:a16="http://schemas.microsoft.com/office/drawing/2014/main" id="{3B34B216-37BC-4B04-A7FF-C2B05E0380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6" name="直線コネクタ 123185">
                    <a:extLst>
                      <a:ext uri="{FF2B5EF4-FFF2-40B4-BE49-F238E27FC236}">
                        <a16:creationId xmlns:a16="http://schemas.microsoft.com/office/drawing/2014/main" id="{C4C0CE39-92EA-4A55-BA4A-767AF5DB22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7" name="直線コネクタ 123186">
                    <a:extLst>
                      <a:ext uri="{FF2B5EF4-FFF2-40B4-BE49-F238E27FC236}">
                        <a16:creationId xmlns:a16="http://schemas.microsoft.com/office/drawing/2014/main" id="{BB26407F-9015-487B-9DF6-208A3AB456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8" name="直線コネクタ 123187">
                    <a:extLst>
                      <a:ext uri="{FF2B5EF4-FFF2-40B4-BE49-F238E27FC236}">
                        <a16:creationId xmlns:a16="http://schemas.microsoft.com/office/drawing/2014/main" id="{88B68FB3-302A-4125-AE8E-38AD6774EB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89" name="直線コネクタ 123188">
                    <a:extLst>
                      <a:ext uri="{FF2B5EF4-FFF2-40B4-BE49-F238E27FC236}">
                        <a16:creationId xmlns:a16="http://schemas.microsoft.com/office/drawing/2014/main" id="{511CB82B-3A60-4924-B761-9EF71B2D18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0" name="直線コネクタ 123189">
                    <a:extLst>
                      <a:ext uri="{FF2B5EF4-FFF2-40B4-BE49-F238E27FC236}">
                        <a16:creationId xmlns:a16="http://schemas.microsoft.com/office/drawing/2014/main" id="{D033A36F-2307-49BB-B375-AE9605ABEE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1" name="直線コネクタ 123190">
                    <a:extLst>
                      <a:ext uri="{FF2B5EF4-FFF2-40B4-BE49-F238E27FC236}">
                        <a16:creationId xmlns:a16="http://schemas.microsoft.com/office/drawing/2014/main" id="{944C9ED2-C3CC-49F4-8EF8-C5AF866435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2" name="直線コネクタ 123191">
                    <a:extLst>
                      <a:ext uri="{FF2B5EF4-FFF2-40B4-BE49-F238E27FC236}">
                        <a16:creationId xmlns:a16="http://schemas.microsoft.com/office/drawing/2014/main" id="{14E1E17D-74B2-40B9-A459-8FAC9F7288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3" name="直線コネクタ 123192">
                    <a:extLst>
                      <a:ext uri="{FF2B5EF4-FFF2-40B4-BE49-F238E27FC236}">
                        <a16:creationId xmlns:a16="http://schemas.microsoft.com/office/drawing/2014/main" id="{6AEF487E-500E-40FC-B326-8BCDFF467B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4" name="直線コネクタ 123193">
                    <a:extLst>
                      <a:ext uri="{FF2B5EF4-FFF2-40B4-BE49-F238E27FC236}">
                        <a16:creationId xmlns:a16="http://schemas.microsoft.com/office/drawing/2014/main" id="{9704E88D-BCC1-41C9-9AF9-D7A8DD1759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5" name="直線コネクタ 123194">
                    <a:extLst>
                      <a:ext uri="{FF2B5EF4-FFF2-40B4-BE49-F238E27FC236}">
                        <a16:creationId xmlns:a16="http://schemas.microsoft.com/office/drawing/2014/main" id="{6FF2ED39-F3C1-4599-AE0D-CA4EAAA9EA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6" name="直線コネクタ 123195">
                    <a:extLst>
                      <a:ext uri="{FF2B5EF4-FFF2-40B4-BE49-F238E27FC236}">
                        <a16:creationId xmlns:a16="http://schemas.microsoft.com/office/drawing/2014/main" id="{ED88D202-FD72-41C7-9168-BE8921E5F8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7" name="直線コネクタ 123196">
                    <a:extLst>
                      <a:ext uri="{FF2B5EF4-FFF2-40B4-BE49-F238E27FC236}">
                        <a16:creationId xmlns:a16="http://schemas.microsoft.com/office/drawing/2014/main" id="{60956811-E652-4851-BACE-CE39876500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8" name="直線コネクタ 123197">
                    <a:extLst>
                      <a:ext uri="{FF2B5EF4-FFF2-40B4-BE49-F238E27FC236}">
                        <a16:creationId xmlns:a16="http://schemas.microsoft.com/office/drawing/2014/main" id="{887FF977-2F0F-419D-B789-DC91421E55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99" name="直線コネクタ 123198">
                    <a:extLst>
                      <a:ext uri="{FF2B5EF4-FFF2-40B4-BE49-F238E27FC236}">
                        <a16:creationId xmlns:a16="http://schemas.microsoft.com/office/drawing/2014/main" id="{205A9EEB-94E6-476C-93CB-97CFF6A07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0" name="直線コネクタ 123199">
                    <a:extLst>
                      <a:ext uri="{FF2B5EF4-FFF2-40B4-BE49-F238E27FC236}">
                        <a16:creationId xmlns:a16="http://schemas.microsoft.com/office/drawing/2014/main" id="{3497AFEA-C445-49CA-85C6-3AC7083A72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1" name="直線コネクタ 123200">
                    <a:extLst>
                      <a:ext uri="{FF2B5EF4-FFF2-40B4-BE49-F238E27FC236}">
                        <a16:creationId xmlns:a16="http://schemas.microsoft.com/office/drawing/2014/main" id="{E394A07F-648E-408E-A97F-62C68429D6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2" name="直線コネクタ 123201">
                    <a:extLst>
                      <a:ext uri="{FF2B5EF4-FFF2-40B4-BE49-F238E27FC236}">
                        <a16:creationId xmlns:a16="http://schemas.microsoft.com/office/drawing/2014/main" id="{13513859-3425-4207-808C-3B93C1AE1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3" name="直線コネクタ 123202">
                    <a:extLst>
                      <a:ext uri="{FF2B5EF4-FFF2-40B4-BE49-F238E27FC236}">
                        <a16:creationId xmlns:a16="http://schemas.microsoft.com/office/drawing/2014/main" id="{4B4E8872-684A-46FD-9422-A16C759425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4" name="直線コネクタ 123203">
                    <a:extLst>
                      <a:ext uri="{FF2B5EF4-FFF2-40B4-BE49-F238E27FC236}">
                        <a16:creationId xmlns:a16="http://schemas.microsoft.com/office/drawing/2014/main" id="{F064CF31-1EA2-4A3E-8CB8-6211EDAC49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5" name="直線コネクタ 123204">
                    <a:extLst>
                      <a:ext uri="{FF2B5EF4-FFF2-40B4-BE49-F238E27FC236}">
                        <a16:creationId xmlns:a16="http://schemas.microsoft.com/office/drawing/2014/main" id="{120540AF-DB7A-4D93-B1F7-D6442D2CFF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6" name="直線コネクタ 123205">
                    <a:extLst>
                      <a:ext uri="{FF2B5EF4-FFF2-40B4-BE49-F238E27FC236}">
                        <a16:creationId xmlns:a16="http://schemas.microsoft.com/office/drawing/2014/main" id="{4D4D912D-5B41-4E7C-AC89-326374B9AA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7" name="直線コネクタ 123206">
                    <a:extLst>
                      <a:ext uri="{FF2B5EF4-FFF2-40B4-BE49-F238E27FC236}">
                        <a16:creationId xmlns:a16="http://schemas.microsoft.com/office/drawing/2014/main" id="{AB1B5B30-70D7-4D68-BA96-496B20DA08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8" name="直線コネクタ 123207">
                    <a:extLst>
                      <a:ext uri="{FF2B5EF4-FFF2-40B4-BE49-F238E27FC236}">
                        <a16:creationId xmlns:a16="http://schemas.microsoft.com/office/drawing/2014/main" id="{028A8478-94D9-45F6-87A5-20F4620A27E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09" name="直線コネクタ 123208">
                    <a:extLst>
                      <a:ext uri="{FF2B5EF4-FFF2-40B4-BE49-F238E27FC236}">
                        <a16:creationId xmlns:a16="http://schemas.microsoft.com/office/drawing/2014/main" id="{1F0D0D44-D39D-4215-BEE8-26BABE76102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0" name="直線コネクタ 123209">
                    <a:extLst>
                      <a:ext uri="{FF2B5EF4-FFF2-40B4-BE49-F238E27FC236}">
                        <a16:creationId xmlns:a16="http://schemas.microsoft.com/office/drawing/2014/main" id="{D4308634-2B23-498F-91E4-EB63DDA0F35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1" name="直線コネクタ 123210">
                    <a:extLst>
                      <a:ext uri="{FF2B5EF4-FFF2-40B4-BE49-F238E27FC236}">
                        <a16:creationId xmlns:a16="http://schemas.microsoft.com/office/drawing/2014/main" id="{D1F60729-BB61-4AC1-911A-CBF5C0398E6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2" name="直線コネクタ 123211">
                    <a:extLst>
                      <a:ext uri="{FF2B5EF4-FFF2-40B4-BE49-F238E27FC236}">
                        <a16:creationId xmlns:a16="http://schemas.microsoft.com/office/drawing/2014/main" id="{DB939986-E991-4E27-80E6-D226E925714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3" name="直線コネクタ 123212">
                    <a:extLst>
                      <a:ext uri="{FF2B5EF4-FFF2-40B4-BE49-F238E27FC236}">
                        <a16:creationId xmlns:a16="http://schemas.microsoft.com/office/drawing/2014/main" id="{5A2C89D4-1890-4AE3-BD98-CE8129E9059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4" name="直線コネクタ 123213">
                    <a:extLst>
                      <a:ext uri="{FF2B5EF4-FFF2-40B4-BE49-F238E27FC236}">
                        <a16:creationId xmlns:a16="http://schemas.microsoft.com/office/drawing/2014/main" id="{D5B93A31-95BF-4FCB-B7E8-C4EF16D22E0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5" name="直線コネクタ 123214">
                    <a:extLst>
                      <a:ext uri="{FF2B5EF4-FFF2-40B4-BE49-F238E27FC236}">
                        <a16:creationId xmlns:a16="http://schemas.microsoft.com/office/drawing/2014/main" id="{AB485B9A-E83B-4044-808D-75CDE4AB6E0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6" name="直線コネクタ 123215">
                    <a:extLst>
                      <a:ext uri="{FF2B5EF4-FFF2-40B4-BE49-F238E27FC236}">
                        <a16:creationId xmlns:a16="http://schemas.microsoft.com/office/drawing/2014/main" id="{619D41DD-C0C7-45F0-AFE8-855F0CA8E5D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7" name="直線コネクタ 123216">
                    <a:extLst>
                      <a:ext uri="{FF2B5EF4-FFF2-40B4-BE49-F238E27FC236}">
                        <a16:creationId xmlns:a16="http://schemas.microsoft.com/office/drawing/2014/main" id="{DED60707-2630-425C-9AB0-56490A5FFEE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8" name="直線コネクタ 123217">
                    <a:extLst>
                      <a:ext uri="{FF2B5EF4-FFF2-40B4-BE49-F238E27FC236}">
                        <a16:creationId xmlns:a16="http://schemas.microsoft.com/office/drawing/2014/main" id="{2E914D61-3DF3-420F-B323-88DFE50FAC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19" name="直線コネクタ 123218">
                    <a:extLst>
                      <a:ext uri="{FF2B5EF4-FFF2-40B4-BE49-F238E27FC236}">
                        <a16:creationId xmlns:a16="http://schemas.microsoft.com/office/drawing/2014/main" id="{4510F10A-F88C-4348-A764-12B86F4967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0" name="直線コネクタ 123219">
                    <a:extLst>
                      <a:ext uri="{FF2B5EF4-FFF2-40B4-BE49-F238E27FC236}">
                        <a16:creationId xmlns:a16="http://schemas.microsoft.com/office/drawing/2014/main" id="{A449B47B-A0C9-4FFD-A7B5-358FB3E062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1" name="直線コネクタ 123220">
                    <a:extLst>
                      <a:ext uri="{FF2B5EF4-FFF2-40B4-BE49-F238E27FC236}">
                        <a16:creationId xmlns:a16="http://schemas.microsoft.com/office/drawing/2014/main" id="{476FDDE2-5B00-4BE1-9B1F-1E3A83D596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2" name="直線コネクタ 123221">
                    <a:extLst>
                      <a:ext uri="{FF2B5EF4-FFF2-40B4-BE49-F238E27FC236}">
                        <a16:creationId xmlns:a16="http://schemas.microsoft.com/office/drawing/2014/main" id="{6E4A03B3-CFE9-4A15-860F-8D893F00E8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3" name="直線コネクタ 123222">
                    <a:extLst>
                      <a:ext uri="{FF2B5EF4-FFF2-40B4-BE49-F238E27FC236}">
                        <a16:creationId xmlns:a16="http://schemas.microsoft.com/office/drawing/2014/main" id="{FD70708D-5608-4851-912B-340ED2AB26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4" name="直線コネクタ 123223">
                    <a:extLst>
                      <a:ext uri="{FF2B5EF4-FFF2-40B4-BE49-F238E27FC236}">
                        <a16:creationId xmlns:a16="http://schemas.microsoft.com/office/drawing/2014/main" id="{F2081A76-0081-4C59-944D-72849C32FA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5" name="直線コネクタ 123224">
                    <a:extLst>
                      <a:ext uri="{FF2B5EF4-FFF2-40B4-BE49-F238E27FC236}">
                        <a16:creationId xmlns:a16="http://schemas.microsoft.com/office/drawing/2014/main" id="{C2111299-4780-4E24-9AE0-D40A5F57A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6" name="直線コネクタ 123225">
                    <a:extLst>
                      <a:ext uri="{FF2B5EF4-FFF2-40B4-BE49-F238E27FC236}">
                        <a16:creationId xmlns:a16="http://schemas.microsoft.com/office/drawing/2014/main" id="{7170ED34-75F4-41BE-B507-9653D6789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7" name="直線コネクタ 123226">
                    <a:extLst>
                      <a:ext uri="{FF2B5EF4-FFF2-40B4-BE49-F238E27FC236}">
                        <a16:creationId xmlns:a16="http://schemas.microsoft.com/office/drawing/2014/main" id="{1297D581-B809-4784-82E4-8A5E0A52C7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8" name="直線コネクタ 123227">
                    <a:extLst>
                      <a:ext uri="{FF2B5EF4-FFF2-40B4-BE49-F238E27FC236}">
                        <a16:creationId xmlns:a16="http://schemas.microsoft.com/office/drawing/2014/main" id="{29C22B99-723D-4499-98E9-1B0F2D8D25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29" name="直線コネクタ 123228">
                    <a:extLst>
                      <a:ext uri="{FF2B5EF4-FFF2-40B4-BE49-F238E27FC236}">
                        <a16:creationId xmlns:a16="http://schemas.microsoft.com/office/drawing/2014/main" id="{0C21FB5E-75B2-482E-88A0-D24A6D43C9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0" name="直線コネクタ 123229">
                    <a:extLst>
                      <a:ext uri="{FF2B5EF4-FFF2-40B4-BE49-F238E27FC236}">
                        <a16:creationId xmlns:a16="http://schemas.microsoft.com/office/drawing/2014/main" id="{99DFDBB9-A60A-4DF6-8B62-6EA145650F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1" name="直線コネクタ 123230">
                    <a:extLst>
                      <a:ext uri="{FF2B5EF4-FFF2-40B4-BE49-F238E27FC236}">
                        <a16:creationId xmlns:a16="http://schemas.microsoft.com/office/drawing/2014/main" id="{38D88DF8-124C-4501-B30E-F01D0F7058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2" name="直線コネクタ 123231">
                    <a:extLst>
                      <a:ext uri="{FF2B5EF4-FFF2-40B4-BE49-F238E27FC236}">
                        <a16:creationId xmlns:a16="http://schemas.microsoft.com/office/drawing/2014/main" id="{7F7D491A-2A49-469F-B5C5-8409BC9411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3" name="直線コネクタ 123232">
                    <a:extLst>
                      <a:ext uri="{FF2B5EF4-FFF2-40B4-BE49-F238E27FC236}">
                        <a16:creationId xmlns:a16="http://schemas.microsoft.com/office/drawing/2014/main" id="{745336FA-BBF3-480D-BAE7-9BCD966E87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4" name="直線コネクタ 123233">
                    <a:extLst>
                      <a:ext uri="{FF2B5EF4-FFF2-40B4-BE49-F238E27FC236}">
                        <a16:creationId xmlns:a16="http://schemas.microsoft.com/office/drawing/2014/main" id="{5250FD0D-2CB1-4D05-A058-1E537BD39B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5" name="直線コネクタ 123234">
                    <a:extLst>
                      <a:ext uri="{FF2B5EF4-FFF2-40B4-BE49-F238E27FC236}">
                        <a16:creationId xmlns:a16="http://schemas.microsoft.com/office/drawing/2014/main" id="{A12848AB-212A-4AE3-88EF-276A4E3ADE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6" name="直線コネクタ 123235">
                    <a:extLst>
                      <a:ext uri="{FF2B5EF4-FFF2-40B4-BE49-F238E27FC236}">
                        <a16:creationId xmlns:a16="http://schemas.microsoft.com/office/drawing/2014/main" id="{C1D427C8-66EB-403C-8A84-65B1464209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7" name="直線コネクタ 123236">
                    <a:extLst>
                      <a:ext uri="{FF2B5EF4-FFF2-40B4-BE49-F238E27FC236}">
                        <a16:creationId xmlns:a16="http://schemas.microsoft.com/office/drawing/2014/main" id="{8B3B60B3-0C7C-49EE-9CE2-F5FA26ACB3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8" name="直線コネクタ 123237">
                    <a:extLst>
                      <a:ext uri="{FF2B5EF4-FFF2-40B4-BE49-F238E27FC236}">
                        <a16:creationId xmlns:a16="http://schemas.microsoft.com/office/drawing/2014/main" id="{FD204E90-7D2F-464D-B655-6F0CD52A90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39" name="直線コネクタ 123238">
                    <a:extLst>
                      <a:ext uri="{FF2B5EF4-FFF2-40B4-BE49-F238E27FC236}">
                        <a16:creationId xmlns:a16="http://schemas.microsoft.com/office/drawing/2014/main" id="{55A1DC1F-3C5B-455E-9A93-4ECC978194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0" name="直線コネクタ 123239">
                    <a:extLst>
                      <a:ext uri="{FF2B5EF4-FFF2-40B4-BE49-F238E27FC236}">
                        <a16:creationId xmlns:a16="http://schemas.microsoft.com/office/drawing/2014/main" id="{99BE45A2-9C78-4A97-844B-0D1A5FCDC9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1" name="直線コネクタ 123240">
                    <a:extLst>
                      <a:ext uri="{FF2B5EF4-FFF2-40B4-BE49-F238E27FC236}">
                        <a16:creationId xmlns:a16="http://schemas.microsoft.com/office/drawing/2014/main" id="{F7E3887D-B922-403C-BEF0-23105A116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2" name="直線コネクタ 123241">
                    <a:extLst>
                      <a:ext uri="{FF2B5EF4-FFF2-40B4-BE49-F238E27FC236}">
                        <a16:creationId xmlns:a16="http://schemas.microsoft.com/office/drawing/2014/main" id="{7BAE0E94-C182-4F7E-B937-87E645093E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3" name="直線コネクタ 123242">
                    <a:extLst>
                      <a:ext uri="{FF2B5EF4-FFF2-40B4-BE49-F238E27FC236}">
                        <a16:creationId xmlns:a16="http://schemas.microsoft.com/office/drawing/2014/main" id="{B70BCE88-4BD1-4862-9F4D-90C2203FA3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4" name="直線コネクタ 123243">
                    <a:extLst>
                      <a:ext uri="{FF2B5EF4-FFF2-40B4-BE49-F238E27FC236}">
                        <a16:creationId xmlns:a16="http://schemas.microsoft.com/office/drawing/2014/main" id="{FF3F5D93-903A-4486-A21B-6EEF9AF29F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5" name="直線コネクタ 123244">
                    <a:extLst>
                      <a:ext uri="{FF2B5EF4-FFF2-40B4-BE49-F238E27FC236}">
                        <a16:creationId xmlns:a16="http://schemas.microsoft.com/office/drawing/2014/main" id="{00B185B1-9712-42EA-8B50-490B1AC9CE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6" name="直線コネクタ 123245">
                    <a:extLst>
                      <a:ext uri="{FF2B5EF4-FFF2-40B4-BE49-F238E27FC236}">
                        <a16:creationId xmlns:a16="http://schemas.microsoft.com/office/drawing/2014/main" id="{CA00FCB7-F09F-4029-9157-A794C8EAEF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7" name="直線コネクタ 123246">
                    <a:extLst>
                      <a:ext uri="{FF2B5EF4-FFF2-40B4-BE49-F238E27FC236}">
                        <a16:creationId xmlns:a16="http://schemas.microsoft.com/office/drawing/2014/main" id="{98E5E4CD-5B3B-42E6-BB81-08F4423AD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8" name="直線コネクタ 123247">
                    <a:extLst>
                      <a:ext uri="{FF2B5EF4-FFF2-40B4-BE49-F238E27FC236}">
                        <a16:creationId xmlns:a16="http://schemas.microsoft.com/office/drawing/2014/main" id="{CFDEB7E6-79C8-4BAF-82BB-97831B700D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49" name="直線コネクタ 123248">
                    <a:extLst>
                      <a:ext uri="{FF2B5EF4-FFF2-40B4-BE49-F238E27FC236}">
                        <a16:creationId xmlns:a16="http://schemas.microsoft.com/office/drawing/2014/main" id="{6BEFC60D-A79A-4EA1-8310-703D5C2E9B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0" name="直線コネクタ 123249">
                    <a:extLst>
                      <a:ext uri="{FF2B5EF4-FFF2-40B4-BE49-F238E27FC236}">
                        <a16:creationId xmlns:a16="http://schemas.microsoft.com/office/drawing/2014/main" id="{4EB6B958-3C70-493D-8E05-8AD9246D2B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1" name="直線コネクタ 123250">
                    <a:extLst>
                      <a:ext uri="{FF2B5EF4-FFF2-40B4-BE49-F238E27FC236}">
                        <a16:creationId xmlns:a16="http://schemas.microsoft.com/office/drawing/2014/main" id="{3A277363-ADBE-4C41-B7EB-6D2C2AC6BE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2" name="直線コネクタ 123251">
                    <a:extLst>
                      <a:ext uri="{FF2B5EF4-FFF2-40B4-BE49-F238E27FC236}">
                        <a16:creationId xmlns:a16="http://schemas.microsoft.com/office/drawing/2014/main" id="{320DC916-198B-4673-9211-5F87D843F8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3" name="直線コネクタ 123252">
                    <a:extLst>
                      <a:ext uri="{FF2B5EF4-FFF2-40B4-BE49-F238E27FC236}">
                        <a16:creationId xmlns:a16="http://schemas.microsoft.com/office/drawing/2014/main" id="{C1EA319D-8CD8-44B2-A8AE-E6D2880A5F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4" name="直線コネクタ 123253">
                    <a:extLst>
                      <a:ext uri="{FF2B5EF4-FFF2-40B4-BE49-F238E27FC236}">
                        <a16:creationId xmlns:a16="http://schemas.microsoft.com/office/drawing/2014/main" id="{A4408804-7737-47BB-A4D2-1A123B8D6F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5" name="直線コネクタ 123254">
                    <a:extLst>
                      <a:ext uri="{FF2B5EF4-FFF2-40B4-BE49-F238E27FC236}">
                        <a16:creationId xmlns:a16="http://schemas.microsoft.com/office/drawing/2014/main" id="{533B53DE-8D4B-474E-BD9C-293DB7D885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6" name="直線コネクタ 123255">
                    <a:extLst>
                      <a:ext uri="{FF2B5EF4-FFF2-40B4-BE49-F238E27FC236}">
                        <a16:creationId xmlns:a16="http://schemas.microsoft.com/office/drawing/2014/main" id="{0AA52851-F669-40AF-94B5-B97D2E40D4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7" name="直線コネクタ 123256">
                    <a:extLst>
                      <a:ext uri="{FF2B5EF4-FFF2-40B4-BE49-F238E27FC236}">
                        <a16:creationId xmlns:a16="http://schemas.microsoft.com/office/drawing/2014/main" id="{BC191FD6-1398-4284-BBB7-4E42040795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8" name="直線コネクタ 123257">
                    <a:extLst>
                      <a:ext uri="{FF2B5EF4-FFF2-40B4-BE49-F238E27FC236}">
                        <a16:creationId xmlns:a16="http://schemas.microsoft.com/office/drawing/2014/main" id="{EDED4012-AEB9-4DF4-ADC4-E6C1EFBA515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59" name="直線コネクタ 123258">
                    <a:extLst>
                      <a:ext uri="{FF2B5EF4-FFF2-40B4-BE49-F238E27FC236}">
                        <a16:creationId xmlns:a16="http://schemas.microsoft.com/office/drawing/2014/main" id="{682A727F-B5FE-4D54-AD79-8E353235C97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0" name="直線コネクタ 123259">
                    <a:extLst>
                      <a:ext uri="{FF2B5EF4-FFF2-40B4-BE49-F238E27FC236}">
                        <a16:creationId xmlns:a16="http://schemas.microsoft.com/office/drawing/2014/main" id="{99098446-C54E-4D87-87B6-54968EFDCE4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1" name="直線コネクタ 123260">
                    <a:extLst>
                      <a:ext uri="{FF2B5EF4-FFF2-40B4-BE49-F238E27FC236}">
                        <a16:creationId xmlns:a16="http://schemas.microsoft.com/office/drawing/2014/main" id="{BB720D93-AF89-4600-BE4E-6C71C681537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2" name="直線コネクタ 123261">
                    <a:extLst>
                      <a:ext uri="{FF2B5EF4-FFF2-40B4-BE49-F238E27FC236}">
                        <a16:creationId xmlns:a16="http://schemas.microsoft.com/office/drawing/2014/main" id="{B1AC9302-1C93-4268-B1BC-A0DE90BBEA4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3" name="直線コネクタ 123262">
                    <a:extLst>
                      <a:ext uri="{FF2B5EF4-FFF2-40B4-BE49-F238E27FC236}">
                        <a16:creationId xmlns:a16="http://schemas.microsoft.com/office/drawing/2014/main" id="{C42E5B01-EE65-40B2-94D5-BC2B440D073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4" name="直線コネクタ 123263">
                    <a:extLst>
                      <a:ext uri="{FF2B5EF4-FFF2-40B4-BE49-F238E27FC236}">
                        <a16:creationId xmlns:a16="http://schemas.microsoft.com/office/drawing/2014/main" id="{766B3B98-EBAE-40E2-ACAB-99AD4B93ECA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5" name="直線コネクタ 123264">
                    <a:extLst>
                      <a:ext uri="{FF2B5EF4-FFF2-40B4-BE49-F238E27FC236}">
                        <a16:creationId xmlns:a16="http://schemas.microsoft.com/office/drawing/2014/main" id="{9D22F650-6C3B-4F66-81A5-BD03CF971D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6" name="直線コネクタ 123265">
                    <a:extLst>
                      <a:ext uri="{FF2B5EF4-FFF2-40B4-BE49-F238E27FC236}">
                        <a16:creationId xmlns:a16="http://schemas.microsoft.com/office/drawing/2014/main" id="{DCC1FDCE-BB2F-491F-B1A6-E8382C4478F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7" name="直線コネクタ 123266">
                    <a:extLst>
                      <a:ext uri="{FF2B5EF4-FFF2-40B4-BE49-F238E27FC236}">
                        <a16:creationId xmlns:a16="http://schemas.microsoft.com/office/drawing/2014/main" id="{AF848FDC-DDAD-4029-A2EF-EA2447979D7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8" name="直線コネクタ 123267">
                    <a:extLst>
                      <a:ext uri="{FF2B5EF4-FFF2-40B4-BE49-F238E27FC236}">
                        <a16:creationId xmlns:a16="http://schemas.microsoft.com/office/drawing/2014/main" id="{52E13589-E999-424A-82C5-DC3C74E32D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69" name="直線コネクタ 123268">
                    <a:extLst>
                      <a:ext uri="{FF2B5EF4-FFF2-40B4-BE49-F238E27FC236}">
                        <a16:creationId xmlns:a16="http://schemas.microsoft.com/office/drawing/2014/main" id="{C2C6E4E3-FA56-458F-A9DA-6AE8ED018B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0" name="直線コネクタ 123269">
                    <a:extLst>
                      <a:ext uri="{FF2B5EF4-FFF2-40B4-BE49-F238E27FC236}">
                        <a16:creationId xmlns:a16="http://schemas.microsoft.com/office/drawing/2014/main" id="{33838DB6-0926-43D8-AF9F-AA453FECF2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1" name="直線コネクタ 123270">
                    <a:extLst>
                      <a:ext uri="{FF2B5EF4-FFF2-40B4-BE49-F238E27FC236}">
                        <a16:creationId xmlns:a16="http://schemas.microsoft.com/office/drawing/2014/main" id="{ACCF0660-E17E-47BB-AC3A-A52738486D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2" name="直線コネクタ 123271">
                    <a:extLst>
                      <a:ext uri="{FF2B5EF4-FFF2-40B4-BE49-F238E27FC236}">
                        <a16:creationId xmlns:a16="http://schemas.microsoft.com/office/drawing/2014/main" id="{E603C6EF-65BD-47AD-9425-7073C909AB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3" name="直線コネクタ 123272">
                    <a:extLst>
                      <a:ext uri="{FF2B5EF4-FFF2-40B4-BE49-F238E27FC236}">
                        <a16:creationId xmlns:a16="http://schemas.microsoft.com/office/drawing/2014/main" id="{0D3FBBC2-5718-4083-B7B6-02FEF7285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4" name="直線コネクタ 123273">
                    <a:extLst>
                      <a:ext uri="{FF2B5EF4-FFF2-40B4-BE49-F238E27FC236}">
                        <a16:creationId xmlns:a16="http://schemas.microsoft.com/office/drawing/2014/main" id="{9D9C16B3-5F3B-4AEA-8C93-170F8B68B4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5" name="直線コネクタ 123274">
                    <a:extLst>
                      <a:ext uri="{FF2B5EF4-FFF2-40B4-BE49-F238E27FC236}">
                        <a16:creationId xmlns:a16="http://schemas.microsoft.com/office/drawing/2014/main" id="{E8524D75-FD12-4374-BA29-C0917148A5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6" name="直線コネクタ 123275">
                    <a:extLst>
                      <a:ext uri="{FF2B5EF4-FFF2-40B4-BE49-F238E27FC236}">
                        <a16:creationId xmlns:a16="http://schemas.microsoft.com/office/drawing/2014/main" id="{3A926C0E-F638-4864-94BB-FEE2D24DB2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7" name="直線コネクタ 123276">
                    <a:extLst>
                      <a:ext uri="{FF2B5EF4-FFF2-40B4-BE49-F238E27FC236}">
                        <a16:creationId xmlns:a16="http://schemas.microsoft.com/office/drawing/2014/main" id="{1C1B9CB8-16E5-4F04-981E-30E28D6DD5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8" name="直線コネクタ 123277">
                    <a:extLst>
                      <a:ext uri="{FF2B5EF4-FFF2-40B4-BE49-F238E27FC236}">
                        <a16:creationId xmlns:a16="http://schemas.microsoft.com/office/drawing/2014/main" id="{7911AC67-798D-47A6-A8AD-E350DDE374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79" name="直線コネクタ 123278">
                    <a:extLst>
                      <a:ext uri="{FF2B5EF4-FFF2-40B4-BE49-F238E27FC236}">
                        <a16:creationId xmlns:a16="http://schemas.microsoft.com/office/drawing/2014/main" id="{032D69E7-28D3-495B-9639-D61BA8CF4F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0" name="直線コネクタ 123279">
                    <a:extLst>
                      <a:ext uri="{FF2B5EF4-FFF2-40B4-BE49-F238E27FC236}">
                        <a16:creationId xmlns:a16="http://schemas.microsoft.com/office/drawing/2014/main" id="{7312F935-BC49-4362-B8E6-F7829D1EBC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1" name="直線コネクタ 123280">
                    <a:extLst>
                      <a:ext uri="{FF2B5EF4-FFF2-40B4-BE49-F238E27FC236}">
                        <a16:creationId xmlns:a16="http://schemas.microsoft.com/office/drawing/2014/main" id="{4427B392-7701-4926-9792-BACDC9B0F9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2" name="直線コネクタ 123281">
                    <a:extLst>
                      <a:ext uri="{FF2B5EF4-FFF2-40B4-BE49-F238E27FC236}">
                        <a16:creationId xmlns:a16="http://schemas.microsoft.com/office/drawing/2014/main" id="{65E2694B-4845-4E43-860A-7ED6052B6D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3" name="直線コネクタ 123282">
                    <a:extLst>
                      <a:ext uri="{FF2B5EF4-FFF2-40B4-BE49-F238E27FC236}">
                        <a16:creationId xmlns:a16="http://schemas.microsoft.com/office/drawing/2014/main" id="{C36F1776-389E-454D-912E-6209F34568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4" name="直線コネクタ 123283">
                    <a:extLst>
                      <a:ext uri="{FF2B5EF4-FFF2-40B4-BE49-F238E27FC236}">
                        <a16:creationId xmlns:a16="http://schemas.microsoft.com/office/drawing/2014/main" id="{7F6E0121-5780-4DCA-9953-421C841CAC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5" name="直線コネクタ 123284">
                    <a:extLst>
                      <a:ext uri="{FF2B5EF4-FFF2-40B4-BE49-F238E27FC236}">
                        <a16:creationId xmlns:a16="http://schemas.microsoft.com/office/drawing/2014/main" id="{D62DAF9C-1BFB-408D-B592-F0B8285811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6" name="直線コネクタ 123285">
                    <a:extLst>
                      <a:ext uri="{FF2B5EF4-FFF2-40B4-BE49-F238E27FC236}">
                        <a16:creationId xmlns:a16="http://schemas.microsoft.com/office/drawing/2014/main" id="{E260E9C6-157B-4477-B64E-083246ACB5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7" name="直線コネクタ 123286">
                    <a:extLst>
                      <a:ext uri="{FF2B5EF4-FFF2-40B4-BE49-F238E27FC236}">
                        <a16:creationId xmlns:a16="http://schemas.microsoft.com/office/drawing/2014/main" id="{5C0BA388-7532-4096-9F64-422E4D7770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8" name="直線コネクタ 123287">
                    <a:extLst>
                      <a:ext uri="{FF2B5EF4-FFF2-40B4-BE49-F238E27FC236}">
                        <a16:creationId xmlns:a16="http://schemas.microsoft.com/office/drawing/2014/main" id="{67AA83D8-C127-48B4-932E-666D345DA1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89" name="直線コネクタ 123288">
                    <a:extLst>
                      <a:ext uri="{FF2B5EF4-FFF2-40B4-BE49-F238E27FC236}">
                        <a16:creationId xmlns:a16="http://schemas.microsoft.com/office/drawing/2014/main" id="{277952CA-F793-481D-9CD1-5B451E9306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0" name="直線コネクタ 123289">
                    <a:extLst>
                      <a:ext uri="{FF2B5EF4-FFF2-40B4-BE49-F238E27FC236}">
                        <a16:creationId xmlns:a16="http://schemas.microsoft.com/office/drawing/2014/main" id="{8473FC13-6E12-41FB-84EF-73886B4962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1" name="直線コネクタ 123290">
                    <a:extLst>
                      <a:ext uri="{FF2B5EF4-FFF2-40B4-BE49-F238E27FC236}">
                        <a16:creationId xmlns:a16="http://schemas.microsoft.com/office/drawing/2014/main" id="{975DAAF3-E908-4E81-8651-0DEB4F8B8B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2" name="直線コネクタ 123291">
                    <a:extLst>
                      <a:ext uri="{FF2B5EF4-FFF2-40B4-BE49-F238E27FC236}">
                        <a16:creationId xmlns:a16="http://schemas.microsoft.com/office/drawing/2014/main" id="{725C8413-7E47-445A-BCE3-3F0D9FD1C5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3" name="直線コネクタ 123292">
                    <a:extLst>
                      <a:ext uri="{FF2B5EF4-FFF2-40B4-BE49-F238E27FC236}">
                        <a16:creationId xmlns:a16="http://schemas.microsoft.com/office/drawing/2014/main" id="{6A2317C6-CA4D-4505-B393-F6F103CC86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4" name="直線コネクタ 123293">
                    <a:extLst>
                      <a:ext uri="{FF2B5EF4-FFF2-40B4-BE49-F238E27FC236}">
                        <a16:creationId xmlns:a16="http://schemas.microsoft.com/office/drawing/2014/main" id="{F73B8D84-4EB4-488E-9AB2-57810D58D3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5" name="直線コネクタ 123294">
                    <a:extLst>
                      <a:ext uri="{FF2B5EF4-FFF2-40B4-BE49-F238E27FC236}">
                        <a16:creationId xmlns:a16="http://schemas.microsoft.com/office/drawing/2014/main" id="{30D05A4A-FD8B-44A0-8662-77989E9837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6" name="直線コネクタ 123295">
                    <a:extLst>
                      <a:ext uri="{FF2B5EF4-FFF2-40B4-BE49-F238E27FC236}">
                        <a16:creationId xmlns:a16="http://schemas.microsoft.com/office/drawing/2014/main" id="{AFDC2E8D-7D9D-49FE-86F0-6840A69990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7" name="直線コネクタ 123296">
                    <a:extLst>
                      <a:ext uri="{FF2B5EF4-FFF2-40B4-BE49-F238E27FC236}">
                        <a16:creationId xmlns:a16="http://schemas.microsoft.com/office/drawing/2014/main" id="{A0D7CD73-3136-4780-8FD2-90890DA76A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8" name="直線コネクタ 123297">
                    <a:extLst>
                      <a:ext uri="{FF2B5EF4-FFF2-40B4-BE49-F238E27FC236}">
                        <a16:creationId xmlns:a16="http://schemas.microsoft.com/office/drawing/2014/main" id="{E3CCF4D9-CC6D-4D6A-A145-C64AA3E66E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99" name="直線コネクタ 123298">
                    <a:extLst>
                      <a:ext uri="{FF2B5EF4-FFF2-40B4-BE49-F238E27FC236}">
                        <a16:creationId xmlns:a16="http://schemas.microsoft.com/office/drawing/2014/main" id="{86D43581-FA4A-49F2-86B6-BBCA274D46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0" name="直線コネクタ 123299">
                    <a:extLst>
                      <a:ext uri="{FF2B5EF4-FFF2-40B4-BE49-F238E27FC236}">
                        <a16:creationId xmlns:a16="http://schemas.microsoft.com/office/drawing/2014/main" id="{8DB297AF-AA12-46F0-BFFC-D0AE68B04B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1" name="直線コネクタ 123300">
                    <a:extLst>
                      <a:ext uri="{FF2B5EF4-FFF2-40B4-BE49-F238E27FC236}">
                        <a16:creationId xmlns:a16="http://schemas.microsoft.com/office/drawing/2014/main" id="{53698867-B1BF-46EF-A4F3-F4BC961FCC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2" name="直線コネクタ 123301">
                    <a:extLst>
                      <a:ext uri="{FF2B5EF4-FFF2-40B4-BE49-F238E27FC236}">
                        <a16:creationId xmlns:a16="http://schemas.microsoft.com/office/drawing/2014/main" id="{83376625-098B-4BA1-840C-002A8E942C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3" name="直線コネクタ 123302">
                    <a:extLst>
                      <a:ext uri="{FF2B5EF4-FFF2-40B4-BE49-F238E27FC236}">
                        <a16:creationId xmlns:a16="http://schemas.microsoft.com/office/drawing/2014/main" id="{6F504765-A5A4-4098-920E-3651A32BC8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4" name="直線コネクタ 123303">
                    <a:extLst>
                      <a:ext uri="{FF2B5EF4-FFF2-40B4-BE49-F238E27FC236}">
                        <a16:creationId xmlns:a16="http://schemas.microsoft.com/office/drawing/2014/main" id="{F0145BE9-58BB-4D2E-BA8F-E0DDF763F2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5" name="直線コネクタ 123304">
                    <a:extLst>
                      <a:ext uri="{FF2B5EF4-FFF2-40B4-BE49-F238E27FC236}">
                        <a16:creationId xmlns:a16="http://schemas.microsoft.com/office/drawing/2014/main" id="{0D61A5B8-53C4-4B8B-A097-F80724F4CC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6" name="直線コネクタ 123305">
                    <a:extLst>
                      <a:ext uri="{FF2B5EF4-FFF2-40B4-BE49-F238E27FC236}">
                        <a16:creationId xmlns:a16="http://schemas.microsoft.com/office/drawing/2014/main" id="{4CE22E20-689E-4AEF-98AE-2F461D6E42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7" name="直線コネクタ 123306">
                    <a:extLst>
                      <a:ext uri="{FF2B5EF4-FFF2-40B4-BE49-F238E27FC236}">
                        <a16:creationId xmlns:a16="http://schemas.microsoft.com/office/drawing/2014/main" id="{B323EEC3-21D1-4DC8-90F9-C3FE6DC23D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8" name="直線コネクタ 123307">
                    <a:extLst>
                      <a:ext uri="{FF2B5EF4-FFF2-40B4-BE49-F238E27FC236}">
                        <a16:creationId xmlns:a16="http://schemas.microsoft.com/office/drawing/2014/main" id="{6FCA40A2-B69B-4435-8338-6B34C72B1D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09" name="直線コネクタ 123308">
                    <a:extLst>
                      <a:ext uri="{FF2B5EF4-FFF2-40B4-BE49-F238E27FC236}">
                        <a16:creationId xmlns:a16="http://schemas.microsoft.com/office/drawing/2014/main" id="{29C752D7-C77D-47FA-B66F-DABED4584A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0" name="直線コネクタ 123309">
                    <a:extLst>
                      <a:ext uri="{FF2B5EF4-FFF2-40B4-BE49-F238E27FC236}">
                        <a16:creationId xmlns:a16="http://schemas.microsoft.com/office/drawing/2014/main" id="{FB83725B-5953-4FEA-9877-66E83BE06D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1" name="直線コネクタ 123310">
                    <a:extLst>
                      <a:ext uri="{FF2B5EF4-FFF2-40B4-BE49-F238E27FC236}">
                        <a16:creationId xmlns:a16="http://schemas.microsoft.com/office/drawing/2014/main" id="{82FDA7C1-B603-4B09-9CDB-3A8D4BDC64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2" name="直線コネクタ 123311">
                    <a:extLst>
                      <a:ext uri="{FF2B5EF4-FFF2-40B4-BE49-F238E27FC236}">
                        <a16:creationId xmlns:a16="http://schemas.microsoft.com/office/drawing/2014/main" id="{0475D08B-3CF7-493C-8266-1550474840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3" name="直線コネクタ 123312">
                    <a:extLst>
                      <a:ext uri="{FF2B5EF4-FFF2-40B4-BE49-F238E27FC236}">
                        <a16:creationId xmlns:a16="http://schemas.microsoft.com/office/drawing/2014/main" id="{3E6C1CC9-8C2B-4D66-98C4-9D0EE63CF7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4" name="直線コネクタ 123313">
                    <a:extLst>
                      <a:ext uri="{FF2B5EF4-FFF2-40B4-BE49-F238E27FC236}">
                        <a16:creationId xmlns:a16="http://schemas.microsoft.com/office/drawing/2014/main" id="{5923C83A-87C3-48BC-98FA-EFE3EF9BF5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5" name="直線コネクタ 123314">
                    <a:extLst>
                      <a:ext uri="{FF2B5EF4-FFF2-40B4-BE49-F238E27FC236}">
                        <a16:creationId xmlns:a16="http://schemas.microsoft.com/office/drawing/2014/main" id="{6913D43E-CDCF-4553-B5E0-9FC8E4D5CF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6" name="直線コネクタ 123315">
                    <a:extLst>
                      <a:ext uri="{FF2B5EF4-FFF2-40B4-BE49-F238E27FC236}">
                        <a16:creationId xmlns:a16="http://schemas.microsoft.com/office/drawing/2014/main" id="{C46A5321-3802-4D83-9B54-BEF08E9A1B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7" name="直線コネクタ 123316">
                    <a:extLst>
                      <a:ext uri="{FF2B5EF4-FFF2-40B4-BE49-F238E27FC236}">
                        <a16:creationId xmlns:a16="http://schemas.microsoft.com/office/drawing/2014/main" id="{3825FF5E-96F2-48A7-8CC0-58E866DD4C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8" name="直線コネクタ 123317">
                    <a:extLst>
                      <a:ext uri="{FF2B5EF4-FFF2-40B4-BE49-F238E27FC236}">
                        <a16:creationId xmlns:a16="http://schemas.microsoft.com/office/drawing/2014/main" id="{2208CB3B-D235-423F-93DC-4C16C870A3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19" name="直線コネクタ 123318">
                    <a:extLst>
                      <a:ext uri="{FF2B5EF4-FFF2-40B4-BE49-F238E27FC236}">
                        <a16:creationId xmlns:a16="http://schemas.microsoft.com/office/drawing/2014/main" id="{2071EB80-28E8-424C-B5E3-F3B90A4913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0" name="直線コネクタ 123319">
                    <a:extLst>
                      <a:ext uri="{FF2B5EF4-FFF2-40B4-BE49-F238E27FC236}">
                        <a16:creationId xmlns:a16="http://schemas.microsoft.com/office/drawing/2014/main" id="{79133342-3DAE-4DE9-87B7-01CD8EEDC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1" name="直線コネクタ 123320">
                    <a:extLst>
                      <a:ext uri="{FF2B5EF4-FFF2-40B4-BE49-F238E27FC236}">
                        <a16:creationId xmlns:a16="http://schemas.microsoft.com/office/drawing/2014/main" id="{1B32D0A6-D055-47A2-9535-6FA931C9D0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2" name="直線コネクタ 123321">
                    <a:extLst>
                      <a:ext uri="{FF2B5EF4-FFF2-40B4-BE49-F238E27FC236}">
                        <a16:creationId xmlns:a16="http://schemas.microsoft.com/office/drawing/2014/main" id="{47277908-13FA-4310-8C71-23C3813451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3" name="直線コネクタ 123322">
                    <a:extLst>
                      <a:ext uri="{FF2B5EF4-FFF2-40B4-BE49-F238E27FC236}">
                        <a16:creationId xmlns:a16="http://schemas.microsoft.com/office/drawing/2014/main" id="{2D1016FF-BDEC-4FBC-86B1-4D521A0E48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4" name="直線コネクタ 123323">
                    <a:extLst>
                      <a:ext uri="{FF2B5EF4-FFF2-40B4-BE49-F238E27FC236}">
                        <a16:creationId xmlns:a16="http://schemas.microsoft.com/office/drawing/2014/main" id="{5C259FA7-1A58-40A0-ADB0-BA0882F3EB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5" name="直線コネクタ 123324">
                    <a:extLst>
                      <a:ext uri="{FF2B5EF4-FFF2-40B4-BE49-F238E27FC236}">
                        <a16:creationId xmlns:a16="http://schemas.microsoft.com/office/drawing/2014/main" id="{6CA5308C-D772-4270-8CF8-DEEAB5829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6" name="直線コネクタ 123325">
                    <a:extLst>
                      <a:ext uri="{FF2B5EF4-FFF2-40B4-BE49-F238E27FC236}">
                        <a16:creationId xmlns:a16="http://schemas.microsoft.com/office/drawing/2014/main" id="{9141349C-1FB1-401A-99AA-7A129845EA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7" name="直線コネクタ 123326">
                    <a:extLst>
                      <a:ext uri="{FF2B5EF4-FFF2-40B4-BE49-F238E27FC236}">
                        <a16:creationId xmlns:a16="http://schemas.microsoft.com/office/drawing/2014/main" id="{8FA610E5-BA88-4959-BC34-F6F54410EA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8" name="直線コネクタ 123327">
                    <a:extLst>
                      <a:ext uri="{FF2B5EF4-FFF2-40B4-BE49-F238E27FC236}">
                        <a16:creationId xmlns:a16="http://schemas.microsoft.com/office/drawing/2014/main" id="{D6084988-6285-46F1-B206-F26CBF785D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29" name="直線コネクタ 123328">
                    <a:extLst>
                      <a:ext uri="{FF2B5EF4-FFF2-40B4-BE49-F238E27FC236}">
                        <a16:creationId xmlns:a16="http://schemas.microsoft.com/office/drawing/2014/main" id="{524B56A6-DA38-44DA-8D64-CA50F3315C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330" name="直線コネクタ 123329">
                    <a:extLst>
                      <a:ext uri="{FF2B5EF4-FFF2-40B4-BE49-F238E27FC236}">
                        <a16:creationId xmlns:a16="http://schemas.microsoft.com/office/drawing/2014/main" id="{E70D7D34-3572-43C6-BC15-78D708219A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3331" name="グループ化 123330">
                    <a:extLst>
                      <a:ext uri="{FF2B5EF4-FFF2-40B4-BE49-F238E27FC236}">
                        <a16:creationId xmlns:a16="http://schemas.microsoft.com/office/drawing/2014/main" id="{1A31EA63-9B49-410F-A852-7F5FBD638AA5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3507" name="直線コネクタ 123506">
                      <a:extLst>
                        <a:ext uri="{FF2B5EF4-FFF2-40B4-BE49-F238E27FC236}">
                          <a16:creationId xmlns:a16="http://schemas.microsoft.com/office/drawing/2014/main" id="{3BA6ACE8-771F-4804-81C5-52987C95DB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08" name="直線コネクタ 123507">
                      <a:extLst>
                        <a:ext uri="{FF2B5EF4-FFF2-40B4-BE49-F238E27FC236}">
                          <a16:creationId xmlns:a16="http://schemas.microsoft.com/office/drawing/2014/main" id="{F040A821-08A1-4D38-A8EB-61D1E4BFEA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09" name="直線コネクタ 123508">
                      <a:extLst>
                        <a:ext uri="{FF2B5EF4-FFF2-40B4-BE49-F238E27FC236}">
                          <a16:creationId xmlns:a16="http://schemas.microsoft.com/office/drawing/2014/main" id="{DE6B3E5A-709C-4171-AE45-C2BC0402F2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0" name="直線コネクタ 123509">
                      <a:extLst>
                        <a:ext uri="{FF2B5EF4-FFF2-40B4-BE49-F238E27FC236}">
                          <a16:creationId xmlns:a16="http://schemas.microsoft.com/office/drawing/2014/main" id="{97D70B84-791E-4469-9609-C171A0D7B9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1" name="直線コネクタ 123510">
                      <a:extLst>
                        <a:ext uri="{FF2B5EF4-FFF2-40B4-BE49-F238E27FC236}">
                          <a16:creationId xmlns:a16="http://schemas.microsoft.com/office/drawing/2014/main" id="{05111BCA-1411-4447-BD20-44FFBCF24D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2" name="直線コネクタ 123511">
                      <a:extLst>
                        <a:ext uri="{FF2B5EF4-FFF2-40B4-BE49-F238E27FC236}">
                          <a16:creationId xmlns:a16="http://schemas.microsoft.com/office/drawing/2014/main" id="{B43F93D5-2986-460F-B03D-FCC9031705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3" name="直線コネクタ 123512">
                      <a:extLst>
                        <a:ext uri="{FF2B5EF4-FFF2-40B4-BE49-F238E27FC236}">
                          <a16:creationId xmlns:a16="http://schemas.microsoft.com/office/drawing/2014/main" id="{68422C3E-6ECC-401C-8F9B-9D92123406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4" name="直線コネクタ 123513">
                      <a:extLst>
                        <a:ext uri="{FF2B5EF4-FFF2-40B4-BE49-F238E27FC236}">
                          <a16:creationId xmlns:a16="http://schemas.microsoft.com/office/drawing/2014/main" id="{EF88C903-FA8D-43A6-B67E-275A615D35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5" name="直線コネクタ 123514">
                      <a:extLst>
                        <a:ext uri="{FF2B5EF4-FFF2-40B4-BE49-F238E27FC236}">
                          <a16:creationId xmlns:a16="http://schemas.microsoft.com/office/drawing/2014/main" id="{BA84D6C6-8119-4AC5-8C69-DD4E71416B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6" name="直線コネクタ 123515">
                      <a:extLst>
                        <a:ext uri="{FF2B5EF4-FFF2-40B4-BE49-F238E27FC236}">
                          <a16:creationId xmlns:a16="http://schemas.microsoft.com/office/drawing/2014/main" id="{5017A5C1-86CB-40B9-8A6C-706A310D65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7" name="直線コネクタ 123516">
                      <a:extLst>
                        <a:ext uri="{FF2B5EF4-FFF2-40B4-BE49-F238E27FC236}">
                          <a16:creationId xmlns:a16="http://schemas.microsoft.com/office/drawing/2014/main" id="{71397834-36D2-426D-8066-C6C0C90962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8" name="直線コネクタ 123517">
                      <a:extLst>
                        <a:ext uri="{FF2B5EF4-FFF2-40B4-BE49-F238E27FC236}">
                          <a16:creationId xmlns:a16="http://schemas.microsoft.com/office/drawing/2014/main" id="{208470EC-F790-43BD-8442-F1470211A5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19" name="直線コネクタ 123518">
                      <a:extLst>
                        <a:ext uri="{FF2B5EF4-FFF2-40B4-BE49-F238E27FC236}">
                          <a16:creationId xmlns:a16="http://schemas.microsoft.com/office/drawing/2014/main" id="{930509A8-FD8C-4DDA-A738-437894B4EF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0" name="直線コネクタ 123519">
                      <a:extLst>
                        <a:ext uri="{FF2B5EF4-FFF2-40B4-BE49-F238E27FC236}">
                          <a16:creationId xmlns:a16="http://schemas.microsoft.com/office/drawing/2014/main" id="{689CA8DB-4A5B-4567-8504-3D107C42BF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1" name="直線コネクタ 123520">
                      <a:extLst>
                        <a:ext uri="{FF2B5EF4-FFF2-40B4-BE49-F238E27FC236}">
                          <a16:creationId xmlns:a16="http://schemas.microsoft.com/office/drawing/2014/main" id="{818F2200-2CF4-4854-8CF6-B42DF0AD25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2" name="直線コネクタ 123521">
                      <a:extLst>
                        <a:ext uri="{FF2B5EF4-FFF2-40B4-BE49-F238E27FC236}">
                          <a16:creationId xmlns:a16="http://schemas.microsoft.com/office/drawing/2014/main" id="{308CE2DD-0CF5-4A2F-B4CD-1393608C6A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3" name="直線コネクタ 123522">
                      <a:extLst>
                        <a:ext uri="{FF2B5EF4-FFF2-40B4-BE49-F238E27FC236}">
                          <a16:creationId xmlns:a16="http://schemas.microsoft.com/office/drawing/2014/main" id="{B254A31C-4564-4F7D-9266-5C4E059048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4" name="直線コネクタ 123523">
                      <a:extLst>
                        <a:ext uri="{FF2B5EF4-FFF2-40B4-BE49-F238E27FC236}">
                          <a16:creationId xmlns:a16="http://schemas.microsoft.com/office/drawing/2014/main" id="{0B871FD6-68C7-4DE9-9172-D3514B420A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5" name="直線コネクタ 123524">
                      <a:extLst>
                        <a:ext uri="{FF2B5EF4-FFF2-40B4-BE49-F238E27FC236}">
                          <a16:creationId xmlns:a16="http://schemas.microsoft.com/office/drawing/2014/main" id="{3966EA11-6405-4524-B435-EE06A4EDDC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6" name="直線コネクタ 123525">
                      <a:extLst>
                        <a:ext uri="{FF2B5EF4-FFF2-40B4-BE49-F238E27FC236}">
                          <a16:creationId xmlns:a16="http://schemas.microsoft.com/office/drawing/2014/main" id="{153EED0D-211A-4F4B-9C24-0A420474C0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7" name="直線コネクタ 123526">
                      <a:extLst>
                        <a:ext uri="{FF2B5EF4-FFF2-40B4-BE49-F238E27FC236}">
                          <a16:creationId xmlns:a16="http://schemas.microsoft.com/office/drawing/2014/main" id="{BEC0A927-41E4-497A-B196-0DDBC61B96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8" name="直線コネクタ 123527">
                      <a:extLst>
                        <a:ext uri="{FF2B5EF4-FFF2-40B4-BE49-F238E27FC236}">
                          <a16:creationId xmlns:a16="http://schemas.microsoft.com/office/drawing/2014/main" id="{5C273B78-786D-42FA-868D-5771113328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29" name="直線コネクタ 123528">
                      <a:extLst>
                        <a:ext uri="{FF2B5EF4-FFF2-40B4-BE49-F238E27FC236}">
                          <a16:creationId xmlns:a16="http://schemas.microsoft.com/office/drawing/2014/main" id="{5631D5CE-65AB-4041-AB97-ED9B3B2CB5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0" name="直線コネクタ 123529">
                      <a:extLst>
                        <a:ext uri="{FF2B5EF4-FFF2-40B4-BE49-F238E27FC236}">
                          <a16:creationId xmlns:a16="http://schemas.microsoft.com/office/drawing/2014/main" id="{DCF84DD6-4528-487F-827A-15E4C071BA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1" name="直線コネクタ 123530">
                      <a:extLst>
                        <a:ext uri="{FF2B5EF4-FFF2-40B4-BE49-F238E27FC236}">
                          <a16:creationId xmlns:a16="http://schemas.microsoft.com/office/drawing/2014/main" id="{9D1A9340-C4CC-4005-829F-39B94A3803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2" name="直線コネクタ 123531">
                      <a:extLst>
                        <a:ext uri="{FF2B5EF4-FFF2-40B4-BE49-F238E27FC236}">
                          <a16:creationId xmlns:a16="http://schemas.microsoft.com/office/drawing/2014/main" id="{C95B22C4-EE7F-4C1A-8DF8-B4AEB8DE09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3" name="直線コネクタ 123532">
                      <a:extLst>
                        <a:ext uri="{FF2B5EF4-FFF2-40B4-BE49-F238E27FC236}">
                          <a16:creationId xmlns:a16="http://schemas.microsoft.com/office/drawing/2014/main" id="{FF50B7BD-3D33-497F-A979-1E54E778F2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4" name="直線コネクタ 123533">
                      <a:extLst>
                        <a:ext uri="{FF2B5EF4-FFF2-40B4-BE49-F238E27FC236}">
                          <a16:creationId xmlns:a16="http://schemas.microsoft.com/office/drawing/2014/main" id="{FAC34B3D-8E78-4592-A61A-7E567BA347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5" name="直線コネクタ 123534">
                      <a:extLst>
                        <a:ext uri="{FF2B5EF4-FFF2-40B4-BE49-F238E27FC236}">
                          <a16:creationId xmlns:a16="http://schemas.microsoft.com/office/drawing/2014/main" id="{114C7D27-E1A4-44B0-B3AD-83CB8AF953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6" name="直線コネクタ 123535">
                      <a:extLst>
                        <a:ext uri="{FF2B5EF4-FFF2-40B4-BE49-F238E27FC236}">
                          <a16:creationId xmlns:a16="http://schemas.microsoft.com/office/drawing/2014/main" id="{4B77E47C-2CDB-4DA5-B30D-430E1F340D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7" name="直線コネクタ 123536">
                      <a:extLst>
                        <a:ext uri="{FF2B5EF4-FFF2-40B4-BE49-F238E27FC236}">
                          <a16:creationId xmlns:a16="http://schemas.microsoft.com/office/drawing/2014/main" id="{A50CFF4E-C554-48FE-9E43-D7FB354710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8" name="直線コネクタ 123537">
                      <a:extLst>
                        <a:ext uri="{FF2B5EF4-FFF2-40B4-BE49-F238E27FC236}">
                          <a16:creationId xmlns:a16="http://schemas.microsoft.com/office/drawing/2014/main" id="{29721BB9-2474-4C8B-9D79-A0AD2E0FD0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39" name="直線コネクタ 123538">
                      <a:extLst>
                        <a:ext uri="{FF2B5EF4-FFF2-40B4-BE49-F238E27FC236}">
                          <a16:creationId xmlns:a16="http://schemas.microsoft.com/office/drawing/2014/main" id="{AF4C5344-D6F7-406C-9135-2803C7AB05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0" name="直線コネクタ 123539">
                      <a:extLst>
                        <a:ext uri="{FF2B5EF4-FFF2-40B4-BE49-F238E27FC236}">
                          <a16:creationId xmlns:a16="http://schemas.microsoft.com/office/drawing/2014/main" id="{325E76A5-E530-4348-B958-6F783F18D5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1" name="直線コネクタ 123540">
                      <a:extLst>
                        <a:ext uri="{FF2B5EF4-FFF2-40B4-BE49-F238E27FC236}">
                          <a16:creationId xmlns:a16="http://schemas.microsoft.com/office/drawing/2014/main" id="{7C346DBB-F0CD-44AB-88E3-7B08A4A7D4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2" name="直線コネクタ 123541">
                      <a:extLst>
                        <a:ext uri="{FF2B5EF4-FFF2-40B4-BE49-F238E27FC236}">
                          <a16:creationId xmlns:a16="http://schemas.microsoft.com/office/drawing/2014/main" id="{51A72E3B-41CE-4675-8748-7DFA466AA2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3" name="直線コネクタ 123542">
                      <a:extLst>
                        <a:ext uri="{FF2B5EF4-FFF2-40B4-BE49-F238E27FC236}">
                          <a16:creationId xmlns:a16="http://schemas.microsoft.com/office/drawing/2014/main" id="{88CBE4D4-AB0F-4F85-844C-69F4F1360B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4" name="直線コネクタ 123543">
                      <a:extLst>
                        <a:ext uri="{FF2B5EF4-FFF2-40B4-BE49-F238E27FC236}">
                          <a16:creationId xmlns:a16="http://schemas.microsoft.com/office/drawing/2014/main" id="{E3E6A5C2-231E-47B0-9319-90D237A7F5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5" name="直線コネクタ 123544">
                      <a:extLst>
                        <a:ext uri="{FF2B5EF4-FFF2-40B4-BE49-F238E27FC236}">
                          <a16:creationId xmlns:a16="http://schemas.microsoft.com/office/drawing/2014/main" id="{04388337-2279-4476-A151-659EBD29E9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6" name="直線コネクタ 123545">
                      <a:extLst>
                        <a:ext uri="{FF2B5EF4-FFF2-40B4-BE49-F238E27FC236}">
                          <a16:creationId xmlns:a16="http://schemas.microsoft.com/office/drawing/2014/main" id="{B1F3CB9D-34A7-456F-84D1-F932902352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7" name="直線コネクタ 123546">
                      <a:extLst>
                        <a:ext uri="{FF2B5EF4-FFF2-40B4-BE49-F238E27FC236}">
                          <a16:creationId xmlns:a16="http://schemas.microsoft.com/office/drawing/2014/main" id="{A1FBEAE6-F4FA-479E-8BC6-879087DD26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548" name="直線コネクタ 123547">
                      <a:extLst>
                        <a:ext uri="{FF2B5EF4-FFF2-40B4-BE49-F238E27FC236}">
                          <a16:creationId xmlns:a16="http://schemas.microsoft.com/office/drawing/2014/main" id="{2921DCC5-49EC-48E5-B3CE-3A2F872392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332" name="グループ化 123331">
                    <a:extLst>
                      <a:ext uri="{FF2B5EF4-FFF2-40B4-BE49-F238E27FC236}">
                        <a16:creationId xmlns:a16="http://schemas.microsoft.com/office/drawing/2014/main" id="{3DCB34CF-CAA3-4C27-944F-41F592C3E5FF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3498" name="正方形/長方形 123497">
                      <a:extLst>
                        <a:ext uri="{FF2B5EF4-FFF2-40B4-BE49-F238E27FC236}">
                          <a16:creationId xmlns:a16="http://schemas.microsoft.com/office/drawing/2014/main" id="{128ED064-BEF1-40EE-8C10-3CF5124307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499" name="正方形/長方形 123498">
                      <a:extLst>
                        <a:ext uri="{FF2B5EF4-FFF2-40B4-BE49-F238E27FC236}">
                          <a16:creationId xmlns:a16="http://schemas.microsoft.com/office/drawing/2014/main" id="{E56B21B0-F48C-4327-80B6-D866B34E06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500" name="正方形/長方形 123499">
                      <a:extLst>
                        <a:ext uri="{FF2B5EF4-FFF2-40B4-BE49-F238E27FC236}">
                          <a16:creationId xmlns:a16="http://schemas.microsoft.com/office/drawing/2014/main" id="{D194986E-A743-43F1-B580-D8AFA1EFC0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501" name="正方形/長方形 123500">
                      <a:extLst>
                        <a:ext uri="{FF2B5EF4-FFF2-40B4-BE49-F238E27FC236}">
                          <a16:creationId xmlns:a16="http://schemas.microsoft.com/office/drawing/2014/main" id="{C6819C2C-91B4-4A80-A5BA-5DD34F6485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502" name="正方形/長方形 123501">
                      <a:extLst>
                        <a:ext uri="{FF2B5EF4-FFF2-40B4-BE49-F238E27FC236}">
                          <a16:creationId xmlns:a16="http://schemas.microsoft.com/office/drawing/2014/main" id="{E6EC2DE3-CC6E-4760-ABA7-3335FB271C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503" name="正方形/長方形 123502">
                      <a:extLst>
                        <a:ext uri="{FF2B5EF4-FFF2-40B4-BE49-F238E27FC236}">
                          <a16:creationId xmlns:a16="http://schemas.microsoft.com/office/drawing/2014/main" id="{AEDE5AC9-6930-407A-B455-3CCA89B939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504" name="正方形/長方形 123503">
                      <a:extLst>
                        <a:ext uri="{FF2B5EF4-FFF2-40B4-BE49-F238E27FC236}">
                          <a16:creationId xmlns:a16="http://schemas.microsoft.com/office/drawing/2014/main" id="{7640670C-C5EC-4E31-877A-F4D3F1AA04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505" name="正方形/長方形 123504">
                      <a:extLst>
                        <a:ext uri="{FF2B5EF4-FFF2-40B4-BE49-F238E27FC236}">
                          <a16:creationId xmlns:a16="http://schemas.microsoft.com/office/drawing/2014/main" id="{61ACB37E-95A3-4AC1-9A89-F721C09C937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3506" name="正方形/長方形 123505">
                      <a:extLst>
                        <a:ext uri="{FF2B5EF4-FFF2-40B4-BE49-F238E27FC236}">
                          <a16:creationId xmlns:a16="http://schemas.microsoft.com/office/drawing/2014/main" id="{3E6597D6-F7BA-4036-A966-D6068D9636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3333" name="グループ化 123332">
                    <a:extLst>
                      <a:ext uri="{FF2B5EF4-FFF2-40B4-BE49-F238E27FC236}">
                        <a16:creationId xmlns:a16="http://schemas.microsoft.com/office/drawing/2014/main" id="{0DB39751-E77F-48F6-BA9E-8B670259444A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3490" name="直線コネクタ 123489">
                      <a:extLst>
                        <a:ext uri="{FF2B5EF4-FFF2-40B4-BE49-F238E27FC236}">
                          <a16:creationId xmlns:a16="http://schemas.microsoft.com/office/drawing/2014/main" id="{9B146F05-8296-4A2D-A70D-3130AF256E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91" name="直線コネクタ 123490">
                      <a:extLst>
                        <a:ext uri="{FF2B5EF4-FFF2-40B4-BE49-F238E27FC236}">
                          <a16:creationId xmlns:a16="http://schemas.microsoft.com/office/drawing/2014/main" id="{664E76EC-DB64-4F38-BE46-8BB6C0C8B8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92" name="直線コネクタ 123491">
                      <a:extLst>
                        <a:ext uri="{FF2B5EF4-FFF2-40B4-BE49-F238E27FC236}">
                          <a16:creationId xmlns:a16="http://schemas.microsoft.com/office/drawing/2014/main" id="{0309FC23-D9D9-4298-A40B-EA1229DFC5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93" name="直線コネクタ 123492">
                      <a:extLst>
                        <a:ext uri="{FF2B5EF4-FFF2-40B4-BE49-F238E27FC236}">
                          <a16:creationId xmlns:a16="http://schemas.microsoft.com/office/drawing/2014/main" id="{50023A22-AFD4-4717-A843-0D35FE5E80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94" name="直線コネクタ 123493">
                      <a:extLst>
                        <a:ext uri="{FF2B5EF4-FFF2-40B4-BE49-F238E27FC236}">
                          <a16:creationId xmlns:a16="http://schemas.microsoft.com/office/drawing/2014/main" id="{41C22594-6ACA-45A8-BF55-53A6A778EB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95" name="直線コネクタ 123494">
                      <a:extLst>
                        <a:ext uri="{FF2B5EF4-FFF2-40B4-BE49-F238E27FC236}">
                          <a16:creationId xmlns:a16="http://schemas.microsoft.com/office/drawing/2014/main" id="{2C475294-05A7-43B5-B148-44408DB3F6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96" name="直線コネクタ 123495">
                      <a:extLst>
                        <a:ext uri="{FF2B5EF4-FFF2-40B4-BE49-F238E27FC236}">
                          <a16:creationId xmlns:a16="http://schemas.microsoft.com/office/drawing/2014/main" id="{BC92BB0F-4058-48E6-89DE-4BA710E772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97" name="直線コネクタ 123496">
                      <a:extLst>
                        <a:ext uri="{FF2B5EF4-FFF2-40B4-BE49-F238E27FC236}">
                          <a16:creationId xmlns:a16="http://schemas.microsoft.com/office/drawing/2014/main" id="{9D08EE1D-B106-4A61-A71E-513D6EDB21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334" name="グループ化 123333">
                    <a:extLst>
                      <a:ext uri="{FF2B5EF4-FFF2-40B4-BE49-F238E27FC236}">
                        <a16:creationId xmlns:a16="http://schemas.microsoft.com/office/drawing/2014/main" id="{0173D92A-9FD0-4890-B98D-43C0A0ED4695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3482" name="直線コネクタ 123481">
                      <a:extLst>
                        <a:ext uri="{FF2B5EF4-FFF2-40B4-BE49-F238E27FC236}">
                          <a16:creationId xmlns:a16="http://schemas.microsoft.com/office/drawing/2014/main" id="{68E1BD88-B22A-4A62-B73E-8F370E14DF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3" name="直線コネクタ 123482">
                      <a:extLst>
                        <a:ext uri="{FF2B5EF4-FFF2-40B4-BE49-F238E27FC236}">
                          <a16:creationId xmlns:a16="http://schemas.microsoft.com/office/drawing/2014/main" id="{589D996D-64F5-4397-BBA8-299C6AE293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4" name="直線コネクタ 123483">
                      <a:extLst>
                        <a:ext uri="{FF2B5EF4-FFF2-40B4-BE49-F238E27FC236}">
                          <a16:creationId xmlns:a16="http://schemas.microsoft.com/office/drawing/2014/main" id="{24DF1FE9-3B7C-452A-B08A-6732EA3308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5" name="直線コネクタ 123484">
                      <a:extLst>
                        <a:ext uri="{FF2B5EF4-FFF2-40B4-BE49-F238E27FC236}">
                          <a16:creationId xmlns:a16="http://schemas.microsoft.com/office/drawing/2014/main" id="{51FACF91-B527-489B-86EF-EE7B76BBAB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6" name="直線コネクタ 123485">
                      <a:extLst>
                        <a:ext uri="{FF2B5EF4-FFF2-40B4-BE49-F238E27FC236}">
                          <a16:creationId xmlns:a16="http://schemas.microsoft.com/office/drawing/2014/main" id="{BD3E97EB-6A37-4137-BC04-6E58C8090D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7" name="直線コネクタ 123486">
                      <a:extLst>
                        <a:ext uri="{FF2B5EF4-FFF2-40B4-BE49-F238E27FC236}">
                          <a16:creationId xmlns:a16="http://schemas.microsoft.com/office/drawing/2014/main" id="{1E912FE2-3681-4794-AD08-54F48E90CD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8" name="直線コネクタ 123487">
                      <a:extLst>
                        <a:ext uri="{FF2B5EF4-FFF2-40B4-BE49-F238E27FC236}">
                          <a16:creationId xmlns:a16="http://schemas.microsoft.com/office/drawing/2014/main" id="{5B149510-CAD2-4248-9323-B7BDF8B66A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9" name="直線コネクタ 123488">
                      <a:extLst>
                        <a:ext uri="{FF2B5EF4-FFF2-40B4-BE49-F238E27FC236}">
                          <a16:creationId xmlns:a16="http://schemas.microsoft.com/office/drawing/2014/main" id="{AAB11301-C5A3-4EB4-A3AE-645A6280A7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335" name="グループ化 123334">
                    <a:extLst>
                      <a:ext uri="{FF2B5EF4-FFF2-40B4-BE49-F238E27FC236}">
                        <a16:creationId xmlns:a16="http://schemas.microsoft.com/office/drawing/2014/main" id="{16380D67-2143-44D8-9AEB-4A6643993ED7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3440" name="直線コネクタ 123439">
                      <a:extLst>
                        <a:ext uri="{FF2B5EF4-FFF2-40B4-BE49-F238E27FC236}">
                          <a16:creationId xmlns:a16="http://schemas.microsoft.com/office/drawing/2014/main" id="{6F509317-4FFE-4DC2-8C3D-DC844FD66D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1" name="直線コネクタ 123440">
                      <a:extLst>
                        <a:ext uri="{FF2B5EF4-FFF2-40B4-BE49-F238E27FC236}">
                          <a16:creationId xmlns:a16="http://schemas.microsoft.com/office/drawing/2014/main" id="{15FFAE16-3809-4956-BA60-E325C57DF9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2" name="直線コネクタ 123441">
                      <a:extLst>
                        <a:ext uri="{FF2B5EF4-FFF2-40B4-BE49-F238E27FC236}">
                          <a16:creationId xmlns:a16="http://schemas.microsoft.com/office/drawing/2014/main" id="{B90C08D2-8CEC-44C1-9F29-217AE4F1B7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3" name="直線コネクタ 123442">
                      <a:extLst>
                        <a:ext uri="{FF2B5EF4-FFF2-40B4-BE49-F238E27FC236}">
                          <a16:creationId xmlns:a16="http://schemas.microsoft.com/office/drawing/2014/main" id="{652C40E0-B23B-4B3F-A5F8-4B4EF4FBF2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4" name="直線コネクタ 123443">
                      <a:extLst>
                        <a:ext uri="{FF2B5EF4-FFF2-40B4-BE49-F238E27FC236}">
                          <a16:creationId xmlns:a16="http://schemas.microsoft.com/office/drawing/2014/main" id="{E650D328-FE04-432D-8D8D-2E80150DFB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5" name="直線コネクタ 123444">
                      <a:extLst>
                        <a:ext uri="{FF2B5EF4-FFF2-40B4-BE49-F238E27FC236}">
                          <a16:creationId xmlns:a16="http://schemas.microsoft.com/office/drawing/2014/main" id="{B2CB44AE-E63A-4895-B034-1E5DCA23B7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6" name="直線コネクタ 123445">
                      <a:extLst>
                        <a:ext uri="{FF2B5EF4-FFF2-40B4-BE49-F238E27FC236}">
                          <a16:creationId xmlns:a16="http://schemas.microsoft.com/office/drawing/2014/main" id="{32DF7C0A-E7CA-4CC5-B72E-BE873A049B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7" name="直線コネクタ 123446">
                      <a:extLst>
                        <a:ext uri="{FF2B5EF4-FFF2-40B4-BE49-F238E27FC236}">
                          <a16:creationId xmlns:a16="http://schemas.microsoft.com/office/drawing/2014/main" id="{BBA1A38B-6BDF-44CD-9709-3CC3B0BBA7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8" name="直線コネクタ 123447">
                      <a:extLst>
                        <a:ext uri="{FF2B5EF4-FFF2-40B4-BE49-F238E27FC236}">
                          <a16:creationId xmlns:a16="http://schemas.microsoft.com/office/drawing/2014/main" id="{B080E9B3-A803-457B-9EDA-43CC6333A9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49" name="直線コネクタ 123448">
                      <a:extLst>
                        <a:ext uri="{FF2B5EF4-FFF2-40B4-BE49-F238E27FC236}">
                          <a16:creationId xmlns:a16="http://schemas.microsoft.com/office/drawing/2014/main" id="{15EA57E7-159D-4D31-85AE-00DBEC6A4B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0" name="直線コネクタ 123449">
                      <a:extLst>
                        <a:ext uri="{FF2B5EF4-FFF2-40B4-BE49-F238E27FC236}">
                          <a16:creationId xmlns:a16="http://schemas.microsoft.com/office/drawing/2014/main" id="{FDFA1A10-15F0-43CF-A210-FDD042BBDD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1" name="直線コネクタ 123450">
                      <a:extLst>
                        <a:ext uri="{FF2B5EF4-FFF2-40B4-BE49-F238E27FC236}">
                          <a16:creationId xmlns:a16="http://schemas.microsoft.com/office/drawing/2014/main" id="{7E65F32A-F91B-4016-9B15-D6024CA578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2" name="直線コネクタ 123451">
                      <a:extLst>
                        <a:ext uri="{FF2B5EF4-FFF2-40B4-BE49-F238E27FC236}">
                          <a16:creationId xmlns:a16="http://schemas.microsoft.com/office/drawing/2014/main" id="{185548AD-2671-4616-82BC-5E6C3E61D1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3" name="直線コネクタ 123452">
                      <a:extLst>
                        <a:ext uri="{FF2B5EF4-FFF2-40B4-BE49-F238E27FC236}">
                          <a16:creationId xmlns:a16="http://schemas.microsoft.com/office/drawing/2014/main" id="{FF265C85-91D3-4A69-B101-61D5897A4C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4" name="直線コネクタ 123453">
                      <a:extLst>
                        <a:ext uri="{FF2B5EF4-FFF2-40B4-BE49-F238E27FC236}">
                          <a16:creationId xmlns:a16="http://schemas.microsoft.com/office/drawing/2014/main" id="{C01D9193-48DC-466A-A3DD-B3AAAE8B03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5" name="直線コネクタ 123454">
                      <a:extLst>
                        <a:ext uri="{FF2B5EF4-FFF2-40B4-BE49-F238E27FC236}">
                          <a16:creationId xmlns:a16="http://schemas.microsoft.com/office/drawing/2014/main" id="{A5ACD10B-8F7D-4984-A84E-78013A2A58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6" name="直線コネクタ 123455">
                      <a:extLst>
                        <a:ext uri="{FF2B5EF4-FFF2-40B4-BE49-F238E27FC236}">
                          <a16:creationId xmlns:a16="http://schemas.microsoft.com/office/drawing/2014/main" id="{1DB5F1AC-9970-4B53-9D88-8272537B5A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7" name="直線コネクタ 123456">
                      <a:extLst>
                        <a:ext uri="{FF2B5EF4-FFF2-40B4-BE49-F238E27FC236}">
                          <a16:creationId xmlns:a16="http://schemas.microsoft.com/office/drawing/2014/main" id="{920E6489-E4DF-4A5C-AD16-9D06EC0C3A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8" name="直線コネクタ 123457">
                      <a:extLst>
                        <a:ext uri="{FF2B5EF4-FFF2-40B4-BE49-F238E27FC236}">
                          <a16:creationId xmlns:a16="http://schemas.microsoft.com/office/drawing/2014/main" id="{70BAF1B8-242F-4A0F-A050-34629B9D9B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59" name="直線コネクタ 123458">
                      <a:extLst>
                        <a:ext uri="{FF2B5EF4-FFF2-40B4-BE49-F238E27FC236}">
                          <a16:creationId xmlns:a16="http://schemas.microsoft.com/office/drawing/2014/main" id="{F7E3FBA7-47F8-4176-9D62-9AAE354638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0" name="直線コネクタ 123459">
                      <a:extLst>
                        <a:ext uri="{FF2B5EF4-FFF2-40B4-BE49-F238E27FC236}">
                          <a16:creationId xmlns:a16="http://schemas.microsoft.com/office/drawing/2014/main" id="{494FD37C-CAAD-4A85-956B-A4D7C87F9A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1" name="直線コネクタ 123460">
                      <a:extLst>
                        <a:ext uri="{FF2B5EF4-FFF2-40B4-BE49-F238E27FC236}">
                          <a16:creationId xmlns:a16="http://schemas.microsoft.com/office/drawing/2014/main" id="{A05E0BEA-318D-463A-9749-7D8D43227D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2" name="直線コネクタ 123461">
                      <a:extLst>
                        <a:ext uri="{FF2B5EF4-FFF2-40B4-BE49-F238E27FC236}">
                          <a16:creationId xmlns:a16="http://schemas.microsoft.com/office/drawing/2014/main" id="{83C3385C-8C0E-48F9-949B-54EC9A9D3E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3" name="直線コネクタ 123462">
                      <a:extLst>
                        <a:ext uri="{FF2B5EF4-FFF2-40B4-BE49-F238E27FC236}">
                          <a16:creationId xmlns:a16="http://schemas.microsoft.com/office/drawing/2014/main" id="{C5025869-5B61-4319-B3E3-0B17D43782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4" name="直線コネクタ 123463">
                      <a:extLst>
                        <a:ext uri="{FF2B5EF4-FFF2-40B4-BE49-F238E27FC236}">
                          <a16:creationId xmlns:a16="http://schemas.microsoft.com/office/drawing/2014/main" id="{90D9CD11-D7C7-4BD9-95D9-513EA5331A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5" name="直線コネクタ 123464">
                      <a:extLst>
                        <a:ext uri="{FF2B5EF4-FFF2-40B4-BE49-F238E27FC236}">
                          <a16:creationId xmlns:a16="http://schemas.microsoft.com/office/drawing/2014/main" id="{C9B7BD63-56FC-410B-B9F3-143B5856A6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6" name="直線コネクタ 123465">
                      <a:extLst>
                        <a:ext uri="{FF2B5EF4-FFF2-40B4-BE49-F238E27FC236}">
                          <a16:creationId xmlns:a16="http://schemas.microsoft.com/office/drawing/2014/main" id="{E11954D4-3290-4B07-B28F-95EC4313EF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7" name="直線コネクタ 123466">
                      <a:extLst>
                        <a:ext uri="{FF2B5EF4-FFF2-40B4-BE49-F238E27FC236}">
                          <a16:creationId xmlns:a16="http://schemas.microsoft.com/office/drawing/2014/main" id="{74C3470F-0A5A-4A9F-AD76-A044C16E7E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8" name="直線コネクタ 123467">
                      <a:extLst>
                        <a:ext uri="{FF2B5EF4-FFF2-40B4-BE49-F238E27FC236}">
                          <a16:creationId xmlns:a16="http://schemas.microsoft.com/office/drawing/2014/main" id="{C51CCC2E-8AFD-4E7A-8E97-E91050F4E8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69" name="直線コネクタ 123468">
                      <a:extLst>
                        <a:ext uri="{FF2B5EF4-FFF2-40B4-BE49-F238E27FC236}">
                          <a16:creationId xmlns:a16="http://schemas.microsoft.com/office/drawing/2014/main" id="{DCB7E819-6E49-4CAE-9AE3-56300779D3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0" name="直線コネクタ 123469">
                      <a:extLst>
                        <a:ext uri="{FF2B5EF4-FFF2-40B4-BE49-F238E27FC236}">
                          <a16:creationId xmlns:a16="http://schemas.microsoft.com/office/drawing/2014/main" id="{FD5A5E55-D675-476D-B97E-1F370A34AD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1" name="直線コネクタ 123470">
                      <a:extLst>
                        <a:ext uri="{FF2B5EF4-FFF2-40B4-BE49-F238E27FC236}">
                          <a16:creationId xmlns:a16="http://schemas.microsoft.com/office/drawing/2014/main" id="{2268CE4D-B56D-4D6D-9264-ED4B6D623B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2" name="直線コネクタ 123471">
                      <a:extLst>
                        <a:ext uri="{FF2B5EF4-FFF2-40B4-BE49-F238E27FC236}">
                          <a16:creationId xmlns:a16="http://schemas.microsoft.com/office/drawing/2014/main" id="{47E96168-2F3F-4883-8722-8023426468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3" name="直線コネクタ 123472">
                      <a:extLst>
                        <a:ext uri="{FF2B5EF4-FFF2-40B4-BE49-F238E27FC236}">
                          <a16:creationId xmlns:a16="http://schemas.microsoft.com/office/drawing/2014/main" id="{76BD382B-1BB4-44F2-A7EF-9B051A4BA9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4" name="直線コネクタ 123473">
                      <a:extLst>
                        <a:ext uri="{FF2B5EF4-FFF2-40B4-BE49-F238E27FC236}">
                          <a16:creationId xmlns:a16="http://schemas.microsoft.com/office/drawing/2014/main" id="{D90256BA-4EED-446B-B051-5583834235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5" name="直線コネクタ 123474">
                      <a:extLst>
                        <a:ext uri="{FF2B5EF4-FFF2-40B4-BE49-F238E27FC236}">
                          <a16:creationId xmlns:a16="http://schemas.microsoft.com/office/drawing/2014/main" id="{A3647FBF-4041-4BA3-9255-65113CD7C3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6" name="直線コネクタ 123475">
                      <a:extLst>
                        <a:ext uri="{FF2B5EF4-FFF2-40B4-BE49-F238E27FC236}">
                          <a16:creationId xmlns:a16="http://schemas.microsoft.com/office/drawing/2014/main" id="{A56B88E3-138E-42A0-BF6F-E0F9A9F21D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7" name="直線コネクタ 123476">
                      <a:extLst>
                        <a:ext uri="{FF2B5EF4-FFF2-40B4-BE49-F238E27FC236}">
                          <a16:creationId xmlns:a16="http://schemas.microsoft.com/office/drawing/2014/main" id="{83FA8526-D42D-438C-9D5F-7AAEA18C64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8" name="直線コネクタ 123477">
                      <a:extLst>
                        <a:ext uri="{FF2B5EF4-FFF2-40B4-BE49-F238E27FC236}">
                          <a16:creationId xmlns:a16="http://schemas.microsoft.com/office/drawing/2014/main" id="{F0F95E88-7972-449D-AAB9-F9B37AC5D1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79" name="直線コネクタ 123478">
                      <a:extLst>
                        <a:ext uri="{FF2B5EF4-FFF2-40B4-BE49-F238E27FC236}">
                          <a16:creationId xmlns:a16="http://schemas.microsoft.com/office/drawing/2014/main" id="{C7719378-895F-4AED-A488-475B6C580D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0" name="直線コネクタ 123479">
                      <a:extLst>
                        <a:ext uri="{FF2B5EF4-FFF2-40B4-BE49-F238E27FC236}">
                          <a16:creationId xmlns:a16="http://schemas.microsoft.com/office/drawing/2014/main" id="{A15E0DD4-B0A6-429C-A551-809B0BCAE9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81" name="直線コネクタ 123480">
                      <a:extLst>
                        <a:ext uri="{FF2B5EF4-FFF2-40B4-BE49-F238E27FC236}">
                          <a16:creationId xmlns:a16="http://schemas.microsoft.com/office/drawing/2014/main" id="{1F9BDA15-0AA0-40DA-B369-38FA8D1163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336" name="グループ化 123335">
                    <a:extLst>
                      <a:ext uri="{FF2B5EF4-FFF2-40B4-BE49-F238E27FC236}">
                        <a16:creationId xmlns:a16="http://schemas.microsoft.com/office/drawing/2014/main" id="{4CCCFBAD-83B5-4839-B833-5F80C7D5C43C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3398" name="直線コネクタ 123397">
                      <a:extLst>
                        <a:ext uri="{FF2B5EF4-FFF2-40B4-BE49-F238E27FC236}">
                          <a16:creationId xmlns:a16="http://schemas.microsoft.com/office/drawing/2014/main" id="{3BCB28B5-2C34-49FC-A1D6-634F006336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99" name="直線コネクタ 123398">
                      <a:extLst>
                        <a:ext uri="{FF2B5EF4-FFF2-40B4-BE49-F238E27FC236}">
                          <a16:creationId xmlns:a16="http://schemas.microsoft.com/office/drawing/2014/main" id="{5D103895-06B4-4254-803A-51DFB6294B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0" name="直線コネクタ 123399">
                      <a:extLst>
                        <a:ext uri="{FF2B5EF4-FFF2-40B4-BE49-F238E27FC236}">
                          <a16:creationId xmlns:a16="http://schemas.microsoft.com/office/drawing/2014/main" id="{2DBFAF8D-9C2F-4DA8-98C8-35AC92A43B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1" name="直線コネクタ 123400">
                      <a:extLst>
                        <a:ext uri="{FF2B5EF4-FFF2-40B4-BE49-F238E27FC236}">
                          <a16:creationId xmlns:a16="http://schemas.microsoft.com/office/drawing/2014/main" id="{A11106B4-0FB8-457B-80C6-DBE18B2880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2" name="直線コネクタ 123401">
                      <a:extLst>
                        <a:ext uri="{FF2B5EF4-FFF2-40B4-BE49-F238E27FC236}">
                          <a16:creationId xmlns:a16="http://schemas.microsoft.com/office/drawing/2014/main" id="{DC46CB4C-5E70-47B4-97F7-1C05CF7ECA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3" name="直線コネクタ 123402">
                      <a:extLst>
                        <a:ext uri="{FF2B5EF4-FFF2-40B4-BE49-F238E27FC236}">
                          <a16:creationId xmlns:a16="http://schemas.microsoft.com/office/drawing/2014/main" id="{EDF627AC-1F67-4EDE-ADAF-FFEF3EF265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4" name="直線コネクタ 123403">
                      <a:extLst>
                        <a:ext uri="{FF2B5EF4-FFF2-40B4-BE49-F238E27FC236}">
                          <a16:creationId xmlns:a16="http://schemas.microsoft.com/office/drawing/2014/main" id="{8A46F420-0771-4647-8C81-58660024D1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5" name="直線コネクタ 123404">
                      <a:extLst>
                        <a:ext uri="{FF2B5EF4-FFF2-40B4-BE49-F238E27FC236}">
                          <a16:creationId xmlns:a16="http://schemas.microsoft.com/office/drawing/2014/main" id="{5E19E501-0BE4-4F4A-87B3-CDF43E089A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6" name="直線コネクタ 123405">
                      <a:extLst>
                        <a:ext uri="{FF2B5EF4-FFF2-40B4-BE49-F238E27FC236}">
                          <a16:creationId xmlns:a16="http://schemas.microsoft.com/office/drawing/2014/main" id="{9BC4FFEB-E968-4A82-B6DD-47D9321848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7" name="直線コネクタ 123406">
                      <a:extLst>
                        <a:ext uri="{FF2B5EF4-FFF2-40B4-BE49-F238E27FC236}">
                          <a16:creationId xmlns:a16="http://schemas.microsoft.com/office/drawing/2014/main" id="{C0414A80-387C-40DB-898D-36F75BCB21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8" name="直線コネクタ 123407">
                      <a:extLst>
                        <a:ext uri="{FF2B5EF4-FFF2-40B4-BE49-F238E27FC236}">
                          <a16:creationId xmlns:a16="http://schemas.microsoft.com/office/drawing/2014/main" id="{CC7F78AB-9155-4CFB-B8DC-53729957EE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09" name="直線コネクタ 123408">
                      <a:extLst>
                        <a:ext uri="{FF2B5EF4-FFF2-40B4-BE49-F238E27FC236}">
                          <a16:creationId xmlns:a16="http://schemas.microsoft.com/office/drawing/2014/main" id="{73AC9A9A-AE0F-49E2-9175-BE78F9008B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0" name="直線コネクタ 123409">
                      <a:extLst>
                        <a:ext uri="{FF2B5EF4-FFF2-40B4-BE49-F238E27FC236}">
                          <a16:creationId xmlns:a16="http://schemas.microsoft.com/office/drawing/2014/main" id="{0D737BEA-68F6-4292-A182-36FCFF006D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1" name="直線コネクタ 123410">
                      <a:extLst>
                        <a:ext uri="{FF2B5EF4-FFF2-40B4-BE49-F238E27FC236}">
                          <a16:creationId xmlns:a16="http://schemas.microsoft.com/office/drawing/2014/main" id="{C93DE023-FF0A-467A-B3DD-BD86D28B32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2" name="直線コネクタ 123411">
                      <a:extLst>
                        <a:ext uri="{FF2B5EF4-FFF2-40B4-BE49-F238E27FC236}">
                          <a16:creationId xmlns:a16="http://schemas.microsoft.com/office/drawing/2014/main" id="{EEAFD25F-DE53-43AD-9988-742CDB6061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3" name="直線コネクタ 123412">
                      <a:extLst>
                        <a:ext uri="{FF2B5EF4-FFF2-40B4-BE49-F238E27FC236}">
                          <a16:creationId xmlns:a16="http://schemas.microsoft.com/office/drawing/2014/main" id="{8448F59D-3504-4372-93B7-DEA09570BF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4" name="直線コネクタ 123413">
                      <a:extLst>
                        <a:ext uri="{FF2B5EF4-FFF2-40B4-BE49-F238E27FC236}">
                          <a16:creationId xmlns:a16="http://schemas.microsoft.com/office/drawing/2014/main" id="{6A689D16-4FE2-4512-B1C1-13BE1B3375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5" name="直線コネクタ 123414">
                      <a:extLst>
                        <a:ext uri="{FF2B5EF4-FFF2-40B4-BE49-F238E27FC236}">
                          <a16:creationId xmlns:a16="http://schemas.microsoft.com/office/drawing/2014/main" id="{C5810C84-4364-4AE8-9066-155346DA83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6" name="直線コネクタ 123415">
                      <a:extLst>
                        <a:ext uri="{FF2B5EF4-FFF2-40B4-BE49-F238E27FC236}">
                          <a16:creationId xmlns:a16="http://schemas.microsoft.com/office/drawing/2014/main" id="{7DC54D8C-AAFD-4988-83F5-67A99D8037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7" name="直線コネクタ 123416">
                      <a:extLst>
                        <a:ext uri="{FF2B5EF4-FFF2-40B4-BE49-F238E27FC236}">
                          <a16:creationId xmlns:a16="http://schemas.microsoft.com/office/drawing/2014/main" id="{BB3D5E98-C149-4FCF-BB44-0002DD3250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8" name="直線コネクタ 123417">
                      <a:extLst>
                        <a:ext uri="{FF2B5EF4-FFF2-40B4-BE49-F238E27FC236}">
                          <a16:creationId xmlns:a16="http://schemas.microsoft.com/office/drawing/2014/main" id="{B48780F0-946F-4F7D-B22F-AE40DD29B6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19" name="直線コネクタ 123418">
                      <a:extLst>
                        <a:ext uri="{FF2B5EF4-FFF2-40B4-BE49-F238E27FC236}">
                          <a16:creationId xmlns:a16="http://schemas.microsoft.com/office/drawing/2014/main" id="{8027E41E-564D-400B-88AB-E6C4C68AD8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0" name="直線コネクタ 123419">
                      <a:extLst>
                        <a:ext uri="{FF2B5EF4-FFF2-40B4-BE49-F238E27FC236}">
                          <a16:creationId xmlns:a16="http://schemas.microsoft.com/office/drawing/2014/main" id="{1C571759-D319-4D5C-ADA7-6C45067CB4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1" name="直線コネクタ 123420">
                      <a:extLst>
                        <a:ext uri="{FF2B5EF4-FFF2-40B4-BE49-F238E27FC236}">
                          <a16:creationId xmlns:a16="http://schemas.microsoft.com/office/drawing/2014/main" id="{D0D881B8-353D-486F-9156-A35485AD66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2" name="直線コネクタ 123421">
                      <a:extLst>
                        <a:ext uri="{FF2B5EF4-FFF2-40B4-BE49-F238E27FC236}">
                          <a16:creationId xmlns:a16="http://schemas.microsoft.com/office/drawing/2014/main" id="{81A74339-5BEC-4405-A248-8F2CB3D390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3" name="直線コネクタ 123422">
                      <a:extLst>
                        <a:ext uri="{FF2B5EF4-FFF2-40B4-BE49-F238E27FC236}">
                          <a16:creationId xmlns:a16="http://schemas.microsoft.com/office/drawing/2014/main" id="{8D98E3A8-FEDF-4E7E-B557-5F04DBFE3B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4" name="直線コネクタ 123423">
                      <a:extLst>
                        <a:ext uri="{FF2B5EF4-FFF2-40B4-BE49-F238E27FC236}">
                          <a16:creationId xmlns:a16="http://schemas.microsoft.com/office/drawing/2014/main" id="{E0A7FEBD-20C2-49E2-B7D9-B054CBE915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5" name="直線コネクタ 123424">
                      <a:extLst>
                        <a:ext uri="{FF2B5EF4-FFF2-40B4-BE49-F238E27FC236}">
                          <a16:creationId xmlns:a16="http://schemas.microsoft.com/office/drawing/2014/main" id="{94785788-604B-4D4E-B716-74F65A9A82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6" name="直線コネクタ 123425">
                      <a:extLst>
                        <a:ext uri="{FF2B5EF4-FFF2-40B4-BE49-F238E27FC236}">
                          <a16:creationId xmlns:a16="http://schemas.microsoft.com/office/drawing/2014/main" id="{889C60E9-8004-4120-811F-2BEA357112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7" name="直線コネクタ 123426">
                      <a:extLst>
                        <a:ext uri="{FF2B5EF4-FFF2-40B4-BE49-F238E27FC236}">
                          <a16:creationId xmlns:a16="http://schemas.microsoft.com/office/drawing/2014/main" id="{905B86AC-B8D1-4595-A382-7BBE463BCB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8" name="直線コネクタ 123427">
                      <a:extLst>
                        <a:ext uri="{FF2B5EF4-FFF2-40B4-BE49-F238E27FC236}">
                          <a16:creationId xmlns:a16="http://schemas.microsoft.com/office/drawing/2014/main" id="{F6872DF0-BEC5-435F-93F1-AB69B18EDF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29" name="直線コネクタ 123428">
                      <a:extLst>
                        <a:ext uri="{FF2B5EF4-FFF2-40B4-BE49-F238E27FC236}">
                          <a16:creationId xmlns:a16="http://schemas.microsoft.com/office/drawing/2014/main" id="{8C427DF4-F549-41AA-8265-F6923347CB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0" name="直線コネクタ 123429">
                      <a:extLst>
                        <a:ext uri="{FF2B5EF4-FFF2-40B4-BE49-F238E27FC236}">
                          <a16:creationId xmlns:a16="http://schemas.microsoft.com/office/drawing/2014/main" id="{BB7990AD-0A53-40EB-885C-C12DFC4772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1" name="直線コネクタ 123430">
                      <a:extLst>
                        <a:ext uri="{FF2B5EF4-FFF2-40B4-BE49-F238E27FC236}">
                          <a16:creationId xmlns:a16="http://schemas.microsoft.com/office/drawing/2014/main" id="{240EE6E8-6374-49B9-BD54-46B526CD9C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2" name="直線コネクタ 123431">
                      <a:extLst>
                        <a:ext uri="{FF2B5EF4-FFF2-40B4-BE49-F238E27FC236}">
                          <a16:creationId xmlns:a16="http://schemas.microsoft.com/office/drawing/2014/main" id="{97C06789-AC59-4E98-AA9B-EA3C07AA70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3" name="直線コネクタ 123432">
                      <a:extLst>
                        <a:ext uri="{FF2B5EF4-FFF2-40B4-BE49-F238E27FC236}">
                          <a16:creationId xmlns:a16="http://schemas.microsoft.com/office/drawing/2014/main" id="{94D525A7-AE99-4CB0-AC09-0771C989EE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4" name="直線コネクタ 123433">
                      <a:extLst>
                        <a:ext uri="{FF2B5EF4-FFF2-40B4-BE49-F238E27FC236}">
                          <a16:creationId xmlns:a16="http://schemas.microsoft.com/office/drawing/2014/main" id="{0C42C240-4552-4FBB-B789-F6A26E2C3B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5" name="直線コネクタ 123434">
                      <a:extLst>
                        <a:ext uri="{FF2B5EF4-FFF2-40B4-BE49-F238E27FC236}">
                          <a16:creationId xmlns:a16="http://schemas.microsoft.com/office/drawing/2014/main" id="{801D1DEE-6179-4AEB-BFA1-99786AC6F8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6" name="直線コネクタ 123435">
                      <a:extLst>
                        <a:ext uri="{FF2B5EF4-FFF2-40B4-BE49-F238E27FC236}">
                          <a16:creationId xmlns:a16="http://schemas.microsoft.com/office/drawing/2014/main" id="{5A82ED36-74FB-473A-8CF6-E02064840A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7" name="直線コネクタ 123436">
                      <a:extLst>
                        <a:ext uri="{FF2B5EF4-FFF2-40B4-BE49-F238E27FC236}">
                          <a16:creationId xmlns:a16="http://schemas.microsoft.com/office/drawing/2014/main" id="{03FFE61D-FF17-41BE-8FE1-AEF670E612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8" name="直線コネクタ 123437">
                      <a:extLst>
                        <a:ext uri="{FF2B5EF4-FFF2-40B4-BE49-F238E27FC236}">
                          <a16:creationId xmlns:a16="http://schemas.microsoft.com/office/drawing/2014/main" id="{E86282E9-A3A8-4BB2-BDE6-8D00A66F84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439" name="直線コネクタ 123438">
                      <a:extLst>
                        <a:ext uri="{FF2B5EF4-FFF2-40B4-BE49-F238E27FC236}">
                          <a16:creationId xmlns:a16="http://schemas.microsoft.com/office/drawing/2014/main" id="{2EE0B898-6D2C-48A2-A9C0-6311C58D97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337" name="グループ化 123336">
                    <a:extLst>
                      <a:ext uri="{FF2B5EF4-FFF2-40B4-BE49-F238E27FC236}">
                        <a16:creationId xmlns:a16="http://schemas.microsoft.com/office/drawing/2014/main" id="{C24DA2AF-25A7-4D86-AF25-B3FDB2D44E4A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3390" name="直線コネクタ 123389">
                      <a:extLst>
                        <a:ext uri="{FF2B5EF4-FFF2-40B4-BE49-F238E27FC236}">
                          <a16:creationId xmlns:a16="http://schemas.microsoft.com/office/drawing/2014/main" id="{9D4F7ECE-2954-4456-8642-EFE451ECC1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91" name="直線コネクタ 123390">
                      <a:extLst>
                        <a:ext uri="{FF2B5EF4-FFF2-40B4-BE49-F238E27FC236}">
                          <a16:creationId xmlns:a16="http://schemas.microsoft.com/office/drawing/2014/main" id="{B8E58F89-D973-464E-B42B-5AE21E1C4B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92" name="直線コネクタ 123391">
                      <a:extLst>
                        <a:ext uri="{FF2B5EF4-FFF2-40B4-BE49-F238E27FC236}">
                          <a16:creationId xmlns:a16="http://schemas.microsoft.com/office/drawing/2014/main" id="{131EB2C1-797A-4A68-9B00-94FC4A09C8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93" name="直線コネクタ 123392">
                      <a:extLst>
                        <a:ext uri="{FF2B5EF4-FFF2-40B4-BE49-F238E27FC236}">
                          <a16:creationId xmlns:a16="http://schemas.microsoft.com/office/drawing/2014/main" id="{F35E34AE-A535-4F60-A9F0-C57438A9F6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94" name="直線コネクタ 123393">
                      <a:extLst>
                        <a:ext uri="{FF2B5EF4-FFF2-40B4-BE49-F238E27FC236}">
                          <a16:creationId xmlns:a16="http://schemas.microsoft.com/office/drawing/2014/main" id="{A7F2CDE2-8611-4F03-B654-DF6AECEA59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95" name="直線コネクタ 123394">
                      <a:extLst>
                        <a:ext uri="{FF2B5EF4-FFF2-40B4-BE49-F238E27FC236}">
                          <a16:creationId xmlns:a16="http://schemas.microsoft.com/office/drawing/2014/main" id="{8C6B2E6B-5C6F-4E2D-94D0-D2773CAC7F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96" name="直線コネクタ 123395">
                      <a:extLst>
                        <a:ext uri="{FF2B5EF4-FFF2-40B4-BE49-F238E27FC236}">
                          <a16:creationId xmlns:a16="http://schemas.microsoft.com/office/drawing/2014/main" id="{0FD0E8D9-099C-4408-A14A-6B1F836850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97" name="直線コネクタ 123396">
                      <a:extLst>
                        <a:ext uri="{FF2B5EF4-FFF2-40B4-BE49-F238E27FC236}">
                          <a16:creationId xmlns:a16="http://schemas.microsoft.com/office/drawing/2014/main" id="{DF2FB4B7-3227-4750-A981-AAD6942D1D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338" name="グループ化 123337">
                    <a:extLst>
                      <a:ext uri="{FF2B5EF4-FFF2-40B4-BE49-F238E27FC236}">
                        <a16:creationId xmlns:a16="http://schemas.microsoft.com/office/drawing/2014/main" id="{0E396383-E953-43D4-B75E-832616B8B910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3382" name="直線コネクタ 123381">
                      <a:extLst>
                        <a:ext uri="{FF2B5EF4-FFF2-40B4-BE49-F238E27FC236}">
                          <a16:creationId xmlns:a16="http://schemas.microsoft.com/office/drawing/2014/main" id="{8A40BDA6-9031-4F5E-B7EA-908054D501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3" name="直線コネクタ 123382">
                      <a:extLst>
                        <a:ext uri="{FF2B5EF4-FFF2-40B4-BE49-F238E27FC236}">
                          <a16:creationId xmlns:a16="http://schemas.microsoft.com/office/drawing/2014/main" id="{B9D36EEC-9C0E-4162-A51B-211478F0D4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4" name="直線コネクタ 123383">
                      <a:extLst>
                        <a:ext uri="{FF2B5EF4-FFF2-40B4-BE49-F238E27FC236}">
                          <a16:creationId xmlns:a16="http://schemas.microsoft.com/office/drawing/2014/main" id="{08449080-1309-4377-97DE-9FC7C9414B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5" name="直線コネクタ 123384">
                      <a:extLst>
                        <a:ext uri="{FF2B5EF4-FFF2-40B4-BE49-F238E27FC236}">
                          <a16:creationId xmlns:a16="http://schemas.microsoft.com/office/drawing/2014/main" id="{5B8DB874-7D50-4D57-B5F3-4749F91681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6" name="直線コネクタ 123385">
                      <a:extLst>
                        <a:ext uri="{FF2B5EF4-FFF2-40B4-BE49-F238E27FC236}">
                          <a16:creationId xmlns:a16="http://schemas.microsoft.com/office/drawing/2014/main" id="{2758D308-6D49-4170-9E66-E9EEBA1E93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7" name="直線コネクタ 123386">
                      <a:extLst>
                        <a:ext uri="{FF2B5EF4-FFF2-40B4-BE49-F238E27FC236}">
                          <a16:creationId xmlns:a16="http://schemas.microsoft.com/office/drawing/2014/main" id="{A86C762A-A5C3-4127-BD52-45A09641C7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8" name="直線コネクタ 123387">
                      <a:extLst>
                        <a:ext uri="{FF2B5EF4-FFF2-40B4-BE49-F238E27FC236}">
                          <a16:creationId xmlns:a16="http://schemas.microsoft.com/office/drawing/2014/main" id="{C36BEAA8-648B-48E4-B58D-64B7F0B055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9" name="直線コネクタ 123388">
                      <a:extLst>
                        <a:ext uri="{FF2B5EF4-FFF2-40B4-BE49-F238E27FC236}">
                          <a16:creationId xmlns:a16="http://schemas.microsoft.com/office/drawing/2014/main" id="{8C618C27-D8D7-4F4F-AFF4-B0BC507E7D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3339" name="グループ化 123338">
                    <a:extLst>
                      <a:ext uri="{FF2B5EF4-FFF2-40B4-BE49-F238E27FC236}">
                        <a16:creationId xmlns:a16="http://schemas.microsoft.com/office/drawing/2014/main" id="{8D46C82D-E69D-4858-8D06-CCFB54A8C270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3340" name="直線コネクタ 123339">
                      <a:extLst>
                        <a:ext uri="{FF2B5EF4-FFF2-40B4-BE49-F238E27FC236}">
                          <a16:creationId xmlns:a16="http://schemas.microsoft.com/office/drawing/2014/main" id="{482BB862-7309-440D-9152-8777A09C61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1" name="直線コネクタ 123340">
                      <a:extLst>
                        <a:ext uri="{FF2B5EF4-FFF2-40B4-BE49-F238E27FC236}">
                          <a16:creationId xmlns:a16="http://schemas.microsoft.com/office/drawing/2014/main" id="{8F38219E-E43A-4C78-84E6-8E36F8BD90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2" name="直線コネクタ 123341">
                      <a:extLst>
                        <a:ext uri="{FF2B5EF4-FFF2-40B4-BE49-F238E27FC236}">
                          <a16:creationId xmlns:a16="http://schemas.microsoft.com/office/drawing/2014/main" id="{AEB41FEB-694B-4BFB-A39A-1CFFA268C9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3" name="直線コネクタ 123342">
                      <a:extLst>
                        <a:ext uri="{FF2B5EF4-FFF2-40B4-BE49-F238E27FC236}">
                          <a16:creationId xmlns:a16="http://schemas.microsoft.com/office/drawing/2014/main" id="{09642737-8AE5-41F5-BBD2-1ACD4DF3DA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4" name="直線コネクタ 123343">
                      <a:extLst>
                        <a:ext uri="{FF2B5EF4-FFF2-40B4-BE49-F238E27FC236}">
                          <a16:creationId xmlns:a16="http://schemas.microsoft.com/office/drawing/2014/main" id="{24CFFADB-1C34-4CC7-9E20-BEF518961B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5" name="直線コネクタ 123344">
                      <a:extLst>
                        <a:ext uri="{FF2B5EF4-FFF2-40B4-BE49-F238E27FC236}">
                          <a16:creationId xmlns:a16="http://schemas.microsoft.com/office/drawing/2014/main" id="{DF0CC7B2-E838-423F-A69E-AB62A1D848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6" name="直線コネクタ 123345">
                      <a:extLst>
                        <a:ext uri="{FF2B5EF4-FFF2-40B4-BE49-F238E27FC236}">
                          <a16:creationId xmlns:a16="http://schemas.microsoft.com/office/drawing/2014/main" id="{16EF2B6E-FF11-4C94-A439-719D858AD3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7" name="直線コネクタ 123346">
                      <a:extLst>
                        <a:ext uri="{FF2B5EF4-FFF2-40B4-BE49-F238E27FC236}">
                          <a16:creationId xmlns:a16="http://schemas.microsoft.com/office/drawing/2014/main" id="{C99B72D0-E8FE-4538-BBBF-5635E90452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8" name="直線コネクタ 123347">
                      <a:extLst>
                        <a:ext uri="{FF2B5EF4-FFF2-40B4-BE49-F238E27FC236}">
                          <a16:creationId xmlns:a16="http://schemas.microsoft.com/office/drawing/2014/main" id="{2BE799CF-9F92-4CB6-8B75-929205CF5F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49" name="直線コネクタ 123348">
                      <a:extLst>
                        <a:ext uri="{FF2B5EF4-FFF2-40B4-BE49-F238E27FC236}">
                          <a16:creationId xmlns:a16="http://schemas.microsoft.com/office/drawing/2014/main" id="{646A5EFD-9481-4722-B4EF-11379E310B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0" name="直線コネクタ 123349">
                      <a:extLst>
                        <a:ext uri="{FF2B5EF4-FFF2-40B4-BE49-F238E27FC236}">
                          <a16:creationId xmlns:a16="http://schemas.microsoft.com/office/drawing/2014/main" id="{622F105B-5242-47F0-B923-DB9DDC8278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1" name="直線コネクタ 123350">
                      <a:extLst>
                        <a:ext uri="{FF2B5EF4-FFF2-40B4-BE49-F238E27FC236}">
                          <a16:creationId xmlns:a16="http://schemas.microsoft.com/office/drawing/2014/main" id="{34D3EBBE-BCA2-41BD-8FAE-EE3017991D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2" name="直線コネクタ 123351">
                      <a:extLst>
                        <a:ext uri="{FF2B5EF4-FFF2-40B4-BE49-F238E27FC236}">
                          <a16:creationId xmlns:a16="http://schemas.microsoft.com/office/drawing/2014/main" id="{6757460A-A8DF-4464-ADC7-A55AB807FF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3" name="直線コネクタ 123352">
                      <a:extLst>
                        <a:ext uri="{FF2B5EF4-FFF2-40B4-BE49-F238E27FC236}">
                          <a16:creationId xmlns:a16="http://schemas.microsoft.com/office/drawing/2014/main" id="{2E688390-2C5F-41D5-A47C-DC6AA90FAE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4" name="直線コネクタ 123353">
                      <a:extLst>
                        <a:ext uri="{FF2B5EF4-FFF2-40B4-BE49-F238E27FC236}">
                          <a16:creationId xmlns:a16="http://schemas.microsoft.com/office/drawing/2014/main" id="{6A58DBE2-FE4B-44D4-A019-9FD6441778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5" name="直線コネクタ 123354">
                      <a:extLst>
                        <a:ext uri="{FF2B5EF4-FFF2-40B4-BE49-F238E27FC236}">
                          <a16:creationId xmlns:a16="http://schemas.microsoft.com/office/drawing/2014/main" id="{95D87458-79E0-4006-B9D8-530ADD8B24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6" name="直線コネクタ 123355">
                      <a:extLst>
                        <a:ext uri="{FF2B5EF4-FFF2-40B4-BE49-F238E27FC236}">
                          <a16:creationId xmlns:a16="http://schemas.microsoft.com/office/drawing/2014/main" id="{431F983E-07B6-4F54-8EA5-17377F0447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7" name="直線コネクタ 123356">
                      <a:extLst>
                        <a:ext uri="{FF2B5EF4-FFF2-40B4-BE49-F238E27FC236}">
                          <a16:creationId xmlns:a16="http://schemas.microsoft.com/office/drawing/2014/main" id="{C8F6A9FB-22AC-4942-94E4-1E2C9DEECB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8" name="直線コネクタ 123357">
                      <a:extLst>
                        <a:ext uri="{FF2B5EF4-FFF2-40B4-BE49-F238E27FC236}">
                          <a16:creationId xmlns:a16="http://schemas.microsoft.com/office/drawing/2014/main" id="{1DF35DD8-252A-4FCA-AFEF-C671C6E323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59" name="直線コネクタ 123358">
                      <a:extLst>
                        <a:ext uri="{FF2B5EF4-FFF2-40B4-BE49-F238E27FC236}">
                          <a16:creationId xmlns:a16="http://schemas.microsoft.com/office/drawing/2014/main" id="{C5F3194A-B696-4757-81F6-93CE8CE7A2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0" name="直線コネクタ 123359">
                      <a:extLst>
                        <a:ext uri="{FF2B5EF4-FFF2-40B4-BE49-F238E27FC236}">
                          <a16:creationId xmlns:a16="http://schemas.microsoft.com/office/drawing/2014/main" id="{872A0EB0-E465-4E8F-A240-3A82BAD141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1" name="直線コネクタ 123360">
                      <a:extLst>
                        <a:ext uri="{FF2B5EF4-FFF2-40B4-BE49-F238E27FC236}">
                          <a16:creationId xmlns:a16="http://schemas.microsoft.com/office/drawing/2014/main" id="{992B8BF4-8A1E-4CE3-BA2E-72C3A9D444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2" name="直線コネクタ 123361">
                      <a:extLst>
                        <a:ext uri="{FF2B5EF4-FFF2-40B4-BE49-F238E27FC236}">
                          <a16:creationId xmlns:a16="http://schemas.microsoft.com/office/drawing/2014/main" id="{932A2A53-1F44-41EE-A087-0E119A7344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3" name="直線コネクタ 123362">
                      <a:extLst>
                        <a:ext uri="{FF2B5EF4-FFF2-40B4-BE49-F238E27FC236}">
                          <a16:creationId xmlns:a16="http://schemas.microsoft.com/office/drawing/2014/main" id="{981BB6E9-FA43-45E2-8008-066CEECFF8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4" name="直線コネクタ 123363">
                      <a:extLst>
                        <a:ext uri="{FF2B5EF4-FFF2-40B4-BE49-F238E27FC236}">
                          <a16:creationId xmlns:a16="http://schemas.microsoft.com/office/drawing/2014/main" id="{F38098DF-61E6-463C-AA9D-BBDF33F3A2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5" name="直線コネクタ 123364">
                      <a:extLst>
                        <a:ext uri="{FF2B5EF4-FFF2-40B4-BE49-F238E27FC236}">
                          <a16:creationId xmlns:a16="http://schemas.microsoft.com/office/drawing/2014/main" id="{66D9F618-E410-4CAE-909A-BFBEAF700E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6" name="直線コネクタ 123365">
                      <a:extLst>
                        <a:ext uri="{FF2B5EF4-FFF2-40B4-BE49-F238E27FC236}">
                          <a16:creationId xmlns:a16="http://schemas.microsoft.com/office/drawing/2014/main" id="{90DBF29D-E725-4306-89BA-54D512C1AB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7" name="直線コネクタ 123366">
                      <a:extLst>
                        <a:ext uri="{FF2B5EF4-FFF2-40B4-BE49-F238E27FC236}">
                          <a16:creationId xmlns:a16="http://schemas.microsoft.com/office/drawing/2014/main" id="{E3E0673E-66C8-4110-907A-EA6EC09D5F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8" name="直線コネクタ 123367">
                      <a:extLst>
                        <a:ext uri="{FF2B5EF4-FFF2-40B4-BE49-F238E27FC236}">
                          <a16:creationId xmlns:a16="http://schemas.microsoft.com/office/drawing/2014/main" id="{A115B3C6-94C2-4DD6-9097-127D01770C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69" name="直線コネクタ 123368">
                      <a:extLst>
                        <a:ext uri="{FF2B5EF4-FFF2-40B4-BE49-F238E27FC236}">
                          <a16:creationId xmlns:a16="http://schemas.microsoft.com/office/drawing/2014/main" id="{B6B068BF-B695-4CF6-83CF-CD7CD74BF2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0" name="直線コネクタ 123369">
                      <a:extLst>
                        <a:ext uri="{FF2B5EF4-FFF2-40B4-BE49-F238E27FC236}">
                          <a16:creationId xmlns:a16="http://schemas.microsoft.com/office/drawing/2014/main" id="{0D0AD7DB-A5CA-4D0F-9314-058EDE1D67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1" name="直線コネクタ 123370">
                      <a:extLst>
                        <a:ext uri="{FF2B5EF4-FFF2-40B4-BE49-F238E27FC236}">
                          <a16:creationId xmlns:a16="http://schemas.microsoft.com/office/drawing/2014/main" id="{9A2D8496-9076-47A4-BBBB-F144D0A958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2" name="直線コネクタ 123371">
                      <a:extLst>
                        <a:ext uri="{FF2B5EF4-FFF2-40B4-BE49-F238E27FC236}">
                          <a16:creationId xmlns:a16="http://schemas.microsoft.com/office/drawing/2014/main" id="{F52B9435-2FB8-4849-918E-15293B3694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3" name="直線コネクタ 123372">
                      <a:extLst>
                        <a:ext uri="{FF2B5EF4-FFF2-40B4-BE49-F238E27FC236}">
                          <a16:creationId xmlns:a16="http://schemas.microsoft.com/office/drawing/2014/main" id="{248CBCF4-8262-4BF5-B73C-4687AB9DA5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4" name="直線コネクタ 123373">
                      <a:extLst>
                        <a:ext uri="{FF2B5EF4-FFF2-40B4-BE49-F238E27FC236}">
                          <a16:creationId xmlns:a16="http://schemas.microsoft.com/office/drawing/2014/main" id="{6F8F1318-BE60-48D6-927A-82224B66AE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5" name="直線コネクタ 123374">
                      <a:extLst>
                        <a:ext uri="{FF2B5EF4-FFF2-40B4-BE49-F238E27FC236}">
                          <a16:creationId xmlns:a16="http://schemas.microsoft.com/office/drawing/2014/main" id="{4C4A137A-CA72-4F39-991A-BE366F4924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6" name="直線コネクタ 123375">
                      <a:extLst>
                        <a:ext uri="{FF2B5EF4-FFF2-40B4-BE49-F238E27FC236}">
                          <a16:creationId xmlns:a16="http://schemas.microsoft.com/office/drawing/2014/main" id="{2232B13B-0286-45DA-A6A6-D6995734FD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7" name="直線コネクタ 123376">
                      <a:extLst>
                        <a:ext uri="{FF2B5EF4-FFF2-40B4-BE49-F238E27FC236}">
                          <a16:creationId xmlns:a16="http://schemas.microsoft.com/office/drawing/2014/main" id="{1138B3BC-1F45-401A-B82B-F009A878AA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8" name="直線コネクタ 123377">
                      <a:extLst>
                        <a:ext uri="{FF2B5EF4-FFF2-40B4-BE49-F238E27FC236}">
                          <a16:creationId xmlns:a16="http://schemas.microsoft.com/office/drawing/2014/main" id="{2EBCF740-636C-47B9-86F2-C4551FCE13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79" name="直線コネクタ 123378">
                      <a:extLst>
                        <a:ext uri="{FF2B5EF4-FFF2-40B4-BE49-F238E27FC236}">
                          <a16:creationId xmlns:a16="http://schemas.microsoft.com/office/drawing/2014/main" id="{121D6087-8FB7-4E93-998A-B637680948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0" name="直線コネクタ 123379">
                      <a:extLst>
                        <a:ext uri="{FF2B5EF4-FFF2-40B4-BE49-F238E27FC236}">
                          <a16:creationId xmlns:a16="http://schemas.microsoft.com/office/drawing/2014/main" id="{5F1DD9AC-A686-41E2-993F-72E288C4C3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381" name="直線コネクタ 123380">
                      <a:extLst>
                        <a:ext uri="{FF2B5EF4-FFF2-40B4-BE49-F238E27FC236}">
                          <a16:creationId xmlns:a16="http://schemas.microsoft.com/office/drawing/2014/main" id="{9753BB78-A077-4CC1-BCED-6DA60436DC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04911" name="グループ化 104910">
              <a:extLst>
                <a:ext uri="{FF2B5EF4-FFF2-40B4-BE49-F238E27FC236}">
                  <a16:creationId xmlns:a16="http://schemas.microsoft.com/office/drawing/2014/main" id="{959774DF-5D01-4FC6-838A-B2FB75B5A328}"/>
                </a:ext>
              </a:extLst>
            </p:cNvPr>
            <p:cNvGrpSpPr/>
            <p:nvPr/>
          </p:nvGrpSpPr>
          <p:grpSpPr>
            <a:xfrm>
              <a:off x="3600000" y="0"/>
              <a:ext cx="3600000" cy="3600000"/>
              <a:chOff x="3599881" y="3599881"/>
              <a:chExt cx="3600000" cy="3600000"/>
            </a:xfrm>
          </p:grpSpPr>
          <p:grpSp>
            <p:nvGrpSpPr>
              <p:cNvPr id="118395" name="グループ化 118394">
                <a:extLst>
                  <a:ext uri="{FF2B5EF4-FFF2-40B4-BE49-F238E27FC236}">
                    <a16:creationId xmlns:a16="http://schemas.microsoft.com/office/drawing/2014/main" id="{51148F2A-6DEA-46BB-9C15-B6C83C5F5E2C}"/>
                  </a:ext>
                </a:extLst>
              </p:cNvPr>
              <p:cNvGrpSpPr/>
              <p:nvPr/>
            </p:nvGrpSpPr>
            <p:grpSpPr>
              <a:xfrm>
                <a:off x="3599881" y="3599881"/>
                <a:ext cx="3600000" cy="3600000"/>
                <a:chOff x="3599881" y="3599881"/>
                <a:chExt cx="3600000" cy="3600000"/>
              </a:xfrm>
            </p:grpSpPr>
            <p:grpSp>
              <p:nvGrpSpPr>
                <p:cNvPr id="123017" name="グループ化 123016">
                  <a:extLst>
                    <a:ext uri="{FF2B5EF4-FFF2-40B4-BE49-F238E27FC236}">
                      <a16:creationId xmlns:a16="http://schemas.microsoft.com/office/drawing/2014/main" id="{741C03B5-6B1D-43EE-9287-C65492586DF2}"/>
                    </a:ext>
                  </a:extLst>
                </p:cNvPr>
                <p:cNvGrpSpPr/>
                <p:nvPr/>
              </p:nvGrpSpPr>
              <p:grpSpPr>
                <a:xfrm>
                  <a:off x="3805200" y="3805200"/>
                  <a:ext cx="3189362" cy="3189362"/>
                  <a:chOff x="3805200" y="3805200"/>
                  <a:chExt cx="3189362" cy="3189362"/>
                </a:xfrm>
              </p:grpSpPr>
              <p:sp>
                <p:nvSpPr>
                  <p:cNvPr id="123139" name="楕円 123138">
                    <a:extLst>
                      <a:ext uri="{FF2B5EF4-FFF2-40B4-BE49-F238E27FC236}">
                        <a16:creationId xmlns:a16="http://schemas.microsoft.com/office/drawing/2014/main" id="{7964D8A6-2E2C-4ECB-97C0-249554FC8A8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5345881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0" name="楕円 123139">
                    <a:extLst>
                      <a:ext uri="{FF2B5EF4-FFF2-40B4-BE49-F238E27FC236}">
                        <a16:creationId xmlns:a16="http://schemas.microsoft.com/office/drawing/2014/main" id="{3451A77D-7115-417D-85C7-9AACCFAE8A2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234582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1" name="楕円 123140">
                    <a:extLst>
                      <a:ext uri="{FF2B5EF4-FFF2-40B4-BE49-F238E27FC236}">
                        <a16:creationId xmlns:a16="http://schemas.microsoft.com/office/drawing/2014/main" id="{F42B0673-8F60-45EC-86EC-CFE09B47CCD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4457180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2" name="楕円 123141">
                    <a:extLst>
                      <a:ext uri="{FF2B5EF4-FFF2-40B4-BE49-F238E27FC236}">
                        <a16:creationId xmlns:a16="http://schemas.microsoft.com/office/drawing/2014/main" id="{5DF67052-D4A8-422F-9DD2-222A690295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V="1">
                    <a:off x="5345881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3" name="楕円 123142">
                    <a:extLst>
                      <a:ext uri="{FF2B5EF4-FFF2-40B4-BE49-F238E27FC236}">
                        <a16:creationId xmlns:a16="http://schemas.microsoft.com/office/drawing/2014/main" id="{B13AA153-1C9E-4C6A-B0DE-2DB6B080E39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V="1">
                    <a:off x="6234582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4" name="楕円 123143">
                    <a:extLst>
                      <a:ext uri="{FF2B5EF4-FFF2-40B4-BE49-F238E27FC236}">
                        <a16:creationId xmlns:a16="http://schemas.microsoft.com/office/drawing/2014/main" id="{F0899396-43A8-45A8-8328-DD241AC6BA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 flipH="1" flipV="1">
                    <a:off x="4457180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5" name="楕円 123144">
                    <a:extLst>
                      <a:ext uri="{FF2B5EF4-FFF2-40B4-BE49-F238E27FC236}">
                        <a16:creationId xmlns:a16="http://schemas.microsoft.com/office/drawing/2014/main" id="{A2721C80-8433-456E-9B6E-8B42C378B3A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>
                    <a:off x="6886562" y="5345881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6" name="楕円 123145">
                    <a:extLst>
                      <a:ext uri="{FF2B5EF4-FFF2-40B4-BE49-F238E27FC236}">
                        <a16:creationId xmlns:a16="http://schemas.microsoft.com/office/drawing/2014/main" id="{7F77B892-7233-450F-B783-5C66B3F5B74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>
                    <a:off x="6886562" y="623458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7" name="楕円 123146">
                    <a:extLst>
                      <a:ext uri="{FF2B5EF4-FFF2-40B4-BE49-F238E27FC236}">
                        <a16:creationId xmlns:a16="http://schemas.microsoft.com/office/drawing/2014/main" id="{9B7DD8E9-CD25-4AE8-A304-CB7B194E1F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6886562" y="445718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8" name="楕円 123147">
                    <a:extLst>
                      <a:ext uri="{FF2B5EF4-FFF2-40B4-BE49-F238E27FC236}">
                        <a16:creationId xmlns:a16="http://schemas.microsoft.com/office/drawing/2014/main" id="{52032B06-7891-4906-BE10-BE9EB2B310F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05200" y="5345881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49" name="楕円 123148">
                    <a:extLst>
                      <a:ext uri="{FF2B5EF4-FFF2-40B4-BE49-F238E27FC236}">
                        <a16:creationId xmlns:a16="http://schemas.microsoft.com/office/drawing/2014/main" id="{8B85AA4A-8F54-452E-A34A-D26E385B26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05200" y="445718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23150" name="楕円 123149">
                    <a:extLst>
                      <a:ext uri="{FF2B5EF4-FFF2-40B4-BE49-F238E27FC236}">
                        <a16:creationId xmlns:a16="http://schemas.microsoft.com/office/drawing/2014/main" id="{D8BD95D4-070B-4D08-A763-E44198D23C5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 flipH="1">
                    <a:off x="3805200" y="623458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3018" name="グループ化 123017">
                  <a:extLst>
                    <a:ext uri="{FF2B5EF4-FFF2-40B4-BE49-F238E27FC236}">
                      <a16:creationId xmlns:a16="http://schemas.microsoft.com/office/drawing/2014/main" id="{BBE6783A-7077-43B7-B25E-E99BC621C6FD}"/>
                    </a:ext>
                  </a:extLst>
                </p:cNvPr>
                <p:cNvGrpSpPr/>
                <p:nvPr/>
              </p:nvGrpSpPr>
              <p:grpSpPr>
                <a:xfrm>
                  <a:off x="4024800" y="4024800"/>
                  <a:ext cx="2750163" cy="2750162"/>
                  <a:chOff x="4024800" y="4024800"/>
                  <a:chExt cx="2750163" cy="2750162"/>
                </a:xfrm>
              </p:grpSpPr>
              <p:cxnSp>
                <p:nvCxnSpPr>
                  <p:cNvPr id="123127" name="直線コネクタ 123126">
                    <a:extLst>
                      <a:ext uri="{FF2B5EF4-FFF2-40B4-BE49-F238E27FC236}">
                        <a16:creationId xmlns:a16="http://schemas.microsoft.com/office/drawing/2014/main" id="{B4F65D8E-2723-4446-876F-2E7B2CCA43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99881" y="4024800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8" name="直線コネクタ 123127">
                    <a:extLst>
                      <a:ext uri="{FF2B5EF4-FFF2-40B4-BE49-F238E27FC236}">
                        <a16:creationId xmlns:a16="http://schemas.microsoft.com/office/drawing/2014/main" id="{3C2E86EF-C353-4521-9A1A-56BC47C1E7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100019" y="4024800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9" name="直線コネクタ 123128">
                    <a:extLst>
                      <a:ext uri="{FF2B5EF4-FFF2-40B4-BE49-F238E27FC236}">
                        <a16:creationId xmlns:a16="http://schemas.microsoft.com/office/drawing/2014/main" id="{9DAF632A-D501-4A43-96F8-B21B8ECD71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05978" y="4024800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0" name="直線コネクタ 123129">
                    <a:extLst>
                      <a:ext uri="{FF2B5EF4-FFF2-40B4-BE49-F238E27FC236}">
                        <a16:creationId xmlns:a16="http://schemas.microsoft.com/office/drawing/2014/main" id="{7EAC4EE0-0955-4FFC-8531-C31D5B7E0A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93757" y="5318676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1" name="直線コネクタ 123130">
                    <a:extLst>
                      <a:ext uri="{FF2B5EF4-FFF2-40B4-BE49-F238E27FC236}">
                        <a16:creationId xmlns:a16="http://schemas.microsoft.com/office/drawing/2014/main" id="{5B9FFA15-4A59-426B-B0F2-9A3FCB2EB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46875" y="6065697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2" name="直線コネクタ 123131">
                    <a:extLst>
                      <a:ext uri="{FF2B5EF4-FFF2-40B4-BE49-F238E27FC236}">
                        <a16:creationId xmlns:a16="http://schemas.microsoft.com/office/drawing/2014/main" id="{35A33A9C-D229-4F3A-8FE9-76AD20A65D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46875" y="4571656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3" name="直線コネクタ 123132">
                    <a:extLst>
                      <a:ext uri="{FF2B5EF4-FFF2-40B4-BE49-F238E27FC236}">
                        <a16:creationId xmlns:a16="http://schemas.microsoft.com/office/drawing/2014/main" id="{02327E5C-C827-4FFC-A426-616CCA3FD6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9881" y="6612552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4" name="直線コネクタ 123133">
                    <a:extLst>
                      <a:ext uri="{FF2B5EF4-FFF2-40B4-BE49-F238E27FC236}">
                        <a16:creationId xmlns:a16="http://schemas.microsoft.com/office/drawing/2014/main" id="{AE9C1CF4-87B1-49CD-95F6-92A89F12C1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605978" y="6612552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5" name="直線コネクタ 123134">
                    <a:extLst>
                      <a:ext uri="{FF2B5EF4-FFF2-40B4-BE49-F238E27FC236}">
                        <a16:creationId xmlns:a16="http://schemas.microsoft.com/office/drawing/2014/main" id="{7CD5FD5A-0B0D-4491-8FD8-25DCFD0BDC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100019" y="6612552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6" name="直線コネクタ 123135">
                    <a:extLst>
                      <a:ext uri="{FF2B5EF4-FFF2-40B4-BE49-F238E27FC236}">
                        <a16:creationId xmlns:a16="http://schemas.microsoft.com/office/drawing/2014/main" id="{6F15A741-65EB-4BFC-8925-9E70741116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106005" y="5318676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7" name="直線コネクタ 123136">
                    <a:extLst>
                      <a:ext uri="{FF2B5EF4-FFF2-40B4-BE49-F238E27FC236}">
                        <a16:creationId xmlns:a16="http://schemas.microsoft.com/office/drawing/2014/main" id="{6E413B66-2D91-4D7E-95ED-98BE305716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59123" y="4571655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38" name="直線コネクタ 123137">
                    <a:extLst>
                      <a:ext uri="{FF2B5EF4-FFF2-40B4-BE49-F238E27FC236}">
                        <a16:creationId xmlns:a16="http://schemas.microsoft.com/office/drawing/2014/main" id="{CFD9EAAE-318D-4ADA-B4B5-CC2AA6369D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59123" y="6065696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019" name="グループ化 123018">
                  <a:extLst>
                    <a:ext uri="{FF2B5EF4-FFF2-40B4-BE49-F238E27FC236}">
                      <a16:creationId xmlns:a16="http://schemas.microsoft.com/office/drawing/2014/main" id="{E9EBDCCA-2DC3-4AB3-A47E-28D8805AD152}"/>
                    </a:ext>
                  </a:extLst>
                </p:cNvPr>
                <p:cNvGrpSpPr/>
                <p:nvPr/>
              </p:nvGrpSpPr>
              <p:grpSpPr>
                <a:xfrm>
                  <a:off x="4024800" y="4024800"/>
                  <a:ext cx="2750163" cy="2750162"/>
                  <a:chOff x="4024800" y="4024800"/>
                  <a:chExt cx="2750163" cy="2750162"/>
                </a:xfrm>
              </p:grpSpPr>
              <p:cxnSp>
                <p:nvCxnSpPr>
                  <p:cNvPr id="123079" name="直線コネクタ 123078">
                    <a:extLst>
                      <a:ext uri="{FF2B5EF4-FFF2-40B4-BE49-F238E27FC236}">
                        <a16:creationId xmlns:a16="http://schemas.microsoft.com/office/drawing/2014/main" id="{35ADD297-83C5-4AAA-9F1F-8772ACDDED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527339" y="402480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0" name="直線コネクタ 123079">
                    <a:extLst>
                      <a:ext uri="{FF2B5EF4-FFF2-40B4-BE49-F238E27FC236}">
                        <a16:creationId xmlns:a16="http://schemas.microsoft.com/office/drawing/2014/main" id="{DE64B76B-5DD0-445A-A664-C3E681BCC8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657850" y="4024800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1" name="直線コネクタ 123080">
                    <a:extLst>
                      <a:ext uri="{FF2B5EF4-FFF2-40B4-BE49-F238E27FC236}">
                        <a16:creationId xmlns:a16="http://schemas.microsoft.com/office/drawing/2014/main" id="{E00AEC57-70E7-4A26-A3CF-D18EB252C4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795010" y="4024800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2" name="直線コネクタ 123081">
                    <a:extLst>
                      <a:ext uri="{FF2B5EF4-FFF2-40B4-BE49-F238E27FC236}">
                        <a16:creationId xmlns:a16="http://schemas.microsoft.com/office/drawing/2014/main" id="{318F57E3-A2E7-4DEC-86B2-826BCA4EC4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939703" y="4024800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3" name="直線コネクタ 123082">
                    <a:extLst>
                      <a:ext uri="{FF2B5EF4-FFF2-40B4-BE49-F238E27FC236}">
                        <a16:creationId xmlns:a16="http://schemas.microsoft.com/office/drawing/2014/main" id="{665D2B0B-17D0-465D-B8E1-DACE79A195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280785" y="402624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4" name="直線コネクタ 123083">
                    <a:extLst>
                      <a:ext uri="{FF2B5EF4-FFF2-40B4-BE49-F238E27FC236}">
                        <a16:creationId xmlns:a16="http://schemas.microsoft.com/office/drawing/2014/main" id="{D1B9C0E8-6E23-4F7F-AC75-26D42FD4DB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55350" y="402480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5" name="直線コネクタ 123084">
                    <a:extLst>
                      <a:ext uri="{FF2B5EF4-FFF2-40B4-BE49-F238E27FC236}">
                        <a16:creationId xmlns:a16="http://schemas.microsoft.com/office/drawing/2014/main" id="{A3BB2AF6-35A3-46E0-B141-0098695CA0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7597" y="4024800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6" name="直線コネクタ 123085">
                    <a:extLst>
                      <a:ext uri="{FF2B5EF4-FFF2-40B4-BE49-F238E27FC236}">
                        <a16:creationId xmlns:a16="http://schemas.microsoft.com/office/drawing/2014/main" id="{0815ABBA-557E-4024-8B36-27AA587F75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53087" y="4024800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7" name="直線コネクタ 123086">
                    <a:extLst>
                      <a:ext uri="{FF2B5EF4-FFF2-40B4-BE49-F238E27FC236}">
                        <a16:creationId xmlns:a16="http://schemas.microsoft.com/office/drawing/2014/main" id="{B894AD8A-6094-4AB7-ADED-44CEC4F29E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87653" y="4024800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8" name="直線コネクタ 123087">
                    <a:extLst>
                      <a:ext uri="{FF2B5EF4-FFF2-40B4-BE49-F238E27FC236}">
                        <a16:creationId xmlns:a16="http://schemas.microsoft.com/office/drawing/2014/main" id="{9376A78F-1F60-4D2F-BC3F-49EA899B4B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01878" y="402624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89" name="直線コネクタ 123088">
                    <a:extLst>
                      <a:ext uri="{FF2B5EF4-FFF2-40B4-BE49-F238E27FC236}">
                        <a16:creationId xmlns:a16="http://schemas.microsoft.com/office/drawing/2014/main" id="{52420FE4-5BB8-49A1-AE40-3AC6559697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613067" y="4181038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0" name="直線コネクタ 123089">
                    <a:extLst>
                      <a:ext uri="{FF2B5EF4-FFF2-40B4-BE49-F238E27FC236}">
                        <a16:creationId xmlns:a16="http://schemas.microsoft.com/office/drawing/2014/main" id="{7A9CB46B-4EE4-4FC3-8C29-7579B3080B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491582" y="4048342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1" name="直線コネクタ 123090">
                    <a:extLst>
                      <a:ext uri="{FF2B5EF4-FFF2-40B4-BE49-F238E27FC236}">
                        <a16:creationId xmlns:a16="http://schemas.microsoft.com/office/drawing/2014/main" id="{02983858-8165-49B1-B2F7-66EF65923F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85221" y="5454671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2" name="直線コネクタ 123091">
                    <a:extLst>
                      <a:ext uri="{FF2B5EF4-FFF2-40B4-BE49-F238E27FC236}">
                        <a16:creationId xmlns:a16="http://schemas.microsoft.com/office/drawing/2014/main" id="{47B7C393-3A6F-4060-B7B0-23912E1F24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77084" y="5594287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3" name="直線コネクタ 123092">
                    <a:extLst>
                      <a:ext uri="{FF2B5EF4-FFF2-40B4-BE49-F238E27FC236}">
                        <a16:creationId xmlns:a16="http://schemas.microsoft.com/office/drawing/2014/main" id="{688208B9-09D0-4FEA-9EA2-42F60533F6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69626" y="5741339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4" name="直線コネクタ 123093">
                    <a:extLst>
                      <a:ext uri="{FF2B5EF4-FFF2-40B4-BE49-F238E27FC236}">
                        <a16:creationId xmlns:a16="http://schemas.microsoft.com/office/drawing/2014/main" id="{F6E2AE39-5EA6-48C4-BA31-AC62FC9A3B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57448" y="5894595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5" name="直線コネクタ 123094">
                    <a:extLst>
                      <a:ext uri="{FF2B5EF4-FFF2-40B4-BE49-F238E27FC236}">
                        <a16:creationId xmlns:a16="http://schemas.microsoft.com/office/drawing/2014/main" id="{B01D068E-737F-4733-8A6A-DD04680910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34377" y="6258748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6" name="直線コネクタ 123095">
                    <a:extLst>
                      <a:ext uri="{FF2B5EF4-FFF2-40B4-BE49-F238E27FC236}">
                        <a16:creationId xmlns:a16="http://schemas.microsoft.com/office/drawing/2014/main" id="{C1410E7C-7004-4416-9548-559D9C66CD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85221" y="518268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7" name="直線コネクタ 123096">
                    <a:extLst>
                      <a:ext uri="{FF2B5EF4-FFF2-40B4-BE49-F238E27FC236}">
                        <a16:creationId xmlns:a16="http://schemas.microsoft.com/office/drawing/2014/main" id="{67098444-37A9-4C6F-AF5C-C85C812631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77084" y="5044034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8" name="直線コネクタ 123097">
                    <a:extLst>
                      <a:ext uri="{FF2B5EF4-FFF2-40B4-BE49-F238E27FC236}">
                        <a16:creationId xmlns:a16="http://schemas.microsoft.com/office/drawing/2014/main" id="{9FCD9D6B-DF48-4B37-A5D4-2B4B2069EB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69626" y="4899416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099" name="直線コネクタ 123098">
                    <a:extLst>
                      <a:ext uri="{FF2B5EF4-FFF2-40B4-BE49-F238E27FC236}">
                        <a16:creationId xmlns:a16="http://schemas.microsoft.com/office/drawing/2014/main" id="{A2FBF787-46B7-4384-8BA1-6607E54585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57448" y="4742545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0" name="直線コネクタ 123099">
                    <a:extLst>
                      <a:ext uri="{FF2B5EF4-FFF2-40B4-BE49-F238E27FC236}">
                        <a16:creationId xmlns:a16="http://schemas.microsoft.com/office/drawing/2014/main" id="{32888BF9-09D2-433F-8E3C-A15137885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34377" y="4379841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1" name="直線コネクタ 123100">
                    <a:extLst>
                      <a:ext uri="{FF2B5EF4-FFF2-40B4-BE49-F238E27FC236}">
                        <a16:creationId xmlns:a16="http://schemas.microsoft.com/office/drawing/2014/main" id="{27490856-A7DC-4901-BCAE-BED89921B9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485244" y="6620062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2" name="直線コネクタ 123101">
                    <a:extLst>
                      <a:ext uri="{FF2B5EF4-FFF2-40B4-BE49-F238E27FC236}">
                        <a16:creationId xmlns:a16="http://schemas.microsoft.com/office/drawing/2014/main" id="{7D7EB3A9-D8E6-4BDF-BA1C-8F8A66F6BA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19265" y="6484659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3" name="直線コネクタ 123102">
                    <a:extLst>
                      <a:ext uri="{FF2B5EF4-FFF2-40B4-BE49-F238E27FC236}">
                        <a16:creationId xmlns:a16="http://schemas.microsoft.com/office/drawing/2014/main" id="{28770AB6-8E1D-47C7-8E47-0C1BF2E313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5255350" y="661255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4" name="直線コネクタ 123103">
                    <a:extLst>
                      <a:ext uri="{FF2B5EF4-FFF2-40B4-BE49-F238E27FC236}">
                        <a16:creationId xmlns:a16="http://schemas.microsoft.com/office/drawing/2014/main" id="{F65552B9-097A-489F-A70C-AEC45BFB49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5107597" y="6613521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5" name="直線コネクタ 123104">
                    <a:extLst>
                      <a:ext uri="{FF2B5EF4-FFF2-40B4-BE49-F238E27FC236}">
                        <a16:creationId xmlns:a16="http://schemas.microsoft.com/office/drawing/2014/main" id="{ADC8599C-812F-467C-B48C-8BBF1FDA2B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953087" y="6615954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6" name="直線コネクタ 123105">
                    <a:extLst>
                      <a:ext uri="{FF2B5EF4-FFF2-40B4-BE49-F238E27FC236}">
                        <a16:creationId xmlns:a16="http://schemas.microsoft.com/office/drawing/2014/main" id="{3DD2BDC3-5AB4-4059-BA48-9AF8DBDE11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787653" y="6612339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7" name="直線コネクタ 123106">
                    <a:extLst>
                      <a:ext uri="{FF2B5EF4-FFF2-40B4-BE49-F238E27FC236}">
                        <a16:creationId xmlns:a16="http://schemas.microsoft.com/office/drawing/2014/main" id="{2618A396-F3BE-4A8B-B27E-06F83BD863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401878" y="661233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8" name="直線コネクタ 123107">
                    <a:extLst>
                      <a:ext uri="{FF2B5EF4-FFF2-40B4-BE49-F238E27FC236}">
                        <a16:creationId xmlns:a16="http://schemas.microsoft.com/office/drawing/2014/main" id="{BB348F71-215B-4133-B022-056F3CE639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7339" y="661255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09" name="直線コネクタ 123108">
                    <a:extLst>
                      <a:ext uri="{FF2B5EF4-FFF2-40B4-BE49-F238E27FC236}">
                        <a16:creationId xmlns:a16="http://schemas.microsoft.com/office/drawing/2014/main" id="{71998788-A1D2-420B-999B-116B8AEF8A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7850" y="6613521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0" name="直線コネクタ 123109">
                    <a:extLst>
                      <a:ext uri="{FF2B5EF4-FFF2-40B4-BE49-F238E27FC236}">
                        <a16:creationId xmlns:a16="http://schemas.microsoft.com/office/drawing/2014/main" id="{BC36BCE3-5627-46BA-B832-F36F4FFDFC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95010" y="6615954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1" name="直線コネクタ 123110">
                    <a:extLst>
                      <a:ext uri="{FF2B5EF4-FFF2-40B4-BE49-F238E27FC236}">
                        <a16:creationId xmlns:a16="http://schemas.microsoft.com/office/drawing/2014/main" id="{AA7E8332-5A83-4D95-ADED-7AFD2491FE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9703" y="6612339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2" name="直線コネクタ 123111">
                    <a:extLst>
                      <a:ext uri="{FF2B5EF4-FFF2-40B4-BE49-F238E27FC236}">
                        <a16:creationId xmlns:a16="http://schemas.microsoft.com/office/drawing/2014/main" id="{1ACE8448-5844-4153-B567-83F3AACE84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280785" y="661233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3" name="直線コネクタ 123112">
                    <a:extLst>
                      <a:ext uri="{FF2B5EF4-FFF2-40B4-BE49-F238E27FC236}">
                        <a16:creationId xmlns:a16="http://schemas.microsoft.com/office/drawing/2014/main" id="{C2013B13-F00B-4FDD-96F9-28FF11F68E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046220" y="6492239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4" name="直線コネクタ 123113">
                    <a:extLst>
                      <a:ext uri="{FF2B5EF4-FFF2-40B4-BE49-F238E27FC236}">
                        <a16:creationId xmlns:a16="http://schemas.microsoft.com/office/drawing/2014/main" id="{31DADF8B-FBCD-4C1E-AED0-6A3109EA23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182948" y="6612339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5" name="直線コネクタ 123114">
                    <a:extLst>
                      <a:ext uri="{FF2B5EF4-FFF2-40B4-BE49-F238E27FC236}">
                        <a16:creationId xmlns:a16="http://schemas.microsoft.com/office/drawing/2014/main" id="{424FB946-7824-41F6-A7F1-DFFAAF9721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97469" y="5182681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6" name="直線コネクタ 123115">
                    <a:extLst>
                      <a:ext uri="{FF2B5EF4-FFF2-40B4-BE49-F238E27FC236}">
                        <a16:creationId xmlns:a16="http://schemas.microsoft.com/office/drawing/2014/main" id="{74A96167-71D5-46F1-89B4-4763CB77AE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88363" y="5044034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7" name="直線コネクタ 123116">
                    <a:extLst>
                      <a:ext uri="{FF2B5EF4-FFF2-40B4-BE49-F238E27FC236}">
                        <a16:creationId xmlns:a16="http://schemas.microsoft.com/office/drawing/2014/main" id="{F9979954-BF18-46EF-9B67-AC230ED608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78472" y="4899415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8" name="直線コネクタ 123117">
                    <a:extLst>
                      <a:ext uri="{FF2B5EF4-FFF2-40B4-BE49-F238E27FC236}">
                        <a16:creationId xmlns:a16="http://schemas.microsoft.com/office/drawing/2014/main" id="{2020E4F6-FF59-451C-A86F-5CE86282F0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69909" y="4742544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19" name="直線コネクタ 123118">
                    <a:extLst>
                      <a:ext uri="{FF2B5EF4-FFF2-40B4-BE49-F238E27FC236}">
                        <a16:creationId xmlns:a16="http://schemas.microsoft.com/office/drawing/2014/main" id="{291F960E-B158-457B-8A6E-5CD7A73FB3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48287" y="4379840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0" name="直線コネクタ 123119">
                    <a:extLst>
                      <a:ext uri="{FF2B5EF4-FFF2-40B4-BE49-F238E27FC236}">
                        <a16:creationId xmlns:a16="http://schemas.microsoft.com/office/drawing/2014/main" id="{A074636E-AB93-403B-947F-EE8568EA1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97469" y="545467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1" name="直線コネクタ 123120">
                    <a:extLst>
                      <a:ext uri="{FF2B5EF4-FFF2-40B4-BE49-F238E27FC236}">
                        <a16:creationId xmlns:a16="http://schemas.microsoft.com/office/drawing/2014/main" id="{0BA55E73-1E87-4621-BF12-E8542EB35D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88363" y="5594287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2" name="直線コネクタ 123121">
                    <a:extLst>
                      <a:ext uri="{FF2B5EF4-FFF2-40B4-BE49-F238E27FC236}">
                        <a16:creationId xmlns:a16="http://schemas.microsoft.com/office/drawing/2014/main" id="{CEA6CC46-C864-4C87-B107-1A9B549199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78472" y="5741338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3" name="直線コネクタ 123122">
                    <a:extLst>
                      <a:ext uri="{FF2B5EF4-FFF2-40B4-BE49-F238E27FC236}">
                        <a16:creationId xmlns:a16="http://schemas.microsoft.com/office/drawing/2014/main" id="{CCE8536A-715B-4647-8F63-30DA9BF49E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69909" y="5894594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4" name="直線コネクタ 123123">
                    <a:extLst>
                      <a:ext uri="{FF2B5EF4-FFF2-40B4-BE49-F238E27FC236}">
                        <a16:creationId xmlns:a16="http://schemas.microsoft.com/office/drawing/2014/main" id="{2DBD2304-43D7-4484-9E23-D50C7F6772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48287" y="6258747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5" name="直線コネクタ 123124">
                    <a:extLst>
                      <a:ext uri="{FF2B5EF4-FFF2-40B4-BE49-F238E27FC236}">
                        <a16:creationId xmlns:a16="http://schemas.microsoft.com/office/drawing/2014/main" id="{F0A1CAA0-242B-4170-A3C9-DCA2276B74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174043" y="4053215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126" name="直線コネクタ 123125">
                    <a:extLst>
                      <a:ext uri="{FF2B5EF4-FFF2-40B4-BE49-F238E27FC236}">
                        <a16:creationId xmlns:a16="http://schemas.microsoft.com/office/drawing/2014/main" id="{AF1D67EE-24C7-4A77-AF38-25E204340D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55266" y="4176022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3020" name="正方形/長方形 123019">
                  <a:extLst>
                    <a:ext uri="{FF2B5EF4-FFF2-40B4-BE49-F238E27FC236}">
                      <a16:creationId xmlns:a16="http://schemas.microsoft.com/office/drawing/2014/main" id="{E8643CEF-3BF2-4F32-8D9D-9758C30F159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599881" y="3599881"/>
                  <a:ext cx="3600000" cy="360000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23021" name="直線コネクタ 123020">
                  <a:extLst>
                    <a:ext uri="{FF2B5EF4-FFF2-40B4-BE49-F238E27FC236}">
                      <a16:creationId xmlns:a16="http://schemas.microsoft.com/office/drawing/2014/main" id="{89594A62-37EB-4EBD-9CA6-BAED823CF4CE}"/>
                    </a:ext>
                  </a:extLst>
                </p:cNvPr>
                <p:cNvCxnSpPr>
                  <a:cxnSpLocks/>
                  <a:stCxn id="123020" idx="0"/>
                  <a:endCxn id="123020" idx="2"/>
                </p:cNvCxnSpPr>
                <p:nvPr/>
              </p:nvCxnSpPr>
              <p:spPr>
                <a:xfrm flipH="1">
                  <a:off x="5399881" y="3599881"/>
                  <a:ext cx="0" cy="360000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22" name="直線コネクタ 123021">
                  <a:extLst>
                    <a:ext uri="{FF2B5EF4-FFF2-40B4-BE49-F238E27FC236}">
                      <a16:creationId xmlns:a16="http://schemas.microsoft.com/office/drawing/2014/main" id="{1E225691-96C6-4F25-8858-59946C978399}"/>
                    </a:ext>
                  </a:extLst>
                </p:cNvPr>
                <p:cNvCxnSpPr>
                  <a:cxnSpLocks/>
                  <a:stCxn id="123020" idx="3"/>
                  <a:endCxn id="123020" idx="1"/>
                </p:cNvCxnSpPr>
                <p:nvPr/>
              </p:nvCxnSpPr>
              <p:spPr>
                <a:xfrm>
                  <a:off x="3599881" y="5399881"/>
                  <a:ext cx="3600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023" name="グループ化 123022">
                  <a:extLst>
                    <a:ext uri="{FF2B5EF4-FFF2-40B4-BE49-F238E27FC236}">
                      <a16:creationId xmlns:a16="http://schemas.microsoft.com/office/drawing/2014/main" id="{80199975-C8B3-4B10-8848-684A677EEEE8}"/>
                    </a:ext>
                  </a:extLst>
                </p:cNvPr>
                <p:cNvGrpSpPr/>
                <p:nvPr/>
              </p:nvGrpSpPr>
              <p:grpSpPr>
                <a:xfrm flipH="1">
                  <a:off x="6799916" y="3719046"/>
                  <a:ext cx="280800" cy="280800"/>
                  <a:chOff x="3719046" y="3719046"/>
                  <a:chExt cx="280800" cy="280800"/>
                </a:xfrm>
              </p:grpSpPr>
              <p:grpSp>
                <p:nvGrpSpPr>
                  <p:cNvPr id="123075" name="グループ化 123074">
                    <a:extLst>
                      <a:ext uri="{FF2B5EF4-FFF2-40B4-BE49-F238E27FC236}">
                        <a16:creationId xmlns:a16="http://schemas.microsoft.com/office/drawing/2014/main" id="{5C19DAD6-99F5-4111-89BF-4AC9F30DC184}"/>
                      </a:ext>
                    </a:extLst>
                  </p:cNvPr>
                  <p:cNvGrpSpPr/>
                  <p:nvPr/>
                </p:nvGrpSpPr>
                <p:grpSpPr>
                  <a:xfrm>
                    <a:off x="371904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3077" name="直線コネクタ 123076">
                      <a:extLst>
                        <a:ext uri="{FF2B5EF4-FFF2-40B4-BE49-F238E27FC236}">
                          <a16:creationId xmlns:a16="http://schemas.microsoft.com/office/drawing/2014/main" id="{A2D8F8EF-2F7A-4235-B5DD-FD747C8163DF}"/>
                        </a:ext>
                      </a:extLst>
                    </p:cNvPr>
                    <p:cNvCxnSpPr>
                      <a:cxnSpLocks/>
                      <a:stCxn id="123076" idx="4"/>
                      <a:endCxn id="123076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78" name="直線コネクタ 123077">
                      <a:extLst>
                        <a:ext uri="{FF2B5EF4-FFF2-40B4-BE49-F238E27FC236}">
                          <a16:creationId xmlns:a16="http://schemas.microsoft.com/office/drawing/2014/main" id="{EDACA94F-1DE7-4E60-8BBE-71DE26392082}"/>
                        </a:ext>
                      </a:extLst>
                    </p:cNvPr>
                    <p:cNvCxnSpPr>
                      <a:cxnSpLocks/>
                      <a:stCxn id="123076" idx="2"/>
                      <a:endCxn id="123076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3076" name="楕円 123075">
                    <a:extLst>
                      <a:ext uri="{FF2B5EF4-FFF2-40B4-BE49-F238E27FC236}">
                        <a16:creationId xmlns:a16="http://schemas.microsoft.com/office/drawing/2014/main" id="{36352881-2CCD-4242-BE8B-F9595DFC59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3024" name="グループ化 123023">
                  <a:extLst>
                    <a:ext uri="{FF2B5EF4-FFF2-40B4-BE49-F238E27FC236}">
                      <a16:creationId xmlns:a16="http://schemas.microsoft.com/office/drawing/2014/main" id="{61A419DF-0395-47CC-B7E3-51389B4E9B95}"/>
                    </a:ext>
                  </a:extLst>
                </p:cNvPr>
                <p:cNvGrpSpPr/>
                <p:nvPr/>
              </p:nvGrpSpPr>
              <p:grpSpPr>
                <a:xfrm flipH="1">
                  <a:off x="3719046" y="6799916"/>
                  <a:ext cx="280800" cy="280800"/>
                  <a:chOff x="6799916" y="6799916"/>
                  <a:chExt cx="280800" cy="280800"/>
                </a:xfrm>
              </p:grpSpPr>
              <p:grpSp>
                <p:nvGrpSpPr>
                  <p:cNvPr id="123071" name="グループ化 123070">
                    <a:extLst>
                      <a:ext uri="{FF2B5EF4-FFF2-40B4-BE49-F238E27FC236}">
                        <a16:creationId xmlns:a16="http://schemas.microsoft.com/office/drawing/2014/main" id="{0E11B5F3-836A-43C0-BEB5-088F48AABFA7}"/>
                      </a:ext>
                    </a:extLst>
                  </p:cNvPr>
                  <p:cNvGrpSpPr/>
                  <p:nvPr/>
                </p:nvGrpSpPr>
                <p:grpSpPr>
                  <a:xfrm rot="16200000" flipV="1">
                    <a:off x="679991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3073" name="直線コネクタ 123072">
                      <a:extLst>
                        <a:ext uri="{FF2B5EF4-FFF2-40B4-BE49-F238E27FC236}">
                          <a16:creationId xmlns:a16="http://schemas.microsoft.com/office/drawing/2014/main" id="{96B70953-6E1C-4268-B2B2-3534DAABC56D}"/>
                        </a:ext>
                      </a:extLst>
                    </p:cNvPr>
                    <p:cNvCxnSpPr>
                      <a:cxnSpLocks/>
                      <a:stCxn id="123072" idx="4"/>
                      <a:endCxn id="123072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74" name="直線コネクタ 123073">
                      <a:extLst>
                        <a:ext uri="{FF2B5EF4-FFF2-40B4-BE49-F238E27FC236}">
                          <a16:creationId xmlns:a16="http://schemas.microsoft.com/office/drawing/2014/main" id="{9E132CB8-6B74-4343-8C32-206F352DBADA}"/>
                        </a:ext>
                      </a:extLst>
                    </p:cNvPr>
                    <p:cNvCxnSpPr>
                      <a:cxnSpLocks/>
                      <a:stCxn id="123072" idx="2"/>
                      <a:endCxn id="123072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3072" name="楕円 123071">
                    <a:extLst>
                      <a:ext uri="{FF2B5EF4-FFF2-40B4-BE49-F238E27FC236}">
                        <a16:creationId xmlns:a16="http://schemas.microsoft.com/office/drawing/2014/main" id="{F4397AAC-C076-47F1-9BB3-CA259FB2241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V="1">
                    <a:off x="679991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3025" name="グループ化 123024">
                  <a:extLst>
                    <a:ext uri="{FF2B5EF4-FFF2-40B4-BE49-F238E27FC236}">
                      <a16:creationId xmlns:a16="http://schemas.microsoft.com/office/drawing/2014/main" id="{3796317A-8CC1-409C-A008-04EAB4907389}"/>
                    </a:ext>
                  </a:extLst>
                </p:cNvPr>
                <p:cNvGrpSpPr/>
                <p:nvPr/>
              </p:nvGrpSpPr>
              <p:grpSpPr>
                <a:xfrm flipH="1">
                  <a:off x="6799916" y="6799916"/>
                  <a:ext cx="280800" cy="280800"/>
                  <a:chOff x="3719046" y="6799916"/>
                  <a:chExt cx="280800" cy="280800"/>
                </a:xfrm>
              </p:grpSpPr>
              <p:grpSp>
                <p:nvGrpSpPr>
                  <p:cNvPr id="123067" name="グループ化 123066">
                    <a:extLst>
                      <a:ext uri="{FF2B5EF4-FFF2-40B4-BE49-F238E27FC236}">
                        <a16:creationId xmlns:a16="http://schemas.microsoft.com/office/drawing/2014/main" id="{6FE433A5-376E-48ED-A301-6B64B82CFE69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371904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3069" name="直線コネクタ 123068">
                      <a:extLst>
                        <a:ext uri="{FF2B5EF4-FFF2-40B4-BE49-F238E27FC236}">
                          <a16:creationId xmlns:a16="http://schemas.microsoft.com/office/drawing/2014/main" id="{6E8A3F6D-E301-4EE9-A4F8-5805CDEA98CD}"/>
                        </a:ext>
                      </a:extLst>
                    </p:cNvPr>
                    <p:cNvCxnSpPr>
                      <a:cxnSpLocks/>
                      <a:stCxn id="123068" idx="4"/>
                      <a:endCxn id="123068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70" name="直線コネクタ 123069">
                      <a:extLst>
                        <a:ext uri="{FF2B5EF4-FFF2-40B4-BE49-F238E27FC236}">
                          <a16:creationId xmlns:a16="http://schemas.microsoft.com/office/drawing/2014/main" id="{A74A6A05-72E1-4F47-8458-26DFAC9C4FEF}"/>
                        </a:ext>
                      </a:extLst>
                    </p:cNvPr>
                    <p:cNvCxnSpPr>
                      <a:cxnSpLocks/>
                      <a:stCxn id="123068" idx="2"/>
                      <a:endCxn id="123068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3068" name="楕円 123067">
                    <a:extLst>
                      <a:ext uri="{FF2B5EF4-FFF2-40B4-BE49-F238E27FC236}">
                        <a16:creationId xmlns:a16="http://schemas.microsoft.com/office/drawing/2014/main" id="{536C5B08-22B4-4F96-9CFF-EAF34E78DD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3026" name="グループ化 123025">
                  <a:extLst>
                    <a:ext uri="{FF2B5EF4-FFF2-40B4-BE49-F238E27FC236}">
                      <a16:creationId xmlns:a16="http://schemas.microsoft.com/office/drawing/2014/main" id="{8BA00EA6-039C-4282-8659-5609F0435A35}"/>
                    </a:ext>
                  </a:extLst>
                </p:cNvPr>
                <p:cNvGrpSpPr/>
                <p:nvPr/>
              </p:nvGrpSpPr>
              <p:grpSpPr>
                <a:xfrm flipH="1">
                  <a:off x="3719046" y="3719046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23063" name="グループ化 123062">
                    <a:extLst>
                      <a:ext uri="{FF2B5EF4-FFF2-40B4-BE49-F238E27FC236}">
                        <a16:creationId xmlns:a16="http://schemas.microsoft.com/office/drawing/2014/main" id="{3E0C1D44-F0DB-495C-AFF9-AC6F16313792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3065" name="直線コネクタ 123064">
                      <a:extLst>
                        <a:ext uri="{FF2B5EF4-FFF2-40B4-BE49-F238E27FC236}">
                          <a16:creationId xmlns:a16="http://schemas.microsoft.com/office/drawing/2014/main" id="{3A2C8E21-210C-4111-B70C-F126CD86B881}"/>
                        </a:ext>
                      </a:extLst>
                    </p:cNvPr>
                    <p:cNvCxnSpPr>
                      <a:cxnSpLocks/>
                      <a:stCxn id="123064" idx="4"/>
                      <a:endCxn id="123064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66" name="直線コネクタ 123065">
                      <a:extLst>
                        <a:ext uri="{FF2B5EF4-FFF2-40B4-BE49-F238E27FC236}">
                          <a16:creationId xmlns:a16="http://schemas.microsoft.com/office/drawing/2014/main" id="{5CAB0DB2-6046-40A2-B0F3-6BCF227E84E1}"/>
                        </a:ext>
                      </a:extLst>
                    </p:cNvPr>
                    <p:cNvCxnSpPr>
                      <a:cxnSpLocks/>
                      <a:stCxn id="123064" idx="2"/>
                      <a:endCxn id="123064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3064" name="楕円 123063">
                    <a:extLst>
                      <a:ext uri="{FF2B5EF4-FFF2-40B4-BE49-F238E27FC236}">
                        <a16:creationId xmlns:a16="http://schemas.microsoft.com/office/drawing/2014/main" id="{A9F952A7-A065-454B-A560-B4CFE91268D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3027" name="グループ化 123026">
                  <a:extLst>
                    <a:ext uri="{FF2B5EF4-FFF2-40B4-BE49-F238E27FC236}">
                      <a16:creationId xmlns:a16="http://schemas.microsoft.com/office/drawing/2014/main" id="{BD341CEF-FF80-42BE-A1EF-8CB22AE0A70A}"/>
                    </a:ext>
                  </a:extLst>
                </p:cNvPr>
                <p:cNvGrpSpPr/>
                <p:nvPr/>
              </p:nvGrpSpPr>
              <p:grpSpPr>
                <a:xfrm flipH="1">
                  <a:off x="5259481" y="3719046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23059" name="グループ化 123058">
                    <a:extLst>
                      <a:ext uri="{FF2B5EF4-FFF2-40B4-BE49-F238E27FC236}">
                        <a16:creationId xmlns:a16="http://schemas.microsoft.com/office/drawing/2014/main" id="{40F458AB-6340-430C-AB8F-210517D1A2AD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3061" name="直線コネクタ 123060">
                      <a:extLst>
                        <a:ext uri="{FF2B5EF4-FFF2-40B4-BE49-F238E27FC236}">
                          <a16:creationId xmlns:a16="http://schemas.microsoft.com/office/drawing/2014/main" id="{0F04BF2C-75B7-4C6E-8F65-97A0573431BF}"/>
                        </a:ext>
                      </a:extLst>
                    </p:cNvPr>
                    <p:cNvCxnSpPr>
                      <a:cxnSpLocks/>
                      <a:stCxn id="123060" idx="4"/>
                      <a:endCxn id="123060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62" name="直線コネクタ 123061">
                      <a:extLst>
                        <a:ext uri="{FF2B5EF4-FFF2-40B4-BE49-F238E27FC236}">
                          <a16:creationId xmlns:a16="http://schemas.microsoft.com/office/drawing/2014/main" id="{3A4DC54A-81B8-41FA-9C61-2936746DEF57}"/>
                        </a:ext>
                      </a:extLst>
                    </p:cNvPr>
                    <p:cNvCxnSpPr>
                      <a:cxnSpLocks/>
                      <a:stCxn id="123060" idx="2"/>
                      <a:endCxn id="123060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3060" name="楕円 123059">
                    <a:extLst>
                      <a:ext uri="{FF2B5EF4-FFF2-40B4-BE49-F238E27FC236}">
                        <a16:creationId xmlns:a16="http://schemas.microsoft.com/office/drawing/2014/main" id="{767C1342-3891-4D32-9A91-C23FB8A88B1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3028" name="グループ化 123027">
                  <a:extLst>
                    <a:ext uri="{FF2B5EF4-FFF2-40B4-BE49-F238E27FC236}">
                      <a16:creationId xmlns:a16="http://schemas.microsoft.com/office/drawing/2014/main" id="{D2DE1F76-A299-49EB-9A0C-01F3A574D856}"/>
                    </a:ext>
                  </a:extLst>
                </p:cNvPr>
                <p:cNvGrpSpPr/>
                <p:nvPr/>
              </p:nvGrpSpPr>
              <p:grpSpPr>
                <a:xfrm flipH="1">
                  <a:off x="5259481" y="6799916"/>
                  <a:ext cx="280800" cy="280800"/>
                  <a:chOff x="6799916" y="6799916"/>
                  <a:chExt cx="280800" cy="280800"/>
                </a:xfrm>
              </p:grpSpPr>
              <p:grpSp>
                <p:nvGrpSpPr>
                  <p:cNvPr id="123055" name="グループ化 123054">
                    <a:extLst>
                      <a:ext uri="{FF2B5EF4-FFF2-40B4-BE49-F238E27FC236}">
                        <a16:creationId xmlns:a16="http://schemas.microsoft.com/office/drawing/2014/main" id="{1C3544C0-55CD-49B8-A68A-E1CA225CDC62}"/>
                      </a:ext>
                    </a:extLst>
                  </p:cNvPr>
                  <p:cNvGrpSpPr/>
                  <p:nvPr/>
                </p:nvGrpSpPr>
                <p:grpSpPr>
                  <a:xfrm rot="16200000" flipV="1">
                    <a:off x="679991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3057" name="直線コネクタ 123056">
                      <a:extLst>
                        <a:ext uri="{FF2B5EF4-FFF2-40B4-BE49-F238E27FC236}">
                          <a16:creationId xmlns:a16="http://schemas.microsoft.com/office/drawing/2014/main" id="{2164A505-CB56-4C33-9509-9E5F39F1E003}"/>
                        </a:ext>
                      </a:extLst>
                    </p:cNvPr>
                    <p:cNvCxnSpPr>
                      <a:cxnSpLocks/>
                      <a:stCxn id="123056" idx="4"/>
                      <a:endCxn id="123056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58" name="直線コネクタ 123057">
                      <a:extLst>
                        <a:ext uri="{FF2B5EF4-FFF2-40B4-BE49-F238E27FC236}">
                          <a16:creationId xmlns:a16="http://schemas.microsoft.com/office/drawing/2014/main" id="{F1BEC509-AEA1-4DA7-918B-0677B91A0AFC}"/>
                        </a:ext>
                      </a:extLst>
                    </p:cNvPr>
                    <p:cNvCxnSpPr>
                      <a:cxnSpLocks/>
                      <a:stCxn id="123056" idx="2"/>
                      <a:endCxn id="123056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3056" name="楕円 123055">
                    <a:extLst>
                      <a:ext uri="{FF2B5EF4-FFF2-40B4-BE49-F238E27FC236}">
                        <a16:creationId xmlns:a16="http://schemas.microsoft.com/office/drawing/2014/main" id="{E8C4CD05-9533-4305-8999-EA4030ACCF5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V="1">
                    <a:off x="679991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3029" name="グループ化 123028">
                  <a:extLst>
                    <a:ext uri="{FF2B5EF4-FFF2-40B4-BE49-F238E27FC236}">
                      <a16:creationId xmlns:a16="http://schemas.microsoft.com/office/drawing/2014/main" id="{DFB833E1-5A85-4097-B224-FF01236EADA4}"/>
                    </a:ext>
                  </a:extLst>
                </p:cNvPr>
                <p:cNvGrpSpPr/>
                <p:nvPr/>
              </p:nvGrpSpPr>
              <p:grpSpPr>
                <a:xfrm flipH="1">
                  <a:off x="3719046" y="5259481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23051" name="グループ化 123050">
                    <a:extLst>
                      <a:ext uri="{FF2B5EF4-FFF2-40B4-BE49-F238E27FC236}">
                        <a16:creationId xmlns:a16="http://schemas.microsoft.com/office/drawing/2014/main" id="{00E525C2-D857-4D3B-8280-8BCDEB893482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3053" name="直線コネクタ 123052">
                      <a:extLst>
                        <a:ext uri="{FF2B5EF4-FFF2-40B4-BE49-F238E27FC236}">
                          <a16:creationId xmlns:a16="http://schemas.microsoft.com/office/drawing/2014/main" id="{E66A1523-DBA4-463D-BA53-B12D327D41FB}"/>
                        </a:ext>
                      </a:extLst>
                    </p:cNvPr>
                    <p:cNvCxnSpPr>
                      <a:cxnSpLocks/>
                      <a:stCxn id="123052" idx="4"/>
                      <a:endCxn id="123052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54" name="直線コネクタ 123053">
                      <a:extLst>
                        <a:ext uri="{FF2B5EF4-FFF2-40B4-BE49-F238E27FC236}">
                          <a16:creationId xmlns:a16="http://schemas.microsoft.com/office/drawing/2014/main" id="{2B7B89E7-E6CA-4173-9A37-34F1D1AD864E}"/>
                        </a:ext>
                      </a:extLst>
                    </p:cNvPr>
                    <p:cNvCxnSpPr>
                      <a:cxnSpLocks/>
                      <a:stCxn id="123052" idx="2"/>
                      <a:endCxn id="123052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3052" name="楕円 123051">
                    <a:extLst>
                      <a:ext uri="{FF2B5EF4-FFF2-40B4-BE49-F238E27FC236}">
                        <a16:creationId xmlns:a16="http://schemas.microsoft.com/office/drawing/2014/main" id="{6F7C872F-9743-4AF9-BCDB-5446349290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23030" name="グループ化 123029">
                  <a:extLst>
                    <a:ext uri="{FF2B5EF4-FFF2-40B4-BE49-F238E27FC236}">
                      <a16:creationId xmlns:a16="http://schemas.microsoft.com/office/drawing/2014/main" id="{8E6C36A5-2BFB-4BFD-811F-305B70985135}"/>
                    </a:ext>
                  </a:extLst>
                </p:cNvPr>
                <p:cNvGrpSpPr/>
                <p:nvPr/>
              </p:nvGrpSpPr>
              <p:grpSpPr>
                <a:xfrm flipH="1">
                  <a:off x="6799916" y="5259481"/>
                  <a:ext cx="280800" cy="280800"/>
                  <a:chOff x="3719046" y="3719046"/>
                  <a:chExt cx="280800" cy="280800"/>
                </a:xfrm>
              </p:grpSpPr>
              <p:grpSp>
                <p:nvGrpSpPr>
                  <p:cNvPr id="123047" name="グループ化 123046">
                    <a:extLst>
                      <a:ext uri="{FF2B5EF4-FFF2-40B4-BE49-F238E27FC236}">
                        <a16:creationId xmlns:a16="http://schemas.microsoft.com/office/drawing/2014/main" id="{60484EC9-F110-40FF-BC3E-53A758222C21}"/>
                      </a:ext>
                    </a:extLst>
                  </p:cNvPr>
                  <p:cNvGrpSpPr/>
                  <p:nvPr/>
                </p:nvGrpSpPr>
                <p:grpSpPr>
                  <a:xfrm>
                    <a:off x="371904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23049" name="直線コネクタ 123048">
                      <a:extLst>
                        <a:ext uri="{FF2B5EF4-FFF2-40B4-BE49-F238E27FC236}">
                          <a16:creationId xmlns:a16="http://schemas.microsoft.com/office/drawing/2014/main" id="{42BB93A5-E023-4302-8B32-3C44DC430C89}"/>
                        </a:ext>
                      </a:extLst>
                    </p:cNvPr>
                    <p:cNvCxnSpPr>
                      <a:cxnSpLocks/>
                      <a:stCxn id="123048" idx="4"/>
                      <a:endCxn id="123048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50" name="直線コネクタ 123049">
                      <a:extLst>
                        <a:ext uri="{FF2B5EF4-FFF2-40B4-BE49-F238E27FC236}">
                          <a16:creationId xmlns:a16="http://schemas.microsoft.com/office/drawing/2014/main" id="{23130FA1-5CB5-41D5-97EB-9645BEF80B73}"/>
                        </a:ext>
                      </a:extLst>
                    </p:cNvPr>
                    <p:cNvCxnSpPr>
                      <a:cxnSpLocks/>
                      <a:stCxn id="123048" idx="2"/>
                      <a:endCxn id="123048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3048" name="楕円 123047">
                    <a:extLst>
                      <a:ext uri="{FF2B5EF4-FFF2-40B4-BE49-F238E27FC236}">
                        <a16:creationId xmlns:a16="http://schemas.microsoft.com/office/drawing/2014/main" id="{8E678CAF-C9B4-4F77-8BEC-DBE0460065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sp>
              <p:nvSpPr>
                <p:cNvPr id="123031" name="楕円 123030">
                  <a:extLst>
                    <a:ext uri="{FF2B5EF4-FFF2-40B4-BE49-F238E27FC236}">
                      <a16:creationId xmlns:a16="http://schemas.microsoft.com/office/drawing/2014/main" id="{7AF6D085-6C4A-4BA7-80DB-B8E5FE5E81D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377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3032" name="楕円 123031">
                  <a:extLst>
                    <a:ext uri="{FF2B5EF4-FFF2-40B4-BE49-F238E27FC236}">
                      <a16:creationId xmlns:a16="http://schemas.microsoft.com/office/drawing/2014/main" id="{126035A8-626C-4A58-9182-2CE355EDE9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6855488" y="442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3033" name="楕円 123032">
                  <a:extLst>
                    <a:ext uri="{FF2B5EF4-FFF2-40B4-BE49-F238E27FC236}">
                      <a16:creationId xmlns:a16="http://schemas.microsoft.com/office/drawing/2014/main" id="{EED754E5-6742-4A11-86DA-92A19346E2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6855488" y="620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3034" name="楕円 123033">
                  <a:extLst>
                    <a:ext uri="{FF2B5EF4-FFF2-40B4-BE49-F238E27FC236}">
                      <a16:creationId xmlns:a16="http://schemas.microsoft.com/office/drawing/2014/main" id="{9D34EE21-B2FF-4248-9C29-1A3227590E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685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3035" name="楕円 123034">
                  <a:extLst>
                    <a:ext uri="{FF2B5EF4-FFF2-40B4-BE49-F238E27FC236}">
                      <a16:creationId xmlns:a16="http://schemas.microsoft.com/office/drawing/2014/main" id="{43A2AA48-CE0D-40DC-AFAF-3C9DB81105C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772800" y="620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23036" name="楕円 123035">
                  <a:extLst>
                    <a:ext uri="{FF2B5EF4-FFF2-40B4-BE49-F238E27FC236}">
                      <a16:creationId xmlns:a16="http://schemas.microsoft.com/office/drawing/2014/main" id="{3A85DDF5-411D-4824-BEAF-B776B88C316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772800" y="442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cxnSp>
              <p:nvCxnSpPr>
                <p:cNvPr id="123037" name="直線コネクタ 123036">
                  <a:extLst>
                    <a:ext uri="{FF2B5EF4-FFF2-40B4-BE49-F238E27FC236}">
                      <a16:creationId xmlns:a16="http://schemas.microsoft.com/office/drawing/2014/main" id="{0F0CFD9F-3DA8-4611-8CBE-BFC49183E0C0}"/>
                    </a:ext>
                  </a:extLst>
                </p:cNvPr>
                <p:cNvCxnSpPr>
                  <a:cxnSpLocks/>
                  <a:stCxn id="123031" idx="3"/>
                  <a:endCxn id="123031" idx="7"/>
                </p:cNvCxnSpPr>
                <p:nvPr/>
              </p:nvCxnSpPr>
              <p:spPr>
                <a:xfrm flipH="1" flipV="1">
                  <a:off x="5338787" y="379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38" name="直線コネクタ 123037">
                  <a:extLst>
                    <a:ext uri="{FF2B5EF4-FFF2-40B4-BE49-F238E27FC236}">
                      <a16:creationId xmlns:a16="http://schemas.microsoft.com/office/drawing/2014/main" id="{1219FCBE-DABC-4B08-AC03-502B967B1F9D}"/>
                    </a:ext>
                  </a:extLst>
                </p:cNvPr>
                <p:cNvCxnSpPr>
                  <a:cxnSpLocks/>
                  <a:stCxn id="123031" idx="5"/>
                  <a:endCxn id="123031" idx="1"/>
                </p:cNvCxnSpPr>
                <p:nvPr/>
              </p:nvCxnSpPr>
              <p:spPr>
                <a:xfrm flipV="1">
                  <a:off x="5338787" y="379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39" name="直線コネクタ 123038">
                  <a:extLst>
                    <a:ext uri="{FF2B5EF4-FFF2-40B4-BE49-F238E27FC236}">
                      <a16:creationId xmlns:a16="http://schemas.microsoft.com/office/drawing/2014/main" id="{7E1A0550-5FE7-4804-BA9E-6B4F6D42210C}"/>
                    </a:ext>
                  </a:extLst>
                </p:cNvPr>
                <p:cNvCxnSpPr>
                  <a:cxnSpLocks/>
                  <a:stCxn id="123032" idx="5"/>
                  <a:endCxn id="123032" idx="1"/>
                </p:cNvCxnSpPr>
                <p:nvPr/>
              </p:nvCxnSpPr>
              <p:spPr>
                <a:xfrm flipV="1">
                  <a:off x="6880794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40" name="直線コネクタ 123039">
                  <a:extLst>
                    <a:ext uri="{FF2B5EF4-FFF2-40B4-BE49-F238E27FC236}">
                      <a16:creationId xmlns:a16="http://schemas.microsoft.com/office/drawing/2014/main" id="{543DD481-0BD3-4730-A643-9AF67C8F84EA}"/>
                    </a:ext>
                  </a:extLst>
                </p:cNvPr>
                <p:cNvCxnSpPr>
                  <a:cxnSpLocks/>
                  <a:stCxn id="123032" idx="3"/>
                  <a:endCxn id="123032" idx="7"/>
                </p:cNvCxnSpPr>
                <p:nvPr/>
              </p:nvCxnSpPr>
              <p:spPr>
                <a:xfrm flipH="1" flipV="1">
                  <a:off x="6880794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41" name="直線コネクタ 123040">
                  <a:extLst>
                    <a:ext uri="{FF2B5EF4-FFF2-40B4-BE49-F238E27FC236}">
                      <a16:creationId xmlns:a16="http://schemas.microsoft.com/office/drawing/2014/main" id="{B321FDB2-BFDF-410B-9532-F257E306F517}"/>
                    </a:ext>
                  </a:extLst>
                </p:cNvPr>
                <p:cNvCxnSpPr>
                  <a:cxnSpLocks/>
                  <a:stCxn id="123033" idx="5"/>
                  <a:endCxn id="123033" idx="1"/>
                </p:cNvCxnSpPr>
                <p:nvPr/>
              </p:nvCxnSpPr>
              <p:spPr>
                <a:xfrm flipV="1">
                  <a:off x="6880794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42" name="直線コネクタ 123041">
                  <a:extLst>
                    <a:ext uri="{FF2B5EF4-FFF2-40B4-BE49-F238E27FC236}">
                      <a16:creationId xmlns:a16="http://schemas.microsoft.com/office/drawing/2014/main" id="{A1C43F54-FE21-4211-9170-EF7B8F138FB1}"/>
                    </a:ext>
                  </a:extLst>
                </p:cNvPr>
                <p:cNvCxnSpPr>
                  <a:cxnSpLocks/>
                  <a:stCxn id="123033" idx="3"/>
                  <a:endCxn id="123033" idx="7"/>
                </p:cNvCxnSpPr>
                <p:nvPr/>
              </p:nvCxnSpPr>
              <p:spPr>
                <a:xfrm flipH="1" flipV="1">
                  <a:off x="6880794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43" name="直線コネクタ 123042">
                  <a:extLst>
                    <a:ext uri="{FF2B5EF4-FFF2-40B4-BE49-F238E27FC236}">
                      <a16:creationId xmlns:a16="http://schemas.microsoft.com/office/drawing/2014/main" id="{23357CE4-B807-475A-9580-1A8FC863E9FE}"/>
                    </a:ext>
                  </a:extLst>
                </p:cNvPr>
                <p:cNvCxnSpPr>
                  <a:cxnSpLocks/>
                  <a:stCxn id="123035" idx="3"/>
                  <a:endCxn id="123035" idx="7"/>
                </p:cNvCxnSpPr>
                <p:nvPr/>
              </p:nvCxnSpPr>
              <p:spPr>
                <a:xfrm flipH="1" flipV="1">
                  <a:off x="3798106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44" name="直線コネクタ 123043">
                  <a:extLst>
                    <a:ext uri="{FF2B5EF4-FFF2-40B4-BE49-F238E27FC236}">
                      <a16:creationId xmlns:a16="http://schemas.microsoft.com/office/drawing/2014/main" id="{75DDDB7F-4283-4BB8-9EF4-40C60A0E2649}"/>
                    </a:ext>
                  </a:extLst>
                </p:cNvPr>
                <p:cNvCxnSpPr>
                  <a:cxnSpLocks/>
                  <a:stCxn id="123035" idx="5"/>
                  <a:endCxn id="123035" idx="1"/>
                </p:cNvCxnSpPr>
                <p:nvPr/>
              </p:nvCxnSpPr>
              <p:spPr>
                <a:xfrm flipV="1">
                  <a:off x="3798106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45" name="直線コネクタ 123044">
                  <a:extLst>
                    <a:ext uri="{FF2B5EF4-FFF2-40B4-BE49-F238E27FC236}">
                      <a16:creationId xmlns:a16="http://schemas.microsoft.com/office/drawing/2014/main" id="{0E65C1BE-4B27-4CB2-ABEF-68782C663500}"/>
                    </a:ext>
                  </a:extLst>
                </p:cNvPr>
                <p:cNvCxnSpPr>
                  <a:cxnSpLocks/>
                  <a:stCxn id="123036" idx="3"/>
                  <a:endCxn id="123036" idx="7"/>
                </p:cNvCxnSpPr>
                <p:nvPr/>
              </p:nvCxnSpPr>
              <p:spPr>
                <a:xfrm flipH="1" flipV="1">
                  <a:off x="3798106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046" name="直線コネクタ 123045">
                  <a:extLst>
                    <a:ext uri="{FF2B5EF4-FFF2-40B4-BE49-F238E27FC236}">
                      <a16:creationId xmlns:a16="http://schemas.microsoft.com/office/drawing/2014/main" id="{96CDBDAA-CC25-4C56-B4E7-36CBD73A9D4C}"/>
                    </a:ext>
                  </a:extLst>
                </p:cNvPr>
                <p:cNvCxnSpPr>
                  <a:cxnSpLocks/>
                  <a:stCxn id="123036" idx="5"/>
                  <a:endCxn id="123036" idx="1"/>
                </p:cNvCxnSpPr>
                <p:nvPr/>
              </p:nvCxnSpPr>
              <p:spPr>
                <a:xfrm flipV="1">
                  <a:off x="3798106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8396" name="グループ化 118395">
                <a:extLst>
                  <a:ext uri="{FF2B5EF4-FFF2-40B4-BE49-F238E27FC236}">
                    <a16:creationId xmlns:a16="http://schemas.microsoft.com/office/drawing/2014/main" id="{21A393EE-1014-4FD0-B2C9-09750B3D74CF}"/>
                  </a:ext>
                </a:extLst>
              </p:cNvPr>
              <p:cNvGrpSpPr/>
              <p:nvPr/>
            </p:nvGrpSpPr>
            <p:grpSpPr>
              <a:xfrm>
                <a:off x="4287481" y="4286224"/>
                <a:ext cx="2227978" cy="2229219"/>
                <a:chOff x="4287481" y="4286224"/>
                <a:chExt cx="2227978" cy="2229219"/>
              </a:xfrm>
            </p:grpSpPr>
            <p:grpSp>
              <p:nvGrpSpPr>
                <p:cNvPr id="118397" name="グループ化 118396">
                  <a:extLst>
                    <a:ext uri="{FF2B5EF4-FFF2-40B4-BE49-F238E27FC236}">
                      <a16:creationId xmlns:a16="http://schemas.microsoft.com/office/drawing/2014/main" id="{ED779E2C-E8B5-4630-8E94-DAD83337C1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287481" y="4286224"/>
                  <a:ext cx="2227978" cy="2229219"/>
                  <a:chOff x="4287481" y="4286224"/>
                  <a:chExt cx="2227978" cy="2229219"/>
                </a:xfrm>
              </p:grpSpPr>
              <p:cxnSp>
                <p:nvCxnSpPr>
                  <p:cNvPr id="122633" name="直線コネクタ 122632">
                    <a:extLst>
                      <a:ext uri="{FF2B5EF4-FFF2-40B4-BE49-F238E27FC236}">
                        <a16:creationId xmlns:a16="http://schemas.microsoft.com/office/drawing/2014/main" id="{8DB46BAA-09C5-4F3B-BDA5-4BED35DB11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34" name="直線コネクタ 122633">
                    <a:extLst>
                      <a:ext uri="{FF2B5EF4-FFF2-40B4-BE49-F238E27FC236}">
                        <a16:creationId xmlns:a16="http://schemas.microsoft.com/office/drawing/2014/main" id="{3BFC8991-03EF-426F-83A2-67A4DC5787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35" name="直線コネクタ 122634">
                    <a:extLst>
                      <a:ext uri="{FF2B5EF4-FFF2-40B4-BE49-F238E27FC236}">
                        <a16:creationId xmlns:a16="http://schemas.microsoft.com/office/drawing/2014/main" id="{6080F5E5-AEE0-42E9-9179-EEAEC09DB1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36" name="直線コネクタ 122635">
                    <a:extLst>
                      <a:ext uri="{FF2B5EF4-FFF2-40B4-BE49-F238E27FC236}">
                        <a16:creationId xmlns:a16="http://schemas.microsoft.com/office/drawing/2014/main" id="{6F6B17F7-1E49-47BA-BDB5-CE96C81BB5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37" name="直線コネクタ 122636">
                    <a:extLst>
                      <a:ext uri="{FF2B5EF4-FFF2-40B4-BE49-F238E27FC236}">
                        <a16:creationId xmlns:a16="http://schemas.microsoft.com/office/drawing/2014/main" id="{9BD61910-4E38-4E7E-B49A-BF95562B6B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38" name="直線コネクタ 122637">
                    <a:extLst>
                      <a:ext uri="{FF2B5EF4-FFF2-40B4-BE49-F238E27FC236}">
                        <a16:creationId xmlns:a16="http://schemas.microsoft.com/office/drawing/2014/main" id="{39025040-C3EE-4849-B49B-1A36C6C0B3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39" name="直線コネクタ 122638">
                    <a:extLst>
                      <a:ext uri="{FF2B5EF4-FFF2-40B4-BE49-F238E27FC236}">
                        <a16:creationId xmlns:a16="http://schemas.microsoft.com/office/drawing/2014/main" id="{71454CA0-0B90-4E76-9C6D-144B9AECC9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0" name="直線コネクタ 122639">
                    <a:extLst>
                      <a:ext uri="{FF2B5EF4-FFF2-40B4-BE49-F238E27FC236}">
                        <a16:creationId xmlns:a16="http://schemas.microsoft.com/office/drawing/2014/main" id="{2790071F-881C-4C6C-AD47-F4461D6195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1" name="直線コネクタ 122640">
                    <a:extLst>
                      <a:ext uri="{FF2B5EF4-FFF2-40B4-BE49-F238E27FC236}">
                        <a16:creationId xmlns:a16="http://schemas.microsoft.com/office/drawing/2014/main" id="{999D8AC3-47B0-40C7-8FAA-0CF049FCF4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2" name="直線コネクタ 122641">
                    <a:extLst>
                      <a:ext uri="{FF2B5EF4-FFF2-40B4-BE49-F238E27FC236}">
                        <a16:creationId xmlns:a16="http://schemas.microsoft.com/office/drawing/2014/main" id="{0040DC3C-4C24-4D22-BBD7-B4C8D1F37B5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3" name="直線コネクタ 122642">
                    <a:extLst>
                      <a:ext uri="{FF2B5EF4-FFF2-40B4-BE49-F238E27FC236}">
                        <a16:creationId xmlns:a16="http://schemas.microsoft.com/office/drawing/2014/main" id="{2F676EAF-DB41-41AD-A221-C44B92FB359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4" name="直線コネクタ 122643">
                    <a:extLst>
                      <a:ext uri="{FF2B5EF4-FFF2-40B4-BE49-F238E27FC236}">
                        <a16:creationId xmlns:a16="http://schemas.microsoft.com/office/drawing/2014/main" id="{8D4C2397-C903-45A5-9423-CACB29A536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5" name="直線コネクタ 122644">
                    <a:extLst>
                      <a:ext uri="{FF2B5EF4-FFF2-40B4-BE49-F238E27FC236}">
                        <a16:creationId xmlns:a16="http://schemas.microsoft.com/office/drawing/2014/main" id="{B2C85A24-73B9-4B87-BBF2-CD6DFFE798C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6" name="直線コネクタ 122645">
                    <a:extLst>
                      <a:ext uri="{FF2B5EF4-FFF2-40B4-BE49-F238E27FC236}">
                        <a16:creationId xmlns:a16="http://schemas.microsoft.com/office/drawing/2014/main" id="{402E25BC-81EF-4A00-9B2E-0280F46045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7" name="直線コネクタ 122646">
                    <a:extLst>
                      <a:ext uri="{FF2B5EF4-FFF2-40B4-BE49-F238E27FC236}">
                        <a16:creationId xmlns:a16="http://schemas.microsoft.com/office/drawing/2014/main" id="{27CE0BD5-4FE4-4D72-9FD7-DA29AE369B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8" name="直線コネクタ 122647">
                    <a:extLst>
                      <a:ext uri="{FF2B5EF4-FFF2-40B4-BE49-F238E27FC236}">
                        <a16:creationId xmlns:a16="http://schemas.microsoft.com/office/drawing/2014/main" id="{1BB69C4F-5BC5-43F5-9730-130AA3A083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49" name="直線コネクタ 122648">
                    <a:extLst>
                      <a:ext uri="{FF2B5EF4-FFF2-40B4-BE49-F238E27FC236}">
                        <a16:creationId xmlns:a16="http://schemas.microsoft.com/office/drawing/2014/main" id="{BEB9309D-53A5-41CF-B3B0-E1073C0B83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0" name="直線コネクタ 122649">
                    <a:extLst>
                      <a:ext uri="{FF2B5EF4-FFF2-40B4-BE49-F238E27FC236}">
                        <a16:creationId xmlns:a16="http://schemas.microsoft.com/office/drawing/2014/main" id="{AF617CF3-1131-4AD7-9A7B-F71A5A2E39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1" name="直線コネクタ 122650">
                    <a:extLst>
                      <a:ext uri="{FF2B5EF4-FFF2-40B4-BE49-F238E27FC236}">
                        <a16:creationId xmlns:a16="http://schemas.microsoft.com/office/drawing/2014/main" id="{B43D7C69-0165-454D-89FB-804355050B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2" name="直線コネクタ 122651">
                    <a:extLst>
                      <a:ext uri="{FF2B5EF4-FFF2-40B4-BE49-F238E27FC236}">
                        <a16:creationId xmlns:a16="http://schemas.microsoft.com/office/drawing/2014/main" id="{6E1F7956-F197-4276-BD12-41309EFA3D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3" name="直線コネクタ 122652">
                    <a:extLst>
                      <a:ext uri="{FF2B5EF4-FFF2-40B4-BE49-F238E27FC236}">
                        <a16:creationId xmlns:a16="http://schemas.microsoft.com/office/drawing/2014/main" id="{DAC33035-70D3-42C1-B1D5-36B584E2EC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4" name="直線コネクタ 122653">
                    <a:extLst>
                      <a:ext uri="{FF2B5EF4-FFF2-40B4-BE49-F238E27FC236}">
                        <a16:creationId xmlns:a16="http://schemas.microsoft.com/office/drawing/2014/main" id="{AF756523-3372-40CA-A854-491AD65DD3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5" name="直線コネクタ 122654">
                    <a:extLst>
                      <a:ext uri="{FF2B5EF4-FFF2-40B4-BE49-F238E27FC236}">
                        <a16:creationId xmlns:a16="http://schemas.microsoft.com/office/drawing/2014/main" id="{77A86DE7-0059-4D62-9867-F93C2BAA7F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6" name="直線コネクタ 122655">
                    <a:extLst>
                      <a:ext uri="{FF2B5EF4-FFF2-40B4-BE49-F238E27FC236}">
                        <a16:creationId xmlns:a16="http://schemas.microsoft.com/office/drawing/2014/main" id="{5353EB63-ADD2-4C54-A056-0A912E956A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7" name="直線コネクタ 122656">
                    <a:extLst>
                      <a:ext uri="{FF2B5EF4-FFF2-40B4-BE49-F238E27FC236}">
                        <a16:creationId xmlns:a16="http://schemas.microsoft.com/office/drawing/2014/main" id="{B650339A-BF6E-4F33-A9BE-3B8EA8D238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8" name="直線コネクタ 122657">
                    <a:extLst>
                      <a:ext uri="{FF2B5EF4-FFF2-40B4-BE49-F238E27FC236}">
                        <a16:creationId xmlns:a16="http://schemas.microsoft.com/office/drawing/2014/main" id="{64EA263F-E407-48EB-9F44-097CBF6A8A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59" name="直線コネクタ 122658">
                    <a:extLst>
                      <a:ext uri="{FF2B5EF4-FFF2-40B4-BE49-F238E27FC236}">
                        <a16:creationId xmlns:a16="http://schemas.microsoft.com/office/drawing/2014/main" id="{499E76D8-682A-48BA-8F41-7533C318DF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0" name="直線コネクタ 122659">
                    <a:extLst>
                      <a:ext uri="{FF2B5EF4-FFF2-40B4-BE49-F238E27FC236}">
                        <a16:creationId xmlns:a16="http://schemas.microsoft.com/office/drawing/2014/main" id="{3A864759-7839-4CE4-A757-CDDDC5A277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1" name="直線コネクタ 122660">
                    <a:extLst>
                      <a:ext uri="{FF2B5EF4-FFF2-40B4-BE49-F238E27FC236}">
                        <a16:creationId xmlns:a16="http://schemas.microsoft.com/office/drawing/2014/main" id="{53B315D0-E488-4880-9736-C52B802848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2" name="直線コネクタ 122661">
                    <a:extLst>
                      <a:ext uri="{FF2B5EF4-FFF2-40B4-BE49-F238E27FC236}">
                        <a16:creationId xmlns:a16="http://schemas.microsoft.com/office/drawing/2014/main" id="{0661F7C1-0ADA-437E-AFFE-43FCB9B1D5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3" name="直線コネクタ 122662">
                    <a:extLst>
                      <a:ext uri="{FF2B5EF4-FFF2-40B4-BE49-F238E27FC236}">
                        <a16:creationId xmlns:a16="http://schemas.microsoft.com/office/drawing/2014/main" id="{D0E95D13-33BB-46AA-97A8-9B1FDBEBC8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4" name="直線コネクタ 122663">
                    <a:extLst>
                      <a:ext uri="{FF2B5EF4-FFF2-40B4-BE49-F238E27FC236}">
                        <a16:creationId xmlns:a16="http://schemas.microsoft.com/office/drawing/2014/main" id="{76CD3851-C2F8-4A87-9715-1C19A1CDD6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5" name="直線コネクタ 122664">
                    <a:extLst>
                      <a:ext uri="{FF2B5EF4-FFF2-40B4-BE49-F238E27FC236}">
                        <a16:creationId xmlns:a16="http://schemas.microsoft.com/office/drawing/2014/main" id="{5F983777-A712-489B-B8D6-200949F005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6" name="直線コネクタ 122665">
                    <a:extLst>
                      <a:ext uri="{FF2B5EF4-FFF2-40B4-BE49-F238E27FC236}">
                        <a16:creationId xmlns:a16="http://schemas.microsoft.com/office/drawing/2014/main" id="{2E666BE2-9D4D-418E-A366-E861DC6AA6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7" name="直線コネクタ 122666">
                    <a:extLst>
                      <a:ext uri="{FF2B5EF4-FFF2-40B4-BE49-F238E27FC236}">
                        <a16:creationId xmlns:a16="http://schemas.microsoft.com/office/drawing/2014/main" id="{43362BFC-FB57-4FF7-B5DE-BD721BC69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8" name="直線コネクタ 122667">
                    <a:extLst>
                      <a:ext uri="{FF2B5EF4-FFF2-40B4-BE49-F238E27FC236}">
                        <a16:creationId xmlns:a16="http://schemas.microsoft.com/office/drawing/2014/main" id="{FE92E843-FD92-404D-9074-D7EA680A53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69" name="直線コネクタ 122668">
                    <a:extLst>
                      <a:ext uri="{FF2B5EF4-FFF2-40B4-BE49-F238E27FC236}">
                        <a16:creationId xmlns:a16="http://schemas.microsoft.com/office/drawing/2014/main" id="{76C988C2-41D0-4D63-B03D-C47CEC1E0E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0" name="直線コネクタ 122669">
                    <a:extLst>
                      <a:ext uri="{FF2B5EF4-FFF2-40B4-BE49-F238E27FC236}">
                        <a16:creationId xmlns:a16="http://schemas.microsoft.com/office/drawing/2014/main" id="{7D97AF1E-1990-4ABE-A923-0AA26168CC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1" name="直線コネクタ 122670">
                    <a:extLst>
                      <a:ext uri="{FF2B5EF4-FFF2-40B4-BE49-F238E27FC236}">
                        <a16:creationId xmlns:a16="http://schemas.microsoft.com/office/drawing/2014/main" id="{E0457C32-0AF7-49FA-897B-B95316D562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2" name="直線コネクタ 122671">
                    <a:extLst>
                      <a:ext uri="{FF2B5EF4-FFF2-40B4-BE49-F238E27FC236}">
                        <a16:creationId xmlns:a16="http://schemas.microsoft.com/office/drawing/2014/main" id="{90A3CB0C-DE30-44C2-9D1E-06C95329FF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3" name="直線コネクタ 122672">
                    <a:extLst>
                      <a:ext uri="{FF2B5EF4-FFF2-40B4-BE49-F238E27FC236}">
                        <a16:creationId xmlns:a16="http://schemas.microsoft.com/office/drawing/2014/main" id="{5E16E399-F319-4857-91E9-CC0149704C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4" name="直線コネクタ 122673">
                    <a:extLst>
                      <a:ext uri="{FF2B5EF4-FFF2-40B4-BE49-F238E27FC236}">
                        <a16:creationId xmlns:a16="http://schemas.microsoft.com/office/drawing/2014/main" id="{617E8F79-261F-4955-BD61-BDD1CB72AC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5" name="直線コネクタ 122674">
                    <a:extLst>
                      <a:ext uri="{FF2B5EF4-FFF2-40B4-BE49-F238E27FC236}">
                        <a16:creationId xmlns:a16="http://schemas.microsoft.com/office/drawing/2014/main" id="{30A4E6C2-E305-4930-81AA-3FC8BC090B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6" name="直線コネクタ 122675">
                    <a:extLst>
                      <a:ext uri="{FF2B5EF4-FFF2-40B4-BE49-F238E27FC236}">
                        <a16:creationId xmlns:a16="http://schemas.microsoft.com/office/drawing/2014/main" id="{91711AB3-7A52-403E-A41C-11C4E21E32F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7" name="直線コネクタ 122676">
                    <a:extLst>
                      <a:ext uri="{FF2B5EF4-FFF2-40B4-BE49-F238E27FC236}">
                        <a16:creationId xmlns:a16="http://schemas.microsoft.com/office/drawing/2014/main" id="{4EEA1DF1-5612-496C-88BB-C796DAD2568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8" name="直線コネクタ 122677">
                    <a:extLst>
                      <a:ext uri="{FF2B5EF4-FFF2-40B4-BE49-F238E27FC236}">
                        <a16:creationId xmlns:a16="http://schemas.microsoft.com/office/drawing/2014/main" id="{BA1015C3-25F9-4C36-B3F1-7CC575DCE41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79" name="直線コネクタ 122678">
                    <a:extLst>
                      <a:ext uri="{FF2B5EF4-FFF2-40B4-BE49-F238E27FC236}">
                        <a16:creationId xmlns:a16="http://schemas.microsoft.com/office/drawing/2014/main" id="{23DBA4FB-950F-45EA-9401-CF0F0C3A380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0" name="直線コネクタ 122679">
                    <a:extLst>
                      <a:ext uri="{FF2B5EF4-FFF2-40B4-BE49-F238E27FC236}">
                        <a16:creationId xmlns:a16="http://schemas.microsoft.com/office/drawing/2014/main" id="{E0AE4A2F-97C0-4E9D-A33A-225930E3912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1" name="直線コネクタ 122680">
                    <a:extLst>
                      <a:ext uri="{FF2B5EF4-FFF2-40B4-BE49-F238E27FC236}">
                        <a16:creationId xmlns:a16="http://schemas.microsoft.com/office/drawing/2014/main" id="{A954F7B7-D0FE-448B-9558-E25D849053E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2" name="直線コネクタ 122681">
                    <a:extLst>
                      <a:ext uri="{FF2B5EF4-FFF2-40B4-BE49-F238E27FC236}">
                        <a16:creationId xmlns:a16="http://schemas.microsoft.com/office/drawing/2014/main" id="{1FEC0E4B-0EA2-4D79-8012-B552DF1A801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3" name="直線コネクタ 122682">
                    <a:extLst>
                      <a:ext uri="{FF2B5EF4-FFF2-40B4-BE49-F238E27FC236}">
                        <a16:creationId xmlns:a16="http://schemas.microsoft.com/office/drawing/2014/main" id="{C876CA8C-BD06-4D7E-8AA7-76E5447634C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4" name="直線コネクタ 122683">
                    <a:extLst>
                      <a:ext uri="{FF2B5EF4-FFF2-40B4-BE49-F238E27FC236}">
                        <a16:creationId xmlns:a16="http://schemas.microsoft.com/office/drawing/2014/main" id="{9730851D-727F-4D81-90AA-A2B50FEC90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5" name="直線コネクタ 122684">
                    <a:extLst>
                      <a:ext uri="{FF2B5EF4-FFF2-40B4-BE49-F238E27FC236}">
                        <a16:creationId xmlns:a16="http://schemas.microsoft.com/office/drawing/2014/main" id="{377E513A-8607-4B79-A2F9-C560892EA26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6" name="直線コネクタ 122685">
                    <a:extLst>
                      <a:ext uri="{FF2B5EF4-FFF2-40B4-BE49-F238E27FC236}">
                        <a16:creationId xmlns:a16="http://schemas.microsoft.com/office/drawing/2014/main" id="{94658A5F-D680-4009-9C29-19A4FF3133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7" name="直線コネクタ 122686">
                    <a:extLst>
                      <a:ext uri="{FF2B5EF4-FFF2-40B4-BE49-F238E27FC236}">
                        <a16:creationId xmlns:a16="http://schemas.microsoft.com/office/drawing/2014/main" id="{E0A5748A-C8B0-4DE7-AD66-8AE9FA8A56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8" name="直線コネクタ 122687">
                    <a:extLst>
                      <a:ext uri="{FF2B5EF4-FFF2-40B4-BE49-F238E27FC236}">
                        <a16:creationId xmlns:a16="http://schemas.microsoft.com/office/drawing/2014/main" id="{688DFAEA-3EF4-4632-BC22-21A448345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89" name="直線コネクタ 122688">
                    <a:extLst>
                      <a:ext uri="{FF2B5EF4-FFF2-40B4-BE49-F238E27FC236}">
                        <a16:creationId xmlns:a16="http://schemas.microsoft.com/office/drawing/2014/main" id="{8E4AE8EE-22FF-468D-9687-2A79FB4E66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0" name="直線コネクタ 122689">
                    <a:extLst>
                      <a:ext uri="{FF2B5EF4-FFF2-40B4-BE49-F238E27FC236}">
                        <a16:creationId xmlns:a16="http://schemas.microsoft.com/office/drawing/2014/main" id="{40EA9EE4-30AB-48BB-980C-7F1BFA13FD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1" name="直線コネクタ 122690">
                    <a:extLst>
                      <a:ext uri="{FF2B5EF4-FFF2-40B4-BE49-F238E27FC236}">
                        <a16:creationId xmlns:a16="http://schemas.microsoft.com/office/drawing/2014/main" id="{B233091E-3672-44EB-85BC-DE3FAFE820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2" name="直線コネクタ 122691">
                    <a:extLst>
                      <a:ext uri="{FF2B5EF4-FFF2-40B4-BE49-F238E27FC236}">
                        <a16:creationId xmlns:a16="http://schemas.microsoft.com/office/drawing/2014/main" id="{55A44726-948F-490D-A3A1-5128E31F55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3" name="直線コネクタ 122692">
                    <a:extLst>
                      <a:ext uri="{FF2B5EF4-FFF2-40B4-BE49-F238E27FC236}">
                        <a16:creationId xmlns:a16="http://schemas.microsoft.com/office/drawing/2014/main" id="{59303FB6-B0CE-43C4-A78D-001545CA6C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4" name="直線コネクタ 122693">
                    <a:extLst>
                      <a:ext uri="{FF2B5EF4-FFF2-40B4-BE49-F238E27FC236}">
                        <a16:creationId xmlns:a16="http://schemas.microsoft.com/office/drawing/2014/main" id="{3235393C-AE57-470A-9688-C915E4B77E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5" name="直線コネクタ 122694">
                    <a:extLst>
                      <a:ext uri="{FF2B5EF4-FFF2-40B4-BE49-F238E27FC236}">
                        <a16:creationId xmlns:a16="http://schemas.microsoft.com/office/drawing/2014/main" id="{182CB72C-5364-408B-910A-A7316A8628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6" name="直線コネクタ 122695">
                    <a:extLst>
                      <a:ext uri="{FF2B5EF4-FFF2-40B4-BE49-F238E27FC236}">
                        <a16:creationId xmlns:a16="http://schemas.microsoft.com/office/drawing/2014/main" id="{6DE90589-4931-4578-AAE9-F5B0640A3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7" name="直線コネクタ 122696">
                    <a:extLst>
                      <a:ext uri="{FF2B5EF4-FFF2-40B4-BE49-F238E27FC236}">
                        <a16:creationId xmlns:a16="http://schemas.microsoft.com/office/drawing/2014/main" id="{8804AE3F-12FF-4389-B44C-6D0F929D69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8" name="直線コネクタ 122697">
                    <a:extLst>
                      <a:ext uri="{FF2B5EF4-FFF2-40B4-BE49-F238E27FC236}">
                        <a16:creationId xmlns:a16="http://schemas.microsoft.com/office/drawing/2014/main" id="{8F6E1F47-05B0-493F-982A-9DFA5EB080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699" name="直線コネクタ 122698">
                    <a:extLst>
                      <a:ext uri="{FF2B5EF4-FFF2-40B4-BE49-F238E27FC236}">
                        <a16:creationId xmlns:a16="http://schemas.microsoft.com/office/drawing/2014/main" id="{E3823D5B-D136-4707-A86B-F78A2B4F0F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0" name="直線コネクタ 122699">
                    <a:extLst>
                      <a:ext uri="{FF2B5EF4-FFF2-40B4-BE49-F238E27FC236}">
                        <a16:creationId xmlns:a16="http://schemas.microsoft.com/office/drawing/2014/main" id="{02F7A213-EE1F-4EA4-A251-F9253279DC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1" name="直線コネクタ 122700">
                    <a:extLst>
                      <a:ext uri="{FF2B5EF4-FFF2-40B4-BE49-F238E27FC236}">
                        <a16:creationId xmlns:a16="http://schemas.microsoft.com/office/drawing/2014/main" id="{38E1A5AB-1FC8-47E2-8291-4CF3903690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2" name="直線コネクタ 122701">
                    <a:extLst>
                      <a:ext uri="{FF2B5EF4-FFF2-40B4-BE49-F238E27FC236}">
                        <a16:creationId xmlns:a16="http://schemas.microsoft.com/office/drawing/2014/main" id="{1B345A30-F312-4E7F-9E39-C89E47DCE3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3" name="直線コネクタ 122702">
                    <a:extLst>
                      <a:ext uri="{FF2B5EF4-FFF2-40B4-BE49-F238E27FC236}">
                        <a16:creationId xmlns:a16="http://schemas.microsoft.com/office/drawing/2014/main" id="{DA801FDC-8002-4D01-92BA-FDBDBC3AE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4" name="直線コネクタ 122703">
                    <a:extLst>
                      <a:ext uri="{FF2B5EF4-FFF2-40B4-BE49-F238E27FC236}">
                        <a16:creationId xmlns:a16="http://schemas.microsoft.com/office/drawing/2014/main" id="{6AC62FD1-BCDB-47A7-A2AC-43E5AE0D6D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5" name="直線コネクタ 122704">
                    <a:extLst>
                      <a:ext uri="{FF2B5EF4-FFF2-40B4-BE49-F238E27FC236}">
                        <a16:creationId xmlns:a16="http://schemas.microsoft.com/office/drawing/2014/main" id="{AF57E7EF-D102-461F-B89E-DE558B1B6F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6" name="直線コネクタ 122705">
                    <a:extLst>
                      <a:ext uri="{FF2B5EF4-FFF2-40B4-BE49-F238E27FC236}">
                        <a16:creationId xmlns:a16="http://schemas.microsoft.com/office/drawing/2014/main" id="{FD3FC7D9-1598-491A-873C-200D293B9C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7" name="直線コネクタ 122706">
                    <a:extLst>
                      <a:ext uri="{FF2B5EF4-FFF2-40B4-BE49-F238E27FC236}">
                        <a16:creationId xmlns:a16="http://schemas.microsoft.com/office/drawing/2014/main" id="{FABF79AF-C260-44C4-9CC4-A3DE17D6D9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8" name="直線コネクタ 122707">
                    <a:extLst>
                      <a:ext uri="{FF2B5EF4-FFF2-40B4-BE49-F238E27FC236}">
                        <a16:creationId xmlns:a16="http://schemas.microsoft.com/office/drawing/2014/main" id="{92A98D87-0E86-4188-8448-48A1694C56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09" name="直線コネクタ 122708">
                    <a:extLst>
                      <a:ext uri="{FF2B5EF4-FFF2-40B4-BE49-F238E27FC236}">
                        <a16:creationId xmlns:a16="http://schemas.microsoft.com/office/drawing/2014/main" id="{344DC865-5037-437C-A1B2-25338A4558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0" name="直線コネクタ 122709">
                    <a:extLst>
                      <a:ext uri="{FF2B5EF4-FFF2-40B4-BE49-F238E27FC236}">
                        <a16:creationId xmlns:a16="http://schemas.microsoft.com/office/drawing/2014/main" id="{403AD0BB-6BB9-4757-BD5E-B809A04E51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1" name="直線コネクタ 122710">
                    <a:extLst>
                      <a:ext uri="{FF2B5EF4-FFF2-40B4-BE49-F238E27FC236}">
                        <a16:creationId xmlns:a16="http://schemas.microsoft.com/office/drawing/2014/main" id="{18F38F61-7FD2-4629-BC9D-D345C20418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2" name="直線コネクタ 122711">
                    <a:extLst>
                      <a:ext uri="{FF2B5EF4-FFF2-40B4-BE49-F238E27FC236}">
                        <a16:creationId xmlns:a16="http://schemas.microsoft.com/office/drawing/2014/main" id="{A404B94F-A4B3-4BA7-B193-2EDB51313F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3" name="直線コネクタ 122712">
                    <a:extLst>
                      <a:ext uri="{FF2B5EF4-FFF2-40B4-BE49-F238E27FC236}">
                        <a16:creationId xmlns:a16="http://schemas.microsoft.com/office/drawing/2014/main" id="{62F7B482-B3C8-44C3-BF27-52800B48CB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4" name="直線コネクタ 122713">
                    <a:extLst>
                      <a:ext uri="{FF2B5EF4-FFF2-40B4-BE49-F238E27FC236}">
                        <a16:creationId xmlns:a16="http://schemas.microsoft.com/office/drawing/2014/main" id="{34D583D2-8F9B-490D-A8DC-620A6BA15A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5" name="直線コネクタ 122714">
                    <a:extLst>
                      <a:ext uri="{FF2B5EF4-FFF2-40B4-BE49-F238E27FC236}">
                        <a16:creationId xmlns:a16="http://schemas.microsoft.com/office/drawing/2014/main" id="{557DEAC8-584B-45DB-887D-A94389C08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6" name="直線コネクタ 122715">
                    <a:extLst>
                      <a:ext uri="{FF2B5EF4-FFF2-40B4-BE49-F238E27FC236}">
                        <a16:creationId xmlns:a16="http://schemas.microsoft.com/office/drawing/2014/main" id="{B691B73D-000A-4C2B-8CF2-D985FE4659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7" name="直線コネクタ 122716">
                    <a:extLst>
                      <a:ext uri="{FF2B5EF4-FFF2-40B4-BE49-F238E27FC236}">
                        <a16:creationId xmlns:a16="http://schemas.microsoft.com/office/drawing/2014/main" id="{66816428-9A7E-4462-8AB8-6FE51CE3B6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8" name="直線コネクタ 122717">
                    <a:extLst>
                      <a:ext uri="{FF2B5EF4-FFF2-40B4-BE49-F238E27FC236}">
                        <a16:creationId xmlns:a16="http://schemas.microsoft.com/office/drawing/2014/main" id="{72A79E5B-59A4-4136-AF32-04C73021A0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19" name="直線コネクタ 122718">
                    <a:extLst>
                      <a:ext uri="{FF2B5EF4-FFF2-40B4-BE49-F238E27FC236}">
                        <a16:creationId xmlns:a16="http://schemas.microsoft.com/office/drawing/2014/main" id="{D422EE5A-D080-4C91-BBAB-2E507922D1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0" name="直線コネクタ 122719">
                    <a:extLst>
                      <a:ext uri="{FF2B5EF4-FFF2-40B4-BE49-F238E27FC236}">
                        <a16:creationId xmlns:a16="http://schemas.microsoft.com/office/drawing/2014/main" id="{12E59135-5195-4023-BE7A-9B4989CC45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1" name="直線コネクタ 122720">
                    <a:extLst>
                      <a:ext uri="{FF2B5EF4-FFF2-40B4-BE49-F238E27FC236}">
                        <a16:creationId xmlns:a16="http://schemas.microsoft.com/office/drawing/2014/main" id="{098EB054-2743-466C-A19F-4FAEF971C4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2" name="直線コネクタ 122721">
                    <a:extLst>
                      <a:ext uri="{FF2B5EF4-FFF2-40B4-BE49-F238E27FC236}">
                        <a16:creationId xmlns:a16="http://schemas.microsoft.com/office/drawing/2014/main" id="{F135FB71-22E8-40F2-95D6-7BD814BD24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3" name="直線コネクタ 122722">
                    <a:extLst>
                      <a:ext uri="{FF2B5EF4-FFF2-40B4-BE49-F238E27FC236}">
                        <a16:creationId xmlns:a16="http://schemas.microsoft.com/office/drawing/2014/main" id="{8BDE16E5-A95E-45E5-986C-989D02A229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4" name="直線コネクタ 122723">
                    <a:extLst>
                      <a:ext uri="{FF2B5EF4-FFF2-40B4-BE49-F238E27FC236}">
                        <a16:creationId xmlns:a16="http://schemas.microsoft.com/office/drawing/2014/main" id="{5F9CCA81-FE21-4CC2-BBA0-C63823C5A3E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5" name="直線コネクタ 122724">
                    <a:extLst>
                      <a:ext uri="{FF2B5EF4-FFF2-40B4-BE49-F238E27FC236}">
                        <a16:creationId xmlns:a16="http://schemas.microsoft.com/office/drawing/2014/main" id="{D3DD6C46-889B-4652-98A6-5CEB0D3836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6" name="直線コネクタ 122725">
                    <a:extLst>
                      <a:ext uri="{FF2B5EF4-FFF2-40B4-BE49-F238E27FC236}">
                        <a16:creationId xmlns:a16="http://schemas.microsoft.com/office/drawing/2014/main" id="{E1DAFB3F-AFB6-409E-B7D1-D4ECFFAC239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7" name="直線コネクタ 122726">
                    <a:extLst>
                      <a:ext uri="{FF2B5EF4-FFF2-40B4-BE49-F238E27FC236}">
                        <a16:creationId xmlns:a16="http://schemas.microsoft.com/office/drawing/2014/main" id="{A7F0B9FF-2D71-4FDA-A1AE-EAC59FA0E19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8" name="直線コネクタ 122727">
                    <a:extLst>
                      <a:ext uri="{FF2B5EF4-FFF2-40B4-BE49-F238E27FC236}">
                        <a16:creationId xmlns:a16="http://schemas.microsoft.com/office/drawing/2014/main" id="{889606B0-DCD9-4B55-A009-7F00BCAFBA0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29" name="直線コネクタ 122728">
                    <a:extLst>
                      <a:ext uri="{FF2B5EF4-FFF2-40B4-BE49-F238E27FC236}">
                        <a16:creationId xmlns:a16="http://schemas.microsoft.com/office/drawing/2014/main" id="{29FA5D7D-CA43-43E5-AAD3-56999C35129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0" name="直線コネクタ 122729">
                    <a:extLst>
                      <a:ext uri="{FF2B5EF4-FFF2-40B4-BE49-F238E27FC236}">
                        <a16:creationId xmlns:a16="http://schemas.microsoft.com/office/drawing/2014/main" id="{34B9E4EE-467A-40EA-A5B2-3F37F83C900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1" name="直線コネクタ 122730">
                    <a:extLst>
                      <a:ext uri="{FF2B5EF4-FFF2-40B4-BE49-F238E27FC236}">
                        <a16:creationId xmlns:a16="http://schemas.microsoft.com/office/drawing/2014/main" id="{90FE6F34-E904-4ADC-B575-66014C38D15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2" name="直線コネクタ 122731">
                    <a:extLst>
                      <a:ext uri="{FF2B5EF4-FFF2-40B4-BE49-F238E27FC236}">
                        <a16:creationId xmlns:a16="http://schemas.microsoft.com/office/drawing/2014/main" id="{6C2886DD-3844-45AF-92B6-4BE35B2156E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3" name="直線コネクタ 122732">
                    <a:extLst>
                      <a:ext uri="{FF2B5EF4-FFF2-40B4-BE49-F238E27FC236}">
                        <a16:creationId xmlns:a16="http://schemas.microsoft.com/office/drawing/2014/main" id="{6DCFF4ED-A879-49E1-9667-237BFBEA06B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4" name="直線コネクタ 122733">
                    <a:extLst>
                      <a:ext uri="{FF2B5EF4-FFF2-40B4-BE49-F238E27FC236}">
                        <a16:creationId xmlns:a16="http://schemas.microsoft.com/office/drawing/2014/main" id="{A3A0665C-310C-4A27-A094-12F8D84679A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5" name="直線コネクタ 122734">
                    <a:extLst>
                      <a:ext uri="{FF2B5EF4-FFF2-40B4-BE49-F238E27FC236}">
                        <a16:creationId xmlns:a16="http://schemas.microsoft.com/office/drawing/2014/main" id="{A1FC6368-6EED-43A7-87DD-E02A4E8EBBA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6" name="直線コネクタ 122735">
                    <a:extLst>
                      <a:ext uri="{FF2B5EF4-FFF2-40B4-BE49-F238E27FC236}">
                        <a16:creationId xmlns:a16="http://schemas.microsoft.com/office/drawing/2014/main" id="{37183CFE-1110-4DF3-8698-64BCFC9298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7" name="直線コネクタ 122736">
                    <a:extLst>
                      <a:ext uri="{FF2B5EF4-FFF2-40B4-BE49-F238E27FC236}">
                        <a16:creationId xmlns:a16="http://schemas.microsoft.com/office/drawing/2014/main" id="{E607BC2F-DBFA-44D7-8A07-505E1B41A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8" name="直線コネクタ 122737">
                    <a:extLst>
                      <a:ext uri="{FF2B5EF4-FFF2-40B4-BE49-F238E27FC236}">
                        <a16:creationId xmlns:a16="http://schemas.microsoft.com/office/drawing/2014/main" id="{5C262C5F-949C-42F5-8E49-3B3C56F873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39" name="直線コネクタ 122738">
                    <a:extLst>
                      <a:ext uri="{FF2B5EF4-FFF2-40B4-BE49-F238E27FC236}">
                        <a16:creationId xmlns:a16="http://schemas.microsoft.com/office/drawing/2014/main" id="{C90C9B04-D4DE-42BF-99CE-FD26C6BC88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0" name="直線コネクタ 122739">
                    <a:extLst>
                      <a:ext uri="{FF2B5EF4-FFF2-40B4-BE49-F238E27FC236}">
                        <a16:creationId xmlns:a16="http://schemas.microsoft.com/office/drawing/2014/main" id="{282900DC-1DE9-41E9-8E3F-48170A5B9B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1" name="直線コネクタ 122740">
                    <a:extLst>
                      <a:ext uri="{FF2B5EF4-FFF2-40B4-BE49-F238E27FC236}">
                        <a16:creationId xmlns:a16="http://schemas.microsoft.com/office/drawing/2014/main" id="{63193254-A019-470F-902B-FDA9BB3489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2" name="直線コネクタ 122741">
                    <a:extLst>
                      <a:ext uri="{FF2B5EF4-FFF2-40B4-BE49-F238E27FC236}">
                        <a16:creationId xmlns:a16="http://schemas.microsoft.com/office/drawing/2014/main" id="{5CA84C78-C760-4F6B-9831-03EC476D59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3" name="直線コネクタ 122742">
                    <a:extLst>
                      <a:ext uri="{FF2B5EF4-FFF2-40B4-BE49-F238E27FC236}">
                        <a16:creationId xmlns:a16="http://schemas.microsoft.com/office/drawing/2014/main" id="{902BF157-6F65-4805-8213-A363C9978A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4" name="直線コネクタ 122743">
                    <a:extLst>
                      <a:ext uri="{FF2B5EF4-FFF2-40B4-BE49-F238E27FC236}">
                        <a16:creationId xmlns:a16="http://schemas.microsoft.com/office/drawing/2014/main" id="{3EAA93E0-C2F9-4B61-8840-2BEBAB6753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5" name="直線コネクタ 122744">
                    <a:extLst>
                      <a:ext uri="{FF2B5EF4-FFF2-40B4-BE49-F238E27FC236}">
                        <a16:creationId xmlns:a16="http://schemas.microsoft.com/office/drawing/2014/main" id="{EBFFF1D2-66E2-41D9-9FD2-1A14C926F1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6" name="直線コネクタ 122745">
                    <a:extLst>
                      <a:ext uri="{FF2B5EF4-FFF2-40B4-BE49-F238E27FC236}">
                        <a16:creationId xmlns:a16="http://schemas.microsoft.com/office/drawing/2014/main" id="{D9971BFE-9203-4EED-A074-0FB644FBC2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7" name="直線コネクタ 122746">
                    <a:extLst>
                      <a:ext uri="{FF2B5EF4-FFF2-40B4-BE49-F238E27FC236}">
                        <a16:creationId xmlns:a16="http://schemas.microsoft.com/office/drawing/2014/main" id="{358DE592-E130-4344-9B22-3437669DB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8" name="直線コネクタ 122747">
                    <a:extLst>
                      <a:ext uri="{FF2B5EF4-FFF2-40B4-BE49-F238E27FC236}">
                        <a16:creationId xmlns:a16="http://schemas.microsoft.com/office/drawing/2014/main" id="{41202371-C56E-4D8A-A21B-860842C9B8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49" name="直線コネクタ 122748">
                    <a:extLst>
                      <a:ext uri="{FF2B5EF4-FFF2-40B4-BE49-F238E27FC236}">
                        <a16:creationId xmlns:a16="http://schemas.microsoft.com/office/drawing/2014/main" id="{CA13F4D3-BE3F-4965-BC31-EE382C6772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0" name="直線コネクタ 122749">
                    <a:extLst>
                      <a:ext uri="{FF2B5EF4-FFF2-40B4-BE49-F238E27FC236}">
                        <a16:creationId xmlns:a16="http://schemas.microsoft.com/office/drawing/2014/main" id="{ED200EE9-9D6A-45B3-9159-6DAB97AD4B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1" name="直線コネクタ 122750">
                    <a:extLst>
                      <a:ext uri="{FF2B5EF4-FFF2-40B4-BE49-F238E27FC236}">
                        <a16:creationId xmlns:a16="http://schemas.microsoft.com/office/drawing/2014/main" id="{3131ABD4-22A9-4ADD-9E33-830C950685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2" name="直線コネクタ 122751">
                    <a:extLst>
                      <a:ext uri="{FF2B5EF4-FFF2-40B4-BE49-F238E27FC236}">
                        <a16:creationId xmlns:a16="http://schemas.microsoft.com/office/drawing/2014/main" id="{EA54245C-162E-4CCC-9C14-38DD5E68F4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3" name="直線コネクタ 122752">
                    <a:extLst>
                      <a:ext uri="{FF2B5EF4-FFF2-40B4-BE49-F238E27FC236}">
                        <a16:creationId xmlns:a16="http://schemas.microsoft.com/office/drawing/2014/main" id="{89D2C8FD-CEA3-4128-9CCA-781C050C31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4" name="直線コネクタ 122753">
                    <a:extLst>
                      <a:ext uri="{FF2B5EF4-FFF2-40B4-BE49-F238E27FC236}">
                        <a16:creationId xmlns:a16="http://schemas.microsoft.com/office/drawing/2014/main" id="{FAEAC5F7-7171-4F0A-B742-497B36467A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5" name="直線コネクタ 122754">
                    <a:extLst>
                      <a:ext uri="{FF2B5EF4-FFF2-40B4-BE49-F238E27FC236}">
                        <a16:creationId xmlns:a16="http://schemas.microsoft.com/office/drawing/2014/main" id="{7C014B95-C989-4EB1-934D-115CFE04B6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6" name="直線コネクタ 122755">
                    <a:extLst>
                      <a:ext uri="{FF2B5EF4-FFF2-40B4-BE49-F238E27FC236}">
                        <a16:creationId xmlns:a16="http://schemas.microsoft.com/office/drawing/2014/main" id="{E74B8E45-A6E4-4A3C-9186-230EE402F3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7" name="直線コネクタ 122756">
                    <a:extLst>
                      <a:ext uri="{FF2B5EF4-FFF2-40B4-BE49-F238E27FC236}">
                        <a16:creationId xmlns:a16="http://schemas.microsoft.com/office/drawing/2014/main" id="{6065636A-AF01-4F66-8B57-48C68081A9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8" name="直線コネクタ 122757">
                    <a:extLst>
                      <a:ext uri="{FF2B5EF4-FFF2-40B4-BE49-F238E27FC236}">
                        <a16:creationId xmlns:a16="http://schemas.microsoft.com/office/drawing/2014/main" id="{B7A0462C-1786-44E8-8390-BE6897ACB0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59" name="直線コネクタ 122758">
                    <a:extLst>
                      <a:ext uri="{FF2B5EF4-FFF2-40B4-BE49-F238E27FC236}">
                        <a16:creationId xmlns:a16="http://schemas.microsoft.com/office/drawing/2014/main" id="{4922AD11-924A-437C-93F7-6706333E1C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0" name="直線コネクタ 122759">
                    <a:extLst>
                      <a:ext uri="{FF2B5EF4-FFF2-40B4-BE49-F238E27FC236}">
                        <a16:creationId xmlns:a16="http://schemas.microsoft.com/office/drawing/2014/main" id="{18A1D3BF-57D3-4A80-B531-E3D9E1452A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1" name="直線コネクタ 122760">
                    <a:extLst>
                      <a:ext uri="{FF2B5EF4-FFF2-40B4-BE49-F238E27FC236}">
                        <a16:creationId xmlns:a16="http://schemas.microsoft.com/office/drawing/2014/main" id="{C191DE0F-394D-41B0-8813-B83577925A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2" name="直線コネクタ 122761">
                    <a:extLst>
                      <a:ext uri="{FF2B5EF4-FFF2-40B4-BE49-F238E27FC236}">
                        <a16:creationId xmlns:a16="http://schemas.microsoft.com/office/drawing/2014/main" id="{6B3BB577-1422-4C18-AB75-9BBD8F97B7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3" name="直線コネクタ 122762">
                    <a:extLst>
                      <a:ext uri="{FF2B5EF4-FFF2-40B4-BE49-F238E27FC236}">
                        <a16:creationId xmlns:a16="http://schemas.microsoft.com/office/drawing/2014/main" id="{E8BA39F2-4B54-4B6D-AD08-176C468954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4" name="直線コネクタ 122763">
                    <a:extLst>
                      <a:ext uri="{FF2B5EF4-FFF2-40B4-BE49-F238E27FC236}">
                        <a16:creationId xmlns:a16="http://schemas.microsoft.com/office/drawing/2014/main" id="{AA25A3C2-DE55-4A96-A0A8-3DEF7E6F34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5" name="直線コネクタ 122764">
                    <a:extLst>
                      <a:ext uri="{FF2B5EF4-FFF2-40B4-BE49-F238E27FC236}">
                        <a16:creationId xmlns:a16="http://schemas.microsoft.com/office/drawing/2014/main" id="{B2F76256-BD27-4307-89EA-B537AB2E70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6" name="直線コネクタ 122765">
                    <a:extLst>
                      <a:ext uri="{FF2B5EF4-FFF2-40B4-BE49-F238E27FC236}">
                        <a16:creationId xmlns:a16="http://schemas.microsoft.com/office/drawing/2014/main" id="{8E0FC1D3-041E-45F6-B2EA-BF0725EABC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7" name="直線コネクタ 122766">
                    <a:extLst>
                      <a:ext uri="{FF2B5EF4-FFF2-40B4-BE49-F238E27FC236}">
                        <a16:creationId xmlns:a16="http://schemas.microsoft.com/office/drawing/2014/main" id="{E7CBB3CA-A517-4311-B25F-CA6F642A9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8" name="直線コネクタ 122767">
                    <a:extLst>
                      <a:ext uri="{FF2B5EF4-FFF2-40B4-BE49-F238E27FC236}">
                        <a16:creationId xmlns:a16="http://schemas.microsoft.com/office/drawing/2014/main" id="{765AD38B-EDC5-448E-850E-592714B81F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69" name="直線コネクタ 122768">
                    <a:extLst>
                      <a:ext uri="{FF2B5EF4-FFF2-40B4-BE49-F238E27FC236}">
                        <a16:creationId xmlns:a16="http://schemas.microsoft.com/office/drawing/2014/main" id="{875A3A42-B827-4114-93D8-82F9EEB901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0" name="直線コネクタ 122769">
                    <a:extLst>
                      <a:ext uri="{FF2B5EF4-FFF2-40B4-BE49-F238E27FC236}">
                        <a16:creationId xmlns:a16="http://schemas.microsoft.com/office/drawing/2014/main" id="{EB3EA7DB-8E1E-48AF-809D-3FCF7AE1A5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1" name="直線コネクタ 122770">
                    <a:extLst>
                      <a:ext uri="{FF2B5EF4-FFF2-40B4-BE49-F238E27FC236}">
                        <a16:creationId xmlns:a16="http://schemas.microsoft.com/office/drawing/2014/main" id="{52D5D6A3-7EEB-498D-A971-EB5CF51A02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2" name="直線コネクタ 122771">
                    <a:extLst>
                      <a:ext uri="{FF2B5EF4-FFF2-40B4-BE49-F238E27FC236}">
                        <a16:creationId xmlns:a16="http://schemas.microsoft.com/office/drawing/2014/main" id="{878828F7-B22F-40D8-BA2D-006CC243E3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3" name="直線コネクタ 122772">
                    <a:extLst>
                      <a:ext uri="{FF2B5EF4-FFF2-40B4-BE49-F238E27FC236}">
                        <a16:creationId xmlns:a16="http://schemas.microsoft.com/office/drawing/2014/main" id="{AA55243E-BD4F-4A02-B074-8202AD7059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4" name="直線コネクタ 122773">
                    <a:extLst>
                      <a:ext uri="{FF2B5EF4-FFF2-40B4-BE49-F238E27FC236}">
                        <a16:creationId xmlns:a16="http://schemas.microsoft.com/office/drawing/2014/main" id="{ECD0A9A0-D001-4329-B560-BF39D75C7B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5" name="直線コネクタ 122774">
                    <a:extLst>
                      <a:ext uri="{FF2B5EF4-FFF2-40B4-BE49-F238E27FC236}">
                        <a16:creationId xmlns:a16="http://schemas.microsoft.com/office/drawing/2014/main" id="{F8C56727-D00B-4305-BDAB-809A4CCDBC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6" name="直線コネクタ 122775">
                    <a:extLst>
                      <a:ext uri="{FF2B5EF4-FFF2-40B4-BE49-F238E27FC236}">
                        <a16:creationId xmlns:a16="http://schemas.microsoft.com/office/drawing/2014/main" id="{E1AAAE0A-8ADB-4B4D-9F4F-4477A2015B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7" name="直線コネクタ 122776">
                    <a:extLst>
                      <a:ext uri="{FF2B5EF4-FFF2-40B4-BE49-F238E27FC236}">
                        <a16:creationId xmlns:a16="http://schemas.microsoft.com/office/drawing/2014/main" id="{73305E2E-A3E9-4E58-9E74-A3CD4FAFD0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8" name="直線コネクタ 122777">
                    <a:extLst>
                      <a:ext uri="{FF2B5EF4-FFF2-40B4-BE49-F238E27FC236}">
                        <a16:creationId xmlns:a16="http://schemas.microsoft.com/office/drawing/2014/main" id="{8F6EA4E9-C5EA-4E10-9874-ABFA81E4B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79" name="直線コネクタ 122778">
                    <a:extLst>
                      <a:ext uri="{FF2B5EF4-FFF2-40B4-BE49-F238E27FC236}">
                        <a16:creationId xmlns:a16="http://schemas.microsoft.com/office/drawing/2014/main" id="{3C5491F8-029F-4C50-8474-6A55EC883A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0" name="直線コネクタ 122779">
                    <a:extLst>
                      <a:ext uri="{FF2B5EF4-FFF2-40B4-BE49-F238E27FC236}">
                        <a16:creationId xmlns:a16="http://schemas.microsoft.com/office/drawing/2014/main" id="{07EFFDD1-C05A-46E6-BE5F-906BE58748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1" name="直線コネクタ 122780">
                    <a:extLst>
                      <a:ext uri="{FF2B5EF4-FFF2-40B4-BE49-F238E27FC236}">
                        <a16:creationId xmlns:a16="http://schemas.microsoft.com/office/drawing/2014/main" id="{EDA63F96-7397-4297-8695-D6A86A2C9F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2" name="直線コネクタ 122781">
                    <a:extLst>
                      <a:ext uri="{FF2B5EF4-FFF2-40B4-BE49-F238E27FC236}">
                        <a16:creationId xmlns:a16="http://schemas.microsoft.com/office/drawing/2014/main" id="{A7134A4A-D369-4202-B97A-E9DA9A038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3" name="直線コネクタ 122782">
                    <a:extLst>
                      <a:ext uri="{FF2B5EF4-FFF2-40B4-BE49-F238E27FC236}">
                        <a16:creationId xmlns:a16="http://schemas.microsoft.com/office/drawing/2014/main" id="{4E5E0C07-3FB6-4F67-B28D-D66D3AB653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4" name="直線コネクタ 122783">
                    <a:extLst>
                      <a:ext uri="{FF2B5EF4-FFF2-40B4-BE49-F238E27FC236}">
                        <a16:creationId xmlns:a16="http://schemas.microsoft.com/office/drawing/2014/main" id="{55278C07-F256-4032-9FBB-99D2588BBE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5" name="直線コネクタ 122784">
                    <a:extLst>
                      <a:ext uri="{FF2B5EF4-FFF2-40B4-BE49-F238E27FC236}">
                        <a16:creationId xmlns:a16="http://schemas.microsoft.com/office/drawing/2014/main" id="{55A0FB01-C5D9-49A6-ABD7-5F01A5EF72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6" name="直線コネクタ 122785">
                    <a:extLst>
                      <a:ext uri="{FF2B5EF4-FFF2-40B4-BE49-F238E27FC236}">
                        <a16:creationId xmlns:a16="http://schemas.microsoft.com/office/drawing/2014/main" id="{A2BC2B31-16C3-4C58-9C28-C6147156B4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7" name="直線コネクタ 122786">
                    <a:extLst>
                      <a:ext uri="{FF2B5EF4-FFF2-40B4-BE49-F238E27FC236}">
                        <a16:creationId xmlns:a16="http://schemas.microsoft.com/office/drawing/2014/main" id="{508C8F93-154E-41C5-A566-4D3FB8A361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8" name="直線コネクタ 122787">
                    <a:extLst>
                      <a:ext uri="{FF2B5EF4-FFF2-40B4-BE49-F238E27FC236}">
                        <a16:creationId xmlns:a16="http://schemas.microsoft.com/office/drawing/2014/main" id="{025A63C2-BD7C-415C-BA25-0EFE0EAA3D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89" name="直線コネクタ 122788">
                    <a:extLst>
                      <a:ext uri="{FF2B5EF4-FFF2-40B4-BE49-F238E27FC236}">
                        <a16:creationId xmlns:a16="http://schemas.microsoft.com/office/drawing/2014/main" id="{12923030-7754-4EFD-8251-404A1170C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0" name="直線コネクタ 122789">
                    <a:extLst>
                      <a:ext uri="{FF2B5EF4-FFF2-40B4-BE49-F238E27FC236}">
                        <a16:creationId xmlns:a16="http://schemas.microsoft.com/office/drawing/2014/main" id="{2EB2235D-09A4-4CE8-AA9C-F43A340F0C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1" name="直線コネクタ 122790">
                    <a:extLst>
                      <a:ext uri="{FF2B5EF4-FFF2-40B4-BE49-F238E27FC236}">
                        <a16:creationId xmlns:a16="http://schemas.microsoft.com/office/drawing/2014/main" id="{A03DE749-996B-49E8-9478-8B85E91EB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2" name="直線コネクタ 122791">
                    <a:extLst>
                      <a:ext uri="{FF2B5EF4-FFF2-40B4-BE49-F238E27FC236}">
                        <a16:creationId xmlns:a16="http://schemas.microsoft.com/office/drawing/2014/main" id="{B96BE2BF-44EE-42C3-B6E3-9DDDC01155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3" name="直線コネクタ 122792">
                    <a:extLst>
                      <a:ext uri="{FF2B5EF4-FFF2-40B4-BE49-F238E27FC236}">
                        <a16:creationId xmlns:a16="http://schemas.microsoft.com/office/drawing/2014/main" id="{1D1CC9FD-94C4-4FA8-9FD0-ACEE61465F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4" name="直線コネクタ 122793">
                    <a:extLst>
                      <a:ext uri="{FF2B5EF4-FFF2-40B4-BE49-F238E27FC236}">
                        <a16:creationId xmlns:a16="http://schemas.microsoft.com/office/drawing/2014/main" id="{25464A52-A87D-4335-85E8-848FD20F2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5" name="直線コネクタ 122794">
                    <a:extLst>
                      <a:ext uri="{FF2B5EF4-FFF2-40B4-BE49-F238E27FC236}">
                        <a16:creationId xmlns:a16="http://schemas.microsoft.com/office/drawing/2014/main" id="{4621CF9C-21E3-4FB6-88CE-A2580B9F58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6" name="直線コネクタ 122795">
                    <a:extLst>
                      <a:ext uri="{FF2B5EF4-FFF2-40B4-BE49-F238E27FC236}">
                        <a16:creationId xmlns:a16="http://schemas.microsoft.com/office/drawing/2014/main" id="{FB0C4966-54FF-4E72-83D4-E5FCBB2BBD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7" name="直線コネクタ 122796">
                    <a:extLst>
                      <a:ext uri="{FF2B5EF4-FFF2-40B4-BE49-F238E27FC236}">
                        <a16:creationId xmlns:a16="http://schemas.microsoft.com/office/drawing/2014/main" id="{DC248C80-BF05-45C8-842A-BA615B8ED0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798" name="直線コネクタ 122797">
                    <a:extLst>
                      <a:ext uri="{FF2B5EF4-FFF2-40B4-BE49-F238E27FC236}">
                        <a16:creationId xmlns:a16="http://schemas.microsoft.com/office/drawing/2014/main" id="{8521D20B-0006-4D75-BAFC-46AF8B3F43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2799" name="グループ化 122798">
                    <a:extLst>
                      <a:ext uri="{FF2B5EF4-FFF2-40B4-BE49-F238E27FC236}">
                        <a16:creationId xmlns:a16="http://schemas.microsoft.com/office/drawing/2014/main" id="{CD2122BD-FAF4-470A-BFF7-8043E9F2221C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975" name="直線コネクタ 122974">
                      <a:extLst>
                        <a:ext uri="{FF2B5EF4-FFF2-40B4-BE49-F238E27FC236}">
                          <a16:creationId xmlns:a16="http://schemas.microsoft.com/office/drawing/2014/main" id="{13015195-E7AB-4655-B9DC-AD4242C79B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76" name="直線コネクタ 122975">
                      <a:extLst>
                        <a:ext uri="{FF2B5EF4-FFF2-40B4-BE49-F238E27FC236}">
                          <a16:creationId xmlns:a16="http://schemas.microsoft.com/office/drawing/2014/main" id="{88C7A1D4-1798-43F6-B6C7-CEC1403A10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77" name="直線コネクタ 122976">
                      <a:extLst>
                        <a:ext uri="{FF2B5EF4-FFF2-40B4-BE49-F238E27FC236}">
                          <a16:creationId xmlns:a16="http://schemas.microsoft.com/office/drawing/2014/main" id="{1D1E409A-19FE-41D4-8282-C0E49D708D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78" name="直線コネクタ 122977">
                      <a:extLst>
                        <a:ext uri="{FF2B5EF4-FFF2-40B4-BE49-F238E27FC236}">
                          <a16:creationId xmlns:a16="http://schemas.microsoft.com/office/drawing/2014/main" id="{3C062A8B-1A91-404C-BF0E-A7EF215D53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79" name="直線コネクタ 122978">
                      <a:extLst>
                        <a:ext uri="{FF2B5EF4-FFF2-40B4-BE49-F238E27FC236}">
                          <a16:creationId xmlns:a16="http://schemas.microsoft.com/office/drawing/2014/main" id="{CB1D355F-8F56-4250-8492-CD246887B9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0" name="直線コネクタ 122979">
                      <a:extLst>
                        <a:ext uri="{FF2B5EF4-FFF2-40B4-BE49-F238E27FC236}">
                          <a16:creationId xmlns:a16="http://schemas.microsoft.com/office/drawing/2014/main" id="{55881811-D192-4AFD-B896-F4045FD90C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1" name="直線コネクタ 122980">
                      <a:extLst>
                        <a:ext uri="{FF2B5EF4-FFF2-40B4-BE49-F238E27FC236}">
                          <a16:creationId xmlns:a16="http://schemas.microsoft.com/office/drawing/2014/main" id="{1AFFB3BC-E566-43CE-8D63-5D54EA5A5C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2" name="直線コネクタ 122981">
                      <a:extLst>
                        <a:ext uri="{FF2B5EF4-FFF2-40B4-BE49-F238E27FC236}">
                          <a16:creationId xmlns:a16="http://schemas.microsoft.com/office/drawing/2014/main" id="{EB63209F-5765-40E1-BC65-24377EF93A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3" name="直線コネクタ 122982">
                      <a:extLst>
                        <a:ext uri="{FF2B5EF4-FFF2-40B4-BE49-F238E27FC236}">
                          <a16:creationId xmlns:a16="http://schemas.microsoft.com/office/drawing/2014/main" id="{400272AD-190E-4DA3-9F50-10BA5CAEA3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4" name="直線コネクタ 122983">
                      <a:extLst>
                        <a:ext uri="{FF2B5EF4-FFF2-40B4-BE49-F238E27FC236}">
                          <a16:creationId xmlns:a16="http://schemas.microsoft.com/office/drawing/2014/main" id="{4D8BD165-B434-4149-9E57-26DEC879AB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5" name="直線コネクタ 122984">
                      <a:extLst>
                        <a:ext uri="{FF2B5EF4-FFF2-40B4-BE49-F238E27FC236}">
                          <a16:creationId xmlns:a16="http://schemas.microsoft.com/office/drawing/2014/main" id="{125CF6BD-F614-42DB-B7C6-0C2FBC367F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6" name="直線コネクタ 122985">
                      <a:extLst>
                        <a:ext uri="{FF2B5EF4-FFF2-40B4-BE49-F238E27FC236}">
                          <a16:creationId xmlns:a16="http://schemas.microsoft.com/office/drawing/2014/main" id="{A52F7A10-AFDD-4C05-A71C-E62F78B1ED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7" name="直線コネクタ 122986">
                      <a:extLst>
                        <a:ext uri="{FF2B5EF4-FFF2-40B4-BE49-F238E27FC236}">
                          <a16:creationId xmlns:a16="http://schemas.microsoft.com/office/drawing/2014/main" id="{DECB0C56-CA9A-41A2-9D12-C65CA312E1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8" name="直線コネクタ 122987">
                      <a:extLst>
                        <a:ext uri="{FF2B5EF4-FFF2-40B4-BE49-F238E27FC236}">
                          <a16:creationId xmlns:a16="http://schemas.microsoft.com/office/drawing/2014/main" id="{4382B86F-F282-4343-86F3-965A5220FA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89" name="直線コネクタ 122988">
                      <a:extLst>
                        <a:ext uri="{FF2B5EF4-FFF2-40B4-BE49-F238E27FC236}">
                          <a16:creationId xmlns:a16="http://schemas.microsoft.com/office/drawing/2014/main" id="{8C95FB9A-80A0-46C9-AF3B-0D440C5EFB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0" name="直線コネクタ 122989">
                      <a:extLst>
                        <a:ext uri="{FF2B5EF4-FFF2-40B4-BE49-F238E27FC236}">
                          <a16:creationId xmlns:a16="http://schemas.microsoft.com/office/drawing/2014/main" id="{E3BA7AAF-D718-4C1A-A0B3-77E68156EA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1" name="直線コネクタ 122990">
                      <a:extLst>
                        <a:ext uri="{FF2B5EF4-FFF2-40B4-BE49-F238E27FC236}">
                          <a16:creationId xmlns:a16="http://schemas.microsoft.com/office/drawing/2014/main" id="{699720F9-4DE7-4FCE-B121-D543393DB7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2" name="直線コネクタ 122991">
                      <a:extLst>
                        <a:ext uri="{FF2B5EF4-FFF2-40B4-BE49-F238E27FC236}">
                          <a16:creationId xmlns:a16="http://schemas.microsoft.com/office/drawing/2014/main" id="{54ED5FA3-077D-4D28-9082-4A00931ECE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3" name="直線コネクタ 122992">
                      <a:extLst>
                        <a:ext uri="{FF2B5EF4-FFF2-40B4-BE49-F238E27FC236}">
                          <a16:creationId xmlns:a16="http://schemas.microsoft.com/office/drawing/2014/main" id="{0A91E230-6636-499C-B9C7-099273EB67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4" name="直線コネクタ 122993">
                      <a:extLst>
                        <a:ext uri="{FF2B5EF4-FFF2-40B4-BE49-F238E27FC236}">
                          <a16:creationId xmlns:a16="http://schemas.microsoft.com/office/drawing/2014/main" id="{5D9A4306-CD5A-4A7C-AFB1-701E6986DD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5" name="直線コネクタ 122994">
                      <a:extLst>
                        <a:ext uri="{FF2B5EF4-FFF2-40B4-BE49-F238E27FC236}">
                          <a16:creationId xmlns:a16="http://schemas.microsoft.com/office/drawing/2014/main" id="{4B1E9292-EDFF-4B6C-A862-E7D6AF123B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6" name="直線コネクタ 122995">
                      <a:extLst>
                        <a:ext uri="{FF2B5EF4-FFF2-40B4-BE49-F238E27FC236}">
                          <a16:creationId xmlns:a16="http://schemas.microsoft.com/office/drawing/2014/main" id="{D922D617-2668-433F-82BB-CBBB3AE3BC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7" name="直線コネクタ 122996">
                      <a:extLst>
                        <a:ext uri="{FF2B5EF4-FFF2-40B4-BE49-F238E27FC236}">
                          <a16:creationId xmlns:a16="http://schemas.microsoft.com/office/drawing/2014/main" id="{93A0643E-109D-4D80-86CA-0D3DBDA8E5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8" name="直線コネクタ 122997">
                      <a:extLst>
                        <a:ext uri="{FF2B5EF4-FFF2-40B4-BE49-F238E27FC236}">
                          <a16:creationId xmlns:a16="http://schemas.microsoft.com/office/drawing/2014/main" id="{D607F5FF-758D-4436-AAC0-D20733A927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99" name="直線コネクタ 122998">
                      <a:extLst>
                        <a:ext uri="{FF2B5EF4-FFF2-40B4-BE49-F238E27FC236}">
                          <a16:creationId xmlns:a16="http://schemas.microsoft.com/office/drawing/2014/main" id="{50F7A866-4C30-4212-B1B3-22D12CAD51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0" name="直線コネクタ 122999">
                      <a:extLst>
                        <a:ext uri="{FF2B5EF4-FFF2-40B4-BE49-F238E27FC236}">
                          <a16:creationId xmlns:a16="http://schemas.microsoft.com/office/drawing/2014/main" id="{0F7C5541-76A3-449C-A294-E05F1BF803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1" name="直線コネクタ 123000">
                      <a:extLst>
                        <a:ext uri="{FF2B5EF4-FFF2-40B4-BE49-F238E27FC236}">
                          <a16:creationId xmlns:a16="http://schemas.microsoft.com/office/drawing/2014/main" id="{992A0B9B-BDFA-4F94-8A9F-F1769BE9B7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2" name="直線コネクタ 123001">
                      <a:extLst>
                        <a:ext uri="{FF2B5EF4-FFF2-40B4-BE49-F238E27FC236}">
                          <a16:creationId xmlns:a16="http://schemas.microsoft.com/office/drawing/2014/main" id="{3D6E9369-FBDD-40E0-80F7-3D4EF6FB6E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3" name="直線コネクタ 123002">
                      <a:extLst>
                        <a:ext uri="{FF2B5EF4-FFF2-40B4-BE49-F238E27FC236}">
                          <a16:creationId xmlns:a16="http://schemas.microsoft.com/office/drawing/2014/main" id="{4E3218AA-FF4A-4F2F-908F-4F521F7B5E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4" name="直線コネクタ 123003">
                      <a:extLst>
                        <a:ext uri="{FF2B5EF4-FFF2-40B4-BE49-F238E27FC236}">
                          <a16:creationId xmlns:a16="http://schemas.microsoft.com/office/drawing/2014/main" id="{3BBC1C01-0822-43E3-9252-F3B4189F85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5" name="直線コネクタ 123004">
                      <a:extLst>
                        <a:ext uri="{FF2B5EF4-FFF2-40B4-BE49-F238E27FC236}">
                          <a16:creationId xmlns:a16="http://schemas.microsoft.com/office/drawing/2014/main" id="{18454404-85FA-41FD-9393-5B09966EA7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6" name="直線コネクタ 123005">
                      <a:extLst>
                        <a:ext uri="{FF2B5EF4-FFF2-40B4-BE49-F238E27FC236}">
                          <a16:creationId xmlns:a16="http://schemas.microsoft.com/office/drawing/2014/main" id="{34B01498-C769-4F27-9699-C806312F8E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7" name="直線コネクタ 123006">
                      <a:extLst>
                        <a:ext uri="{FF2B5EF4-FFF2-40B4-BE49-F238E27FC236}">
                          <a16:creationId xmlns:a16="http://schemas.microsoft.com/office/drawing/2014/main" id="{C9B51802-3012-49C1-8F77-23B78C404A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8" name="直線コネクタ 123007">
                      <a:extLst>
                        <a:ext uri="{FF2B5EF4-FFF2-40B4-BE49-F238E27FC236}">
                          <a16:creationId xmlns:a16="http://schemas.microsoft.com/office/drawing/2014/main" id="{E7D63A0A-276D-4A61-914A-A3D5812DBD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09" name="直線コネクタ 123008">
                      <a:extLst>
                        <a:ext uri="{FF2B5EF4-FFF2-40B4-BE49-F238E27FC236}">
                          <a16:creationId xmlns:a16="http://schemas.microsoft.com/office/drawing/2014/main" id="{E25B6682-B40C-4328-92F0-FB352C3EA7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10" name="直線コネクタ 123009">
                      <a:extLst>
                        <a:ext uri="{FF2B5EF4-FFF2-40B4-BE49-F238E27FC236}">
                          <a16:creationId xmlns:a16="http://schemas.microsoft.com/office/drawing/2014/main" id="{9CF3A8EF-D9A4-40FF-AA1F-2EE8E7F7A7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11" name="直線コネクタ 123010">
                      <a:extLst>
                        <a:ext uri="{FF2B5EF4-FFF2-40B4-BE49-F238E27FC236}">
                          <a16:creationId xmlns:a16="http://schemas.microsoft.com/office/drawing/2014/main" id="{90791CD6-840C-434A-A8A1-2410A396F5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12" name="直線コネクタ 123011">
                      <a:extLst>
                        <a:ext uri="{FF2B5EF4-FFF2-40B4-BE49-F238E27FC236}">
                          <a16:creationId xmlns:a16="http://schemas.microsoft.com/office/drawing/2014/main" id="{9597AF25-246C-4F9C-9DE0-0C9F2A44B6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13" name="直線コネクタ 123012">
                      <a:extLst>
                        <a:ext uri="{FF2B5EF4-FFF2-40B4-BE49-F238E27FC236}">
                          <a16:creationId xmlns:a16="http://schemas.microsoft.com/office/drawing/2014/main" id="{B6FFD5C8-DBD2-4FEC-9393-BFC9AB672C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14" name="直線コネクタ 123013">
                      <a:extLst>
                        <a:ext uri="{FF2B5EF4-FFF2-40B4-BE49-F238E27FC236}">
                          <a16:creationId xmlns:a16="http://schemas.microsoft.com/office/drawing/2014/main" id="{9CE847AF-D4FE-4196-A2E6-36E1CA7D55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15" name="直線コネクタ 123014">
                      <a:extLst>
                        <a:ext uri="{FF2B5EF4-FFF2-40B4-BE49-F238E27FC236}">
                          <a16:creationId xmlns:a16="http://schemas.microsoft.com/office/drawing/2014/main" id="{482E6624-D678-4C74-B9B8-9F8164A2E1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3016" name="直線コネクタ 123015">
                      <a:extLst>
                        <a:ext uri="{FF2B5EF4-FFF2-40B4-BE49-F238E27FC236}">
                          <a16:creationId xmlns:a16="http://schemas.microsoft.com/office/drawing/2014/main" id="{16087193-6F80-45E6-ACE9-FE711EB75A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800" name="グループ化 122799">
                    <a:extLst>
                      <a:ext uri="{FF2B5EF4-FFF2-40B4-BE49-F238E27FC236}">
                        <a16:creationId xmlns:a16="http://schemas.microsoft.com/office/drawing/2014/main" id="{F9FA4D7B-314B-47E2-9D73-E5EE99852065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2966" name="正方形/長方形 122965">
                      <a:extLst>
                        <a:ext uri="{FF2B5EF4-FFF2-40B4-BE49-F238E27FC236}">
                          <a16:creationId xmlns:a16="http://schemas.microsoft.com/office/drawing/2014/main" id="{FC80A945-4C32-4ACC-A036-EAF7EFE5A9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967" name="正方形/長方形 122966">
                      <a:extLst>
                        <a:ext uri="{FF2B5EF4-FFF2-40B4-BE49-F238E27FC236}">
                          <a16:creationId xmlns:a16="http://schemas.microsoft.com/office/drawing/2014/main" id="{DD655F6E-F397-41A2-B527-B1ECB2DA1F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968" name="正方形/長方形 122967">
                      <a:extLst>
                        <a:ext uri="{FF2B5EF4-FFF2-40B4-BE49-F238E27FC236}">
                          <a16:creationId xmlns:a16="http://schemas.microsoft.com/office/drawing/2014/main" id="{7B0857CB-C6F7-4DB2-9905-25F5880F8B0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969" name="正方形/長方形 122968">
                      <a:extLst>
                        <a:ext uri="{FF2B5EF4-FFF2-40B4-BE49-F238E27FC236}">
                          <a16:creationId xmlns:a16="http://schemas.microsoft.com/office/drawing/2014/main" id="{EA97514A-8F57-4ADD-BE39-6A20DE4B50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970" name="正方形/長方形 122969">
                      <a:extLst>
                        <a:ext uri="{FF2B5EF4-FFF2-40B4-BE49-F238E27FC236}">
                          <a16:creationId xmlns:a16="http://schemas.microsoft.com/office/drawing/2014/main" id="{5A4FE8D2-55C4-4EB2-8011-7D4D013489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971" name="正方形/長方形 122970">
                      <a:extLst>
                        <a:ext uri="{FF2B5EF4-FFF2-40B4-BE49-F238E27FC236}">
                          <a16:creationId xmlns:a16="http://schemas.microsoft.com/office/drawing/2014/main" id="{3EA2176E-F465-4ED6-BE99-426490CEB79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972" name="正方形/長方形 122971">
                      <a:extLst>
                        <a:ext uri="{FF2B5EF4-FFF2-40B4-BE49-F238E27FC236}">
                          <a16:creationId xmlns:a16="http://schemas.microsoft.com/office/drawing/2014/main" id="{1C739690-F472-4367-B07C-6CF3E69220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973" name="正方形/長方形 122972">
                      <a:extLst>
                        <a:ext uri="{FF2B5EF4-FFF2-40B4-BE49-F238E27FC236}">
                          <a16:creationId xmlns:a16="http://schemas.microsoft.com/office/drawing/2014/main" id="{7A06488F-59B9-4CB1-BB88-338B960C99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974" name="正方形/長方形 122973">
                      <a:extLst>
                        <a:ext uri="{FF2B5EF4-FFF2-40B4-BE49-F238E27FC236}">
                          <a16:creationId xmlns:a16="http://schemas.microsoft.com/office/drawing/2014/main" id="{34B4FDC1-81B7-44B5-833D-B8225123AFC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2801" name="グループ化 122800">
                    <a:extLst>
                      <a:ext uri="{FF2B5EF4-FFF2-40B4-BE49-F238E27FC236}">
                        <a16:creationId xmlns:a16="http://schemas.microsoft.com/office/drawing/2014/main" id="{91D68B59-511B-48E1-A5EC-C454A859849D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958" name="直線コネクタ 122957">
                      <a:extLst>
                        <a:ext uri="{FF2B5EF4-FFF2-40B4-BE49-F238E27FC236}">
                          <a16:creationId xmlns:a16="http://schemas.microsoft.com/office/drawing/2014/main" id="{2E365D89-9D87-4062-8585-1BB375ACFD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59" name="直線コネクタ 122958">
                      <a:extLst>
                        <a:ext uri="{FF2B5EF4-FFF2-40B4-BE49-F238E27FC236}">
                          <a16:creationId xmlns:a16="http://schemas.microsoft.com/office/drawing/2014/main" id="{76165BD7-73BA-4835-96FB-ED70B37371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60" name="直線コネクタ 122959">
                      <a:extLst>
                        <a:ext uri="{FF2B5EF4-FFF2-40B4-BE49-F238E27FC236}">
                          <a16:creationId xmlns:a16="http://schemas.microsoft.com/office/drawing/2014/main" id="{A4C36F16-1557-4439-8A0D-4C5EE73208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61" name="直線コネクタ 122960">
                      <a:extLst>
                        <a:ext uri="{FF2B5EF4-FFF2-40B4-BE49-F238E27FC236}">
                          <a16:creationId xmlns:a16="http://schemas.microsoft.com/office/drawing/2014/main" id="{E6984B69-82F5-4A41-97E3-80C5A13DA1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62" name="直線コネクタ 122961">
                      <a:extLst>
                        <a:ext uri="{FF2B5EF4-FFF2-40B4-BE49-F238E27FC236}">
                          <a16:creationId xmlns:a16="http://schemas.microsoft.com/office/drawing/2014/main" id="{CACC65CD-CD20-44E5-A201-AB71695191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63" name="直線コネクタ 122962">
                      <a:extLst>
                        <a:ext uri="{FF2B5EF4-FFF2-40B4-BE49-F238E27FC236}">
                          <a16:creationId xmlns:a16="http://schemas.microsoft.com/office/drawing/2014/main" id="{3D54B438-BA17-47BE-9201-735A8D701B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64" name="直線コネクタ 122963">
                      <a:extLst>
                        <a:ext uri="{FF2B5EF4-FFF2-40B4-BE49-F238E27FC236}">
                          <a16:creationId xmlns:a16="http://schemas.microsoft.com/office/drawing/2014/main" id="{BB936538-3293-458F-865F-C89A1A82E2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65" name="直線コネクタ 122964">
                      <a:extLst>
                        <a:ext uri="{FF2B5EF4-FFF2-40B4-BE49-F238E27FC236}">
                          <a16:creationId xmlns:a16="http://schemas.microsoft.com/office/drawing/2014/main" id="{E9E8203C-609D-42D1-B62F-4CDD2EBE53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802" name="グループ化 122801">
                    <a:extLst>
                      <a:ext uri="{FF2B5EF4-FFF2-40B4-BE49-F238E27FC236}">
                        <a16:creationId xmlns:a16="http://schemas.microsoft.com/office/drawing/2014/main" id="{66A50C46-688E-4804-98CA-3136EBF96C29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950" name="直線コネクタ 122949">
                      <a:extLst>
                        <a:ext uri="{FF2B5EF4-FFF2-40B4-BE49-F238E27FC236}">
                          <a16:creationId xmlns:a16="http://schemas.microsoft.com/office/drawing/2014/main" id="{D66BD160-25D8-4C3B-9DEC-C6986C8FED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51" name="直線コネクタ 122950">
                      <a:extLst>
                        <a:ext uri="{FF2B5EF4-FFF2-40B4-BE49-F238E27FC236}">
                          <a16:creationId xmlns:a16="http://schemas.microsoft.com/office/drawing/2014/main" id="{2CFC52BF-0A0C-41FE-AF89-374FEEB1D8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52" name="直線コネクタ 122951">
                      <a:extLst>
                        <a:ext uri="{FF2B5EF4-FFF2-40B4-BE49-F238E27FC236}">
                          <a16:creationId xmlns:a16="http://schemas.microsoft.com/office/drawing/2014/main" id="{8972B32F-4EDE-4879-B9C0-CAEFFE8C31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53" name="直線コネクタ 122952">
                      <a:extLst>
                        <a:ext uri="{FF2B5EF4-FFF2-40B4-BE49-F238E27FC236}">
                          <a16:creationId xmlns:a16="http://schemas.microsoft.com/office/drawing/2014/main" id="{E7139ECF-F941-46D2-93CA-736E80D4E4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54" name="直線コネクタ 122953">
                      <a:extLst>
                        <a:ext uri="{FF2B5EF4-FFF2-40B4-BE49-F238E27FC236}">
                          <a16:creationId xmlns:a16="http://schemas.microsoft.com/office/drawing/2014/main" id="{EE7826A6-A70C-4DBC-941B-FEBEF7B747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55" name="直線コネクタ 122954">
                      <a:extLst>
                        <a:ext uri="{FF2B5EF4-FFF2-40B4-BE49-F238E27FC236}">
                          <a16:creationId xmlns:a16="http://schemas.microsoft.com/office/drawing/2014/main" id="{3F7F8687-8770-4011-8438-4574ED7C6F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56" name="直線コネクタ 122955">
                      <a:extLst>
                        <a:ext uri="{FF2B5EF4-FFF2-40B4-BE49-F238E27FC236}">
                          <a16:creationId xmlns:a16="http://schemas.microsoft.com/office/drawing/2014/main" id="{70262E49-B181-4874-BF5A-FC0D9D0D3D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57" name="直線コネクタ 122956">
                      <a:extLst>
                        <a:ext uri="{FF2B5EF4-FFF2-40B4-BE49-F238E27FC236}">
                          <a16:creationId xmlns:a16="http://schemas.microsoft.com/office/drawing/2014/main" id="{5CA561BD-34BB-4BF6-A773-A4F8C9A041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803" name="グループ化 122802">
                    <a:extLst>
                      <a:ext uri="{FF2B5EF4-FFF2-40B4-BE49-F238E27FC236}">
                        <a16:creationId xmlns:a16="http://schemas.microsoft.com/office/drawing/2014/main" id="{7EF98E3B-D420-4191-8B4A-8884F89C6C04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908" name="直線コネクタ 122907">
                      <a:extLst>
                        <a:ext uri="{FF2B5EF4-FFF2-40B4-BE49-F238E27FC236}">
                          <a16:creationId xmlns:a16="http://schemas.microsoft.com/office/drawing/2014/main" id="{0310D6BA-C28A-4F4F-8DBE-8EA3DCEB6A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9" name="直線コネクタ 122908">
                      <a:extLst>
                        <a:ext uri="{FF2B5EF4-FFF2-40B4-BE49-F238E27FC236}">
                          <a16:creationId xmlns:a16="http://schemas.microsoft.com/office/drawing/2014/main" id="{548BCFF0-E65F-44E3-A986-ECFA09F939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0" name="直線コネクタ 122909">
                      <a:extLst>
                        <a:ext uri="{FF2B5EF4-FFF2-40B4-BE49-F238E27FC236}">
                          <a16:creationId xmlns:a16="http://schemas.microsoft.com/office/drawing/2014/main" id="{F5E0A870-4A10-458F-8156-859D7EFBD8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1" name="直線コネクタ 122910">
                      <a:extLst>
                        <a:ext uri="{FF2B5EF4-FFF2-40B4-BE49-F238E27FC236}">
                          <a16:creationId xmlns:a16="http://schemas.microsoft.com/office/drawing/2014/main" id="{84A79242-842A-46CE-8E4A-38FBDA5206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2" name="直線コネクタ 122911">
                      <a:extLst>
                        <a:ext uri="{FF2B5EF4-FFF2-40B4-BE49-F238E27FC236}">
                          <a16:creationId xmlns:a16="http://schemas.microsoft.com/office/drawing/2014/main" id="{F4BB6945-F9DE-4E78-B992-F0079EE9A1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3" name="直線コネクタ 122912">
                      <a:extLst>
                        <a:ext uri="{FF2B5EF4-FFF2-40B4-BE49-F238E27FC236}">
                          <a16:creationId xmlns:a16="http://schemas.microsoft.com/office/drawing/2014/main" id="{3FB5334E-BEBF-4C65-B4E1-8A6625EB0B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4" name="直線コネクタ 122913">
                      <a:extLst>
                        <a:ext uri="{FF2B5EF4-FFF2-40B4-BE49-F238E27FC236}">
                          <a16:creationId xmlns:a16="http://schemas.microsoft.com/office/drawing/2014/main" id="{0B47FE41-9F85-4FC9-9EBD-0D21A42DC5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5" name="直線コネクタ 122914">
                      <a:extLst>
                        <a:ext uri="{FF2B5EF4-FFF2-40B4-BE49-F238E27FC236}">
                          <a16:creationId xmlns:a16="http://schemas.microsoft.com/office/drawing/2014/main" id="{972BF3F9-806C-4302-9C5C-D3B18919ED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6" name="直線コネクタ 122915">
                      <a:extLst>
                        <a:ext uri="{FF2B5EF4-FFF2-40B4-BE49-F238E27FC236}">
                          <a16:creationId xmlns:a16="http://schemas.microsoft.com/office/drawing/2014/main" id="{D08A1D7F-6B76-441A-BEA8-D60115DF1E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7" name="直線コネクタ 122916">
                      <a:extLst>
                        <a:ext uri="{FF2B5EF4-FFF2-40B4-BE49-F238E27FC236}">
                          <a16:creationId xmlns:a16="http://schemas.microsoft.com/office/drawing/2014/main" id="{DC363C09-A8F3-4279-ADDC-1D400DCCF8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8" name="直線コネクタ 122917">
                      <a:extLst>
                        <a:ext uri="{FF2B5EF4-FFF2-40B4-BE49-F238E27FC236}">
                          <a16:creationId xmlns:a16="http://schemas.microsoft.com/office/drawing/2014/main" id="{37731336-E3D4-4BAF-A4C8-95AA8F0B57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19" name="直線コネクタ 122918">
                      <a:extLst>
                        <a:ext uri="{FF2B5EF4-FFF2-40B4-BE49-F238E27FC236}">
                          <a16:creationId xmlns:a16="http://schemas.microsoft.com/office/drawing/2014/main" id="{FAFF0EA6-A78D-46AF-9270-C43DB79901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0" name="直線コネクタ 122919">
                      <a:extLst>
                        <a:ext uri="{FF2B5EF4-FFF2-40B4-BE49-F238E27FC236}">
                          <a16:creationId xmlns:a16="http://schemas.microsoft.com/office/drawing/2014/main" id="{FA2397D5-911E-4C41-B20F-A86E0282AF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1" name="直線コネクタ 122920">
                      <a:extLst>
                        <a:ext uri="{FF2B5EF4-FFF2-40B4-BE49-F238E27FC236}">
                          <a16:creationId xmlns:a16="http://schemas.microsoft.com/office/drawing/2014/main" id="{494D8F3D-9962-40FB-8244-7E6A9381C1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2" name="直線コネクタ 122921">
                      <a:extLst>
                        <a:ext uri="{FF2B5EF4-FFF2-40B4-BE49-F238E27FC236}">
                          <a16:creationId xmlns:a16="http://schemas.microsoft.com/office/drawing/2014/main" id="{6A0E8A87-BFC0-4998-A8F0-3A4A52DA3B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3" name="直線コネクタ 122922">
                      <a:extLst>
                        <a:ext uri="{FF2B5EF4-FFF2-40B4-BE49-F238E27FC236}">
                          <a16:creationId xmlns:a16="http://schemas.microsoft.com/office/drawing/2014/main" id="{102E29C4-8621-4CA4-AAEF-7A2942ADF9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4" name="直線コネクタ 122923">
                      <a:extLst>
                        <a:ext uri="{FF2B5EF4-FFF2-40B4-BE49-F238E27FC236}">
                          <a16:creationId xmlns:a16="http://schemas.microsoft.com/office/drawing/2014/main" id="{D9BC68DB-B0EA-47C7-94E9-33A393B881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5" name="直線コネクタ 122924">
                      <a:extLst>
                        <a:ext uri="{FF2B5EF4-FFF2-40B4-BE49-F238E27FC236}">
                          <a16:creationId xmlns:a16="http://schemas.microsoft.com/office/drawing/2014/main" id="{EA903B32-3183-418E-BCEC-07B7A65FC1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6" name="直線コネクタ 122925">
                      <a:extLst>
                        <a:ext uri="{FF2B5EF4-FFF2-40B4-BE49-F238E27FC236}">
                          <a16:creationId xmlns:a16="http://schemas.microsoft.com/office/drawing/2014/main" id="{4BC00767-4627-42B7-B130-3EA77FCEBB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7" name="直線コネクタ 122926">
                      <a:extLst>
                        <a:ext uri="{FF2B5EF4-FFF2-40B4-BE49-F238E27FC236}">
                          <a16:creationId xmlns:a16="http://schemas.microsoft.com/office/drawing/2014/main" id="{25E6A36E-1F86-4DC1-BA4E-0FF4CB850A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8" name="直線コネクタ 122927">
                      <a:extLst>
                        <a:ext uri="{FF2B5EF4-FFF2-40B4-BE49-F238E27FC236}">
                          <a16:creationId xmlns:a16="http://schemas.microsoft.com/office/drawing/2014/main" id="{4E3F70A2-C5C3-45D2-BF24-847D26654D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29" name="直線コネクタ 122928">
                      <a:extLst>
                        <a:ext uri="{FF2B5EF4-FFF2-40B4-BE49-F238E27FC236}">
                          <a16:creationId xmlns:a16="http://schemas.microsoft.com/office/drawing/2014/main" id="{AB9F9D25-E397-45FA-951E-8E24853C9A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0" name="直線コネクタ 122929">
                      <a:extLst>
                        <a:ext uri="{FF2B5EF4-FFF2-40B4-BE49-F238E27FC236}">
                          <a16:creationId xmlns:a16="http://schemas.microsoft.com/office/drawing/2014/main" id="{722B750A-2E00-42A4-B716-DE6429C351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1" name="直線コネクタ 122930">
                      <a:extLst>
                        <a:ext uri="{FF2B5EF4-FFF2-40B4-BE49-F238E27FC236}">
                          <a16:creationId xmlns:a16="http://schemas.microsoft.com/office/drawing/2014/main" id="{4A2E9747-3FF1-46C5-A01F-530E430C93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2" name="直線コネクタ 122931">
                      <a:extLst>
                        <a:ext uri="{FF2B5EF4-FFF2-40B4-BE49-F238E27FC236}">
                          <a16:creationId xmlns:a16="http://schemas.microsoft.com/office/drawing/2014/main" id="{C74ADCA7-2206-41B5-ABBE-7F051B6FAD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3" name="直線コネクタ 122932">
                      <a:extLst>
                        <a:ext uri="{FF2B5EF4-FFF2-40B4-BE49-F238E27FC236}">
                          <a16:creationId xmlns:a16="http://schemas.microsoft.com/office/drawing/2014/main" id="{977E1B6D-5F9E-4F64-81B1-2C03B2FEDB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4" name="直線コネクタ 122933">
                      <a:extLst>
                        <a:ext uri="{FF2B5EF4-FFF2-40B4-BE49-F238E27FC236}">
                          <a16:creationId xmlns:a16="http://schemas.microsoft.com/office/drawing/2014/main" id="{634E403C-4D3B-4A1B-A6F8-84F562F089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5" name="直線コネクタ 122934">
                      <a:extLst>
                        <a:ext uri="{FF2B5EF4-FFF2-40B4-BE49-F238E27FC236}">
                          <a16:creationId xmlns:a16="http://schemas.microsoft.com/office/drawing/2014/main" id="{BDB26D6D-38F8-456B-9EA8-24E127C8F9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6" name="直線コネクタ 122935">
                      <a:extLst>
                        <a:ext uri="{FF2B5EF4-FFF2-40B4-BE49-F238E27FC236}">
                          <a16:creationId xmlns:a16="http://schemas.microsoft.com/office/drawing/2014/main" id="{F81A014C-4646-4527-B4F3-2D01979B5A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7" name="直線コネクタ 122936">
                      <a:extLst>
                        <a:ext uri="{FF2B5EF4-FFF2-40B4-BE49-F238E27FC236}">
                          <a16:creationId xmlns:a16="http://schemas.microsoft.com/office/drawing/2014/main" id="{220376E2-43BD-4D05-B420-B06CCC3884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8" name="直線コネクタ 122937">
                      <a:extLst>
                        <a:ext uri="{FF2B5EF4-FFF2-40B4-BE49-F238E27FC236}">
                          <a16:creationId xmlns:a16="http://schemas.microsoft.com/office/drawing/2014/main" id="{21DCCB40-AF95-4BDE-A74C-6A6D5C4B84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39" name="直線コネクタ 122938">
                      <a:extLst>
                        <a:ext uri="{FF2B5EF4-FFF2-40B4-BE49-F238E27FC236}">
                          <a16:creationId xmlns:a16="http://schemas.microsoft.com/office/drawing/2014/main" id="{7039AF55-1264-48FC-BFBF-18753B17B8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0" name="直線コネクタ 122939">
                      <a:extLst>
                        <a:ext uri="{FF2B5EF4-FFF2-40B4-BE49-F238E27FC236}">
                          <a16:creationId xmlns:a16="http://schemas.microsoft.com/office/drawing/2014/main" id="{5C4CC2F7-C0C5-4A44-9424-3CE5FA67EA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1" name="直線コネクタ 122940">
                      <a:extLst>
                        <a:ext uri="{FF2B5EF4-FFF2-40B4-BE49-F238E27FC236}">
                          <a16:creationId xmlns:a16="http://schemas.microsoft.com/office/drawing/2014/main" id="{50C1F1D8-D69F-48C4-B006-BD24E3C10D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2" name="直線コネクタ 122941">
                      <a:extLst>
                        <a:ext uri="{FF2B5EF4-FFF2-40B4-BE49-F238E27FC236}">
                          <a16:creationId xmlns:a16="http://schemas.microsoft.com/office/drawing/2014/main" id="{86FB3F97-21E1-4D7B-B660-647F742528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3" name="直線コネクタ 122942">
                      <a:extLst>
                        <a:ext uri="{FF2B5EF4-FFF2-40B4-BE49-F238E27FC236}">
                          <a16:creationId xmlns:a16="http://schemas.microsoft.com/office/drawing/2014/main" id="{7C7BB279-8EBE-4B87-B158-FB02C7B836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4" name="直線コネクタ 122943">
                      <a:extLst>
                        <a:ext uri="{FF2B5EF4-FFF2-40B4-BE49-F238E27FC236}">
                          <a16:creationId xmlns:a16="http://schemas.microsoft.com/office/drawing/2014/main" id="{1348DB0E-48FE-494E-8107-B8C1EF477F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5" name="直線コネクタ 122944">
                      <a:extLst>
                        <a:ext uri="{FF2B5EF4-FFF2-40B4-BE49-F238E27FC236}">
                          <a16:creationId xmlns:a16="http://schemas.microsoft.com/office/drawing/2014/main" id="{183322D3-5315-4016-89DA-F6604824E2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6" name="直線コネクタ 122945">
                      <a:extLst>
                        <a:ext uri="{FF2B5EF4-FFF2-40B4-BE49-F238E27FC236}">
                          <a16:creationId xmlns:a16="http://schemas.microsoft.com/office/drawing/2014/main" id="{AFDB11E3-9378-44CB-82F3-278EC78663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7" name="直線コネクタ 122946">
                      <a:extLst>
                        <a:ext uri="{FF2B5EF4-FFF2-40B4-BE49-F238E27FC236}">
                          <a16:creationId xmlns:a16="http://schemas.microsoft.com/office/drawing/2014/main" id="{CD50A224-220E-4E6A-A1CA-5EED9A252B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8" name="直線コネクタ 122947">
                      <a:extLst>
                        <a:ext uri="{FF2B5EF4-FFF2-40B4-BE49-F238E27FC236}">
                          <a16:creationId xmlns:a16="http://schemas.microsoft.com/office/drawing/2014/main" id="{040DEB44-2EE6-43B7-9488-A391A8320C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49" name="直線コネクタ 122948">
                      <a:extLst>
                        <a:ext uri="{FF2B5EF4-FFF2-40B4-BE49-F238E27FC236}">
                          <a16:creationId xmlns:a16="http://schemas.microsoft.com/office/drawing/2014/main" id="{FDE57E18-75E9-42F0-8DDB-CF82BE5710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804" name="グループ化 122803">
                    <a:extLst>
                      <a:ext uri="{FF2B5EF4-FFF2-40B4-BE49-F238E27FC236}">
                        <a16:creationId xmlns:a16="http://schemas.microsoft.com/office/drawing/2014/main" id="{A2240FB4-8DB4-4EF3-AF52-FC4A1114748A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866" name="直線コネクタ 122865">
                      <a:extLst>
                        <a:ext uri="{FF2B5EF4-FFF2-40B4-BE49-F238E27FC236}">
                          <a16:creationId xmlns:a16="http://schemas.microsoft.com/office/drawing/2014/main" id="{4635791D-A40E-42F6-A692-71D1F36A31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7" name="直線コネクタ 122866">
                      <a:extLst>
                        <a:ext uri="{FF2B5EF4-FFF2-40B4-BE49-F238E27FC236}">
                          <a16:creationId xmlns:a16="http://schemas.microsoft.com/office/drawing/2014/main" id="{B444A068-EC7E-43B9-8F6B-3ECCAAFBAC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8" name="直線コネクタ 122867">
                      <a:extLst>
                        <a:ext uri="{FF2B5EF4-FFF2-40B4-BE49-F238E27FC236}">
                          <a16:creationId xmlns:a16="http://schemas.microsoft.com/office/drawing/2014/main" id="{FF1D9FF0-0A11-4D9C-984B-70E9481F11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9" name="直線コネクタ 122868">
                      <a:extLst>
                        <a:ext uri="{FF2B5EF4-FFF2-40B4-BE49-F238E27FC236}">
                          <a16:creationId xmlns:a16="http://schemas.microsoft.com/office/drawing/2014/main" id="{B859322F-8D11-48D7-9745-E729901A42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0" name="直線コネクタ 122869">
                      <a:extLst>
                        <a:ext uri="{FF2B5EF4-FFF2-40B4-BE49-F238E27FC236}">
                          <a16:creationId xmlns:a16="http://schemas.microsoft.com/office/drawing/2014/main" id="{56B8741E-E1C5-4953-9772-FFB2D3815E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1" name="直線コネクタ 122870">
                      <a:extLst>
                        <a:ext uri="{FF2B5EF4-FFF2-40B4-BE49-F238E27FC236}">
                          <a16:creationId xmlns:a16="http://schemas.microsoft.com/office/drawing/2014/main" id="{CAD32C7E-DC64-4ACF-8906-0272FC6C38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2" name="直線コネクタ 122871">
                      <a:extLst>
                        <a:ext uri="{FF2B5EF4-FFF2-40B4-BE49-F238E27FC236}">
                          <a16:creationId xmlns:a16="http://schemas.microsoft.com/office/drawing/2014/main" id="{293F274F-DEAB-4245-99AC-D86BC915DB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3" name="直線コネクタ 122872">
                      <a:extLst>
                        <a:ext uri="{FF2B5EF4-FFF2-40B4-BE49-F238E27FC236}">
                          <a16:creationId xmlns:a16="http://schemas.microsoft.com/office/drawing/2014/main" id="{660C570E-5A18-4A45-87AA-D8BE8F9A8B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4" name="直線コネクタ 122873">
                      <a:extLst>
                        <a:ext uri="{FF2B5EF4-FFF2-40B4-BE49-F238E27FC236}">
                          <a16:creationId xmlns:a16="http://schemas.microsoft.com/office/drawing/2014/main" id="{03D9FF4B-D315-4873-B40F-9C54EA2899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5" name="直線コネクタ 122874">
                      <a:extLst>
                        <a:ext uri="{FF2B5EF4-FFF2-40B4-BE49-F238E27FC236}">
                          <a16:creationId xmlns:a16="http://schemas.microsoft.com/office/drawing/2014/main" id="{E5771D0D-A64D-4850-9F95-111B148DC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6" name="直線コネクタ 122875">
                      <a:extLst>
                        <a:ext uri="{FF2B5EF4-FFF2-40B4-BE49-F238E27FC236}">
                          <a16:creationId xmlns:a16="http://schemas.microsoft.com/office/drawing/2014/main" id="{98D5A82C-A620-4D19-9443-D1A040FFE1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7" name="直線コネクタ 122876">
                      <a:extLst>
                        <a:ext uri="{FF2B5EF4-FFF2-40B4-BE49-F238E27FC236}">
                          <a16:creationId xmlns:a16="http://schemas.microsoft.com/office/drawing/2014/main" id="{A3C8F484-EE66-47DD-A6FC-254C7CF58D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8" name="直線コネクタ 122877">
                      <a:extLst>
                        <a:ext uri="{FF2B5EF4-FFF2-40B4-BE49-F238E27FC236}">
                          <a16:creationId xmlns:a16="http://schemas.microsoft.com/office/drawing/2014/main" id="{D4B90019-D19C-4E58-BBE3-F13B5D5F0E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79" name="直線コネクタ 122878">
                      <a:extLst>
                        <a:ext uri="{FF2B5EF4-FFF2-40B4-BE49-F238E27FC236}">
                          <a16:creationId xmlns:a16="http://schemas.microsoft.com/office/drawing/2014/main" id="{83DA5402-2AEB-4EA8-B530-4500D33766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0" name="直線コネクタ 122879">
                      <a:extLst>
                        <a:ext uri="{FF2B5EF4-FFF2-40B4-BE49-F238E27FC236}">
                          <a16:creationId xmlns:a16="http://schemas.microsoft.com/office/drawing/2014/main" id="{117AEE4F-2277-4869-B4E5-29EC6D7C98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1" name="直線コネクタ 122880">
                      <a:extLst>
                        <a:ext uri="{FF2B5EF4-FFF2-40B4-BE49-F238E27FC236}">
                          <a16:creationId xmlns:a16="http://schemas.microsoft.com/office/drawing/2014/main" id="{5F640291-4B1C-4363-B63D-EFF2843AC7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2" name="直線コネクタ 122881">
                      <a:extLst>
                        <a:ext uri="{FF2B5EF4-FFF2-40B4-BE49-F238E27FC236}">
                          <a16:creationId xmlns:a16="http://schemas.microsoft.com/office/drawing/2014/main" id="{4D325351-FE6A-4FB0-8803-521A54C3F2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3" name="直線コネクタ 122882">
                      <a:extLst>
                        <a:ext uri="{FF2B5EF4-FFF2-40B4-BE49-F238E27FC236}">
                          <a16:creationId xmlns:a16="http://schemas.microsoft.com/office/drawing/2014/main" id="{E13A8647-776C-4783-A159-B7339A7411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4" name="直線コネクタ 122883">
                      <a:extLst>
                        <a:ext uri="{FF2B5EF4-FFF2-40B4-BE49-F238E27FC236}">
                          <a16:creationId xmlns:a16="http://schemas.microsoft.com/office/drawing/2014/main" id="{785341B8-40F9-4540-BE45-7FE7021867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5" name="直線コネクタ 122884">
                      <a:extLst>
                        <a:ext uri="{FF2B5EF4-FFF2-40B4-BE49-F238E27FC236}">
                          <a16:creationId xmlns:a16="http://schemas.microsoft.com/office/drawing/2014/main" id="{1B4F467A-836A-4439-AF4C-B45C47EE43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6" name="直線コネクタ 122885">
                      <a:extLst>
                        <a:ext uri="{FF2B5EF4-FFF2-40B4-BE49-F238E27FC236}">
                          <a16:creationId xmlns:a16="http://schemas.microsoft.com/office/drawing/2014/main" id="{77EFA4A9-E442-49C9-AF5B-C39EA70F01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7" name="直線コネクタ 122886">
                      <a:extLst>
                        <a:ext uri="{FF2B5EF4-FFF2-40B4-BE49-F238E27FC236}">
                          <a16:creationId xmlns:a16="http://schemas.microsoft.com/office/drawing/2014/main" id="{D3A737C7-B9C6-417C-BEF5-3FCA68079E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8" name="直線コネクタ 122887">
                      <a:extLst>
                        <a:ext uri="{FF2B5EF4-FFF2-40B4-BE49-F238E27FC236}">
                          <a16:creationId xmlns:a16="http://schemas.microsoft.com/office/drawing/2014/main" id="{4FB83D00-BC54-4909-AFAF-A009E826CB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89" name="直線コネクタ 122888">
                      <a:extLst>
                        <a:ext uri="{FF2B5EF4-FFF2-40B4-BE49-F238E27FC236}">
                          <a16:creationId xmlns:a16="http://schemas.microsoft.com/office/drawing/2014/main" id="{436B4F46-F0BD-45DC-9969-2F0F676864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0" name="直線コネクタ 122889">
                      <a:extLst>
                        <a:ext uri="{FF2B5EF4-FFF2-40B4-BE49-F238E27FC236}">
                          <a16:creationId xmlns:a16="http://schemas.microsoft.com/office/drawing/2014/main" id="{392E8FE0-04EC-4ECB-A606-13B97940E8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1" name="直線コネクタ 122890">
                      <a:extLst>
                        <a:ext uri="{FF2B5EF4-FFF2-40B4-BE49-F238E27FC236}">
                          <a16:creationId xmlns:a16="http://schemas.microsoft.com/office/drawing/2014/main" id="{3BBAE1BA-1961-489D-9A7D-7212A5A042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2" name="直線コネクタ 122891">
                      <a:extLst>
                        <a:ext uri="{FF2B5EF4-FFF2-40B4-BE49-F238E27FC236}">
                          <a16:creationId xmlns:a16="http://schemas.microsoft.com/office/drawing/2014/main" id="{22DB8D22-E394-4EB0-9B5E-9901DC14F6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3" name="直線コネクタ 122892">
                      <a:extLst>
                        <a:ext uri="{FF2B5EF4-FFF2-40B4-BE49-F238E27FC236}">
                          <a16:creationId xmlns:a16="http://schemas.microsoft.com/office/drawing/2014/main" id="{55CB20EA-ED09-4477-9CE6-B28C7DCEB5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4" name="直線コネクタ 122893">
                      <a:extLst>
                        <a:ext uri="{FF2B5EF4-FFF2-40B4-BE49-F238E27FC236}">
                          <a16:creationId xmlns:a16="http://schemas.microsoft.com/office/drawing/2014/main" id="{2A91F80B-7EB9-4F3F-B1D8-AA70019EF3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5" name="直線コネクタ 122894">
                      <a:extLst>
                        <a:ext uri="{FF2B5EF4-FFF2-40B4-BE49-F238E27FC236}">
                          <a16:creationId xmlns:a16="http://schemas.microsoft.com/office/drawing/2014/main" id="{679901C1-0304-4E8C-9756-BCB30D7EAB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6" name="直線コネクタ 122895">
                      <a:extLst>
                        <a:ext uri="{FF2B5EF4-FFF2-40B4-BE49-F238E27FC236}">
                          <a16:creationId xmlns:a16="http://schemas.microsoft.com/office/drawing/2014/main" id="{3870C222-B12F-4E59-83AD-B9EBE1D89F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7" name="直線コネクタ 122896">
                      <a:extLst>
                        <a:ext uri="{FF2B5EF4-FFF2-40B4-BE49-F238E27FC236}">
                          <a16:creationId xmlns:a16="http://schemas.microsoft.com/office/drawing/2014/main" id="{503332AC-0394-452B-B5A6-7488C126A9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8" name="直線コネクタ 122897">
                      <a:extLst>
                        <a:ext uri="{FF2B5EF4-FFF2-40B4-BE49-F238E27FC236}">
                          <a16:creationId xmlns:a16="http://schemas.microsoft.com/office/drawing/2014/main" id="{BD01920F-EF76-4234-B298-B1EF7D20F5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99" name="直線コネクタ 122898">
                      <a:extLst>
                        <a:ext uri="{FF2B5EF4-FFF2-40B4-BE49-F238E27FC236}">
                          <a16:creationId xmlns:a16="http://schemas.microsoft.com/office/drawing/2014/main" id="{AA4B7F92-0EFA-475E-8A91-2D83DD4E2A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0" name="直線コネクタ 122899">
                      <a:extLst>
                        <a:ext uri="{FF2B5EF4-FFF2-40B4-BE49-F238E27FC236}">
                          <a16:creationId xmlns:a16="http://schemas.microsoft.com/office/drawing/2014/main" id="{17A17409-632A-4DE6-81BA-D9C85F06CA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1" name="直線コネクタ 122900">
                      <a:extLst>
                        <a:ext uri="{FF2B5EF4-FFF2-40B4-BE49-F238E27FC236}">
                          <a16:creationId xmlns:a16="http://schemas.microsoft.com/office/drawing/2014/main" id="{934EA611-67D4-42A4-A6D1-35968448DC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2" name="直線コネクタ 122901">
                      <a:extLst>
                        <a:ext uri="{FF2B5EF4-FFF2-40B4-BE49-F238E27FC236}">
                          <a16:creationId xmlns:a16="http://schemas.microsoft.com/office/drawing/2014/main" id="{6C8106FF-6D39-4CF4-8A65-33308CE42C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3" name="直線コネクタ 122902">
                      <a:extLst>
                        <a:ext uri="{FF2B5EF4-FFF2-40B4-BE49-F238E27FC236}">
                          <a16:creationId xmlns:a16="http://schemas.microsoft.com/office/drawing/2014/main" id="{AE651F7C-00AE-4C33-92AC-8567A0D35F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4" name="直線コネクタ 122903">
                      <a:extLst>
                        <a:ext uri="{FF2B5EF4-FFF2-40B4-BE49-F238E27FC236}">
                          <a16:creationId xmlns:a16="http://schemas.microsoft.com/office/drawing/2014/main" id="{970D828F-D089-4FB5-9450-2A9F87995D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5" name="直線コネクタ 122904">
                      <a:extLst>
                        <a:ext uri="{FF2B5EF4-FFF2-40B4-BE49-F238E27FC236}">
                          <a16:creationId xmlns:a16="http://schemas.microsoft.com/office/drawing/2014/main" id="{8545F537-6617-4EFD-91E1-19E86668FD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6" name="直線コネクタ 122905">
                      <a:extLst>
                        <a:ext uri="{FF2B5EF4-FFF2-40B4-BE49-F238E27FC236}">
                          <a16:creationId xmlns:a16="http://schemas.microsoft.com/office/drawing/2014/main" id="{40290B9C-8EF9-404C-8575-43E598B636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907" name="直線コネクタ 122906">
                      <a:extLst>
                        <a:ext uri="{FF2B5EF4-FFF2-40B4-BE49-F238E27FC236}">
                          <a16:creationId xmlns:a16="http://schemas.microsoft.com/office/drawing/2014/main" id="{49326AA1-6507-43F7-A162-C1A6A037FE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805" name="グループ化 122804">
                    <a:extLst>
                      <a:ext uri="{FF2B5EF4-FFF2-40B4-BE49-F238E27FC236}">
                        <a16:creationId xmlns:a16="http://schemas.microsoft.com/office/drawing/2014/main" id="{8661C9EC-1F41-4390-A9F5-1BCDC4732D78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858" name="直線コネクタ 122857">
                      <a:extLst>
                        <a:ext uri="{FF2B5EF4-FFF2-40B4-BE49-F238E27FC236}">
                          <a16:creationId xmlns:a16="http://schemas.microsoft.com/office/drawing/2014/main" id="{2A736439-70FC-4AB7-9ACC-5EA5904307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59" name="直線コネクタ 122858">
                      <a:extLst>
                        <a:ext uri="{FF2B5EF4-FFF2-40B4-BE49-F238E27FC236}">
                          <a16:creationId xmlns:a16="http://schemas.microsoft.com/office/drawing/2014/main" id="{1336F330-B3F2-4297-9A8C-B8B92C00E7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0" name="直線コネクタ 122859">
                      <a:extLst>
                        <a:ext uri="{FF2B5EF4-FFF2-40B4-BE49-F238E27FC236}">
                          <a16:creationId xmlns:a16="http://schemas.microsoft.com/office/drawing/2014/main" id="{1094FEA9-C7C5-4B9E-AC61-8A200A0B7B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1" name="直線コネクタ 122860">
                      <a:extLst>
                        <a:ext uri="{FF2B5EF4-FFF2-40B4-BE49-F238E27FC236}">
                          <a16:creationId xmlns:a16="http://schemas.microsoft.com/office/drawing/2014/main" id="{E5FCC682-D142-4ACC-9385-41C96280B4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2" name="直線コネクタ 122861">
                      <a:extLst>
                        <a:ext uri="{FF2B5EF4-FFF2-40B4-BE49-F238E27FC236}">
                          <a16:creationId xmlns:a16="http://schemas.microsoft.com/office/drawing/2014/main" id="{F3FFE1ED-9D5E-445C-9FCF-FB552CEABD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3" name="直線コネクタ 122862">
                      <a:extLst>
                        <a:ext uri="{FF2B5EF4-FFF2-40B4-BE49-F238E27FC236}">
                          <a16:creationId xmlns:a16="http://schemas.microsoft.com/office/drawing/2014/main" id="{AFCDAE84-A90C-4926-BA15-E3EE45904B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4" name="直線コネクタ 122863">
                      <a:extLst>
                        <a:ext uri="{FF2B5EF4-FFF2-40B4-BE49-F238E27FC236}">
                          <a16:creationId xmlns:a16="http://schemas.microsoft.com/office/drawing/2014/main" id="{C76B9FB8-9B5B-4556-A7C9-2FD1A411D4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65" name="直線コネクタ 122864">
                      <a:extLst>
                        <a:ext uri="{FF2B5EF4-FFF2-40B4-BE49-F238E27FC236}">
                          <a16:creationId xmlns:a16="http://schemas.microsoft.com/office/drawing/2014/main" id="{8DFB3FF4-4507-4445-A724-28F5A670E9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806" name="グループ化 122805">
                    <a:extLst>
                      <a:ext uri="{FF2B5EF4-FFF2-40B4-BE49-F238E27FC236}">
                        <a16:creationId xmlns:a16="http://schemas.microsoft.com/office/drawing/2014/main" id="{58425A33-356B-4E61-9488-CA47419D6F3B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850" name="直線コネクタ 122849">
                      <a:extLst>
                        <a:ext uri="{FF2B5EF4-FFF2-40B4-BE49-F238E27FC236}">
                          <a16:creationId xmlns:a16="http://schemas.microsoft.com/office/drawing/2014/main" id="{85CD3642-4D37-4AD1-9203-3F7D2228AF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51" name="直線コネクタ 122850">
                      <a:extLst>
                        <a:ext uri="{FF2B5EF4-FFF2-40B4-BE49-F238E27FC236}">
                          <a16:creationId xmlns:a16="http://schemas.microsoft.com/office/drawing/2014/main" id="{555220A8-519C-4EEA-9A9B-5B5CC84B5F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52" name="直線コネクタ 122851">
                      <a:extLst>
                        <a:ext uri="{FF2B5EF4-FFF2-40B4-BE49-F238E27FC236}">
                          <a16:creationId xmlns:a16="http://schemas.microsoft.com/office/drawing/2014/main" id="{54996AD7-AD9E-432A-9A10-8E0021A6FA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53" name="直線コネクタ 122852">
                      <a:extLst>
                        <a:ext uri="{FF2B5EF4-FFF2-40B4-BE49-F238E27FC236}">
                          <a16:creationId xmlns:a16="http://schemas.microsoft.com/office/drawing/2014/main" id="{5843C966-8C85-4EE2-8D24-0DBF16BBDE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54" name="直線コネクタ 122853">
                      <a:extLst>
                        <a:ext uri="{FF2B5EF4-FFF2-40B4-BE49-F238E27FC236}">
                          <a16:creationId xmlns:a16="http://schemas.microsoft.com/office/drawing/2014/main" id="{5239E5ED-20CC-4900-8416-08FB7E6858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55" name="直線コネクタ 122854">
                      <a:extLst>
                        <a:ext uri="{FF2B5EF4-FFF2-40B4-BE49-F238E27FC236}">
                          <a16:creationId xmlns:a16="http://schemas.microsoft.com/office/drawing/2014/main" id="{C98682AE-D24E-42CC-B1D4-5A756A040F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56" name="直線コネクタ 122855">
                      <a:extLst>
                        <a:ext uri="{FF2B5EF4-FFF2-40B4-BE49-F238E27FC236}">
                          <a16:creationId xmlns:a16="http://schemas.microsoft.com/office/drawing/2014/main" id="{B14D2DFE-BD6D-49EA-8A21-9CEBEAF898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57" name="直線コネクタ 122856">
                      <a:extLst>
                        <a:ext uri="{FF2B5EF4-FFF2-40B4-BE49-F238E27FC236}">
                          <a16:creationId xmlns:a16="http://schemas.microsoft.com/office/drawing/2014/main" id="{6209C3C7-68AB-4474-8590-F5D6C61F8F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807" name="グループ化 122806">
                    <a:extLst>
                      <a:ext uri="{FF2B5EF4-FFF2-40B4-BE49-F238E27FC236}">
                        <a16:creationId xmlns:a16="http://schemas.microsoft.com/office/drawing/2014/main" id="{EB0DE982-7791-4FA2-A750-30EE001C8C9A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808" name="直線コネクタ 122807">
                      <a:extLst>
                        <a:ext uri="{FF2B5EF4-FFF2-40B4-BE49-F238E27FC236}">
                          <a16:creationId xmlns:a16="http://schemas.microsoft.com/office/drawing/2014/main" id="{8C54FB11-32A4-427D-AB68-C1F9830BED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09" name="直線コネクタ 122808">
                      <a:extLst>
                        <a:ext uri="{FF2B5EF4-FFF2-40B4-BE49-F238E27FC236}">
                          <a16:creationId xmlns:a16="http://schemas.microsoft.com/office/drawing/2014/main" id="{9826B285-62FA-43DD-A57A-233A9A38ED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0" name="直線コネクタ 122809">
                      <a:extLst>
                        <a:ext uri="{FF2B5EF4-FFF2-40B4-BE49-F238E27FC236}">
                          <a16:creationId xmlns:a16="http://schemas.microsoft.com/office/drawing/2014/main" id="{7F069178-71AE-4BC2-A240-26D16C1B85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1" name="直線コネクタ 122810">
                      <a:extLst>
                        <a:ext uri="{FF2B5EF4-FFF2-40B4-BE49-F238E27FC236}">
                          <a16:creationId xmlns:a16="http://schemas.microsoft.com/office/drawing/2014/main" id="{6B25C55E-05DB-4B8D-8292-82117004C1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2" name="直線コネクタ 122811">
                      <a:extLst>
                        <a:ext uri="{FF2B5EF4-FFF2-40B4-BE49-F238E27FC236}">
                          <a16:creationId xmlns:a16="http://schemas.microsoft.com/office/drawing/2014/main" id="{F5D367D2-4903-4AE6-9AF3-6082EE3597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3" name="直線コネクタ 122812">
                      <a:extLst>
                        <a:ext uri="{FF2B5EF4-FFF2-40B4-BE49-F238E27FC236}">
                          <a16:creationId xmlns:a16="http://schemas.microsoft.com/office/drawing/2014/main" id="{EB086D3A-B0EB-4952-87D9-53858FFE67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4" name="直線コネクタ 122813">
                      <a:extLst>
                        <a:ext uri="{FF2B5EF4-FFF2-40B4-BE49-F238E27FC236}">
                          <a16:creationId xmlns:a16="http://schemas.microsoft.com/office/drawing/2014/main" id="{3BF826B6-D030-40A5-A6FA-3B3E8483F2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5" name="直線コネクタ 122814">
                      <a:extLst>
                        <a:ext uri="{FF2B5EF4-FFF2-40B4-BE49-F238E27FC236}">
                          <a16:creationId xmlns:a16="http://schemas.microsoft.com/office/drawing/2014/main" id="{9D6B685A-4510-410E-B0B2-5B96E89F0A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6" name="直線コネクタ 122815">
                      <a:extLst>
                        <a:ext uri="{FF2B5EF4-FFF2-40B4-BE49-F238E27FC236}">
                          <a16:creationId xmlns:a16="http://schemas.microsoft.com/office/drawing/2014/main" id="{A98A1220-2759-49CB-BB76-AB33F9D4CA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7" name="直線コネクタ 122816">
                      <a:extLst>
                        <a:ext uri="{FF2B5EF4-FFF2-40B4-BE49-F238E27FC236}">
                          <a16:creationId xmlns:a16="http://schemas.microsoft.com/office/drawing/2014/main" id="{DA2EC62E-B88F-4DD9-AD83-7B21E48E4F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8" name="直線コネクタ 122817">
                      <a:extLst>
                        <a:ext uri="{FF2B5EF4-FFF2-40B4-BE49-F238E27FC236}">
                          <a16:creationId xmlns:a16="http://schemas.microsoft.com/office/drawing/2014/main" id="{634478F6-B3E4-4A95-8DCC-0A993CA753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19" name="直線コネクタ 122818">
                      <a:extLst>
                        <a:ext uri="{FF2B5EF4-FFF2-40B4-BE49-F238E27FC236}">
                          <a16:creationId xmlns:a16="http://schemas.microsoft.com/office/drawing/2014/main" id="{34539161-BDB2-4BC6-89D0-8FA73B1BE4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0" name="直線コネクタ 122819">
                      <a:extLst>
                        <a:ext uri="{FF2B5EF4-FFF2-40B4-BE49-F238E27FC236}">
                          <a16:creationId xmlns:a16="http://schemas.microsoft.com/office/drawing/2014/main" id="{56F6A6C2-68A7-4154-9695-868A5ACF8F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1" name="直線コネクタ 122820">
                      <a:extLst>
                        <a:ext uri="{FF2B5EF4-FFF2-40B4-BE49-F238E27FC236}">
                          <a16:creationId xmlns:a16="http://schemas.microsoft.com/office/drawing/2014/main" id="{7FFABD30-73B0-4D3B-AEF9-D9CC908FF3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2" name="直線コネクタ 122821">
                      <a:extLst>
                        <a:ext uri="{FF2B5EF4-FFF2-40B4-BE49-F238E27FC236}">
                          <a16:creationId xmlns:a16="http://schemas.microsoft.com/office/drawing/2014/main" id="{F88CC42C-B12E-403B-8AB3-993781CB0E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3" name="直線コネクタ 122822">
                      <a:extLst>
                        <a:ext uri="{FF2B5EF4-FFF2-40B4-BE49-F238E27FC236}">
                          <a16:creationId xmlns:a16="http://schemas.microsoft.com/office/drawing/2014/main" id="{F75F0656-B838-474E-B8D6-73B8ED1D1A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4" name="直線コネクタ 122823">
                      <a:extLst>
                        <a:ext uri="{FF2B5EF4-FFF2-40B4-BE49-F238E27FC236}">
                          <a16:creationId xmlns:a16="http://schemas.microsoft.com/office/drawing/2014/main" id="{80897415-138D-4120-BD71-31401A662B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5" name="直線コネクタ 122824">
                      <a:extLst>
                        <a:ext uri="{FF2B5EF4-FFF2-40B4-BE49-F238E27FC236}">
                          <a16:creationId xmlns:a16="http://schemas.microsoft.com/office/drawing/2014/main" id="{738BCE95-76C6-4F66-9521-27A87EF7D3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6" name="直線コネクタ 122825">
                      <a:extLst>
                        <a:ext uri="{FF2B5EF4-FFF2-40B4-BE49-F238E27FC236}">
                          <a16:creationId xmlns:a16="http://schemas.microsoft.com/office/drawing/2014/main" id="{D6E37069-2861-4886-A259-DC7BEC64A3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7" name="直線コネクタ 122826">
                      <a:extLst>
                        <a:ext uri="{FF2B5EF4-FFF2-40B4-BE49-F238E27FC236}">
                          <a16:creationId xmlns:a16="http://schemas.microsoft.com/office/drawing/2014/main" id="{3BBB74D3-C8B4-4D48-9B0F-C7B7460867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8" name="直線コネクタ 122827">
                      <a:extLst>
                        <a:ext uri="{FF2B5EF4-FFF2-40B4-BE49-F238E27FC236}">
                          <a16:creationId xmlns:a16="http://schemas.microsoft.com/office/drawing/2014/main" id="{2AC56C52-0AF3-43BA-9753-F65402DF29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29" name="直線コネクタ 122828">
                      <a:extLst>
                        <a:ext uri="{FF2B5EF4-FFF2-40B4-BE49-F238E27FC236}">
                          <a16:creationId xmlns:a16="http://schemas.microsoft.com/office/drawing/2014/main" id="{8B4BBA3D-F20E-4B3A-BB74-F4A6B75E9C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0" name="直線コネクタ 122829">
                      <a:extLst>
                        <a:ext uri="{FF2B5EF4-FFF2-40B4-BE49-F238E27FC236}">
                          <a16:creationId xmlns:a16="http://schemas.microsoft.com/office/drawing/2014/main" id="{CC91C1E1-3E9C-42CC-A6E5-DDB49178D4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1" name="直線コネクタ 122830">
                      <a:extLst>
                        <a:ext uri="{FF2B5EF4-FFF2-40B4-BE49-F238E27FC236}">
                          <a16:creationId xmlns:a16="http://schemas.microsoft.com/office/drawing/2014/main" id="{6E2499F3-AF12-4B24-B8B4-769E9C6119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2" name="直線コネクタ 122831">
                      <a:extLst>
                        <a:ext uri="{FF2B5EF4-FFF2-40B4-BE49-F238E27FC236}">
                          <a16:creationId xmlns:a16="http://schemas.microsoft.com/office/drawing/2014/main" id="{21C470B3-7304-486E-A0CF-5DF4520A3A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3" name="直線コネクタ 122832">
                      <a:extLst>
                        <a:ext uri="{FF2B5EF4-FFF2-40B4-BE49-F238E27FC236}">
                          <a16:creationId xmlns:a16="http://schemas.microsoft.com/office/drawing/2014/main" id="{D0F1EE47-32A3-41A9-9725-D819953376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4" name="直線コネクタ 122833">
                      <a:extLst>
                        <a:ext uri="{FF2B5EF4-FFF2-40B4-BE49-F238E27FC236}">
                          <a16:creationId xmlns:a16="http://schemas.microsoft.com/office/drawing/2014/main" id="{C858C3D6-9313-4C6E-AA02-0F0D143262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5" name="直線コネクタ 122834">
                      <a:extLst>
                        <a:ext uri="{FF2B5EF4-FFF2-40B4-BE49-F238E27FC236}">
                          <a16:creationId xmlns:a16="http://schemas.microsoft.com/office/drawing/2014/main" id="{F611E164-65EA-42FC-812A-1723028B51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6" name="直線コネクタ 122835">
                      <a:extLst>
                        <a:ext uri="{FF2B5EF4-FFF2-40B4-BE49-F238E27FC236}">
                          <a16:creationId xmlns:a16="http://schemas.microsoft.com/office/drawing/2014/main" id="{A92EDF92-813A-4AEF-9A06-98805FBAEC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7" name="直線コネクタ 122836">
                      <a:extLst>
                        <a:ext uri="{FF2B5EF4-FFF2-40B4-BE49-F238E27FC236}">
                          <a16:creationId xmlns:a16="http://schemas.microsoft.com/office/drawing/2014/main" id="{0E8C4184-C5B4-4D52-80A1-47E8A635D9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8" name="直線コネクタ 122837">
                      <a:extLst>
                        <a:ext uri="{FF2B5EF4-FFF2-40B4-BE49-F238E27FC236}">
                          <a16:creationId xmlns:a16="http://schemas.microsoft.com/office/drawing/2014/main" id="{C7E88786-A436-404F-ADD5-63D27953DB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39" name="直線コネクタ 122838">
                      <a:extLst>
                        <a:ext uri="{FF2B5EF4-FFF2-40B4-BE49-F238E27FC236}">
                          <a16:creationId xmlns:a16="http://schemas.microsoft.com/office/drawing/2014/main" id="{6B32EDF5-1B8B-48BC-AF88-FFC86D4FE5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0" name="直線コネクタ 122839">
                      <a:extLst>
                        <a:ext uri="{FF2B5EF4-FFF2-40B4-BE49-F238E27FC236}">
                          <a16:creationId xmlns:a16="http://schemas.microsoft.com/office/drawing/2014/main" id="{49EBE7AD-FE87-4C2B-BF62-B3033089DB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1" name="直線コネクタ 122840">
                      <a:extLst>
                        <a:ext uri="{FF2B5EF4-FFF2-40B4-BE49-F238E27FC236}">
                          <a16:creationId xmlns:a16="http://schemas.microsoft.com/office/drawing/2014/main" id="{15B65FD7-E593-4B7B-AA4B-AEDD2788CB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2" name="直線コネクタ 122841">
                      <a:extLst>
                        <a:ext uri="{FF2B5EF4-FFF2-40B4-BE49-F238E27FC236}">
                          <a16:creationId xmlns:a16="http://schemas.microsoft.com/office/drawing/2014/main" id="{CB41BDB7-9C99-4273-A6C9-8AF50BEC2D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3" name="直線コネクタ 122842">
                      <a:extLst>
                        <a:ext uri="{FF2B5EF4-FFF2-40B4-BE49-F238E27FC236}">
                          <a16:creationId xmlns:a16="http://schemas.microsoft.com/office/drawing/2014/main" id="{3A315958-D8BA-41D9-8C56-E55B0CF3E9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4" name="直線コネクタ 122843">
                      <a:extLst>
                        <a:ext uri="{FF2B5EF4-FFF2-40B4-BE49-F238E27FC236}">
                          <a16:creationId xmlns:a16="http://schemas.microsoft.com/office/drawing/2014/main" id="{6D8257DB-AC8E-4CBC-8821-E25FC01F51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5" name="直線コネクタ 122844">
                      <a:extLst>
                        <a:ext uri="{FF2B5EF4-FFF2-40B4-BE49-F238E27FC236}">
                          <a16:creationId xmlns:a16="http://schemas.microsoft.com/office/drawing/2014/main" id="{F5E9242F-9451-4A76-BCF2-A52F78DBD9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6" name="直線コネクタ 122845">
                      <a:extLst>
                        <a:ext uri="{FF2B5EF4-FFF2-40B4-BE49-F238E27FC236}">
                          <a16:creationId xmlns:a16="http://schemas.microsoft.com/office/drawing/2014/main" id="{1D9B7AE0-ECD2-40E4-9C45-413DB0D15B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7" name="直線コネクタ 122846">
                      <a:extLst>
                        <a:ext uri="{FF2B5EF4-FFF2-40B4-BE49-F238E27FC236}">
                          <a16:creationId xmlns:a16="http://schemas.microsoft.com/office/drawing/2014/main" id="{46764ACD-D5BB-4054-B4C6-1C3BBF2662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8" name="直線コネクタ 122847">
                      <a:extLst>
                        <a:ext uri="{FF2B5EF4-FFF2-40B4-BE49-F238E27FC236}">
                          <a16:creationId xmlns:a16="http://schemas.microsoft.com/office/drawing/2014/main" id="{F5139F33-46E8-4A1B-AB4B-F9F1C56B48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849" name="直線コネクタ 122848">
                      <a:extLst>
                        <a:ext uri="{FF2B5EF4-FFF2-40B4-BE49-F238E27FC236}">
                          <a16:creationId xmlns:a16="http://schemas.microsoft.com/office/drawing/2014/main" id="{17FBE81F-4721-4BB6-B409-8345AE16EC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398" name="グループ化 118397">
                  <a:extLst>
                    <a:ext uri="{FF2B5EF4-FFF2-40B4-BE49-F238E27FC236}">
                      <a16:creationId xmlns:a16="http://schemas.microsoft.com/office/drawing/2014/main" id="{1280B01F-44CE-4ABD-8372-530195C28CD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712664" y="4712281"/>
                  <a:ext cx="1374434" cy="1375200"/>
                  <a:chOff x="4287481" y="4286224"/>
                  <a:chExt cx="2227978" cy="2229219"/>
                </a:xfrm>
              </p:grpSpPr>
              <p:cxnSp>
                <p:nvCxnSpPr>
                  <p:cNvPr id="122249" name="直線コネクタ 122248">
                    <a:extLst>
                      <a:ext uri="{FF2B5EF4-FFF2-40B4-BE49-F238E27FC236}">
                        <a16:creationId xmlns:a16="http://schemas.microsoft.com/office/drawing/2014/main" id="{9EEE5814-49B1-4C82-B0B5-D796F92026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0" name="直線コネクタ 122249">
                    <a:extLst>
                      <a:ext uri="{FF2B5EF4-FFF2-40B4-BE49-F238E27FC236}">
                        <a16:creationId xmlns:a16="http://schemas.microsoft.com/office/drawing/2014/main" id="{E6D73634-81AE-4CB1-AEF8-8AD1A1C18F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1" name="直線コネクタ 122250">
                    <a:extLst>
                      <a:ext uri="{FF2B5EF4-FFF2-40B4-BE49-F238E27FC236}">
                        <a16:creationId xmlns:a16="http://schemas.microsoft.com/office/drawing/2014/main" id="{D09166E1-FE11-499D-A907-62843D3246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2" name="直線コネクタ 122251">
                    <a:extLst>
                      <a:ext uri="{FF2B5EF4-FFF2-40B4-BE49-F238E27FC236}">
                        <a16:creationId xmlns:a16="http://schemas.microsoft.com/office/drawing/2014/main" id="{0948A0A4-3FC7-4660-8274-ED29AC5B6B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3" name="直線コネクタ 122252">
                    <a:extLst>
                      <a:ext uri="{FF2B5EF4-FFF2-40B4-BE49-F238E27FC236}">
                        <a16:creationId xmlns:a16="http://schemas.microsoft.com/office/drawing/2014/main" id="{54514E71-71DE-49AF-BB12-F79A42FFB4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4" name="直線コネクタ 122253">
                    <a:extLst>
                      <a:ext uri="{FF2B5EF4-FFF2-40B4-BE49-F238E27FC236}">
                        <a16:creationId xmlns:a16="http://schemas.microsoft.com/office/drawing/2014/main" id="{65BB4A52-2724-4609-98D5-946D8DD069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5" name="直線コネクタ 122254">
                    <a:extLst>
                      <a:ext uri="{FF2B5EF4-FFF2-40B4-BE49-F238E27FC236}">
                        <a16:creationId xmlns:a16="http://schemas.microsoft.com/office/drawing/2014/main" id="{F6C7BC87-810A-40E7-B1F0-BD45535B76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6" name="直線コネクタ 122255">
                    <a:extLst>
                      <a:ext uri="{FF2B5EF4-FFF2-40B4-BE49-F238E27FC236}">
                        <a16:creationId xmlns:a16="http://schemas.microsoft.com/office/drawing/2014/main" id="{47E83B82-2C6A-4E20-850D-C31E031E64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7" name="直線コネクタ 122256">
                    <a:extLst>
                      <a:ext uri="{FF2B5EF4-FFF2-40B4-BE49-F238E27FC236}">
                        <a16:creationId xmlns:a16="http://schemas.microsoft.com/office/drawing/2014/main" id="{330F982B-E00E-42E5-A0A1-B863E74C28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8" name="直線コネクタ 122257">
                    <a:extLst>
                      <a:ext uri="{FF2B5EF4-FFF2-40B4-BE49-F238E27FC236}">
                        <a16:creationId xmlns:a16="http://schemas.microsoft.com/office/drawing/2014/main" id="{FCD746D0-2E53-4D04-9776-8009E6BAF9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59" name="直線コネクタ 122258">
                    <a:extLst>
                      <a:ext uri="{FF2B5EF4-FFF2-40B4-BE49-F238E27FC236}">
                        <a16:creationId xmlns:a16="http://schemas.microsoft.com/office/drawing/2014/main" id="{5C974BD7-A9F6-47B7-94BC-F44894FBA46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0" name="直線コネクタ 122259">
                    <a:extLst>
                      <a:ext uri="{FF2B5EF4-FFF2-40B4-BE49-F238E27FC236}">
                        <a16:creationId xmlns:a16="http://schemas.microsoft.com/office/drawing/2014/main" id="{F3C96136-2338-4E76-85D7-69C180C9A0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1" name="直線コネクタ 122260">
                    <a:extLst>
                      <a:ext uri="{FF2B5EF4-FFF2-40B4-BE49-F238E27FC236}">
                        <a16:creationId xmlns:a16="http://schemas.microsoft.com/office/drawing/2014/main" id="{F091FE7F-3295-4E36-8E24-F706ACC6624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2" name="直線コネクタ 122261">
                    <a:extLst>
                      <a:ext uri="{FF2B5EF4-FFF2-40B4-BE49-F238E27FC236}">
                        <a16:creationId xmlns:a16="http://schemas.microsoft.com/office/drawing/2014/main" id="{5B6DBDF8-9109-45FE-9737-8E076522DC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3" name="直線コネクタ 122262">
                    <a:extLst>
                      <a:ext uri="{FF2B5EF4-FFF2-40B4-BE49-F238E27FC236}">
                        <a16:creationId xmlns:a16="http://schemas.microsoft.com/office/drawing/2014/main" id="{6D101B2F-0874-4AD5-B8BC-88A3C4D406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4" name="直線コネクタ 122263">
                    <a:extLst>
                      <a:ext uri="{FF2B5EF4-FFF2-40B4-BE49-F238E27FC236}">
                        <a16:creationId xmlns:a16="http://schemas.microsoft.com/office/drawing/2014/main" id="{02A2CCC3-8392-434F-B452-0768C7630E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5" name="直線コネクタ 122264">
                    <a:extLst>
                      <a:ext uri="{FF2B5EF4-FFF2-40B4-BE49-F238E27FC236}">
                        <a16:creationId xmlns:a16="http://schemas.microsoft.com/office/drawing/2014/main" id="{DAE7AA56-2DA0-4070-9460-2AE2AE3BD6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6" name="直線コネクタ 122265">
                    <a:extLst>
                      <a:ext uri="{FF2B5EF4-FFF2-40B4-BE49-F238E27FC236}">
                        <a16:creationId xmlns:a16="http://schemas.microsoft.com/office/drawing/2014/main" id="{0D70DE7B-A67A-41C4-A80B-D8D5FE9CFC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7" name="直線コネクタ 122266">
                    <a:extLst>
                      <a:ext uri="{FF2B5EF4-FFF2-40B4-BE49-F238E27FC236}">
                        <a16:creationId xmlns:a16="http://schemas.microsoft.com/office/drawing/2014/main" id="{7FA4E73C-6920-487D-A432-71BFAD29C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8" name="直線コネクタ 122267">
                    <a:extLst>
                      <a:ext uri="{FF2B5EF4-FFF2-40B4-BE49-F238E27FC236}">
                        <a16:creationId xmlns:a16="http://schemas.microsoft.com/office/drawing/2014/main" id="{795E8D61-0955-4D7B-8DCD-DA8FFF2CBF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69" name="直線コネクタ 122268">
                    <a:extLst>
                      <a:ext uri="{FF2B5EF4-FFF2-40B4-BE49-F238E27FC236}">
                        <a16:creationId xmlns:a16="http://schemas.microsoft.com/office/drawing/2014/main" id="{E83CC34C-904F-41AB-9BEE-63913DE925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0" name="直線コネクタ 122269">
                    <a:extLst>
                      <a:ext uri="{FF2B5EF4-FFF2-40B4-BE49-F238E27FC236}">
                        <a16:creationId xmlns:a16="http://schemas.microsoft.com/office/drawing/2014/main" id="{C19155CE-80B5-40C3-8D54-442D68427A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1" name="直線コネクタ 122270">
                    <a:extLst>
                      <a:ext uri="{FF2B5EF4-FFF2-40B4-BE49-F238E27FC236}">
                        <a16:creationId xmlns:a16="http://schemas.microsoft.com/office/drawing/2014/main" id="{01C266F5-7CA7-4BBA-87A2-BB74058355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2" name="直線コネクタ 122271">
                    <a:extLst>
                      <a:ext uri="{FF2B5EF4-FFF2-40B4-BE49-F238E27FC236}">
                        <a16:creationId xmlns:a16="http://schemas.microsoft.com/office/drawing/2014/main" id="{71B8FEAC-171F-441C-8267-E3FFF8F719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3" name="直線コネクタ 122272">
                    <a:extLst>
                      <a:ext uri="{FF2B5EF4-FFF2-40B4-BE49-F238E27FC236}">
                        <a16:creationId xmlns:a16="http://schemas.microsoft.com/office/drawing/2014/main" id="{D27FA045-1EF0-4B55-83CB-B369E370D8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4" name="直線コネクタ 122273">
                    <a:extLst>
                      <a:ext uri="{FF2B5EF4-FFF2-40B4-BE49-F238E27FC236}">
                        <a16:creationId xmlns:a16="http://schemas.microsoft.com/office/drawing/2014/main" id="{8948DC9E-9AEB-4B9F-A6F5-E3A94023C6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5" name="直線コネクタ 122274">
                    <a:extLst>
                      <a:ext uri="{FF2B5EF4-FFF2-40B4-BE49-F238E27FC236}">
                        <a16:creationId xmlns:a16="http://schemas.microsoft.com/office/drawing/2014/main" id="{498C1E0B-D7A8-4BFA-950D-1BBBA56AB2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6" name="直線コネクタ 122275">
                    <a:extLst>
                      <a:ext uri="{FF2B5EF4-FFF2-40B4-BE49-F238E27FC236}">
                        <a16:creationId xmlns:a16="http://schemas.microsoft.com/office/drawing/2014/main" id="{3B08AFD6-DC5A-4881-8D90-2B6487EC3A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7" name="直線コネクタ 122276">
                    <a:extLst>
                      <a:ext uri="{FF2B5EF4-FFF2-40B4-BE49-F238E27FC236}">
                        <a16:creationId xmlns:a16="http://schemas.microsoft.com/office/drawing/2014/main" id="{81750B17-E22F-4B2E-8DD7-08A0C5DC69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8" name="直線コネクタ 122277">
                    <a:extLst>
                      <a:ext uri="{FF2B5EF4-FFF2-40B4-BE49-F238E27FC236}">
                        <a16:creationId xmlns:a16="http://schemas.microsoft.com/office/drawing/2014/main" id="{3017D31D-9617-4FCE-8026-09008FB1A1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79" name="直線コネクタ 122278">
                    <a:extLst>
                      <a:ext uri="{FF2B5EF4-FFF2-40B4-BE49-F238E27FC236}">
                        <a16:creationId xmlns:a16="http://schemas.microsoft.com/office/drawing/2014/main" id="{39F79B93-ABD4-4F65-AFEE-73A992354A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0" name="直線コネクタ 122279">
                    <a:extLst>
                      <a:ext uri="{FF2B5EF4-FFF2-40B4-BE49-F238E27FC236}">
                        <a16:creationId xmlns:a16="http://schemas.microsoft.com/office/drawing/2014/main" id="{0848FB81-5640-4C6F-ADA7-7C379EE1C2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1" name="直線コネクタ 122280">
                    <a:extLst>
                      <a:ext uri="{FF2B5EF4-FFF2-40B4-BE49-F238E27FC236}">
                        <a16:creationId xmlns:a16="http://schemas.microsoft.com/office/drawing/2014/main" id="{3FD8D154-5FA5-4EC6-9F9F-F1E1D46B2F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2" name="直線コネクタ 122281">
                    <a:extLst>
                      <a:ext uri="{FF2B5EF4-FFF2-40B4-BE49-F238E27FC236}">
                        <a16:creationId xmlns:a16="http://schemas.microsoft.com/office/drawing/2014/main" id="{13B26EC9-8EC3-4660-81B0-C214E0616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3" name="直線コネクタ 122282">
                    <a:extLst>
                      <a:ext uri="{FF2B5EF4-FFF2-40B4-BE49-F238E27FC236}">
                        <a16:creationId xmlns:a16="http://schemas.microsoft.com/office/drawing/2014/main" id="{48B04CFC-DB5C-408C-B342-6D1FB979BB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4" name="直線コネクタ 122283">
                    <a:extLst>
                      <a:ext uri="{FF2B5EF4-FFF2-40B4-BE49-F238E27FC236}">
                        <a16:creationId xmlns:a16="http://schemas.microsoft.com/office/drawing/2014/main" id="{AAFF1CAE-DC45-440C-B724-881A801695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5" name="直線コネクタ 122284">
                    <a:extLst>
                      <a:ext uri="{FF2B5EF4-FFF2-40B4-BE49-F238E27FC236}">
                        <a16:creationId xmlns:a16="http://schemas.microsoft.com/office/drawing/2014/main" id="{2564E138-E2B3-4EC1-B8B6-67EB630B13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6" name="直線コネクタ 122285">
                    <a:extLst>
                      <a:ext uri="{FF2B5EF4-FFF2-40B4-BE49-F238E27FC236}">
                        <a16:creationId xmlns:a16="http://schemas.microsoft.com/office/drawing/2014/main" id="{9782134C-4FF8-4025-AD53-2EEDDFC822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7" name="直線コネクタ 122286">
                    <a:extLst>
                      <a:ext uri="{FF2B5EF4-FFF2-40B4-BE49-F238E27FC236}">
                        <a16:creationId xmlns:a16="http://schemas.microsoft.com/office/drawing/2014/main" id="{FE44016E-7F6B-4629-8FA1-13AD9AC9D0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8" name="直線コネクタ 122287">
                    <a:extLst>
                      <a:ext uri="{FF2B5EF4-FFF2-40B4-BE49-F238E27FC236}">
                        <a16:creationId xmlns:a16="http://schemas.microsoft.com/office/drawing/2014/main" id="{2A6D8754-A51A-474B-B71F-6328256CA1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89" name="直線コネクタ 122288">
                    <a:extLst>
                      <a:ext uri="{FF2B5EF4-FFF2-40B4-BE49-F238E27FC236}">
                        <a16:creationId xmlns:a16="http://schemas.microsoft.com/office/drawing/2014/main" id="{818C425D-4C6B-4D81-8DDF-D34592D2BA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0" name="直線コネクタ 122289">
                    <a:extLst>
                      <a:ext uri="{FF2B5EF4-FFF2-40B4-BE49-F238E27FC236}">
                        <a16:creationId xmlns:a16="http://schemas.microsoft.com/office/drawing/2014/main" id="{32A1DC05-EB68-4D11-A540-BBF15C6635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1" name="直線コネクタ 122290">
                    <a:extLst>
                      <a:ext uri="{FF2B5EF4-FFF2-40B4-BE49-F238E27FC236}">
                        <a16:creationId xmlns:a16="http://schemas.microsoft.com/office/drawing/2014/main" id="{98730338-6C52-445F-9D69-3A383F2C34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2" name="直線コネクタ 122291">
                    <a:extLst>
                      <a:ext uri="{FF2B5EF4-FFF2-40B4-BE49-F238E27FC236}">
                        <a16:creationId xmlns:a16="http://schemas.microsoft.com/office/drawing/2014/main" id="{4A33C1F4-A63D-431C-9020-CFC1E428BCF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3" name="直線コネクタ 122292">
                    <a:extLst>
                      <a:ext uri="{FF2B5EF4-FFF2-40B4-BE49-F238E27FC236}">
                        <a16:creationId xmlns:a16="http://schemas.microsoft.com/office/drawing/2014/main" id="{18830902-1090-4029-9DBE-23D7B97B905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4" name="直線コネクタ 122293">
                    <a:extLst>
                      <a:ext uri="{FF2B5EF4-FFF2-40B4-BE49-F238E27FC236}">
                        <a16:creationId xmlns:a16="http://schemas.microsoft.com/office/drawing/2014/main" id="{F9C2C67C-1879-4B14-AF43-3641C98F0EA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5" name="直線コネクタ 122294">
                    <a:extLst>
                      <a:ext uri="{FF2B5EF4-FFF2-40B4-BE49-F238E27FC236}">
                        <a16:creationId xmlns:a16="http://schemas.microsoft.com/office/drawing/2014/main" id="{FDBD24B4-971E-4707-B9AD-0E534DE7C09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6" name="直線コネクタ 122295">
                    <a:extLst>
                      <a:ext uri="{FF2B5EF4-FFF2-40B4-BE49-F238E27FC236}">
                        <a16:creationId xmlns:a16="http://schemas.microsoft.com/office/drawing/2014/main" id="{CC631C7C-25D5-40A0-AEBD-761B3ED6777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7" name="直線コネクタ 122296">
                    <a:extLst>
                      <a:ext uri="{FF2B5EF4-FFF2-40B4-BE49-F238E27FC236}">
                        <a16:creationId xmlns:a16="http://schemas.microsoft.com/office/drawing/2014/main" id="{001C1704-7AC8-41AE-A675-105D9DE29EC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8" name="直線コネクタ 122297">
                    <a:extLst>
                      <a:ext uri="{FF2B5EF4-FFF2-40B4-BE49-F238E27FC236}">
                        <a16:creationId xmlns:a16="http://schemas.microsoft.com/office/drawing/2014/main" id="{F53F5E46-D7DF-4697-B24F-701ED2C940A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299" name="直線コネクタ 122298">
                    <a:extLst>
                      <a:ext uri="{FF2B5EF4-FFF2-40B4-BE49-F238E27FC236}">
                        <a16:creationId xmlns:a16="http://schemas.microsoft.com/office/drawing/2014/main" id="{4A2E18EA-6DE5-4538-8DD3-1D1D588F74C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0" name="直線コネクタ 122299">
                    <a:extLst>
                      <a:ext uri="{FF2B5EF4-FFF2-40B4-BE49-F238E27FC236}">
                        <a16:creationId xmlns:a16="http://schemas.microsoft.com/office/drawing/2014/main" id="{59656F3A-7DAB-46AA-A8F4-98C59D09BBC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1" name="直線コネクタ 122300">
                    <a:extLst>
                      <a:ext uri="{FF2B5EF4-FFF2-40B4-BE49-F238E27FC236}">
                        <a16:creationId xmlns:a16="http://schemas.microsoft.com/office/drawing/2014/main" id="{1ED3B15C-4FC9-404B-AE9A-7E45167E703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2" name="直線コネクタ 122301">
                    <a:extLst>
                      <a:ext uri="{FF2B5EF4-FFF2-40B4-BE49-F238E27FC236}">
                        <a16:creationId xmlns:a16="http://schemas.microsoft.com/office/drawing/2014/main" id="{A2EF1050-78A8-4058-864C-0F29078FC5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3" name="直線コネクタ 122302">
                    <a:extLst>
                      <a:ext uri="{FF2B5EF4-FFF2-40B4-BE49-F238E27FC236}">
                        <a16:creationId xmlns:a16="http://schemas.microsoft.com/office/drawing/2014/main" id="{23AFB774-873A-4527-B88E-CE6028C414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4" name="直線コネクタ 122303">
                    <a:extLst>
                      <a:ext uri="{FF2B5EF4-FFF2-40B4-BE49-F238E27FC236}">
                        <a16:creationId xmlns:a16="http://schemas.microsoft.com/office/drawing/2014/main" id="{A4AD2CBF-EFE3-4F6D-9DE0-E0BDF185EF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5" name="直線コネクタ 122304">
                    <a:extLst>
                      <a:ext uri="{FF2B5EF4-FFF2-40B4-BE49-F238E27FC236}">
                        <a16:creationId xmlns:a16="http://schemas.microsoft.com/office/drawing/2014/main" id="{64FDA9D6-61E4-4F24-968C-B541ED4E65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6" name="直線コネクタ 122305">
                    <a:extLst>
                      <a:ext uri="{FF2B5EF4-FFF2-40B4-BE49-F238E27FC236}">
                        <a16:creationId xmlns:a16="http://schemas.microsoft.com/office/drawing/2014/main" id="{9A6C937E-86C6-4BFE-AEFA-06DD7786AE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7" name="直線コネクタ 122306">
                    <a:extLst>
                      <a:ext uri="{FF2B5EF4-FFF2-40B4-BE49-F238E27FC236}">
                        <a16:creationId xmlns:a16="http://schemas.microsoft.com/office/drawing/2014/main" id="{2645249C-2208-4846-B695-834260D4CB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8" name="直線コネクタ 122307">
                    <a:extLst>
                      <a:ext uri="{FF2B5EF4-FFF2-40B4-BE49-F238E27FC236}">
                        <a16:creationId xmlns:a16="http://schemas.microsoft.com/office/drawing/2014/main" id="{B50FFBA9-D2DC-4BFB-8C66-C7DA979F20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09" name="直線コネクタ 122308">
                    <a:extLst>
                      <a:ext uri="{FF2B5EF4-FFF2-40B4-BE49-F238E27FC236}">
                        <a16:creationId xmlns:a16="http://schemas.microsoft.com/office/drawing/2014/main" id="{991C3D21-21FF-4953-BB99-307754AE2F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0" name="直線コネクタ 122309">
                    <a:extLst>
                      <a:ext uri="{FF2B5EF4-FFF2-40B4-BE49-F238E27FC236}">
                        <a16:creationId xmlns:a16="http://schemas.microsoft.com/office/drawing/2014/main" id="{1D238D57-6CDE-4AB4-9F84-29462D7AC3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1" name="直線コネクタ 122310">
                    <a:extLst>
                      <a:ext uri="{FF2B5EF4-FFF2-40B4-BE49-F238E27FC236}">
                        <a16:creationId xmlns:a16="http://schemas.microsoft.com/office/drawing/2014/main" id="{F207F98B-A5BC-4286-9A17-7BC6279631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2" name="直線コネクタ 122311">
                    <a:extLst>
                      <a:ext uri="{FF2B5EF4-FFF2-40B4-BE49-F238E27FC236}">
                        <a16:creationId xmlns:a16="http://schemas.microsoft.com/office/drawing/2014/main" id="{E30947BF-50E4-4AA9-B69A-99BCD5E6CC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3" name="直線コネクタ 122312">
                    <a:extLst>
                      <a:ext uri="{FF2B5EF4-FFF2-40B4-BE49-F238E27FC236}">
                        <a16:creationId xmlns:a16="http://schemas.microsoft.com/office/drawing/2014/main" id="{46603FB7-F9E3-4017-9814-ACA72C80AD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4" name="直線コネクタ 122313">
                    <a:extLst>
                      <a:ext uri="{FF2B5EF4-FFF2-40B4-BE49-F238E27FC236}">
                        <a16:creationId xmlns:a16="http://schemas.microsoft.com/office/drawing/2014/main" id="{3465BB55-0127-4148-9CF7-038C6F30B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5" name="直線コネクタ 122314">
                    <a:extLst>
                      <a:ext uri="{FF2B5EF4-FFF2-40B4-BE49-F238E27FC236}">
                        <a16:creationId xmlns:a16="http://schemas.microsoft.com/office/drawing/2014/main" id="{3257B4B0-5090-4C57-8CA8-D1A159BCF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6" name="直線コネクタ 122315">
                    <a:extLst>
                      <a:ext uri="{FF2B5EF4-FFF2-40B4-BE49-F238E27FC236}">
                        <a16:creationId xmlns:a16="http://schemas.microsoft.com/office/drawing/2014/main" id="{A2FFFA42-30C3-4EE2-8E6D-E59BC68A9F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7" name="直線コネクタ 122316">
                    <a:extLst>
                      <a:ext uri="{FF2B5EF4-FFF2-40B4-BE49-F238E27FC236}">
                        <a16:creationId xmlns:a16="http://schemas.microsoft.com/office/drawing/2014/main" id="{EDF95DE3-ED60-47F0-9569-787ADAEB69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8" name="直線コネクタ 122317">
                    <a:extLst>
                      <a:ext uri="{FF2B5EF4-FFF2-40B4-BE49-F238E27FC236}">
                        <a16:creationId xmlns:a16="http://schemas.microsoft.com/office/drawing/2014/main" id="{8B6B7255-CEE0-44B5-B61E-FAA354048E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19" name="直線コネクタ 122318">
                    <a:extLst>
                      <a:ext uri="{FF2B5EF4-FFF2-40B4-BE49-F238E27FC236}">
                        <a16:creationId xmlns:a16="http://schemas.microsoft.com/office/drawing/2014/main" id="{F2DD95C8-A0A0-4623-9DD6-D3BAB45B69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0" name="直線コネクタ 122319">
                    <a:extLst>
                      <a:ext uri="{FF2B5EF4-FFF2-40B4-BE49-F238E27FC236}">
                        <a16:creationId xmlns:a16="http://schemas.microsoft.com/office/drawing/2014/main" id="{6C5D8D88-597E-4D09-9CDE-7DD2597059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1" name="直線コネクタ 122320">
                    <a:extLst>
                      <a:ext uri="{FF2B5EF4-FFF2-40B4-BE49-F238E27FC236}">
                        <a16:creationId xmlns:a16="http://schemas.microsoft.com/office/drawing/2014/main" id="{B11A05D7-64F0-4CFA-B2D1-BB475B9149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2" name="直線コネクタ 122321">
                    <a:extLst>
                      <a:ext uri="{FF2B5EF4-FFF2-40B4-BE49-F238E27FC236}">
                        <a16:creationId xmlns:a16="http://schemas.microsoft.com/office/drawing/2014/main" id="{8AFF2DB6-2964-4639-AD24-4653FA9C8A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3" name="直線コネクタ 122322">
                    <a:extLst>
                      <a:ext uri="{FF2B5EF4-FFF2-40B4-BE49-F238E27FC236}">
                        <a16:creationId xmlns:a16="http://schemas.microsoft.com/office/drawing/2014/main" id="{E3F23810-15B0-4693-A05A-715C426936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4" name="直線コネクタ 122323">
                    <a:extLst>
                      <a:ext uri="{FF2B5EF4-FFF2-40B4-BE49-F238E27FC236}">
                        <a16:creationId xmlns:a16="http://schemas.microsoft.com/office/drawing/2014/main" id="{E5787A3C-1D8F-417C-A861-3DD9403799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5" name="直線コネクタ 122324">
                    <a:extLst>
                      <a:ext uri="{FF2B5EF4-FFF2-40B4-BE49-F238E27FC236}">
                        <a16:creationId xmlns:a16="http://schemas.microsoft.com/office/drawing/2014/main" id="{AABCA4A1-53BC-402F-828D-47E883A7EF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6" name="直線コネクタ 122325">
                    <a:extLst>
                      <a:ext uri="{FF2B5EF4-FFF2-40B4-BE49-F238E27FC236}">
                        <a16:creationId xmlns:a16="http://schemas.microsoft.com/office/drawing/2014/main" id="{D62CF050-AB1A-4485-B4C1-C93BE7324B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7" name="直線コネクタ 122326">
                    <a:extLst>
                      <a:ext uri="{FF2B5EF4-FFF2-40B4-BE49-F238E27FC236}">
                        <a16:creationId xmlns:a16="http://schemas.microsoft.com/office/drawing/2014/main" id="{45BA3D29-6B7B-494A-9D96-367874109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8" name="直線コネクタ 122327">
                    <a:extLst>
                      <a:ext uri="{FF2B5EF4-FFF2-40B4-BE49-F238E27FC236}">
                        <a16:creationId xmlns:a16="http://schemas.microsoft.com/office/drawing/2014/main" id="{8A98D610-A6C7-4DB2-9B97-61D1A40DC9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29" name="直線コネクタ 122328">
                    <a:extLst>
                      <a:ext uri="{FF2B5EF4-FFF2-40B4-BE49-F238E27FC236}">
                        <a16:creationId xmlns:a16="http://schemas.microsoft.com/office/drawing/2014/main" id="{9198F737-A75D-4080-907D-FF208E129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0" name="直線コネクタ 122329">
                    <a:extLst>
                      <a:ext uri="{FF2B5EF4-FFF2-40B4-BE49-F238E27FC236}">
                        <a16:creationId xmlns:a16="http://schemas.microsoft.com/office/drawing/2014/main" id="{CBC7EEEC-FDF1-4461-A867-079D7D37C4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1" name="直線コネクタ 122330">
                    <a:extLst>
                      <a:ext uri="{FF2B5EF4-FFF2-40B4-BE49-F238E27FC236}">
                        <a16:creationId xmlns:a16="http://schemas.microsoft.com/office/drawing/2014/main" id="{9B7F685D-7ADA-4940-99E1-8F59756D95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2" name="直線コネクタ 122331">
                    <a:extLst>
                      <a:ext uri="{FF2B5EF4-FFF2-40B4-BE49-F238E27FC236}">
                        <a16:creationId xmlns:a16="http://schemas.microsoft.com/office/drawing/2014/main" id="{4009DC82-3C45-40F6-B601-BF3D27A97C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3" name="直線コネクタ 122332">
                    <a:extLst>
                      <a:ext uri="{FF2B5EF4-FFF2-40B4-BE49-F238E27FC236}">
                        <a16:creationId xmlns:a16="http://schemas.microsoft.com/office/drawing/2014/main" id="{86C682B2-613F-41C5-B95D-6E35F1125A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4" name="直線コネクタ 122333">
                    <a:extLst>
                      <a:ext uri="{FF2B5EF4-FFF2-40B4-BE49-F238E27FC236}">
                        <a16:creationId xmlns:a16="http://schemas.microsoft.com/office/drawing/2014/main" id="{CCB8FC27-4EE3-4CAF-8E1A-656CC60ECF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5" name="直線コネクタ 122334">
                    <a:extLst>
                      <a:ext uri="{FF2B5EF4-FFF2-40B4-BE49-F238E27FC236}">
                        <a16:creationId xmlns:a16="http://schemas.microsoft.com/office/drawing/2014/main" id="{759379F9-552A-4DE5-9472-BB81F00464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6" name="直線コネクタ 122335">
                    <a:extLst>
                      <a:ext uri="{FF2B5EF4-FFF2-40B4-BE49-F238E27FC236}">
                        <a16:creationId xmlns:a16="http://schemas.microsoft.com/office/drawing/2014/main" id="{6E41AAF8-BF5E-49DD-871C-6E07D49B8A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7" name="直線コネクタ 122336">
                    <a:extLst>
                      <a:ext uri="{FF2B5EF4-FFF2-40B4-BE49-F238E27FC236}">
                        <a16:creationId xmlns:a16="http://schemas.microsoft.com/office/drawing/2014/main" id="{507826E1-BDA6-40BC-A116-5448A4486B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8" name="直線コネクタ 122337">
                    <a:extLst>
                      <a:ext uri="{FF2B5EF4-FFF2-40B4-BE49-F238E27FC236}">
                        <a16:creationId xmlns:a16="http://schemas.microsoft.com/office/drawing/2014/main" id="{EFCB5F33-CDD4-45C0-B7DB-FA88759DCB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39" name="直線コネクタ 122338">
                    <a:extLst>
                      <a:ext uri="{FF2B5EF4-FFF2-40B4-BE49-F238E27FC236}">
                        <a16:creationId xmlns:a16="http://schemas.microsoft.com/office/drawing/2014/main" id="{654256E2-C25E-409A-968F-A867F74BC3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0" name="直線コネクタ 122339">
                    <a:extLst>
                      <a:ext uri="{FF2B5EF4-FFF2-40B4-BE49-F238E27FC236}">
                        <a16:creationId xmlns:a16="http://schemas.microsoft.com/office/drawing/2014/main" id="{24B8B86C-C33E-409A-ADED-7802C64E235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1" name="直線コネクタ 122340">
                    <a:extLst>
                      <a:ext uri="{FF2B5EF4-FFF2-40B4-BE49-F238E27FC236}">
                        <a16:creationId xmlns:a16="http://schemas.microsoft.com/office/drawing/2014/main" id="{CD097751-980D-40B6-AA5E-BBD8EBF42B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2" name="直線コネクタ 122341">
                    <a:extLst>
                      <a:ext uri="{FF2B5EF4-FFF2-40B4-BE49-F238E27FC236}">
                        <a16:creationId xmlns:a16="http://schemas.microsoft.com/office/drawing/2014/main" id="{F222DD60-1088-4B15-82F7-B17568AFB28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3" name="直線コネクタ 122342">
                    <a:extLst>
                      <a:ext uri="{FF2B5EF4-FFF2-40B4-BE49-F238E27FC236}">
                        <a16:creationId xmlns:a16="http://schemas.microsoft.com/office/drawing/2014/main" id="{EFFD2913-FF75-4C6E-A0CC-50EBFFDF8CC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4" name="直線コネクタ 122343">
                    <a:extLst>
                      <a:ext uri="{FF2B5EF4-FFF2-40B4-BE49-F238E27FC236}">
                        <a16:creationId xmlns:a16="http://schemas.microsoft.com/office/drawing/2014/main" id="{A78FE52D-911A-46A9-A979-2D2426C01BB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5" name="直線コネクタ 122344">
                    <a:extLst>
                      <a:ext uri="{FF2B5EF4-FFF2-40B4-BE49-F238E27FC236}">
                        <a16:creationId xmlns:a16="http://schemas.microsoft.com/office/drawing/2014/main" id="{F00D2D75-7509-4604-B1BF-FA3053AEF24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6" name="直線コネクタ 122345">
                    <a:extLst>
                      <a:ext uri="{FF2B5EF4-FFF2-40B4-BE49-F238E27FC236}">
                        <a16:creationId xmlns:a16="http://schemas.microsoft.com/office/drawing/2014/main" id="{6BE0E9FC-81F8-4C19-A2DD-DE9F1A7AAA1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7" name="直線コネクタ 122346">
                    <a:extLst>
                      <a:ext uri="{FF2B5EF4-FFF2-40B4-BE49-F238E27FC236}">
                        <a16:creationId xmlns:a16="http://schemas.microsoft.com/office/drawing/2014/main" id="{00EB1BDF-D5CD-4F36-B253-AB75A04FDA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8" name="直線コネクタ 122347">
                    <a:extLst>
                      <a:ext uri="{FF2B5EF4-FFF2-40B4-BE49-F238E27FC236}">
                        <a16:creationId xmlns:a16="http://schemas.microsoft.com/office/drawing/2014/main" id="{4362E0E8-856B-43D0-A087-C79D825BC60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49" name="直線コネクタ 122348">
                    <a:extLst>
                      <a:ext uri="{FF2B5EF4-FFF2-40B4-BE49-F238E27FC236}">
                        <a16:creationId xmlns:a16="http://schemas.microsoft.com/office/drawing/2014/main" id="{4761436F-C274-4C83-A4C4-E39E2D12E01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0" name="直線コネクタ 122349">
                    <a:extLst>
                      <a:ext uri="{FF2B5EF4-FFF2-40B4-BE49-F238E27FC236}">
                        <a16:creationId xmlns:a16="http://schemas.microsoft.com/office/drawing/2014/main" id="{143B40D0-035C-4E4D-8093-60198F7BA7B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1" name="直線コネクタ 122350">
                    <a:extLst>
                      <a:ext uri="{FF2B5EF4-FFF2-40B4-BE49-F238E27FC236}">
                        <a16:creationId xmlns:a16="http://schemas.microsoft.com/office/drawing/2014/main" id="{A0BD9FC0-8682-4195-8AED-9CE34C6574F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2" name="直線コネクタ 122351">
                    <a:extLst>
                      <a:ext uri="{FF2B5EF4-FFF2-40B4-BE49-F238E27FC236}">
                        <a16:creationId xmlns:a16="http://schemas.microsoft.com/office/drawing/2014/main" id="{417A6076-06AE-4D21-8C0C-EF6CB57ACA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3" name="直線コネクタ 122352">
                    <a:extLst>
                      <a:ext uri="{FF2B5EF4-FFF2-40B4-BE49-F238E27FC236}">
                        <a16:creationId xmlns:a16="http://schemas.microsoft.com/office/drawing/2014/main" id="{AD02D875-F8F3-4FAC-B08D-6BEFA14D46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4" name="直線コネクタ 122353">
                    <a:extLst>
                      <a:ext uri="{FF2B5EF4-FFF2-40B4-BE49-F238E27FC236}">
                        <a16:creationId xmlns:a16="http://schemas.microsoft.com/office/drawing/2014/main" id="{E116A9BE-E730-413D-9C76-55D774243F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5" name="直線コネクタ 122354">
                    <a:extLst>
                      <a:ext uri="{FF2B5EF4-FFF2-40B4-BE49-F238E27FC236}">
                        <a16:creationId xmlns:a16="http://schemas.microsoft.com/office/drawing/2014/main" id="{62A715D3-93D8-4270-A7A8-FC057A0D30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6" name="直線コネクタ 122355">
                    <a:extLst>
                      <a:ext uri="{FF2B5EF4-FFF2-40B4-BE49-F238E27FC236}">
                        <a16:creationId xmlns:a16="http://schemas.microsoft.com/office/drawing/2014/main" id="{5CA74D27-5C4F-4982-9697-FEA868E976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7" name="直線コネクタ 122356">
                    <a:extLst>
                      <a:ext uri="{FF2B5EF4-FFF2-40B4-BE49-F238E27FC236}">
                        <a16:creationId xmlns:a16="http://schemas.microsoft.com/office/drawing/2014/main" id="{62556FB6-CAD7-4F2E-B943-EF4810420F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8" name="直線コネクタ 122357">
                    <a:extLst>
                      <a:ext uri="{FF2B5EF4-FFF2-40B4-BE49-F238E27FC236}">
                        <a16:creationId xmlns:a16="http://schemas.microsoft.com/office/drawing/2014/main" id="{21B0ED55-5BD3-4115-8C8D-E765136328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59" name="直線コネクタ 122358">
                    <a:extLst>
                      <a:ext uri="{FF2B5EF4-FFF2-40B4-BE49-F238E27FC236}">
                        <a16:creationId xmlns:a16="http://schemas.microsoft.com/office/drawing/2014/main" id="{9544A52A-28B4-45AF-9C13-A84953C9FF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0" name="直線コネクタ 122359">
                    <a:extLst>
                      <a:ext uri="{FF2B5EF4-FFF2-40B4-BE49-F238E27FC236}">
                        <a16:creationId xmlns:a16="http://schemas.microsoft.com/office/drawing/2014/main" id="{6AFBC960-E0CA-4D72-81B4-CC5BCE2D6B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1" name="直線コネクタ 122360">
                    <a:extLst>
                      <a:ext uri="{FF2B5EF4-FFF2-40B4-BE49-F238E27FC236}">
                        <a16:creationId xmlns:a16="http://schemas.microsoft.com/office/drawing/2014/main" id="{C9932AFB-90BC-45D0-8866-3491CB4B7F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2" name="直線コネクタ 122361">
                    <a:extLst>
                      <a:ext uri="{FF2B5EF4-FFF2-40B4-BE49-F238E27FC236}">
                        <a16:creationId xmlns:a16="http://schemas.microsoft.com/office/drawing/2014/main" id="{3DD33DBA-3AB7-4513-A753-E8C52BD523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3" name="直線コネクタ 122362">
                    <a:extLst>
                      <a:ext uri="{FF2B5EF4-FFF2-40B4-BE49-F238E27FC236}">
                        <a16:creationId xmlns:a16="http://schemas.microsoft.com/office/drawing/2014/main" id="{3D203CEF-9E66-4ED3-BB38-B451805095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4" name="直線コネクタ 122363">
                    <a:extLst>
                      <a:ext uri="{FF2B5EF4-FFF2-40B4-BE49-F238E27FC236}">
                        <a16:creationId xmlns:a16="http://schemas.microsoft.com/office/drawing/2014/main" id="{0115239B-CFA9-4F76-9FDB-98CCCB9C0C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5" name="直線コネクタ 122364">
                    <a:extLst>
                      <a:ext uri="{FF2B5EF4-FFF2-40B4-BE49-F238E27FC236}">
                        <a16:creationId xmlns:a16="http://schemas.microsoft.com/office/drawing/2014/main" id="{1D566CDD-4371-46C6-A796-423A086665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6" name="直線コネクタ 122365">
                    <a:extLst>
                      <a:ext uri="{FF2B5EF4-FFF2-40B4-BE49-F238E27FC236}">
                        <a16:creationId xmlns:a16="http://schemas.microsoft.com/office/drawing/2014/main" id="{8CF0F239-5F7A-4861-B44B-AA9B6560F4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7" name="直線コネクタ 122366">
                    <a:extLst>
                      <a:ext uri="{FF2B5EF4-FFF2-40B4-BE49-F238E27FC236}">
                        <a16:creationId xmlns:a16="http://schemas.microsoft.com/office/drawing/2014/main" id="{3B2FE508-3364-4CD2-9631-B613CEB206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8" name="直線コネクタ 122367">
                    <a:extLst>
                      <a:ext uri="{FF2B5EF4-FFF2-40B4-BE49-F238E27FC236}">
                        <a16:creationId xmlns:a16="http://schemas.microsoft.com/office/drawing/2014/main" id="{23641835-B145-448E-829D-28C75863FE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69" name="直線コネクタ 122368">
                    <a:extLst>
                      <a:ext uri="{FF2B5EF4-FFF2-40B4-BE49-F238E27FC236}">
                        <a16:creationId xmlns:a16="http://schemas.microsoft.com/office/drawing/2014/main" id="{DA0A30BE-0295-42CC-B91A-C727171767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0" name="直線コネクタ 122369">
                    <a:extLst>
                      <a:ext uri="{FF2B5EF4-FFF2-40B4-BE49-F238E27FC236}">
                        <a16:creationId xmlns:a16="http://schemas.microsoft.com/office/drawing/2014/main" id="{17783E46-80A1-4F6E-B063-661EBA9AEF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1" name="直線コネクタ 122370">
                    <a:extLst>
                      <a:ext uri="{FF2B5EF4-FFF2-40B4-BE49-F238E27FC236}">
                        <a16:creationId xmlns:a16="http://schemas.microsoft.com/office/drawing/2014/main" id="{741613BE-30AA-419C-A282-9FF88CC554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2" name="直線コネクタ 122371">
                    <a:extLst>
                      <a:ext uri="{FF2B5EF4-FFF2-40B4-BE49-F238E27FC236}">
                        <a16:creationId xmlns:a16="http://schemas.microsoft.com/office/drawing/2014/main" id="{E5F7A029-BA74-42AE-86C2-6BE1FB118D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3" name="直線コネクタ 122372">
                    <a:extLst>
                      <a:ext uri="{FF2B5EF4-FFF2-40B4-BE49-F238E27FC236}">
                        <a16:creationId xmlns:a16="http://schemas.microsoft.com/office/drawing/2014/main" id="{BADFD048-5C89-4552-8CBD-C362C75E9E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4" name="直線コネクタ 122373">
                    <a:extLst>
                      <a:ext uri="{FF2B5EF4-FFF2-40B4-BE49-F238E27FC236}">
                        <a16:creationId xmlns:a16="http://schemas.microsoft.com/office/drawing/2014/main" id="{579A2FB6-A8AF-4C01-90FF-396BD8764D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5" name="直線コネクタ 122374">
                    <a:extLst>
                      <a:ext uri="{FF2B5EF4-FFF2-40B4-BE49-F238E27FC236}">
                        <a16:creationId xmlns:a16="http://schemas.microsoft.com/office/drawing/2014/main" id="{2A05D3B5-C28D-492F-88BD-D7883108E1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6" name="直線コネクタ 122375">
                    <a:extLst>
                      <a:ext uri="{FF2B5EF4-FFF2-40B4-BE49-F238E27FC236}">
                        <a16:creationId xmlns:a16="http://schemas.microsoft.com/office/drawing/2014/main" id="{B6561DBE-52DD-4FAB-A243-0DC0892EB2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7" name="直線コネクタ 122376">
                    <a:extLst>
                      <a:ext uri="{FF2B5EF4-FFF2-40B4-BE49-F238E27FC236}">
                        <a16:creationId xmlns:a16="http://schemas.microsoft.com/office/drawing/2014/main" id="{6ECA0052-1EB9-428A-86A2-C167D072E6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8" name="直線コネクタ 122377">
                    <a:extLst>
                      <a:ext uri="{FF2B5EF4-FFF2-40B4-BE49-F238E27FC236}">
                        <a16:creationId xmlns:a16="http://schemas.microsoft.com/office/drawing/2014/main" id="{61879994-FDC7-47CF-8156-5BB1F432AA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79" name="直線コネクタ 122378">
                    <a:extLst>
                      <a:ext uri="{FF2B5EF4-FFF2-40B4-BE49-F238E27FC236}">
                        <a16:creationId xmlns:a16="http://schemas.microsoft.com/office/drawing/2014/main" id="{528B9C91-8C78-45FB-AA38-6F6E29E493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0" name="直線コネクタ 122379">
                    <a:extLst>
                      <a:ext uri="{FF2B5EF4-FFF2-40B4-BE49-F238E27FC236}">
                        <a16:creationId xmlns:a16="http://schemas.microsoft.com/office/drawing/2014/main" id="{B6074B42-0B21-4D83-8806-6AA8A4DAF5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1" name="直線コネクタ 122380">
                    <a:extLst>
                      <a:ext uri="{FF2B5EF4-FFF2-40B4-BE49-F238E27FC236}">
                        <a16:creationId xmlns:a16="http://schemas.microsoft.com/office/drawing/2014/main" id="{BE152AA3-5734-4A16-BB17-CEA1F84EC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2" name="直線コネクタ 122381">
                    <a:extLst>
                      <a:ext uri="{FF2B5EF4-FFF2-40B4-BE49-F238E27FC236}">
                        <a16:creationId xmlns:a16="http://schemas.microsoft.com/office/drawing/2014/main" id="{4CBE6AA4-CB6F-400F-9D34-C61D1EB392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3" name="直線コネクタ 122382">
                    <a:extLst>
                      <a:ext uri="{FF2B5EF4-FFF2-40B4-BE49-F238E27FC236}">
                        <a16:creationId xmlns:a16="http://schemas.microsoft.com/office/drawing/2014/main" id="{FE0FC3AA-7C9F-4267-BFA1-99DF1D55EA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4" name="直線コネクタ 122383">
                    <a:extLst>
                      <a:ext uri="{FF2B5EF4-FFF2-40B4-BE49-F238E27FC236}">
                        <a16:creationId xmlns:a16="http://schemas.microsoft.com/office/drawing/2014/main" id="{71B3D2F1-AFD1-4526-BC3C-4D7BFC5BC2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5" name="直線コネクタ 122384">
                    <a:extLst>
                      <a:ext uri="{FF2B5EF4-FFF2-40B4-BE49-F238E27FC236}">
                        <a16:creationId xmlns:a16="http://schemas.microsoft.com/office/drawing/2014/main" id="{880E1373-98C3-4523-B1E7-4BF996EA8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6" name="直線コネクタ 122385">
                    <a:extLst>
                      <a:ext uri="{FF2B5EF4-FFF2-40B4-BE49-F238E27FC236}">
                        <a16:creationId xmlns:a16="http://schemas.microsoft.com/office/drawing/2014/main" id="{67BFE6D9-7D0C-48DA-BF34-1C82A801B2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7" name="直線コネクタ 122386">
                    <a:extLst>
                      <a:ext uri="{FF2B5EF4-FFF2-40B4-BE49-F238E27FC236}">
                        <a16:creationId xmlns:a16="http://schemas.microsoft.com/office/drawing/2014/main" id="{C56C64D7-6C1D-4D3E-BFB7-C2AE776A56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8" name="直線コネクタ 122387">
                    <a:extLst>
                      <a:ext uri="{FF2B5EF4-FFF2-40B4-BE49-F238E27FC236}">
                        <a16:creationId xmlns:a16="http://schemas.microsoft.com/office/drawing/2014/main" id="{91053C93-429C-4BEA-BD50-D2F929DAC0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89" name="直線コネクタ 122388">
                    <a:extLst>
                      <a:ext uri="{FF2B5EF4-FFF2-40B4-BE49-F238E27FC236}">
                        <a16:creationId xmlns:a16="http://schemas.microsoft.com/office/drawing/2014/main" id="{207B2329-E4CF-46CE-8752-C762247E0E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0" name="直線コネクタ 122389">
                    <a:extLst>
                      <a:ext uri="{FF2B5EF4-FFF2-40B4-BE49-F238E27FC236}">
                        <a16:creationId xmlns:a16="http://schemas.microsoft.com/office/drawing/2014/main" id="{31102420-20B1-42BB-A8E4-31FBD8B5CD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1" name="直線コネクタ 122390">
                    <a:extLst>
                      <a:ext uri="{FF2B5EF4-FFF2-40B4-BE49-F238E27FC236}">
                        <a16:creationId xmlns:a16="http://schemas.microsoft.com/office/drawing/2014/main" id="{011CA3DC-4256-4D08-A346-93389B724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2" name="直線コネクタ 122391">
                    <a:extLst>
                      <a:ext uri="{FF2B5EF4-FFF2-40B4-BE49-F238E27FC236}">
                        <a16:creationId xmlns:a16="http://schemas.microsoft.com/office/drawing/2014/main" id="{C481A6AF-123B-4BA7-A8EA-2C14A59D31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3" name="直線コネクタ 122392">
                    <a:extLst>
                      <a:ext uri="{FF2B5EF4-FFF2-40B4-BE49-F238E27FC236}">
                        <a16:creationId xmlns:a16="http://schemas.microsoft.com/office/drawing/2014/main" id="{B1D10735-51AD-40A4-9784-8EA176D40E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4" name="直線コネクタ 122393">
                    <a:extLst>
                      <a:ext uri="{FF2B5EF4-FFF2-40B4-BE49-F238E27FC236}">
                        <a16:creationId xmlns:a16="http://schemas.microsoft.com/office/drawing/2014/main" id="{96C3B6FD-9D4E-4E03-B0DF-FE3840CC83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5" name="直線コネクタ 122394">
                    <a:extLst>
                      <a:ext uri="{FF2B5EF4-FFF2-40B4-BE49-F238E27FC236}">
                        <a16:creationId xmlns:a16="http://schemas.microsoft.com/office/drawing/2014/main" id="{D54FD11E-841B-4170-971C-85C02A0892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6" name="直線コネクタ 122395">
                    <a:extLst>
                      <a:ext uri="{FF2B5EF4-FFF2-40B4-BE49-F238E27FC236}">
                        <a16:creationId xmlns:a16="http://schemas.microsoft.com/office/drawing/2014/main" id="{4D2DF80E-AE8B-4E6C-A2E2-21526CE1A7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7" name="直線コネクタ 122396">
                    <a:extLst>
                      <a:ext uri="{FF2B5EF4-FFF2-40B4-BE49-F238E27FC236}">
                        <a16:creationId xmlns:a16="http://schemas.microsoft.com/office/drawing/2014/main" id="{0A4982E5-D18B-4211-B44C-E43FF10CF4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8" name="直線コネクタ 122397">
                    <a:extLst>
                      <a:ext uri="{FF2B5EF4-FFF2-40B4-BE49-F238E27FC236}">
                        <a16:creationId xmlns:a16="http://schemas.microsoft.com/office/drawing/2014/main" id="{5A3ED081-CC56-4822-AE61-25AC6EF35B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399" name="直線コネクタ 122398">
                    <a:extLst>
                      <a:ext uri="{FF2B5EF4-FFF2-40B4-BE49-F238E27FC236}">
                        <a16:creationId xmlns:a16="http://schemas.microsoft.com/office/drawing/2014/main" id="{43DCC489-AA0F-4489-B938-BD784ACEFA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0" name="直線コネクタ 122399">
                    <a:extLst>
                      <a:ext uri="{FF2B5EF4-FFF2-40B4-BE49-F238E27FC236}">
                        <a16:creationId xmlns:a16="http://schemas.microsoft.com/office/drawing/2014/main" id="{98B02A13-021D-41E2-93FA-B1162013FF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1" name="直線コネクタ 122400">
                    <a:extLst>
                      <a:ext uri="{FF2B5EF4-FFF2-40B4-BE49-F238E27FC236}">
                        <a16:creationId xmlns:a16="http://schemas.microsoft.com/office/drawing/2014/main" id="{F90B4B07-04D6-455F-A82C-54DC817FFE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2" name="直線コネクタ 122401">
                    <a:extLst>
                      <a:ext uri="{FF2B5EF4-FFF2-40B4-BE49-F238E27FC236}">
                        <a16:creationId xmlns:a16="http://schemas.microsoft.com/office/drawing/2014/main" id="{7FE69E4D-FD9D-42E6-A148-0101181207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3" name="直線コネクタ 122402">
                    <a:extLst>
                      <a:ext uri="{FF2B5EF4-FFF2-40B4-BE49-F238E27FC236}">
                        <a16:creationId xmlns:a16="http://schemas.microsoft.com/office/drawing/2014/main" id="{41CFA47B-C176-4DA7-A96F-6B519630AA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4" name="直線コネクタ 122403">
                    <a:extLst>
                      <a:ext uri="{FF2B5EF4-FFF2-40B4-BE49-F238E27FC236}">
                        <a16:creationId xmlns:a16="http://schemas.microsoft.com/office/drawing/2014/main" id="{8220E9A2-0689-4695-A884-22F9F08C74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5" name="直線コネクタ 122404">
                    <a:extLst>
                      <a:ext uri="{FF2B5EF4-FFF2-40B4-BE49-F238E27FC236}">
                        <a16:creationId xmlns:a16="http://schemas.microsoft.com/office/drawing/2014/main" id="{605F8981-6771-4C35-8CE2-C39D0C81F6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6" name="直線コネクタ 122405">
                    <a:extLst>
                      <a:ext uri="{FF2B5EF4-FFF2-40B4-BE49-F238E27FC236}">
                        <a16:creationId xmlns:a16="http://schemas.microsoft.com/office/drawing/2014/main" id="{B7F80402-51B6-42FC-A4DB-44D0D847C7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7" name="直線コネクタ 122406">
                    <a:extLst>
                      <a:ext uri="{FF2B5EF4-FFF2-40B4-BE49-F238E27FC236}">
                        <a16:creationId xmlns:a16="http://schemas.microsoft.com/office/drawing/2014/main" id="{5E5D97A1-314B-41B5-8DB3-BD579C547E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8" name="直線コネクタ 122407">
                    <a:extLst>
                      <a:ext uri="{FF2B5EF4-FFF2-40B4-BE49-F238E27FC236}">
                        <a16:creationId xmlns:a16="http://schemas.microsoft.com/office/drawing/2014/main" id="{18E5433D-2355-410B-82FB-99401A5432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09" name="直線コネクタ 122408">
                    <a:extLst>
                      <a:ext uri="{FF2B5EF4-FFF2-40B4-BE49-F238E27FC236}">
                        <a16:creationId xmlns:a16="http://schemas.microsoft.com/office/drawing/2014/main" id="{9D2933CB-0124-4649-A845-F6A52AB74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10" name="直線コネクタ 122409">
                    <a:extLst>
                      <a:ext uri="{FF2B5EF4-FFF2-40B4-BE49-F238E27FC236}">
                        <a16:creationId xmlns:a16="http://schemas.microsoft.com/office/drawing/2014/main" id="{575D1EF5-3F05-4565-9234-B236C4873B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11" name="直線コネクタ 122410">
                    <a:extLst>
                      <a:ext uri="{FF2B5EF4-FFF2-40B4-BE49-F238E27FC236}">
                        <a16:creationId xmlns:a16="http://schemas.microsoft.com/office/drawing/2014/main" id="{EE627756-4ED1-478B-AD92-2AC86DF02F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12" name="直線コネクタ 122411">
                    <a:extLst>
                      <a:ext uri="{FF2B5EF4-FFF2-40B4-BE49-F238E27FC236}">
                        <a16:creationId xmlns:a16="http://schemas.microsoft.com/office/drawing/2014/main" id="{EABECFDD-07E4-463C-8F7F-7446B32F3C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13" name="直線コネクタ 122412">
                    <a:extLst>
                      <a:ext uri="{FF2B5EF4-FFF2-40B4-BE49-F238E27FC236}">
                        <a16:creationId xmlns:a16="http://schemas.microsoft.com/office/drawing/2014/main" id="{CAD4630F-C0D0-4199-8DA9-1D78CD7F27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414" name="直線コネクタ 122413">
                    <a:extLst>
                      <a:ext uri="{FF2B5EF4-FFF2-40B4-BE49-F238E27FC236}">
                        <a16:creationId xmlns:a16="http://schemas.microsoft.com/office/drawing/2014/main" id="{3C06DF55-CB23-467C-950E-04E10874D5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2415" name="グループ化 122414">
                    <a:extLst>
                      <a:ext uri="{FF2B5EF4-FFF2-40B4-BE49-F238E27FC236}">
                        <a16:creationId xmlns:a16="http://schemas.microsoft.com/office/drawing/2014/main" id="{B2BF4E64-B374-41F0-B3BC-A2850A195626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591" name="直線コネクタ 122590">
                      <a:extLst>
                        <a:ext uri="{FF2B5EF4-FFF2-40B4-BE49-F238E27FC236}">
                          <a16:creationId xmlns:a16="http://schemas.microsoft.com/office/drawing/2014/main" id="{D978F280-E51F-4D83-9DA6-3F46DD1986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92" name="直線コネクタ 122591">
                      <a:extLst>
                        <a:ext uri="{FF2B5EF4-FFF2-40B4-BE49-F238E27FC236}">
                          <a16:creationId xmlns:a16="http://schemas.microsoft.com/office/drawing/2014/main" id="{CFF07209-C3AC-4A35-926D-3167A4CB09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93" name="直線コネクタ 122592">
                      <a:extLst>
                        <a:ext uri="{FF2B5EF4-FFF2-40B4-BE49-F238E27FC236}">
                          <a16:creationId xmlns:a16="http://schemas.microsoft.com/office/drawing/2014/main" id="{8617A878-B7A0-440D-AD8B-CAE1B28802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94" name="直線コネクタ 122593">
                      <a:extLst>
                        <a:ext uri="{FF2B5EF4-FFF2-40B4-BE49-F238E27FC236}">
                          <a16:creationId xmlns:a16="http://schemas.microsoft.com/office/drawing/2014/main" id="{6EFDFDDA-FCAC-488F-B342-82E4546EBA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95" name="直線コネクタ 122594">
                      <a:extLst>
                        <a:ext uri="{FF2B5EF4-FFF2-40B4-BE49-F238E27FC236}">
                          <a16:creationId xmlns:a16="http://schemas.microsoft.com/office/drawing/2014/main" id="{76FC307F-07E6-44AC-B3E3-09B02C1E7C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96" name="直線コネクタ 122595">
                      <a:extLst>
                        <a:ext uri="{FF2B5EF4-FFF2-40B4-BE49-F238E27FC236}">
                          <a16:creationId xmlns:a16="http://schemas.microsoft.com/office/drawing/2014/main" id="{9D0C35B0-0462-466D-8582-B1AC38A165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97" name="直線コネクタ 122596">
                      <a:extLst>
                        <a:ext uri="{FF2B5EF4-FFF2-40B4-BE49-F238E27FC236}">
                          <a16:creationId xmlns:a16="http://schemas.microsoft.com/office/drawing/2014/main" id="{EEA8EA91-AE9D-4B71-87CE-0DF7E1B0FC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98" name="直線コネクタ 122597">
                      <a:extLst>
                        <a:ext uri="{FF2B5EF4-FFF2-40B4-BE49-F238E27FC236}">
                          <a16:creationId xmlns:a16="http://schemas.microsoft.com/office/drawing/2014/main" id="{19E39DE6-8676-4777-AF9B-7A6F467C47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99" name="直線コネクタ 122598">
                      <a:extLst>
                        <a:ext uri="{FF2B5EF4-FFF2-40B4-BE49-F238E27FC236}">
                          <a16:creationId xmlns:a16="http://schemas.microsoft.com/office/drawing/2014/main" id="{09A923BC-9A13-447D-8ACD-F79C632FE1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0" name="直線コネクタ 122599">
                      <a:extLst>
                        <a:ext uri="{FF2B5EF4-FFF2-40B4-BE49-F238E27FC236}">
                          <a16:creationId xmlns:a16="http://schemas.microsoft.com/office/drawing/2014/main" id="{6FD955BB-ED7A-4A76-A9B0-8D78DB533D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1" name="直線コネクタ 122600">
                      <a:extLst>
                        <a:ext uri="{FF2B5EF4-FFF2-40B4-BE49-F238E27FC236}">
                          <a16:creationId xmlns:a16="http://schemas.microsoft.com/office/drawing/2014/main" id="{70A053ED-7B91-48E6-AE5E-C30092F58A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2" name="直線コネクタ 122601">
                      <a:extLst>
                        <a:ext uri="{FF2B5EF4-FFF2-40B4-BE49-F238E27FC236}">
                          <a16:creationId xmlns:a16="http://schemas.microsoft.com/office/drawing/2014/main" id="{0BDE8E04-B848-4CDA-85D5-9EA7684E6D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3" name="直線コネクタ 122602">
                      <a:extLst>
                        <a:ext uri="{FF2B5EF4-FFF2-40B4-BE49-F238E27FC236}">
                          <a16:creationId xmlns:a16="http://schemas.microsoft.com/office/drawing/2014/main" id="{80BB8CB6-0472-452C-9881-7E6F0B1FF4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4" name="直線コネクタ 122603">
                      <a:extLst>
                        <a:ext uri="{FF2B5EF4-FFF2-40B4-BE49-F238E27FC236}">
                          <a16:creationId xmlns:a16="http://schemas.microsoft.com/office/drawing/2014/main" id="{08DBA378-D8CB-450B-8FF0-26AE2DA051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5" name="直線コネクタ 122604">
                      <a:extLst>
                        <a:ext uri="{FF2B5EF4-FFF2-40B4-BE49-F238E27FC236}">
                          <a16:creationId xmlns:a16="http://schemas.microsoft.com/office/drawing/2014/main" id="{8F9C3F65-3486-4655-AA00-5E25C0A6EE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6" name="直線コネクタ 122605">
                      <a:extLst>
                        <a:ext uri="{FF2B5EF4-FFF2-40B4-BE49-F238E27FC236}">
                          <a16:creationId xmlns:a16="http://schemas.microsoft.com/office/drawing/2014/main" id="{64637924-0F74-4A6D-B777-EA332B6ED2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7" name="直線コネクタ 122606">
                      <a:extLst>
                        <a:ext uri="{FF2B5EF4-FFF2-40B4-BE49-F238E27FC236}">
                          <a16:creationId xmlns:a16="http://schemas.microsoft.com/office/drawing/2014/main" id="{46ED5BBA-8A99-47B0-A9FB-D08B839AA1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8" name="直線コネクタ 122607">
                      <a:extLst>
                        <a:ext uri="{FF2B5EF4-FFF2-40B4-BE49-F238E27FC236}">
                          <a16:creationId xmlns:a16="http://schemas.microsoft.com/office/drawing/2014/main" id="{5EA8B5D4-D7ED-4EB6-9D1E-DCA29D20F2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09" name="直線コネクタ 122608">
                      <a:extLst>
                        <a:ext uri="{FF2B5EF4-FFF2-40B4-BE49-F238E27FC236}">
                          <a16:creationId xmlns:a16="http://schemas.microsoft.com/office/drawing/2014/main" id="{5F93E389-5970-48E1-9508-5805076A15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0" name="直線コネクタ 122609">
                      <a:extLst>
                        <a:ext uri="{FF2B5EF4-FFF2-40B4-BE49-F238E27FC236}">
                          <a16:creationId xmlns:a16="http://schemas.microsoft.com/office/drawing/2014/main" id="{BBB11E41-4F81-4BC7-884B-D3582473BE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1" name="直線コネクタ 122610">
                      <a:extLst>
                        <a:ext uri="{FF2B5EF4-FFF2-40B4-BE49-F238E27FC236}">
                          <a16:creationId xmlns:a16="http://schemas.microsoft.com/office/drawing/2014/main" id="{C3EF536E-6362-46B2-B8DF-A2167B55D8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2" name="直線コネクタ 122611">
                      <a:extLst>
                        <a:ext uri="{FF2B5EF4-FFF2-40B4-BE49-F238E27FC236}">
                          <a16:creationId xmlns:a16="http://schemas.microsoft.com/office/drawing/2014/main" id="{F1A33A80-AC40-41AD-AC2F-2695EEDEE3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3" name="直線コネクタ 122612">
                      <a:extLst>
                        <a:ext uri="{FF2B5EF4-FFF2-40B4-BE49-F238E27FC236}">
                          <a16:creationId xmlns:a16="http://schemas.microsoft.com/office/drawing/2014/main" id="{4D7CE4B3-F0CE-4C45-822B-0742C69A69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4" name="直線コネクタ 122613">
                      <a:extLst>
                        <a:ext uri="{FF2B5EF4-FFF2-40B4-BE49-F238E27FC236}">
                          <a16:creationId xmlns:a16="http://schemas.microsoft.com/office/drawing/2014/main" id="{195BD399-6A9F-427D-ACE5-8111C31ACE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5" name="直線コネクタ 122614">
                      <a:extLst>
                        <a:ext uri="{FF2B5EF4-FFF2-40B4-BE49-F238E27FC236}">
                          <a16:creationId xmlns:a16="http://schemas.microsoft.com/office/drawing/2014/main" id="{E7BC2697-3529-44FA-B42B-301154B849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6" name="直線コネクタ 122615">
                      <a:extLst>
                        <a:ext uri="{FF2B5EF4-FFF2-40B4-BE49-F238E27FC236}">
                          <a16:creationId xmlns:a16="http://schemas.microsoft.com/office/drawing/2014/main" id="{22ADBEE3-A9F2-4477-8968-D1EDD889BF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7" name="直線コネクタ 122616">
                      <a:extLst>
                        <a:ext uri="{FF2B5EF4-FFF2-40B4-BE49-F238E27FC236}">
                          <a16:creationId xmlns:a16="http://schemas.microsoft.com/office/drawing/2014/main" id="{F6E94562-EA10-420A-A6FB-CDADBD2753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8" name="直線コネクタ 122617">
                      <a:extLst>
                        <a:ext uri="{FF2B5EF4-FFF2-40B4-BE49-F238E27FC236}">
                          <a16:creationId xmlns:a16="http://schemas.microsoft.com/office/drawing/2014/main" id="{4C400CDF-1134-414C-99A1-6AC439BDC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19" name="直線コネクタ 122618">
                      <a:extLst>
                        <a:ext uri="{FF2B5EF4-FFF2-40B4-BE49-F238E27FC236}">
                          <a16:creationId xmlns:a16="http://schemas.microsoft.com/office/drawing/2014/main" id="{7EAA6406-A3B7-482C-9F4A-BF24A198ED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0" name="直線コネクタ 122619">
                      <a:extLst>
                        <a:ext uri="{FF2B5EF4-FFF2-40B4-BE49-F238E27FC236}">
                          <a16:creationId xmlns:a16="http://schemas.microsoft.com/office/drawing/2014/main" id="{13CE1C06-B35A-45C0-A062-B4A23DE209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1" name="直線コネクタ 122620">
                      <a:extLst>
                        <a:ext uri="{FF2B5EF4-FFF2-40B4-BE49-F238E27FC236}">
                          <a16:creationId xmlns:a16="http://schemas.microsoft.com/office/drawing/2014/main" id="{4BF20A10-BA49-42E2-A076-BADE80F60B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2" name="直線コネクタ 122621">
                      <a:extLst>
                        <a:ext uri="{FF2B5EF4-FFF2-40B4-BE49-F238E27FC236}">
                          <a16:creationId xmlns:a16="http://schemas.microsoft.com/office/drawing/2014/main" id="{F6172ABC-9B4A-4CED-9929-B8542E6B66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3" name="直線コネクタ 122622">
                      <a:extLst>
                        <a:ext uri="{FF2B5EF4-FFF2-40B4-BE49-F238E27FC236}">
                          <a16:creationId xmlns:a16="http://schemas.microsoft.com/office/drawing/2014/main" id="{126B3300-EA50-4FE4-A53F-A67D637875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4" name="直線コネクタ 122623">
                      <a:extLst>
                        <a:ext uri="{FF2B5EF4-FFF2-40B4-BE49-F238E27FC236}">
                          <a16:creationId xmlns:a16="http://schemas.microsoft.com/office/drawing/2014/main" id="{4A36338C-5EC7-42AB-8518-FD7F5D7D13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5" name="直線コネクタ 122624">
                      <a:extLst>
                        <a:ext uri="{FF2B5EF4-FFF2-40B4-BE49-F238E27FC236}">
                          <a16:creationId xmlns:a16="http://schemas.microsoft.com/office/drawing/2014/main" id="{949AE7F4-EAED-4942-BB0F-F56DD7B1E5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6" name="直線コネクタ 122625">
                      <a:extLst>
                        <a:ext uri="{FF2B5EF4-FFF2-40B4-BE49-F238E27FC236}">
                          <a16:creationId xmlns:a16="http://schemas.microsoft.com/office/drawing/2014/main" id="{CA4E10A6-7D2D-4A6E-A831-0CCD29B955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7" name="直線コネクタ 122626">
                      <a:extLst>
                        <a:ext uri="{FF2B5EF4-FFF2-40B4-BE49-F238E27FC236}">
                          <a16:creationId xmlns:a16="http://schemas.microsoft.com/office/drawing/2014/main" id="{99F09D78-5612-4F43-95BB-6AF0BC42B8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8" name="直線コネクタ 122627">
                      <a:extLst>
                        <a:ext uri="{FF2B5EF4-FFF2-40B4-BE49-F238E27FC236}">
                          <a16:creationId xmlns:a16="http://schemas.microsoft.com/office/drawing/2014/main" id="{8FA0958F-70AC-4F50-99A7-F5228859E6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29" name="直線コネクタ 122628">
                      <a:extLst>
                        <a:ext uri="{FF2B5EF4-FFF2-40B4-BE49-F238E27FC236}">
                          <a16:creationId xmlns:a16="http://schemas.microsoft.com/office/drawing/2014/main" id="{14D4A605-4B03-4AE3-8301-03ABD602F7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30" name="直線コネクタ 122629">
                      <a:extLst>
                        <a:ext uri="{FF2B5EF4-FFF2-40B4-BE49-F238E27FC236}">
                          <a16:creationId xmlns:a16="http://schemas.microsoft.com/office/drawing/2014/main" id="{321355CE-8C82-427E-BD0C-A5DD80174C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31" name="直線コネクタ 122630">
                      <a:extLst>
                        <a:ext uri="{FF2B5EF4-FFF2-40B4-BE49-F238E27FC236}">
                          <a16:creationId xmlns:a16="http://schemas.microsoft.com/office/drawing/2014/main" id="{9500FA82-C8EF-4495-A70F-8AE1E20BF2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632" name="直線コネクタ 122631">
                      <a:extLst>
                        <a:ext uri="{FF2B5EF4-FFF2-40B4-BE49-F238E27FC236}">
                          <a16:creationId xmlns:a16="http://schemas.microsoft.com/office/drawing/2014/main" id="{1F06A9BB-39BF-4320-84D5-2671DA3EE2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416" name="グループ化 122415">
                    <a:extLst>
                      <a:ext uri="{FF2B5EF4-FFF2-40B4-BE49-F238E27FC236}">
                        <a16:creationId xmlns:a16="http://schemas.microsoft.com/office/drawing/2014/main" id="{9E4C4675-06AA-485A-A4F2-226B03EDF78E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2582" name="正方形/長方形 122581">
                      <a:extLst>
                        <a:ext uri="{FF2B5EF4-FFF2-40B4-BE49-F238E27FC236}">
                          <a16:creationId xmlns:a16="http://schemas.microsoft.com/office/drawing/2014/main" id="{DFE24588-B750-4CE0-B2D9-302D0C35BA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583" name="正方形/長方形 122582">
                      <a:extLst>
                        <a:ext uri="{FF2B5EF4-FFF2-40B4-BE49-F238E27FC236}">
                          <a16:creationId xmlns:a16="http://schemas.microsoft.com/office/drawing/2014/main" id="{4D274DCC-196E-4573-B5E6-FB2B9669F3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584" name="正方形/長方形 122583">
                      <a:extLst>
                        <a:ext uri="{FF2B5EF4-FFF2-40B4-BE49-F238E27FC236}">
                          <a16:creationId xmlns:a16="http://schemas.microsoft.com/office/drawing/2014/main" id="{64CDC33A-79A5-43A0-981F-F4B5BD3EB5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585" name="正方形/長方形 122584">
                      <a:extLst>
                        <a:ext uri="{FF2B5EF4-FFF2-40B4-BE49-F238E27FC236}">
                          <a16:creationId xmlns:a16="http://schemas.microsoft.com/office/drawing/2014/main" id="{2531F132-DCF6-4E5F-8A0E-57C6DC3E845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586" name="正方形/長方形 122585">
                      <a:extLst>
                        <a:ext uri="{FF2B5EF4-FFF2-40B4-BE49-F238E27FC236}">
                          <a16:creationId xmlns:a16="http://schemas.microsoft.com/office/drawing/2014/main" id="{0A831FC8-2411-46D8-B6BA-B9AF27005F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587" name="正方形/長方形 122586">
                      <a:extLst>
                        <a:ext uri="{FF2B5EF4-FFF2-40B4-BE49-F238E27FC236}">
                          <a16:creationId xmlns:a16="http://schemas.microsoft.com/office/drawing/2014/main" id="{513ACCD1-960C-41F6-9227-4649C1CCEE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588" name="正方形/長方形 122587">
                      <a:extLst>
                        <a:ext uri="{FF2B5EF4-FFF2-40B4-BE49-F238E27FC236}">
                          <a16:creationId xmlns:a16="http://schemas.microsoft.com/office/drawing/2014/main" id="{F76B6C55-847A-4588-B9B6-73E9AA8C20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589" name="正方形/長方形 122588">
                      <a:extLst>
                        <a:ext uri="{FF2B5EF4-FFF2-40B4-BE49-F238E27FC236}">
                          <a16:creationId xmlns:a16="http://schemas.microsoft.com/office/drawing/2014/main" id="{20D20A33-D337-4840-8259-119DD1C80E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590" name="正方形/長方形 122589">
                      <a:extLst>
                        <a:ext uri="{FF2B5EF4-FFF2-40B4-BE49-F238E27FC236}">
                          <a16:creationId xmlns:a16="http://schemas.microsoft.com/office/drawing/2014/main" id="{EDBA8533-30FD-4E6A-BEB4-E69A9480C0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2417" name="グループ化 122416">
                    <a:extLst>
                      <a:ext uri="{FF2B5EF4-FFF2-40B4-BE49-F238E27FC236}">
                        <a16:creationId xmlns:a16="http://schemas.microsoft.com/office/drawing/2014/main" id="{D7A411A2-11BB-4473-A8C3-B7B3DE5C613B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574" name="直線コネクタ 122573">
                      <a:extLst>
                        <a:ext uri="{FF2B5EF4-FFF2-40B4-BE49-F238E27FC236}">
                          <a16:creationId xmlns:a16="http://schemas.microsoft.com/office/drawing/2014/main" id="{9835B1DF-B50D-4453-AEA4-B088590328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5" name="直線コネクタ 122574">
                      <a:extLst>
                        <a:ext uri="{FF2B5EF4-FFF2-40B4-BE49-F238E27FC236}">
                          <a16:creationId xmlns:a16="http://schemas.microsoft.com/office/drawing/2014/main" id="{55425FC9-EBFD-421A-850E-30A793D5F8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6" name="直線コネクタ 122575">
                      <a:extLst>
                        <a:ext uri="{FF2B5EF4-FFF2-40B4-BE49-F238E27FC236}">
                          <a16:creationId xmlns:a16="http://schemas.microsoft.com/office/drawing/2014/main" id="{C09AC92F-6643-4F93-9737-5BD50DE770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7" name="直線コネクタ 122576">
                      <a:extLst>
                        <a:ext uri="{FF2B5EF4-FFF2-40B4-BE49-F238E27FC236}">
                          <a16:creationId xmlns:a16="http://schemas.microsoft.com/office/drawing/2014/main" id="{CD0C577F-F407-41B1-82D9-E670DBDBBD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8" name="直線コネクタ 122577">
                      <a:extLst>
                        <a:ext uri="{FF2B5EF4-FFF2-40B4-BE49-F238E27FC236}">
                          <a16:creationId xmlns:a16="http://schemas.microsoft.com/office/drawing/2014/main" id="{027E2549-D585-416B-8A69-255E317C8F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9" name="直線コネクタ 122578">
                      <a:extLst>
                        <a:ext uri="{FF2B5EF4-FFF2-40B4-BE49-F238E27FC236}">
                          <a16:creationId xmlns:a16="http://schemas.microsoft.com/office/drawing/2014/main" id="{C1290A6E-5C50-4183-BFF6-04C9F1CB1C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80" name="直線コネクタ 122579">
                      <a:extLst>
                        <a:ext uri="{FF2B5EF4-FFF2-40B4-BE49-F238E27FC236}">
                          <a16:creationId xmlns:a16="http://schemas.microsoft.com/office/drawing/2014/main" id="{3CA7FB62-45D2-4F80-B642-A0179B369B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81" name="直線コネクタ 122580">
                      <a:extLst>
                        <a:ext uri="{FF2B5EF4-FFF2-40B4-BE49-F238E27FC236}">
                          <a16:creationId xmlns:a16="http://schemas.microsoft.com/office/drawing/2014/main" id="{83A61495-AB2D-4061-9681-5BF7251043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418" name="グループ化 122417">
                    <a:extLst>
                      <a:ext uri="{FF2B5EF4-FFF2-40B4-BE49-F238E27FC236}">
                        <a16:creationId xmlns:a16="http://schemas.microsoft.com/office/drawing/2014/main" id="{CAF65926-658C-40AA-96CA-F1BAE22FE2E8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566" name="直線コネクタ 122565">
                      <a:extLst>
                        <a:ext uri="{FF2B5EF4-FFF2-40B4-BE49-F238E27FC236}">
                          <a16:creationId xmlns:a16="http://schemas.microsoft.com/office/drawing/2014/main" id="{12ABBD7A-D78A-4E3E-B270-591091F081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7" name="直線コネクタ 122566">
                      <a:extLst>
                        <a:ext uri="{FF2B5EF4-FFF2-40B4-BE49-F238E27FC236}">
                          <a16:creationId xmlns:a16="http://schemas.microsoft.com/office/drawing/2014/main" id="{05644493-831B-44F4-8D00-E44F9B060C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8" name="直線コネクタ 122567">
                      <a:extLst>
                        <a:ext uri="{FF2B5EF4-FFF2-40B4-BE49-F238E27FC236}">
                          <a16:creationId xmlns:a16="http://schemas.microsoft.com/office/drawing/2014/main" id="{B3BEDCC7-46FB-4E18-8302-F7D9EE3963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9" name="直線コネクタ 122568">
                      <a:extLst>
                        <a:ext uri="{FF2B5EF4-FFF2-40B4-BE49-F238E27FC236}">
                          <a16:creationId xmlns:a16="http://schemas.microsoft.com/office/drawing/2014/main" id="{C100E716-357E-4A8E-A0B2-6793DDAAF0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0" name="直線コネクタ 122569">
                      <a:extLst>
                        <a:ext uri="{FF2B5EF4-FFF2-40B4-BE49-F238E27FC236}">
                          <a16:creationId xmlns:a16="http://schemas.microsoft.com/office/drawing/2014/main" id="{63650D1E-2065-4182-AB93-7E8F4A0F23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1" name="直線コネクタ 122570">
                      <a:extLst>
                        <a:ext uri="{FF2B5EF4-FFF2-40B4-BE49-F238E27FC236}">
                          <a16:creationId xmlns:a16="http://schemas.microsoft.com/office/drawing/2014/main" id="{3F3643C8-2B3E-474B-82C3-026C6BB21B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2" name="直線コネクタ 122571">
                      <a:extLst>
                        <a:ext uri="{FF2B5EF4-FFF2-40B4-BE49-F238E27FC236}">
                          <a16:creationId xmlns:a16="http://schemas.microsoft.com/office/drawing/2014/main" id="{A1705013-F34F-4743-BB20-F45ED95429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73" name="直線コネクタ 122572">
                      <a:extLst>
                        <a:ext uri="{FF2B5EF4-FFF2-40B4-BE49-F238E27FC236}">
                          <a16:creationId xmlns:a16="http://schemas.microsoft.com/office/drawing/2014/main" id="{68D1F45B-59B9-4B8A-84D9-D4CE941CE1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419" name="グループ化 122418">
                    <a:extLst>
                      <a:ext uri="{FF2B5EF4-FFF2-40B4-BE49-F238E27FC236}">
                        <a16:creationId xmlns:a16="http://schemas.microsoft.com/office/drawing/2014/main" id="{C1F88761-EB00-42A0-B0E1-7C47A634BCEC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524" name="直線コネクタ 122523">
                      <a:extLst>
                        <a:ext uri="{FF2B5EF4-FFF2-40B4-BE49-F238E27FC236}">
                          <a16:creationId xmlns:a16="http://schemas.microsoft.com/office/drawing/2014/main" id="{67421E5B-85A0-4EF2-B8FD-A70B057DD8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5" name="直線コネクタ 122524">
                      <a:extLst>
                        <a:ext uri="{FF2B5EF4-FFF2-40B4-BE49-F238E27FC236}">
                          <a16:creationId xmlns:a16="http://schemas.microsoft.com/office/drawing/2014/main" id="{CEBB0F25-D8DA-4700-BFBA-0293BB665B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6" name="直線コネクタ 122525">
                      <a:extLst>
                        <a:ext uri="{FF2B5EF4-FFF2-40B4-BE49-F238E27FC236}">
                          <a16:creationId xmlns:a16="http://schemas.microsoft.com/office/drawing/2014/main" id="{14E5C555-B974-43C8-A2D7-CABDC6DE59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7" name="直線コネクタ 122526">
                      <a:extLst>
                        <a:ext uri="{FF2B5EF4-FFF2-40B4-BE49-F238E27FC236}">
                          <a16:creationId xmlns:a16="http://schemas.microsoft.com/office/drawing/2014/main" id="{61B4C442-6D0F-432F-8D56-9F6C549837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8" name="直線コネクタ 122527">
                      <a:extLst>
                        <a:ext uri="{FF2B5EF4-FFF2-40B4-BE49-F238E27FC236}">
                          <a16:creationId xmlns:a16="http://schemas.microsoft.com/office/drawing/2014/main" id="{57332C3D-4FC8-4F61-BF8F-ECAC28512B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9" name="直線コネクタ 122528">
                      <a:extLst>
                        <a:ext uri="{FF2B5EF4-FFF2-40B4-BE49-F238E27FC236}">
                          <a16:creationId xmlns:a16="http://schemas.microsoft.com/office/drawing/2014/main" id="{6B33C935-0D6A-4BD1-A101-49C7E00A24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0" name="直線コネクタ 122529">
                      <a:extLst>
                        <a:ext uri="{FF2B5EF4-FFF2-40B4-BE49-F238E27FC236}">
                          <a16:creationId xmlns:a16="http://schemas.microsoft.com/office/drawing/2014/main" id="{165EDA2F-6BA2-46B5-9CC0-6294E443D5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1" name="直線コネクタ 122530">
                      <a:extLst>
                        <a:ext uri="{FF2B5EF4-FFF2-40B4-BE49-F238E27FC236}">
                          <a16:creationId xmlns:a16="http://schemas.microsoft.com/office/drawing/2014/main" id="{1FA3F88A-FD56-470F-AC22-1FFD34A393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2" name="直線コネクタ 122531">
                      <a:extLst>
                        <a:ext uri="{FF2B5EF4-FFF2-40B4-BE49-F238E27FC236}">
                          <a16:creationId xmlns:a16="http://schemas.microsoft.com/office/drawing/2014/main" id="{ADBF88C1-9C06-4996-8899-8A9F04EE8A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3" name="直線コネクタ 122532">
                      <a:extLst>
                        <a:ext uri="{FF2B5EF4-FFF2-40B4-BE49-F238E27FC236}">
                          <a16:creationId xmlns:a16="http://schemas.microsoft.com/office/drawing/2014/main" id="{74110E59-520B-4290-B450-F2E492AA7E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4" name="直線コネクタ 122533">
                      <a:extLst>
                        <a:ext uri="{FF2B5EF4-FFF2-40B4-BE49-F238E27FC236}">
                          <a16:creationId xmlns:a16="http://schemas.microsoft.com/office/drawing/2014/main" id="{54F97F9D-4FA3-4945-82E1-6BB60B26D3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5" name="直線コネクタ 122534">
                      <a:extLst>
                        <a:ext uri="{FF2B5EF4-FFF2-40B4-BE49-F238E27FC236}">
                          <a16:creationId xmlns:a16="http://schemas.microsoft.com/office/drawing/2014/main" id="{32289A51-68F4-4C54-8B38-54C384D8CD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6" name="直線コネクタ 122535">
                      <a:extLst>
                        <a:ext uri="{FF2B5EF4-FFF2-40B4-BE49-F238E27FC236}">
                          <a16:creationId xmlns:a16="http://schemas.microsoft.com/office/drawing/2014/main" id="{38C77CD5-E5B2-4083-BB07-04470EFE46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7" name="直線コネクタ 122536">
                      <a:extLst>
                        <a:ext uri="{FF2B5EF4-FFF2-40B4-BE49-F238E27FC236}">
                          <a16:creationId xmlns:a16="http://schemas.microsoft.com/office/drawing/2014/main" id="{0C84BA5F-3D7F-4C2B-8F23-0211BCB0E1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8" name="直線コネクタ 122537">
                      <a:extLst>
                        <a:ext uri="{FF2B5EF4-FFF2-40B4-BE49-F238E27FC236}">
                          <a16:creationId xmlns:a16="http://schemas.microsoft.com/office/drawing/2014/main" id="{6E2E84F9-A192-46FF-940B-89ADE26877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39" name="直線コネクタ 122538">
                      <a:extLst>
                        <a:ext uri="{FF2B5EF4-FFF2-40B4-BE49-F238E27FC236}">
                          <a16:creationId xmlns:a16="http://schemas.microsoft.com/office/drawing/2014/main" id="{B22C771C-C02D-46E5-9B60-32F4141D85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0" name="直線コネクタ 122539">
                      <a:extLst>
                        <a:ext uri="{FF2B5EF4-FFF2-40B4-BE49-F238E27FC236}">
                          <a16:creationId xmlns:a16="http://schemas.microsoft.com/office/drawing/2014/main" id="{289E177F-971D-491D-91F4-F1D6FC7582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1" name="直線コネクタ 122540">
                      <a:extLst>
                        <a:ext uri="{FF2B5EF4-FFF2-40B4-BE49-F238E27FC236}">
                          <a16:creationId xmlns:a16="http://schemas.microsoft.com/office/drawing/2014/main" id="{D039A615-1C65-4848-94FE-964B6A7019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2" name="直線コネクタ 122541">
                      <a:extLst>
                        <a:ext uri="{FF2B5EF4-FFF2-40B4-BE49-F238E27FC236}">
                          <a16:creationId xmlns:a16="http://schemas.microsoft.com/office/drawing/2014/main" id="{6496A5A1-5AE5-4700-A902-17977B0AA1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3" name="直線コネクタ 122542">
                      <a:extLst>
                        <a:ext uri="{FF2B5EF4-FFF2-40B4-BE49-F238E27FC236}">
                          <a16:creationId xmlns:a16="http://schemas.microsoft.com/office/drawing/2014/main" id="{55F96291-0AC4-4BDA-936C-F93A9FF4B1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4" name="直線コネクタ 122543">
                      <a:extLst>
                        <a:ext uri="{FF2B5EF4-FFF2-40B4-BE49-F238E27FC236}">
                          <a16:creationId xmlns:a16="http://schemas.microsoft.com/office/drawing/2014/main" id="{17055E94-F938-43A0-BE41-AECFA29CD1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5" name="直線コネクタ 122544">
                      <a:extLst>
                        <a:ext uri="{FF2B5EF4-FFF2-40B4-BE49-F238E27FC236}">
                          <a16:creationId xmlns:a16="http://schemas.microsoft.com/office/drawing/2014/main" id="{362117CE-CF50-44D5-9A2E-FC22B0D3F5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6" name="直線コネクタ 122545">
                      <a:extLst>
                        <a:ext uri="{FF2B5EF4-FFF2-40B4-BE49-F238E27FC236}">
                          <a16:creationId xmlns:a16="http://schemas.microsoft.com/office/drawing/2014/main" id="{336F4FDE-1559-4E5E-8F10-FCFADBAF4C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7" name="直線コネクタ 122546">
                      <a:extLst>
                        <a:ext uri="{FF2B5EF4-FFF2-40B4-BE49-F238E27FC236}">
                          <a16:creationId xmlns:a16="http://schemas.microsoft.com/office/drawing/2014/main" id="{75DC2F05-BF58-46EB-AB83-6D48EF6BC0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8" name="直線コネクタ 122547">
                      <a:extLst>
                        <a:ext uri="{FF2B5EF4-FFF2-40B4-BE49-F238E27FC236}">
                          <a16:creationId xmlns:a16="http://schemas.microsoft.com/office/drawing/2014/main" id="{9CAE87C7-5E72-4D9E-B9A9-B71A247069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49" name="直線コネクタ 122548">
                      <a:extLst>
                        <a:ext uri="{FF2B5EF4-FFF2-40B4-BE49-F238E27FC236}">
                          <a16:creationId xmlns:a16="http://schemas.microsoft.com/office/drawing/2014/main" id="{0A2B26D5-759E-4DEC-9C52-3633157429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0" name="直線コネクタ 122549">
                      <a:extLst>
                        <a:ext uri="{FF2B5EF4-FFF2-40B4-BE49-F238E27FC236}">
                          <a16:creationId xmlns:a16="http://schemas.microsoft.com/office/drawing/2014/main" id="{C9AB074A-6E1A-4B1F-846E-61A5A186D7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1" name="直線コネクタ 122550">
                      <a:extLst>
                        <a:ext uri="{FF2B5EF4-FFF2-40B4-BE49-F238E27FC236}">
                          <a16:creationId xmlns:a16="http://schemas.microsoft.com/office/drawing/2014/main" id="{55127ACB-FD0D-4D0E-9977-A69E819244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2" name="直線コネクタ 122551">
                      <a:extLst>
                        <a:ext uri="{FF2B5EF4-FFF2-40B4-BE49-F238E27FC236}">
                          <a16:creationId xmlns:a16="http://schemas.microsoft.com/office/drawing/2014/main" id="{006458B5-60B4-4B1C-8ED4-983DA2EDBA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3" name="直線コネクタ 122552">
                      <a:extLst>
                        <a:ext uri="{FF2B5EF4-FFF2-40B4-BE49-F238E27FC236}">
                          <a16:creationId xmlns:a16="http://schemas.microsoft.com/office/drawing/2014/main" id="{A2A5FE8C-432A-41E5-AE57-ADFC84DAA8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4" name="直線コネクタ 122553">
                      <a:extLst>
                        <a:ext uri="{FF2B5EF4-FFF2-40B4-BE49-F238E27FC236}">
                          <a16:creationId xmlns:a16="http://schemas.microsoft.com/office/drawing/2014/main" id="{5C578347-7883-4040-9E67-9C30AE90AC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5" name="直線コネクタ 122554">
                      <a:extLst>
                        <a:ext uri="{FF2B5EF4-FFF2-40B4-BE49-F238E27FC236}">
                          <a16:creationId xmlns:a16="http://schemas.microsoft.com/office/drawing/2014/main" id="{38F77C92-53FC-4E2E-BE5D-978C9AEEB6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6" name="直線コネクタ 122555">
                      <a:extLst>
                        <a:ext uri="{FF2B5EF4-FFF2-40B4-BE49-F238E27FC236}">
                          <a16:creationId xmlns:a16="http://schemas.microsoft.com/office/drawing/2014/main" id="{DC93C04A-8765-489A-90A9-F8ED93C8C0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7" name="直線コネクタ 122556">
                      <a:extLst>
                        <a:ext uri="{FF2B5EF4-FFF2-40B4-BE49-F238E27FC236}">
                          <a16:creationId xmlns:a16="http://schemas.microsoft.com/office/drawing/2014/main" id="{B4D1DD5C-8957-4E33-9690-3858D98342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8" name="直線コネクタ 122557">
                      <a:extLst>
                        <a:ext uri="{FF2B5EF4-FFF2-40B4-BE49-F238E27FC236}">
                          <a16:creationId xmlns:a16="http://schemas.microsoft.com/office/drawing/2014/main" id="{94C88AEB-ECEF-43BC-A616-B1B4D2751B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59" name="直線コネクタ 122558">
                      <a:extLst>
                        <a:ext uri="{FF2B5EF4-FFF2-40B4-BE49-F238E27FC236}">
                          <a16:creationId xmlns:a16="http://schemas.microsoft.com/office/drawing/2014/main" id="{8F463A68-3824-4D1D-A141-903A5E4D86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0" name="直線コネクタ 122559">
                      <a:extLst>
                        <a:ext uri="{FF2B5EF4-FFF2-40B4-BE49-F238E27FC236}">
                          <a16:creationId xmlns:a16="http://schemas.microsoft.com/office/drawing/2014/main" id="{09480092-201D-45E9-8D35-D06F61A464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1" name="直線コネクタ 122560">
                      <a:extLst>
                        <a:ext uri="{FF2B5EF4-FFF2-40B4-BE49-F238E27FC236}">
                          <a16:creationId xmlns:a16="http://schemas.microsoft.com/office/drawing/2014/main" id="{8918B9B1-6F6B-41AB-9FE1-F1663F920C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2" name="直線コネクタ 122561">
                      <a:extLst>
                        <a:ext uri="{FF2B5EF4-FFF2-40B4-BE49-F238E27FC236}">
                          <a16:creationId xmlns:a16="http://schemas.microsoft.com/office/drawing/2014/main" id="{D17AC627-BD68-459B-BEE3-FB75E43C0A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3" name="直線コネクタ 122562">
                      <a:extLst>
                        <a:ext uri="{FF2B5EF4-FFF2-40B4-BE49-F238E27FC236}">
                          <a16:creationId xmlns:a16="http://schemas.microsoft.com/office/drawing/2014/main" id="{D7B8D07D-4032-488F-9998-43EFC5CF3D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4" name="直線コネクタ 122563">
                      <a:extLst>
                        <a:ext uri="{FF2B5EF4-FFF2-40B4-BE49-F238E27FC236}">
                          <a16:creationId xmlns:a16="http://schemas.microsoft.com/office/drawing/2014/main" id="{C5997BF2-F506-42AA-B25A-D2C2F51A30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65" name="直線コネクタ 122564">
                      <a:extLst>
                        <a:ext uri="{FF2B5EF4-FFF2-40B4-BE49-F238E27FC236}">
                          <a16:creationId xmlns:a16="http://schemas.microsoft.com/office/drawing/2014/main" id="{8E92EEF3-3A24-4DB4-898C-6C051F31E9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420" name="グループ化 122419">
                    <a:extLst>
                      <a:ext uri="{FF2B5EF4-FFF2-40B4-BE49-F238E27FC236}">
                        <a16:creationId xmlns:a16="http://schemas.microsoft.com/office/drawing/2014/main" id="{0C523B98-0012-468D-BB0D-3CD4F32D8B8F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482" name="直線コネクタ 122481">
                      <a:extLst>
                        <a:ext uri="{FF2B5EF4-FFF2-40B4-BE49-F238E27FC236}">
                          <a16:creationId xmlns:a16="http://schemas.microsoft.com/office/drawing/2014/main" id="{B3BF3F0F-EEF4-46FA-BC13-2CC4AA7FE7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3" name="直線コネクタ 122482">
                      <a:extLst>
                        <a:ext uri="{FF2B5EF4-FFF2-40B4-BE49-F238E27FC236}">
                          <a16:creationId xmlns:a16="http://schemas.microsoft.com/office/drawing/2014/main" id="{2686E720-2DAE-4401-9D6E-68426E1DDA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4" name="直線コネクタ 122483">
                      <a:extLst>
                        <a:ext uri="{FF2B5EF4-FFF2-40B4-BE49-F238E27FC236}">
                          <a16:creationId xmlns:a16="http://schemas.microsoft.com/office/drawing/2014/main" id="{8F076254-0A06-4CA6-8EF8-6043FFAB71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5" name="直線コネクタ 122484">
                      <a:extLst>
                        <a:ext uri="{FF2B5EF4-FFF2-40B4-BE49-F238E27FC236}">
                          <a16:creationId xmlns:a16="http://schemas.microsoft.com/office/drawing/2014/main" id="{620C23E8-9CE2-4A2E-BE77-D70AEF20F3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6" name="直線コネクタ 122485">
                      <a:extLst>
                        <a:ext uri="{FF2B5EF4-FFF2-40B4-BE49-F238E27FC236}">
                          <a16:creationId xmlns:a16="http://schemas.microsoft.com/office/drawing/2014/main" id="{3DDC4462-CAA0-4AD7-9A1D-1FDB29723F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7" name="直線コネクタ 122486">
                      <a:extLst>
                        <a:ext uri="{FF2B5EF4-FFF2-40B4-BE49-F238E27FC236}">
                          <a16:creationId xmlns:a16="http://schemas.microsoft.com/office/drawing/2014/main" id="{00759771-1418-4565-8FAD-524C999BD2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8" name="直線コネクタ 122487">
                      <a:extLst>
                        <a:ext uri="{FF2B5EF4-FFF2-40B4-BE49-F238E27FC236}">
                          <a16:creationId xmlns:a16="http://schemas.microsoft.com/office/drawing/2014/main" id="{76D5107F-1DEB-4B98-A401-F39A47AE5D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9" name="直線コネクタ 122488">
                      <a:extLst>
                        <a:ext uri="{FF2B5EF4-FFF2-40B4-BE49-F238E27FC236}">
                          <a16:creationId xmlns:a16="http://schemas.microsoft.com/office/drawing/2014/main" id="{3CAC6D78-CB90-4533-A913-3478FEC867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0" name="直線コネクタ 122489">
                      <a:extLst>
                        <a:ext uri="{FF2B5EF4-FFF2-40B4-BE49-F238E27FC236}">
                          <a16:creationId xmlns:a16="http://schemas.microsoft.com/office/drawing/2014/main" id="{0E0C0CC8-6D28-423E-B499-D7B1D09F9E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1" name="直線コネクタ 122490">
                      <a:extLst>
                        <a:ext uri="{FF2B5EF4-FFF2-40B4-BE49-F238E27FC236}">
                          <a16:creationId xmlns:a16="http://schemas.microsoft.com/office/drawing/2014/main" id="{8942C1F8-FBCB-4359-B252-D561363156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2" name="直線コネクタ 122491">
                      <a:extLst>
                        <a:ext uri="{FF2B5EF4-FFF2-40B4-BE49-F238E27FC236}">
                          <a16:creationId xmlns:a16="http://schemas.microsoft.com/office/drawing/2014/main" id="{AD5FC552-EC59-468C-A947-1EB0DF45E0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3" name="直線コネクタ 122492">
                      <a:extLst>
                        <a:ext uri="{FF2B5EF4-FFF2-40B4-BE49-F238E27FC236}">
                          <a16:creationId xmlns:a16="http://schemas.microsoft.com/office/drawing/2014/main" id="{CBD9EFC2-0353-40A6-9E08-82AA3CB1F9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4" name="直線コネクタ 122493">
                      <a:extLst>
                        <a:ext uri="{FF2B5EF4-FFF2-40B4-BE49-F238E27FC236}">
                          <a16:creationId xmlns:a16="http://schemas.microsoft.com/office/drawing/2014/main" id="{25F8E569-3295-492A-B128-00CEEBACEC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5" name="直線コネクタ 122494">
                      <a:extLst>
                        <a:ext uri="{FF2B5EF4-FFF2-40B4-BE49-F238E27FC236}">
                          <a16:creationId xmlns:a16="http://schemas.microsoft.com/office/drawing/2014/main" id="{1B679DAC-71DB-4E7E-816B-95B7FC07F3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6" name="直線コネクタ 122495">
                      <a:extLst>
                        <a:ext uri="{FF2B5EF4-FFF2-40B4-BE49-F238E27FC236}">
                          <a16:creationId xmlns:a16="http://schemas.microsoft.com/office/drawing/2014/main" id="{0EC90FBA-DD88-48C8-ABFD-EE4828BF09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7" name="直線コネクタ 122496">
                      <a:extLst>
                        <a:ext uri="{FF2B5EF4-FFF2-40B4-BE49-F238E27FC236}">
                          <a16:creationId xmlns:a16="http://schemas.microsoft.com/office/drawing/2014/main" id="{FF74A079-95EE-48C9-AF3E-7FC96084B6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8" name="直線コネクタ 122497">
                      <a:extLst>
                        <a:ext uri="{FF2B5EF4-FFF2-40B4-BE49-F238E27FC236}">
                          <a16:creationId xmlns:a16="http://schemas.microsoft.com/office/drawing/2014/main" id="{37072DA7-771B-4691-B608-E96D45087A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99" name="直線コネクタ 122498">
                      <a:extLst>
                        <a:ext uri="{FF2B5EF4-FFF2-40B4-BE49-F238E27FC236}">
                          <a16:creationId xmlns:a16="http://schemas.microsoft.com/office/drawing/2014/main" id="{5A4AEB34-3C35-4242-93F9-49CCC8C0FF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0" name="直線コネクタ 122499">
                      <a:extLst>
                        <a:ext uri="{FF2B5EF4-FFF2-40B4-BE49-F238E27FC236}">
                          <a16:creationId xmlns:a16="http://schemas.microsoft.com/office/drawing/2014/main" id="{2C532D8E-A385-47EC-A19E-42643DF51E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1" name="直線コネクタ 122500">
                      <a:extLst>
                        <a:ext uri="{FF2B5EF4-FFF2-40B4-BE49-F238E27FC236}">
                          <a16:creationId xmlns:a16="http://schemas.microsoft.com/office/drawing/2014/main" id="{D7E04CB1-D94D-4C8E-9E73-BB86AE8CAB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2" name="直線コネクタ 122501">
                      <a:extLst>
                        <a:ext uri="{FF2B5EF4-FFF2-40B4-BE49-F238E27FC236}">
                          <a16:creationId xmlns:a16="http://schemas.microsoft.com/office/drawing/2014/main" id="{47C0E098-ABF2-4977-A7B3-2056FD65B4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3" name="直線コネクタ 122502">
                      <a:extLst>
                        <a:ext uri="{FF2B5EF4-FFF2-40B4-BE49-F238E27FC236}">
                          <a16:creationId xmlns:a16="http://schemas.microsoft.com/office/drawing/2014/main" id="{C2F21411-86A9-4ACC-B4F6-8D5B9C7032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4" name="直線コネクタ 122503">
                      <a:extLst>
                        <a:ext uri="{FF2B5EF4-FFF2-40B4-BE49-F238E27FC236}">
                          <a16:creationId xmlns:a16="http://schemas.microsoft.com/office/drawing/2014/main" id="{2134A92F-45D3-4794-8E21-01DC5AF539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5" name="直線コネクタ 122504">
                      <a:extLst>
                        <a:ext uri="{FF2B5EF4-FFF2-40B4-BE49-F238E27FC236}">
                          <a16:creationId xmlns:a16="http://schemas.microsoft.com/office/drawing/2014/main" id="{E854A62D-5198-4F74-8F51-C6D96669F1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6" name="直線コネクタ 122505">
                      <a:extLst>
                        <a:ext uri="{FF2B5EF4-FFF2-40B4-BE49-F238E27FC236}">
                          <a16:creationId xmlns:a16="http://schemas.microsoft.com/office/drawing/2014/main" id="{35918435-5450-4063-A086-D8EE254AE3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7" name="直線コネクタ 122506">
                      <a:extLst>
                        <a:ext uri="{FF2B5EF4-FFF2-40B4-BE49-F238E27FC236}">
                          <a16:creationId xmlns:a16="http://schemas.microsoft.com/office/drawing/2014/main" id="{AF724854-77C8-4E23-AF6B-00AAFB349C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8" name="直線コネクタ 122507">
                      <a:extLst>
                        <a:ext uri="{FF2B5EF4-FFF2-40B4-BE49-F238E27FC236}">
                          <a16:creationId xmlns:a16="http://schemas.microsoft.com/office/drawing/2014/main" id="{CAE5D30E-BFAF-4FDA-B7BD-57BB918755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09" name="直線コネクタ 122508">
                      <a:extLst>
                        <a:ext uri="{FF2B5EF4-FFF2-40B4-BE49-F238E27FC236}">
                          <a16:creationId xmlns:a16="http://schemas.microsoft.com/office/drawing/2014/main" id="{F658C2E2-E200-4C9D-B775-0CAFCAF3EB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0" name="直線コネクタ 122509">
                      <a:extLst>
                        <a:ext uri="{FF2B5EF4-FFF2-40B4-BE49-F238E27FC236}">
                          <a16:creationId xmlns:a16="http://schemas.microsoft.com/office/drawing/2014/main" id="{246D8008-12B4-4CDE-9975-CA2A2F6D7F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1" name="直線コネクタ 122510">
                      <a:extLst>
                        <a:ext uri="{FF2B5EF4-FFF2-40B4-BE49-F238E27FC236}">
                          <a16:creationId xmlns:a16="http://schemas.microsoft.com/office/drawing/2014/main" id="{396DDBB6-7B64-4CFB-8679-FF875489B0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2" name="直線コネクタ 122511">
                      <a:extLst>
                        <a:ext uri="{FF2B5EF4-FFF2-40B4-BE49-F238E27FC236}">
                          <a16:creationId xmlns:a16="http://schemas.microsoft.com/office/drawing/2014/main" id="{E25F6AB4-C39B-4FF9-8227-75FC7B8D63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3" name="直線コネクタ 122512">
                      <a:extLst>
                        <a:ext uri="{FF2B5EF4-FFF2-40B4-BE49-F238E27FC236}">
                          <a16:creationId xmlns:a16="http://schemas.microsoft.com/office/drawing/2014/main" id="{43E07145-AE95-4539-9AD4-CCDFDF2EF1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4" name="直線コネクタ 122513">
                      <a:extLst>
                        <a:ext uri="{FF2B5EF4-FFF2-40B4-BE49-F238E27FC236}">
                          <a16:creationId xmlns:a16="http://schemas.microsoft.com/office/drawing/2014/main" id="{504D7DBE-4FA7-492F-A8C7-58F54FC91D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5" name="直線コネクタ 122514">
                      <a:extLst>
                        <a:ext uri="{FF2B5EF4-FFF2-40B4-BE49-F238E27FC236}">
                          <a16:creationId xmlns:a16="http://schemas.microsoft.com/office/drawing/2014/main" id="{CDAF33CB-644D-4C53-BD10-2C7BE55941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6" name="直線コネクタ 122515">
                      <a:extLst>
                        <a:ext uri="{FF2B5EF4-FFF2-40B4-BE49-F238E27FC236}">
                          <a16:creationId xmlns:a16="http://schemas.microsoft.com/office/drawing/2014/main" id="{0F4A4CF0-AB81-4187-92BE-A6C14FB75D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7" name="直線コネクタ 122516">
                      <a:extLst>
                        <a:ext uri="{FF2B5EF4-FFF2-40B4-BE49-F238E27FC236}">
                          <a16:creationId xmlns:a16="http://schemas.microsoft.com/office/drawing/2014/main" id="{2B8F2BE8-611A-4699-ABBB-611051E927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8" name="直線コネクタ 122517">
                      <a:extLst>
                        <a:ext uri="{FF2B5EF4-FFF2-40B4-BE49-F238E27FC236}">
                          <a16:creationId xmlns:a16="http://schemas.microsoft.com/office/drawing/2014/main" id="{67931E16-CDB6-41D4-B215-E4D9A5144A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19" name="直線コネクタ 122518">
                      <a:extLst>
                        <a:ext uri="{FF2B5EF4-FFF2-40B4-BE49-F238E27FC236}">
                          <a16:creationId xmlns:a16="http://schemas.microsoft.com/office/drawing/2014/main" id="{4726D9C7-CEFF-4DB2-91A2-7E49B32EC7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0" name="直線コネクタ 122519">
                      <a:extLst>
                        <a:ext uri="{FF2B5EF4-FFF2-40B4-BE49-F238E27FC236}">
                          <a16:creationId xmlns:a16="http://schemas.microsoft.com/office/drawing/2014/main" id="{8760F677-B408-43C0-B073-0BDC5C9ADD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1" name="直線コネクタ 122520">
                      <a:extLst>
                        <a:ext uri="{FF2B5EF4-FFF2-40B4-BE49-F238E27FC236}">
                          <a16:creationId xmlns:a16="http://schemas.microsoft.com/office/drawing/2014/main" id="{AF2A66C2-22EC-4B33-A49A-3BC544D4B4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2" name="直線コネクタ 122521">
                      <a:extLst>
                        <a:ext uri="{FF2B5EF4-FFF2-40B4-BE49-F238E27FC236}">
                          <a16:creationId xmlns:a16="http://schemas.microsoft.com/office/drawing/2014/main" id="{078C5FF4-07DB-4FA2-A206-FED504D754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523" name="直線コネクタ 122522">
                      <a:extLst>
                        <a:ext uri="{FF2B5EF4-FFF2-40B4-BE49-F238E27FC236}">
                          <a16:creationId xmlns:a16="http://schemas.microsoft.com/office/drawing/2014/main" id="{73BCD7EA-F1EF-4FA4-9560-9AF60ADBAD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421" name="グループ化 122420">
                    <a:extLst>
                      <a:ext uri="{FF2B5EF4-FFF2-40B4-BE49-F238E27FC236}">
                        <a16:creationId xmlns:a16="http://schemas.microsoft.com/office/drawing/2014/main" id="{681086E9-C52F-4629-88B8-C8348B2D80C7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474" name="直線コネクタ 122473">
                      <a:extLst>
                        <a:ext uri="{FF2B5EF4-FFF2-40B4-BE49-F238E27FC236}">
                          <a16:creationId xmlns:a16="http://schemas.microsoft.com/office/drawing/2014/main" id="{DA4730D3-B0DA-4A50-AD61-A5CCFF3F7B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5" name="直線コネクタ 122474">
                      <a:extLst>
                        <a:ext uri="{FF2B5EF4-FFF2-40B4-BE49-F238E27FC236}">
                          <a16:creationId xmlns:a16="http://schemas.microsoft.com/office/drawing/2014/main" id="{5A6A01A9-D56C-41C7-A902-590C4CA168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6" name="直線コネクタ 122475">
                      <a:extLst>
                        <a:ext uri="{FF2B5EF4-FFF2-40B4-BE49-F238E27FC236}">
                          <a16:creationId xmlns:a16="http://schemas.microsoft.com/office/drawing/2014/main" id="{1C547540-E6B4-4773-888D-75ABA5284D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7" name="直線コネクタ 122476">
                      <a:extLst>
                        <a:ext uri="{FF2B5EF4-FFF2-40B4-BE49-F238E27FC236}">
                          <a16:creationId xmlns:a16="http://schemas.microsoft.com/office/drawing/2014/main" id="{C6201587-6739-4BB2-96C7-DA72E44F56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8" name="直線コネクタ 122477">
                      <a:extLst>
                        <a:ext uri="{FF2B5EF4-FFF2-40B4-BE49-F238E27FC236}">
                          <a16:creationId xmlns:a16="http://schemas.microsoft.com/office/drawing/2014/main" id="{5BFF06A0-9C3A-4A04-AF16-45482FA01D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9" name="直線コネクタ 122478">
                      <a:extLst>
                        <a:ext uri="{FF2B5EF4-FFF2-40B4-BE49-F238E27FC236}">
                          <a16:creationId xmlns:a16="http://schemas.microsoft.com/office/drawing/2014/main" id="{16B69A0C-BCDA-459A-9BCF-D4AA6609E1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0" name="直線コネクタ 122479">
                      <a:extLst>
                        <a:ext uri="{FF2B5EF4-FFF2-40B4-BE49-F238E27FC236}">
                          <a16:creationId xmlns:a16="http://schemas.microsoft.com/office/drawing/2014/main" id="{0B324D12-3725-4D96-B72A-522A7260ED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81" name="直線コネクタ 122480">
                      <a:extLst>
                        <a:ext uri="{FF2B5EF4-FFF2-40B4-BE49-F238E27FC236}">
                          <a16:creationId xmlns:a16="http://schemas.microsoft.com/office/drawing/2014/main" id="{D8E5FB17-FE3C-4C49-8A85-43A54C15F8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422" name="グループ化 122421">
                    <a:extLst>
                      <a:ext uri="{FF2B5EF4-FFF2-40B4-BE49-F238E27FC236}">
                        <a16:creationId xmlns:a16="http://schemas.microsoft.com/office/drawing/2014/main" id="{DD3C62F1-8A8A-4F0D-B918-280F9A831CCF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466" name="直線コネクタ 122465">
                      <a:extLst>
                        <a:ext uri="{FF2B5EF4-FFF2-40B4-BE49-F238E27FC236}">
                          <a16:creationId xmlns:a16="http://schemas.microsoft.com/office/drawing/2014/main" id="{5AFA3FE8-58BA-493E-8A5B-B3E477D5D7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7" name="直線コネクタ 122466">
                      <a:extLst>
                        <a:ext uri="{FF2B5EF4-FFF2-40B4-BE49-F238E27FC236}">
                          <a16:creationId xmlns:a16="http://schemas.microsoft.com/office/drawing/2014/main" id="{791886B2-757B-4800-B2B9-7EB61EF02C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8" name="直線コネクタ 122467">
                      <a:extLst>
                        <a:ext uri="{FF2B5EF4-FFF2-40B4-BE49-F238E27FC236}">
                          <a16:creationId xmlns:a16="http://schemas.microsoft.com/office/drawing/2014/main" id="{6BBB5E95-A5D8-43B3-AAD9-D3CF553302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9" name="直線コネクタ 122468">
                      <a:extLst>
                        <a:ext uri="{FF2B5EF4-FFF2-40B4-BE49-F238E27FC236}">
                          <a16:creationId xmlns:a16="http://schemas.microsoft.com/office/drawing/2014/main" id="{EEE5BDBD-FBF0-44B0-B6CA-71F94BF23E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0" name="直線コネクタ 122469">
                      <a:extLst>
                        <a:ext uri="{FF2B5EF4-FFF2-40B4-BE49-F238E27FC236}">
                          <a16:creationId xmlns:a16="http://schemas.microsoft.com/office/drawing/2014/main" id="{ACCCF23D-A531-488C-909F-E131FECBBF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1" name="直線コネクタ 122470">
                      <a:extLst>
                        <a:ext uri="{FF2B5EF4-FFF2-40B4-BE49-F238E27FC236}">
                          <a16:creationId xmlns:a16="http://schemas.microsoft.com/office/drawing/2014/main" id="{8D4ED0CD-C8A1-41E5-8F06-1C83CB6F16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2" name="直線コネクタ 122471">
                      <a:extLst>
                        <a:ext uri="{FF2B5EF4-FFF2-40B4-BE49-F238E27FC236}">
                          <a16:creationId xmlns:a16="http://schemas.microsoft.com/office/drawing/2014/main" id="{FFFE8E66-853C-47C7-9872-043D5D9242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73" name="直線コネクタ 122472">
                      <a:extLst>
                        <a:ext uri="{FF2B5EF4-FFF2-40B4-BE49-F238E27FC236}">
                          <a16:creationId xmlns:a16="http://schemas.microsoft.com/office/drawing/2014/main" id="{1469803C-275F-42A5-A488-E77FCF56C8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423" name="グループ化 122422">
                    <a:extLst>
                      <a:ext uri="{FF2B5EF4-FFF2-40B4-BE49-F238E27FC236}">
                        <a16:creationId xmlns:a16="http://schemas.microsoft.com/office/drawing/2014/main" id="{2D4F47B4-0504-4766-BFA0-9FEC0A8178F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424" name="直線コネクタ 122423">
                      <a:extLst>
                        <a:ext uri="{FF2B5EF4-FFF2-40B4-BE49-F238E27FC236}">
                          <a16:creationId xmlns:a16="http://schemas.microsoft.com/office/drawing/2014/main" id="{AC90EB37-09B1-442B-990D-93E08BEA5A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25" name="直線コネクタ 122424">
                      <a:extLst>
                        <a:ext uri="{FF2B5EF4-FFF2-40B4-BE49-F238E27FC236}">
                          <a16:creationId xmlns:a16="http://schemas.microsoft.com/office/drawing/2014/main" id="{5BCA0B60-4520-42F3-8D16-95D91024D4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26" name="直線コネクタ 122425">
                      <a:extLst>
                        <a:ext uri="{FF2B5EF4-FFF2-40B4-BE49-F238E27FC236}">
                          <a16:creationId xmlns:a16="http://schemas.microsoft.com/office/drawing/2014/main" id="{5C79DBEE-345B-4AB8-A1E5-3C43A5FB80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27" name="直線コネクタ 122426">
                      <a:extLst>
                        <a:ext uri="{FF2B5EF4-FFF2-40B4-BE49-F238E27FC236}">
                          <a16:creationId xmlns:a16="http://schemas.microsoft.com/office/drawing/2014/main" id="{F2C2ECCB-188F-4630-B786-21DBABB967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28" name="直線コネクタ 122427">
                      <a:extLst>
                        <a:ext uri="{FF2B5EF4-FFF2-40B4-BE49-F238E27FC236}">
                          <a16:creationId xmlns:a16="http://schemas.microsoft.com/office/drawing/2014/main" id="{EFF14830-F4B0-4DA9-830C-95DA3D9B0A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29" name="直線コネクタ 122428">
                      <a:extLst>
                        <a:ext uri="{FF2B5EF4-FFF2-40B4-BE49-F238E27FC236}">
                          <a16:creationId xmlns:a16="http://schemas.microsoft.com/office/drawing/2014/main" id="{AF82FDAD-ACD1-45DE-817D-C04B64652E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0" name="直線コネクタ 122429">
                      <a:extLst>
                        <a:ext uri="{FF2B5EF4-FFF2-40B4-BE49-F238E27FC236}">
                          <a16:creationId xmlns:a16="http://schemas.microsoft.com/office/drawing/2014/main" id="{7C3D80E2-95A9-44B1-BF4C-76C6FCCE49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1" name="直線コネクタ 122430">
                      <a:extLst>
                        <a:ext uri="{FF2B5EF4-FFF2-40B4-BE49-F238E27FC236}">
                          <a16:creationId xmlns:a16="http://schemas.microsoft.com/office/drawing/2014/main" id="{4DD6AE18-6FA7-4E6C-826D-98A31DD564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2" name="直線コネクタ 122431">
                      <a:extLst>
                        <a:ext uri="{FF2B5EF4-FFF2-40B4-BE49-F238E27FC236}">
                          <a16:creationId xmlns:a16="http://schemas.microsoft.com/office/drawing/2014/main" id="{70CF9F52-DBA5-42C7-91D9-21BDFF28AD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3" name="直線コネクタ 122432">
                      <a:extLst>
                        <a:ext uri="{FF2B5EF4-FFF2-40B4-BE49-F238E27FC236}">
                          <a16:creationId xmlns:a16="http://schemas.microsoft.com/office/drawing/2014/main" id="{F2AEF7B2-D9C3-4593-8EEF-6AC9FF770B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4" name="直線コネクタ 122433">
                      <a:extLst>
                        <a:ext uri="{FF2B5EF4-FFF2-40B4-BE49-F238E27FC236}">
                          <a16:creationId xmlns:a16="http://schemas.microsoft.com/office/drawing/2014/main" id="{7F825DA9-8883-49B0-8DC0-9CCAB75C9C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5" name="直線コネクタ 122434">
                      <a:extLst>
                        <a:ext uri="{FF2B5EF4-FFF2-40B4-BE49-F238E27FC236}">
                          <a16:creationId xmlns:a16="http://schemas.microsoft.com/office/drawing/2014/main" id="{A8B0C1B3-94C8-48B3-B968-66634A93A7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6" name="直線コネクタ 122435">
                      <a:extLst>
                        <a:ext uri="{FF2B5EF4-FFF2-40B4-BE49-F238E27FC236}">
                          <a16:creationId xmlns:a16="http://schemas.microsoft.com/office/drawing/2014/main" id="{68A7D769-193E-4ECF-9FF4-D884EAEACD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7" name="直線コネクタ 122436">
                      <a:extLst>
                        <a:ext uri="{FF2B5EF4-FFF2-40B4-BE49-F238E27FC236}">
                          <a16:creationId xmlns:a16="http://schemas.microsoft.com/office/drawing/2014/main" id="{62606C0F-0FC2-456B-BE20-F26213B290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8" name="直線コネクタ 122437">
                      <a:extLst>
                        <a:ext uri="{FF2B5EF4-FFF2-40B4-BE49-F238E27FC236}">
                          <a16:creationId xmlns:a16="http://schemas.microsoft.com/office/drawing/2014/main" id="{2679AB2E-E44C-4D32-98DE-0C84D7F563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39" name="直線コネクタ 122438">
                      <a:extLst>
                        <a:ext uri="{FF2B5EF4-FFF2-40B4-BE49-F238E27FC236}">
                          <a16:creationId xmlns:a16="http://schemas.microsoft.com/office/drawing/2014/main" id="{C912A7E0-B488-4BF5-9AFD-5FC4D43B97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0" name="直線コネクタ 122439">
                      <a:extLst>
                        <a:ext uri="{FF2B5EF4-FFF2-40B4-BE49-F238E27FC236}">
                          <a16:creationId xmlns:a16="http://schemas.microsoft.com/office/drawing/2014/main" id="{C14D176D-33D6-482E-BFDC-73201279C5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1" name="直線コネクタ 122440">
                      <a:extLst>
                        <a:ext uri="{FF2B5EF4-FFF2-40B4-BE49-F238E27FC236}">
                          <a16:creationId xmlns:a16="http://schemas.microsoft.com/office/drawing/2014/main" id="{ED25AB79-C207-4DF0-933E-12B67F13ED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2" name="直線コネクタ 122441">
                      <a:extLst>
                        <a:ext uri="{FF2B5EF4-FFF2-40B4-BE49-F238E27FC236}">
                          <a16:creationId xmlns:a16="http://schemas.microsoft.com/office/drawing/2014/main" id="{503670FD-5B35-4CAC-A25B-2D300DFF66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3" name="直線コネクタ 122442">
                      <a:extLst>
                        <a:ext uri="{FF2B5EF4-FFF2-40B4-BE49-F238E27FC236}">
                          <a16:creationId xmlns:a16="http://schemas.microsoft.com/office/drawing/2014/main" id="{636DB02E-82E6-49C6-8EF6-CB3D99D957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4" name="直線コネクタ 122443">
                      <a:extLst>
                        <a:ext uri="{FF2B5EF4-FFF2-40B4-BE49-F238E27FC236}">
                          <a16:creationId xmlns:a16="http://schemas.microsoft.com/office/drawing/2014/main" id="{695403A4-3F55-4E4A-8572-348D691AAD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5" name="直線コネクタ 122444">
                      <a:extLst>
                        <a:ext uri="{FF2B5EF4-FFF2-40B4-BE49-F238E27FC236}">
                          <a16:creationId xmlns:a16="http://schemas.microsoft.com/office/drawing/2014/main" id="{7CB08F35-958C-4120-809B-D5CCD6579E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6" name="直線コネクタ 122445">
                      <a:extLst>
                        <a:ext uri="{FF2B5EF4-FFF2-40B4-BE49-F238E27FC236}">
                          <a16:creationId xmlns:a16="http://schemas.microsoft.com/office/drawing/2014/main" id="{C6273659-0C36-4FC0-8EAA-09BDB9B883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7" name="直線コネクタ 122446">
                      <a:extLst>
                        <a:ext uri="{FF2B5EF4-FFF2-40B4-BE49-F238E27FC236}">
                          <a16:creationId xmlns:a16="http://schemas.microsoft.com/office/drawing/2014/main" id="{08D6FACB-8A07-4D6A-9AEF-B7DE4510A1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8" name="直線コネクタ 122447">
                      <a:extLst>
                        <a:ext uri="{FF2B5EF4-FFF2-40B4-BE49-F238E27FC236}">
                          <a16:creationId xmlns:a16="http://schemas.microsoft.com/office/drawing/2014/main" id="{A2FF4CDF-7DD5-49D2-8A31-DCF48FFE00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49" name="直線コネクタ 122448">
                      <a:extLst>
                        <a:ext uri="{FF2B5EF4-FFF2-40B4-BE49-F238E27FC236}">
                          <a16:creationId xmlns:a16="http://schemas.microsoft.com/office/drawing/2014/main" id="{A3281683-8272-44AC-A917-E926BE5DC5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0" name="直線コネクタ 122449">
                      <a:extLst>
                        <a:ext uri="{FF2B5EF4-FFF2-40B4-BE49-F238E27FC236}">
                          <a16:creationId xmlns:a16="http://schemas.microsoft.com/office/drawing/2014/main" id="{B60538AB-F1AC-4260-AF64-AFB799EC60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1" name="直線コネクタ 122450">
                      <a:extLst>
                        <a:ext uri="{FF2B5EF4-FFF2-40B4-BE49-F238E27FC236}">
                          <a16:creationId xmlns:a16="http://schemas.microsoft.com/office/drawing/2014/main" id="{E72735BE-1C4E-4EFF-B650-36D2CDA0F5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2" name="直線コネクタ 122451">
                      <a:extLst>
                        <a:ext uri="{FF2B5EF4-FFF2-40B4-BE49-F238E27FC236}">
                          <a16:creationId xmlns:a16="http://schemas.microsoft.com/office/drawing/2014/main" id="{FD48FCA1-25DA-4434-9C7D-CC38CE3F2B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3" name="直線コネクタ 122452">
                      <a:extLst>
                        <a:ext uri="{FF2B5EF4-FFF2-40B4-BE49-F238E27FC236}">
                          <a16:creationId xmlns:a16="http://schemas.microsoft.com/office/drawing/2014/main" id="{8E4FCDD4-7FF2-4157-8C6A-31FE512946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4" name="直線コネクタ 122453">
                      <a:extLst>
                        <a:ext uri="{FF2B5EF4-FFF2-40B4-BE49-F238E27FC236}">
                          <a16:creationId xmlns:a16="http://schemas.microsoft.com/office/drawing/2014/main" id="{083547B9-9824-432C-99BE-A31D6244C5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5" name="直線コネクタ 122454">
                      <a:extLst>
                        <a:ext uri="{FF2B5EF4-FFF2-40B4-BE49-F238E27FC236}">
                          <a16:creationId xmlns:a16="http://schemas.microsoft.com/office/drawing/2014/main" id="{8C0A6A6E-E2F6-48E3-A144-702DD5186E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6" name="直線コネクタ 122455">
                      <a:extLst>
                        <a:ext uri="{FF2B5EF4-FFF2-40B4-BE49-F238E27FC236}">
                          <a16:creationId xmlns:a16="http://schemas.microsoft.com/office/drawing/2014/main" id="{3A6E896D-682A-404A-BDDE-84567D5E8F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7" name="直線コネクタ 122456">
                      <a:extLst>
                        <a:ext uri="{FF2B5EF4-FFF2-40B4-BE49-F238E27FC236}">
                          <a16:creationId xmlns:a16="http://schemas.microsoft.com/office/drawing/2014/main" id="{8BE070C9-9B8C-40CC-AE01-8912654C11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8" name="直線コネクタ 122457">
                      <a:extLst>
                        <a:ext uri="{FF2B5EF4-FFF2-40B4-BE49-F238E27FC236}">
                          <a16:creationId xmlns:a16="http://schemas.microsoft.com/office/drawing/2014/main" id="{3C6F22E6-500D-4CD6-9386-1C288C2951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59" name="直線コネクタ 122458">
                      <a:extLst>
                        <a:ext uri="{FF2B5EF4-FFF2-40B4-BE49-F238E27FC236}">
                          <a16:creationId xmlns:a16="http://schemas.microsoft.com/office/drawing/2014/main" id="{F27FD6FA-BB5E-4D2C-88A6-21F0CCB7A9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0" name="直線コネクタ 122459">
                      <a:extLst>
                        <a:ext uri="{FF2B5EF4-FFF2-40B4-BE49-F238E27FC236}">
                          <a16:creationId xmlns:a16="http://schemas.microsoft.com/office/drawing/2014/main" id="{1082DE51-8B7B-4F66-A013-7DE0079D35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1" name="直線コネクタ 122460">
                      <a:extLst>
                        <a:ext uri="{FF2B5EF4-FFF2-40B4-BE49-F238E27FC236}">
                          <a16:creationId xmlns:a16="http://schemas.microsoft.com/office/drawing/2014/main" id="{EB444B1C-CD1C-4617-94F4-8114AE1D2E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2" name="直線コネクタ 122461">
                      <a:extLst>
                        <a:ext uri="{FF2B5EF4-FFF2-40B4-BE49-F238E27FC236}">
                          <a16:creationId xmlns:a16="http://schemas.microsoft.com/office/drawing/2014/main" id="{DAB36B9C-C44C-4C7B-8B17-ADCC6AA8F7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3" name="直線コネクタ 122462">
                      <a:extLst>
                        <a:ext uri="{FF2B5EF4-FFF2-40B4-BE49-F238E27FC236}">
                          <a16:creationId xmlns:a16="http://schemas.microsoft.com/office/drawing/2014/main" id="{64BAD738-72CC-46DD-897F-56D988B938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4" name="直線コネクタ 122463">
                      <a:extLst>
                        <a:ext uri="{FF2B5EF4-FFF2-40B4-BE49-F238E27FC236}">
                          <a16:creationId xmlns:a16="http://schemas.microsoft.com/office/drawing/2014/main" id="{CF2D4DF5-AB64-4C22-B495-4483651DF2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465" name="直線コネクタ 122464">
                      <a:extLst>
                        <a:ext uri="{FF2B5EF4-FFF2-40B4-BE49-F238E27FC236}">
                          <a16:creationId xmlns:a16="http://schemas.microsoft.com/office/drawing/2014/main" id="{690627C1-4102-48FE-B304-D0D1965F57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399" name="グループ化 118398">
                  <a:extLst>
                    <a:ext uri="{FF2B5EF4-FFF2-40B4-BE49-F238E27FC236}">
                      <a16:creationId xmlns:a16="http://schemas.microsoft.com/office/drawing/2014/main" id="{A15C0C99-C65E-4585-ADE5-FEBFD5F3CB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975318" y="4975081"/>
                  <a:ext cx="849127" cy="849600"/>
                  <a:chOff x="4287481" y="4286224"/>
                  <a:chExt cx="2227978" cy="2229219"/>
                </a:xfrm>
              </p:grpSpPr>
              <p:cxnSp>
                <p:nvCxnSpPr>
                  <p:cNvPr id="121865" name="直線コネクタ 121864">
                    <a:extLst>
                      <a:ext uri="{FF2B5EF4-FFF2-40B4-BE49-F238E27FC236}">
                        <a16:creationId xmlns:a16="http://schemas.microsoft.com/office/drawing/2014/main" id="{46C7C883-0265-4BCD-9A46-77EDBE9678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66" name="直線コネクタ 121865">
                    <a:extLst>
                      <a:ext uri="{FF2B5EF4-FFF2-40B4-BE49-F238E27FC236}">
                        <a16:creationId xmlns:a16="http://schemas.microsoft.com/office/drawing/2014/main" id="{B0D9B38A-F934-46DF-8EE2-CD1671AFED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67" name="直線コネクタ 121866">
                    <a:extLst>
                      <a:ext uri="{FF2B5EF4-FFF2-40B4-BE49-F238E27FC236}">
                        <a16:creationId xmlns:a16="http://schemas.microsoft.com/office/drawing/2014/main" id="{2842BA2A-44F8-47C8-A14A-AB1275FA46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68" name="直線コネクタ 121867">
                    <a:extLst>
                      <a:ext uri="{FF2B5EF4-FFF2-40B4-BE49-F238E27FC236}">
                        <a16:creationId xmlns:a16="http://schemas.microsoft.com/office/drawing/2014/main" id="{73B96FC3-F71B-4C57-9EF5-C707CDADA9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69" name="直線コネクタ 121868">
                    <a:extLst>
                      <a:ext uri="{FF2B5EF4-FFF2-40B4-BE49-F238E27FC236}">
                        <a16:creationId xmlns:a16="http://schemas.microsoft.com/office/drawing/2014/main" id="{71BC825D-9889-443C-9547-E916A62ABD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0" name="直線コネクタ 121869">
                    <a:extLst>
                      <a:ext uri="{FF2B5EF4-FFF2-40B4-BE49-F238E27FC236}">
                        <a16:creationId xmlns:a16="http://schemas.microsoft.com/office/drawing/2014/main" id="{7C676D8D-05B1-4FBB-9081-1A09B0BF32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1" name="直線コネクタ 121870">
                    <a:extLst>
                      <a:ext uri="{FF2B5EF4-FFF2-40B4-BE49-F238E27FC236}">
                        <a16:creationId xmlns:a16="http://schemas.microsoft.com/office/drawing/2014/main" id="{CD1A29C1-6192-4FA7-846F-4C006FF413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2" name="直線コネクタ 121871">
                    <a:extLst>
                      <a:ext uri="{FF2B5EF4-FFF2-40B4-BE49-F238E27FC236}">
                        <a16:creationId xmlns:a16="http://schemas.microsoft.com/office/drawing/2014/main" id="{A6839C9C-DDE5-49F8-9DC7-58AC00EC5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3" name="直線コネクタ 121872">
                    <a:extLst>
                      <a:ext uri="{FF2B5EF4-FFF2-40B4-BE49-F238E27FC236}">
                        <a16:creationId xmlns:a16="http://schemas.microsoft.com/office/drawing/2014/main" id="{81AC088F-0635-41A0-ADDC-0A6F4A0F95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4" name="直線コネクタ 121873">
                    <a:extLst>
                      <a:ext uri="{FF2B5EF4-FFF2-40B4-BE49-F238E27FC236}">
                        <a16:creationId xmlns:a16="http://schemas.microsoft.com/office/drawing/2014/main" id="{601114AA-E1E6-48A2-9098-E1EFD512DB3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5" name="直線コネクタ 121874">
                    <a:extLst>
                      <a:ext uri="{FF2B5EF4-FFF2-40B4-BE49-F238E27FC236}">
                        <a16:creationId xmlns:a16="http://schemas.microsoft.com/office/drawing/2014/main" id="{1C578550-C4E5-4430-B9CF-B330C905CB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6" name="直線コネクタ 121875">
                    <a:extLst>
                      <a:ext uri="{FF2B5EF4-FFF2-40B4-BE49-F238E27FC236}">
                        <a16:creationId xmlns:a16="http://schemas.microsoft.com/office/drawing/2014/main" id="{2EE9BD84-3C9B-4896-BE7B-2767A9D26D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7" name="直線コネクタ 121876">
                    <a:extLst>
                      <a:ext uri="{FF2B5EF4-FFF2-40B4-BE49-F238E27FC236}">
                        <a16:creationId xmlns:a16="http://schemas.microsoft.com/office/drawing/2014/main" id="{28DF1240-2E6F-43EE-9829-A31A55184CD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8" name="直線コネクタ 121877">
                    <a:extLst>
                      <a:ext uri="{FF2B5EF4-FFF2-40B4-BE49-F238E27FC236}">
                        <a16:creationId xmlns:a16="http://schemas.microsoft.com/office/drawing/2014/main" id="{D696C4E1-5393-4268-84C3-C27CBFB092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79" name="直線コネクタ 121878">
                    <a:extLst>
                      <a:ext uri="{FF2B5EF4-FFF2-40B4-BE49-F238E27FC236}">
                        <a16:creationId xmlns:a16="http://schemas.microsoft.com/office/drawing/2014/main" id="{2C54C9D6-D1AB-474D-81AF-BD8A1533E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0" name="直線コネクタ 121879">
                    <a:extLst>
                      <a:ext uri="{FF2B5EF4-FFF2-40B4-BE49-F238E27FC236}">
                        <a16:creationId xmlns:a16="http://schemas.microsoft.com/office/drawing/2014/main" id="{E3C5F2A9-E820-4554-AE9B-B900073339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1" name="直線コネクタ 121880">
                    <a:extLst>
                      <a:ext uri="{FF2B5EF4-FFF2-40B4-BE49-F238E27FC236}">
                        <a16:creationId xmlns:a16="http://schemas.microsoft.com/office/drawing/2014/main" id="{19B0C1C0-CFC3-4964-BDB1-B1EBB2511F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2" name="直線コネクタ 121881">
                    <a:extLst>
                      <a:ext uri="{FF2B5EF4-FFF2-40B4-BE49-F238E27FC236}">
                        <a16:creationId xmlns:a16="http://schemas.microsoft.com/office/drawing/2014/main" id="{252CB1E6-AE53-43E9-8EC9-FEA89E3B18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3" name="直線コネクタ 121882">
                    <a:extLst>
                      <a:ext uri="{FF2B5EF4-FFF2-40B4-BE49-F238E27FC236}">
                        <a16:creationId xmlns:a16="http://schemas.microsoft.com/office/drawing/2014/main" id="{D7E5CEFE-A94E-482E-A438-247D7C130F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4" name="直線コネクタ 121883">
                    <a:extLst>
                      <a:ext uri="{FF2B5EF4-FFF2-40B4-BE49-F238E27FC236}">
                        <a16:creationId xmlns:a16="http://schemas.microsoft.com/office/drawing/2014/main" id="{C38D665A-949F-49AF-AEF0-4FF8ABC8A8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5" name="直線コネクタ 121884">
                    <a:extLst>
                      <a:ext uri="{FF2B5EF4-FFF2-40B4-BE49-F238E27FC236}">
                        <a16:creationId xmlns:a16="http://schemas.microsoft.com/office/drawing/2014/main" id="{8E6B9FF1-E180-446D-B37F-576FE2D3E2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6" name="直線コネクタ 121885">
                    <a:extLst>
                      <a:ext uri="{FF2B5EF4-FFF2-40B4-BE49-F238E27FC236}">
                        <a16:creationId xmlns:a16="http://schemas.microsoft.com/office/drawing/2014/main" id="{0ACFD44A-456A-42F7-ABFA-5BC352B7FE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7" name="直線コネクタ 121886">
                    <a:extLst>
                      <a:ext uri="{FF2B5EF4-FFF2-40B4-BE49-F238E27FC236}">
                        <a16:creationId xmlns:a16="http://schemas.microsoft.com/office/drawing/2014/main" id="{67909D57-FEA0-49A4-9B00-1F617C6545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8" name="直線コネクタ 121887">
                    <a:extLst>
                      <a:ext uri="{FF2B5EF4-FFF2-40B4-BE49-F238E27FC236}">
                        <a16:creationId xmlns:a16="http://schemas.microsoft.com/office/drawing/2014/main" id="{71E2D1A6-8982-4894-97B0-E3342DE075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89" name="直線コネクタ 121888">
                    <a:extLst>
                      <a:ext uri="{FF2B5EF4-FFF2-40B4-BE49-F238E27FC236}">
                        <a16:creationId xmlns:a16="http://schemas.microsoft.com/office/drawing/2014/main" id="{4ED6B6F6-12C0-464C-89A7-2F14A4D190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0" name="直線コネクタ 121889">
                    <a:extLst>
                      <a:ext uri="{FF2B5EF4-FFF2-40B4-BE49-F238E27FC236}">
                        <a16:creationId xmlns:a16="http://schemas.microsoft.com/office/drawing/2014/main" id="{D7196C93-DD17-4808-9FEA-6B1A12E246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1" name="直線コネクタ 121890">
                    <a:extLst>
                      <a:ext uri="{FF2B5EF4-FFF2-40B4-BE49-F238E27FC236}">
                        <a16:creationId xmlns:a16="http://schemas.microsoft.com/office/drawing/2014/main" id="{45CB774E-9790-4942-AE0E-70650776C3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2" name="直線コネクタ 121891">
                    <a:extLst>
                      <a:ext uri="{FF2B5EF4-FFF2-40B4-BE49-F238E27FC236}">
                        <a16:creationId xmlns:a16="http://schemas.microsoft.com/office/drawing/2014/main" id="{E1E9E03C-3A84-403D-943C-84DECB1F74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3" name="直線コネクタ 121892">
                    <a:extLst>
                      <a:ext uri="{FF2B5EF4-FFF2-40B4-BE49-F238E27FC236}">
                        <a16:creationId xmlns:a16="http://schemas.microsoft.com/office/drawing/2014/main" id="{E697150B-767F-4B75-AD07-73CC8BE934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4" name="直線コネクタ 121893">
                    <a:extLst>
                      <a:ext uri="{FF2B5EF4-FFF2-40B4-BE49-F238E27FC236}">
                        <a16:creationId xmlns:a16="http://schemas.microsoft.com/office/drawing/2014/main" id="{2F0DFFC3-E038-4DAA-9F45-DAD3FFDD7B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5" name="直線コネクタ 121894">
                    <a:extLst>
                      <a:ext uri="{FF2B5EF4-FFF2-40B4-BE49-F238E27FC236}">
                        <a16:creationId xmlns:a16="http://schemas.microsoft.com/office/drawing/2014/main" id="{9178E8A6-0727-488D-95D4-1D48D236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6" name="直線コネクタ 121895">
                    <a:extLst>
                      <a:ext uri="{FF2B5EF4-FFF2-40B4-BE49-F238E27FC236}">
                        <a16:creationId xmlns:a16="http://schemas.microsoft.com/office/drawing/2014/main" id="{64EC3F88-DEF0-4597-BED1-85FE74936E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7" name="直線コネクタ 121896">
                    <a:extLst>
                      <a:ext uri="{FF2B5EF4-FFF2-40B4-BE49-F238E27FC236}">
                        <a16:creationId xmlns:a16="http://schemas.microsoft.com/office/drawing/2014/main" id="{F4B805D4-06C5-4609-AC91-53182EA0D5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8" name="直線コネクタ 121897">
                    <a:extLst>
                      <a:ext uri="{FF2B5EF4-FFF2-40B4-BE49-F238E27FC236}">
                        <a16:creationId xmlns:a16="http://schemas.microsoft.com/office/drawing/2014/main" id="{D70F5357-3F96-4E40-8008-4D77860ECA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899" name="直線コネクタ 121898">
                    <a:extLst>
                      <a:ext uri="{FF2B5EF4-FFF2-40B4-BE49-F238E27FC236}">
                        <a16:creationId xmlns:a16="http://schemas.microsoft.com/office/drawing/2014/main" id="{F8E69838-C184-4F0F-A343-4C45331F04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0" name="直線コネクタ 121899">
                    <a:extLst>
                      <a:ext uri="{FF2B5EF4-FFF2-40B4-BE49-F238E27FC236}">
                        <a16:creationId xmlns:a16="http://schemas.microsoft.com/office/drawing/2014/main" id="{ACCFB36E-9BC1-40A7-8AFF-3174148BE2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1" name="直線コネクタ 121900">
                    <a:extLst>
                      <a:ext uri="{FF2B5EF4-FFF2-40B4-BE49-F238E27FC236}">
                        <a16:creationId xmlns:a16="http://schemas.microsoft.com/office/drawing/2014/main" id="{A9ED2B10-33F9-4DAF-BAC4-3060AC96D1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2" name="直線コネクタ 121901">
                    <a:extLst>
                      <a:ext uri="{FF2B5EF4-FFF2-40B4-BE49-F238E27FC236}">
                        <a16:creationId xmlns:a16="http://schemas.microsoft.com/office/drawing/2014/main" id="{499F5C18-BE78-49FA-99BB-78B6AFE91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3" name="直線コネクタ 121902">
                    <a:extLst>
                      <a:ext uri="{FF2B5EF4-FFF2-40B4-BE49-F238E27FC236}">
                        <a16:creationId xmlns:a16="http://schemas.microsoft.com/office/drawing/2014/main" id="{554BA353-C0D1-48FA-BCD9-08DB5EA579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4" name="直線コネクタ 121903">
                    <a:extLst>
                      <a:ext uri="{FF2B5EF4-FFF2-40B4-BE49-F238E27FC236}">
                        <a16:creationId xmlns:a16="http://schemas.microsoft.com/office/drawing/2014/main" id="{D583E0C6-9AB6-41BE-9759-230F1A3FB6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5" name="直線コネクタ 121904">
                    <a:extLst>
                      <a:ext uri="{FF2B5EF4-FFF2-40B4-BE49-F238E27FC236}">
                        <a16:creationId xmlns:a16="http://schemas.microsoft.com/office/drawing/2014/main" id="{4ADB0260-3669-40EC-97E6-DAA45D9B9B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6" name="直線コネクタ 121905">
                    <a:extLst>
                      <a:ext uri="{FF2B5EF4-FFF2-40B4-BE49-F238E27FC236}">
                        <a16:creationId xmlns:a16="http://schemas.microsoft.com/office/drawing/2014/main" id="{5670A6F1-35C9-41A3-9D8E-34D9E3E2C7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7" name="直線コネクタ 121906">
                    <a:extLst>
                      <a:ext uri="{FF2B5EF4-FFF2-40B4-BE49-F238E27FC236}">
                        <a16:creationId xmlns:a16="http://schemas.microsoft.com/office/drawing/2014/main" id="{761B48F0-86FE-4461-A36F-00AD266934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8" name="直線コネクタ 121907">
                    <a:extLst>
                      <a:ext uri="{FF2B5EF4-FFF2-40B4-BE49-F238E27FC236}">
                        <a16:creationId xmlns:a16="http://schemas.microsoft.com/office/drawing/2014/main" id="{6C1953C7-B7A4-45C3-97DA-CC08A7D9F9D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09" name="直線コネクタ 121908">
                    <a:extLst>
                      <a:ext uri="{FF2B5EF4-FFF2-40B4-BE49-F238E27FC236}">
                        <a16:creationId xmlns:a16="http://schemas.microsoft.com/office/drawing/2014/main" id="{B48D8231-4773-4FC8-B05B-6F5D434921F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0" name="直線コネクタ 121909">
                    <a:extLst>
                      <a:ext uri="{FF2B5EF4-FFF2-40B4-BE49-F238E27FC236}">
                        <a16:creationId xmlns:a16="http://schemas.microsoft.com/office/drawing/2014/main" id="{AE22A39B-4943-4A71-AB43-83C9B655B8C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1" name="直線コネクタ 121910">
                    <a:extLst>
                      <a:ext uri="{FF2B5EF4-FFF2-40B4-BE49-F238E27FC236}">
                        <a16:creationId xmlns:a16="http://schemas.microsoft.com/office/drawing/2014/main" id="{DEE114F5-6ACB-4B11-9153-BA846BA1C94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2" name="直線コネクタ 121911">
                    <a:extLst>
                      <a:ext uri="{FF2B5EF4-FFF2-40B4-BE49-F238E27FC236}">
                        <a16:creationId xmlns:a16="http://schemas.microsoft.com/office/drawing/2014/main" id="{E965CAAF-BAF8-4E2E-91E8-FDE0B2A788D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3" name="直線コネクタ 121912">
                    <a:extLst>
                      <a:ext uri="{FF2B5EF4-FFF2-40B4-BE49-F238E27FC236}">
                        <a16:creationId xmlns:a16="http://schemas.microsoft.com/office/drawing/2014/main" id="{285AA166-4E94-4ECF-BCE0-9C44B25F67B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4" name="直線コネクタ 121913">
                    <a:extLst>
                      <a:ext uri="{FF2B5EF4-FFF2-40B4-BE49-F238E27FC236}">
                        <a16:creationId xmlns:a16="http://schemas.microsoft.com/office/drawing/2014/main" id="{56A63191-74AB-4382-AA22-4307621F786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5" name="直線コネクタ 121914">
                    <a:extLst>
                      <a:ext uri="{FF2B5EF4-FFF2-40B4-BE49-F238E27FC236}">
                        <a16:creationId xmlns:a16="http://schemas.microsoft.com/office/drawing/2014/main" id="{0709E27E-0AB3-4C89-B52C-F6C4B89A564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6" name="直線コネクタ 121915">
                    <a:extLst>
                      <a:ext uri="{FF2B5EF4-FFF2-40B4-BE49-F238E27FC236}">
                        <a16:creationId xmlns:a16="http://schemas.microsoft.com/office/drawing/2014/main" id="{01B228B0-8B52-4125-9607-AAD6BB44986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7" name="直線コネクタ 121916">
                    <a:extLst>
                      <a:ext uri="{FF2B5EF4-FFF2-40B4-BE49-F238E27FC236}">
                        <a16:creationId xmlns:a16="http://schemas.microsoft.com/office/drawing/2014/main" id="{769E2078-135A-4AA6-A86E-78251253185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8" name="直線コネクタ 121917">
                    <a:extLst>
                      <a:ext uri="{FF2B5EF4-FFF2-40B4-BE49-F238E27FC236}">
                        <a16:creationId xmlns:a16="http://schemas.microsoft.com/office/drawing/2014/main" id="{9BA99B2F-621F-45B1-A184-5332B8973D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19" name="直線コネクタ 121918">
                    <a:extLst>
                      <a:ext uri="{FF2B5EF4-FFF2-40B4-BE49-F238E27FC236}">
                        <a16:creationId xmlns:a16="http://schemas.microsoft.com/office/drawing/2014/main" id="{9CCA1C82-2164-4890-8D20-6757CEE239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0" name="直線コネクタ 121919">
                    <a:extLst>
                      <a:ext uri="{FF2B5EF4-FFF2-40B4-BE49-F238E27FC236}">
                        <a16:creationId xmlns:a16="http://schemas.microsoft.com/office/drawing/2014/main" id="{0A07B332-4FB2-41C7-B6F1-3C1FA67AAD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1" name="直線コネクタ 121920">
                    <a:extLst>
                      <a:ext uri="{FF2B5EF4-FFF2-40B4-BE49-F238E27FC236}">
                        <a16:creationId xmlns:a16="http://schemas.microsoft.com/office/drawing/2014/main" id="{3FC8EBCB-9CB5-40A5-9EE7-F12B46C91A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2" name="直線コネクタ 121921">
                    <a:extLst>
                      <a:ext uri="{FF2B5EF4-FFF2-40B4-BE49-F238E27FC236}">
                        <a16:creationId xmlns:a16="http://schemas.microsoft.com/office/drawing/2014/main" id="{43FC004D-6A34-4341-B195-A013EFA16F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3" name="直線コネクタ 121922">
                    <a:extLst>
                      <a:ext uri="{FF2B5EF4-FFF2-40B4-BE49-F238E27FC236}">
                        <a16:creationId xmlns:a16="http://schemas.microsoft.com/office/drawing/2014/main" id="{215BBBBB-6E2D-461D-BCF0-55F5F482A2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4" name="直線コネクタ 121923">
                    <a:extLst>
                      <a:ext uri="{FF2B5EF4-FFF2-40B4-BE49-F238E27FC236}">
                        <a16:creationId xmlns:a16="http://schemas.microsoft.com/office/drawing/2014/main" id="{1B289396-0248-476E-BB3A-F9123C9892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5" name="直線コネクタ 121924">
                    <a:extLst>
                      <a:ext uri="{FF2B5EF4-FFF2-40B4-BE49-F238E27FC236}">
                        <a16:creationId xmlns:a16="http://schemas.microsoft.com/office/drawing/2014/main" id="{9932AAE6-6E07-4D67-A03C-55D3EA402F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6" name="直線コネクタ 121925">
                    <a:extLst>
                      <a:ext uri="{FF2B5EF4-FFF2-40B4-BE49-F238E27FC236}">
                        <a16:creationId xmlns:a16="http://schemas.microsoft.com/office/drawing/2014/main" id="{61C78730-1D97-4B3A-A91C-C3D4ED5502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7" name="直線コネクタ 121926">
                    <a:extLst>
                      <a:ext uri="{FF2B5EF4-FFF2-40B4-BE49-F238E27FC236}">
                        <a16:creationId xmlns:a16="http://schemas.microsoft.com/office/drawing/2014/main" id="{CB0718F1-B87B-4259-92CC-D37A856F65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8" name="直線コネクタ 121927">
                    <a:extLst>
                      <a:ext uri="{FF2B5EF4-FFF2-40B4-BE49-F238E27FC236}">
                        <a16:creationId xmlns:a16="http://schemas.microsoft.com/office/drawing/2014/main" id="{CD77CB80-8407-4BC5-A5F9-77FDF52ACC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29" name="直線コネクタ 121928">
                    <a:extLst>
                      <a:ext uri="{FF2B5EF4-FFF2-40B4-BE49-F238E27FC236}">
                        <a16:creationId xmlns:a16="http://schemas.microsoft.com/office/drawing/2014/main" id="{EB2D0E14-F7F5-48AD-B52D-0608E620FC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0" name="直線コネクタ 121929">
                    <a:extLst>
                      <a:ext uri="{FF2B5EF4-FFF2-40B4-BE49-F238E27FC236}">
                        <a16:creationId xmlns:a16="http://schemas.microsoft.com/office/drawing/2014/main" id="{A756B4DA-50F0-44F5-AE35-34436275C0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1" name="直線コネクタ 121930">
                    <a:extLst>
                      <a:ext uri="{FF2B5EF4-FFF2-40B4-BE49-F238E27FC236}">
                        <a16:creationId xmlns:a16="http://schemas.microsoft.com/office/drawing/2014/main" id="{BB3B34C6-9125-4A85-920E-39E60100C4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2" name="直線コネクタ 121931">
                    <a:extLst>
                      <a:ext uri="{FF2B5EF4-FFF2-40B4-BE49-F238E27FC236}">
                        <a16:creationId xmlns:a16="http://schemas.microsoft.com/office/drawing/2014/main" id="{41A923CD-88FE-4844-B8A8-024930253A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3" name="直線コネクタ 121932">
                    <a:extLst>
                      <a:ext uri="{FF2B5EF4-FFF2-40B4-BE49-F238E27FC236}">
                        <a16:creationId xmlns:a16="http://schemas.microsoft.com/office/drawing/2014/main" id="{6DF70581-4D9B-4372-A21C-B2359E6A04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4" name="直線コネクタ 121933">
                    <a:extLst>
                      <a:ext uri="{FF2B5EF4-FFF2-40B4-BE49-F238E27FC236}">
                        <a16:creationId xmlns:a16="http://schemas.microsoft.com/office/drawing/2014/main" id="{A17F092F-611F-48CB-A115-5B95C34ED6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5" name="直線コネクタ 121934">
                    <a:extLst>
                      <a:ext uri="{FF2B5EF4-FFF2-40B4-BE49-F238E27FC236}">
                        <a16:creationId xmlns:a16="http://schemas.microsoft.com/office/drawing/2014/main" id="{42C085E3-63FE-4153-8E55-14725DF27C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6" name="直線コネクタ 121935">
                    <a:extLst>
                      <a:ext uri="{FF2B5EF4-FFF2-40B4-BE49-F238E27FC236}">
                        <a16:creationId xmlns:a16="http://schemas.microsoft.com/office/drawing/2014/main" id="{683CC2EF-849D-48D2-86F8-DE584F4EA7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7" name="直線コネクタ 121936">
                    <a:extLst>
                      <a:ext uri="{FF2B5EF4-FFF2-40B4-BE49-F238E27FC236}">
                        <a16:creationId xmlns:a16="http://schemas.microsoft.com/office/drawing/2014/main" id="{0DE7C326-A29D-4D2F-AB1C-C739299A22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8" name="直線コネクタ 121937">
                    <a:extLst>
                      <a:ext uri="{FF2B5EF4-FFF2-40B4-BE49-F238E27FC236}">
                        <a16:creationId xmlns:a16="http://schemas.microsoft.com/office/drawing/2014/main" id="{5E855FF9-1407-4CA0-B55D-7D6DB435CA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39" name="直線コネクタ 121938">
                    <a:extLst>
                      <a:ext uri="{FF2B5EF4-FFF2-40B4-BE49-F238E27FC236}">
                        <a16:creationId xmlns:a16="http://schemas.microsoft.com/office/drawing/2014/main" id="{D57FB3AD-4FF1-4713-AEC2-7624EE3B7F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0" name="直線コネクタ 121939">
                    <a:extLst>
                      <a:ext uri="{FF2B5EF4-FFF2-40B4-BE49-F238E27FC236}">
                        <a16:creationId xmlns:a16="http://schemas.microsoft.com/office/drawing/2014/main" id="{9311D482-A342-4B45-AA20-9153A6BA13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1" name="直線コネクタ 121940">
                    <a:extLst>
                      <a:ext uri="{FF2B5EF4-FFF2-40B4-BE49-F238E27FC236}">
                        <a16:creationId xmlns:a16="http://schemas.microsoft.com/office/drawing/2014/main" id="{1AE38068-50B9-4313-893D-F5871850F9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2" name="直線コネクタ 121941">
                    <a:extLst>
                      <a:ext uri="{FF2B5EF4-FFF2-40B4-BE49-F238E27FC236}">
                        <a16:creationId xmlns:a16="http://schemas.microsoft.com/office/drawing/2014/main" id="{039B1405-D8CC-4F51-AD54-CE7F1EFB85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3" name="直線コネクタ 121942">
                    <a:extLst>
                      <a:ext uri="{FF2B5EF4-FFF2-40B4-BE49-F238E27FC236}">
                        <a16:creationId xmlns:a16="http://schemas.microsoft.com/office/drawing/2014/main" id="{1DA02299-AE71-436B-B0B3-1B020B4433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4" name="直線コネクタ 121943">
                    <a:extLst>
                      <a:ext uri="{FF2B5EF4-FFF2-40B4-BE49-F238E27FC236}">
                        <a16:creationId xmlns:a16="http://schemas.microsoft.com/office/drawing/2014/main" id="{1860D94A-E733-41AA-ADA4-9599284821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5" name="直線コネクタ 121944">
                    <a:extLst>
                      <a:ext uri="{FF2B5EF4-FFF2-40B4-BE49-F238E27FC236}">
                        <a16:creationId xmlns:a16="http://schemas.microsoft.com/office/drawing/2014/main" id="{627C8F43-A500-4D95-B9C1-E8D581BBB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6" name="直線コネクタ 121945">
                    <a:extLst>
                      <a:ext uri="{FF2B5EF4-FFF2-40B4-BE49-F238E27FC236}">
                        <a16:creationId xmlns:a16="http://schemas.microsoft.com/office/drawing/2014/main" id="{E128BCEB-3C79-4141-B135-EF951C6603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7" name="直線コネクタ 121946">
                    <a:extLst>
                      <a:ext uri="{FF2B5EF4-FFF2-40B4-BE49-F238E27FC236}">
                        <a16:creationId xmlns:a16="http://schemas.microsoft.com/office/drawing/2014/main" id="{C07E02C5-3197-4D6A-B8FE-1AFC40AEA0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8" name="直線コネクタ 121947">
                    <a:extLst>
                      <a:ext uri="{FF2B5EF4-FFF2-40B4-BE49-F238E27FC236}">
                        <a16:creationId xmlns:a16="http://schemas.microsoft.com/office/drawing/2014/main" id="{372DF870-B763-4789-A379-0A40F6B9A4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49" name="直線コネクタ 121948">
                    <a:extLst>
                      <a:ext uri="{FF2B5EF4-FFF2-40B4-BE49-F238E27FC236}">
                        <a16:creationId xmlns:a16="http://schemas.microsoft.com/office/drawing/2014/main" id="{4BC78993-D339-4BC2-BF66-9A193F2536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0" name="直線コネクタ 121949">
                    <a:extLst>
                      <a:ext uri="{FF2B5EF4-FFF2-40B4-BE49-F238E27FC236}">
                        <a16:creationId xmlns:a16="http://schemas.microsoft.com/office/drawing/2014/main" id="{E327B287-4075-49CC-865E-605A74D6A4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1" name="直線コネクタ 121950">
                    <a:extLst>
                      <a:ext uri="{FF2B5EF4-FFF2-40B4-BE49-F238E27FC236}">
                        <a16:creationId xmlns:a16="http://schemas.microsoft.com/office/drawing/2014/main" id="{35B0ED08-FD3F-42B0-AA41-C312F4232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2" name="直線コネクタ 121951">
                    <a:extLst>
                      <a:ext uri="{FF2B5EF4-FFF2-40B4-BE49-F238E27FC236}">
                        <a16:creationId xmlns:a16="http://schemas.microsoft.com/office/drawing/2014/main" id="{E6EB41E5-25FD-48B8-9C6F-2F556B6253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3" name="直線コネクタ 121952">
                    <a:extLst>
                      <a:ext uri="{FF2B5EF4-FFF2-40B4-BE49-F238E27FC236}">
                        <a16:creationId xmlns:a16="http://schemas.microsoft.com/office/drawing/2014/main" id="{BF323EBD-F050-4302-97E3-A1E4029222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4" name="直線コネクタ 121953">
                    <a:extLst>
                      <a:ext uri="{FF2B5EF4-FFF2-40B4-BE49-F238E27FC236}">
                        <a16:creationId xmlns:a16="http://schemas.microsoft.com/office/drawing/2014/main" id="{9F7A20AD-8938-4160-B352-18EA5A6FF3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5" name="直線コネクタ 121954">
                    <a:extLst>
                      <a:ext uri="{FF2B5EF4-FFF2-40B4-BE49-F238E27FC236}">
                        <a16:creationId xmlns:a16="http://schemas.microsoft.com/office/drawing/2014/main" id="{2D9ADD4D-B55A-4D99-8057-428632A5F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6" name="直線コネクタ 121955">
                    <a:extLst>
                      <a:ext uri="{FF2B5EF4-FFF2-40B4-BE49-F238E27FC236}">
                        <a16:creationId xmlns:a16="http://schemas.microsoft.com/office/drawing/2014/main" id="{323754B8-DE8B-4CA7-9F61-4DF4E58A49E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7" name="直線コネクタ 121956">
                    <a:extLst>
                      <a:ext uri="{FF2B5EF4-FFF2-40B4-BE49-F238E27FC236}">
                        <a16:creationId xmlns:a16="http://schemas.microsoft.com/office/drawing/2014/main" id="{DBA36B65-E2D6-401D-8F00-A56825D993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8" name="直線コネクタ 121957">
                    <a:extLst>
                      <a:ext uri="{FF2B5EF4-FFF2-40B4-BE49-F238E27FC236}">
                        <a16:creationId xmlns:a16="http://schemas.microsoft.com/office/drawing/2014/main" id="{D2FEBA29-956A-4430-986A-88AFDA712B0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59" name="直線コネクタ 121958">
                    <a:extLst>
                      <a:ext uri="{FF2B5EF4-FFF2-40B4-BE49-F238E27FC236}">
                        <a16:creationId xmlns:a16="http://schemas.microsoft.com/office/drawing/2014/main" id="{79E13475-4B14-4365-97CA-A972CE9ABC8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0" name="直線コネクタ 121959">
                    <a:extLst>
                      <a:ext uri="{FF2B5EF4-FFF2-40B4-BE49-F238E27FC236}">
                        <a16:creationId xmlns:a16="http://schemas.microsoft.com/office/drawing/2014/main" id="{BE2C769D-E386-4529-B38C-49E843F160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1" name="直線コネクタ 121960">
                    <a:extLst>
                      <a:ext uri="{FF2B5EF4-FFF2-40B4-BE49-F238E27FC236}">
                        <a16:creationId xmlns:a16="http://schemas.microsoft.com/office/drawing/2014/main" id="{A68BF595-3358-410B-B983-3000450588B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2" name="直線コネクタ 121961">
                    <a:extLst>
                      <a:ext uri="{FF2B5EF4-FFF2-40B4-BE49-F238E27FC236}">
                        <a16:creationId xmlns:a16="http://schemas.microsoft.com/office/drawing/2014/main" id="{D268190F-FCD2-4656-8DD0-43CCA50DB79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3" name="直線コネクタ 121962">
                    <a:extLst>
                      <a:ext uri="{FF2B5EF4-FFF2-40B4-BE49-F238E27FC236}">
                        <a16:creationId xmlns:a16="http://schemas.microsoft.com/office/drawing/2014/main" id="{3CC90545-C94F-4D29-A3D9-6F71EE80F11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4" name="直線コネクタ 121963">
                    <a:extLst>
                      <a:ext uri="{FF2B5EF4-FFF2-40B4-BE49-F238E27FC236}">
                        <a16:creationId xmlns:a16="http://schemas.microsoft.com/office/drawing/2014/main" id="{757B845D-1803-4AF1-BAAE-C2826C87DCE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5" name="直線コネクタ 121964">
                    <a:extLst>
                      <a:ext uri="{FF2B5EF4-FFF2-40B4-BE49-F238E27FC236}">
                        <a16:creationId xmlns:a16="http://schemas.microsoft.com/office/drawing/2014/main" id="{0B5E36E7-4430-400F-B317-4CE3996588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6" name="直線コネクタ 121965">
                    <a:extLst>
                      <a:ext uri="{FF2B5EF4-FFF2-40B4-BE49-F238E27FC236}">
                        <a16:creationId xmlns:a16="http://schemas.microsoft.com/office/drawing/2014/main" id="{826EB584-ADEC-4941-A3C3-DE33FC58075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7" name="直線コネクタ 121966">
                    <a:extLst>
                      <a:ext uri="{FF2B5EF4-FFF2-40B4-BE49-F238E27FC236}">
                        <a16:creationId xmlns:a16="http://schemas.microsoft.com/office/drawing/2014/main" id="{8E2A341B-9705-43C8-ABC8-2F38CF731D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8" name="直線コネクタ 121967">
                    <a:extLst>
                      <a:ext uri="{FF2B5EF4-FFF2-40B4-BE49-F238E27FC236}">
                        <a16:creationId xmlns:a16="http://schemas.microsoft.com/office/drawing/2014/main" id="{7FFB8B1A-60EF-4C07-A093-425BED1A74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69" name="直線コネクタ 121968">
                    <a:extLst>
                      <a:ext uri="{FF2B5EF4-FFF2-40B4-BE49-F238E27FC236}">
                        <a16:creationId xmlns:a16="http://schemas.microsoft.com/office/drawing/2014/main" id="{D17CA349-0BC8-4C11-BF17-8A3390FB10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0" name="直線コネクタ 121969">
                    <a:extLst>
                      <a:ext uri="{FF2B5EF4-FFF2-40B4-BE49-F238E27FC236}">
                        <a16:creationId xmlns:a16="http://schemas.microsoft.com/office/drawing/2014/main" id="{A7E66420-2BB1-47EE-9EBB-93BC1DD507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1" name="直線コネクタ 121970">
                    <a:extLst>
                      <a:ext uri="{FF2B5EF4-FFF2-40B4-BE49-F238E27FC236}">
                        <a16:creationId xmlns:a16="http://schemas.microsoft.com/office/drawing/2014/main" id="{A4371F00-4799-436B-8D69-273E699312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2" name="直線コネクタ 121971">
                    <a:extLst>
                      <a:ext uri="{FF2B5EF4-FFF2-40B4-BE49-F238E27FC236}">
                        <a16:creationId xmlns:a16="http://schemas.microsoft.com/office/drawing/2014/main" id="{D17DEC2F-DA48-4831-91E9-AD6E08EAD2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3" name="直線コネクタ 121972">
                    <a:extLst>
                      <a:ext uri="{FF2B5EF4-FFF2-40B4-BE49-F238E27FC236}">
                        <a16:creationId xmlns:a16="http://schemas.microsoft.com/office/drawing/2014/main" id="{803D57A7-6478-463E-95AE-4927535FFE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4" name="直線コネクタ 121973">
                    <a:extLst>
                      <a:ext uri="{FF2B5EF4-FFF2-40B4-BE49-F238E27FC236}">
                        <a16:creationId xmlns:a16="http://schemas.microsoft.com/office/drawing/2014/main" id="{89251B39-F541-428C-8578-D7EF9608A7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5" name="直線コネクタ 121974">
                    <a:extLst>
                      <a:ext uri="{FF2B5EF4-FFF2-40B4-BE49-F238E27FC236}">
                        <a16:creationId xmlns:a16="http://schemas.microsoft.com/office/drawing/2014/main" id="{F78E1BF6-5221-44DD-8653-2DE9027EFE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6" name="直線コネクタ 121975">
                    <a:extLst>
                      <a:ext uri="{FF2B5EF4-FFF2-40B4-BE49-F238E27FC236}">
                        <a16:creationId xmlns:a16="http://schemas.microsoft.com/office/drawing/2014/main" id="{7D55101F-0285-4FB5-B8CA-DE4652B62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7" name="直線コネクタ 121976">
                    <a:extLst>
                      <a:ext uri="{FF2B5EF4-FFF2-40B4-BE49-F238E27FC236}">
                        <a16:creationId xmlns:a16="http://schemas.microsoft.com/office/drawing/2014/main" id="{0831C8BF-EC72-4711-86D2-2818C926CF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8" name="直線コネクタ 121977">
                    <a:extLst>
                      <a:ext uri="{FF2B5EF4-FFF2-40B4-BE49-F238E27FC236}">
                        <a16:creationId xmlns:a16="http://schemas.microsoft.com/office/drawing/2014/main" id="{A7FC9C12-25F5-4A8A-9FCF-D45197CE74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79" name="直線コネクタ 121978">
                    <a:extLst>
                      <a:ext uri="{FF2B5EF4-FFF2-40B4-BE49-F238E27FC236}">
                        <a16:creationId xmlns:a16="http://schemas.microsoft.com/office/drawing/2014/main" id="{C88C6151-F728-475A-8C6F-F0D15A915A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0" name="直線コネクタ 121979">
                    <a:extLst>
                      <a:ext uri="{FF2B5EF4-FFF2-40B4-BE49-F238E27FC236}">
                        <a16:creationId xmlns:a16="http://schemas.microsoft.com/office/drawing/2014/main" id="{FA0A090D-F740-439C-9044-E1B0B1C136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1" name="直線コネクタ 121980">
                    <a:extLst>
                      <a:ext uri="{FF2B5EF4-FFF2-40B4-BE49-F238E27FC236}">
                        <a16:creationId xmlns:a16="http://schemas.microsoft.com/office/drawing/2014/main" id="{04B6CD29-9CC7-4EAD-9023-5E183A44A0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2" name="直線コネクタ 121981">
                    <a:extLst>
                      <a:ext uri="{FF2B5EF4-FFF2-40B4-BE49-F238E27FC236}">
                        <a16:creationId xmlns:a16="http://schemas.microsoft.com/office/drawing/2014/main" id="{E31BE41D-2D4D-4866-9CAE-B8614739A4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3" name="直線コネクタ 121982">
                    <a:extLst>
                      <a:ext uri="{FF2B5EF4-FFF2-40B4-BE49-F238E27FC236}">
                        <a16:creationId xmlns:a16="http://schemas.microsoft.com/office/drawing/2014/main" id="{0E0B5D90-078C-4C43-83B2-B116BEC589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4" name="直線コネクタ 121983">
                    <a:extLst>
                      <a:ext uri="{FF2B5EF4-FFF2-40B4-BE49-F238E27FC236}">
                        <a16:creationId xmlns:a16="http://schemas.microsoft.com/office/drawing/2014/main" id="{D83747DE-ED97-429E-8756-8E4428D28F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5" name="直線コネクタ 121984">
                    <a:extLst>
                      <a:ext uri="{FF2B5EF4-FFF2-40B4-BE49-F238E27FC236}">
                        <a16:creationId xmlns:a16="http://schemas.microsoft.com/office/drawing/2014/main" id="{BD40D3F2-DFEB-49BF-A531-3E71C48E15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6" name="直線コネクタ 121985">
                    <a:extLst>
                      <a:ext uri="{FF2B5EF4-FFF2-40B4-BE49-F238E27FC236}">
                        <a16:creationId xmlns:a16="http://schemas.microsoft.com/office/drawing/2014/main" id="{52D9B48C-9BC4-46DD-9D86-ACAF0EB5F7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7" name="直線コネクタ 121986">
                    <a:extLst>
                      <a:ext uri="{FF2B5EF4-FFF2-40B4-BE49-F238E27FC236}">
                        <a16:creationId xmlns:a16="http://schemas.microsoft.com/office/drawing/2014/main" id="{1E59674E-89EF-4D91-AED2-8C61D7DBE1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8" name="直線コネクタ 121987">
                    <a:extLst>
                      <a:ext uri="{FF2B5EF4-FFF2-40B4-BE49-F238E27FC236}">
                        <a16:creationId xmlns:a16="http://schemas.microsoft.com/office/drawing/2014/main" id="{FD77A5AB-606B-4C2B-8261-D7623A98B0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89" name="直線コネクタ 121988">
                    <a:extLst>
                      <a:ext uri="{FF2B5EF4-FFF2-40B4-BE49-F238E27FC236}">
                        <a16:creationId xmlns:a16="http://schemas.microsoft.com/office/drawing/2014/main" id="{6135F367-9D85-456B-8B4E-8A6EFA88F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0" name="直線コネクタ 121989">
                    <a:extLst>
                      <a:ext uri="{FF2B5EF4-FFF2-40B4-BE49-F238E27FC236}">
                        <a16:creationId xmlns:a16="http://schemas.microsoft.com/office/drawing/2014/main" id="{D7F146DF-5E36-4A96-AB30-E6DA0E90DD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1" name="直線コネクタ 121990">
                    <a:extLst>
                      <a:ext uri="{FF2B5EF4-FFF2-40B4-BE49-F238E27FC236}">
                        <a16:creationId xmlns:a16="http://schemas.microsoft.com/office/drawing/2014/main" id="{B526F8B0-2D61-4856-A1D6-C6E1C1DAA1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2" name="直線コネクタ 121991">
                    <a:extLst>
                      <a:ext uri="{FF2B5EF4-FFF2-40B4-BE49-F238E27FC236}">
                        <a16:creationId xmlns:a16="http://schemas.microsoft.com/office/drawing/2014/main" id="{CEDBD545-ED42-4035-8EBE-9346B421D6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3" name="直線コネクタ 121992">
                    <a:extLst>
                      <a:ext uri="{FF2B5EF4-FFF2-40B4-BE49-F238E27FC236}">
                        <a16:creationId xmlns:a16="http://schemas.microsoft.com/office/drawing/2014/main" id="{008B99FA-3C1F-4838-97C9-A5C6835B75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4" name="直線コネクタ 121993">
                    <a:extLst>
                      <a:ext uri="{FF2B5EF4-FFF2-40B4-BE49-F238E27FC236}">
                        <a16:creationId xmlns:a16="http://schemas.microsoft.com/office/drawing/2014/main" id="{89516D5D-BCA0-4401-8CE2-2E1E62B643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5" name="直線コネクタ 121994">
                    <a:extLst>
                      <a:ext uri="{FF2B5EF4-FFF2-40B4-BE49-F238E27FC236}">
                        <a16:creationId xmlns:a16="http://schemas.microsoft.com/office/drawing/2014/main" id="{22F23B23-BD1C-4BD0-9732-18F1EF808C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6" name="直線コネクタ 121995">
                    <a:extLst>
                      <a:ext uri="{FF2B5EF4-FFF2-40B4-BE49-F238E27FC236}">
                        <a16:creationId xmlns:a16="http://schemas.microsoft.com/office/drawing/2014/main" id="{315D912E-215F-4A4B-9A31-E5FD360B98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7" name="直線コネクタ 121996">
                    <a:extLst>
                      <a:ext uri="{FF2B5EF4-FFF2-40B4-BE49-F238E27FC236}">
                        <a16:creationId xmlns:a16="http://schemas.microsoft.com/office/drawing/2014/main" id="{980D5574-8C55-40DD-A52D-9EF99309DE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8" name="直線コネクタ 121997">
                    <a:extLst>
                      <a:ext uri="{FF2B5EF4-FFF2-40B4-BE49-F238E27FC236}">
                        <a16:creationId xmlns:a16="http://schemas.microsoft.com/office/drawing/2014/main" id="{1FD95D3C-180B-4D0E-ACC0-02E62BF4A6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999" name="直線コネクタ 121998">
                    <a:extLst>
                      <a:ext uri="{FF2B5EF4-FFF2-40B4-BE49-F238E27FC236}">
                        <a16:creationId xmlns:a16="http://schemas.microsoft.com/office/drawing/2014/main" id="{2EF57FE6-410A-4E43-9183-39AF057C8D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0" name="直線コネクタ 121999">
                    <a:extLst>
                      <a:ext uri="{FF2B5EF4-FFF2-40B4-BE49-F238E27FC236}">
                        <a16:creationId xmlns:a16="http://schemas.microsoft.com/office/drawing/2014/main" id="{D04A2BAE-3F84-40B4-93FC-98A0E342DC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1" name="直線コネクタ 122000">
                    <a:extLst>
                      <a:ext uri="{FF2B5EF4-FFF2-40B4-BE49-F238E27FC236}">
                        <a16:creationId xmlns:a16="http://schemas.microsoft.com/office/drawing/2014/main" id="{B4B957B6-9143-424E-892B-B2CE7E6393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2" name="直線コネクタ 122001">
                    <a:extLst>
                      <a:ext uri="{FF2B5EF4-FFF2-40B4-BE49-F238E27FC236}">
                        <a16:creationId xmlns:a16="http://schemas.microsoft.com/office/drawing/2014/main" id="{3D54B6EA-DDFC-4287-9750-45F93CE295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3" name="直線コネクタ 122002">
                    <a:extLst>
                      <a:ext uri="{FF2B5EF4-FFF2-40B4-BE49-F238E27FC236}">
                        <a16:creationId xmlns:a16="http://schemas.microsoft.com/office/drawing/2014/main" id="{E66489C0-41FD-402D-BDFF-BC61B79FF8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4" name="直線コネクタ 122003">
                    <a:extLst>
                      <a:ext uri="{FF2B5EF4-FFF2-40B4-BE49-F238E27FC236}">
                        <a16:creationId xmlns:a16="http://schemas.microsoft.com/office/drawing/2014/main" id="{5185C926-02DC-4C76-A4BF-0769C5AD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5" name="直線コネクタ 122004">
                    <a:extLst>
                      <a:ext uri="{FF2B5EF4-FFF2-40B4-BE49-F238E27FC236}">
                        <a16:creationId xmlns:a16="http://schemas.microsoft.com/office/drawing/2014/main" id="{FBA635D0-B655-4E17-B7F2-DE79420131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6" name="直線コネクタ 122005">
                    <a:extLst>
                      <a:ext uri="{FF2B5EF4-FFF2-40B4-BE49-F238E27FC236}">
                        <a16:creationId xmlns:a16="http://schemas.microsoft.com/office/drawing/2014/main" id="{1DD07BE7-6F3B-4356-9D3B-2A3729A3FE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7" name="直線コネクタ 122006">
                    <a:extLst>
                      <a:ext uri="{FF2B5EF4-FFF2-40B4-BE49-F238E27FC236}">
                        <a16:creationId xmlns:a16="http://schemas.microsoft.com/office/drawing/2014/main" id="{B4CA064A-5360-42B7-AEDC-B654BEC2CC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8" name="直線コネクタ 122007">
                    <a:extLst>
                      <a:ext uri="{FF2B5EF4-FFF2-40B4-BE49-F238E27FC236}">
                        <a16:creationId xmlns:a16="http://schemas.microsoft.com/office/drawing/2014/main" id="{1705A586-4E04-4ECB-8E71-99F3C8376F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09" name="直線コネクタ 122008">
                    <a:extLst>
                      <a:ext uri="{FF2B5EF4-FFF2-40B4-BE49-F238E27FC236}">
                        <a16:creationId xmlns:a16="http://schemas.microsoft.com/office/drawing/2014/main" id="{19337750-8B25-4769-A30D-41BB856A00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0" name="直線コネクタ 122009">
                    <a:extLst>
                      <a:ext uri="{FF2B5EF4-FFF2-40B4-BE49-F238E27FC236}">
                        <a16:creationId xmlns:a16="http://schemas.microsoft.com/office/drawing/2014/main" id="{6E474F7D-79FE-4F87-80C8-048BE28BB5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1" name="直線コネクタ 122010">
                    <a:extLst>
                      <a:ext uri="{FF2B5EF4-FFF2-40B4-BE49-F238E27FC236}">
                        <a16:creationId xmlns:a16="http://schemas.microsoft.com/office/drawing/2014/main" id="{893B0979-20C4-4AB1-9739-788D295093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2" name="直線コネクタ 122011">
                    <a:extLst>
                      <a:ext uri="{FF2B5EF4-FFF2-40B4-BE49-F238E27FC236}">
                        <a16:creationId xmlns:a16="http://schemas.microsoft.com/office/drawing/2014/main" id="{B03B383B-3569-4484-A960-63365DFD5F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3" name="直線コネクタ 122012">
                    <a:extLst>
                      <a:ext uri="{FF2B5EF4-FFF2-40B4-BE49-F238E27FC236}">
                        <a16:creationId xmlns:a16="http://schemas.microsoft.com/office/drawing/2014/main" id="{1C81B73D-D45A-4094-959F-764756D0E6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4" name="直線コネクタ 122013">
                    <a:extLst>
                      <a:ext uri="{FF2B5EF4-FFF2-40B4-BE49-F238E27FC236}">
                        <a16:creationId xmlns:a16="http://schemas.microsoft.com/office/drawing/2014/main" id="{CE0F016A-80B6-400F-86DA-F81A64A491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5" name="直線コネクタ 122014">
                    <a:extLst>
                      <a:ext uri="{FF2B5EF4-FFF2-40B4-BE49-F238E27FC236}">
                        <a16:creationId xmlns:a16="http://schemas.microsoft.com/office/drawing/2014/main" id="{AFC4E942-7D76-419D-B212-1B98B9A28A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6" name="直線コネクタ 122015">
                    <a:extLst>
                      <a:ext uri="{FF2B5EF4-FFF2-40B4-BE49-F238E27FC236}">
                        <a16:creationId xmlns:a16="http://schemas.microsoft.com/office/drawing/2014/main" id="{9FD0558C-8A39-4505-A982-C30EF8E310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7" name="直線コネクタ 122016">
                    <a:extLst>
                      <a:ext uri="{FF2B5EF4-FFF2-40B4-BE49-F238E27FC236}">
                        <a16:creationId xmlns:a16="http://schemas.microsoft.com/office/drawing/2014/main" id="{E2BEFFB0-2870-4267-B75A-57F9A9A4E4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8" name="直線コネクタ 122017">
                    <a:extLst>
                      <a:ext uri="{FF2B5EF4-FFF2-40B4-BE49-F238E27FC236}">
                        <a16:creationId xmlns:a16="http://schemas.microsoft.com/office/drawing/2014/main" id="{1F76B2D5-0ABD-45F7-93A4-8673FDEDD7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19" name="直線コネクタ 122018">
                    <a:extLst>
                      <a:ext uri="{FF2B5EF4-FFF2-40B4-BE49-F238E27FC236}">
                        <a16:creationId xmlns:a16="http://schemas.microsoft.com/office/drawing/2014/main" id="{E66595B3-30FB-46CC-9EC0-239E65F0CC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0" name="直線コネクタ 122019">
                    <a:extLst>
                      <a:ext uri="{FF2B5EF4-FFF2-40B4-BE49-F238E27FC236}">
                        <a16:creationId xmlns:a16="http://schemas.microsoft.com/office/drawing/2014/main" id="{B5837AFA-6A60-403D-A438-FDE5E444E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1" name="直線コネクタ 122020">
                    <a:extLst>
                      <a:ext uri="{FF2B5EF4-FFF2-40B4-BE49-F238E27FC236}">
                        <a16:creationId xmlns:a16="http://schemas.microsoft.com/office/drawing/2014/main" id="{C92D9EDB-2AB5-4624-9B44-205452780C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2" name="直線コネクタ 122021">
                    <a:extLst>
                      <a:ext uri="{FF2B5EF4-FFF2-40B4-BE49-F238E27FC236}">
                        <a16:creationId xmlns:a16="http://schemas.microsoft.com/office/drawing/2014/main" id="{DECC04A1-64D8-4DCD-B743-CC06E12E1A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3" name="直線コネクタ 122022">
                    <a:extLst>
                      <a:ext uri="{FF2B5EF4-FFF2-40B4-BE49-F238E27FC236}">
                        <a16:creationId xmlns:a16="http://schemas.microsoft.com/office/drawing/2014/main" id="{A92E7357-20FD-4510-8F36-5442EC38A6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4" name="直線コネクタ 122023">
                    <a:extLst>
                      <a:ext uri="{FF2B5EF4-FFF2-40B4-BE49-F238E27FC236}">
                        <a16:creationId xmlns:a16="http://schemas.microsoft.com/office/drawing/2014/main" id="{802736E3-CA11-4A67-9A7D-FC9DBE9BA2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5" name="直線コネクタ 122024">
                    <a:extLst>
                      <a:ext uri="{FF2B5EF4-FFF2-40B4-BE49-F238E27FC236}">
                        <a16:creationId xmlns:a16="http://schemas.microsoft.com/office/drawing/2014/main" id="{707ACAE0-5ED8-4A9B-9EC5-97E00ACD83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6" name="直線コネクタ 122025">
                    <a:extLst>
                      <a:ext uri="{FF2B5EF4-FFF2-40B4-BE49-F238E27FC236}">
                        <a16:creationId xmlns:a16="http://schemas.microsoft.com/office/drawing/2014/main" id="{FC55F635-5EAA-44A5-96E1-3375D4D16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7" name="直線コネクタ 122026">
                    <a:extLst>
                      <a:ext uri="{FF2B5EF4-FFF2-40B4-BE49-F238E27FC236}">
                        <a16:creationId xmlns:a16="http://schemas.microsoft.com/office/drawing/2014/main" id="{37318643-759F-451A-B7C7-5868733EEA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8" name="直線コネクタ 122027">
                    <a:extLst>
                      <a:ext uri="{FF2B5EF4-FFF2-40B4-BE49-F238E27FC236}">
                        <a16:creationId xmlns:a16="http://schemas.microsoft.com/office/drawing/2014/main" id="{C810D696-0E41-48A8-9596-D4DA402EBA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29" name="直線コネクタ 122028">
                    <a:extLst>
                      <a:ext uri="{FF2B5EF4-FFF2-40B4-BE49-F238E27FC236}">
                        <a16:creationId xmlns:a16="http://schemas.microsoft.com/office/drawing/2014/main" id="{B1FC5401-55E6-42A4-90AA-AB8A6CB96A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030" name="直線コネクタ 122029">
                    <a:extLst>
                      <a:ext uri="{FF2B5EF4-FFF2-40B4-BE49-F238E27FC236}">
                        <a16:creationId xmlns:a16="http://schemas.microsoft.com/office/drawing/2014/main" id="{7D6D1875-2578-4CB6-8785-E490B659A6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2031" name="グループ化 122030">
                    <a:extLst>
                      <a:ext uri="{FF2B5EF4-FFF2-40B4-BE49-F238E27FC236}">
                        <a16:creationId xmlns:a16="http://schemas.microsoft.com/office/drawing/2014/main" id="{2B46F1E3-24BD-4602-919B-EA0F0EA62051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207" name="直線コネクタ 122206">
                      <a:extLst>
                        <a:ext uri="{FF2B5EF4-FFF2-40B4-BE49-F238E27FC236}">
                          <a16:creationId xmlns:a16="http://schemas.microsoft.com/office/drawing/2014/main" id="{75D80074-CB11-4431-A37C-51EB3FF838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08" name="直線コネクタ 122207">
                      <a:extLst>
                        <a:ext uri="{FF2B5EF4-FFF2-40B4-BE49-F238E27FC236}">
                          <a16:creationId xmlns:a16="http://schemas.microsoft.com/office/drawing/2014/main" id="{7CDF7893-C477-4545-A88C-1C5668F5A1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09" name="直線コネクタ 122208">
                      <a:extLst>
                        <a:ext uri="{FF2B5EF4-FFF2-40B4-BE49-F238E27FC236}">
                          <a16:creationId xmlns:a16="http://schemas.microsoft.com/office/drawing/2014/main" id="{62EFA17F-C9E9-4B8F-B562-4D50A6A7AE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0" name="直線コネクタ 122209">
                      <a:extLst>
                        <a:ext uri="{FF2B5EF4-FFF2-40B4-BE49-F238E27FC236}">
                          <a16:creationId xmlns:a16="http://schemas.microsoft.com/office/drawing/2014/main" id="{2FE6B7A0-C07D-4B92-8E36-8ACFEB8759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1" name="直線コネクタ 122210">
                      <a:extLst>
                        <a:ext uri="{FF2B5EF4-FFF2-40B4-BE49-F238E27FC236}">
                          <a16:creationId xmlns:a16="http://schemas.microsoft.com/office/drawing/2014/main" id="{2BDB9968-EB86-4BAC-A480-5A69EA3EC1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2" name="直線コネクタ 122211">
                      <a:extLst>
                        <a:ext uri="{FF2B5EF4-FFF2-40B4-BE49-F238E27FC236}">
                          <a16:creationId xmlns:a16="http://schemas.microsoft.com/office/drawing/2014/main" id="{027672ED-B185-4F6E-867D-9DE6C7CF48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3" name="直線コネクタ 122212">
                      <a:extLst>
                        <a:ext uri="{FF2B5EF4-FFF2-40B4-BE49-F238E27FC236}">
                          <a16:creationId xmlns:a16="http://schemas.microsoft.com/office/drawing/2014/main" id="{4C8AD642-C246-45D0-A30C-BDFE889EB4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4" name="直線コネクタ 122213">
                      <a:extLst>
                        <a:ext uri="{FF2B5EF4-FFF2-40B4-BE49-F238E27FC236}">
                          <a16:creationId xmlns:a16="http://schemas.microsoft.com/office/drawing/2014/main" id="{C10EDBDC-9F72-42D6-9465-B1D5DA5919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5" name="直線コネクタ 122214">
                      <a:extLst>
                        <a:ext uri="{FF2B5EF4-FFF2-40B4-BE49-F238E27FC236}">
                          <a16:creationId xmlns:a16="http://schemas.microsoft.com/office/drawing/2014/main" id="{9260A175-A9D3-434B-996E-C768AF0467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6" name="直線コネクタ 122215">
                      <a:extLst>
                        <a:ext uri="{FF2B5EF4-FFF2-40B4-BE49-F238E27FC236}">
                          <a16:creationId xmlns:a16="http://schemas.microsoft.com/office/drawing/2014/main" id="{B84C7260-B3BA-46CB-865B-BAF73F7AB8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7" name="直線コネクタ 122216">
                      <a:extLst>
                        <a:ext uri="{FF2B5EF4-FFF2-40B4-BE49-F238E27FC236}">
                          <a16:creationId xmlns:a16="http://schemas.microsoft.com/office/drawing/2014/main" id="{A2C1CA46-F56A-4769-B5AE-0F85E1D48F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8" name="直線コネクタ 122217">
                      <a:extLst>
                        <a:ext uri="{FF2B5EF4-FFF2-40B4-BE49-F238E27FC236}">
                          <a16:creationId xmlns:a16="http://schemas.microsoft.com/office/drawing/2014/main" id="{EF4C1F50-D912-426D-AE72-1855D3491F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19" name="直線コネクタ 122218">
                      <a:extLst>
                        <a:ext uri="{FF2B5EF4-FFF2-40B4-BE49-F238E27FC236}">
                          <a16:creationId xmlns:a16="http://schemas.microsoft.com/office/drawing/2014/main" id="{DA1A3C8A-D415-4EE4-8454-345CE1A918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0" name="直線コネクタ 122219">
                      <a:extLst>
                        <a:ext uri="{FF2B5EF4-FFF2-40B4-BE49-F238E27FC236}">
                          <a16:creationId xmlns:a16="http://schemas.microsoft.com/office/drawing/2014/main" id="{1645AFF7-3A4D-4FD6-9DD2-ABB6A21758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1" name="直線コネクタ 122220">
                      <a:extLst>
                        <a:ext uri="{FF2B5EF4-FFF2-40B4-BE49-F238E27FC236}">
                          <a16:creationId xmlns:a16="http://schemas.microsoft.com/office/drawing/2014/main" id="{CEBBB05A-BECE-49EB-9F0D-88A16378A5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2" name="直線コネクタ 122221">
                      <a:extLst>
                        <a:ext uri="{FF2B5EF4-FFF2-40B4-BE49-F238E27FC236}">
                          <a16:creationId xmlns:a16="http://schemas.microsoft.com/office/drawing/2014/main" id="{FDB485DD-5B84-4CD7-A06E-F39E578E23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3" name="直線コネクタ 122222">
                      <a:extLst>
                        <a:ext uri="{FF2B5EF4-FFF2-40B4-BE49-F238E27FC236}">
                          <a16:creationId xmlns:a16="http://schemas.microsoft.com/office/drawing/2014/main" id="{5961EFB8-C8A2-4B4A-938D-129D41CE1D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4" name="直線コネクタ 122223">
                      <a:extLst>
                        <a:ext uri="{FF2B5EF4-FFF2-40B4-BE49-F238E27FC236}">
                          <a16:creationId xmlns:a16="http://schemas.microsoft.com/office/drawing/2014/main" id="{2CC74AA5-FB6F-4F5A-B1CC-BBFDF034D4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5" name="直線コネクタ 122224">
                      <a:extLst>
                        <a:ext uri="{FF2B5EF4-FFF2-40B4-BE49-F238E27FC236}">
                          <a16:creationId xmlns:a16="http://schemas.microsoft.com/office/drawing/2014/main" id="{D8302371-F366-4129-B81C-18334D5A51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6" name="直線コネクタ 122225">
                      <a:extLst>
                        <a:ext uri="{FF2B5EF4-FFF2-40B4-BE49-F238E27FC236}">
                          <a16:creationId xmlns:a16="http://schemas.microsoft.com/office/drawing/2014/main" id="{AFC71AEE-0928-4E4C-97E7-220DC2983D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7" name="直線コネクタ 122226">
                      <a:extLst>
                        <a:ext uri="{FF2B5EF4-FFF2-40B4-BE49-F238E27FC236}">
                          <a16:creationId xmlns:a16="http://schemas.microsoft.com/office/drawing/2014/main" id="{E3BD8E4E-5503-4367-9E4F-BCE2E9A8ED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8" name="直線コネクタ 122227">
                      <a:extLst>
                        <a:ext uri="{FF2B5EF4-FFF2-40B4-BE49-F238E27FC236}">
                          <a16:creationId xmlns:a16="http://schemas.microsoft.com/office/drawing/2014/main" id="{CF6EB3C2-204D-47BE-B0B0-399A966D15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29" name="直線コネクタ 122228">
                      <a:extLst>
                        <a:ext uri="{FF2B5EF4-FFF2-40B4-BE49-F238E27FC236}">
                          <a16:creationId xmlns:a16="http://schemas.microsoft.com/office/drawing/2014/main" id="{6A5297CE-091A-46BE-80E2-A927846DEB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0" name="直線コネクタ 122229">
                      <a:extLst>
                        <a:ext uri="{FF2B5EF4-FFF2-40B4-BE49-F238E27FC236}">
                          <a16:creationId xmlns:a16="http://schemas.microsoft.com/office/drawing/2014/main" id="{00896B07-2AC5-4DBC-B69D-70B88B1E27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1" name="直線コネクタ 122230">
                      <a:extLst>
                        <a:ext uri="{FF2B5EF4-FFF2-40B4-BE49-F238E27FC236}">
                          <a16:creationId xmlns:a16="http://schemas.microsoft.com/office/drawing/2014/main" id="{18B05168-3D18-4C43-B681-638CD99B53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2" name="直線コネクタ 122231">
                      <a:extLst>
                        <a:ext uri="{FF2B5EF4-FFF2-40B4-BE49-F238E27FC236}">
                          <a16:creationId xmlns:a16="http://schemas.microsoft.com/office/drawing/2014/main" id="{36D5B74F-8E6C-4063-98E1-104D50F95A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3" name="直線コネクタ 122232">
                      <a:extLst>
                        <a:ext uri="{FF2B5EF4-FFF2-40B4-BE49-F238E27FC236}">
                          <a16:creationId xmlns:a16="http://schemas.microsoft.com/office/drawing/2014/main" id="{04023608-1C2B-4661-8759-633554F638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4" name="直線コネクタ 122233">
                      <a:extLst>
                        <a:ext uri="{FF2B5EF4-FFF2-40B4-BE49-F238E27FC236}">
                          <a16:creationId xmlns:a16="http://schemas.microsoft.com/office/drawing/2014/main" id="{F3E74D63-4CE7-4E87-934D-019FF2BDE4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5" name="直線コネクタ 122234">
                      <a:extLst>
                        <a:ext uri="{FF2B5EF4-FFF2-40B4-BE49-F238E27FC236}">
                          <a16:creationId xmlns:a16="http://schemas.microsoft.com/office/drawing/2014/main" id="{3950903C-35E1-4F15-9E6B-194D978689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6" name="直線コネクタ 122235">
                      <a:extLst>
                        <a:ext uri="{FF2B5EF4-FFF2-40B4-BE49-F238E27FC236}">
                          <a16:creationId xmlns:a16="http://schemas.microsoft.com/office/drawing/2014/main" id="{2669C031-8CA3-451E-BBA0-340C5C0F9D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7" name="直線コネクタ 122236">
                      <a:extLst>
                        <a:ext uri="{FF2B5EF4-FFF2-40B4-BE49-F238E27FC236}">
                          <a16:creationId xmlns:a16="http://schemas.microsoft.com/office/drawing/2014/main" id="{0522CABB-6163-4A78-B17D-4A8FEE14A4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8" name="直線コネクタ 122237">
                      <a:extLst>
                        <a:ext uri="{FF2B5EF4-FFF2-40B4-BE49-F238E27FC236}">
                          <a16:creationId xmlns:a16="http://schemas.microsoft.com/office/drawing/2014/main" id="{EECE8B67-377E-4ABB-8C46-A0BD6B1DBB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39" name="直線コネクタ 122238">
                      <a:extLst>
                        <a:ext uri="{FF2B5EF4-FFF2-40B4-BE49-F238E27FC236}">
                          <a16:creationId xmlns:a16="http://schemas.microsoft.com/office/drawing/2014/main" id="{7CDA75C9-B83D-4080-BF4F-6F98FA3EA5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0" name="直線コネクタ 122239">
                      <a:extLst>
                        <a:ext uri="{FF2B5EF4-FFF2-40B4-BE49-F238E27FC236}">
                          <a16:creationId xmlns:a16="http://schemas.microsoft.com/office/drawing/2014/main" id="{5EB96969-D525-45C9-8485-EFBD70C321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1" name="直線コネクタ 122240">
                      <a:extLst>
                        <a:ext uri="{FF2B5EF4-FFF2-40B4-BE49-F238E27FC236}">
                          <a16:creationId xmlns:a16="http://schemas.microsoft.com/office/drawing/2014/main" id="{17083506-C585-407E-80B1-6BC10C1C4A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2" name="直線コネクタ 122241">
                      <a:extLst>
                        <a:ext uri="{FF2B5EF4-FFF2-40B4-BE49-F238E27FC236}">
                          <a16:creationId xmlns:a16="http://schemas.microsoft.com/office/drawing/2014/main" id="{39DFF520-76DB-46A6-A21C-792DB8C68B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3" name="直線コネクタ 122242">
                      <a:extLst>
                        <a:ext uri="{FF2B5EF4-FFF2-40B4-BE49-F238E27FC236}">
                          <a16:creationId xmlns:a16="http://schemas.microsoft.com/office/drawing/2014/main" id="{BB3266C7-94E7-4157-868C-9F506D0CA5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4" name="直線コネクタ 122243">
                      <a:extLst>
                        <a:ext uri="{FF2B5EF4-FFF2-40B4-BE49-F238E27FC236}">
                          <a16:creationId xmlns:a16="http://schemas.microsoft.com/office/drawing/2014/main" id="{0580FF77-C688-4AE3-9369-5E112D8FBF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5" name="直線コネクタ 122244">
                      <a:extLst>
                        <a:ext uri="{FF2B5EF4-FFF2-40B4-BE49-F238E27FC236}">
                          <a16:creationId xmlns:a16="http://schemas.microsoft.com/office/drawing/2014/main" id="{9F22C855-D841-4B50-8F5C-EF5B85FF10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6" name="直線コネクタ 122245">
                      <a:extLst>
                        <a:ext uri="{FF2B5EF4-FFF2-40B4-BE49-F238E27FC236}">
                          <a16:creationId xmlns:a16="http://schemas.microsoft.com/office/drawing/2014/main" id="{EB4586C2-7F4E-4860-AC3B-7CA925D5E9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7" name="直線コネクタ 122246">
                      <a:extLst>
                        <a:ext uri="{FF2B5EF4-FFF2-40B4-BE49-F238E27FC236}">
                          <a16:creationId xmlns:a16="http://schemas.microsoft.com/office/drawing/2014/main" id="{31AB07A2-5A83-442A-81A1-890496BDFD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248" name="直線コネクタ 122247">
                      <a:extLst>
                        <a:ext uri="{FF2B5EF4-FFF2-40B4-BE49-F238E27FC236}">
                          <a16:creationId xmlns:a16="http://schemas.microsoft.com/office/drawing/2014/main" id="{E265328B-9113-42E0-BC97-3C8899635C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032" name="グループ化 122031">
                    <a:extLst>
                      <a:ext uri="{FF2B5EF4-FFF2-40B4-BE49-F238E27FC236}">
                        <a16:creationId xmlns:a16="http://schemas.microsoft.com/office/drawing/2014/main" id="{E8EDE297-F824-4E70-B641-C46CECEE3A8C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2198" name="正方形/長方形 122197">
                      <a:extLst>
                        <a:ext uri="{FF2B5EF4-FFF2-40B4-BE49-F238E27FC236}">
                          <a16:creationId xmlns:a16="http://schemas.microsoft.com/office/drawing/2014/main" id="{992E50C2-C83B-4D98-9757-42A002A76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199" name="正方形/長方形 122198">
                      <a:extLst>
                        <a:ext uri="{FF2B5EF4-FFF2-40B4-BE49-F238E27FC236}">
                          <a16:creationId xmlns:a16="http://schemas.microsoft.com/office/drawing/2014/main" id="{CD4F28EF-048D-4D00-ACE7-291C895CFF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200" name="正方形/長方形 122199">
                      <a:extLst>
                        <a:ext uri="{FF2B5EF4-FFF2-40B4-BE49-F238E27FC236}">
                          <a16:creationId xmlns:a16="http://schemas.microsoft.com/office/drawing/2014/main" id="{2D9A24DB-614B-403E-963B-57E5C93742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201" name="正方形/長方形 122200">
                      <a:extLst>
                        <a:ext uri="{FF2B5EF4-FFF2-40B4-BE49-F238E27FC236}">
                          <a16:creationId xmlns:a16="http://schemas.microsoft.com/office/drawing/2014/main" id="{3DC9B6BC-3954-41DC-B9D0-BABA25CCCE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202" name="正方形/長方形 122201">
                      <a:extLst>
                        <a:ext uri="{FF2B5EF4-FFF2-40B4-BE49-F238E27FC236}">
                          <a16:creationId xmlns:a16="http://schemas.microsoft.com/office/drawing/2014/main" id="{D00AFE18-98D5-49C7-B144-4F9B200287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203" name="正方形/長方形 122202">
                      <a:extLst>
                        <a:ext uri="{FF2B5EF4-FFF2-40B4-BE49-F238E27FC236}">
                          <a16:creationId xmlns:a16="http://schemas.microsoft.com/office/drawing/2014/main" id="{1F442068-C5A2-48AC-82B0-7E27F505107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204" name="正方形/長方形 122203">
                      <a:extLst>
                        <a:ext uri="{FF2B5EF4-FFF2-40B4-BE49-F238E27FC236}">
                          <a16:creationId xmlns:a16="http://schemas.microsoft.com/office/drawing/2014/main" id="{99F5D890-3713-47F6-8085-1388E87D2E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205" name="正方形/長方形 122204">
                      <a:extLst>
                        <a:ext uri="{FF2B5EF4-FFF2-40B4-BE49-F238E27FC236}">
                          <a16:creationId xmlns:a16="http://schemas.microsoft.com/office/drawing/2014/main" id="{14E41BCD-E2DC-44E3-A862-260C304D03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2206" name="正方形/長方形 122205">
                      <a:extLst>
                        <a:ext uri="{FF2B5EF4-FFF2-40B4-BE49-F238E27FC236}">
                          <a16:creationId xmlns:a16="http://schemas.microsoft.com/office/drawing/2014/main" id="{477F8DE7-2B8F-4E6D-921F-329E5A3ACD1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2033" name="グループ化 122032">
                    <a:extLst>
                      <a:ext uri="{FF2B5EF4-FFF2-40B4-BE49-F238E27FC236}">
                        <a16:creationId xmlns:a16="http://schemas.microsoft.com/office/drawing/2014/main" id="{75225CEC-B3B0-4F30-A877-D2769A9AD42F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190" name="直線コネクタ 122189">
                      <a:extLst>
                        <a:ext uri="{FF2B5EF4-FFF2-40B4-BE49-F238E27FC236}">
                          <a16:creationId xmlns:a16="http://schemas.microsoft.com/office/drawing/2014/main" id="{155E9C67-437A-4FEE-B32F-AED7B2303E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91" name="直線コネクタ 122190">
                      <a:extLst>
                        <a:ext uri="{FF2B5EF4-FFF2-40B4-BE49-F238E27FC236}">
                          <a16:creationId xmlns:a16="http://schemas.microsoft.com/office/drawing/2014/main" id="{6627A81C-7A89-4C97-AF2C-B181956DBD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92" name="直線コネクタ 122191">
                      <a:extLst>
                        <a:ext uri="{FF2B5EF4-FFF2-40B4-BE49-F238E27FC236}">
                          <a16:creationId xmlns:a16="http://schemas.microsoft.com/office/drawing/2014/main" id="{E7912DA8-E123-4962-9FB4-6AA6B6D13B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93" name="直線コネクタ 122192">
                      <a:extLst>
                        <a:ext uri="{FF2B5EF4-FFF2-40B4-BE49-F238E27FC236}">
                          <a16:creationId xmlns:a16="http://schemas.microsoft.com/office/drawing/2014/main" id="{F137758C-95D4-4CC5-89D2-4D39478AC8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94" name="直線コネクタ 122193">
                      <a:extLst>
                        <a:ext uri="{FF2B5EF4-FFF2-40B4-BE49-F238E27FC236}">
                          <a16:creationId xmlns:a16="http://schemas.microsoft.com/office/drawing/2014/main" id="{E4A8C90B-03CA-457C-9308-E32B19D9B4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95" name="直線コネクタ 122194">
                      <a:extLst>
                        <a:ext uri="{FF2B5EF4-FFF2-40B4-BE49-F238E27FC236}">
                          <a16:creationId xmlns:a16="http://schemas.microsoft.com/office/drawing/2014/main" id="{4F69BF2A-8752-460E-8B44-798DB9C60A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96" name="直線コネクタ 122195">
                      <a:extLst>
                        <a:ext uri="{FF2B5EF4-FFF2-40B4-BE49-F238E27FC236}">
                          <a16:creationId xmlns:a16="http://schemas.microsoft.com/office/drawing/2014/main" id="{744BE9CD-6FEC-4E39-B86F-2BEA71F1DF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97" name="直線コネクタ 122196">
                      <a:extLst>
                        <a:ext uri="{FF2B5EF4-FFF2-40B4-BE49-F238E27FC236}">
                          <a16:creationId xmlns:a16="http://schemas.microsoft.com/office/drawing/2014/main" id="{B9A0FDC5-82DB-473D-84A4-612E067A8B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034" name="グループ化 122033">
                    <a:extLst>
                      <a:ext uri="{FF2B5EF4-FFF2-40B4-BE49-F238E27FC236}">
                        <a16:creationId xmlns:a16="http://schemas.microsoft.com/office/drawing/2014/main" id="{53081AFF-B56F-49AA-8D36-2B12BEEEBFC1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182" name="直線コネクタ 122181">
                      <a:extLst>
                        <a:ext uri="{FF2B5EF4-FFF2-40B4-BE49-F238E27FC236}">
                          <a16:creationId xmlns:a16="http://schemas.microsoft.com/office/drawing/2014/main" id="{D1645586-DD3D-4100-8E7F-B05780F389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3" name="直線コネクタ 122182">
                      <a:extLst>
                        <a:ext uri="{FF2B5EF4-FFF2-40B4-BE49-F238E27FC236}">
                          <a16:creationId xmlns:a16="http://schemas.microsoft.com/office/drawing/2014/main" id="{83BD6FD2-011A-4519-821C-07739D409A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4" name="直線コネクタ 122183">
                      <a:extLst>
                        <a:ext uri="{FF2B5EF4-FFF2-40B4-BE49-F238E27FC236}">
                          <a16:creationId xmlns:a16="http://schemas.microsoft.com/office/drawing/2014/main" id="{71594BD6-F632-480B-90F2-D4A115E8EF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5" name="直線コネクタ 122184">
                      <a:extLst>
                        <a:ext uri="{FF2B5EF4-FFF2-40B4-BE49-F238E27FC236}">
                          <a16:creationId xmlns:a16="http://schemas.microsoft.com/office/drawing/2014/main" id="{49EDC953-8F4D-4767-AA6B-3BEF6F79D5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6" name="直線コネクタ 122185">
                      <a:extLst>
                        <a:ext uri="{FF2B5EF4-FFF2-40B4-BE49-F238E27FC236}">
                          <a16:creationId xmlns:a16="http://schemas.microsoft.com/office/drawing/2014/main" id="{D4D7E282-135F-4166-ACD5-6A970B4036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7" name="直線コネクタ 122186">
                      <a:extLst>
                        <a:ext uri="{FF2B5EF4-FFF2-40B4-BE49-F238E27FC236}">
                          <a16:creationId xmlns:a16="http://schemas.microsoft.com/office/drawing/2014/main" id="{7B5A9B76-F3BD-45DB-850D-54EF2B59A3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8" name="直線コネクタ 122187">
                      <a:extLst>
                        <a:ext uri="{FF2B5EF4-FFF2-40B4-BE49-F238E27FC236}">
                          <a16:creationId xmlns:a16="http://schemas.microsoft.com/office/drawing/2014/main" id="{51C2B7E6-4F7D-4109-A781-927E3AF935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9" name="直線コネクタ 122188">
                      <a:extLst>
                        <a:ext uri="{FF2B5EF4-FFF2-40B4-BE49-F238E27FC236}">
                          <a16:creationId xmlns:a16="http://schemas.microsoft.com/office/drawing/2014/main" id="{F5A80793-6F26-4841-99C9-8328003582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035" name="グループ化 122034">
                    <a:extLst>
                      <a:ext uri="{FF2B5EF4-FFF2-40B4-BE49-F238E27FC236}">
                        <a16:creationId xmlns:a16="http://schemas.microsoft.com/office/drawing/2014/main" id="{025D8307-AD41-4F58-80C3-D55749ADBBB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140" name="直線コネクタ 122139">
                      <a:extLst>
                        <a:ext uri="{FF2B5EF4-FFF2-40B4-BE49-F238E27FC236}">
                          <a16:creationId xmlns:a16="http://schemas.microsoft.com/office/drawing/2014/main" id="{B55C1180-37A2-48EB-826A-6D2106183D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1" name="直線コネクタ 122140">
                      <a:extLst>
                        <a:ext uri="{FF2B5EF4-FFF2-40B4-BE49-F238E27FC236}">
                          <a16:creationId xmlns:a16="http://schemas.microsoft.com/office/drawing/2014/main" id="{EADB13D8-7ED2-48B6-AB66-E716F615EC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2" name="直線コネクタ 122141">
                      <a:extLst>
                        <a:ext uri="{FF2B5EF4-FFF2-40B4-BE49-F238E27FC236}">
                          <a16:creationId xmlns:a16="http://schemas.microsoft.com/office/drawing/2014/main" id="{768939F5-31F8-4EC3-BEB6-713E9DC8E6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3" name="直線コネクタ 122142">
                      <a:extLst>
                        <a:ext uri="{FF2B5EF4-FFF2-40B4-BE49-F238E27FC236}">
                          <a16:creationId xmlns:a16="http://schemas.microsoft.com/office/drawing/2014/main" id="{BFA0B3F1-D236-4DF5-8309-E9ED911421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4" name="直線コネクタ 122143">
                      <a:extLst>
                        <a:ext uri="{FF2B5EF4-FFF2-40B4-BE49-F238E27FC236}">
                          <a16:creationId xmlns:a16="http://schemas.microsoft.com/office/drawing/2014/main" id="{BB2FBDDD-86E4-4604-895D-7589D0A41C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5" name="直線コネクタ 122144">
                      <a:extLst>
                        <a:ext uri="{FF2B5EF4-FFF2-40B4-BE49-F238E27FC236}">
                          <a16:creationId xmlns:a16="http://schemas.microsoft.com/office/drawing/2014/main" id="{68760D7E-D857-4274-A0BC-7D056F3D4C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6" name="直線コネクタ 122145">
                      <a:extLst>
                        <a:ext uri="{FF2B5EF4-FFF2-40B4-BE49-F238E27FC236}">
                          <a16:creationId xmlns:a16="http://schemas.microsoft.com/office/drawing/2014/main" id="{A8D24630-A474-4997-A2E9-A7895B0F00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7" name="直線コネクタ 122146">
                      <a:extLst>
                        <a:ext uri="{FF2B5EF4-FFF2-40B4-BE49-F238E27FC236}">
                          <a16:creationId xmlns:a16="http://schemas.microsoft.com/office/drawing/2014/main" id="{447215A3-7D89-4FD6-A985-9E6AA229BE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8" name="直線コネクタ 122147">
                      <a:extLst>
                        <a:ext uri="{FF2B5EF4-FFF2-40B4-BE49-F238E27FC236}">
                          <a16:creationId xmlns:a16="http://schemas.microsoft.com/office/drawing/2014/main" id="{B1582CB8-62AB-4EBC-8334-8609A53A3A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49" name="直線コネクタ 122148">
                      <a:extLst>
                        <a:ext uri="{FF2B5EF4-FFF2-40B4-BE49-F238E27FC236}">
                          <a16:creationId xmlns:a16="http://schemas.microsoft.com/office/drawing/2014/main" id="{FC17BE8B-EC03-4147-A041-69025FFCE8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0" name="直線コネクタ 122149">
                      <a:extLst>
                        <a:ext uri="{FF2B5EF4-FFF2-40B4-BE49-F238E27FC236}">
                          <a16:creationId xmlns:a16="http://schemas.microsoft.com/office/drawing/2014/main" id="{45D6BA67-8C49-4806-A871-8839AF60B2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1" name="直線コネクタ 122150">
                      <a:extLst>
                        <a:ext uri="{FF2B5EF4-FFF2-40B4-BE49-F238E27FC236}">
                          <a16:creationId xmlns:a16="http://schemas.microsoft.com/office/drawing/2014/main" id="{998AA233-89B2-4FAB-9848-59EBA715F6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2" name="直線コネクタ 122151">
                      <a:extLst>
                        <a:ext uri="{FF2B5EF4-FFF2-40B4-BE49-F238E27FC236}">
                          <a16:creationId xmlns:a16="http://schemas.microsoft.com/office/drawing/2014/main" id="{A3A3F176-E03F-49B2-8354-94A1D2D0BE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3" name="直線コネクタ 122152">
                      <a:extLst>
                        <a:ext uri="{FF2B5EF4-FFF2-40B4-BE49-F238E27FC236}">
                          <a16:creationId xmlns:a16="http://schemas.microsoft.com/office/drawing/2014/main" id="{01057E4D-C735-45CA-8FB3-79B1F8B95D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4" name="直線コネクタ 122153">
                      <a:extLst>
                        <a:ext uri="{FF2B5EF4-FFF2-40B4-BE49-F238E27FC236}">
                          <a16:creationId xmlns:a16="http://schemas.microsoft.com/office/drawing/2014/main" id="{B335C153-708D-4766-9A0F-FB73766E1A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5" name="直線コネクタ 122154">
                      <a:extLst>
                        <a:ext uri="{FF2B5EF4-FFF2-40B4-BE49-F238E27FC236}">
                          <a16:creationId xmlns:a16="http://schemas.microsoft.com/office/drawing/2014/main" id="{34C653D0-6B74-47F9-8478-6AE8078BCA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6" name="直線コネクタ 122155">
                      <a:extLst>
                        <a:ext uri="{FF2B5EF4-FFF2-40B4-BE49-F238E27FC236}">
                          <a16:creationId xmlns:a16="http://schemas.microsoft.com/office/drawing/2014/main" id="{4F497812-2340-4935-AC25-EF6290B299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7" name="直線コネクタ 122156">
                      <a:extLst>
                        <a:ext uri="{FF2B5EF4-FFF2-40B4-BE49-F238E27FC236}">
                          <a16:creationId xmlns:a16="http://schemas.microsoft.com/office/drawing/2014/main" id="{2E836DAC-2330-4759-87A3-4FB1BF5F72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8" name="直線コネクタ 122157">
                      <a:extLst>
                        <a:ext uri="{FF2B5EF4-FFF2-40B4-BE49-F238E27FC236}">
                          <a16:creationId xmlns:a16="http://schemas.microsoft.com/office/drawing/2014/main" id="{697081BD-7C64-453B-AC35-6C5494ECEB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59" name="直線コネクタ 122158">
                      <a:extLst>
                        <a:ext uri="{FF2B5EF4-FFF2-40B4-BE49-F238E27FC236}">
                          <a16:creationId xmlns:a16="http://schemas.microsoft.com/office/drawing/2014/main" id="{EEBEC204-6DAF-40A2-B934-F0FCB66CAD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0" name="直線コネクタ 122159">
                      <a:extLst>
                        <a:ext uri="{FF2B5EF4-FFF2-40B4-BE49-F238E27FC236}">
                          <a16:creationId xmlns:a16="http://schemas.microsoft.com/office/drawing/2014/main" id="{AB08AC37-7F35-4C85-AF67-D45EF7B6B7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1" name="直線コネクタ 122160">
                      <a:extLst>
                        <a:ext uri="{FF2B5EF4-FFF2-40B4-BE49-F238E27FC236}">
                          <a16:creationId xmlns:a16="http://schemas.microsoft.com/office/drawing/2014/main" id="{CE858961-1A48-4525-BA33-343A2FBC9B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2" name="直線コネクタ 122161">
                      <a:extLst>
                        <a:ext uri="{FF2B5EF4-FFF2-40B4-BE49-F238E27FC236}">
                          <a16:creationId xmlns:a16="http://schemas.microsoft.com/office/drawing/2014/main" id="{0DD8ACC1-E0E7-41F8-B3EC-C319B0283B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3" name="直線コネクタ 122162">
                      <a:extLst>
                        <a:ext uri="{FF2B5EF4-FFF2-40B4-BE49-F238E27FC236}">
                          <a16:creationId xmlns:a16="http://schemas.microsoft.com/office/drawing/2014/main" id="{83C05F02-BFD5-4865-B831-E61ACECFAD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4" name="直線コネクタ 122163">
                      <a:extLst>
                        <a:ext uri="{FF2B5EF4-FFF2-40B4-BE49-F238E27FC236}">
                          <a16:creationId xmlns:a16="http://schemas.microsoft.com/office/drawing/2014/main" id="{EDB54A30-F874-4276-A141-1275FA3A81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5" name="直線コネクタ 122164">
                      <a:extLst>
                        <a:ext uri="{FF2B5EF4-FFF2-40B4-BE49-F238E27FC236}">
                          <a16:creationId xmlns:a16="http://schemas.microsoft.com/office/drawing/2014/main" id="{7013F79A-A47C-4335-8385-03EA70C47C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6" name="直線コネクタ 122165">
                      <a:extLst>
                        <a:ext uri="{FF2B5EF4-FFF2-40B4-BE49-F238E27FC236}">
                          <a16:creationId xmlns:a16="http://schemas.microsoft.com/office/drawing/2014/main" id="{3E3EA92D-6A40-4EE1-836A-AC53F2FA09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7" name="直線コネクタ 122166">
                      <a:extLst>
                        <a:ext uri="{FF2B5EF4-FFF2-40B4-BE49-F238E27FC236}">
                          <a16:creationId xmlns:a16="http://schemas.microsoft.com/office/drawing/2014/main" id="{F0399642-67C8-44DA-BC79-B02EB40213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8" name="直線コネクタ 122167">
                      <a:extLst>
                        <a:ext uri="{FF2B5EF4-FFF2-40B4-BE49-F238E27FC236}">
                          <a16:creationId xmlns:a16="http://schemas.microsoft.com/office/drawing/2014/main" id="{9EDDBE20-38CE-410C-B3A3-1DAB22748D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69" name="直線コネクタ 122168">
                      <a:extLst>
                        <a:ext uri="{FF2B5EF4-FFF2-40B4-BE49-F238E27FC236}">
                          <a16:creationId xmlns:a16="http://schemas.microsoft.com/office/drawing/2014/main" id="{201850B5-7D75-4266-A09C-538C2E9A21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0" name="直線コネクタ 122169">
                      <a:extLst>
                        <a:ext uri="{FF2B5EF4-FFF2-40B4-BE49-F238E27FC236}">
                          <a16:creationId xmlns:a16="http://schemas.microsoft.com/office/drawing/2014/main" id="{60EB3136-DD8D-428F-BCA2-5F38F45E9C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1" name="直線コネクタ 122170">
                      <a:extLst>
                        <a:ext uri="{FF2B5EF4-FFF2-40B4-BE49-F238E27FC236}">
                          <a16:creationId xmlns:a16="http://schemas.microsoft.com/office/drawing/2014/main" id="{6A8CD19E-90B0-4E5E-8419-3D48C27B58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2" name="直線コネクタ 122171">
                      <a:extLst>
                        <a:ext uri="{FF2B5EF4-FFF2-40B4-BE49-F238E27FC236}">
                          <a16:creationId xmlns:a16="http://schemas.microsoft.com/office/drawing/2014/main" id="{9D0E0524-28FE-45EC-B638-7B1A88E00B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3" name="直線コネクタ 122172">
                      <a:extLst>
                        <a:ext uri="{FF2B5EF4-FFF2-40B4-BE49-F238E27FC236}">
                          <a16:creationId xmlns:a16="http://schemas.microsoft.com/office/drawing/2014/main" id="{62F9F8BB-86CF-4317-B039-59FC2C7795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4" name="直線コネクタ 122173">
                      <a:extLst>
                        <a:ext uri="{FF2B5EF4-FFF2-40B4-BE49-F238E27FC236}">
                          <a16:creationId xmlns:a16="http://schemas.microsoft.com/office/drawing/2014/main" id="{BF484D8D-00B7-4275-A48C-A8BB0D07A1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5" name="直線コネクタ 122174">
                      <a:extLst>
                        <a:ext uri="{FF2B5EF4-FFF2-40B4-BE49-F238E27FC236}">
                          <a16:creationId xmlns:a16="http://schemas.microsoft.com/office/drawing/2014/main" id="{01792847-D55A-478C-9EC4-FC5FF6C9F4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6" name="直線コネクタ 122175">
                      <a:extLst>
                        <a:ext uri="{FF2B5EF4-FFF2-40B4-BE49-F238E27FC236}">
                          <a16:creationId xmlns:a16="http://schemas.microsoft.com/office/drawing/2014/main" id="{3396F701-2412-4DCE-BED8-7D11AFB644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7" name="直線コネクタ 122176">
                      <a:extLst>
                        <a:ext uri="{FF2B5EF4-FFF2-40B4-BE49-F238E27FC236}">
                          <a16:creationId xmlns:a16="http://schemas.microsoft.com/office/drawing/2014/main" id="{996AB7B9-8F85-4506-8569-D63875F213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8" name="直線コネクタ 122177">
                      <a:extLst>
                        <a:ext uri="{FF2B5EF4-FFF2-40B4-BE49-F238E27FC236}">
                          <a16:creationId xmlns:a16="http://schemas.microsoft.com/office/drawing/2014/main" id="{51C29C75-7CBF-475A-A800-6632218351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79" name="直線コネクタ 122178">
                      <a:extLst>
                        <a:ext uri="{FF2B5EF4-FFF2-40B4-BE49-F238E27FC236}">
                          <a16:creationId xmlns:a16="http://schemas.microsoft.com/office/drawing/2014/main" id="{739B843A-A66F-46C5-A93D-7C67796BB4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0" name="直線コネクタ 122179">
                      <a:extLst>
                        <a:ext uri="{FF2B5EF4-FFF2-40B4-BE49-F238E27FC236}">
                          <a16:creationId xmlns:a16="http://schemas.microsoft.com/office/drawing/2014/main" id="{4CB285D3-AF5C-488A-A056-97B6334D3B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81" name="直線コネクタ 122180">
                      <a:extLst>
                        <a:ext uri="{FF2B5EF4-FFF2-40B4-BE49-F238E27FC236}">
                          <a16:creationId xmlns:a16="http://schemas.microsoft.com/office/drawing/2014/main" id="{2D5CF814-5E55-4C47-BABB-3E0F624371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036" name="グループ化 122035">
                    <a:extLst>
                      <a:ext uri="{FF2B5EF4-FFF2-40B4-BE49-F238E27FC236}">
                        <a16:creationId xmlns:a16="http://schemas.microsoft.com/office/drawing/2014/main" id="{E93C98AD-574C-423B-98FB-BD118C18CECA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098" name="直線コネクタ 122097">
                      <a:extLst>
                        <a:ext uri="{FF2B5EF4-FFF2-40B4-BE49-F238E27FC236}">
                          <a16:creationId xmlns:a16="http://schemas.microsoft.com/office/drawing/2014/main" id="{60227AD8-7978-4B8B-BC07-60E406E7A8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99" name="直線コネクタ 122098">
                      <a:extLst>
                        <a:ext uri="{FF2B5EF4-FFF2-40B4-BE49-F238E27FC236}">
                          <a16:creationId xmlns:a16="http://schemas.microsoft.com/office/drawing/2014/main" id="{0F6AA389-DA7C-4B72-ADFF-AC7A59616D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0" name="直線コネクタ 122099">
                      <a:extLst>
                        <a:ext uri="{FF2B5EF4-FFF2-40B4-BE49-F238E27FC236}">
                          <a16:creationId xmlns:a16="http://schemas.microsoft.com/office/drawing/2014/main" id="{65139B22-B8AD-4D5E-B4FE-F62D47CF08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1" name="直線コネクタ 122100">
                      <a:extLst>
                        <a:ext uri="{FF2B5EF4-FFF2-40B4-BE49-F238E27FC236}">
                          <a16:creationId xmlns:a16="http://schemas.microsoft.com/office/drawing/2014/main" id="{0769126A-5005-48C2-9EC1-F587449994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2" name="直線コネクタ 122101">
                      <a:extLst>
                        <a:ext uri="{FF2B5EF4-FFF2-40B4-BE49-F238E27FC236}">
                          <a16:creationId xmlns:a16="http://schemas.microsoft.com/office/drawing/2014/main" id="{72019792-E760-438C-8BDF-CACAF3ECFB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3" name="直線コネクタ 122102">
                      <a:extLst>
                        <a:ext uri="{FF2B5EF4-FFF2-40B4-BE49-F238E27FC236}">
                          <a16:creationId xmlns:a16="http://schemas.microsoft.com/office/drawing/2014/main" id="{CA657F8E-CCFC-4015-8588-6EAB28E2E6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4" name="直線コネクタ 122103">
                      <a:extLst>
                        <a:ext uri="{FF2B5EF4-FFF2-40B4-BE49-F238E27FC236}">
                          <a16:creationId xmlns:a16="http://schemas.microsoft.com/office/drawing/2014/main" id="{634F1F3C-7A5C-4D24-8D06-5DACF088A0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5" name="直線コネクタ 122104">
                      <a:extLst>
                        <a:ext uri="{FF2B5EF4-FFF2-40B4-BE49-F238E27FC236}">
                          <a16:creationId xmlns:a16="http://schemas.microsoft.com/office/drawing/2014/main" id="{D99FB461-A156-4048-9E60-2311E9FD6D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6" name="直線コネクタ 122105">
                      <a:extLst>
                        <a:ext uri="{FF2B5EF4-FFF2-40B4-BE49-F238E27FC236}">
                          <a16:creationId xmlns:a16="http://schemas.microsoft.com/office/drawing/2014/main" id="{D113B257-D375-4090-A094-B587085D37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7" name="直線コネクタ 122106">
                      <a:extLst>
                        <a:ext uri="{FF2B5EF4-FFF2-40B4-BE49-F238E27FC236}">
                          <a16:creationId xmlns:a16="http://schemas.microsoft.com/office/drawing/2014/main" id="{ACD99529-B403-469B-8197-96CDBEB39A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8" name="直線コネクタ 122107">
                      <a:extLst>
                        <a:ext uri="{FF2B5EF4-FFF2-40B4-BE49-F238E27FC236}">
                          <a16:creationId xmlns:a16="http://schemas.microsoft.com/office/drawing/2014/main" id="{8499C10D-5253-4725-9FE3-A981DAC86F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09" name="直線コネクタ 122108">
                      <a:extLst>
                        <a:ext uri="{FF2B5EF4-FFF2-40B4-BE49-F238E27FC236}">
                          <a16:creationId xmlns:a16="http://schemas.microsoft.com/office/drawing/2014/main" id="{A1DD1E1F-AC2F-44EE-B4F2-DDA1F303FF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0" name="直線コネクタ 122109">
                      <a:extLst>
                        <a:ext uri="{FF2B5EF4-FFF2-40B4-BE49-F238E27FC236}">
                          <a16:creationId xmlns:a16="http://schemas.microsoft.com/office/drawing/2014/main" id="{FA1A6617-69BA-4881-AD16-BF9575645A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1" name="直線コネクタ 122110">
                      <a:extLst>
                        <a:ext uri="{FF2B5EF4-FFF2-40B4-BE49-F238E27FC236}">
                          <a16:creationId xmlns:a16="http://schemas.microsoft.com/office/drawing/2014/main" id="{2555E706-4B63-4CD8-979C-AE18F16BEA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2" name="直線コネクタ 122111">
                      <a:extLst>
                        <a:ext uri="{FF2B5EF4-FFF2-40B4-BE49-F238E27FC236}">
                          <a16:creationId xmlns:a16="http://schemas.microsoft.com/office/drawing/2014/main" id="{74CBB54C-AB4C-4FFE-AC2B-48ADF2F93A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3" name="直線コネクタ 122112">
                      <a:extLst>
                        <a:ext uri="{FF2B5EF4-FFF2-40B4-BE49-F238E27FC236}">
                          <a16:creationId xmlns:a16="http://schemas.microsoft.com/office/drawing/2014/main" id="{D14C14CE-BA65-4D9F-9EC9-EAB3CC56F7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4" name="直線コネクタ 122113">
                      <a:extLst>
                        <a:ext uri="{FF2B5EF4-FFF2-40B4-BE49-F238E27FC236}">
                          <a16:creationId xmlns:a16="http://schemas.microsoft.com/office/drawing/2014/main" id="{0BE98312-E36F-4F0A-9E59-C46DEB0D77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5" name="直線コネクタ 122114">
                      <a:extLst>
                        <a:ext uri="{FF2B5EF4-FFF2-40B4-BE49-F238E27FC236}">
                          <a16:creationId xmlns:a16="http://schemas.microsoft.com/office/drawing/2014/main" id="{295A8E88-AC28-4C58-ABD3-1FB118B9CB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6" name="直線コネクタ 122115">
                      <a:extLst>
                        <a:ext uri="{FF2B5EF4-FFF2-40B4-BE49-F238E27FC236}">
                          <a16:creationId xmlns:a16="http://schemas.microsoft.com/office/drawing/2014/main" id="{7B6A86D3-37C0-4F48-B2E3-F9770C84D9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7" name="直線コネクタ 122116">
                      <a:extLst>
                        <a:ext uri="{FF2B5EF4-FFF2-40B4-BE49-F238E27FC236}">
                          <a16:creationId xmlns:a16="http://schemas.microsoft.com/office/drawing/2014/main" id="{4EC06B07-CD85-43AD-8394-8E84733087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8" name="直線コネクタ 122117">
                      <a:extLst>
                        <a:ext uri="{FF2B5EF4-FFF2-40B4-BE49-F238E27FC236}">
                          <a16:creationId xmlns:a16="http://schemas.microsoft.com/office/drawing/2014/main" id="{B2DDA795-EEA6-487D-BA86-EAB6980BF7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19" name="直線コネクタ 122118">
                      <a:extLst>
                        <a:ext uri="{FF2B5EF4-FFF2-40B4-BE49-F238E27FC236}">
                          <a16:creationId xmlns:a16="http://schemas.microsoft.com/office/drawing/2014/main" id="{CA3D71D1-161B-4BCE-95D5-87567FF1A0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0" name="直線コネクタ 122119">
                      <a:extLst>
                        <a:ext uri="{FF2B5EF4-FFF2-40B4-BE49-F238E27FC236}">
                          <a16:creationId xmlns:a16="http://schemas.microsoft.com/office/drawing/2014/main" id="{2810DFA4-B065-4AAD-AFF2-AF51CCE530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1" name="直線コネクタ 122120">
                      <a:extLst>
                        <a:ext uri="{FF2B5EF4-FFF2-40B4-BE49-F238E27FC236}">
                          <a16:creationId xmlns:a16="http://schemas.microsoft.com/office/drawing/2014/main" id="{9E9A5720-EFA2-4490-8E26-88D984A823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2" name="直線コネクタ 122121">
                      <a:extLst>
                        <a:ext uri="{FF2B5EF4-FFF2-40B4-BE49-F238E27FC236}">
                          <a16:creationId xmlns:a16="http://schemas.microsoft.com/office/drawing/2014/main" id="{8262550A-8852-4973-908E-AFEA9A58DB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3" name="直線コネクタ 122122">
                      <a:extLst>
                        <a:ext uri="{FF2B5EF4-FFF2-40B4-BE49-F238E27FC236}">
                          <a16:creationId xmlns:a16="http://schemas.microsoft.com/office/drawing/2014/main" id="{1B07680E-6458-4959-8B60-34F358BFB8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4" name="直線コネクタ 122123">
                      <a:extLst>
                        <a:ext uri="{FF2B5EF4-FFF2-40B4-BE49-F238E27FC236}">
                          <a16:creationId xmlns:a16="http://schemas.microsoft.com/office/drawing/2014/main" id="{08547797-F531-443B-8721-228E70AF0B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5" name="直線コネクタ 122124">
                      <a:extLst>
                        <a:ext uri="{FF2B5EF4-FFF2-40B4-BE49-F238E27FC236}">
                          <a16:creationId xmlns:a16="http://schemas.microsoft.com/office/drawing/2014/main" id="{8E36EDF2-18D6-47DF-A6D6-ABB9351F51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6" name="直線コネクタ 122125">
                      <a:extLst>
                        <a:ext uri="{FF2B5EF4-FFF2-40B4-BE49-F238E27FC236}">
                          <a16:creationId xmlns:a16="http://schemas.microsoft.com/office/drawing/2014/main" id="{8F0EC9A6-95A8-45D2-9EC0-27B0C6EC4C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7" name="直線コネクタ 122126">
                      <a:extLst>
                        <a:ext uri="{FF2B5EF4-FFF2-40B4-BE49-F238E27FC236}">
                          <a16:creationId xmlns:a16="http://schemas.microsoft.com/office/drawing/2014/main" id="{78F178AD-7DE5-4F4C-8128-DB016F28DE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8" name="直線コネクタ 122127">
                      <a:extLst>
                        <a:ext uri="{FF2B5EF4-FFF2-40B4-BE49-F238E27FC236}">
                          <a16:creationId xmlns:a16="http://schemas.microsoft.com/office/drawing/2014/main" id="{2115A6B4-9435-417C-95BF-531172539B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29" name="直線コネクタ 122128">
                      <a:extLst>
                        <a:ext uri="{FF2B5EF4-FFF2-40B4-BE49-F238E27FC236}">
                          <a16:creationId xmlns:a16="http://schemas.microsoft.com/office/drawing/2014/main" id="{2644A785-FDFD-4DB4-B385-E3F0C8AE2E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0" name="直線コネクタ 122129">
                      <a:extLst>
                        <a:ext uri="{FF2B5EF4-FFF2-40B4-BE49-F238E27FC236}">
                          <a16:creationId xmlns:a16="http://schemas.microsoft.com/office/drawing/2014/main" id="{550908C3-FC6E-4618-ABF8-7DAC500310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1" name="直線コネクタ 122130">
                      <a:extLst>
                        <a:ext uri="{FF2B5EF4-FFF2-40B4-BE49-F238E27FC236}">
                          <a16:creationId xmlns:a16="http://schemas.microsoft.com/office/drawing/2014/main" id="{0BBF9CD7-3B47-4C08-9A92-797AC71D0E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2" name="直線コネクタ 122131">
                      <a:extLst>
                        <a:ext uri="{FF2B5EF4-FFF2-40B4-BE49-F238E27FC236}">
                          <a16:creationId xmlns:a16="http://schemas.microsoft.com/office/drawing/2014/main" id="{F82C64AE-3084-4595-96D9-D2EC0E363E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3" name="直線コネクタ 122132">
                      <a:extLst>
                        <a:ext uri="{FF2B5EF4-FFF2-40B4-BE49-F238E27FC236}">
                          <a16:creationId xmlns:a16="http://schemas.microsoft.com/office/drawing/2014/main" id="{1D8C337B-E9A5-46AB-92C7-066FCCBD10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4" name="直線コネクタ 122133">
                      <a:extLst>
                        <a:ext uri="{FF2B5EF4-FFF2-40B4-BE49-F238E27FC236}">
                          <a16:creationId xmlns:a16="http://schemas.microsoft.com/office/drawing/2014/main" id="{CC871FF6-BFFC-496B-9663-CE3DEA0605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5" name="直線コネクタ 122134">
                      <a:extLst>
                        <a:ext uri="{FF2B5EF4-FFF2-40B4-BE49-F238E27FC236}">
                          <a16:creationId xmlns:a16="http://schemas.microsoft.com/office/drawing/2014/main" id="{BBC0F0B2-18C3-4A74-AEB1-8F8B827E18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6" name="直線コネクタ 122135">
                      <a:extLst>
                        <a:ext uri="{FF2B5EF4-FFF2-40B4-BE49-F238E27FC236}">
                          <a16:creationId xmlns:a16="http://schemas.microsoft.com/office/drawing/2014/main" id="{FA362A29-7AA1-43B5-B6C3-538843A9FF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7" name="直線コネクタ 122136">
                      <a:extLst>
                        <a:ext uri="{FF2B5EF4-FFF2-40B4-BE49-F238E27FC236}">
                          <a16:creationId xmlns:a16="http://schemas.microsoft.com/office/drawing/2014/main" id="{7815947A-D277-43EE-B633-74F5252FBA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8" name="直線コネクタ 122137">
                      <a:extLst>
                        <a:ext uri="{FF2B5EF4-FFF2-40B4-BE49-F238E27FC236}">
                          <a16:creationId xmlns:a16="http://schemas.microsoft.com/office/drawing/2014/main" id="{E7459FAD-D46F-42E8-A46D-2617AFEECF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139" name="直線コネクタ 122138">
                      <a:extLst>
                        <a:ext uri="{FF2B5EF4-FFF2-40B4-BE49-F238E27FC236}">
                          <a16:creationId xmlns:a16="http://schemas.microsoft.com/office/drawing/2014/main" id="{B4866584-7423-4476-B26D-4750EBD5CA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037" name="グループ化 122036">
                    <a:extLst>
                      <a:ext uri="{FF2B5EF4-FFF2-40B4-BE49-F238E27FC236}">
                        <a16:creationId xmlns:a16="http://schemas.microsoft.com/office/drawing/2014/main" id="{635049E0-4DD7-456D-970F-F8461A34FAE7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090" name="直線コネクタ 122089">
                      <a:extLst>
                        <a:ext uri="{FF2B5EF4-FFF2-40B4-BE49-F238E27FC236}">
                          <a16:creationId xmlns:a16="http://schemas.microsoft.com/office/drawing/2014/main" id="{C97BD632-6A19-4032-B419-169B589CA3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91" name="直線コネクタ 122090">
                      <a:extLst>
                        <a:ext uri="{FF2B5EF4-FFF2-40B4-BE49-F238E27FC236}">
                          <a16:creationId xmlns:a16="http://schemas.microsoft.com/office/drawing/2014/main" id="{A22D1BB7-46C8-411C-B34E-96B835180D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92" name="直線コネクタ 122091">
                      <a:extLst>
                        <a:ext uri="{FF2B5EF4-FFF2-40B4-BE49-F238E27FC236}">
                          <a16:creationId xmlns:a16="http://schemas.microsoft.com/office/drawing/2014/main" id="{E8CA6451-E051-4FB9-8012-8C81A51D1F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93" name="直線コネクタ 122092">
                      <a:extLst>
                        <a:ext uri="{FF2B5EF4-FFF2-40B4-BE49-F238E27FC236}">
                          <a16:creationId xmlns:a16="http://schemas.microsoft.com/office/drawing/2014/main" id="{8BBE69A1-98CF-45A5-A6FB-B6D8695CE7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94" name="直線コネクタ 122093">
                      <a:extLst>
                        <a:ext uri="{FF2B5EF4-FFF2-40B4-BE49-F238E27FC236}">
                          <a16:creationId xmlns:a16="http://schemas.microsoft.com/office/drawing/2014/main" id="{BC65D8AB-D094-4CEF-B6C1-0583AB47C7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95" name="直線コネクタ 122094">
                      <a:extLst>
                        <a:ext uri="{FF2B5EF4-FFF2-40B4-BE49-F238E27FC236}">
                          <a16:creationId xmlns:a16="http://schemas.microsoft.com/office/drawing/2014/main" id="{F51B779F-8760-4210-9F05-D338617BCA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96" name="直線コネクタ 122095">
                      <a:extLst>
                        <a:ext uri="{FF2B5EF4-FFF2-40B4-BE49-F238E27FC236}">
                          <a16:creationId xmlns:a16="http://schemas.microsoft.com/office/drawing/2014/main" id="{8FD0F5A6-EE60-44F2-8A7F-917C483FF7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97" name="直線コネクタ 122096">
                      <a:extLst>
                        <a:ext uri="{FF2B5EF4-FFF2-40B4-BE49-F238E27FC236}">
                          <a16:creationId xmlns:a16="http://schemas.microsoft.com/office/drawing/2014/main" id="{DA2DB05A-0971-4ABD-897E-4D6BFAE0B3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038" name="グループ化 122037">
                    <a:extLst>
                      <a:ext uri="{FF2B5EF4-FFF2-40B4-BE49-F238E27FC236}">
                        <a16:creationId xmlns:a16="http://schemas.microsoft.com/office/drawing/2014/main" id="{8D99E31B-BE09-493C-B171-DC792CB52995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2082" name="直線コネクタ 122081">
                      <a:extLst>
                        <a:ext uri="{FF2B5EF4-FFF2-40B4-BE49-F238E27FC236}">
                          <a16:creationId xmlns:a16="http://schemas.microsoft.com/office/drawing/2014/main" id="{CA793730-C4C9-4902-A577-58A09158F8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3" name="直線コネクタ 122082">
                      <a:extLst>
                        <a:ext uri="{FF2B5EF4-FFF2-40B4-BE49-F238E27FC236}">
                          <a16:creationId xmlns:a16="http://schemas.microsoft.com/office/drawing/2014/main" id="{53559212-B6D4-4BB2-AC49-BD5C5D672D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4" name="直線コネクタ 122083">
                      <a:extLst>
                        <a:ext uri="{FF2B5EF4-FFF2-40B4-BE49-F238E27FC236}">
                          <a16:creationId xmlns:a16="http://schemas.microsoft.com/office/drawing/2014/main" id="{BEEECA87-D863-4091-9CCD-EEA1B70FD2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5" name="直線コネクタ 122084">
                      <a:extLst>
                        <a:ext uri="{FF2B5EF4-FFF2-40B4-BE49-F238E27FC236}">
                          <a16:creationId xmlns:a16="http://schemas.microsoft.com/office/drawing/2014/main" id="{29B620D4-7B82-4CEC-9447-0C8F43F15E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6" name="直線コネクタ 122085">
                      <a:extLst>
                        <a:ext uri="{FF2B5EF4-FFF2-40B4-BE49-F238E27FC236}">
                          <a16:creationId xmlns:a16="http://schemas.microsoft.com/office/drawing/2014/main" id="{A93933C4-C813-49EA-9E38-7A1D11EF8F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7" name="直線コネクタ 122086">
                      <a:extLst>
                        <a:ext uri="{FF2B5EF4-FFF2-40B4-BE49-F238E27FC236}">
                          <a16:creationId xmlns:a16="http://schemas.microsoft.com/office/drawing/2014/main" id="{1EA07CD9-BBA9-4714-A020-F5F9289B96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8" name="直線コネクタ 122087">
                      <a:extLst>
                        <a:ext uri="{FF2B5EF4-FFF2-40B4-BE49-F238E27FC236}">
                          <a16:creationId xmlns:a16="http://schemas.microsoft.com/office/drawing/2014/main" id="{A78935C3-5A74-40CE-9D51-FE90D97D7C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9" name="直線コネクタ 122088">
                      <a:extLst>
                        <a:ext uri="{FF2B5EF4-FFF2-40B4-BE49-F238E27FC236}">
                          <a16:creationId xmlns:a16="http://schemas.microsoft.com/office/drawing/2014/main" id="{152340C6-36EB-4312-A3C5-5C4DD70F1A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2039" name="グループ化 122038">
                    <a:extLst>
                      <a:ext uri="{FF2B5EF4-FFF2-40B4-BE49-F238E27FC236}">
                        <a16:creationId xmlns:a16="http://schemas.microsoft.com/office/drawing/2014/main" id="{D1C88BF1-3B21-45A1-9D07-0B8A921386F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2040" name="直線コネクタ 122039">
                      <a:extLst>
                        <a:ext uri="{FF2B5EF4-FFF2-40B4-BE49-F238E27FC236}">
                          <a16:creationId xmlns:a16="http://schemas.microsoft.com/office/drawing/2014/main" id="{E0B68BE5-4867-4025-BCCF-5EBFB2AD42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1" name="直線コネクタ 122040">
                      <a:extLst>
                        <a:ext uri="{FF2B5EF4-FFF2-40B4-BE49-F238E27FC236}">
                          <a16:creationId xmlns:a16="http://schemas.microsoft.com/office/drawing/2014/main" id="{2875132C-CC3C-4B7B-ADCC-64CBF2CC92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2" name="直線コネクタ 122041">
                      <a:extLst>
                        <a:ext uri="{FF2B5EF4-FFF2-40B4-BE49-F238E27FC236}">
                          <a16:creationId xmlns:a16="http://schemas.microsoft.com/office/drawing/2014/main" id="{03CD5C53-0BF4-4B71-834D-5398ADFDDF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3" name="直線コネクタ 122042">
                      <a:extLst>
                        <a:ext uri="{FF2B5EF4-FFF2-40B4-BE49-F238E27FC236}">
                          <a16:creationId xmlns:a16="http://schemas.microsoft.com/office/drawing/2014/main" id="{B0C99126-A878-4DB3-B48D-B4D26A4A03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4" name="直線コネクタ 122043">
                      <a:extLst>
                        <a:ext uri="{FF2B5EF4-FFF2-40B4-BE49-F238E27FC236}">
                          <a16:creationId xmlns:a16="http://schemas.microsoft.com/office/drawing/2014/main" id="{E8B00B04-9036-4903-BD72-D5F34260D4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5" name="直線コネクタ 122044">
                      <a:extLst>
                        <a:ext uri="{FF2B5EF4-FFF2-40B4-BE49-F238E27FC236}">
                          <a16:creationId xmlns:a16="http://schemas.microsoft.com/office/drawing/2014/main" id="{305754E4-F698-44B8-ADC6-9149C11BCC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6" name="直線コネクタ 122045">
                      <a:extLst>
                        <a:ext uri="{FF2B5EF4-FFF2-40B4-BE49-F238E27FC236}">
                          <a16:creationId xmlns:a16="http://schemas.microsoft.com/office/drawing/2014/main" id="{30DD486E-F783-484B-8A93-7B7EADAB14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7" name="直線コネクタ 122046">
                      <a:extLst>
                        <a:ext uri="{FF2B5EF4-FFF2-40B4-BE49-F238E27FC236}">
                          <a16:creationId xmlns:a16="http://schemas.microsoft.com/office/drawing/2014/main" id="{6D2125D7-1900-4B5C-8DE9-6DA608814A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8" name="直線コネクタ 122047">
                      <a:extLst>
                        <a:ext uri="{FF2B5EF4-FFF2-40B4-BE49-F238E27FC236}">
                          <a16:creationId xmlns:a16="http://schemas.microsoft.com/office/drawing/2014/main" id="{EAB0017D-7F52-4E73-8173-609308A742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49" name="直線コネクタ 122048">
                      <a:extLst>
                        <a:ext uri="{FF2B5EF4-FFF2-40B4-BE49-F238E27FC236}">
                          <a16:creationId xmlns:a16="http://schemas.microsoft.com/office/drawing/2014/main" id="{5BDCC122-AB2A-4640-BA50-EE3E2F8130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0" name="直線コネクタ 122049">
                      <a:extLst>
                        <a:ext uri="{FF2B5EF4-FFF2-40B4-BE49-F238E27FC236}">
                          <a16:creationId xmlns:a16="http://schemas.microsoft.com/office/drawing/2014/main" id="{4BF7F380-0950-4869-8C9E-80C626A546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1" name="直線コネクタ 122050">
                      <a:extLst>
                        <a:ext uri="{FF2B5EF4-FFF2-40B4-BE49-F238E27FC236}">
                          <a16:creationId xmlns:a16="http://schemas.microsoft.com/office/drawing/2014/main" id="{23CBCD4A-84DE-4C93-B625-6D63B20A48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2" name="直線コネクタ 122051">
                      <a:extLst>
                        <a:ext uri="{FF2B5EF4-FFF2-40B4-BE49-F238E27FC236}">
                          <a16:creationId xmlns:a16="http://schemas.microsoft.com/office/drawing/2014/main" id="{8FF7A6FB-FE9E-4CBA-B7CE-ADC065C4C6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3" name="直線コネクタ 122052">
                      <a:extLst>
                        <a:ext uri="{FF2B5EF4-FFF2-40B4-BE49-F238E27FC236}">
                          <a16:creationId xmlns:a16="http://schemas.microsoft.com/office/drawing/2014/main" id="{403EE928-E23B-462D-B851-17FAFC72CB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4" name="直線コネクタ 122053">
                      <a:extLst>
                        <a:ext uri="{FF2B5EF4-FFF2-40B4-BE49-F238E27FC236}">
                          <a16:creationId xmlns:a16="http://schemas.microsoft.com/office/drawing/2014/main" id="{8BCFFBF9-1731-48C0-B38D-DD06115D28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5" name="直線コネクタ 122054">
                      <a:extLst>
                        <a:ext uri="{FF2B5EF4-FFF2-40B4-BE49-F238E27FC236}">
                          <a16:creationId xmlns:a16="http://schemas.microsoft.com/office/drawing/2014/main" id="{4FC2A8D2-014D-40D8-B4B2-E4E04113A4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6" name="直線コネクタ 122055">
                      <a:extLst>
                        <a:ext uri="{FF2B5EF4-FFF2-40B4-BE49-F238E27FC236}">
                          <a16:creationId xmlns:a16="http://schemas.microsoft.com/office/drawing/2014/main" id="{0843520F-8E11-4440-B8CB-48174EABED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7" name="直線コネクタ 122056">
                      <a:extLst>
                        <a:ext uri="{FF2B5EF4-FFF2-40B4-BE49-F238E27FC236}">
                          <a16:creationId xmlns:a16="http://schemas.microsoft.com/office/drawing/2014/main" id="{80751313-11BB-4CB9-8F1E-C743702FA3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8" name="直線コネクタ 122057">
                      <a:extLst>
                        <a:ext uri="{FF2B5EF4-FFF2-40B4-BE49-F238E27FC236}">
                          <a16:creationId xmlns:a16="http://schemas.microsoft.com/office/drawing/2014/main" id="{90356592-585B-4489-A6AF-3B12C4C670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59" name="直線コネクタ 122058">
                      <a:extLst>
                        <a:ext uri="{FF2B5EF4-FFF2-40B4-BE49-F238E27FC236}">
                          <a16:creationId xmlns:a16="http://schemas.microsoft.com/office/drawing/2014/main" id="{D2AD94F9-9EB7-49D0-8B61-71D98BB6F9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0" name="直線コネクタ 122059">
                      <a:extLst>
                        <a:ext uri="{FF2B5EF4-FFF2-40B4-BE49-F238E27FC236}">
                          <a16:creationId xmlns:a16="http://schemas.microsoft.com/office/drawing/2014/main" id="{FD8E5745-42C6-4BFA-ACEA-182118EE61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1" name="直線コネクタ 122060">
                      <a:extLst>
                        <a:ext uri="{FF2B5EF4-FFF2-40B4-BE49-F238E27FC236}">
                          <a16:creationId xmlns:a16="http://schemas.microsoft.com/office/drawing/2014/main" id="{B55F1608-B3E3-41FA-A4C3-458EBE5B97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2" name="直線コネクタ 122061">
                      <a:extLst>
                        <a:ext uri="{FF2B5EF4-FFF2-40B4-BE49-F238E27FC236}">
                          <a16:creationId xmlns:a16="http://schemas.microsoft.com/office/drawing/2014/main" id="{4FD22463-61FB-410A-BC65-433220200E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3" name="直線コネクタ 122062">
                      <a:extLst>
                        <a:ext uri="{FF2B5EF4-FFF2-40B4-BE49-F238E27FC236}">
                          <a16:creationId xmlns:a16="http://schemas.microsoft.com/office/drawing/2014/main" id="{29B5A2CF-97AC-4F28-9FB2-23F489D150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4" name="直線コネクタ 122063">
                      <a:extLst>
                        <a:ext uri="{FF2B5EF4-FFF2-40B4-BE49-F238E27FC236}">
                          <a16:creationId xmlns:a16="http://schemas.microsoft.com/office/drawing/2014/main" id="{7233A3AD-4BBA-47A3-B6BD-D02C7D8E89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5" name="直線コネクタ 122064">
                      <a:extLst>
                        <a:ext uri="{FF2B5EF4-FFF2-40B4-BE49-F238E27FC236}">
                          <a16:creationId xmlns:a16="http://schemas.microsoft.com/office/drawing/2014/main" id="{696E5D81-4798-47D6-A798-47A9BC0466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6" name="直線コネクタ 122065">
                      <a:extLst>
                        <a:ext uri="{FF2B5EF4-FFF2-40B4-BE49-F238E27FC236}">
                          <a16:creationId xmlns:a16="http://schemas.microsoft.com/office/drawing/2014/main" id="{DCE6AD98-4360-41BC-9687-3D3D9AFEFB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7" name="直線コネクタ 122066">
                      <a:extLst>
                        <a:ext uri="{FF2B5EF4-FFF2-40B4-BE49-F238E27FC236}">
                          <a16:creationId xmlns:a16="http://schemas.microsoft.com/office/drawing/2014/main" id="{1C0102D1-0071-4DDD-88E4-812B4DCD15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8" name="直線コネクタ 122067">
                      <a:extLst>
                        <a:ext uri="{FF2B5EF4-FFF2-40B4-BE49-F238E27FC236}">
                          <a16:creationId xmlns:a16="http://schemas.microsoft.com/office/drawing/2014/main" id="{C2982AA1-D6B7-49FD-ABDA-9249D6B471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69" name="直線コネクタ 122068">
                      <a:extLst>
                        <a:ext uri="{FF2B5EF4-FFF2-40B4-BE49-F238E27FC236}">
                          <a16:creationId xmlns:a16="http://schemas.microsoft.com/office/drawing/2014/main" id="{93B203DD-CBED-4819-AE14-30E6EBED88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0" name="直線コネクタ 122069">
                      <a:extLst>
                        <a:ext uri="{FF2B5EF4-FFF2-40B4-BE49-F238E27FC236}">
                          <a16:creationId xmlns:a16="http://schemas.microsoft.com/office/drawing/2014/main" id="{88B62DBD-335A-465A-B80F-E8435693B6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1" name="直線コネクタ 122070">
                      <a:extLst>
                        <a:ext uri="{FF2B5EF4-FFF2-40B4-BE49-F238E27FC236}">
                          <a16:creationId xmlns:a16="http://schemas.microsoft.com/office/drawing/2014/main" id="{E2BFEC22-4B10-4301-A5C4-ED38406C1D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2" name="直線コネクタ 122071">
                      <a:extLst>
                        <a:ext uri="{FF2B5EF4-FFF2-40B4-BE49-F238E27FC236}">
                          <a16:creationId xmlns:a16="http://schemas.microsoft.com/office/drawing/2014/main" id="{E587B860-709F-4BD5-94AC-D953C4A839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3" name="直線コネクタ 122072">
                      <a:extLst>
                        <a:ext uri="{FF2B5EF4-FFF2-40B4-BE49-F238E27FC236}">
                          <a16:creationId xmlns:a16="http://schemas.microsoft.com/office/drawing/2014/main" id="{DFDD6A67-8457-4894-9221-DB5652AF67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4" name="直線コネクタ 122073">
                      <a:extLst>
                        <a:ext uri="{FF2B5EF4-FFF2-40B4-BE49-F238E27FC236}">
                          <a16:creationId xmlns:a16="http://schemas.microsoft.com/office/drawing/2014/main" id="{F6045573-C962-4B35-8E2A-EC29AED270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5" name="直線コネクタ 122074">
                      <a:extLst>
                        <a:ext uri="{FF2B5EF4-FFF2-40B4-BE49-F238E27FC236}">
                          <a16:creationId xmlns:a16="http://schemas.microsoft.com/office/drawing/2014/main" id="{EBEFF43F-7318-4E89-8B2D-644C28D3B6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6" name="直線コネクタ 122075">
                      <a:extLst>
                        <a:ext uri="{FF2B5EF4-FFF2-40B4-BE49-F238E27FC236}">
                          <a16:creationId xmlns:a16="http://schemas.microsoft.com/office/drawing/2014/main" id="{D779172A-45B1-40F0-ABCD-5122421F7D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7" name="直線コネクタ 122076">
                      <a:extLst>
                        <a:ext uri="{FF2B5EF4-FFF2-40B4-BE49-F238E27FC236}">
                          <a16:creationId xmlns:a16="http://schemas.microsoft.com/office/drawing/2014/main" id="{1CD7613C-5938-40B8-8652-2820E951B4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8" name="直線コネクタ 122077">
                      <a:extLst>
                        <a:ext uri="{FF2B5EF4-FFF2-40B4-BE49-F238E27FC236}">
                          <a16:creationId xmlns:a16="http://schemas.microsoft.com/office/drawing/2014/main" id="{9EF55E9A-DBE6-4F08-8B6F-F6235869AE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79" name="直線コネクタ 122078">
                      <a:extLst>
                        <a:ext uri="{FF2B5EF4-FFF2-40B4-BE49-F238E27FC236}">
                          <a16:creationId xmlns:a16="http://schemas.microsoft.com/office/drawing/2014/main" id="{A9953159-753B-4D04-B073-C8EFCB2CF3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0" name="直線コネクタ 122079">
                      <a:extLst>
                        <a:ext uri="{FF2B5EF4-FFF2-40B4-BE49-F238E27FC236}">
                          <a16:creationId xmlns:a16="http://schemas.microsoft.com/office/drawing/2014/main" id="{FEE65C12-E893-4F4C-99B3-2A1B8B26AF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2081" name="直線コネクタ 122080">
                      <a:extLst>
                        <a:ext uri="{FF2B5EF4-FFF2-40B4-BE49-F238E27FC236}">
                          <a16:creationId xmlns:a16="http://schemas.microsoft.com/office/drawing/2014/main" id="{D871DA78-5905-441A-BED1-13ECD9C184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0" name="グループ化 118399">
                  <a:extLst>
                    <a:ext uri="{FF2B5EF4-FFF2-40B4-BE49-F238E27FC236}">
                      <a16:creationId xmlns:a16="http://schemas.microsoft.com/office/drawing/2014/main" id="{467F6BA4-95DE-4FAC-8792-38C80CA86C4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137228" y="5137081"/>
                  <a:ext cx="525307" cy="525600"/>
                  <a:chOff x="4287481" y="4286224"/>
                  <a:chExt cx="2227978" cy="2229219"/>
                </a:xfrm>
              </p:grpSpPr>
              <p:cxnSp>
                <p:nvCxnSpPr>
                  <p:cNvPr id="121481" name="直線コネクタ 121480">
                    <a:extLst>
                      <a:ext uri="{FF2B5EF4-FFF2-40B4-BE49-F238E27FC236}">
                        <a16:creationId xmlns:a16="http://schemas.microsoft.com/office/drawing/2014/main" id="{448D6FC7-375B-49CF-958E-9760ADF4CE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82" name="直線コネクタ 121481">
                    <a:extLst>
                      <a:ext uri="{FF2B5EF4-FFF2-40B4-BE49-F238E27FC236}">
                        <a16:creationId xmlns:a16="http://schemas.microsoft.com/office/drawing/2014/main" id="{397C5CFA-EBB6-4780-8ECE-7B65DE4B21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83" name="直線コネクタ 121482">
                    <a:extLst>
                      <a:ext uri="{FF2B5EF4-FFF2-40B4-BE49-F238E27FC236}">
                        <a16:creationId xmlns:a16="http://schemas.microsoft.com/office/drawing/2014/main" id="{48AB1556-308A-4831-AFA9-6906AB36CF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84" name="直線コネクタ 121483">
                    <a:extLst>
                      <a:ext uri="{FF2B5EF4-FFF2-40B4-BE49-F238E27FC236}">
                        <a16:creationId xmlns:a16="http://schemas.microsoft.com/office/drawing/2014/main" id="{A8E3E136-6DEE-48A0-8F06-707EA3B068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85" name="直線コネクタ 121484">
                    <a:extLst>
                      <a:ext uri="{FF2B5EF4-FFF2-40B4-BE49-F238E27FC236}">
                        <a16:creationId xmlns:a16="http://schemas.microsoft.com/office/drawing/2014/main" id="{6B271EF1-9857-4547-AAD6-D5B479C50D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86" name="直線コネクタ 121485">
                    <a:extLst>
                      <a:ext uri="{FF2B5EF4-FFF2-40B4-BE49-F238E27FC236}">
                        <a16:creationId xmlns:a16="http://schemas.microsoft.com/office/drawing/2014/main" id="{FB065E62-3E09-4745-9C76-5FDB62491F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87" name="直線コネクタ 121486">
                    <a:extLst>
                      <a:ext uri="{FF2B5EF4-FFF2-40B4-BE49-F238E27FC236}">
                        <a16:creationId xmlns:a16="http://schemas.microsoft.com/office/drawing/2014/main" id="{DD2A4E9E-DA39-49A8-9C3F-B7E27E7DA4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88" name="直線コネクタ 121487">
                    <a:extLst>
                      <a:ext uri="{FF2B5EF4-FFF2-40B4-BE49-F238E27FC236}">
                        <a16:creationId xmlns:a16="http://schemas.microsoft.com/office/drawing/2014/main" id="{CC882B05-5079-4383-986F-146E7176E3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89" name="直線コネクタ 121488">
                    <a:extLst>
                      <a:ext uri="{FF2B5EF4-FFF2-40B4-BE49-F238E27FC236}">
                        <a16:creationId xmlns:a16="http://schemas.microsoft.com/office/drawing/2014/main" id="{70F34676-F7BF-48D3-98E9-FFC13F79A3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0" name="直線コネクタ 121489">
                    <a:extLst>
                      <a:ext uri="{FF2B5EF4-FFF2-40B4-BE49-F238E27FC236}">
                        <a16:creationId xmlns:a16="http://schemas.microsoft.com/office/drawing/2014/main" id="{7E69C772-9301-4326-A12C-C47F234AE39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1" name="直線コネクタ 121490">
                    <a:extLst>
                      <a:ext uri="{FF2B5EF4-FFF2-40B4-BE49-F238E27FC236}">
                        <a16:creationId xmlns:a16="http://schemas.microsoft.com/office/drawing/2014/main" id="{DC3B137F-A3BC-4767-A8E6-5A6F26D0762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2" name="直線コネクタ 121491">
                    <a:extLst>
                      <a:ext uri="{FF2B5EF4-FFF2-40B4-BE49-F238E27FC236}">
                        <a16:creationId xmlns:a16="http://schemas.microsoft.com/office/drawing/2014/main" id="{AE857D2A-BFA7-4B3F-BFD5-A64DD892DE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3" name="直線コネクタ 121492">
                    <a:extLst>
                      <a:ext uri="{FF2B5EF4-FFF2-40B4-BE49-F238E27FC236}">
                        <a16:creationId xmlns:a16="http://schemas.microsoft.com/office/drawing/2014/main" id="{F2D7612C-F8AA-4884-86C6-400673FA0CE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4" name="直線コネクタ 121493">
                    <a:extLst>
                      <a:ext uri="{FF2B5EF4-FFF2-40B4-BE49-F238E27FC236}">
                        <a16:creationId xmlns:a16="http://schemas.microsoft.com/office/drawing/2014/main" id="{FF0A8174-845F-45AA-B9C1-1A1CF7879A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5" name="直線コネクタ 121494">
                    <a:extLst>
                      <a:ext uri="{FF2B5EF4-FFF2-40B4-BE49-F238E27FC236}">
                        <a16:creationId xmlns:a16="http://schemas.microsoft.com/office/drawing/2014/main" id="{3C0B5E78-E27D-49B3-8B55-D630410EF0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6" name="直線コネクタ 121495">
                    <a:extLst>
                      <a:ext uri="{FF2B5EF4-FFF2-40B4-BE49-F238E27FC236}">
                        <a16:creationId xmlns:a16="http://schemas.microsoft.com/office/drawing/2014/main" id="{C9E7F7A7-8259-4833-B5F8-4C2F1A9E2A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7" name="直線コネクタ 121496">
                    <a:extLst>
                      <a:ext uri="{FF2B5EF4-FFF2-40B4-BE49-F238E27FC236}">
                        <a16:creationId xmlns:a16="http://schemas.microsoft.com/office/drawing/2014/main" id="{B3AD74A2-7CDB-4BEC-833E-07C50C4C50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8" name="直線コネクタ 121497">
                    <a:extLst>
                      <a:ext uri="{FF2B5EF4-FFF2-40B4-BE49-F238E27FC236}">
                        <a16:creationId xmlns:a16="http://schemas.microsoft.com/office/drawing/2014/main" id="{0CA2C99A-B582-4E79-9045-29BD733614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499" name="直線コネクタ 121498">
                    <a:extLst>
                      <a:ext uri="{FF2B5EF4-FFF2-40B4-BE49-F238E27FC236}">
                        <a16:creationId xmlns:a16="http://schemas.microsoft.com/office/drawing/2014/main" id="{878DC755-7BCF-487F-9B7C-8DCEC5BE8B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0" name="直線コネクタ 121499">
                    <a:extLst>
                      <a:ext uri="{FF2B5EF4-FFF2-40B4-BE49-F238E27FC236}">
                        <a16:creationId xmlns:a16="http://schemas.microsoft.com/office/drawing/2014/main" id="{49A51924-3136-4B0E-9632-BDBDDF27DD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1" name="直線コネクタ 121500">
                    <a:extLst>
                      <a:ext uri="{FF2B5EF4-FFF2-40B4-BE49-F238E27FC236}">
                        <a16:creationId xmlns:a16="http://schemas.microsoft.com/office/drawing/2014/main" id="{DC60EF65-C9F8-45C5-B7E8-041B2C24B8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2" name="直線コネクタ 121501">
                    <a:extLst>
                      <a:ext uri="{FF2B5EF4-FFF2-40B4-BE49-F238E27FC236}">
                        <a16:creationId xmlns:a16="http://schemas.microsoft.com/office/drawing/2014/main" id="{37F8E826-D9B4-4938-8986-4DEC5D8FF5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3" name="直線コネクタ 121502">
                    <a:extLst>
                      <a:ext uri="{FF2B5EF4-FFF2-40B4-BE49-F238E27FC236}">
                        <a16:creationId xmlns:a16="http://schemas.microsoft.com/office/drawing/2014/main" id="{415F80F1-4006-4F79-AE75-A0F570325D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4" name="直線コネクタ 121503">
                    <a:extLst>
                      <a:ext uri="{FF2B5EF4-FFF2-40B4-BE49-F238E27FC236}">
                        <a16:creationId xmlns:a16="http://schemas.microsoft.com/office/drawing/2014/main" id="{F7F6444D-F38B-48ED-8560-BA63C15600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5" name="直線コネクタ 121504">
                    <a:extLst>
                      <a:ext uri="{FF2B5EF4-FFF2-40B4-BE49-F238E27FC236}">
                        <a16:creationId xmlns:a16="http://schemas.microsoft.com/office/drawing/2014/main" id="{0BFD8465-E046-4EE3-B222-1C7262E62F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6" name="直線コネクタ 121505">
                    <a:extLst>
                      <a:ext uri="{FF2B5EF4-FFF2-40B4-BE49-F238E27FC236}">
                        <a16:creationId xmlns:a16="http://schemas.microsoft.com/office/drawing/2014/main" id="{8B73F0A0-B983-46AF-8E99-38BCF34705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7" name="直線コネクタ 121506">
                    <a:extLst>
                      <a:ext uri="{FF2B5EF4-FFF2-40B4-BE49-F238E27FC236}">
                        <a16:creationId xmlns:a16="http://schemas.microsoft.com/office/drawing/2014/main" id="{662BA44E-AAC2-47B5-81B0-9AD895717E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8" name="直線コネクタ 121507">
                    <a:extLst>
                      <a:ext uri="{FF2B5EF4-FFF2-40B4-BE49-F238E27FC236}">
                        <a16:creationId xmlns:a16="http://schemas.microsoft.com/office/drawing/2014/main" id="{31CC047A-D1DE-415A-9701-2215DA3B29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09" name="直線コネクタ 121508">
                    <a:extLst>
                      <a:ext uri="{FF2B5EF4-FFF2-40B4-BE49-F238E27FC236}">
                        <a16:creationId xmlns:a16="http://schemas.microsoft.com/office/drawing/2014/main" id="{E418117B-B543-4252-8350-8AA4B572C8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0" name="直線コネクタ 121509">
                    <a:extLst>
                      <a:ext uri="{FF2B5EF4-FFF2-40B4-BE49-F238E27FC236}">
                        <a16:creationId xmlns:a16="http://schemas.microsoft.com/office/drawing/2014/main" id="{B60F8263-DC77-4065-A9D1-16FE3CE581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1" name="直線コネクタ 121510">
                    <a:extLst>
                      <a:ext uri="{FF2B5EF4-FFF2-40B4-BE49-F238E27FC236}">
                        <a16:creationId xmlns:a16="http://schemas.microsoft.com/office/drawing/2014/main" id="{786CD56F-B86C-4E25-AC52-2E7615F075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2" name="直線コネクタ 121511">
                    <a:extLst>
                      <a:ext uri="{FF2B5EF4-FFF2-40B4-BE49-F238E27FC236}">
                        <a16:creationId xmlns:a16="http://schemas.microsoft.com/office/drawing/2014/main" id="{7F44FC5B-5007-4909-A5CE-46B0BD369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3" name="直線コネクタ 121512">
                    <a:extLst>
                      <a:ext uri="{FF2B5EF4-FFF2-40B4-BE49-F238E27FC236}">
                        <a16:creationId xmlns:a16="http://schemas.microsoft.com/office/drawing/2014/main" id="{8104255F-BD81-494F-A850-68435840D1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4" name="直線コネクタ 121513">
                    <a:extLst>
                      <a:ext uri="{FF2B5EF4-FFF2-40B4-BE49-F238E27FC236}">
                        <a16:creationId xmlns:a16="http://schemas.microsoft.com/office/drawing/2014/main" id="{2A618E65-8EF1-4182-A7B7-5DBB27297B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5" name="直線コネクタ 121514">
                    <a:extLst>
                      <a:ext uri="{FF2B5EF4-FFF2-40B4-BE49-F238E27FC236}">
                        <a16:creationId xmlns:a16="http://schemas.microsoft.com/office/drawing/2014/main" id="{659A970D-735C-4126-AE2D-7AA3DE32FF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6" name="直線コネクタ 121515">
                    <a:extLst>
                      <a:ext uri="{FF2B5EF4-FFF2-40B4-BE49-F238E27FC236}">
                        <a16:creationId xmlns:a16="http://schemas.microsoft.com/office/drawing/2014/main" id="{532B7A75-B42A-4436-9323-5E91CD7837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7" name="直線コネクタ 121516">
                    <a:extLst>
                      <a:ext uri="{FF2B5EF4-FFF2-40B4-BE49-F238E27FC236}">
                        <a16:creationId xmlns:a16="http://schemas.microsoft.com/office/drawing/2014/main" id="{EC26404C-D219-4D39-B1A5-ED75E0D542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8" name="直線コネクタ 121517">
                    <a:extLst>
                      <a:ext uri="{FF2B5EF4-FFF2-40B4-BE49-F238E27FC236}">
                        <a16:creationId xmlns:a16="http://schemas.microsoft.com/office/drawing/2014/main" id="{173B958D-64AF-42A5-A8B8-66D72D2B1C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19" name="直線コネクタ 121518">
                    <a:extLst>
                      <a:ext uri="{FF2B5EF4-FFF2-40B4-BE49-F238E27FC236}">
                        <a16:creationId xmlns:a16="http://schemas.microsoft.com/office/drawing/2014/main" id="{642134C5-8417-48A2-A511-94311F3F12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0" name="直線コネクタ 121519">
                    <a:extLst>
                      <a:ext uri="{FF2B5EF4-FFF2-40B4-BE49-F238E27FC236}">
                        <a16:creationId xmlns:a16="http://schemas.microsoft.com/office/drawing/2014/main" id="{F936C8C3-31B1-4C4C-86C2-1CF78E3A49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1" name="直線コネクタ 121520">
                    <a:extLst>
                      <a:ext uri="{FF2B5EF4-FFF2-40B4-BE49-F238E27FC236}">
                        <a16:creationId xmlns:a16="http://schemas.microsoft.com/office/drawing/2014/main" id="{C7921DA3-9897-4B8A-90F7-96B0F0654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2" name="直線コネクタ 121521">
                    <a:extLst>
                      <a:ext uri="{FF2B5EF4-FFF2-40B4-BE49-F238E27FC236}">
                        <a16:creationId xmlns:a16="http://schemas.microsoft.com/office/drawing/2014/main" id="{FFDDCDEA-1E60-4D78-8A26-11D28285CF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3" name="直線コネクタ 121522">
                    <a:extLst>
                      <a:ext uri="{FF2B5EF4-FFF2-40B4-BE49-F238E27FC236}">
                        <a16:creationId xmlns:a16="http://schemas.microsoft.com/office/drawing/2014/main" id="{43ABE56E-5250-4D92-82A2-A96A2377DA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4" name="直線コネクタ 121523">
                    <a:extLst>
                      <a:ext uri="{FF2B5EF4-FFF2-40B4-BE49-F238E27FC236}">
                        <a16:creationId xmlns:a16="http://schemas.microsoft.com/office/drawing/2014/main" id="{3F2543E0-D46F-4E1D-A890-E360E957318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5" name="直線コネクタ 121524">
                    <a:extLst>
                      <a:ext uri="{FF2B5EF4-FFF2-40B4-BE49-F238E27FC236}">
                        <a16:creationId xmlns:a16="http://schemas.microsoft.com/office/drawing/2014/main" id="{ACCCC6AC-B8FA-4376-A8DA-E24AA93166D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6" name="直線コネクタ 121525">
                    <a:extLst>
                      <a:ext uri="{FF2B5EF4-FFF2-40B4-BE49-F238E27FC236}">
                        <a16:creationId xmlns:a16="http://schemas.microsoft.com/office/drawing/2014/main" id="{F01C94FB-51C4-4029-8ED8-9C8EC2BCAB1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7" name="直線コネクタ 121526">
                    <a:extLst>
                      <a:ext uri="{FF2B5EF4-FFF2-40B4-BE49-F238E27FC236}">
                        <a16:creationId xmlns:a16="http://schemas.microsoft.com/office/drawing/2014/main" id="{FC945162-D502-4D3F-A834-D3BEDB4D60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8" name="直線コネクタ 121527">
                    <a:extLst>
                      <a:ext uri="{FF2B5EF4-FFF2-40B4-BE49-F238E27FC236}">
                        <a16:creationId xmlns:a16="http://schemas.microsoft.com/office/drawing/2014/main" id="{53F8EF23-97D7-40D9-A3E9-092F1A46BA2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29" name="直線コネクタ 121528">
                    <a:extLst>
                      <a:ext uri="{FF2B5EF4-FFF2-40B4-BE49-F238E27FC236}">
                        <a16:creationId xmlns:a16="http://schemas.microsoft.com/office/drawing/2014/main" id="{3C01D845-03F9-42BB-A620-0BBAB99CD0B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0" name="直線コネクタ 121529">
                    <a:extLst>
                      <a:ext uri="{FF2B5EF4-FFF2-40B4-BE49-F238E27FC236}">
                        <a16:creationId xmlns:a16="http://schemas.microsoft.com/office/drawing/2014/main" id="{F0C737A9-56CC-4103-94D5-36CEE7F4F29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1" name="直線コネクタ 121530">
                    <a:extLst>
                      <a:ext uri="{FF2B5EF4-FFF2-40B4-BE49-F238E27FC236}">
                        <a16:creationId xmlns:a16="http://schemas.microsoft.com/office/drawing/2014/main" id="{0B8967D6-D9A8-4A0D-9675-10C7C7ABE47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2" name="直線コネクタ 121531">
                    <a:extLst>
                      <a:ext uri="{FF2B5EF4-FFF2-40B4-BE49-F238E27FC236}">
                        <a16:creationId xmlns:a16="http://schemas.microsoft.com/office/drawing/2014/main" id="{FD9146C1-A574-4F15-8614-43E1F52D480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3" name="直線コネクタ 121532">
                    <a:extLst>
                      <a:ext uri="{FF2B5EF4-FFF2-40B4-BE49-F238E27FC236}">
                        <a16:creationId xmlns:a16="http://schemas.microsoft.com/office/drawing/2014/main" id="{85D1E001-EE6A-416E-8A20-FF615515D0A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4" name="直線コネクタ 121533">
                    <a:extLst>
                      <a:ext uri="{FF2B5EF4-FFF2-40B4-BE49-F238E27FC236}">
                        <a16:creationId xmlns:a16="http://schemas.microsoft.com/office/drawing/2014/main" id="{CDC9BD6F-C0B9-4F58-A2AF-35223B48B0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5" name="直線コネクタ 121534">
                    <a:extLst>
                      <a:ext uri="{FF2B5EF4-FFF2-40B4-BE49-F238E27FC236}">
                        <a16:creationId xmlns:a16="http://schemas.microsoft.com/office/drawing/2014/main" id="{A85684FB-D261-4CD9-BE5A-BD606A8EBD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6" name="直線コネクタ 121535">
                    <a:extLst>
                      <a:ext uri="{FF2B5EF4-FFF2-40B4-BE49-F238E27FC236}">
                        <a16:creationId xmlns:a16="http://schemas.microsoft.com/office/drawing/2014/main" id="{B5F323A9-329D-43AF-A15B-62D3DF70F3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7" name="直線コネクタ 121536">
                    <a:extLst>
                      <a:ext uri="{FF2B5EF4-FFF2-40B4-BE49-F238E27FC236}">
                        <a16:creationId xmlns:a16="http://schemas.microsoft.com/office/drawing/2014/main" id="{49D39B72-ACC5-4B96-BCCC-70BE3B2AB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8" name="直線コネクタ 121537">
                    <a:extLst>
                      <a:ext uri="{FF2B5EF4-FFF2-40B4-BE49-F238E27FC236}">
                        <a16:creationId xmlns:a16="http://schemas.microsoft.com/office/drawing/2014/main" id="{691A5255-9410-48C0-B3B4-CDC2CB9B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39" name="直線コネクタ 121538">
                    <a:extLst>
                      <a:ext uri="{FF2B5EF4-FFF2-40B4-BE49-F238E27FC236}">
                        <a16:creationId xmlns:a16="http://schemas.microsoft.com/office/drawing/2014/main" id="{73432B2C-6958-4461-B1A9-97FE12D1B4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0" name="直線コネクタ 121539">
                    <a:extLst>
                      <a:ext uri="{FF2B5EF4-FFF2-40B4-BE49-F238E27FC236}">
                        <a16:creationId xmlns:a16="http://schemas.microsoft.com/office/drawing/2014/main" id="{4DDFFBAE-2538-4640-AE53-3CAC8C19D5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1" name="直線コネクタ 121540">
                    <a:extLst>
                      <a:ext uri="{FF2B5EF4-FFF2-40B4-BE49-F238E27FC236}">
                        <a16:creationId xmlns:a16="http://schemas.microsoft.com/office/drawing/2014/main" id="{06BF8053-AB5B-4451-9CC8-15D3FF6671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2" name="直線コネクタ 121541">
                    <a:extLst>
                      <a:ext uri="{FF2B5EF4-FFF2-40B4-BE49-F238E27FC236}">
                        <a16:creationId xmlns:a16="http://schemas.microsoft.com/office/drawing/2014/main" id="{C48EAABB-31ED-4716-B04D-EBD95DCE88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3" name="直線コネクタ 121542">
                    <a:extLst>
                      <a:ext uri="{FF2B5EF4-FFF2-40B4-BE49-F238E27FC236}">
                        <a16:creationId xmlns:a16="http://schemas.microsoft.com/office/drawing/2014/main" id="{EFADFE12-2A7C-4730-98B8-65F275E48B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4" name="直線コネクタ 121543">
                    <a:extLst>
                      <a:ext uri="{FF2B5EF4-FFF2-40B4-BE49-F238E27FC236}">
                        <a16:creationId xmlns:a16="http://schemas.microsoft.com/office/drawing/2014/main" id="{9FF6A305-4F22-4516-BBC3-2B75BC7C52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5" name="直線コネクタ 121544">
                    <a:extLst>
                      <a:ext uri="{FF2B5EF4-FFF2-40B4-BE49-F238E27FC236}">
                        <a16:creationId xmlns:a16="http://schemas.microsoft.com/office/drawing/2014/main" id="{C29A4DA7-7F5C-4A73-9BAA-5A401644FF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6" name="直線コネクタ 121545">
                    <a:extLst>
                      <a:ext uri="{FF2B5EF4-FFF2-40B4-BE49-F238E27FC236}">
                        <a16:creationId xmlns:a16="http://schemas.microsoft.com/office/drawing/2014/main" id="{D8E75B7C-BA84-425A-AC11-CFCBD60E6A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7" name="直線コネクタ 121546">
                    <a:extLst>
                      <a:ext uri="{FF2B5EF4-FFF2-40B4-BE49-F238E27FC236}">
                        <a16:creationId xmlns:a16="http://schemas.microsoft.com/office/drawing/2014/main" id="{14A2443C-5630-42A0-9C66-2B21E4B4A2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8" name="直線コネクタ 121547">
                    <a:extLst>
                      <a:ext uri="{FF2B5EF4-FFF2-40B4-BE49-F238E27FC236}">
                        <a16:creationId xmlns:a16="http://schemas.microsoft.com/office/drawing/2014/main" id="{B3FF1C4A-1B23-4705-A65A-43F03472B0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49" name="直線コネクタ 121548">
                    <a:extLst>
                      <a:ext uri="{FF2B5EF4-FFF2-40B4-BE49-F238E27FC236}">
                        <a16:creationId xmlns:a16="http://schemas.microsoft.com/office/drawing/2014/main" id="{FBC1F2B0-B024-4DBB-85FE-FE8EFC2953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0" name="直線コネクタ 121549">
                    <a:extLst>
                      <a:ext uri="{FF2B5EF4-FFF2-40B4-BE49-F238E27FC236}">
                        <a16:creationId xmlns:a16="http://schemas.microsoft.com/office/drawing/2014/main" id="{ABF1506B-B7BE-4C0D-880A-B950B92A4C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1" name="直線コネクタ 121550">
                    <a:extLst>
                      <a:ext uri="{FF2B5EF4-FFF2-40B4-BE49-F238E27FC236}">
                        <a16:creationId xmlns:a16="http://schemas.microsoft.com/office/drawing/2014/main" id="{A0C7C429-11F7-4F96-8F2F-1154B433A1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2" name="直線コネクタ 121551">
                    <a:extLst>
                      <a:ext uri="{FF2B5EF4-FFF2-40B4-BE49-F238E27FC236}">
                        <a16:creationId xmlns:a16="http://schemas.microsoft.com/office/drawing/2014/main" id="{DA5A5A4F-3B40-4833-836F-E6DB9227D7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3" name="直線コネクタ 121552">
                    <a:extLst>
                      <a:ext uri="{FF2B5EF4-FFF2-40B4-BE49-F238E27FC236}">
                        <a16:creationId xmlns:a16="http://schemas.microsoft.com/office/drawing/2014/main" id="{F13A8C6E-8D89-4FBA-A3E8-F0A205B9C6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4" name="直線コネクタ 121553">
                    <a:extLst>
                      <a:ext uri="{FF2B5EF4-FFF2-40B4-BE49-F238E27FC236}">
                        <a16:creationId xmlns:a16="http://schemas.microsoft.com/office/drawing/2014/main" id="{142CF4B0-A70D-424F-B80B-9609B35C34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5" name="直線コネクタ 121554">
                    <a:extLst>
                      <a:ext uri="{FF2B5EF4-FFF2-40B4-BE49-F238E27FC236}">
                        <a16:creationId xmlns:a16="http://schemas.microsoft.com/office/drawing/2014/main" id="{98AEB2B9-4525-4A2A-B70D-8E5723DC4B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6" name="直線コネクタ 121555">
                    <a:extLst>
                      <a:ext uri="{FF2B5EF4-FFF2-40B4-BE49-F238E27FC236}">
                        <a16:creationId xmlns:a16="http://schemas.microsoft.com/office/drawing/2014/main" id="{CC6BF28C-67B1-4F3C-AB29-8DB9F1650B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7" name="直線コネクタ 121556">
                    <a:extLst>
                      <a:ext uri="{FF2B5EF4-FFF2-40B4-BE49-F238E27FC236}">
                        <a16:creationId xmlns:a16="http://schemas.microsoft.com/office/drawing/2014/main" id="{80199F23-4D01-4979-9E00-4951AE1CE6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8" name="直線コネクタ 121557">
                    <a:extLst>
                      <a:ext uri="{FF2B5EF4-FFF2-40B4-BE49-F238E27FC236}">
                        <a16:creationId xmlns:a16="http://schemas.microsoft.com/office/drawing/2014/main" id="{71241644-40BE-429A-A59E-D4A991AB19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59" name="直線コネクタ 121558">
                    <a:extLst>
                      <a:ext uri="{FF2B5EF4-FFF2-40B4-BE49-F238E27FC236}">
                        <a16:creationId xmlns:a16="http://schemas.microsoft.com/office/drawing/2014/main" id="{6DB266B9-62EB-47C2-97DB-12466252A9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0" name="直線コネクタ 121559">
                    <a:extLst>
                      <a:ext uri="{FF2B5EF4-FFF2-40B4-BE49-F238E27FC236}">
                        <a16:creationId xmlns:a16="http://schemas.microsoft.com/office/drawing/2014/main" id="{43AF8755-ACB0-4BEE-9D80-1B2F54D2A2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1" name="直線コネクタ 121560">
                    <a:extLst>
                      <a:ext uri="{FF2B5EF4-FFF2-40B4-BE49-F238E27FC236}">
                        <a16:creationId xmlns:a16="http://schemas.microsoft.com/office/drawing/2014/main" id="{2070E0F9-2F52-43B2-BFB5-95962F267C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2" name="直線コネクタ 121561">
                    <a:extLst>
                      <a:ext uri="{FF2B5EF4-FFF2-40B4-BE49-F238E27FC236}">
                        <a16:creationId xmlns:a16="http://schemas.microsoft.com/office/drawing/2014/main" id="{137654FE-B272-49B6-9638-89CFA05396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3" name="直線コネクタ 121562">
                    <a:extLst>
                      <a:ext uri="{FF2B5EF4-FFF2-40B4-BE49-F238E27FC236}">
                        <a16:creationId xmlns:a16="http://schemas.microsoft.com/office/drawing/2014/main" id="{06783ADA-D6D8-42A8-AD99-7106725D5C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4" name="直線コネクタ 121563">
                    <a:extLst>
                      <a:ext uri="{FF2B5EF4-FFF2-40B4-BE49-F238E27FC236}">
                        <a16:creationId xmlns:a16="http://schemas.microsoft.com/office/drawing/2014/main" id="{64A04F9B-5C0F-4E8D-9FF1-E118751B17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5" name="直線コネクタ 121564">
                    <a:extLst>
                      <a:ext uri="{FF2B5EF4-FFF2-40B4-BE49-F238E27FC236}">
                        <a16:creationId xmlns:a16="http://schemas.microsoft.com/office/drawing/2014/main" id="{EAEF1A53-58E9-4D1E-8D71-EA9DB2B667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6" name="直線コネクタ 121565">
                    <a:extLst>
                      <a:ext uri="{FF2B5EF4-FFF2-40B4-BE49-F238E27FC236}">
                        <a16:creationId xmlns:a16="http://schemas.microsoft.com/office/drawing/2014/main" id="{CA4660AC-5E75-406A-8223-F34A3DFE6B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7" name="直線コネクタ 121566">
                    <a:extLst>
                      <a:ext uri="{FF2B5EF4-FFF2-40B4-BE49-F238E27FC236}">
                        <a16:creationId xmlns:a16="http://schemas.microsoft.com/office/drawing/2014/main" id="{D0E02334-001E-47AA-9A54-709B194D9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8" name="直線コネクタ 121567">
                    <a:extLst>
                      <a:ext uri="{FF2B5EF4-FFF2-40B4-BE49-F238E27FC236}">
                        <a16:creationId xmlns:a16="http://schemas.microsoft.com/office/drawing/2014/main" id="{F27C295B-F2CA-42C7-B2AF-645874871F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69" name="直線コネクタ 121568">
                    <a:extLst>
                      <a:ext uri="{FF2B5EF4-FFF2-40B4-BE49-F238E27FC236}">
                        <a16:creationId xmlns:a16="http://schemas.microsoft.com/office/drawing/2014/main" id="{CC28E765-54C4-4EB0-BE3F-75A9060980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0" name="直線コネクタ 121569">
                    <a:extLst>
                      <a:ext uri="{FF2B5EF4-FFF2-40B4-BE49-F238E27FC236}">
                        <a16:creationId xmlns:a16="http://schemas.microsoft.com/office/drawing/2014/main" id="{A97D0CC9-E850-4F70-A617-A447035C8F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1" name="直線コネクタ 121570">
                    <a:extLst>
                      <a:ext uri="{FF2B5EF4-FFF2-40B4-BE49-F238E27FC236}">
                        <a16:creationId xmlns:a16="http://schemas.microsoft.com/office/drawing/2014/main" id="{762C7474-4188-4DB3-9CFC-BDF3F7BC09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2" name="直線コネクタ 121571">
                    <a:extLst>
                      <a:ext uri="{FF2B5EF4-FFF2-40B4-BE49-F238E27FC236}">
                        <a16:creationId xmlns:a16="http://schemas.microsoft.com/office/drawing/2014/main" id="{BB3B1C86-C9EF-49B4-915A-6A2687F6A2B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3" name="直線コネクタ 121572">
                    <a:extLst>
                      <a:ext uri="{FF2B5EF4-FFF2-40B4-BE49-F238E27FC236}">
                        <a16:creationId xmlns:a16="http://schemas.microsoft.com/office/drawing/2014/main" id="{C5B81922-049F-4BDD-9213-020E9E6225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4" name="直線コネクタ 121573">
                    <a:extLst>
                      <a:ext uri="{FF2B5EF4-FFF2-40B4-BE49-F238E27FC236}">
                        <a16:creationId xmlns:a16="http://schemas.microsoft.com/office/drawing/2014/main" id="{43E049F1-FA9E-4F82-B87C-DE6E882F7D6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5" name="直線コネクタ 121574">
                    <a:extLst>
                      <a:ext uri="{FF2B5EF4-FFF2-40B4-BE49-F238E27FC236}">
                        <a16:creationId xmlns:a16="http://schemas.microsoft.com/office/drawing/2014/main" id="{EAAC9439-8E01-4269-92FF-DC9CE668190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6" name="直線コネクタ 121575">
                    <a:extLst>
                      <a:ext uri="{FF2B5EF4-FFF2-40B4-BE49-F238E27FC236}">
                        <a16:creationId xmlns:a16="http://schemas.microsoft.com/office/drawing/2014/main" id="{AB5D7D5F-2EAA-46F8-A417-6F0A7ADEE12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7" name="直線コネクタ 121576">
                    <a:extLst>
                      <a:ext uri="{FF2B5EF4-FFF2-40B4-BE49-F238E27FC236}">
                        <a16:creationId xmlns:a16="http://schemas.microsoft.com/office/drawing/2014/main" id="{4237C2FB-30AB-4B7E-88B7-E83762C309F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8" name="直線コネクタ 121577">
                    <a:extLst>
                      <a:ext uri="{FF2B5EF4-FFF2-40B4-BE49-F238E27FC236}">
                        <a16:creationId xmlns:a16="http://schemas.microsoft.com/office/drawing/2014/main" id="{B680D923-E80E-46C9-9CC3-95E2245A979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79" name="直線コネクタ 121578">
                    <a:extLst>
                      <a:ext uri="{FF2B5EF4-FFF2-40B4-BE49-F238E27FC236}">
                        <a16:creationId xmlns:a16="http://schemas.microsoft.com/office/drawing/2014/main" id="{E9DC29E1-7B5C-4C8E-8742-C52E49CBCE3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0" name="直線コネクタ 121579">
                    <a:extLst>
                      <a:ext uri="{FF2B5EF4-FFF2-40B4-BE49-F238E27FC236}">
                        <a16:creationId xmlns:a16="http://schemas.microsoft.com/office/drawing/2014/main" id="{615DD8B4-7430-455E-BDAB-F9CCEB35E0E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1" name="直線コネクタ 121580">
                    <a:extLst>
                      <a:ext uri="{FF2B5EF4-FFF2-40B4-BE49-F238E27FC236}">
                        <a16:creationId xmlns:a16="http://schemas.microsoft.com/office/drawing/2014/main" id="{E91EE348-0F74-4FAF-A215-33F0D681F56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2" name="直線コネクタ 121581">
                    <a:extLst>
                      <a:ext uri="{FF2B5EF4-FFF2-40B4-BE49-F238E27FC236}">
                        <a16:creationId xmlns:a16="http://schemas.microsoft.com/office/drawing/2014/main" id="{6C0707CD-B0F6-4FD0-8CBB-2BF68849001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3" name="直線コネクタ 121582">
                    <a:extLst>
                      <a:ext uri="{FF2B5EF4-FFF2-40B4-BE49-F238E27FC236}">
                        <a16:creationId xmlns:a16="http://schemas.microsoft.com/office/drawing/2014/main" id="{A44899E9-42F4-4562-B0B1-4B8A95BFB80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4" name="直線コネクタ 121583">
                    <a:extLst>
                      <a:ext uri="{FF2B5EF4-FFF2-40B4-BE49-F238E27FC236}">
                        <a16:creationId xmlns:a16="http://schemas.microsoft.com/office/drawing/2014/main" id="{E45CCB69-6A17-4BC9-A651-A15988D372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5" name="直線コネクタ 121584">
                    <a:extLst>
                      <a:ext uri="{FF2B5EF4-FFF2-40B4-BE49-F238E27FC236}">
                        <a16:creationId xmlns:a16="http://schemas.microsoft.com/office/drawing/2014/main" id="{DEC5D3BB-C334-48EC-BA94-96D13C6EFF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6" name="直線コネクタ 121585">
                    <a:extLst>
                      <a:ext uri="{FF2B5EF4-FFF2-40B4-BE49-F238E27FC236}">
                        <a16:creationId xmlns:a16="http://schemas.microsoft.com/office/drawing/2014/main" id="{1808F568-25B8-41AE-A0BA-0E6892ED60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7" name="直線コネクタ 121586">
                    <a:extLst>
                      <a:ext uri="{FF2B5EF4-FFF2-40B4-BE49-F238E27FC236}">
                        <a16:creationId xmlns:a16="http://schemas.microsoft.com/office/drawing/2014/main" id="{67E6D227-C534-47BF-AB9A-1D22EE3FDC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8" name="直線コネクタ 121587">
                    <a:extLst>
                      <a:ext uri="{FF2B5EF4-FFF2-40B4-BE49-F238E27FC236}">
                        <a16:creationId xmlns:a16="http://schemas.microsoft.com/office/drawing/2014/main" id="{1C0CCF65-74CF-4DCF-9E8A-7C04D266E7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89" name="直線コネクタ 121588">
                    <a:extLst>
                      <a:ext uri="{FF2B5EF4-FFF2-40B4-BE49-F238E27FC236}">
                        <a16:creationId xmlns:a16="http://schemas.microsoft.com/office/drawing/2014/main" id="{C031098C-A391-439D-94EC-CA4AAACED1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0" name="直線コネクタ 121589">
                    <a:extLst>
                      <a:ext uri="{FF2B5EF4-FFF2-40B4-BE49-F238E27FC236}">
                        <a16:creationId xmlns:a16="http://schemas.microsoft.com/office/drawing/2014/main" id="{FF2EC948-A203-4CF7-84F1-2FC860A8D9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1" name="直線コネクタ 121590">
                    <a:extLst>
                      <a:ext uri="{FF2B5EF4-FFF2-40B4-BE49-F238E27FC236}">
                        <a16:creationId xmlns:a16="http://schemas.microsoft.com/office/drawing/2014/main" id="{BD110BE9-08D7-40BA-B8D7-501055AEE0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2" name="直線コネクタ 121591">
                    <a:extLst>
                      <a:ext uri="{FF2B5EF4-FFF2-40B4-BE49-F238E27FC236}">
                        <a16:creationId xmlns:a16="http://schemas.microsoft.com/office/drawing/2014/main" id="{3F699E94-6832-4BBE-9B18-DE530841FF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3" name="直線コネクタ 121592">
                    <a:extLst>
                      <a:ext uri="{FF2B5EF4-FFF2-40B4-BE49-F238E27FC236}">
                        <a16:creationId xmlns:a16="http://schemas.microsoft.com/office/drawing/2014/main" id="{75F2EEB7-49F7-4507-B9B1-6270D02224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4" name="直線コネクタ 121593">
                    <a:extLst>
                      <a:ext uri="{FF2B5EF4-FFF2-40B4-BE49-F238E27FC236}">
                        <a16:creationId xmlns:a16="http://schemas.microsoft.com/office/drawing/2014/main" id="{BFCB9CEC-CAAF-4FAD-B40D-2A18686FC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5" name="直線コネクタ 121594">
                    <a:extLst>
                      <a:ext uri="{FF2B5EF4-FFF2-40B4-BE49-F238E27FC236}">
                        <a16:creationId xmlns:a16="http://schemas.microsoft.com/office/drawing/2014/main" id="{45970777-88D4-415E-82DE-B2A8B8D6F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6" name="直線コネクタ 121595">
                    <a:extLst>
                      <a:ext uri="{FF2B5EF4-FFF2-40B4-BE49-F238E27FC236}">
                        <a16:creationId xmlns:a16="http://schemas.microsoft.com/office/drawing/2014/main" id="{2B7D0828-9C17-488E-80E4-DB259F797B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7" name="直線コネクタ 121596">
                    <a:extLst>
                      <a:ext uri="{FF2B5EF4-FFF2-40B4-BE49-F238E27FC236}">
                        <a16:creationId xmlns:a16="http://schemas.microsoft.com/office/drawing/2014/main" id="{BABCD4DA-0EE9-463F-9D4D-07EEB11ECD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8" name="直線コネクタ 121597">
                    <a:extLst>
                      <a:ext uri="{FF2B5EF4-FFF2-40B4-BE49-F238E27FC236}">
                        <a16:creationId xmlns:a16="http://schemas.microsoft.com/office/drawing/2014/main" id="{4E0F6EAC-E845-4BA1-A64E-C7AC5E8B18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599" name="直線コネクタ 121598">
                    <a:extLst>
                      <a:ext uri="{FF2B5EF4-FFF2-40B4-BE49-F238E27FC236}">
                        <a16:creationId xmlns:a16="http://schemas.microsoft.com/office/drawing/2014/main" id="{2BFE6C75-5875-43C6-9F38-131067478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0" name="直線コネクタ 121599">
                    <a:extLst>
                      <a:ext uri="{FF2B5EF4-FFF2-40B4-BE49-F238E27FC236}">
                        <a16:creationId xmlns:a16="http://schemas.microsoft.com/office/drawing/2014/main" id="{F0218A59-4936-4E49-AC72-DFFE3BF876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1" name="直線コネクタ 121600">
                    <a:extLst>
                      <a:ext uri="{FF2B5EF4-FFF2-40B4-BE49-F238E27FC236}">
                        <a16:creationId xmlns:a16="http://schemas.microsoft.com/office/drawing/2014/main" id="{826AF752-E932-4748-8D54-689734DBB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2" name="直線コネクタ 121601">
                    <a:extLst>
                      <a:ext uri="{FF2B5EF4-FFF2-40B4-BE49-F238E27FC236}">
                        <a16:creationId xmlns:a16="http://schemas.microsoft.com/office/drawing/2014/main" id="{4D5C3D42-EE55-4FB5-A126-5AC3D5F26D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3" name="直線コネクタ 121602">
                    <a:extLst>
                      <a:ext uri="{FF2B5EF4-FFF2-40B4-BE49-F238E27FC236}">
                        <a16:creationId xmlns:a16="http://schemas.microsoft.com/office/drawing/2014/main" id="{BC6CECF1-6FC7-45E1-95F6-27646FCA58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4" name="直線コネクタ 121603">
                    <a:extLst>
                      <a:ext uri="{FF2B5EF4-FFF2-40B4-BE49-F238E27FC236}">
                        <a16:creationId xmlns:a16="http://schemas.microsoft.com/office/drawing/2014/main" id="{951EF83D-D27E-4A12-B91B-55013579A8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5" name="直線コネクタ 121604">
                    <a:extLst>
                      <a:ext uri="{FF2B5EF4-FFF2-40B4-BE49-F238E27FC236}">
                        <a16:creationId xmlns:a16="http://schemas.microsoft.com/office/drawing/2014/main" id="{F1809B2B-E73B-4723-8052-55F3C74858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6" name="直線コネクタ 121605">
                    <a:extLst>
                      <a:ext uri="{FF2B5EF4-FFF2-40B4-BE49-F238E27FC236}">
                        <a16:creationId xmlns:a16="http://schemas.microsoft.com/office/drawing/2014/main" id="{50E67A36-8BAA-4F46-8695-D28605C6EF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7" name="直線コネクタ 121606">
                    <a:extLst>
                      <a:ext uri="{FF2B5EF4-FFF2-40B4-BE49-F238E27FC236}">
                        <a16:creationId xmlns:a16="http://schemas.microsoft.com/office/drawing/2014/main" id="{B1876893-364A-4FA0-B634-869AE54E16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8" name="直線コネクタ 121607">
                    <a:extLst>
                      <a:ext uri="{FF2B5EF4-FFF2-40B4-BE49-F238E27FC236}">
                        <a16:creationId xmlns:a16="http://schemas.microsoft.com/office/drawing/2014/main" id="{79FFA8B4-1E83-4734-AD55-955C690F1E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09" name="直線コネクタ 121608">
                    <a:extLst>
                      <a:ext uri="{FF2B5EF4-FFF2-40B4-BE49-F238E27FC236}">
                        <a16:creationId xmlns:a16="http://schemas.microsoft.com/office/drawing/2014/main" id="{CF72D7C1-5CB4-41AE-AD33-CD039731E8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0" name="直線コネクタ 121609">
                    <a:extLst>
                      <a:ext uri="{FF2B5EF4-FFF2-40B4-BE49-F238E27FC236}">
                        <a16:creationId xmlns:a16="http://schemas.microsoft.com/office/drawing/2014/main" id="{4018A1B2-C194-486C-AD66-DB8E8A2B0B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1" name="直線コネクタ 121610">
                    <a:extLst>
                      <a:ext uri="{FF2B5EF4-FFF2-40B4-BE49-F238E27FC236}">
                        <a16:creationId xmlns:a16="http://schemas.microsoft.com/office/drawing/2014/main" id="{97385B75-50A9-416A-B729-124F5A5AAA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2" name="直線コネクタ 121611">
                    <a:extLst>
                      <a:ext uri="{FF2B5EF4-FFF2-40B4-BE49-F238E27FC236}">
                        <a16:creationId xmlns:a16="http://schemas.microsoft.com/office/drawing/2014/main" id="{8C44D8A7-0C72-490E-9C41-F37C15B724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3" name="直線コネクタ 121612">
                    <a:extLst>
                      <a:ext uri="{FF2B5EF4-FFF2-40B4-BE49-F238E27FC236}">
                        <a16:creationId xmlns:a16="http://schemas.microsoft.com/office/drawing/2014/main" id="{D94AC03A-6F25-4161-8B17-B0E428AB0B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4" name="直線コネクタ 121613">
                    <a:extLst>
                      <a:ext uri="{FF2B5EF4-FFF2-40B4-BE49-F238E27FC236}">
                        <a16:creationId xmlns:a16="http://schemas.microsoft.com/office/drawing/2014/main" id="{898A033C-B9DD-4AAB-855A-F24764BDE5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5" name="直線コネクタ 121614">
                    <a:extLst>
                      <a:ext uri="{FF2B5EF4-FFF2-40B4-BE49-F238E27FC236}">
                        <a16:creationId xmlns:a16="http://schemas.microsoft.com/office/drawing/2014/main" id="{42A9D36A-0D8B-4894-9248-4828E96CF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6" name="直線コネクタ 121615">
                    <a:extLst>
                      <a:ext uri="{FF2B5EF4-FFF2-40B4-BE49-F238E27FC236}">
                        <a16:creationId xmlns:a16="http://schemas.microsoft.com/office/drawing/2014/main" id="{A7607C4A-2B4D-4A06-8F75-98E17831C6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7" name="直線コネクタ 121616">
                    <a:extLst>
                      <a:ext uri="{FF2B5EF4-FFF2-40B4-BE49-F238E27FC236}">
                        <a16:creationId xmlns:a16="http://schemas.microsoft.com/office/drawing/2014/main" id="{9BAD0C81-D626-4F92-A571-7E555E8637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8" name="直線コネクタ 121617">
                    <a:extLst>
                      <a:ext uri="{FF2B5EF4-FFF2-40B4-BE49-F238E27FC236}">
                        <a16:creationId xmlns:a16="http://schemas.microsoft.com/office/drawing/2014/main" id="{4962A7DB-53DE-4F84-8AC7-2B721BC2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19" name="直線コネクタ 121618">
                    <a:extLst>
                      <a:ext uri="{FF2B5EF4-FFF2-40B4-BE49-F238E27FC236}">
                        <a16:creationId xmlns:a16="http://schemas.microsoft.com/office/drawing/2014/main" id="{C62F7113-1F3E-452B-A5F7-F1FB90957C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0" name="直線コネクタ 121619">
                    <a:extLst>
                      <a:ext uri="{FF2B5EF4-FFF2-40B4-BE49-F238E27FC236}">
                        <a16:creationId xmlns:a16="http://schemas.microsoft.com/office/drawing/2014/main" id="{FBB67701-D78D-494D-B175-47D0E0E97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1" name="直線コネクタ 121620">
                    <a:extLst>
                      <a:ext uri="{FF2B5EF4-FFF2-40B4-BE49-F238E27FC236}">
                        <a16:creationId xmlns:a16="http://schemas.microsoft.com/office/drawing/2014/main" id="{4481B6B6-B7C4-46E4-9B80-4CA9E87C87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2" name="直線コネクタ 121621">
                    <a:extLst>
                      <a:ext uri="{FF2B5EF4-FFF2-40B4-BE49-F238E27FC236}">
                        <a16:creationId xmlns:a16="http://schemas.microsoft.com/office/drawing/2014/main" id="{22FE6F9B-B01E-41A6-A61C-14C4941866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3" name="直線コネクタ 121622">
                    <a:extLst>
                      <a:ext uri="{FF2B5EF4-FFF2-40B4-BE49-F238E27FC236}">
                        <a16:creationId xmlns:a16="http://schemas.microsoft.com/office/drawing/2014/main" id="{6D824587-3209-402C-9C35-49AB396A00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4" name="直線コネクタ 121623">
                    <a:extLst>
                      <a:ext uri="{FF2B5EF4-FFF2-40B4-BE49-F238E27FC236}">
                        <a16:creationId xmlns:a16="http://schemas.microsoft.com/office/drawing/2014/main" id="{4F5811EA-773D-4CAA-BC93-AACA5B9D8A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5" name="直線コネクタ 121624">
                    <a:extLst>
                      <a:ext uri="{FF2B5EF4-FFF2-40B4-BE49-F238E27FC236}">
                        <a16:creationId xmlns:a16="http://schemas.microsoft.com/office/drawing/2014/main" id="{864B02AA-8F62-452D-BDA9-F56879EDAB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6" name="直線コネクタ 121625">
                    <a:extLst>
                      <a:ext uri="{FF2B5EF4-FFF2-40B4-BE49-F238E27FC236}">
                        <a16:creationId xmlns:a16="http://schemas.microsoft.com/office/drawing/2014/main" id="{BA11F098-4DBB-4AD1-911B-1151123E67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7" name="直線コネクタ 121626">
                    <a:extLst>
                      <a:ext uri="{FF2B5EF4-FFF2-40B4-BE49-F238E27FC236}">
                        <a16:creationId xmlns:a16="http://schemas.microsoft.com/office/drawing/2014/main" id="{BB983D2B-8B83-46C9-97A8-0FB071F18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8" name="直線コネクタ 121627">
                    <a:extLst>
                      <a:ext uri="{FF2B5EF4-FFF2-40B4-BE49-F238E27FC236}">
                        <a16:creationId xmlns:a16="http://schemas.microsoft.com/office/drawing/2014/main" id="{E8F1E865-6837-4D9E-80EF-C65F4C0CE6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29" name="直線コネクタ 121628">
                    <a:extLst>
                      <a:ext uri="{FF2B5EF4-FFF2-40B4-BE49-F238E27FC236}">
                        <a16:creationId xmlns:a16="http://schemas.microsoft.com/office/drawing/2014/main" id="{50C4EE01-4585-4946-93E1-7DE3455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0" name="直線コネクタ 121629">
                    <a:extLst>
                      <a:ext uri="{FF2B5EF4-FFF2-40B4-BE49-F238E27FC236}">
                        <a16:creationId xmlns:a16="http://schemas.microsoft.com/office/drawing/2014/main" id="{C7CBAB8D-A677-4E12-B1D1-5BBA2F2B5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1" name="直線コネクタ 121630">
                    <a:extLst>
                      <a:ext uri="{FF2B5EF4-FFF2-40B4-BE49-F238E27FC236}">
                        <a16:creationId xmlns:a16="http://schemas.microsoft.com/office/drawing/2014/main" id="{1AF9E6E7-0FD7-4AB4-A677-9D58F688EA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2" name="直線コネクタ 121631">
                    <a:extLst>
                      <a:ext uri="{FF2B5EF4-FFF2-40B4-BE49-F238E27FC236}">
                        <a16:creationId xmlns:a16="http://schemas.microsoft.com/office/drawing/2014/main" id="{DFE70D9D-228E-456D-90C1-9B68676022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3" name="直線コネクタ 121632">
                    <a:extLst>
                      <a:ext uri="{FF2B5EF4-FFF2-40B4-BE49-F238E27FC236}">
                        <a16:creationId xmlns:a16="http://schemas.microsoft.com/office/drawing/2014/main" id="{B3F911AC-BF0F-43F5-A604-B0F7228514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4" name="直線コネクタ 121633">
                    <a:extLst>
                      <a:ext uri="{FF2B5EF4-FFF2-40B4-BE49-F238E27FC236}">
                        <a16:creationId xmlns:a16="http://schemas.microsoft.com/office/drawing/2014/main" id="{62643FCB-9EC3-41A5-8160-A051382F35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5" name="直線コネクタ 121634">
                    <a:extLst>
                      <a:ext uri="{FF2B5EF4-FFF2-40B4-BE49-F238E27FC236}">
                        <a16:creationId xmlns:a16="http://schemas.microsoft.com/office/drawing/2014/main" id="{F4E66BC9-0E2A-4846-8878-0390E65792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6" name="直線コネクタ 121635">
                    <a:extLst>
                      <a:ext uri="{FF2B5EF4-FFF2-40B4-BE49-F238E27FC236}">
                        <a16:creationId xmlns:a16="http://schemas.microsoft.com/office/drawing/2014/main" id="{8B014929-4D6B-4C08-90F1-CD7454529B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7" name="直線コネクタ 121636">
                    <a:extLst>
                      <a:ext uri="{FF2B5EF4-FFF2-40B4-BE49-F238E27FC236}">
                        <a16:creationId xmlns:a16="http://schemas.microsoft.com/office/drawing/2014/main" id="{F2BBF919-538C-43B9-9D06-8298978635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8" name="直線コネクタ 121637">
                    <a:extLst>
                      <a:ext uri="{FF2B5EF4-FFF2-40B4-BE49-F238E27FC236}">
                        <a16:creationId xmlns:a16="http://schemas.microsoft.com/office/drawing/2014/main" id="{6D606617-CDA0-4729-89BC-22C056704D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39" name="直線コネクタ 121638">
                    <a:extLst>
                      <a:ext uri="{FF2B5EF4-FFF2-40B4-BE49-F238E27FC236}">
                        <a16:creationId xmlns:a16="http://schemas.microsoft.com/office/drawing/2014/main" id="{430892B9-188B-4F9E-B8ED-9B0547C1F8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40" name="直線コネクタ 121639">
                    <a:extLst>
                      <a:ext uri="{FF2B5EF4-FFF2-40B4-BE49-F238E27FC236}">
                        <a16:creationId xmlns:a16="http://schemas.microsoft.com/office/drawing/2014/main" id="{31CC5E69-BB5A-4EDE-B2E2-E1AD4EED4E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41" name="直線コネクタ 121640">
                    <a:extLst>
                      <a:ext uri="{FF2B5EF4-FFF2-40B4-BE49-F238E27FC236}">
                        <a16:creationId xmlns:a16="http://schemas.microsoft.com/office/drawing/2014/main" id="{C619A5B6-26C4-4517-B301-1F287BADDA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42" name="直線コネクタ 121641">
                    <a:extLst>
                      <a:ext uri="{FF2B5EF4-FFF2-40B4-BE49-F238E27FC236}">
                        <a16:creationId xmlns:a16="http://schemas.microsoft.com/office/drawing/2014/main" id="{17DF5E86-EF0E-49B5-B8C0-659540233F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43" name="直線コネクタ 121642">
                    <a:extLst>
                      <a:ext uri="{FF2B5EF4-FFF2-40B4-BE49-F238E27FC236}">
                        <a16:creationId xmlns:a16="http://schemas.microsoft.com/office/drawing/2014/main" id="{8F24F92A-B375-4FDF-AA94-F60E153B03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44" name="直線コネクタ 121643">
                    <a:extLst>
                      <a:ext uri="{FF2B5EF4-FFF2-40B4-BE49-F238E27FC236}">
                        <a16:creationId xmlns:a16="http://schemas.microsoft.com/office/drawing/2014/main" id="{CEBF6371-9D02-462D-8D75-C012D10779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45" name="直線コネクタ 121644">
                    <a:extLst>
                      <a:ext uri="{FF2B5EF4-FFF2-40B4-BE49-F238E27FC236}">
                        <a16:creationId xmlns:a16="http://schemas.microsoft.com/office/drawing/2014/main" id="{49D88E47-AF96-4717-B496-D03495DD15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646" name="直線コネクタ 121645">
                    <a:extLst>
                      <a:ext uri="{FF2B5EF4-FFF2-40B4-BE49-F238E27FC236}">
                        <a16:creationId xmlns:a16="http://schemas.microsoft.com/office/drawing/2014/main" id="{8C425A7D-4AA7-44CB-93E4-5433134AD3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1647" name="グループ化 121646">
                    <a:extLst>
                      <a:ext uri="{FF2B5EF4-FFF2-40B4-BE49-F238E27FC236}">
                        <a16:creationId xmlns:a16="http://schemas.microsoft.com/office/drawing/2014/main" id="{1C6A5DCD-6930-4C68-B206-F6267BA9008E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823" name="直線コネクタ 121822">
                      <a:extLst>
                        <a:ext uri="{FF2B5EF4-FFF2-40B4-BE49-F238E27FC236}">
                          <a16:creationId xmlns:a16="http://schemas.microsoft.com/office/drawing/2014/main" id="{1B69E82E-D5BF-45CC-9282-DAD881BDC2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24" name="直線コネクタ 121823">
                      <a:extLst>
                        <a:ext uri="{FF2B5EF4-FFF2-40B4-BE49-F238E27FC236}">
                          <a16:creationId xmlns:a16="http://schemas.microsoft.com/office/drawing/2014/main" id="{79731FD4-046E-4CD6-B8FB-0F1861E68E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25" name="直線コネクタ 121824">
                      <a:extLst>
                        <a:ext uri="{FF2B5EF4-FFF2-40B4-BE49-F238E27FC236}">
                          <a16:creationId xmlns:a16="http://schemas.microsoft.com/office/drawing/2014/main" id="{E57D24A0-2040-45E8-9C56-202A4DB6DF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26" name="直線コネクタ 121825">
                      <a:extLst>
                        <a:ext uri="{FF2B5EF4-FFF2-40B4-BE49-F238E27FC236}">
                          <a16:creationId xmlns:a16="http://schemas.microsoft.com/office/drawing/2014/main" id="{76FB47DE-338D-40E9-AAF5-63DCD320CB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27" name="直線コネクタ 121826">
                      <a:extLst>
                        <a:ext uri="{FF2B5EF4-FFF2-40B4-BE49-F238E27FC236}">
                          <a16:creationId xmlns:a16="http://schemas.microsoft.com/office/drawing/2014/main" id="{0B0F713A-8683-4307-93DB-7BBF93AD86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28" name="直線コネクタ 121827">
                      <a:extLst>
                        <a:ext uri="{FF2B5EF4-FFF2-40B4-BE49-F238E27FC236}">
                          <a16:creationId xmlns:a16="http://schemas.microsoft.com/office/drawing/2014/main" id="{566456C0-BCB3-4DDC-AEE2-EC1B38514F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29" name="直線コネクタ 121828">
                      <a:extLst>
                        <a:ext uri="{FF2B5EF4-FFF2-40B4-BE49-F238E27FC236}">
                          <a16:creationId xmlns:a16="http://schemas.microsoft.com/office/drawing/2014/main" id="{452ACD3F-AA24-40B1-917A-BBEBF8B242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0" name="直線コネクタ 121829">
                      <a:extLst>
                        <a:ext uri="{FF2B5EF4-FFF2-40B4-BE49-F238E27FC236}">
                          <a16:creationId xmlns:a16="http://schemas.microsoft.com/office/drawing/2014/main" id="{E1087128-BCB6-4620-8E99-08AB399FCA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1" name="直線コネクタ 121830">
                      <a:extLst>
                        <a:ext uri="{FF2B5EF4-FFF2-40B4-BE49-F238E27FC236}">
                          <a16:creationId xmlns:a16="http://schemas.microsoft.com/office/drawing/2014/main" id="{4C21535E-5883-46C7-BD38-F88EE674EA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2" name="直線コネクタ 121831">
                      <a:extLst>
                        <a:ext uri="{FF2B5EF4-FFF2-40B4-BE49-F238E27FC236}">
                          <a16:creationId xmlns:a16="http://schemas.microsoft.com/office/drawing/2014/main" id="{DBD69B19-91BE-4F47-8A5A-6CB5A15941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3" name="直線コネクタ 121832">
                      <a:extLst>
                        <a:ext uri="{FF2B5EF4-FFF2-40B4-BE49-F238E27FC236}">
                          <a16:creationId xmlns:a16="http://schemas.microsoft.com/office/drawing/2014/main" id="{32E247BC-53DC-44B8-BEA5-F832E7E025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4" name="直線コネクタ 121833">
                      <a:extLst>
                        <a:ext uri="{FF2B5EF4-FFF2-40B4-BE49-F238E27FC236}">
                          <a16:creationId xmlns:a16="http://schemas.microsoft.com/office/drawing/2014/main" id="{50FC76DE-5E22-4DDE-86DD-47FD400A00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5" name="直線コネクタ 121834">
                      <a:extLst>
                        <a:ext uri="{FF2B5EF4-FFF2-40B4-BE49-F238E27FC236}">
                          <a16:creationId xmlns:a16="http://schemas.microsoft.com/office/drawing/2014/main" id="{7775AA7E-D524-4FD1-804D-90B41FA9AA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6" name="直線コネクタ 121835">
                      <a:extLst>
                        <a:ext uri="{FF2B5EF4-FFF2-40B4-BE49-F238E27FC236}">
                          <a16:creationId xmlns:a16="http://schemas.microsoft.com/office/drawing/2014/main" id="{119BD3CA-7051-420A-9998-F94F4EB1A9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7" name="直線コネクタ 121836">
                      <a:extLst>
                        <a:ext uri="{FF2B5EF4-FFF2-40B4-BE49-F238E27FC236}">
                          <a16:creationId xmlns:a16="http://schemas.microsoft.com/office/drawing/2014/main" id="{C842E451-073B-4743-914C-E19E619C03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8" name="直線コネクタ 121837">
                      <a:extLst>
                        <a:ext uri="{FF2B5EF4-FFF2-40B4-BE49-F238E27FC236}">
                          <a16:creationId xmlns:a16="http://schemas.microsoft.com/office/drawing/2014/main" id="{6E73FAF4-2B33-4759-8E50-B5F11018F9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39" name="直線コネクタ 121838">
                      <a:extLst>
                        <a:ext uri="{FF2B5EF4-FFF2-40B4-BE49-F238E27FC236}">
                          <a16:creationId xmlns:a16="http://schemas.microsoft.com/office/drawing/2014/main" id="{6667D7C7-B18B-4AA2-8561-EF67632912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0" name="直線コネクタ 121839">
                      <a:extLst>
                        <a:ext uri="{FF2B5EF4-FFF2-40B4-BE49-F238E27FC236}">
                          <a16:creationId xmlns:a16="http://schemas.microsoft.com/office/drawing/2014/main" id="{54EF6BA2-D950-40CA-BAFA-C5E805CC4B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1" name="直線コネクタ 121840">
                      <a:extLst>
                        <a:ext uri="{FF2B5EF4-FFF2-40B4-BE49-F238E27FC236}">
                          <a16:creationId xmlns:a16="http://schemas.microsoft.com/office/drawing/2014/main" id="{802C73F8-7BFC-4185-8C09-C4FB93727F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2" name="直線コネクタ 121841">
                      <a:extLst>
                        <a:ext uri="{FF2B5EF4-FFF2-40B4-BE49-F238E27FC236}">
                          <a16:creationId xmlns:a16="http://schemas.microsoft.com/office/drawing/2014/main" id="{EA2CBFBB-38F9-4F7D-89A7-729C2D19D6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3" name="直線コネクタ 121842">
                      <a:extLst>
                        <a:ext uri="{FF2B5EF4-FFF2-40B4-BE49-F238E27FC236}">
                          <a16:creationId xmlns:a16="http://schemas.microsoft.com/office/drawing/2014/main" id="{A643A2CD-A805-4B7C-BD28-C6EB713228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4" name="直線コネクタ 121843">
                      <a:extLst>
                        <a:ext uri="{FF2B5EF4-FFF2-40B4-BE49-F238E27FC236}">
                          <a16:creationId xmlns:a16="http://schemas.microsoft.com/office/drawing/2014/main" id="{600EB67A-CD47-4CF1-B034-C632F541FD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5" name="直線コネクタ 121844">
                      <a:extLst>
                        <a:ext uri="{FF2B5EF4-FFF2-40B4-BE49-F238E27FC236}">
                          <a16:creationId xmlns:a16="http://schemas.microsoft.com/office/drawing/2014/main" id="{DABF14F9-93D1-4D82-BAB4-2FE1D2B778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6" name="直線コネクタ 121845">
                      <a:extLst>
                        <a:ext uri="{FF2B5EF4-FFF2-40B4-BE49-F238E27FC236}">
                          <a16:creationId xmlns:a16="http://schemas.microsoft.com/office/drawing/2014/main" id="{CC804F00-9CFA-4A96-8E19-6F285827BC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7" name="直線コネクタ 121846">
                      <a:extLst>
                        <a:ext uri="{FF2B5EF4-FFF2-40B4-BE49-F238E27FC236}">
                          <a16:creationId xmlns:a16="http://schemas.microsoft.com/office/drawing/2014/main" id="{77B2FCB7-C7F0-4363-B1BD-9714950BF9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8" name="直線コネクタ 121847">
                      <a:extLst>
                        <a:ext uri="{FF2B5EF4-FFF2-40B4-BE49-F238E27FC236}">
                          <a16:creationId xmlns:a16="http://schemas.microsoft.com/office/drawing/2014/main" id="{235A6E47-E174-46D0-AFBF-7EE18552C9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49" name="直線コネクタ 121848">
                      <a:extLst>
                        <a:ext uri="{FF2B5EF4-FFF2-40B4-BE49-F238E27FC236}">
                          <a16:creationId xmlns:a16="http://schemas.microsoft.com/office/drawing/2014/main" id="{7463F92E-49EE-462F-882C-305ACD280D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0" name="直線コネクタ 121849">
                      <a:extLst>
                        <a:ext uri="{FF2B5EF4-FFF2-40B4-BE49-F238E27FC236}">
                          <a16:creationId xmlns:a16="http://schemas.microsoft.com/office/drawing/2014/main" id="{E6C305F1-7631-4922-9D03-5B56A9B15A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1" name="直線コネクタ 121850">
                      <a:extLst>
                        <a:ext uri="{FF2B5EF4-FFF2-40B4-BE49-F238E27FC236}">
                          <a16:creationId xmlns:a16="http://schemas.microsoft.com/office/drawing/2014/main" id="{6CAF028B-F8F2-43AC-B937-AC3B7C634F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2" name="直線コネクタ 121851">
                      <a:extLst>
                        <a:ext uri="{FF2B5EF4-FFF2-40B4-BE49-F238E27FC236}">
                          <a16:creationId xmlns:a16="http://schemas.microsoft.com/office/drawing/2014/main" id="{C5D3FECD-1C83-4110-8B59-10FD03356A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3" name="直線コネクタ 121852">
                      <a:extLst>
                        <a:ext uri="{FF2B5EF4-FFF2-40B4-BE49-F238E27FC236}">
                          <a16:creationId xmlns:a16="http://schemas.microsoft.com/office/drawing/2014/main" id="{D7F4C327-1B78-4103-A706-9D99F6EC2C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4" name="直線コネクタ 121853">
                      <a:extLst>
                        <a:ext uri="{FF2B5EF4-FFF2-40B4-BE49-F238E27FC236}">
                          <a16:creationId xmlns:a16="http://schemas.microsoft.com/office/drawing/2014/main" id="{46751AD9-CF03-4D42-809F-FD61EC52B9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5" name="直線コネクタ 121854">
                      <a:extLst>
                        <a:ext uri="{FF2B5EF4-FFF2-40B4-BE49-F238E27FC236}">
                          <a16:creationId xmlns:a16="http://schemas.microsoft.com/office/drawing/2014/main" id="{8E9B660B-58D8-44EE-89E5-727DC5C28D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6" name="直線コネクタ 121855">
                      <a:extLst>
                        <a:ext uri="{FF2B5EF4-FFF2-40B4-BE49-F238E27FC236}">
                          <a16:creationId xmlns:a16="http://schemas.microsoft.com/office/drawing/2014/main" id="{C8F7554E-1FBC-4A30-A61C-E8F15A3406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7" name="直線コネクタ 121856">
                      <a:extLst>
                        <a:ext uri="{FF2B5EF4-FFF2-40B4-BE49-F238E27FC236}">
                          <a16:creationId xmlns:a16="http://schemas.microsoft.com/office/drawing/2014/main" id="{D3226ACD-3206-4D42-957D-BA0AC4EDB7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8" name="直線コネクタ 121857">
                      <a:extLst>
                        <a:ext uri="{FF2B5EF4-FFF2-40B4-BE49-F238E27FC236}">
                          <a16:creationId xmlns:a16="http://schemas.microsoft.com/office/drawing/2014/main" id="{26EDE7A0-E779-4AD1-9755-6D32D2A990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59" name="直線コネクタ 121858">
                      <a:extLst>
                        <a:ext uri="{FF2B5EF4-FFF2-40B4-BE49-F238E27FC236}">
                          <a16:creationId xmlns:a16="http://schemas.microsoft.com/office/drawing/2014/main" id="{F085C359-1324-42B7-8E44-6F8DAF30BC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60" name="直線コネクタ 121859">
                      <a:extLst>
                        <a:ext uri="{FF2B5EF4-FFF2-40B4-BE49-F238E27FC236}">
                          <a16:creationId xmlns:a16="http://schemas.microsoft.com/office/drawing/2014/main" id="{F92FE2CF-D6CF-4CEB-89B0-59610E5E72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61" name="直線コネクタ 121860">
                      <a:extLst>
                        <a:ext uri="{FF2B5EF4-FFF2-40B4-BE49-F238E27FC236}">
                          <a16:creationId xmlns:a16="http://schemas.microsoft.com/office/drawing/2014/main" id="{D1227CF0-B005-4A35-9EEC-668A2495C1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62" name="直線コネクタ 121861">
                      <a:extLst>
                        <a:ext uri="{FF2B5EF4-FFF2-40B4-BE49-F238E27FC236}">
                          <a16:creationId xmlns:a16="http://schemas.microsoft.com/office/drawing/2014/main" id="{F4427DB4-2BC3-4D08-A80A-7F45A27179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63" name="直線コネクタ 121862">
                      <a:extLst>
                        <a:ext uri="{FF2B5EF4-FFF2-40B4-BE49-F238E27FC236}">
                          <a16:creationId xmlns:a16="http://schemas.microsoft.com/office/drawing/2014/main" id="{AA84EDCB-E1F8-4F8E-963E-71822E433B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64" name="直線コネクタ 121863">
                      <a:extLst>
                        <a:ext uri="{FF2B5EF4-FFF2-40B4-BE49-F238E27FC236}">
                          <a16:creationId xmlns:a16="http://schemas.microsoft.com/office/drawing/2014/main" id="{ED1FFA87-F54E-46BA-8D2A-88437A8161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648" name="グループ化 121647">
                    <a:extLst>
                      <a:ext uri="{FF2B5EF4-FFF2-40B4-BE49-F238E27FC236}">
                        <a16:creationId xmlns:a16="http://schemas.microsoft.com/office/drawing/2014/main" id="{37576BCE-FBE4-4584-9CEA-B501F5DF49F0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1814" name="正方形/長方形 121813">
                      <a:extLst>
                        <a:ext uri="{FF2B5EF4-FFF2-40B4-BE49-F238E27FC236}">
                          <a16:creationId xmlns:a16="http://schemas.microsoft.com/office/drawing/2014/main" id="{F766CBC6-171D-4FCA-966C-63C7CEF410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815" name="正方形/長方形 121814">
                      <a:extLst>
                        <a:ext uri="{FF2B5EF4-FFF2-40B4-BE49-F238E27FC236}">
                          <a16:creationId xmlns:a16="http://schemas.microsoft.com/office/drawing/2014/main" id="{7C4E90AB-EF31-47D7-96B3-718A608ECD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816" name="正方形/長方形 121815">
                      <a:extLst>
                        <a:ext uri="{FF2B5EF4-FFF2-40B4-BE49-F238E27FC236}">
                          <a16:creationId xmlns:a16="http://schemas.microsoft.com/office/drawing/2014/main" id="{804C516E-8AB4-4E70-B40E-6B0CEEEB29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817" name="正方形/長方形 121816">
                      <a:extLst>
                        <a:ext uri="{FF2B5EF4-FFF2-40B4-BE49-F238E27FC236}">
                          <a16:creationId xmlns:a16="http://schemas.microsoft.com/office/drawing/2014/main" id="{E2E0F03A-EA9A-4951-9F33-7B222F223E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818" name="正方形/長方形 121817">
                      <a:extLst>
                        <a:ext uri="{FF2B5EF4-FFF2-40B4-BE49-F238E27FC236}">
                          <a16:creationId xmlns:a16="http://schemas.microsoft.com/office/drawing/2014/main" id="{E9DD583F-BAA0-4B53-BC33-1248AFA840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819" name="正方形/長方形 121818">
                      <a:extLst>
                        <a:ext uri="{FF2B5EF4-FFF2-40B4-BE49-F238E27FC236}">
                          <a16:creationId xmlns:a16="http://schemas.microsoft.com/office/drawing/2014/main" id="{91BD22AB-56C1-4AC7-A19E-075094C76B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820" name="正方形/長方形 121819">
                      <a:extLst>
                        <a:ext uri="{FF2B5EF4-FFF2-40B4-BE49-F238E27FC236}">
                          <a16:creationId xmlns:a16="http://schemas.microsoft.com/office/drawing/2014/main" id="{9E0F0E6B-C4DD-4104-82C6-E83169B9E5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821" name="正方形/長方形 121820">
                      <a:extLst>
                        <a:ext uri="{FF2B5EF4-FFF2-40B4-BE49-F238E27FC236}">
                          <a16:creationId xmlns:a16="http://schemas.microsoft.com/office/drawing/2014/main" id="{7D81BB39-7FD8-4665-A16F-49BEB257AD7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822" name="正方形/長方形 121821">
                      <a:extLst>
                        <a:ext uri="{FF2B5EF4-FFF2-40B4-BE49-F238E27FC236}">
                          <a16:creationId xmlns:a16="http://schemas.microsoft.com/office/drawing/2014/main" id="{F2317643-8CA2-4946-A5FC-FD586C413A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1649" name="グループ化 121648">
                    <a:extLst>
                      <a:ext uri="{FF2B5EF4-FFF2-40B4-BE49-F238E27FC236}">
                        <a16:creationId xmlns:a16="http://schemas.microsoft.com/office/drawing/2014/main" id="{492F44B3-4FF4-4BD6-AF26-152732F4E859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806" name="直線コネクタ 121805">
                      <a:extLst>
                        <a:ext uri="{FF2B5EF4-FFF2-40B4-BE49-F238E27FC236}">
                          <a16:creationId xmlns:a16="http://schemas.microsoft.com/office/drawing/2014/main" id="{041FBA1A-3672-45E5-A158-9F6C8E2980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7" name="直線コネクタ 121806">
                      <a:extLst>
                        <a:ext uri="{FF2B5EF4-FFF2-40B4-BE49-F238E27FC236}">
                          <a16:creationId xmlns:a16="http://schemas.microsoft.com/office/drawing/2014/main" id="{ECAE4D80-8C2D-4479-993B-CB689DE3BF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8" name="直線コネクタ 121807">
                      <a:extLst>
                        <a:ext uri="{FF2B5EF4-FFF2-40B4-BE49-F238E27FC236}">
                          <a16:creationId xmlns:a16="http://schemas.microsoft.com/office/drawing/2014/main" id="{A31DFACD-AF20-4F94-A08B-D4F6C70A82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9" name="直線コネクタ 121808">
                      <a:extLst>
                        <a:ext uri="{FF2B5EF4-FFF2-40B4-BE49-F238E27FC236}">
                          <a16:creationId xmlns:a16="http://schemas.microsoft.com/office/drawing/2014/main" id="{B9E6A373-B56D-4080-877C-A7060193CF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10" name="直線コネクタ 121809">
                      <a:extLst>
                        <a:ext uri="{FF2B5EF4-FFF2-40B4-BE49-F238E27FC236}">
                          <a16:creationId xmlns:a16="http://schemas.microsoft.com/office/drawing/2014/main" id="{B62F465C-FC70-4DA3-924E-F1C83E5548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11" name="直線コネクタ 121810">
                      <a:extLst>
                        <a:ext uri="{FF2B5EF4-FFF2-40B4-BE49-F238E27FC236}">
                          <a16:creationId xmlns:a16="http://schemas.microsoft.com/office/drawing/2014/main" id="{F5012541-77FC-4CB8-98D5-91BD78F76A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12" name="直線コネクタ 121811">
                      <a:extLst>
                        <a:ext uri="{FF2B5EF4-FFF2-40B4-BE49-F238E27FC236}">
                          <a16:creationId xmlns:a16="http://schemas.microsoft.com/office/drawing/2014/main" id="{782A9C0C-5144-49B7-AC92-0F66229E8D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13" name="直線コネクタ 121812">
                      <a:extLst>
                        <a:ext uri="{FF2B5EF4-FFF2-40B4-BE49-F238E27FC236}">
                          <a16:creationId xmlns:a16="http://schemas.microsoft.com/office/drawing/2014/main" id="{68002E2D-203B-4909-8144-411840F4DE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650" name="グループ化 121649">
                    <a:extLst>
                      <a:ext uri="{FF2B5EF4-FFF2-40B4-BE49-F238E27FC236}">
                        <a16:creationId xmlns:a16="http://schemas.microsoft.com/office/drawing/2014/main" id="{DFF76E53-7D1D-4DC2-9B4C-E4AE79726027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798" name="直線コネクタ 121797">
                      <a:extLst>
                        <a:ext uri="{FF2B5EF4-FFF2-40B4-BE49-F238E27FC236}">
                          <a16:creationId xmlns:a16="http://schemas.microsoft.com/office/drawing/2014/main" id="{10B7687C-C71A-4B18-980F-ADFF05CEE8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9" name="直線コネクタ 121798">
                      <a:extLst>
                        <a:ext uri="{FF2B5EF4-FFF2-40B4-BE49-F238E27FC236}">
                          <a16:creationId xmlns:a16="http://schemas.microsoft.com/office/drawing/2014/main" id="{657A6754-C391-45D2-8DAE-F06DE75DB8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0" name="直線コネクタ 121799">
                      <a:extLst>
                        <a:ext uri="{FF2B5EF4-FFF2-40B4-BE49-F238E27FC236}">
                          <a16:creationId xmlns:a16="http://schemas.microsoft.com/office/drawing/2014/main" id="{5949F856-2439-4E11-92CC-10270E9B41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1" name="直線コネクタ 121800">
                      <a:extLst>
                        <a:ext uri="{FF2B5EF4-FFF2-40B4-BE49-F238E27FC236}">
                          <a16:creationId xmlns:a16="http://schemas.microsoft.com/office/drawing/2014/main" id="{FB302B58-F313-4753-9F87-F9178BFBF3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2" name="直線コネクタ 121801">
                      <a:extLst>
                        <a:ext uri="{FF2B5EF4-FFF2-40B4-BE49-F238E27FC236}">
                          <a16:creationId xmlns:a16="http://schemas.microsoft.com/office/drawing/2014/main" id="{6FE83F7E-EDB5-414D-B76F-EA84CAEEE8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3" name="直線コネクタ 121802">
                      <a:extLst>
                        <a:ext uri="{FF2B5EF4-FFF2-40B4-BE49-F238E27FC236}">
                          <a16:creationId xmlns:a16="http://schemas.microsoft.com/office/drawing/2014/main" id="{3F36EEA1-4497-42C9-920C-6CA547C3E0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4" name="直線コネクタ 121803">
                      <a:extLst>
                        <a:ext uri="{FF2B5EF4-FFF2-40B4-BE49-F238E27FC236}">
                          <a16:creationId xmlns:a16="http://schemas.microsoft.com/office/drawing/2014/main" id="{02DAC4A4-CE5F-4C57-82BE-2CD04B5DF7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805" name="直線コネクタ 121804">
                      <a:extLst>
                        <a:ext uri="{FF2B5EF4-FFF2-40B4-BE49-F238E27FC236}">
                          <a16:creationId xmlns:a16="http://schemas.microsoft.com/office/drawing/2014/main" id="{79419831-A166-4E13-B524-5CF4A1E274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651" name="グループ化 121650">
                    <a:extLst>
                      <a:ext uri="{FF2B5EF4-FFF2-40B4-BE49-F238E27FC236}">
                        <a16:creationId xmlns:a16="http://schemas.microsoft.com/office/drawing/2014/main" id="{59BE252F-505E-4C0F-BC92-0655CCDF5AA9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756" name="直線コネクタ 121755">
                      <a:extLst>
                        <a:ext uri="{FF2B5EF4-FFF2-40B4-BE49-F238E27FC236}">
                          <a16:creationId xmlns:a16="http://schemas.microsoft.com/office/drawing/2014/main" id="{4D2A3757-FD52-4947-BB21-D8CBE987C5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7" name="直線コネクタ 121756">
                      <a:extLst>
                        <a:ext uri="{FF2B5EF4-FFF2-40B4-BE49-F238E27FC236}">
                          <a16:creationId xmlns:a16="http://schemas.microsoft.com/office/drawing/2014/main" id="{86AE1E12-F0C4-4386-BD2D-EB50E5D529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8" name="直線コネクタ 121757">
                      <a:extLst>
                        <a:ext uri="{FF2B5EF4-FFF2-40B4-BE49-F238E27FC236}">
                          <a16:creationId xmlns:a16="http://schemas.microsoft.com/office/drawing/2014/main" id="{02E498E5-426C-4815-8C6A-03A6609C11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9" name="直線コネクタ 121758">
                      <a:extLst>
                        <a:ext uri="{FF2B5EF4-FFF2-40B4-BE49-F238E27FC236}">
                          <a16:creationId xmlns:a16="http://schemas.microsoft.com/office/drawing/2014/main" id="{273A8F96-01CA-4E6F-BBA0-EBDD1BCC0F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0" name="直線コネクタ 121759">
                      <a:extLst>
                        <a:ext uri="{FF2B5EF4-FFF2-40B4-BE49-F238E27FC236}">
                          <a16:creationId xmlns:a16="http://schemas.microsoft.com/office/drawing/2014/main" id="{D02C366E-CE82-40E8-94BB-F2715AD949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1" name="直線コネクタ 121760">
                      <a:extLst>
                        <a:ext uri="{FF2B5EF4-FFF2-40B4-BE49-F238E27FC236}">
                          <a16:creationId xmlns:a16="http://schemas.microsoft.com/office/drawing/2014/main" id="{CA974846-E084-4403-B3B4-E9A4F9EE81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2" name="直線コネクタ 121761">
                      <a:extLst>
                        <a:ext uri="{FF2B5EF4-FFF2-40B4-BE49-F238E27FC236}">
                          <a16:creationId xmlns:a16="http://schemas.microsoft.com/office/drawing/2014/main" id="{331A3D4F-FD12-4D7A-A39C-E64A1210CF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3" name="直線コネクタ 121762">
                      <a:extLst>
                        <a:ext uri="{FF2B5EF4-FFF2-40B4-BE49-F238E27FC236}">
                          <a16:creationId xmlns:a16="http://schemas.microsoft.com/office/drawing/2014/main" id="{9D2C3033-5634-4873-A54F-37DBFA7473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4" name="直線コネクタ 121763">
                      <a:extLst>
                        <a:ext uri="{FF2B5EF4-FFF2-40B4-BE49-F238E27FC236}">
                          <a16:creationId xmlns:a16="http://schemas.microsoft.com/office/drawing/2014/main" id="{E8F407CF-38A8-4028-9780-38DEE3BCEB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5" name="直線コネクタ 121764">
                      <a:extLst>
                        <a:ext uri="{FF2B5EF4-FFF2-40B4-BE49-F238E27FC236}">
                          <a16:creationId xmlns:a16="http://schemas.microsoft.com/office/drawing/2014/main" id="{193499DB-387C-4352-959B-2B5182C74E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6" name="直線コネクタ 121765">
                      <a:extLst>
                        <a:ext uri="{FF2B5EF4-FFF2-40B4-BE49-F238E27FC236}">
                          <a16:creationId xmlns:a16="http://schemas.microsoft.com/office/drawing/2014/main" id="{51EBAF60-5886-472F-A511-EEB001BDE2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7" name="直線コネクタ 121766">
                      <a:extLst>
                        <a:ext uri="{FF2B5EF4-FFF2-40B4-BE49-F238E27FC236}">
                          <a16:creationId xmlns:a16="http://schemas.microsoft.com/office/drawing/2014/main" id="{B94B6443-870A-487F-BC37-E0FD8890F2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8" name="直線コネクタ 121767">
                      <a:extLst>
                        <a:ext uri="{FF2B5EF4-FFF2-40B4-BE49-F238E27FC236}">
                          <a16:creationId xmlns:a16="http://schemas.microsoft.com/office/drawing/2014/main" id="{11CD4A25-65FB-4239-8877-2E2FAEEB21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69" name="直線コネクタ 121768">
                      <a:extLst>
                        <a:ext uri="{FF2B5EF4-FFF2-40B4-BE49-F238E27FC236}">
                          <a16:creationId xmlns:a16="http://schemas.microsoft.com/office/drawing/2014/main" id="{59CCE789-69C5-490A-A615-D015EF894B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0" name="直線コネクタ 121769">
                      <a:extLst>
                        <a:ext uri="{FF2B5EF4-FFF2-40B4-BE49-F238E27FC236}">
                          <a16:creationId xmlns:a16="http://schemas.microsoft.com/office/drawing/2014/main" id="{4EAAF13B-84D3-4295-A396-07B0F3AB85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1" name="直線コネクタ 121770">
                      <a:extLst>
                        <a:ext uri="{FF2B5EF4-FFF2-40B4-BE49-F238E27FC236}">
                          <a16:creationId xmlns:a16="http://schemas.microsoft.com/office/drawing/2014/main" id="{C3FB9194-5E20-4B2B-B13B-0A8571A88D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2" name="直線コネクタ 121771">
                      <a:extLst>
                        <a:ext uri="{FF2B5EF4-FFF2-40B4-BE49-F238E27FC236}">
                          <a16:creationId xmlns:a16="http://schemas.microsoft.com/office/drawing/2014/main" id="{C118BBED-817B-49A3-9B9A-6A77201C27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3" name="直線コネクタ 121772">
                      <a:extLst>
                        <a:ext uri="{FF2B5EF4-FFF2-40B4-BE49-F238E27FC236}">
                          <a16:creationId xmlns:a16="http://schemas.microsoft.com/office/drawing/2014/main" id="{9804D67D-DF8A-44B0-9F5A-5A0C354102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4" name="直線コネクタ 121773">
                      <a:extLst>
                        <a:ext uri="{FF2B5EF4-FFF2-40B4-BE49-F238E27FC236}">
                          <a16:creationId xmlns:a16="http://schemas.microsoft.com/office/drawing/2014/main" id="{7C371FBB-2F6F-4288-9833-4AB992CA83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5" name="直線コネクタ 121774">
                      <a:extLst>
                        <a:ext uri="{FF2B5EF4-FFF2-40B4-BE49-F238E27FC236}">
                          <a16:creationId xmlns:a16="http://schemas.microsoft.com/office/drawing/2014/main" id="{0B612350-2CB3-47EA-B4C9-438FBB5C8B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6" name="直線コネクタ 121775">
                      <a:extLst>
                        <a:ext uri="{FF2B5EF4-FFF2-40B4-BE49-F238E27FC236}">
                          <a16:creationId xmlns:a16="http://schemas.microsoft.com/office/drawing/2014/main" id="{8538D18C-823D-4F7F-825F-4C370CC0C7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7" name="直線コネクタ 121776">
                      <a:extLst>
                        <a:ext uri="{FF2B5EF4-FFF2-40B4-BE49-F238E27FC236}">
                          <a16:creationId xmlns:a16="http://schemas.microsoft.com/office/drawing/2014/main" id="{C5ECCE86-CB09-40AB-B00E-99A1F2DE66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8" name="直線コネクタ 121777">
                      <a:extLst>
                        <a:ext uri="{FF2B5EF4-FFF2-40B4-BE49-F238E27FC236}">
                          <a16:creationId xmlns:a16="http://schemas.microsoft.com/office/drawing/2014/main" id="{C262C356-556E-4930-AB22-C0EFB76242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79" name="直線コネクタ 121778">
                      <a:extLst>
                        <a:ext uri="{FF2B5EF4-FFF2-40B4-BE49-F238E27FC236}">
                          <a16:creationId xmlns:a16="http://schemas.microsoft.com/office/drawing/2014/main" id="{E07003EE-8DFF-47D6-8DF2-7665295B2A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0" name="直線コネクタ 121779">
                      <a:extLst>
                        <a:ext uri="{FF2B5EF4-FFF2-40B4-BE49-F238E27FC236}">
                          <a16:creationId xmlns:a16="http://schemas.microsoft.com/office/drawing/2014/main" id="{F9843E59-F328-4917-969F-EF1F64D406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1" name="直線コネクタ 121780">
                      <a:extLst>
                        <a:ext uri="{FF2B5EF4-FFF2-40B4-BE49-F238E27FC236}">
                          <a16:creationId xmlns:a16="http://schemas.microsoft.com/office/drawing/2014/main" id="{2C00DCD1-9DE4-4C94-9FF1-D73815C268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2" name="直線コネクタ 121781">
                      <a:extLst>
                        <a:ext uri="{FF2B5EF4-FFF2-40B4-BE49-F238E27FC236}">
                          <a16:creationId xmlns:a16="http://schemas.microsoft.com/office/drawing/2014/main" id="{49177E47-01D9-4DAB-9E36-02FF1ACB16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3" name="直線コネクタ 121782">
                      <a:extLst>
                        <a:ext uri="{FF2B5EF4-FFF2-40B4-BE49-F238E27FC236}">
                          <a16:creationId xmlns:a16="http://schemas.microsoft.com/office/drawing/2014/main" id="{953B49B7-1C89-4BBE-8EF1-61DAB97BEE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4" name="直線コネクタ 121783">
                      <a:extLst>
                        <a:ext uri="{FF2B5EF4-FFF2-40B4-BE49-F238E27FC236}">
                          <a16:creationId xmlns:a16="http://schemas.microsoft.com/office/drawing/2014/main" id="{E76E5541-821D-4A87-B0A9-FE7D987838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5" name="直線コネクタ 121784">
                      <a:extLst>
                        <a:ext uri="{FF2B5EF4-FFF2-40B4-BE49-F238E27FC236}">
                          <a16:creationId xmlns:a16="http://schemas.microsoft.com/office/drawing/2014/main" id="{B9D1B9D3-76AA-408B-BF4E-3CC4AEE7B8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6" name="直線コネクタ 121785">
                      <a:extLst>
                        <a:ext uri="{FF2B5EF4-FFF2-40B4-BE49-F238E27FC236}">
                          <a16:creationId xmlns:a16="http://schemas.microsoft.com/office/drawing/2014/main" id="{1E788155-AAC9-4834-B051-FF4D425CE1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7" name="直線コネクタ 121786">
                      <a:extLst>
                        <a:ext uri="{FF2B5EF4-FFF2-40B4-BE49-F238E27FC236}">
                          <a16:creationId xmlns:a16="http://schemas.microsoft.com/office/drawing/2014/main" id="{627EC69E-A481-4C20-9BE4-1DA0CFB428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8" name="直線コネクタ 121787">
                      <a:extLst>
                        <a:ext uri="{FF2B5EF4-FFF2-40B4-BE49-F238E27FC236}">
                          <a16:creationId xmlns:a16="http://schemas.microsoft.com/office/drawing/2014/main" id="{565B2797-24D8-4EA1-9615-D7EECB60DD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89" name="直線コネクタ 121788">
                      <a:extLst>
                        <a:ext uri="{FF2B5EF4-FFF2-40B4-BE49-F238E27FC236}">
                          <a16:creationId xmlns:a16="http://schemas.microsoft.com/office/drawing/2014/main" id="{07B4E471-CF25-4BC4-9302-8450485977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0" name="直線コネクタ 121789">
                      <a:extLst>
                        <a:ext uri="{FF2B5EF4-FFF2-40B4-BE49-F238E27FC236}">
                          <a16:creationId xmlns:a16="http://schemas.microsoft.com/office/drawing/2014/main" id="{A322786B-957A-4858-9C37-868C8812B6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1" name="直線コネクタ 121790">
                      <a:extLst>
                        <a:ext uri="{FF2B5EF4-FFF2-40B4-BE49-F238E27FC236}">
                          <a16:creationId xmlns:a16="http://schemas.microsoft.com/office/drawing/2014/main" id="{20014523-1D52-4958-A8E7-E3BF79F7F1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2" name="直線コネクタ 121791">
                      <a:extLst>
                        <a:ext uri="{FF2B5EF4-FFF2-40B4-BE49-F238E27FC236}">
                          <a16:creationId xmlns:a16="http://schemas.microsoft.com/office/drawing/2014/main" id="{3AE7F6E4-3C6F-4CB7-BD67-2D88D02DB8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3" name="直線コネクタ 121792">
                      <a:extLst>
                        <a:ext uri="{FF2B5EF4-FFF2-40B4-BE49-F238E27FC236}">
                          <a16:creationId xmlns:a16="http://schemas.microsoft.com/office/drawing/2014/main" id="{DDBE7DC6-35A7-426C-BD16-DF650406E1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4" name="直線コネクタ 121793">
                      <a:extLst>
                        <a:ext uri="{FF2B5EF4-FFF2-40B4-BE49-F238E27FC236}">
                          <a16:creationId xmlns:a16="http://schemas.microsoft.com/office/drawing/2014/main" id="{4133B7B9-3E1F-4071-BD6D-24E6C39B98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5" name="直線コネクタ 121794">
                      <a:extLst>
                        <a:ext uri="{FF2B5EF4-FFF2-40B4-BE49-F238E27FC236}">
                          <a16:creationId xmlns:a16="http://schemas.microsoft.com/office/drawing/2014/main" id="{F350925B-63EC-4772-BDC2-0A3CDF8E09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6" name="直線コネクタ 121795">
                      <a:extLst>
                        <a:ext uri="{FF2B5EF4-FFF2-40B4-BE49-F238E27FC236}">
                          <a16:creationId xmlns:a16="http://schemas.microsoft.com/office/drawing/2014/main" id="{533018C2-3BCE-41C1-958E-6FFDD55D95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97" name="直線コネクタ 121796">
                      <a:extLst>
                        <a:ext uri="{FF2B5EF4-FFF2-40B4-BE49-F238E27FC236}">
                          <a16:creationId xmlns:a16="http://schemas.microsoft.com/office/drawing/2014/main" id="{F5454711-75F6-4C48-A65A-BC0B317BB4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652" name="グループ化 121651">
                    <a:extLst>
                      <a:ext uri="{FF2B5EF4-FFF2-40B4-BE49-F238E27FC236}">
                        <a16:creationId xmlns:a16="http://schemas.microsoft.com/office/drawing/2014/main" id="{A55CDF8F-62B1-4019-8375-1EB6302C1349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714" name="直線コネクタ 121713">
                      <a:extLst>
                        <a:ext uri="{FF2B5EF4-FFF2-40B4-BE49-F238E27FC236}">
                          <a16:creationId xmlns:a16="http://schemas.microsoft.com/office/drawing/2014/main" id="{5E8CD3A2-3677-44F5-965C-6849048F2C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5" name="直線コネクタ 121714">
                      <a:extLst>
                        <a:ext uri="{FF2B5EF4-FFF2-40B4-BE49-F238E27FC236}">
                          <a16:creationId xmlns:a16="http://schemas.microsoft.com/office/drawing/2014/main" id="{A81CB478-9435-4FA8-90E3-540CAC6531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6" name="直線コネクタ 121715">
                      <a:extLst>
                        <a:ext uri="{FF2B5EF4-FFF2-40B4-BE49-F238E27FC236}">
                          <a16:creationId xmlns:a16="http://schemas.microsoft.com/office/drawing/2014/main" id="{CE269712-7F41-499D-AC68-AC98B34990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7" name="直線コネクタ 121716">
                      <a:extLst>
                        <a:ext uri="{FF2B5EF4-FFF2-40B4-BE49-F238E27FC236}">
                          <a16:creationId xmlns:a16="http://schemas.microsoft.com/office/drawing/2014/main" id="{F905C1C0-C7C3-4CB6-AAC7-6BC20FA315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8" name="直線コネクタ 121717">
                      <a:extLst>
                        <a:ext uri="{FF2B5EF4-FFF2-40B4-BE49-F238E27FC236}">
                          <a16:creationId xmlns:a16="http://schemas.microsoft.com/office/drawing/2014/main" id="{753A2A86-F01A-4455-ACD1-BA7152ABC8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9" name="直線コネクタ 121718">
                      <a:extLst>
                        <a:ext uri="{FF2B5EF4-FFF2-40B4-BE49-F238E27FC236}">
                          <a16:creationId xmlns:a16="http://schemas.microsoft.com/office/drawing/2014/main" id="{0F41849B-3EC1-43FF-A38C-63F3EFC2EC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0" name="直線コネクタ 121719">
                      <a:extLst>
                        <a:ext uri="{FF2B5EF4-FFF2-40B4-BE49-F238E27FC236}">
                          <a16:creationId xmlns:a16="http://schemas.microsoft.com/office/drawing/2014/main" id="{76483561-28DE-43AF-917E-93F2C5451F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1" name="直線コネクタ 121720">
                      <a:extLst>
                        <a:ext uri="{FF2B5EF4-FFF2-40B4-BE49-F238E27FC236}">
                          <a16:creationId xmlns:a16="http://schemas.microsoft.com/office/drawing/2014/main" id="{10AD4887-969D-43B2-9185-9BBEB2C5E1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2" name="直線コネクタ 121721">
                      <a:extLst>
                        <a:ext uri="{FF2B5EF4-FFF2-40B4-BE49-F238E27FC236}">
                          <a16:creationId xmlns:a16="http://schemas.microsoft.com/office/drawing/2014/main" id="{A37B9D13-5BC7-4742-B64E-B85E42D8BB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3" name="直線コネクタ 121722">
                      <a:extLst>
                        <a:ext uri="{FF2B5EF4-FFF2-40B4-BE49-F238E27FC236}">
                          <a16:creationId xmlns:a16="http://schemas.microsoft.com/office/drawing/2014/main" id="{656D90B2-576C-4CC1-8CCC-6520603DD7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4" name="直線コネクタ 121723">
                      <a:extLst>
                        <a:ext uri="{FF2B5EF4-FFF2-40B4-BE49-F238E27FC236}">
                          <a16:creationId xmlns:a16="http://schemas.microsoft.com/office/drawing/2014/main" id="{13A97EFE-D791-4812-B9B7-CB06391EE8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5" name="直線コネクタ 121724">
                      <a:extLst>
                        <a:ext uri="{FF2B5EF4-FFF2-40B4-BE49-F238E27FC236}">
                          <a16:creationId xmlns:a16="http://schemas.microsoft.com/office/drawing/2014/main" id="{A5EE743C-C2F3-4559-9C69-605086F8B4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6" name="直線コネクタ 121725">
                      <a:extLst>
                        <a:ext uri="{FF2B5EF4-FFF2-40B4-BE49-F238E27FC236}">
                          <a16:creationId xmlns:a16="http://schemas.microsoft.com/office/drawing/2014/main" id="{47155E24-254F-4E6E-8B15-C15CBCA357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7" name="直線コネクタ 121726">
                      <a:extLst>
                        <a:ext uri="{FF2B5EF4-FFF2-40B4-BE49-F238E27FC236}">
                          <a16:creationId xmlns:a16="http://schemas.microsoft.com/office/drawing/2014/main" id="{9ACDFEED-0E1B-467D-B3A4-1486DC2BEB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8" name="直線コネクタ 121727">
                      <a:extLst>
                        <a:ext uri="{FF2B5EF4-FFF2-40B4-BE49-F238E27FC236}">
                          <a16:creationId xmlns:a16="http://schemas.microsoft.com/office/drawing/2014/main" id="{0719261C-DFC9-41E4-BECC-838D94E480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29" name="直線コネクタ 121728">
                      <a:extLst>
                        <a:ext uri="{FF2B5EF4-FFF2-40B4-BE49-F238E27FC236}">
                          <a16:creationId xmlns:a16="http://schemas.microsoft.com/office/drawing/2014/main" id="{D80B286B-01C6-4FD6-8AE6-96B4022C04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0" name="直線コネクタ 121729">
                      <a:extLst>
                        <a:ext uri="{FF2B5EF4-FFF2-40B4-BE49-F238E27FC236}">
                          <a16:creationId xmlns:a16="http://schemas.microsoft.com/office/drawing/2014/main" id="{FAF328F0-EEA9-4784-839A-F53CCC1702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1" name="直線コネクタ 121730">
                      <a:extLst>
                        <a:ext uri="{FF2B5EF4-FFF2-40B4-BE49-F238E27FC236}">
                          <a16:creationId xmlns:a16="http://schemas.microsoft.com/office/drawing/2014/main" id="{F7407299-D1F6-4F1D-8DD8-ACFC6BD204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2" name="直線コネクタ 121731">
                      <a:extLst>
                        <a:ext uri="{FF2B5EF4-FFF2-40B4-BE49-F238E27FC236}">
                          <a16:creationId xmlns:a16="http://schemas.microsoft.com/office/drawing/2014/main" id="{D8087468-1116-4183-99A0-D3A894B05E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3" name="直線コネクタ 121732">
                      <a:extLst>
                        <a:ext uri="{FF2B5EF4-FFF2-40B4-BE49-F238E27FC236}">
                          <a16:creationId xmlns:a16="http://schemas.microsoft.com/office/drawing/2014/main" id="{02858225-7A0E-4230-8C50-EA7D120B03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4" name="直線コネクタ 121733">
                      <a:extLst>
                        <a:ext uri="{FF2B5EF4-FFF2-40B4-BE49-F238E27FC236}">
                          <a16:creationId xmlns:a16="http://schemas.microsoft.com/office/drawing/2014/main" id="{AB29CB15-0938-4F5F-B40B-98327ED52A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5" name="直線コネクタ 121734">
                      <a:extLst>
                        <a:ext uri="{FF2B5EF4-FFF2-40B4-BE49-F238E27FC236}">
                          <a16:creationId xmlns:a16="http://schemas.microsoft.com/office/drawing/2014/main" id="{8524CAFF-1B6A-48A9-A31B-CC020060FC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6" name="直線コネクタ 121735">
                      <a:extLst>
                        <a:ext uri="{FF2B5EF4-FFF2-40B4-BE49-F238E27FC236}">
                          <a16:creationId xmlns:a16="http://schemas.microsoft.com/office/drawing/2014/main" id="{7268F177-19CD-44D3-85A9-8378E9BA18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7" name="直線コネクタ 121736">
                      <a:extLst>
                        <a:ext uri="{FF2B5EF4-FFF2-40B4-BE49-F238E27FC236}">
                          <a16:creationId xmlns:a16="http://schemas.microsoft.com/office/drawing/2014/main" id="{E973391A-C12C-42DB-A62E-B17D625B08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8" name="直線コネクタ 121737">
                      <a:extLst>
                        <a:ext uri="{FF2B5EF4-FFF2-40B4-BE49-F238E27FC236}">
                          <a16:creationId xmlns:a16="http://schemas.microsoft.com/office/drawing/2014/main" id="{850B7A32-9E31-4AF3-B609-AF1024F8FA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39" name="直線コネクタ 121738">
                      <a:extLst>
                        <a:ext uri="{FF2B5EF4-FFF2-40B4-BE49-F238E27FC236}">
                          <a16:creationId xmlns:a16="http://schemas.microsoft.com/office/drawing/2014/main" id="{5C539D62-02AD-49CE-BF24-BE1EC5397B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0" name="直線コネクタ 121739">
                      <a:extLst>
                        <a:ext uri="{FF2B5EF4-FFF2-40B4-BE49-F238E27FC236}">
                          <a16:creationId xmlns:a16="http://schemas.microsoft.com/office/drawing/2014/main" id="{C8110104-DC50-4FE7-9545-8F021C1D60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1" name="直線コネクタ 121740">
                      <a:extLst>
                        <a:ext uri="{FF2B5EF4-FFF2-40B4-BE49-F238E27FC236}">
                          <a16:creationId xmlns:a16="http://schemas.microsoft.com/office/drawing/2014/main" id="{75B068C0-EF9D-4609-8832-D6B7FCAA65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2" name="直線コネクタ 121741">
                      <a:extLst>
                        <a:ext uri="{FF2B5EF4-FFF2-40B4-BE49-F238E27FC236}">
                          <a16:creationId xmlns:a16="http://schemas.microsoft.com/office/drawing/2014/main" id="{18F7D367-56FC-40B5-9A1F-89843DB582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3" name="直線コネクタ 121742">
                      <a:extLst>
                        <a:ext uri="{FF2B5EF4-FFF2-40B4-BE49-F238E27FC236}">
                          <a16:creationId xmlns:a16="http://schemas.microsoft.com/office/drawing/2014/main" id="{750A228D-170E-4A19-87EE-73887AD9F0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4" name="直線コネクタ 121743">
                      <a:extLst>
                        <a:ext uri="{FF2B5EF4-FFF2-40B4-BE49-F238E27FC236}">
                          <a16:creationId xmlns:a16="http://schemas.microsoft.com/office/drawing/2014/main" id="{A19F7F7F-64BB-4D51-ACEC-EBEBAAC04B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5" name="直線コネクタ 121744">
                      <a:extLst>
                        <a:ext uri="{FF2B5EF4-FFF2-40B4-BE49-F238E27FC236}">
                          <a16:creationId xmlns:a16="http://schemas.microsoft.com/office/drawing/2014/main" id="{2F6B5863-24EA-4320-A6D6-2D306DFF45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6" name="直線コネクタ 121745">
                      <a:extLst>
                        <a:ext uri="{FF2B5EF4-FFF2-40B4-BE49-F238E27FC236}">
                          <a16:creationId xmlns:a16="http://schemas.microsoft.com/office/drawing/2014/main" id="{09379673-BCA9-45DF-88C1-A59D39D3A7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7" name="直線コネクタ 121746">
                      <a:extLst>
                        <a:ext uri="{FF2B5EF4-FFF2-40B4-BE49-F238E27FC236}">
                          <a16:creationId xmlns:a16="http://schemas.microsoft.com/office/drawing/2014/main" id="{0BDE5337-D804-4220-9972-4468C33B5B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8" name="直線コネクタ 121747">
                      <a:extLst>
                        <a:ext uri="{FF2B5EF4-FFF2-40B4-BE49-F238E27FC236}">
                          <a16:creationId xmlns:a16="http://schemas.microsoft.com/office/drawing/2014/main" id="{90360020-EC43-4EE7-A8AE-70950588E6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49" name="直線コネクタ 121748">
                      <a:extLst>
                        <a:ext uri="{FF2B5EF4-FFF2-40B4-BE49-F238E27FC236}">
                          <a16:creationId xmlns:a16="http://schemas.microsoft.com/office/drawing/2014/main" id="{C222779E-8B87-408A-AD58-DF51334CD9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0" name="直線コネクタ 121749">
                      <a:extLst>
                        <a:ext uri="{FF2B5EF4-FFF2-40B4-BE49-F238E27FC236}">
                          <a16:creationId xmlns:a16="http://schemas.microsoft.com/office/drawing/2014/main" id="{DBE78891-2F8A-4FA5-BA0D-59B6444B1F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1" name="直線コネクタ 121750">
                      <a:extLst>
                        <a:ext uri="{FF2B5EF4-FFF2-40B4-BE49-F238E27FC236}">
                          <a16:creationId xmlns:a16="http://schemas.microsoft.com/office/drawing/2014/main" id="{D7BA65CA-F509-4EAA-948F-C37D029F50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2" name="直線コネクタ 121751">
                      <a:extLst>
                        <a:ext uri="{FF2B5EF4-FFF2-40B4-BE49-F238E27FC236}">
                          <a16:creationId xmlns:a16="http://schemas.microsoft.com/office/drawing/2014/main" id="{84CE8021-652E-4579-B9A8-7A9C848E4F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3" name="直線コネクタ 121752">
                      <a:extLst>
                        <a:ext uri="{FF2B5EF4-FFF2-40B4-BE49-F238E27FC236}">
                          <a16:creationId xmlns:a16="http://schemas.microsoft.com/office/drawing/2014/main" id="{91E9F064-9B2C-4FFB-8277-A32960A63D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4" name="直線コネクタ 121753">
                      <a:extLst>
                        <a:ext uri="{FF2B5EF4-FFF2-40B4-BE49-F238E27FC236}">
                          <a16:creationId xmlns:a16="http://schemas.microsoft.com/office/drawing/2014/main" id="{4A784E96-DEC3-4B7D-88BD-320D1BAA9A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55" name="直線コネクタ 121754">
                      <a:extLst>
                        <a:ext uri="{FF2B5EF4-FFF2-40B4-BE49-F238E27FC236}">
                          <a16:creationId xmlns:a16="http://schemas.microsoft.com/office/drawing/2014/main" id="{AE01B95A-AE6F-4A7D-B381-0522A60DCD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653" name="グループ化 121652">
                    <a:extLst>
                      <a:ext uri="{FF2B5EF4-FFF2-40B4-BE49-F238E27FC236}">
                        <a16:creationId xmlns:a16="http://schemas.microsoft.com/office/drawing/2014/main" id="{D5D018C6-E924-4D71-A3C1-3B58782FAE0B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706" name="直線コネクタ 121705">
                      <a:extLst>
                        <a:ext uri="{FF2B5EF4-FFF2-40B4-BE49-F238E27FC236}">
                          <a16:creationId xmlns:a16="http://schemas.microsoft.com/office/drawing/2014/main" id="{826803CC-73EA-41F5-8D72-08F98C3C50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7" name="直線コネクタ 121706">
                      <a:extLst>
                        <a:ext uri="{FF2B5EF4-FFF2-40B4-BE49-F238E27FC236}">
                          <a16:creationId xmlns:a16="http://schemas.microsoft.com/office/drawing/2014/main" id="{CCA8153C-D16E-4224-A305-162851A6B9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8" name="直線コネクタ 121707">
                      <a:extLst>
                        <a:ext uri="{FF2B5EF4-FFF2-40B4-BE49-F238E27FC236}">
                          <a16:creationId xmlns:a16="http://schemas.microsoft.com/office/drawing/2014/main" id="{E67D4D00-5B22-4807-8E73-55CC61BCEF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9" name="直線コネクタ 121708">
                      <a:extLst>
                        <a:ext uri="{FF2B5EF4-FFF2-40B4-BE49-F238E27FC236}">
                          <a16:creationId xmlns:a16="http://schemas.microsoft.com/office/drawing/2014/main" id="{2DA38CD5-0B38-4ACD-BBE7-0A6C9E66B0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0" name="直線コネクタ 121709">
                      <a:extLst>
                        <a:ext uri="{FF2B5EF4-FFF2-40B4-BE49-F238E27FC236}">
                          <a16:creationId xmlns:a16="http://schemas.microsoft.com/office/drawing/2014/main" id="{04E70E7C-979F-4E3E-9A97-6F6809FB7C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1" name="直線コネクタ 121710">
                      <a:extLst>
                        <a:ext uri="{FF2B5EF4-FFF2-40B4-BE49-F238E27FC236}">
                          <a16:creationId xmlns:a16="http://schemas.microsoft.com/office/drawing/2014/main" id="{F0457CE3-07F9-46D0-9C57-94354469E9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2" name="直線コネクタ 121711">
                      <a:extLst>
                        <a:ext uri="{FF2B5EF4-FFF2-40B4-BE49-F238E27FC236}">
                          <a16:creationId xmlns:a16="http://schemas.microsoft.com/office/drawing/2014/main" id="{102FF004-83E0-41C1-8A3A-8AE19865E5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13" name="直線コネクタ 121712">
                      <a:extLst>
                        <a:ext uri="{FF2B5EF4-FFF2-40B4-BE49-F238E27FC236}">
                          <a16:creationId xmlns:a16="http://schemas.microsoft.com/office/drawing/2014/main" id="{20807E6A-3187-4F0E-B42A-E6DA6C2019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654" name="グループ化 121653">
                    <a:extLst>
                      <a:ext uri="{FF2B5EF4-FFF2-40B4-BE49-F238E27FC236}">
                        <a16:creationId xmlns:a16="http://schemas.microsoft.com/office/drawing/2014/main" id="{2E3C7EE6-F511-4C19-B82A-3E42B11FE5A1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698" name="直線コネクタ 121697">
                      <a:extLst>
                        <a:ext uri="{FF2B5EF4-FFF2-40B4-BE49-F238E27FC236}">
                          <a16:creationId xmlns:a16="http://schemas.microsoft.com/office/drawing/2014/main" id="{6B835A71-AE1B-4FD3-BA56-CF768FE799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9" name="直線コネクタ 121698">
                      <a:extLst>
                        <a:ext uri="{FF2B5EF4-FFF2-40B4-BE49-F238E27FC236}">
                          <a16:creationId xmlns:a16="http://schemas.microsoft.com/office/drawing/2014/main" id="{D125D1AD-07FB-4F20-A6FA-7D875E97FF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0" name="直線コネクタ 121699">
                      <a:extLst>
                        <a:ext uri="{FF2B5EF4-FFF2-40B4-BE49-F238E27FC236}">
                          <a16:creationId xmlns:a16="http://schemas.microsoft.com/office/drawing/2014/main" id="{2B3D5D08-E21A-45AB-B112-625306D9CB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1" name="直線コネクタ 121700">
                      <a:extLst>
                        <a:ext uri="{FF2B5EF4-FFF2-40B4-BE49-F238E27FC236}">
                          <a16:creationId xmlns:a16="http://schemas.microsoft.com/office/drawing/2014/main" id="{8FA2977A-2E7F-4E2E-9287-065D8C5524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2" name="直線コネクタ 121701">
                      <a:extLst>
                        <a:ext uri="{FF2B5EF4-FFF2-40B4-BE49-F238E27FC236}">
                          <a16:creationId xmlns:a16="http://schemas.microsoft.com/office/drawing/2014/main" id="{8EC55114-1F45-47E1-B951-7108A7BA21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3" name="直線コネクタ 121702">
                      <a:extLst>
                        <a:ext uri="{FF2B5EF4-FFF2-40B4-BE49-F238E27FC236}">
                          <a16:creationId xmlns:a16="http://schemas.microsoft.com/office/drawing/2014/main" id="{95DB73A9-A7D9-4D73-928F-5246DDD71F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4" name="直線コネクタ 121703">
                      <a:extLst>
                        <a:ext uri="{FF2B5EF4-FFF2-40B4-BE49-F238E27FC236}">
                          <a16:creationId xmlns:a16="http://schemas.microsoft.com/office/drawing/2014/main" id="{A479DA3A-E6B1-4E25-955C-D4385723BC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705" name="直線コネクタ 121704">
                      <a:extLst>
                        <a:ext uri="{FF2B5EF4-FFF2-40B4-BE49-F238E27FC236}">
                          <a16:creationId xmlns:a16="http://schemas.microsoft.com/office/drawing/2014/main" id="{D1F16D62-7876-4431-8D1F-B82F7535B3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655" name="グループ化 121654">
                    <a:extLst>
                      <a:ext uri="{FF2B5EF4-FFF2-40B4-BE49-F238E27FC236}">
                        <a16:creationId xmlns:a16="http://schemas.microsoft.com/office/drawing/2014/main" id="{AB49396B-F0C8-45C7-8A41-C40599D3504E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656" name="直線コネクタ 121655">
                      <a:extLst>
                        <a:ext uri="{FF2B5EF4-FFF2-40B4-BE49-F238E27FC236}">
                          <a16:creationId xmlns:a16="http://schemas.microsoft.com/office/drawing/2014/main" id="{54E6A085-F720-4C4D-907F-923215CAF6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57" name="直線コネクタ 121656">
                      <a:extLst>
                        <a:ext uri="{FF2B5EF4-FFF2-40B4-BE49-F238E27FC236}">
                          <a16:creationId xmlns:a16="http://schemas.microsoft.com/office/drawing/2014/main" id="{B3BC20EA-D120-4CF2-8F44-3C0C896B72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58" name="直線コネクタ 121657">
                      <a:extLst>
                        <a:ext uri="{FF2B5EF4-FFF2-40B4-BE49-F238E27FC236}">
                          <a16:creationId xmlns:a16="http://schemas.microsoft.com/office/drawing/2014/main" id="{AD180E2B-A17C-4059-9596-6E02CD4429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59" name="直線コネクタ 121658">
                      <a:extLst>
                        <a:ext uri="{FF2B5EF4-FFF2-40B4-BE49-F238E27FC236}">
                          <a16:creationId xmlns:a16="http://schemas.microsoft.com/office/drawing/2014/main" id="{3FB52AF3-B9DF-4476-9E6C-C9AE3740C9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0" name="直線コネクタ 121659">
                      <a:extLst>
                        <a:ext uri="{FF2B5EF4-FFF2-40B4-BE49-F238E27FC236}">
                          <a16:creationId xmlns:a16="http://schemas.microsoft.com/office/drawing/2014/main" id="{4A6A40D7-1866-4713-BD2A-1AE6BD2AD0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1" name="直線コネクタ 121660">
                      <a:extLst>
                        <a:ext uri="{FF2B5EF4-FFF2-40B4-BE49-F238E27FC236}">
                          <a16:creationId xmlns:a16="http://schemas.microsoft.com/office/drawing/2014/main" id="{963DF4F6-EE9C-46DB-BA43-A9B32A585F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2" name="直線コネクタ 121661">
                      <a:extLst>
                        <a:ext uri="{FF2B5EF4-FFF2-40B4-BE49-F238E27FC236}">
                          <a16:creationId xmlns:a16="http://schemas.microsoft.com/office/drawing/2014/main" id="{927A03E4-4E56-4DF2-8734-9D4C351DF3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3" name="直線コネクタ 121662">
                      <a:extLst>
                        <a:ext uri="{FF2B5EF4-FFF2-40B4-BE49-F238E27FC236}">
                          <a16:creationId xmlns:a16="http://schemas.microsoft.com/office/drawing/2014/main" id="{6948AA4A-DEF5-42BA-AB40-861CFAB915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4" name="直線コネクタ 121663">
                      <a:extLst>
                        <a:ext uri="{FF2B5EF4-FFF2-40B4-BE49-F238E27FC236}">
                          <a16:creationId xmlns:a16="http://schemas.microsoft.com/office/drawing/2014/main" id="{6A10ED22-AA77-40B7-A145-23269D5269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5" name="直線コネクタ 121664">
                      <a:extLst>
                        <a:ext uri="{FF2B5EF4-FFF2-40B4-BE49-F238E27FC236}">
                          <a16:creationId xmlns:a16="http://schemas.microsoft.com/office/drawing/2014/main" id="{B40D33FF-E899-4D7B-91BB-C6C8AD549E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6" name="直線コネクタ 121665">
                      <a:extLst>
                        <a:ext uri="{FF2B5EF4-FFF2-40B4-BE49-F238E27FC236}">
                          <a16:creationId xmlns:a16="http://schemas.microsoft.com/office/drawing/2014/main" id="{BBF0BCBA-7EE2-4E91-9DD0-F2EC372942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7" name="直線コネクタ 121666">
                      <a:extLst>
                        <a:ext uri="{FF2B5EF4-FFF2-40B4-BE49-F238E27FC236}">
                          <a16:creationId xmlns:a16="http://schemas.microsoft.com/office/drawing/2014/main" id="{148F8ED5-DCB2-45BC-B0FB-22D7CF277A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8" name="直線コネクタ 121667">
                      <a:extLst>
                        <a:ext uri="{FF2B5EF4-FFF2-40B4-BE49-F238E27FC236}">
                          <a16:creationId xmlns:a16="http://schemas.microsoft.com/office/drawing/2014/main" id="{31585735-C8D3-4215-B25A-F1443EF204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69" name="直線コネクタ 121668">
                      <a:extLst>
                        <a:ext uri="{FF2B5EF4-FFF2-40B4-BE49-F238E27FC236}">
                          <a16:creationId xmlns:a16="http://schemas.microsoft.com/office/drawing/2014/main" id="{0CC0CE15-9CE2-4A6A-9C6E-C0A36211DA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0" name="直線コネクタ 121669">
                      <a:extLst>
                        <a:ext uri="{FF2B5EF4-FFF2-40B4-BE49-F238E27FC236}">
                          <a16:creationId xmlns:a16="http://schemas.microsoft.com/office/drawing/2014/main" id="{01560034-89E1-4330-A9EC-0F8AE8138E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1" name="直線コネクタ 121670">
                      <a:extLst>
                        <a:ext uri="{FF2B5EF4-FFF2-40B4-BE49-F238E27FC236}">
                          <a16:creationId xmlns:a16="http://schemas.microsoft.com/office/drawing/2014/main" id="{3CAB1C79-2355-4C5B-BFB7-0AD280654C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2" name="直線コネクタ 121671">
                      <a:extLst>
                        <a:ext uri="{FF2B5EF4-FFF2-40B4-BE49-F238E27FC236}">
                          <a16:creationId xmlns:a16="http://schemas.microsoft.com/office/drawing/2014/main" id="{371A9909-B132-4C61-81B2-77FD06934C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3" name="直線コネクタ 121672">
                      <a:extLst>
                        <a:ext uri="{FF2B5EF4-FFF2-40B4-BE49-F238E27FC236}">
                          <a16:creationId xmlns:a16="http://schemas.microsoft.com/office/drawing/2014/main" id="{B09CF2F7-E0F9-4991-A426-AD59E234B4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4" name="直線コネクタ 121673">
                      <a:extLst>
                        <a:ext uri="{FF2B5EF4-FFF2-40B4-BE49-F238E27FC236}">
                          <a16:creationId xmlns:a16="http://schemas.microsoft.com/office/drawing/2014/main" id="{5E65F45B-B68A-4D9E-84FD-EEFA1A02CA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5" name="直線コネクタ 121674">
                      <a:extLst>
                        <a:ext uri="{FF2B5EF4-FFF2-40B4-BE49-F238E27FC236}">
                          <a16:creationId xmlns:a16="http://schemas.microsoft.com/office/drawing/2014/main" id="{99601FB0-3837-449A-AC11-069E4ACD30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6" name="直線コネクタ 121675">
                      <a:extLst>
                        <a:ext uri="{FF2B5EF4-FFF2-40B4-BE49-F238E27FC236}">
                          <a16:creationId xmlns:a16="http://schemas.microsoft.com/office/drawing/2014/main" id="{52A08CA5-C8F9-43E9-A194-D07467572D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7" name="直線コネクタ 121676">
                      <a:extLst>
                        <a:ext uri="{FF2B5EF4-FFF2-40B4-BE49-F238E27FC236}">
                          <a16:creationId xmlns:a16="http://schemas.microsoft.com/office/drawing/2014/main" id="{B774D53B-2810-4274-86EE-7EEFF88BCF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8" name="直線コネクタ 121677">
                      <a:extLst>
                        <a:ext uri="{FF2B5EF4-FFF2-40B4-BE49-F238E27FC236}">
                          <a16:creationId xmlns:a16="http://schemas.microsoft.com/office/drawing/2014/main" id="{EBCD5B04-0EC7-4E77-88C2-5E57C5BF26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79" name="直線コネクタ 121678">
                      <a:extLst>
                        <a:ext uri="{FF2B5EF4-FFF2-40B4-BE49-F238E27FC236}">
                          <a16:creationId xmlns:a16="http://schemas.microsoft.com/office/drawing/2014/main" id="{A55A4658-3BE0-4F18-B461-93C2AF8C38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0" name="直線コネクタ 121679">
                      <a:extLst>
                        <a:ext uri="{FF2B5EF4-FFF2-40B4-BE49-F238E27FC236}">
                          <a16:creationId xmlns:a16="http://schemas.microsoft.com/office/drawing/2014/main" id="{67B8F240-D8DB-4404-BE4D-E49A40FD52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1" name="直線コネクタ 121680">
                      <a:extLst>
                        <a:ext uri="{FF2B5EF4-FFF2-40B4-BE49-F238E27FC236}">
                          <a16:creationId xmlns:a16="http://schemas.microsoft.com/office/drawing/2014/main" id="{B514C412-3616-463A-A6CA-DA329B0653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2" name="直線コネクタ 121681">
                      <a:extLst>
                        <a:ext uri="{FF2B5EF4-FFF2-40B4-BE49-F238E27FC236}">
                          <a16:creationId xmlns:a16="http://schemas.microsoft.com/office/drawing/2014/main" id="{C5A17550-58E4-48E4-B245-BB25798FF9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3" name="直線コネクタ 121682">
                      <a:extLst>
                        <a:ext uri="{FF2B5EF4-FFF2-40B4-BE49-F238E27FC236}">
                          <a16:creationId xmlns:a16="http://schemas.microsoft.com/office/drawing/2014/main" id="{A34E13D4-3161-4238-A050-EA9A080ABC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4" name="直線コネクタ 121683">
                      <a:extLst>
                        <a:ext uri="{FF2B5EF4-FFF2-40B4-BE49-F238E27FC236}">
                          <a16:creationId xmlns:a16="http://schemas.microsoft.com/office/drawing/2014/main" id="{912E0C8C-B5BD-479A-A0E6-8B159B9479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5" name="直線コネクタ 121684">
                      <a:extLst>
                        <a:ext uri="{FF2B5EF4-FFF2-40B4-BE49-F238E27FC236}">
                          <a16:creationId xmlns:a16="http://schemas.microsoft.com/office/drawing/2014/main" id="{6674D5B9-D73E-4C03-8B95-45AD3F3164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6" name="直線コネクタ 121685">
                      <a:extLst>
                        <a:ext uri="{FF2B5EF4-FFF2-40B4-BE49-F238E27FC236}">
                          <a16:creationId xmlns:a16="http://schemas.microsoft.com/office/drawing/2014/main" id="{856E79FC-4841-46AF-81A2-A0B7CCE4A3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7" name="直線コネクタ 121686">
                      <a:extLst>
                        <a:ext uri="{FF2B5EF4-FFF2-40B4-BE49-F238E27FC236}">
                          <a16:creationId xmlns:a16="http://schemas.microsoft.com/office/drawing/2014/main" id="{D5237219-3F64-4203-8AB5-7206280F25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8" name="直線コネクタ 121687">
                      <a:extLst>
                        <a:ext uri="{FF2B5EF4-FFF2-40B4-BE49-F238E27FC236}">
                          <a16:creationId xmlns:a16="http://schemas.microsoft.com/office/drawing/2014/main" id="{A27AF85A-FA5E-4A64-AB38-99F157A544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89" name="直線コネクタ 121688">
                      <a:extLst>
                        <a:ext uri="{FF2B5EF4-FFF2-40B4-BE49-F238E27FC236}">
                          <a16:creationId xmlns:a16="http://schemas.microsoft.com/office/drawing/2014/main" id="{7E76BD7E-B7EF-4D4E-BE9E-D76BA2B1A0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0" name="直線コネクタ 121689">
                      <a:extLst>
                        <a:ext uri="{FF2B5EF4-FFF2-40B4-BE49-F238E27FC236}">
                          <a16:creationId xmlns:a16="http://schemas.microsoft.com/office/drawing/2014/main" id="{F9DD097D-1E47-4958-B601-F5DF21148B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1" name="直線コネクタ 121690">
                      <a:extLst>
                        <a:ext uri="{FF2B5EF4-FFF2-40B4-BE49-F238E27FC236}">
                          <a16:creationId xmlns:a16="http://schemas.microsoft.com/office/drawing/2014/main" id="{A0F24EA4-AEDE-4CFC-BD1E-A372BBED66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2" name="直線コネクタ 121691">
                      <a:extLst>
                        <a:ext uri="{FF2B5EF4-FFF2-40B4-BE49-F238E27FC236}">
                          <a16:creationId xmlns:a16="http://schemas.microsoft.com/office/drawing/2014/main" id="{815A33E6-C448-44C9-9AAA-46B6FD45A0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3" name="直線コネクタ 121692">
                      <a:extLst>
                        <a:ext uri="{FF2B5EF4-FFF2-40B4-BE49-F238E27FC236}">
                          <a16:creationId xmlns:a16="http://schemas.microsoft.com/office/drawing/2014/main" id="{EAC28985-8044-4171-99F2-7ED82BE235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4" name="直線コネクタ 121693">
                      <a:extLst>
                        <a:ext uri="{FF2B5EF4-FFF2-40B4-BE49-F238E27FC236}">
                          <a16:creationId xmlns:a16="http://schemas.microsoft.com/office/drawing/2014/main" id="{12F0E11E-0B17-4E66-A8CB-A36D02129A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5" name="直線コネクタ 121694">
                      <a:extLst>
                        <a:ext uri="{FF2B5EF4-FFF2-40B4-BE49-F238E27FC236}">
                          <a16:creationId xmlns:a16="http://schemas.microsoft.com/office/drawing/2014/main" id="{E183D38B-467F-4FFD-9A9B-F63B1C79B6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6" name="直線コネクタ 121695">
                      <a:extLst>
                        <a:ext uri="{FF2B5EF4-FFF2-40B4-BE49-F238E27FC236}">
                          <a16:creationId xmlns:a16="http://schemas.microsoft.com/office/drawing/2014/main" id="{B730AB0D-8E03-4EA8-B7C4-8C20463FFD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697" name="直線コネクタ 121696">
                      <a:extLst>
                        <a:ext uri="{FF2B5EF4-FFF2-40B4-BE49-F238E27FC236}">
                          <a16:creationId xmlns:a16="http://schemas.microsoft.com/office/drawing/2014/main" id="{0D3A2DD3-D33E-469D-ACC1-9DD45035A1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1" name="グループ化 118400">
                  <a:extLst>
                    <a:ext uri="{FF2B5EF4-FFF2-40B4-BE49-F238E27FC236}">
                      <a16:creationId xmlns:a16="http://schemas.microsoft.com/office/drawing/2014/main" id="{41809C4E-D499-414F-B9AC-1D4D702D248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37972" y="5237881"/>
                  <a:ext cx="323819" cy="324000"/>
                  <a:chOff x="4287481" y="4286224"/>
                  <a:chExt cx="2227978" cy="2229219"/>
                </a:xfrm>
              </p:grpSpPr>
              <p:cxnSp>
                <p:nvCxnSpPr>
                  <p:cNvPr id="121097" name="直線コネクタ 121096">
                    <a:extLst>
                      <a:ext uri="{FF2B5EF4-FFF2-40B4-BE49-F238E27FC236}">
                        <a16:creationId xmlns:a16="http://schemas.microsoft.com/office/drawing/2014/main" id="{7519312A-331D-4D76-A05D-21B1794757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098" name="直線コネクタ 121097">
                    <a:extLst>
                      <a:ext uri="{FF2B5EF4-FFF2-40B4-BE49-F238E27FC236}">
                        <a16:creationId xmlns:a16="http://schemas.microsoft.com/office/drawing/2014/main" id="{AB57D152-FFCF-46C0-AAF2-DE48DB32A1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099" name="直線コネクタ 121098">
                    <a:extLst>
                      <a:ext uri="{FF2B5EF4-FFF2-40B4-BE49-F238E27FC236}">
                        <a16:creationId xmlns:a16="http://schemas.microsoft.com/office/drawing/2014/main" id="{CF0CB548-B906-4EE6-9324-3E975E3732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0" name="直線コネクタ 121099">
                    <a:extLst>
                      <a:ext uri="{FF2B5EF4-FFF2-40B4-BE49-F238E27FC236}">
                        <a16:creationId xmlns:a16="http://schemas.microsoft.com/office/drawing/2014/main" id="{8E3C2200-F6E5-4D96-99F3-17FFB79FD3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1" name="直線コネクタ 121100">
                    <a:extLst>
                      <a:ext uri="{FF2B5EF4-FFF2-40B4-BE49-F238E27FC236}">
                        <a16:creationId xmlns:a16="http://schemas.microsoft.com/office/drawing/2014/main" id="{79398913-527C-4142-A342-711F33561C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2" name="直線コネクタ 121101">
                    <a:extLst>
                      <a:ext uri="{FF2B5EF4-FFF2-40B4-BE49-F238E27FC236}">
                        <a16:creationId xmlns:a16="http://schemas.microsoft.com/office/drawing/2014/main" id="{D3FDA89F-B2BB-484C-9A57-07171E41FF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3" name="直線コネクタ 121102">
                    <a:extLst>
                      <a:ext uri="{FF2B5EF4-FFF2-40B4-BE49-F238E27FC236}">
                        <a16:creationId xmlns:a16="http://schemas.microsoft.com/office/drawing/2014/main" id="{CBDB7A9A-080E-4BE2-BCA3-6D23133529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4" name="直線コネクタ 121103">
                    <a:extLst>
                      <a:ext uri="{FF2B5EF4-FFF2-40B4-BE49-F238E27FC236}">
                        <a16:creationId xmlns:a16="http://schemas.microsoft.com/office/drawing/2014/main" id="{BD1B2368-FAE4-4073-BED1-0ACC9DD481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5" name="直線コネクタ 121104">
                    <a:extLst>
                      <a:ext uri="{FF2B5EF4-FFF2-40B4-BE49-F238E27FC236}">
                        <a16:creationId xmlns:a16="http://schemas.microsoft.com/office/drawing/2014/main" id="{6E7BBDED-F1BD-47AD-BBCE-E62F93DD3C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6" name="直線コネクタ 121105">
                    <a:extLst>
                      <a:ext uri="{FF2B5EF4-FFF2-40B4-BE49-F238E27FC236}">
                        <a16:creationId xmlns:a16="http://schemas.microsoft.com/office/drawing/2014/main" id="{2F2B9ADD-A591-4C18-973C-0E8FA212F1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7" name="直線コネクタ 121106">
                    <a:extLst>
                      <a:ext uri="{FF2B5EF4-FFF2-40B4-BE49-F238E27FC236}">
                        <a16:creationId xmlns:a16="http://schemas.microsoft.com/office/drawing/2014/main" id="{1C3FA711-F64D-4D18-9C7D-1F99D396648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8" name="直線コネクタ 121107">
                    <a:extLst>
                      <a:ext uri="{FF2B5EF4-FFF2-40B4-BE49-F238E27FC236}">
                        <a16:creationId xmlns:a16="http://schemas.microsoft.com/office/drawing/2014/main" id="{3ADE1962-8A9A-4666-BBC7-113E2B7FE4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09" name="直線コネクタ 121108">
                    <a:extLst>
                      <a:ext uri="{FF2B5EF4-FFF2-40B4-BE49-F238E27FC236}">
                        <a16:creationId xmlns:a16="http://schemas.microsoft.com/office/drawing/2014/main" id="{7CF565F7-E853-4012-9642-3444A6DA7DA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0" name="直線コネクタ 121109">
                    <a:extLst>
                      <a:ext uri="{FF2B5EF4-FFF2-40B4-BE49-F238E27FC236}">
                        <a16:creationId xmlns:a16="http://schemas.microsoft.com/office/drawing/2014/main" id="{4E3625B1-AAA9-42F7-8591-B1079F50BC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1" name="直線コネクタ 121110">
                    <a:extLst>
                      <a:ext uri="{FF2B5EF4-FFF2-40B4-BE49-F238E27FC236}">
                        <a16:creationId xmlns:a16="http://schemas.microsoft.com/office/drawing/2014/main" id="{03E61A22-1C21-4222-8254-F753BE6B93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2" name="直線コネクタ 121111">
                    <a:extLst>
                      <a:ext uri="{FF2B5EF4-FFF2-40B4-BE49-F238E27FC236}">
                        <a16:creationId xmlns:a16="http://schemas.microsoft.com/office/drawing/2014/main" id="{983F3496-CF2D-4DDF-A9F0-6A37C0766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3" name="直線コネクタ 121112">
                    <a:extLst>
                      <a:ext uri="{FF2B5EF4-FFF2-40B4-BE49-F238E27FC236}">
                        <a16:creationId xmlns:a16="http://schemas.microsoft.com/office/drawing/2014/main" id="{55A7B9E9-A123-4571-A48B-9119777663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4" name="直線コネクタ 121113">
                    <a:extLst>
                      <a:ext uri="{FF2B5EF4-FFF2-40B4-BE49-F238E27FC236}">
                        <a16:creationId xmlns:a16="http://schemas.microsoft.com/office/drawing/2014/main" id="{568689AB-D181-4033-B7DC-6CFDDF5240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5" name="直線コネクタ 121114">
                    <a:extLst>
                      <a:ext uri="{FF2B5EF4-FFF2-40B4-BE49-F238E27FC236}">
                        <a16:creationId xmlns:a16="http://schemas.microsoft.com/office/drawing/2014/main" id="{AB077E6A-81BA-4CCC-B43C-A621AD90A7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6" name="直線コネクタ 121115">
                    <a:extLst>
                      <a:ext uri="{FF2B5EF4-FFF2-40B4-BE49-F238E27FC236}">
                        <a16:creationId xmlns:a16="http://schemas.microsoft.com/office/drawing/2014/main" id="{E984A1DC-1A9E-49A4-8E0F-9A19F94669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7" name="直線コネクタ 121116">
                    <a:extLst>
                      <a:ext uri="{FF2B5EF4-FFF2-40B4-BE49-F238E27FC236}">
                        <a16:creationId xmlns:a16="http://schemas.microsoft.com/office/drawing/2014/main" id="{87B34E60-E954-48F8-9928-831491C81C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8" name="直線コネクタ 121117">
                    <a:extLst>
                      <a:ext uri="{FF2B5EF4-FFF2-40B4-BE49-F238E27FC236}">
                        <a16:creationId xmlns:a16="http://schemas.microsoft.com/office/drawing/2014/main" id="{1FC17177-DAD2-4CF7-AF93-EC1525F73B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19" name="直線コネクタ 121118">
                    <a:extLst>
                      <a:ext uri="{FF2B5EF4-FFF2-40B4-BE49-F238E27FC236}">
                        <a16:creationId xmlns:a16="http://schemas.microsoft.com/office/drawing/2014/main" id="{9A3F01A9-EDCB-4FAB-AEC9-3FDCA3DAFF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0" name="直線コネクタ 121119">
                    <a:extLst>
                      <a:ext uri="{FF2B5EF4-FFF2-40B4-BE49-F238E27FC236}">
                        <a16:creationId xmlns:a16="http://schemas.microsoft.com/office/drawing/2014/main" id="{DA031882-FA4F-4624-B744-414D614FA6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1" name="直線コネクタ 121120">
                    <a:extLst>
                      <a:ext uri="{FF2B5EF4-FFF2-40B4-BE49-F238E27FC236}">
                        <a16:creationId xmlns:a16="http://schemas.microsoft.com/office/drawing/2014/main" id="{85B327C9-B15F-45A1-B56B-133A565687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2" name="直線コネクタ 121121">
                    <a:extLst>
                      <a:ext uri="{FF2B5EF4-FFF2-40B4-BE49-F238E27FC236}">
                        <a16:creationId xmlns:a16="http://schemas.microsoft.com/office/drawing/2014/main" id="{314E2C48-1AD5-48ED-ACF6-3F56D6913A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3" name="直線コネクタ 121122">
                    <a:extLst>
                      <a:ext uri="{FF2B5EF4-FFF2-40B4-BE49-F238E27FC236}">
                        <a16:creationId xmlns:a16="http://schemas.microsoft.com/office/drawing/2014/main" id="{2EF8A233-2740-422E-A4CC-FC8BB780EB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4" name="直線コネクタ 121123">
                    <a:extLst>
                      <a:ext uri="{FF2B5EF4-FFF2-40B4-BE49-F238E27FC236}">
                        <a16:creationId xmlns:a16="http://schemas.microsoft.com/office/drawing/2014/main" id="{A0F36BEE-F3F3-49B2-B48F-ACDE8A8EE7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5" name="直線コネクタ 121124">
                    <a:extLst>
                      <a:ext uri="{FF2B5EF4-FFF2-40B4-BE49-F238E27FC236}">
                        <a16:creationId xmlns:a16="http://schemas.microsoft.com/office/drawing/2014/main" id="{6AEF182B-0944-47EA-B8D2-2CA11B5722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6" name="直線コネクタ 121125">
                    <a:extLst>
                      <a:ext uri="{FF2B5EF4-FFF2-40B4-BE49-F238E27FC236}">
                        <a16:creationId xmlns:a16="http://schemas.microsoft.com/office/drawing/2014/main" id="{E8442E04-500E-49ED-9A45-7206C153A3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7" name="直線コネクタ 121126">
                    <a:extLst>
                      <a:ext uri="{FF2B5EF4-FFF2-40B4-BE49-F238E27FC236}">
                        <a16:creationId xmlns:a16="http://schemas.microsoft.com/office/drawing/2014/main" id="{08A0C010-8F05-4CE1-B092-DA345C46A7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8" name="直線コネクタ 121127">
                    <a:extLst>
                      <a:ext uri="{FF2B5EF4-FFF2-40B4-BE49-F238E27FC236}">
                        <a16:creationId xmlns:a16="http://schemas.microsoft.com/office/drawing/2014/main" id="{040244E3-723D-41C3-AC48-9084F59124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29" name="直線コネクタ 121128">
                    <a:extLst>
                      <a:ext uri="{FF2B5EF4-FFF2-40B4-BE49-F238E27FC236}">
                        <a16:creationId xmlns:a16="http://schemas.microsoft.com/office/drawing/2014/main" id="{60AE99BB-31E2-4937-8771-4E535DEF9F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0" name="直線コネクタ 121129">
                    <a:extLst>
                      <a:ext uri="{FF2B5EF4-FFF2-40B4-BE49-F238E27FC236}">
                        <a16:creationId xmlns:a16="http://schemas.microsoft.com/office/drawing/2014/main" id="{895CD7A1-5FA6-448B-A8A6-235F4DD53B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1" name="直線コネクタ 121130">
                    <a:extLst>
                      <a:ext uri="{FF2B5EF4-FFF2-40B4-BE49-F238E27FC236}">
                        <a16:creationId xmlns:a16="http://schemas.microsoft.com/office/drawing/2014/main" id="{8699407E-51D9-43F0-B2D9-8CCC3F75BE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2" name="直線コネクタ 121131">
                    <a:extLst>
                      <a:ext uri="{FF2B5EF4-FFF2-40B4-BE49-F238E27FC236}">
                        <a16:creationId xmlns:a16="http://schemas.microsoft.com/office/drawing/2014/main" id="{A04EFA0D-5FAB-46AD-95B3-AAC46E3434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3" name="直線コネクタ 121132">
                    <a:extLst>
                      <a:ext uri="{FF2B5EF4-FFF2-40B4-BE49-F238E27FC236}">
                        <a16:creationId xmlns:a16="http://schemas.microsoft.com/office/drawing/2014/main" id="{C62557F1-0CC1-43CF-A265-D94F1A8ACC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4" name="直線コネクタ 121133">
                    <a:extLst>
                      <a:ext uri="{FF2B5EF4-FFF2-40B4-BE49-F238E27FC236}">
                        <a16:creationId xmlns:a16="http://schemas.microsoft.com/office/drawing/2014/main" id="{2FFFBAE0-6D79-472E-8838-A258BA7B17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5" name="直線コネクタ 121134">
                    <a:extLst>
                      <a:ext uri="{FF2B5EF4-FFF2-40B4-BE49-F238E27FC236}">
                        <a16:creationId xmlns:a16="http://schemas.microsoft.com/office/drawing/2014/main" id="{58DDF6FD-8414-49CD-80F9-14BF10FADB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6" name="直線コネクタ 121135">
                    <a:extLst>
                      <a:ext uri="{FF2B5EF4-FFF2-40B4-BE49-F238E27FC236}">
                        <a16:creationId xmlns:a16="http://schemas.microsoft.com/office/drawing/2014/main" id="{E5922583-0B21-45AE-8B46-F8F50C56E1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7" name="直線コネクタ 121136">
                    <a:extLst>
                      <a:ext uri="{FF2B5EF4-FFF2-40B4-BE49-F238E27FC236}">
                        <a16:creationId xmlns:a16="http://schemas.microsoft.com/office/drawing/2014/main" id="{8C0BA960-A922-47B4-A262-0BC21C4985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8" name="直線コネクタ 121137">
                    <a:extLst>
                      <a:ext uri="{FF2B5EF4-FFF2-40B4-BE49-F238E27FC236}">
                        <a16:creationId xmlns:a16="http://schemas.microsoft.com/office/drawing/2014/main" id="{2422BC29-0D89-4309-989F-9E9B0C336B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39" name="直線コネクタ 121138">
                    <a:extLst>
                      <a:ext uri="{FF2B5EF4-FFF2-40B4-BE49-F238E27FC236}">
                        <a16:creationId xmlns:a16="http://schemas.microsoft.com/office/drawing/2014/main" id="{20D89050-246F-439D-B0E8-1ED06CFF1C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0" name="直線コネクタ 121139">
                    <a:extLst>
                      <a:ext uri="{FF2B5EF4-FFF2-40B4-BE49-F238E27FC236}">
                        <a16:creationId xmlns:a16="http://schemas.microsoft.com/office/drawing/2014/main" id="{F1D4EC46-D34E-4156-BEFB-4B83C1D74FD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1" name="直線コネクタ 121140">
                    <a:extLst>
                      <a:ext uri="{FF2B5EF4-FFF2-40B4-BE49-F238E27FC236}">
                        <a16:creationId xmlns:a16="http://schemas.microsoft.com/office/drawing/2014/main" id="{BEAB6ADB-9FCC-47F9-8C64-BE3EA3003A6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2" name="直線コネクタ 121141">
                    <a:extLst>
                      <a:ext uri="{FF2B5EF4-FFF2-40B4-BE49-F238E27FC236}">
                        <a16:creationId xmlns:a16="http://schemas.microsoft.com/office/drawing/2014/main" id="{A6697A3D-6759-4D5E-B6A0-C10FF052FC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3" name="直線コネクタ 121142">
                    <a:extLst>
                      <a:ext uri="{FF2B5EF4-FFF2-40B4-BE49-F238E27FC236}">
                        <a16:creationId xmlns:a16="http://schemas.microsoft.com/office/drawing/2014/main" id="{60F372A9-FD69-437D-9A68-8570DFBBF9B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4" name="直線コネクタ 121143">
                    <a:extLst>
                      <a:ext uri="{FF2B5EF4-FFF2-40B4-BE49-F238E27FC236}">
                        <a16:creationId xmlns:a16="http://schemas.microsoft.com/office/drawing/2014/main" id="{08CE42FF-E460-4E8E-ACBB-5C1EBE273CF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5" name="直線コネクタ 121144">
                    <a:extLst>
                      <a:ext uri="{FF2B5EF4-FFF2-40B4-BE49-F238E27FC236}">
                        <a16:creationId xmlns:a16="http://schemas.microsoft.com/office/drawing/2014/main" id="{21AE120D-F1B8-4138-89F0-6901015832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6" name="直線コネクタ 121145">
                    <a:extLst>
                      <a:ext uri="{FF2B5EF4-FFF2-40B4-BE49-F238E27FC236}">
                        <a16:creationId xmlns:a16="http://schemas.microsoft.com/office/drawing/2014/main" id="{1DD0F22B-8FBE-4E04-89F7-A674D978345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7" name="直線コネクタ 121146">
                    <a:extLst>
                      <a:ext uri="{FF2B5EF4-FFF2-40B4-BE49-F238E27FC236}">
                        <a16:creationId xmlns:a16="http://schemas.microsoft.com/office/drawing/2014/main" id="{AB1647E9-5166-4584-95A6-9590FD4E848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8" name="直線コネクタ 121147">
                    <a:extLst>
                      <a:ext uri="{FF2B5EF4-FFF2-40B4-BE49-F238E27FC236}">
                        <a16:creationId xmlns:a16="http://schemas.microsoft.com/office/drawing/2014/main" id="{F44D14C3-C85C-46E1-8F38-642E5E1661A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49" name="直線コネクタ 121148">
                    <a:extLst>
                      <a:ext uri="{FF2B5EF4-FFF2-40B4-BE49-F238E27FC236}">
                        <a16:creationId xmlns:a16="http://schemas.microsoft.com/office/drawing/2014/main" id="{1F5E4865-A3A8-4EDA-AE21-C1560A10A9E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0" name="直線コネクタ 121149">
                    <a:extLst>
                      <a:ext uri="{FF2B5EF4-FFF2-40B4-BE49-F238E27FC236}">
                        <a16:creationId xmlns:a16="http://schemas.microsoft.com/office/drawing/2014/main" id="{2CDA4C5D-5CCF-4897-AE0F-BA24ABE2FD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1" name="直線コネクタ 121150">
                    <a:extLst>
                      <a:ext uri="{FF2B5EF4-FFF2-40B4-BE49-F238E27FC236}">
                        <a16:creationId xmlns:a16="http://schemas.microsoft.com/office/drawing/2014/main" id="{6B1EE971-5C13-47DA-ACCE-900DEECBCE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2" name="直線コネクタ 121151">
                    <a:extLst>
                      <a:ext uri="{FF2B5EF4-FFF2-40B4-BE49-F238E27FC236}">
                        <a16:creationId xmlns:a16="http://schemas.microsoft.com/office/drawing/2014/main" id="{7B000ECE-11BA-45CF-BE61-231C936B3B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3" name="直線コネクタ 121152">
                    <a:extLst>
                      <a:ext uri="{FF2B5EF4-FFF2-40B4-BE49-F238E27FC236}">
                        <a16:creationId xmlns:a16="http://schemas.microsoft.com/office/drawing/2014/main" id="{AB820177-B34C-44F9-B30F-5AAD482952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4" name="直線コネクタ 121153">
                    <a:extLst>
                      <a:ext uri="{FF2B5EF4-FFF2-40B4-BE49-F238E27FC236}">
                        <a16:creationId xmlns:a16="http://schemas.microsoft.com/office/drawing/2014/main" id="{702EFFA5-192B-4AF3-9D17-D3AD50B9E0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5" name="直線コネクタ 121154">
                    <a:extLst>
                      <a:ext uri="{FF2B5EF4-FFF2-40B4-BE49-F238E27FC236}">
                        <a16:creationId xmlns:a16="http://schemas.microsoft.com/office/drawing/2014/main" id="{CB660039-1D17-40AC-A7BD-82E1595C7A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6" name="直線コネクタ 121155">
                    <a:extLst>
                      <a:ext uri="{FF2B5EF4-FFF2-40B4-BE49-F238E27FC236}">
                        <a16:creationId xmlns:a16="http://schemas.microsoft.com/office/drawing/2014/main" id="{DBF0D9E8-2195-46F7-9843-FD250A3EF6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7" name="直線コネクタ 121156">
                    <a:extLst>
                      <a:ext uri="{FF2B5EF4-FFF2-40B4-BE49-F238E27FC236}">
                        <a16:creationId xmlns:a16="http://schemas.microsoft.com/office/drawing/2014/main" id="{1C9D69D8-61E8-4E57-BD38-2667F14F2F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8" name="直線コネクタ 121157">
                    <a:extLst>
                      <a:ext uri="{FF2B5EF4-FFF2-40B4-BE49-F238E27FC236}">
                        <a16:creationId xmlns:a16="http://schemas.microsoft.com/office/drawing/2014/main" id="{59F777A7-D337-481D-9CC1-C0E7083DD4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59" name="直線コネクタ 121158">
                    <a:extLst>
                      <a:ext uri="{FF2B5EF4-FFF2-40B4-BE49-F238E27FC236}">
                        <a16:creationId xmlns:a16="http://schemas.microsoft.com/office/drawing/2014/main" id="{81A70CFD-AD68-4C39-AF12-BA34330826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0" name="直線コネクタ 121159">
                    <a:extLst>
                      <a:ext uri="{FF2B5EF4-FFF2-40B4-BE49-F238E27FC236}">
                        <a16:creationId xmlns:a16="http://schemas.microsoft.com/office/drawing/2014/main" id="{38A49D50-BD16-4865-96BB-FD2F0409DC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1" name="直線コネクタ 121160">
                    <a:extLst>
                      <a:ext uri="{FF2B5EF4-FFF2-40B4-BE49-F238E27FC236}">
                        <a16:creationId xmlns:a16="http://schemas.microsoft.com/office/drawing/2014/main" id="{CF824990-C953-416E-9D88-C21EBB7F26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2" name="直線コネクタ 121161">
                    <a:extLst>
                      <a:ext uri="{FF2B5EF4-FFF2-40B4-BE49-F238E27FC236}">
                        <a16:creationId xmlns:a16="http://schemas.microsoft.com/office/drawing/2014/main" id="{DB92F0E9-7098-4946-8AF1-0B45522490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3" name="直線コネクタ 121162">
                    <a:extLst>
                      <a:ext uri="{FF2B5EF4-FFF2-40B4-BE49-F238E27FC236}">
                        <a16:creationId xmlns:a16="http://schemas.microsoft.com/office/drawing/2014/main" id="{9FFDA5B5-8735-4E2A-B201-D208CE0B56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4" name="直線コネクタ 121163">
                    <a:extLst>
                      <a:ext uri="{FF2B5EF4-FFF2-40B4-BE49-F238E27FC236}">
                        <a16:creationId xmlns:a16="http://schemas.microsoft.com/office/drawing/2014/main" id="{CCA2FE98-A13D-463D-9892-1AA2723A41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5" name="直線コネクタ 121164">
                    <a:extLst>
                      <a:ext uri="{FF2B5EF4-FFF2-40B4-BE49-F238E27FC236}">
                        <a16:creationId xmlns:a16="http://schemas.microsoft.com/office/drawing/2014/main" id="{0E338E2C-C7E4-4A39-BD1E-D0FA3166EF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6" name="直線コネクタ 121165">
                    <a:extLst>
                      <a:ext uri="{FF2B5EF4-FFF2-40B4-BE49-F238E27FC236}">
                        <a16:creationId xmlns:a16="http://schemas.microsoft.com/office/drawing/2014/main" id="{D7D9ECFD-3D28-4DA5-AD11-E087D9DBF0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7" name="直線コネクタ 121166">
                    <a:extLst>
                      <a:ext uri="{FF2B5EF4-FFF2-40B4-BE49-F238E27FC236}">
                        <a16:creationId xmlns:a16="http://schemas.microsoft.com/office/drawing/2014/main" id="{F056B11E-8EBB-47FF-BF69-79CFAC04CF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8" name="直線コネクタ 121167">
                    <a:extLst>
                      <a:ext uri="{FF2B5EF4-FFF2-40B4-BE49-F238E27FC236}">
                        <a16:creationId xmlns:a16="http://schemas.microsoft.com/office/drawing/2014/main" id="{285652DB-786E-4C0A-8A8E-5EDE6A0927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69" name="直線コネクタ 121168">
                    <a:extLst>
                      <a:ext uri="{FF2B5EF4-FFF2-40B4-BE49-F238E27FC236}">
                        <a16:creationId xmlns:a16="http://schemas.microsoft.com/office/drawing/2014/main" id="{4101F53A-6C25-4780-AE37-BB442D895C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0" name="直線コネクタ 121169">
                    <a:extLst>
                      <a:ext uri="{FF2B5EF4-FFF2-40B4-BE49-F238E27FC236}">
                        <a16:creationId xmlns:a16="http://schemas.microsoft.com/office/drawing/2014/main" id="{8F6DADF8-A31D-4D9E-9E22-47B86C5723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1" name="直線コネクタ 121170">
                    <a:extLst>
                      <a:ext uri="{FF2B5EF4-FFF2-40B4-BE49-F238E27FC236}">
                        <a16:creationId xmlns:a16="http://schemas.microsoft.com/office/drawing/2014/main" id="{17F7F037-0B60-4C21-9812-CA09A1ACC7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2" name="直線コネクタ 121171">
                    <a:extLst>
                      <a:ext uri="{FF2B5EF4-FFF2-40B4-BE49-F238E27FC236}">
                        <a16:creationId xmlns:a16="http://schemas.microsoft.com/office/drawing/2014/main" id="{F9254BE8-2D13-41EB-B86D-290DB20323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3" name="直線コネクタ 121172">
                    <a:extLst>
                      <a:ext uri="{FF2B5EF4-FFF2-40B4-BE49-F238E27FC236}">
                        <a16:creationId xmlns:a16="http://schemas.microsoft.com/office/drawing/2014/main" id="{A3B422DB-8474-48F7-AE5E-CB7F9F6448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4" name="直線コネクタ 121173">
                    <a:extLst>
                      <a:ext uri="{FF2B5EF4-FFF2-40B4-BE49-F238E27FC236}">
                        <a16:creationId xmlns:a16="http://schemas.microsoft.com/office/drawing/2014/main" id="{782EE697-76BF-48DC-9AF9-8797AB5697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5" name="直線コネクタ 121174">
                    <a:extLst>
                      <a:ext uri="{FF2B5EF4-FFF2-40B4-BE49-F238E27FC236}">
                        <a16:creationId xmlns:a16="http://schemas.microsoft.com/office/drawing/2014/main" id="{E758DFCF-F9A4-43A8-BD9F-7EBB3084DA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6" name="直線コネクタ 121175">
                    <a:extLst>
                      <a:ext uri="{FF2B5EF4-FFF2-40B4-BE49-F238E27FC236}">
                        <a16:creationId xmlns:a16="http://schemas.microsoft.com/office/drawing/2014/main" id="{02901C2A-9716-4026-8554-D741478857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7" name="直線コネクタ 121176">
                    <a:extLst>
                      <a:ext uri="{FF2B5EF4-FFF2-40B4-BE49-F238E27FC236}">
                        <a16:creationId xmlns:a16="http://schemas.microsoft.com/office/drawing/2014/main" id="{7B46048A-9401-4DCA-A135-7B7D63A1E8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8" name="直線コネクタ 121177">
                    <a:extLst>
                      <a:ext uri="{FF2B5EF4-FFF2-40B4-BE49-F238E27FC236}">
                        <a16:creationId xmlns:a16="http://schemas.microsoft.com/office/drawing/2014/main" id="{767BC5C5-1D38-4E12-AAB0-73E3AC0CA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79" name="直線コネクタ 121178">
                    <a:extLst>
                      <a:ext uri="{FF2B5EF4-FFF2-40B4-BE49-F238E27FC236}">
                        <a16:creationId xmlns:a16="http://schemas.microsoft.com/office/drawing/2014/main" id="{F251203A-13FA-4E2A-BF31-A407CCEB8A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0" name="直線コネクタ 121179">
                    <a:extLst>
                      <a:ext uri="{FF2B5EF4-FFF2-40B4-BE49-F238E27FC236}">
                        <a16:creationId xmlns:a16="http://schemas.microsoft.com/office/drawing/2014/main" id="{4C846F77-0D1D-47A2-9076-AEC8C2550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1" name="直線コネクタ 121180">
                    <a:extLst>
                      <a:ext uri="{FF2B5EF4-FFF2-40B4-BE49-F238E27FC236}">
                        <a16:creationId xmlns:a16="http://schemas.microsoft.com/office/drawing/2014/main" id="{F69CD42B-369C-4837-8753-14769A2FC6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2" name="直線コネクタ 121181">
                    <a:extLst>
                      <a:ext uri="{FF2B5EF4-FFF2-40B4-BE49-F238E27FC236}">
                        <a16:creationId xmlns:a16="http://schemas.microsoft.com/office/drawing/2014/main" id="{00E5680D-F7A9-430F-9359-FA69C09C8B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3" name="直線コネクタ 121182">
                    <a:extLst>
                      <a:ext uri="{FF2B5EF4-FFF2-40B4-BE49-F238E27FC236}">
                        <a16:creationId xmlns:a16="http://schemas.microsoft.com/office/drawing/2014/main" id="{1FBAD28B-63A4-4AE0-A6B5-5C794B7794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4" name="直線コネクタ 121183">
                    <a:extLst>
                      <a:ext uri="{FF2B5EF4-FFF2-40B4-BE49-F238E27FC236}">
                        <a16:creationId xmlns:a16="http://schemas.microsoft.com/office/drawing/2014/main" id="{CB6E1ADA-F582-4797-B9B5-268228A570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5" name="直線コネクタ 121184">
                    <a:extLst>
                      <a:ext uri="{FF2B5EF4-FFF2-40B4-BE49-F238E27FC236}">
                        <a16:creationId xmlns:a16="http://schemas.microsoft.com/office/drawing/2014/main" id="{EEC0DB26-8BD0-4FFE-9830-C327BD7D86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6" name="直線コネクタ 121185">
                    <a:extLst>
                      <a:ext uri="{FF2B5EF4-FFF2-40B4-BE49-F238E27FC236}">
                        <a16:creationId xmlns:a16="http://schemas.microsoft.com/office/drawing/2014/main" id="{65A56CDF-039E-4C7D-A768-628DB4FE1D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7" name="直線コネクタ 121186">
                    <a:extLst>
                      <a:ext uri="{FF2B5EF4-FFF2-40B4-BE49-F238E27FC236}">
                        <a16:creationId xmlns:a16="http://schemas.microsoft.com/office/drawing/2014/main" id="{3C3598E1-C1E5-429D-9069-AD8D17AECC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8" name="直線コネクタ 121187">
                    <a:extLst>
                      <a:ext uri="{FF2B5EF4-FFF2-40B4-BE49-F238E27FC236}">
                        <a16:creationId xmlns:a16="http://schemas.microsoft.com/office/drawing/2014/main" id="{B4E562B6-86D8-40BA-9F83-4E058307998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89" name="直線コネクタ 121188">
                    <a:extLst>
                      <a:ext uri="{FF2B5EF4-FFF2-40B4-BE49-F238E27FC236}">
                        <a16:creationId xmlns:a16="http://schemas.microsoft.com/office/drawing/2014/main" id="{0509F809-2D18-4EAE-AFFC-86BDCA91F9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0" name="直線コネクタ 121189">
                    <a:extLst>
                      <a:ext uri="{FF2B5EF4-FFF2-40B4-BE49-F238E27FC236}">
                        <a16:creationId xmlns:a16="http://schemas.microsoft.com/office/drawing/2014/main" id="{FD9149C7-A2C7-4F66-AE05-F7B7DB6F195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1" name="直線コネクタ 121190">
                    <a:extLst>
                      <a:ext uri="{FF2B5EF4-FFF2-40B4-BE49-F238E27FC236}">
                        <a16:creationId xmlns:a16="http://schemas.microsoft.com/office/drawing/2014/main" id="{F7258B97-F149-48FE-99D3-087F061AEAF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2" name="直線コネクタ 121191">
                    <a:extLst>
                      <a:ext uri="{FF2B5EF4-FFF2-40B4-BE49-F238E27FC236}">
                        <a16:creationId xmlns:a16="http://schemas.microsoft.com/office/drawing/2014/main" id="{42641BA1-AFEC-47D7-A6E6-A7DE6A5FD3F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3" name="直線コネクタ 121192">
                    <a:extLst>
                      <a:ext uri="{FF2B5EF4-FFF2-40B4-BE49-F238E27FC236}">
                        <a16:creationId xmlns:a16="http://schemas.microsoft.com/office/drawing/2014/main" id="{D214D09C-A57F-4EC1-8B17-32A5D651E52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4" name="直線コネクタ 121193">
                    <a:extLst>
                      <a:ext uri="{FF2B5EF4-FFF2-40B4-BE49-F238E27FC236}">
                        <a16:creationId xmlns:a16="http://schemas.microsoft.com/office/drawing/2014/main" id="{BE772D3A-C3D9-47D4-835C-9B0595D6969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5" name="直線コネクタ 121194">
                    <a:extLst>
                      <a:ext uri="{FF2B5EF4-FFF2-40B4-BE49-F238E27FC236}">
                        <a16:creationId xmlns:a16="http://schemas.microsoft.com/office/drawing/2014/main" id="{5D68EBE9-FC39-46C5-A585-21A8CEDAAC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6" name="直線コネクタ 121195">
                    <a:extLst>
                      <a:ext uri="{FF2B5EF4-FFF2-40B4-BE49-F238E27FC236}">
                        <a16:creationId xmlns:a16="http://schemas.microsoft.com/office/drawing/2014/main" id="{CE33114D-A2D7-4841-8F20-AF6FD83258F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7" name="直線コネクタ 121196">
                    <a:extLst>
                      <a:ext uri="{FF2B5EF4-FFF2-40B4-BE49-F238E27FC236}">
                        <a16:creationId xmlns:a16="http://schemas.microsoft.com/office/drawing/2014/main" id="{B2563AF4-6F68-4E1B-8C2C-A8800B041EC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8" name="直線コネクタ 121197">
                    <a:extLst>
                      <a:ext uri="{FF2B5EF4-FFF2-40B4-BE49-F238E27FC236}">
                        <a16:creationId xmlns:a16="http://schemas.microsoft.com/office/drawing/2014/main" id="{ECB82114-F09C-4034-8342-E95D684F9D7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199" name="直線コネクタ 121198">
                    <a:extLst>
                      <a:ext uri="{FF2B5EF4-FFF2-40B4-BE49-F238E27FC236}">
                        <a16:creationId xmlns:a16="http://schemas.microsoft.com/office/drawing/2014/main" id="{928F1885-4F2E-420C-9495-48E8CFA9E3D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0" name="直線コネクタ 121199">
                    <a:extLst>
                      <a:ext uri="{FF2B5EF4-FFF2-40B4-BE49-F238E27FC236}">
                        <a16:creationId xmlns:a16="http://schemas.microsoft.com/office/drawing/2014/main" id="{9E2F2486-2CA3-4B31-9387-21D8AB0CA9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1" name="直線コネクタ 121200">
                    <a:extLst>
                      <a:ext uri="{FF2B5EF4-FFF2-40B4-BE49-F238E27FC236}">
                        <a16:creationId xmlns:a16="http://schemas.microsoft.com/office/drawing/2014/main" id="{6263B2C3-360D-4FD1-88F7-EC5C0067E7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2" name="直線コネクタ 121201">
                    <a:extLst>
                      <a:ext uri="{FF2B5EF4-FFF2-40B4-BE49-F238E27FC236}">
                        <a16:creationId xmlns:a16="http://schemas.microsoft.com/office/drawing/2014/main" id="{E0265434-E378-4D42-BD45-557D56286E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3" name="直線コネクタ 121202">
                    <a:extLst>
                      <a:ext uri="{FF2B5EF4-FFF2-40B4-BE49-F238E27FC236}">
                        <a16:creationId xmlns:a16="http://schemas.microsoft.com/office/drawing/2014/main" id="{44462AD7-02E7-42A4-96D2-2F3563F2B3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4" name="直線コネクタ 121203">
                    <a:extLst>
                      <a:ext uri="{FF2B5EF4-FFF2-40B4-BE49-F238E27FC236}">
                        <a16:creationId xmlns:a16="http://schemas.microsoft.com/office/drawing/2014/main" id="{92EA4019-7CB8-4538-8D10-6F1A52CB58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5" name="直線コネクタ 121204">
                    <a:extLst>
                      <a:ext uri="{FF2B5EF4-FFF2-40B4-BE49-F238E27FC236}">
                        <a16:creationId xmlns:a16="http://schemas.microsoft.com/office/drawing/2014/main" id="{451E0CC2-1546-4A1C-839E-DC4958CE77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6" name="直線コネクタ 121205">
                    <a:extLst>
                      <a:ext uri="{FF2B5EF4-FFF2-40B4-BE49-F238E27FC236}">
                        <a16:creationId xmlns:a16="http://schemas.microsoft.com/office/drawing/2014/main" id="{3A1307CB-68FE-4FFC-B15F-29240649CA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7" name="直線コネクタ 121206">
                    <a:extLst>
                      <a:ext uri="{FF2B5EF4-FFF2-40B4-BE49-F238E27FC236}">
                        <a16:creationId xmlns:a16="http://schemas.microsoft.com/office/drawing/2014/main" id="{7960A4B2-EC34-40AB-A12D-3F02941A70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8" name="直線コネクタ 121207">
                    <a:extLst>
                      <a:ext uri="{FF2B5EF4-FFF2-40B4-BE49-F238E27FC236}">
                        <a16:creationId xmlns:a16="http://schemas.microsoft.com/office/drawing/2014/main" id="{4CE54880-4AED-4B92-A8ED-6E339C92B8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09" name="直線コネクタ 121208">
                    <a:extLst>
                      <a:ext uri="{FF2B5EF4-FFF2-40B4-BE49-F238E27FC236}">
                        <a16:creationId xmlns:a16="http://schemas.microsoft.com/office/drawing/2014/main" id="{4D28DFAB-D670-405B-BFA2-8349F9B223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0" name="直線コネクタ 121209">
                    <a:extLst>
                      <a:ext uri="{FF2B5EF4-FFF2-40B4-BE49-F238E27FC236}">
                        <a16:creationId xmlns:a16="http://schemas.microsoft.com/office/drawing/2014/main" id="{05BC5CB9-4FB9-43FE-8CB9-D066C31C05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1" name="直線コネクタ 121210">
                    <a:extLst>
                      <a:ext uri="{FF2B5EF4-FFF2-40B4-BE49-F238E27FC236}">
                        <a16:creationId xmlns:a16="http://schemas.microsoft.com/office/drawing/2014/main" id="{6341E2DB-28FA-4BB0-9756-463446DC43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2" name="直線コネクタ 121211">
                    <a:extLst>
                      <a:ext uri="{FF2B5EF4-FFF2-40B4-BE49-F238E27FC236}">
                        <a16:creationId xmlns:a16="http://schemas.microsoft.com/office/drawing/2014/main" id="{C3FE5B4B-63E8-4FCA-8F2E-297522B8DB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3" name="直線コネクタ 121212">
                    <a:extLst>
                      <a:ext uri="{FF2B5EF4-FFF2-40B4-BE49-F238E27FC236}">
                        <a16:creationId xmlns:a16="http://schemas.microsoft.com/office/drawing/2014/main" id="{1048A3DD-C9C6-4BF2-8F27-FB73A3C624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4" name="直線コネクタ 121213">
                    <a:extLst>
                      <a:ext uri="{FF2B5EF4-FFF2-40B4-BE49-F238E27FC236}">
                        <a16:creationId xmlns:a16="http://schemas.microsoft.com/office/drawing/2014/main" id="{76DD1A16-16BD-4585-9592-4E5507BE93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5" name="直線コネクタ 121214">
                    <a:extLst>
                      <a:ext uri="{FF2B5EF4-FFF2-40B4-BE49-F238E27FC236}">
                        <a16:creationId xmlns:a16="http://schemas.microsoft.com/office/drawing/2014/main" id="{15BB2C85-0166-401F-89FF-94417E23E0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6" name="直線コネクタ 121215">
                    <a:extLst>
                      <a:ext uri="{FF2B5EF4-FFF2-40B4-BE49-F238E27FC236}">
                        <a16:creationId xmlns:a16="http://schemas.microsoft.com/office/drawing/2014/main" id="{E8D6BF99-E8B5-40A8-9E6A-CDAEB06819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7" name="直線コネクタ 121216">
                    <a:extLst>
                      <a:ext uri="{FF2B5EF4-FFF2-40B4-BE49-F238E27FC236}">
                        <a16:creationId xmlns:a16="http://schemas.microsoft.com/office/drawing/2014/main" id="{0DBEA8CA-017A-4FFE-A097-E47FA795A7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8" name="直線コネクタ 121217">
                    <a:extLst>
                      <a:ext uri="{FF2B5EF4-FFF2-40B4-BE49-F238E27FC236}">
                        <a16:creationId xmlns:a16="http://schemas.microsoft.com/office/drawing/2014/main" id="{A37FEEBF-2CE1-4EEF-9431-53B2931818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19" name="直線コネクタ 121218">
                    <a:extLst>
                      <a:ext uri="{FF2B5EF4-FFF2-40B4-BE49-F238E27FC236}">
                        <a16:creationId xmlns:a16="http://schemas.microsoft.com/office/drawing/2014/main" id="{16FA2145-2FCA-41C8-A727-0477119790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0" name="直線コネクタ 121219">
                    <a:extLst>
                      <a:ext uri="{FF2B5EF4-FFF2-40B4-BE49-F238E27FC236}">
                        <a16:creationId xmlns:a16="http://schemas.microsoft.com/office/drawing/2014/main" id="{4AA4C437-199F-4FD9-80F8-C9D55E9A3B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1" name="直線コネクタ 121220">
                    <a:extLst>
                      <a:ext uri="{FF2B5EF4-FFF2-40B4-BE49-F238E27FC236}">
                        <a16:creationId xmlns:a16="http://schemas.microsoft.com/office/drawing/2014/main" id="{FE64CDB7-C80E-4C39-85C4-D0A53EC62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2" name="直線コネクタ 121221">
                    <a:extLst>
                      <a:ext uri="{FF2B5EF4-FFF2-40B4-BE49-F238E27FC236}">
                        <a16:creationId xmlns:a16="http://schemas.microsoft.com/office/drawing/2014/main" id="{460342AB-97E7-4A06-88FF-3094E79444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3" name="直線コネクタ 121222">
                    <a:extLst>
                      <a:ext uri="{FF2B5EF4-FFF2-40B4-BE49-F238E27FC236}">
                        <a16:creationId xmlns:a16="http://schemas.microsoft.com/office/drawing/2014/main" id="{D7F61336-77EC-4844-9A75-F6A8993154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4" name="直線コネクタ 121223">
                    <a:extLst>
                      <a:ext uri="{FF2B5EF4-FFF2-40B4-BE49-F238E27FC236}">
                        <a16:creationId xmlns:a16="http://schemas.microsoft.com/office/drawing/2014/main" id="{0074F009-7FDD-4456-B9BF-4530499267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5" name="直線コネクタ 121224">
                    <a:extLst>
                      <a:ext uri="{FF2B5EF4-FFF2-40B4-BE49-F238E27FC236}">
                        <a16:creationId xmlns:a16="http://schemas.microsoft.com/office/drawing/2014/main" id="{8FDCE5B8-9197-463E-B81E-284853BCFC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6" name="直線コネクタ 121225">
                    <a:extLst>
                      <a:ext uri="{FF2B5EF4-FFF2-40B4-BE49-F238E27FC236}">
                        <a16:creationId xmlns:a16="http://schemas.microsoft.com/office/drawing/2014/main" id="{DB718D07-828C-4BE2-9723-4D1785E68B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7" name="直線コネクタ 121226">
                    <a:extLst>
                      <a:ext uri="{FF2B5EF4-FFF2-40B4-BE49-F238E27FC236}">
                        <a16:creationId xmlns:a16="http://schemas.microsoft.com/office/drawing/2014/main" id="{0B2D737E-5108-413E-8755-8A182061C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8" name="直線コネクタ 121227">
                    <a:extLst>
                      <a:ext uri="{FF2B5EF4-FFF2-40B4-BE49-F238E27FC236}">
                        <a16:creationId xmlns:a16="http://schemas.microsoft.com/office/drawing/2014/main" id="{6D86B4F0-6E39-4A36-95F9-42EDC6D985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29" name="直線コネクタ 121228">
                    <a:extLst>
                      <a:ext uri="{FF2B5EF4-FFF2-40B4-BE49-F238E27FC236}">
                        <a16:creationId xmlns:a16="http://schemas.microsoft.com/office/drawing/2014/main" id="{6C7D8A22-82C5-419E-87DE-BF33447328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0" name="直線コネクタ 121229">
                    <a:extLst>
                      <a:ext uri="{FF2B5EF4-FFF2-40B4-BE49-F238E27FC236}">
                        <a16:creationId xmlns:a16="http://schemas.microsoft.com/office/drawing/2014/main" id="{CB90E0AC-8001-4FFB-BA3E-F4C4F44EF3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1" name="直線コネクタ 121230">
                    <a:extLst>
                      <a:ext uri="{FF2B5EF4-FFF2-40B4-BE49-F238E27FC236}">
                        <a16:creationId xmlns:a16="http://schemas.microsoft.com/office/drawing/2014/main" id="{4D07B82B-7BEE-4C3C-99E0-243B4EF1A3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2" name="直線コネクタ 121231">
                    <a:extLst>
                      <a:ext uri="{FF2B5EF4-FFF2-40B4-BE49-F238E27FC236}">
                        <a16:creationId xmlns:a16="http://schemas.microsoft.com/office/drawing/2014/main" id="{6CF0535C-CE5D-4168-B5A6-165E6060B0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3" name="直線コネクタ 121232">
                    <a:extLst>
                      <a:ext uri="{FF2B5EF4-FFF2-40B4-BE49-F238E27FC236}">
                        <a16:creationId xmlns:a16="http://schemas.microsoft.com/office/drawing/2014/main" id="{D078E8FE-3450-40E2-9A79-96260E2D3F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4" name="直線コネクタ 121233">
                    <a:extLst>
                      <a:ext uri="{FF2B5EF4-FFF2-40B4-BE49-F238E27FC236}">
                        <a16:creationId xmlns:a16="http://schemas.microsoft.com/office/drawing/2014/main" id="{93A49D5C-27B7-4C15-A12B-F67C296B9B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5" name="直線コネクタ 121234">
                    <a:extLst>
                      <a:ext uri="{FF2B5EF4-FFF2-40B4-BE49-F238E27FC236}">
                        <a16:creationId xmlns:a16="http://schemas.microsoft.com/office/drawing/2014/main" id="{BBC15463-C4FA-4105-8064-F949D0C996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6" name="直線コネクタ 121235">
                    <a:extLst>
                      <a:ext uri="{FF2B5EF4-FFF2-40B4-BE49-F238E27FC236}">
                        <a16:creationId xmlns:a16="http://schemas.microsoft.com/office/drawing/2014/main" id="{73D683B8-5AB9-4608-88FE-F6463DA7C8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7" name="直線コネクタ 121236">
                    <a:extLst>
                      <a:ext uri="{FF2B5EF4-FFF2-40B4-BE49-F238E27FC236}">
                        <a16:creationId xmlns:a16="http://schemas.microsoft.com/office/drawing/2014/main" id="{C0A003A3-5707-413D-A3BF-7FB2BC009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8" name="直線コネクタ 121237">
                    <a:extLst>
                      <a:ext uri="{FF2B5EF4-FFF2-40B4-BE49-F238E27FC236}">
                        <a16:creationId xmlns:a16="http://schemas.microsoft.com/office/drawing/2014/main" id="{383269ED-368B-4948-8260-6ED6569037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39" name="直線コネクタ 121238">
                    <a:extLst>
                      <a:ext uri="{FF2B5EF4-FFF2-40B4-BE49-F238E27FC236}">
                        <a16:creationId xmlns:a16="http://schemas.microsoft.com/office/drawing/2014/main" id="{12EEF156-BECB-411F-BB40-30F3A4C70B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0" name="直線コネクタ 121239">
                    <a:extLst>
                      <a:ext uri="{FF2B5EF4-FFF2-40B4-BE49-F238E27FC236}">
                        <a16:creationId xmlns:a16="http://schemas.microsoft.com/office/drawing/2014/main" id="{5AD02ED5-3048-4ECC-A839-B3B4DCD734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1" name="直線コネクタ 121240">
                    <a:extLst>
                      <a:ext uri="{FF2B5EF4-FFF2-40B4-BE49-F238E27FC236}">
                        <a16:creationId xmlns:a16="http://schemas.microsoft.com/office/drawing/2014/main" id="{D38A8D11-031F-4295-AA72-641E0D99CC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2" name="直線コネクタ 121241">
                    <a:extLst>
                      <a:ext uri="{FF2B5EF4-FFF2-40B4-BE49-F238E27FC236}">
                        <a16:creationId xmlns:a16="http://schemas.microsoft.com/office/drawing/2014/main" id="{E56780D6-F073-41CC-99E1-EC9B041EA9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3" name="直線コネクタ 121242">
                    <a:extLst>
                      <a:ext uri="{FF2B5EF4-FFF2-40B4-BE49-F238E27FC236}">
                        <a16:creationId xmlns:a16="http://schemas.microsoft.com/office/drawing/2014/main" id="{04677C5F-EC7D-409B-AEE2-B6E2A2D595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4" name="直線コネクタ 121243">
                    <a:extLst>
                      <a:ext uri="{FF2B5EF4-FFF2-40B4-BE49-F238E27FC236}">
                        <a16:creationId xmlns:a16="http://schemas.microsoft.com/office/drawing/2014/main" id="{34B8AB5C-8059-4EBF-93AB-F4CC23ACAB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5" name="直線コネクタ 121244">
                    <a:extLst>
                      <a:ext uri="{FF2B5EF4-FFF2-40B4-BE49-F238E27FC236}">
                        <a16:creationId xmlns:a16="http://schemas.microsoft.com/office/drawing/2014/main" id="{63F49A27-8660-431E-9FAA-C8B7F6300B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6" name="直線コネクタ 121245">
                    <a:extLst>
                      <a:ext uri="{FF2B5EF4-FFF2-40B4-BE49-F238E27FC236}">
                        <a16:creationId xmlns:a16="http://schemas.microsoft.com/office/drawing/2014/main" id="{9A840DC2-A491-4A11-A9A8-DC1E96883C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7" name="直線コネクタ 121246">
                    <a:extLst>
                      <a:ext uri="{FF2B5EF4-FFF2-40B4-BE49-F238E27FC236}">
                        <a16:creationId xmlns:a16="http://schemas.microsoft.com/office/drawing/2014/main" id="{7B27135A-065B-42D7-8E33-81DED15DD4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8" name="直線コネクタ 121247">
                    <a:extLst>
                      <a:ext uri="{FF2B5EF4-FFF2-40B4-BE49-F238E27FC236}">
                        <a16:creationId xmlns:a16="http://schemas.microsoft.com/office/drawing/2014/main" id="{6559D74A-6997-40A8-91E5-438A04AEA2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49" name="直線コネクタ 121248">
                    <a:extLst>
                      <a:ext uri="{FF2B5EF4-FFF2-40B4-BE49-F238E27FC236}">
                        <a16:creationId xmlns:a16="http://schemas.microsoft.com/office/drawing/2014/main" id="{56E143C5-A4B9-4A68-8E01-3E44C1366D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0" name="直線コネクタ 121249">
                    <a:extLst>
                      <a:ext uri="{FF2B5EF4-FFF2-40B4-BE49-F238E27FC236}">
                        <a16:creationId xmlns:a16="http://schemas.microsoft.com/office/drawing/2014/main" id="{C45B2C53-6F60-451B-9D45-085D7F7BF9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1" name="直線コネクタ 121250">
                    <a:extLst>
                      <a:ext uri="{FF2B5EF4-FFF2-40B4-BE49-F238E27FC236}">
                        <a16:creationId xmlns:a16="http://schemas.microsoft.com/office/drawing/2014/main" id="{E28B51AF-3D69-47D7-9302-44A2A8EA2E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2" name="直線コネクタ 121251">
                    <a:extLst>
                      <a:ext uri="{FF2B5EF4-FFF2-40B4-BE49-F238E27FC236}">
                        <a16:creationId xmlns:a16="http://schemas.microsoft.com/office/drawing/2014/main" id="{1F5AD4D2-2019-4C55-82F8-2AEF1C23A9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3" name="直線コネクタ 121252">
                    <a:extLst>
                      <a:ext uri="{FF2B5EF4-FFF2-40B4-BE49-F238E27FC236}">
                        <a16:creationId xmlns:a16="http://schemas.microsoft.com/office/drawing/2014/main" id="{B984497E-80D2-49BE-A215-B7162A93FD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4" name="直線コネクタ 121253">
                    <a:extLst>
                      <a:ext uri="{FF2B5EF4-FFF2-40B4-BE49-F238E27FC236}">
                        <a16:creationId xmlns:a16="http://schemas.microsoft.com/office/drawing/2014/main" id="{D2A02092-A7E6-4A7F-B0BE-AC13139798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5" name="直線コネクタ 121254">
                    <a:extLst>
                      <a:ext uri="{FF2B5EF4-FFF2-40B4-BE49-F238E27FC236}">
                        <a16:creationId xmlns:a16="http://schemas.microsoft.com/office/drawing/2014/main" id="{A293FC94-DD24-48D2-9DD0-8608C8D502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6" name="直線コネクタ 121255">
                    <a:extLst>
                      <a:ext uri="{FF2B5EF4-FFF2-40B4-BE49-F238E27FC236}">
                        <a16:creationId xmlns:a16="http://schemas.microsoft.com/office/drawing/2014/main" id="{F9A3387E-5852-45B2-BAA8-70EDAF7ADC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7" name="直線コネクタ 121256">
                    <a:extLst>
                      <a:ext uri="{FF2B5EF4-FFF2-40B4-BE49-F238E27FC236}">
                        <a16:creationId xmlns:a16="http://schemas.microsoft.com/office/drawing/2014/main" id="{EF02CF9B-440A-4254-AF7D-2D79313EA9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8" name="直線コネクタ 121257">
                    <a:extLst>
                      <a:ext uri="{FF2B5EF4-FFF2-40B4-BE49-F238E27FC236}">
                        <a16:creationId xmlns:a16="http://schemas.microsoft.com/office/drawing/2014/main" id="{9B56256C-C93C-41EB-999A-56DAC9E44C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59" name="直線コネクタ 121258">
                    <a:extLst>
                      <a:ext uri="{FF2B5EF4-FFF2-40B4-BE49-F238E27FC236}">
                        <a16:creationId xmlns:a16="http://schemas.microsoft.com/office/drawing/2014/main" id="{8DB2C886-0A20-40B7-B855-4130249F7B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60" name="直線コネクタ 121259">
                    <a:extLst>
                      <a:ext uri="{FF2B5EF4-FFF2-40B4-BE49-F238E27FC236}">
                        <a16:creationId xmlns:a16="http://schemas.microsoft.com/office/drawing/2014/main" id="{50DD4F0A-C31D-4F17-8CB0-7CE50EACB5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61" name="直線コネクタ 121260">
                    <a:extLst>
                      <a:ext uri="{FF2B5EF4-FFF2-40B4-BE49-F238E27FC236}">
                        <a16:creationId xmlns:a16="http://schemas.microsoft.com/office/drawing/2014/main" id="{8C98AA32-AE3E-4897-B76B-E35EE9C48F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262" name="直線コネクタ 121261">
                    <a:extLst>
                      <a:ext uri="{FF2B5EF4-FFF2-40B4-BE49-F238E27FC236}">
                        <a16:creationId xmlns:a16="http://schemas.microsoft.com/office/drawing/2014/main" id="{BF0931B4-6DB0-49B3-A86D-60608290DB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1263" name="グループ化 121262">
                    <a:extLst>
                      <a:ext uri="{FF2B5EF4-FFF2-40B4-BE49-F238E27FC236}">
                        <a16:creationId xmlns:a16="http://schemas.microsoft.com/office/drawing/2014/main" id="{5CC62692-33D4-4FB5-9E48-375D5BF2F291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439" name="直線コネクタ 121438">
                      <a:extLst>
                        <a:ext uri="{FF2B5EF4-FFF2-40B4-BE49-F238E27FC236}">
                          <a16:creationId xmlns:a16="http://schemas.microsoft.com/office/drawing/2014/main" id="{B8B7F1EC-E165-4793-B940-35CA6728D3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0" name="直線コネクタ 121439">
                      <a:extLst>
                        <a:ext uri="{FF2B5EF4-FFF2-40B4-BE49-F238E27FC236}">
                          <a16:creationId xmlns:a16="http://schemas.microsoft.com/office/drawing/2014/main" id="{A07B1C85-12D8-43AC-BAC2-5716ADAECB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1" name="直線コネクタ 121440">
                      <a:extLst>
                        <a:ext uri="{FF2B5EF4-FFF2-40B4-BE49-F238E27FC236}">
                          <a16:creationId xmlns:a16="http://schemas.microsoft.com/office/drawing/2014/main" id="{C4798592-7BB8-4162-B614-29F054C07E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2" name="直線コネクタ 121441">
                      <a:extLst>
                        <a:ext uri="{FF2B5EF4-FFF2-40B4-BE49-F238E27FC236}">
                          <a16:creationId xmlns:a16="http://schemas.microsoft.com/office/drawing/2014/main" id="{350A863F-2175-401F-B1DE-9E731D82C1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3" name="直線コネクタ 121442">
                      <a:extLst>
                        <a:ext uri="{FF2B5EF4-FFF2-40B4-BE49-F238E27FC236}">
                          <a16:creationId xmlns:a16="http://schemas.microsoft.com/office/drawing/2014/main" id="{5B009EA2-D769-4E27-A9B9-FFC5E5B8B9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4" name="直線コネクタ 121443">
                      <a:extLst>
                        <a:ext uri="{FF2B5EF4-FFF2-40B4-BE49-F238E27FC236}">
                          <a16:creationId xmlns:a16="http://schemas.microsoft.com/office/drawing/2014/main" id="{AC3C3635-BDFE-48D9-9B81-61DBB41912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5" name="直線コネクタ 121444">
                      <a:extLst>
                        <a:ext uri="{FF2B5EF4-FFF2-40B4-BE49-F238E27FC236}">
                          <a16:creationId xmlns:a16="http://schemas.microsoft.com/office/drawing/2014/main" id="{48B4EE80-3F5C-4B12-BF7E-CF3476503A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6" name="直線コネクタ 121445">
                      <a:extLst>
                        <a:ext uri="{FF2B5EF4-FFF2-40B4-BE49-F238E27FC236}">
                          <a16:creationId xmlns:a16="http://schemas.microsoft.com/office/drawing/2014/main" id="{31D8DBB3-067A-4DB7-96C7-91C983412A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7" name="直線コネクタ 121446">
                      <a:extLst>
                        <a:ext uri="{FF2B5EF4-FFF2-40B4-BE49-F238E27FC236}">
                          <a16:creationId xmlns:a16="http://schemas.microsoft.com/office/drawing/2014/main" id="{00FEB933-7670-40E7-92E6-3AEE2141A4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8" name="直線コネクタ 121447">
                      <a:extLst>
                        <a:ext uri="{FF2B5EF4-FFF2-40B4-BE49-F238E27FC236}">
                          <a16:creationId xmlns:a16="http://schemas.microsoft.com/office/drawing/2014/main" id="{0AD0BCD5-1601-4A76-A677-EA08B59B23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49" name="直線コネクタ 121448">
                      <a:extLst>
                        <a:ext uri="{FF2B5EF4-FFF2-40B4-BE49-F238E27FC236}">
                          <a16:creationId xmlns:a16="http://schemas.microsoft.com/office/drawing/2014/main" id="{214DBADE-7E56-4924-9136-208FFA72B2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0" name="直線コネクタ 121449">
                      <a:extLst>
                        <a:ext uri="{FF2B5EF4-FFF2-40B4-BE49-F238E27FC236}">
                          <a16:creationId xmlns:a16="http://schemas.microsoft.com/office/drawing/2014/main" id="{8E344577-06B7-4899-8561-04A17E416D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1" name="直線コネクタ 121450">
                      <a:extLst>
                        <a:ext uri="{FF2B5EF4-FFF2-40B4-BE49-F238E27FC236}">
                          <a16:creationId xmlns:a16="http://schemas.microsoft.com/office/drawing/2014/main" id="{5306F85A-26BB-4911-B30E-AD77D918D0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2" name="直線コネクタ 121451">
                      <a:extLst>
                        <a:ext uri="{FF2B5EF4-FFF2-40B4-BE49-F238E27FC236}">
                          <a16:creationId xmlns:a16="http://schemas.microsoft.com/office/drawing/2014/main" id="{8D3DCDEE-46C9-43FE-AD74-A5ED54394C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3" name="直線コネクタ 121452">
                      <a:extLst>
                        <a:ext uri="{FF2B5EF4-FFF2-40B4-BE49-F238E27FC236}">
                          <a16:creationId xmlns:a16="http://schemas.microsoft.com/office/drawing/2014/main" id="{1F0756DE-D327-4DB5-A390-ED19AD4943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4" name="直線コネクタ 121453">
                      <a:extLst>
                        <a:ext uri="{FF2B5EF4-FFF2-40B4-BE49-F238E27FC236}">
                          <a16:creationId xmlns:a16="http://schemas.microsoft.com/office/drawing/2014/main" id="{2C9E0008-9728-4A5D-9A20-D796EBCFE8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5" name="直線コネクタ 121454">
                      <a:extLst>
                        <a:ext uri="{FF2B5EF4-FFF2-40B4-BE49-F238E27FC236}">
                          <a16:creationId xmlns:a16="http://schemas.microsoft.com/office/drawing/2014/main" id="{3A3CC163-DA41-496A-BC5E-733786839C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6" name="直線コネクタ 121455">
                      <a:extLst>
                        <a:ext uri="{FF2B5EF4-FFF2-40B4-BE49-F238E27FC236}">
                          <a16:creationId xmlns:a16="http://schemas.microsoft.com/office/drawing/2014/main" id="{B1ABEBEA-338C-41AC-8CA6-C840D0FF39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7" name="直線コネクタ 121456">
                      <a:extLst>
                        <a:ext uri="{FF2B5EF4-FFF2-40B4-BE49-F238E27FC236}">
                          <a16:creationId xmlns:a16="http://schemas.microsoft.com/office/drawing/2014/main" id="{03610B3D-7AE2-48A9-AE2D-613000A8CD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8" name="直線コネクタ 121457">
                      <a:extLst>
                        <a:ext uri="{FF2B5EF4-FFF2-40B4-BE49-F238E27FC236}">
                          <a16:creationId xmlns:a16="http://schemas.microsoft.com/office/drawing/2014/main" id="{3A723823-CF26-47B4-BFF9-F3DC12FFDE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59" name="直線コネクタ 121458">
                      <a:extLst>
                        <a:ext uri="{FF2B5EF4-FFF2-40B4-BE49-F238E27FC236}">
                          <a16:creationId xmlns:a16="http://schemas.microsoft.com/office/drawing/2014/main" id="{396C3B8F-86CD-42E2-9369-DB3753FB73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0" name="直線コネクタ 121459">
                      <a:extLst>
                        <a:ext uri="{FF2B5EF4-FFF2-40B4-BE49-F238E27FC236}">
                          <a16:creationId xmlns:a16="http://schemas.microsoft.com/office/drawing/2014/main" id="{9B097854-CABA-46C6-8AC7-C15B30FE4C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1" name="直線コネクタ 121460">
                      <a:extLst>
                        <a:ext uri="{FF2B5EF4-FFF2-40B4-BE49-F238E27FC236}">
                          <a16:creationId xmlns:a16="http://schemas.microsoft.com/office/drawing/2014/main" id="{122241BA-D148-4AA0-9903-EFCEFB1EDE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2" name="直線コネクタ 121461">
                      <a:extLst>
                        <a:ext uri="{FF2B5EF4-FFF2-40B4-BE49-F238E27FC236}">
                          <a16:creationId xmlns:a16="http://schemas.microsoft.com/office/drawing/2014/main" id="{F3982C82-E0E8-4CF5-AB76-01927C9EB7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3" name="直線コネクタ 121462">
                      <a:extLst>
                        <a:ext uri="{FF2B5EF4-FFF2-40B4-BE49-F238E27FC236}">
                          <a16:creationId xmlns:a16="http://schemas.microsoft.com/office/drawing/2014/main" id="{EB8A811E-C99E-43AF-8B23-AF83ED1A76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4" name="直線コネクタ 121463">
                      <a:extLst>
                        <a:ext uri="{FF2B5EF4-FFF2-40B4-BE49-F238E27FC236}">
                          <a16:creationId xmlns:a16="http://schemas.microsoft.com/office/drawing/2014/main" id="{2F7F8AB1-3571-4582-A5EA-E5CDC4F900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5" name="直線コネクタ 121464">
                      <a:extLst>
                        <a:ext uri="{FF2B5EF4-FFF2-40B4-BE49-F238E27FC236}">
                          <a16:creationId xmlns:a16="http://schemas.microsoft.com/office/drawing/2014/main" id="{15B7C77F-CCFD-406D-B145-4B564625E5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6" name="直線コネクタ 121465">
                      <a:extLst>
                        <a:ext uri="{FF2B5EF4-FFF2-40B4-BE49-F238E27FC236}">
                          <a16:creationId xmlns:a16="http://schemas.microsoft.com/office/drawing/2014/main" id="{9275C1ED-4A7E-40EE-BCE7-4CE0B13DBF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7" name="直線コネクタ 121466">
                      <a:extLst>
                        <a:ext uri="{FF2B5EF4-FFF2-40B4-BE49-F238E27FC236}">
                          <a16:creationId xmlns:a16="http://schemas.microsoft.com/office/drawing/2014/main" id="{79C02B4D-AE23-4B8D-A848-08B1C58FD6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8" name="直線コネクタ 121467">
                      <a:extLst>
                        <a:ext uri="{FF2B5EF4-FFF2-40B4-BE49-F238E27FC236}">
                          <a16:creationId xmlns:a16="http://schemas.microsoft.com/office/drawing/2014/main" id="{BDC1DD6E-8C17-44FD-9E09-FE97771E71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69" name="直線コネクタ 121468">
                      <a:extLst>
                        <a:ext uri="{FF2B5EF4-FFF2-40B4-BE49-F238E27FC236}">
                          <a16:creationId xmlns:a16="http://schemas.microsoft.com/office/drawing/2014/main" id="{B368EF9C-F27C-414A-A8EB-5325742F6C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0" name="直線コネクタ 121469">
                      <a:extLst>
                        <a:ext uri="{FF2B5EF4-FFF2-40B4-BE49-F238E27FC236}">
                          <a16:creationId xmlns:a16="http://schemas.microsoft.com/office/drawing/2014/main" id="{FF2BB1C3-5385-4B9C-B6F1-234371B4BD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1" name="直線コネクタ 121470">
                      <a:extLst>
                        <a:ext uri="{FF2B5EF4-FFF2-40B4-BE49-F238E27FC236}">
                          <a16:creationId xmlns:a16="http://schemas.microsoft.com/office/drawing/2014/main" id="{B3E44473-DB5D-4845-A48E-AE0AD2C72E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2" name="直線コネクタ 121471">
                      <a:extLst>
                        <a:ext uri="{FF2B5EF4-FFF2-40B4-BE49-F238E27FC236}">
                          <a16:creationId xmlns:a16="http://schemas.microsoft.com/office/drawing/2014/main" id="{4F22B482-9829-45D9-8921-56B6C47884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3" name="直線コネクタ 121472">
                      <a:extLst>
                        <a:ext uri="{FF2B5EF4-FFF2-40B4-BE49-F238E27FC236}">
                          <a16:creationId xmlns:a16="http://schemas.microsoft.com/office/drawing/2014/main" id="{FF5AF92B-6D3A-436A-BA94-1EA13EB373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4" name="直線コネクタ 121473">
                      <a:extLst>
                        <a:ext uri="{FF2B5EF4-FFF2-40B4-BE49-F238E27FC236}">
                          <a16:creationId xmlns:a16="http://schemas.microsoft.com/office/drawing/2014/main" id="{82784545-8D61-4A15-AD4E-9C79CB7EBE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5" name="直線コネクタ 121474">
                      <a:extLst>
                        <a:ext uri="{FF2B5EF4-FFF2-40B4-BE49-F238E27FC236}">
                          <a16:creationId xmlns:a16="http://schemas.microsoft.com/office/drawing/2014/main" id="{D80D4B57-56B6-4FCC-BB36-1AB046211A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6" name="直線コネクタ 121475">
                      <a:extLst>
                        <a:ext uri="{FF2B5EF4-FFF2-40B4-BE49-F238E27FC236}">
                          <a16:creationId xmlns:a16="http://schemas.microsoft.com/office/drawing/2014/main" id="{D0E285F9-8B82-49D6-B8E1-67D7D2FE8A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7" name="直線コネクタ 121476">
                      <a:extLst>
                        <a:ext uri="{FF2B5EF4-FFF2-40B4-BE49-F238E27FC236}">
                          <a16:creationId xmlns:a16="http://schemas.microsoft.com/office/drawing/2014/main" id="{6D4957F9-7CEA-4009-A7D6-EFA7FAFA56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8" name="直線コネクタ 121477">
                      <a:extLst>
                        <a:ext uri="{FF2B5EF4-FFF2-40B4-BE49-F238E27FC236}">
                          <a16:creationId xmlns:a16="http://schemas.microsoft.com/office/drawing/2014/main" id="{DA17BEAE-13E6-4A72-8B66-AF5F376F03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79" name="直線コネクタ 121478">
                      <a:extLst>
                        <a:ext uri="{FF2B5EF4-FFF2-40B4-BE49-F238E27FC236}">
                          <a16:creationId xmlns:a16="http://schemas.microsoft.com/office/drawing/2014/main" id="{393DEA88-E5F7-4D40-ADA7-96880EEDD0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80" name="直線コネクタ 121479">
                      <a:extLst>
                        <a:ext uri="{FF2B5EF4-FFF2-40B4-BE49-F238E27FC236}">
                          <a16:creationId xmlns:a16="http://schemas.microsoft.com/office/drawing/2014/main" id="{133B7F94-04CA-4F9C-B0B1-821CE0757F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264" name="グループ化 121263">
                    <a:extLst>
                      <a:ext uri="{FF2B5EF4-FFF2-40B4-BE49-F238E27FC236}">
                        <a16:creationId xmlns:a16="http://schemas.microsoft.com/office/drawing/2014/main" id="{2633AB45-6D2A-4055-ABE2-548CC871A717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1430" name="正方形/長方形 121429">
                      <a:extLst>
                        <a:ext uri="{FF2B5EF4-FFF2-40B4-BE49-F238E27FC236}">
                          <a16:creationId xmlns:a16="http://schemas.microsoft.com/office/drawing/2014/main" id="{EDB7DF02-E906-453A-BC8B-A716B822A7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431" name="正方形/長方形 121430">
                      <a:extLst>
                        <a:ext uri="{FF2B5EF4-FFF2-40B4-BE49-F238E27FC236}">
                          <a16:creationId xmlns:a16="http://schemas.microsoft.com/office/drawing/2014/main" id="{4FBC1691-331E-4E20-A08B-11B3B22881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432" name="正方形/長方形 121431">
                      <a:extLst>
                        <a:ext uri="{FF2B5EF4-FFF2-40B4-BE49-F238E27FC236}">
                          <a16:creationId xmlns:a16="http://schemas.microsoft.com/office/drawing/2014/main" id="{6904266D-09F4-4B37-8426-95E7791CD7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433" name="正方形/長方形 121432">
                      <a:extLst>
                        <a:ext uri="{FF2B5EF4-FFF2-40B4-BE49-F238E27FC236}">
                          <a16:creationId xmlns:a16="http://schemas.microsoft.com/office/drawing/2014/main" id="{6B62AD73-4A82-446E-9CE3-0E7BFC7CE7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434" name="正方形/長方形 121433">
                      <a:extLst>
                        <a:ext uri="{FF2B5EF4-FFF2-40B4-BE49-F238E27FC236}">
                          <a16:creationId xmlns:a16="http://schemas.microsoft.com/office/drawing/2014/main" id="{A32A37E4-087F-43D3-9FAE-C0823892D1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435" name="正方形/長方形 121434">
                      <a:extLst>
                        <a:ext uri="{FF2B5EF4-FFF2-40B4-BE49-F238E27FC236}">
                          <a16:creationId xmlns:a16="http://schemas.microsoft.com/office/drawing/2014/main" id="{1DE55DED-053B-43CE-8A00-B66CAEFC69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436" name="正方形/長方形 121435">
                      <a:extLst>
                        <a:ext uri="{FF2B5EF4-FFF2-40B4-BE49-F238E27FC236}">
                          <a16:creationId xmlns:a16="http://schemas.microsoft.com/office/drawing/2014/main" id="{02C5A0B1-3521-4B8B-9345-1B25832C5C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437" name="正方形/長方形 121436">
                      <a:extLst>
                        <a:ext uri="{FF2B5EF4-FFF2-40B4-BE49-F238E27FC236}">
                          <a16:creationId xmlns:a16="http://schemas.microsoft.com/office/drawing/2014/main" id="{56F95506-85FF-4B27-9C35-6021750A48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438" name="正方形/長方形 121437">
                      <a:extLst>
                        <a:ext uri="{FF2B5EF4-FFF2-40B4-BE49-F238E27FC236}">
                          <a16:creationId xmlns:a16="http://schemas.microsoft.com/office/drawing/2014/main" id="{C2ACEB89-5705-42E4-AB8C-E517965D86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1265" name="グループ化 121264">
                    <a:extLst>
                      <a:ext uri="{FF2B5EF4-FFF2-40B4-BE49-F238E27FC236}">
                        <a16:creationId xmlns:a16="http://schemas.microsoft.com/office/drawing/2014/main" id="{737E244B-686E-4163-8552-F38FC40871E9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422" name="直線コネクタ 121421">
                      <a:extLst>
                        <a:ext uri="{FF2B5EF4-FFF2-40B4-BE49-F238E27FC236}">
                          <a16:creationId xmlns:a16="http://schemas.microsoft.com/office/drawing/2014/main" id="{4B91B73E-5E31-4BC6-BA77-640A6CFA6B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3" name="直線コネクタ 121422">
                      <a:extLst>
                        <a:ext uri="{FF2B5EF4-FFF2-40B4-BE49-F238E27FC236}">
                          <a16:creationId xmlns:a16="http://schemas.microsoft.com/office/drawing/2014/main" id="{81C82A8F-2946-42BC-A16B-87CBC7F592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4" name="直線コネクタ 121423">
                      <a:extLst>
                        <a:ext uri="{FF2B5EF4-FFF2-40B4-BE49-F238E27FC236}">
                          <a16:creationId xmlns:a16="http://schemas.microsoft.com/office/drawing/2014/main" id="{E71E6D8A-D16D-40DF-9E1A-90D8652AD5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5" name="直線コネクタ 121424">
                      <a:extLst>
                        <a:ext uri="{FF2B5EF4-FFF2-40B4-BE49-F238E27FC236}">
                          <a16:creationId xmlns:a16="http://schemas.microsoft.com/office/drawing/2014/main" id="{B1E84479-DD12-4346-B6C3-059A98F786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6" name="直線コネクタ 121425">
                      <a:extLst>
                        <a:ext uri="{FF2B5EF4-FFF2-40B4-BE49-F238E27FC236}">
                          <a16:creationId xmlns:a16="http://schemas.microsoft.com/office/drawing/2014/main" id="{56A212BA-7160-436B-B5E3-2584AAA642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7" name="直線コネクタ 121426">
                      <a:extLst>
                        <a:ext uri="{FF2B5EF4-FFF2-40B4-BE49-F238E27FC236}">
                          <a16:creationId xmlns:a16="http://schemas.microsoft.com/office/drawing/2014/main" id="{101611BE-62ED-4FC8-BB61-6E7C8AB751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8" name="直線コネクタ 121427">
                      <a:extLst>
                        <a:ext uri="{FF2B5EF4-FFF2-40B4-BE49-F238E27FC236}">
                          <a16:creationId xmlns:a16="http://schemas.microsoft.com/office/drawing/2014/main" id="{508AFFFB-C539-4593-AFF9-65EAF78C96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9" name="直線コネクタ 121428">
                      <a:extLst>
                        <a:ext uri="{FF2B5EF4-FFF2-40B4-BE49-F238E27FC236}">
                          <a16:creationId xmlns:a16="http://schemas.microsoft.com/office/drawing/2014/main" id="{0412DDFF-FBE8-4FC0-B256-CE33D83632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266" name="グループ化 121265">
                    <a:extLst>
                      <a:ext uri="{FF2B5EF4-FFF2-40B4-BE49-F238E27FC236}">
                        <a16:creationId xmlns:a16="http://schemas.microsoft.com/office/drawing/2014/main" id="{4873C1D8-D86B-41F8-A743-7246B6FBCE13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414" name="直線コネクタ 121413">
                      <a:extLst>
                        <a:ext uri="{FF2B5EF4-FFF2-40B4-BE49-F238E27FC236}">
                          <a16:creationId xmlns:a16="http://schemas.microsoft.com/office/drawing/2014/main" id="{9894B978-21C7-4FB4-A5D4-4EC35EDCA5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5" name="直線コネクタ 121414">
                      <a:extLst>
                        <a:ext uri="{FF2B5EF4-FFF2-40B4-BE49-F238E27FC236}">
                          <a16:creationId xmlns:a16="http://schemas.microsoft.com/office/drawing/2014/main" id="{6B689C3C-28DD-4A56-990A-D60F9EADB4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6" name="直線コネクタ 121415">
                      <a:extLst>
                        <a:ext uri="{FF2B5EF4-FFF2-40B4-BE49-F238E27FC236}">
                          <a16:creationId xmlns:a16="http://schemas.microsoft.com/office/drawing/2014/main" id="{094CC9B2-B91F-443E-9683-2BD947432D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7" name="直線コネクタ 121416">
                      <a:extLst>
                        <a:ext uri="{FF2B5EF4-FFF2-40B4-BE49-F238E27FC236}">
                          <a16:creationId xmlns:a16="http://schemas.microsoft.com/office/drawing/2014/main" id="{0C51DE5B-0F99-4793-96A8-4DBA8CB8ED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8" name="直線コネクタ 121417">
                      <a:extLst>
                        <a:ext uri="{FF2B5EF4-FFF2-40B4-BE49-F238E27FC236}">
                          <a16:creationId xmlns:a16="http://schemas.microsoft.com/office/drawing/2014/main" id="{F9E437DE-BCD4-44A9-9201-1976D5CCF1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9" name="直線コネクタ 121418">
                      <a:extLst>
                        <a:ext uri="{FF2B5EF4-FFF2-40B4-BE49-F238E27FC236}">
                          <a16:creationId xmlns:a16="http://schemas.microsoft.com/office/drawing/2014/main" id="{AB49046B-2AD7-4383-A1EB-07C078D782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0" name="直線コネクタ 121419">
                      <a:extLst>
                        <a:ext uri="{FF2B5EF4-FFF2-40B4-BE49-F238E27FC236}">
                          <a16:creationId xmlns:a16="http://schemas.microsoft.com/office/drawing/2014/main" id="{414783C8-A3CF-4FBB-9892-87368170D8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21" name="直線コネクタ 121420">
                      <a:extLst>
                        <a:ext uri="{FF2B5EF4-FFF2-40B4-BE49-F238E27FC236}">
                          <a16:creationId xmlns:a16="http://schemas.microsoft.com/office/drawing/2014/main" id="{2E8EDE69-7332-45EF-A007-2D2E014CE7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267" name="グループ化 121266">
                    <a:extLst>
                      <a:ext uri="{FF2B5EF4-FFF2-40B4-BE49-F238E27FC236}">
                        <a16:creationId xmlns:a16="http://schemas.microsoft.com/office/drawing/2014/main" id="{E1B538E7-ECBB-4C79-B7D4-E9CEF4E01D2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372" name="直線コネクタ 121371">
                      <a:extLst>
                        <a:ext uri="{FF2B5EF4-FFF2-40B4-BE49-F238E27FC236}">
                          <a16:creationId xmlns:a16="http://schemas.microsoft.com/office/drawing/2014/main" id="{FE90055F-56D2-477F-ACCC-1D2D6E54EB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3" name="直線コネクタ 121372">
                      <a:extLst>
                        <a:ext uri="{FF2B5EF4-FFF2-40B4-BE49-F238E27FC236}">
                          <a16:creationId xmlns:a16="http://schemas.microsoft.com/office/drawing/2014/main" id="{60892DCE-139D-4B6B-9B96-979806E2E5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4" name="直線コネクタ 121373">
                      <a:extLst>
                        <a:ext uri="{FF2B5EF4-FFF2-40B4-BE49-F238E27FC236}">
                          <a16:creationId xmlns:a16="http://schemas.microsoft.com/office/drawing/2014/main" id="{0EA4B0E3-C092-4385-A170-81C1646E9B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5" name="直線コネクタ 121374">
                      <a:extLst>
                        <a:ext uri="{FF2B5EF4-FFF2-40B4-BE49-F238E27FC236}">
                          <a16:creationId xmlns:a16="http://schemas.microsoft.com/office/drawing/2014/main" id="{C0CFF911-9B40-42DB-87AA-2D3994D8F6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6" name="直線コネクタ 121375">
                      <a:extLst>
                        <a:ext uri="{FF2B5EF4-FFF2-40B4-BE49-F238E27FC236}">
                          <a16:creationId xmlns:a16="http://schemas.microsoft.com/office/drawing/2014/main" id="{83FB3414-471B-4E63-83D1-44277D0908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7" name="直線コネクタ 121376">
                      <a:extLst>
                        <a:ext uri="{FF2B5EF4-FFF2-40B4-BE49-F238E27FC236}">
                          <a16:creationId xmlns:a16="http://schemas.microsoft.com/office/drawing/2014/main" id="{5558A88B-F48F-4619-AF0D-07828A4667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8" name="直線コネクタ 121377">
                      <a:extLst>
                        <a:ext uri="{FF2B5EF4-FFF2-40B4-BE49-F238E27FC236}">
                          <a16:creationId xmlns:a16="http://schemas.microsoft.com/office/drawing/2014/main" id="{AEE12F1E-825A-491F-A349-146EDDB080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9" name="直線コネクタ 121378">
                      <a:extLst>
                        <a:ext uri="{FF2B5EF4-FFF2-40B4-BE49-F238E27FC236}">
                          <a16:creationId xmlns:a16="http://schemas.microsoft.com/office/drawing/2014/main" id="{2C3E0C60-B00A-4BE1-8590-30BDE00EBF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0" name="直線コネクタ 121379">
                      <a:extLst>
                        <a:ext uri="{FF2B5EF4-FFF2-40B4-BE49-F238E27FC236}">
                          <a16:creationId xmlns:a16="http://schemas.microsoft.com/office/drawing/2014/main" id="{1FED07FC-707A-47B5-B487-2FBD46B2BA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1" name="直線コネクタ 121380">
                      <a:extLst>
                        <a:ext uri="{FF2B5EF4-FFF2-40B4-BE49-F238E27FC236}">
                          <a16:creationId xmlns:a16="http://schemas.microsoft.com/office/drawing/2014/main" id="{B0215237-10A8-4220-AEF2-723397864C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2" name="直線コネクタ 121381">
                      <a:extLst>
                        <a:ext uri="{FF2B5EF4-FFF2-40B4-BE49-F238E27FC236}">
                          <a16:creationId xmlns:a16="http://schemas.microsoft.com/office/drawing/2014/main" id="{9446100F-F060-43D8-B565-BF50FA484C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3" name="直線コネクタ 121382">
                      <a:extLst>
                        <a:ext uri="{FF2B5EF4-FFF2-40B4-BE49-F238E27FC236}">
                          <a16:creationId xmlns:a16="http://schemas.microsoft.com/office/drawing/2014/main" id="{87D808AF-931B-4DE1-BD60-A33B4A94EA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4" name="直線コネクタ 121383">
                      <a:extLst>
                        <a:ext uri="{FF2B5EF4-FFF2-40B4-BE49-F238E27FC236}">
                          <a16:creationId xmlns:a16="http://schemas.microsoft.com/office/drawing/2014/main" id="{F55CF88A-F3EB-4670-84C0-BBBDA2D588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5" name="直線コネクタ 121384">
                      <a:extLst>
                        <a:ext uri="{FF2B5EF4-FFF2-40B4-BE49-F238E27FC236}">
                          <a16:creationId xmlns:a16="http://schemas.microsoft.com/office/drawing/2014/main" id="{9BB0A6CB-3A5E-45A1-80C3-8962835DE1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6" name="直線コネクタ 121385">
                      <a:extLst>
                        <a:ext uri="{FF2B5EF4-FFF2-40B4-BE49-F238E27FC236}">
                          <a16:creationId xmlns:a16="http://schemas.microsoft.com/office/drawing/2014/main" id="{55D7C824-7997-4705-B6D8-FDB046F656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7" name="直線コネクタ 121386">
                      <a:extLst>
                        <a:ext uri="{FF2B5EF4-FFF2-40B4-BE49-F238E27FC236}">
                          <a16:creationId xmlns:a16="http://schemas.microsoft.com/office/drawing/2014/main" id="{D401F9A6-5131-4AE9-BE87-BB9814C5B7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8" name="直線コネクタ 121387">
                      <a:extLst>
                        <a:ext uri="{FF2B5EF4-FFF2-40B4-BE49-F238E27FC236}">
                          <a16:creationId xmlns:a16="http://schemas.microsoft.com/office/drawing/2014/main" id="{82907343-CF54-4144-82F3-CD2B33FEFB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89" name="直線コネクタ 121388">
                      <a:extLst>
                        <a:ext uri="{FF2B5EF4-FFF2-40B4-BE49-F238E27FC236}">
                          <a16:creationId xmlns:a16="http://schemas.microsoft.com/office/drawing/2014/main" id="{BA1DBB51-7974-4E48-A33B-0320734D22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0" name="直線コネクタ 121389">
                      <a:extLst>
                        <a:ext uri="{FF2B5EF4-FFF2-40B4-BE49-F238E27FC236}">
                          <a16:creationId xmlns:a16="http://schemas.microsoft.com/office/drawing/2014/main" id="{27D6CB18-0A66-427D-98FA-E939350CE9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1" name="直線コネクタ 121390">
                      <a:extLst>
                        <a:ext uri="{FF2B5EF4-FFF2-40B4-BE49-F238E27FC236}">
                          <a16:creationId xmlns:a16="http://schemas.microsoft.com/office/drawing/2014/main" id="{1A3880EE-E176-4D32-9D67-8A01CCF407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2" name="直線コネクタ 121391">
                      <a:extLst>
                        <a:ext uri="{FF2B5EF4-FFF2-40B4-BE49-F238E27FC236}">
                          <a16:creationId xmlns:a16="http://schemas.microsoft.com/office/drawing/2014/main" id="{CDA3A526-990F-4A28-8E9B-9C6EA34B8F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3" name="直線コネクタ 121392">
                      <a:extLst>
                        <a:ext uri="{FF2B5EF4-FFF2-40B4-BE49-F238E27FC236}">
                          <a16:creationId xmlns:a16="http://schemas.microsoft.com/office/drawing/2014/main" id="{3806C51D-A2CE-45FE-8B88-6C53F05B0E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4" name="直線コネクタ 121393">
                      <a:extLst>
                        <a:ext uri="{FF2B5EF4-FFF2-40B4-BE49-F238E27FC236}">
                          <a16:creationId xmlns:a16="http://schemas.microsoft.com/office/drawing/2014/main" id="{0D715425-94A0-47EA-BD4A-DEA0FAB35C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5" name="直線コネクタ 121394">
                      <a:extLst>
                        <a:ext uri="{FF2B5EF4-FFF2-40B4-BE49-F238E27FC236}">
                          <a16:creationId xmlns:a16="http://schemas.microsoft.com/office/drawing/2014/main" id="{076EBA09-6E2B-46B9-8941-67FC6AFEC6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6" name="直線コネクタ 121395">
                      <a:extLst>
                        <a:ext uri="{FF2B5EF4-FFF2-40B4-BE49-F238E27FC236}">
                          <a16:creationId xmlns:a16="http://schemas.microsoft.com/office/drawing/2014/main" id="{FA81ED0A-1AB8-4A51-A2C2-0EFB87CDDF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7" name="直線コネクタ 121396">
                      <a:extLst>
                        <a:ext uri="{FF2B5EF4-FFF2-40B4-BE49-F238E27FC236}">
                          <a16:creationId xmlns:a16="http://schemas.microsoft.com/office/drawing/2014/main" id="{C98132AF-17F9-467D-8D07-C69C870B11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8" name="直線コネクタ 121397">
                      <a:extLst>
                        <a:ext uri="{FF2B5EF4-FFF2-40B4-BE49-F238E27FC236}">
                          <a16:creationId xmlns:a16="http://schemas.microsoft.com/office/drawing/2014/main" id="{738E43BE-E7F7-44F2-8610-EACBB3E976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99" name="直線コネクタ 121398">
                      <a:extLst>
                        <a:ext uri="{FF2B5EF4-FFF2-40B4-BE49-F238E27FC236}">
                          <a16:creationId xmlns:a16="http://schemas.microsoft.com/office/drawing/2014/main" id="{23BBF10B-45A2-43D8-92F1-59FDA02E43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0" name="直線コネクタ 121399">
                      <a:extLst>
                        <a:ext uri="{FF2B5EF4-FFF2-40B4-BE49-F238E27FC236}">
                          <a16:creationId xmlns:a16="http://schemas.microsoft.com/office/drawing/2014/main" id="{0FD24294-B1E6-455C-B3E7-499091FDD9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1" name="直線コネクタ 121400">
                      <a:extLst>
                        <a:ext uri="{FF2B5EF4-FFF2-40B4-BE49-F238E27FC236}">
                          <a16:creationId xmlns:a16="http://schemas.microsoft.com/office/drawing/2014/main" id="{709633C6-A812-4F5A-A335-A60A592387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2" name="直線コネクタ 121401">
                      <a:extLst>
                        <a:ext uri="{FF2B5EF4-FFF2-40B4-BE49-F238E27FC236}">
                          <a16:creationId xmlns:a16="http://schemas.microsoft.com/office/drawing/2014/main" id="{7D245608-FFAA-47D9-ADE7-6F3A8B500E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3" name="直線コネクタ 121402">
                      <a:extLst>
                        <a:ext uri="{FF2B5EF4-FFF2-40B4-BE49-F238E27FC236}">
                          <a16:creationId xmlns:a16="http://schemas.microsoft.com/office/drawing/2014/main" id="{6F447A26-0968-4E37-B711-8D5D15F5BB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4" name="直線コネクタ 121403">
                      <a:extLst>
                        <a:ext uri="{FF2B5EF4-FFF2-40B4-BE49-F238E27FC236}">
                          <a16:creationId xmlns:a16="http://schemas.microsoft.com/office/drawing/2014/main" id="{1FB0D457-6CF2-43E1-962F-0AEB8B4B59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5" name="直線コネクタ 121404">
                      <a:extLst>
                        <a:ext uri="{FF2B5EF4-FFF2-40B4-BE49-F238E27FC236}">
                          <a16:creationId xmlns:a16="http://schemas.microsoft.com/office/drawing/2014/main" id="{75BA9EDE-A60A-4CBC-BE8F-F7E779BED3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6" name="直線コネクタ 121405">
                      <a:extLst>
                        <a:ext uri="{FF2B5EF4-FFF2-40B4-BE49-F238E27FC236}">
                          <a16:creationId xmlns:a16="http://schemas.microsoft.com/office/drawing/2014/main" id="{23AA6CCD-E44D-4C45-99C1-E85CAE2C8E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7" name="直線コネクタ 121406">
                      <a:extLst>
                        <a:ext uri="{FF2B5EF4-FFF2-40B4-BE49-F238E27FC236}">
                          <a16:creationId xmlns:a16="http://schemas.microsoft.com/office/drawing/2014/main" id="{0F200F8B-80A2-4863-9FA6-87D295486F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8" name="直線コネクタ 121407">
                      <a:extLst>
                        <a:ext uri="{FF2B5EF4-FFF2-40B4-BE49-F238E27FC236}">
                          <a16:creationId xmlns:a16="http://schemas.microsoft.com/office/drawing/2014/main" id="{16EDFA57-040D-4CE7-84CA-AA3F98E358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09" name="直線コネクタ 121408">
                      <a:extLst>
                        <a:ext uri="{FF2B5EF4-FFF2-40B4-BE49-F238E27FC236}">
                          <a16:creationId xmlns:a16="http://schemas.microsoft.com/office/drawing/2014/main" id="{56A3BB9F-28F0-4568-A6D1-3432A7C43D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0" name="直線コネクタ 121409">
                      <a:extLst>
                        <a:ext uri="{FF2B5EF4-FFF2-40B4-BE49-F238E27FC236}">
                          <a16:creationId xmlns:a16="http://schemas.microsoft.com/office/drawing/2014/main" id="{A3C828E1-AD54-496C-B61E-E79392729D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1" name="直線コネクタ 121410">
                      <a:extLst>
                        <a:ext uri="{FF2B5EF4-FFF2-40B4-BE49-F238E27FC236}">
                          <a16:creationId xmlns:a16="http://schemas.microsoft.com/office/drawing/2014/main" id="{F20D4759-4634-44A0-BABD-6BC9352EF9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2" name="直線コネクタ 121411">
                      <a:extLst>
                        <a:ext uri="{FF2B5EF4-FFF2-40B4-BE49-F238E27FC236}">
                          <a16:creationId xmlns:a16="http://schemas.microsoft.com/office/drawing/2014/main" id="{8AB8593A-F316-4FAF-962E-1E8EDC00D9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413" name="直線コネクタ 121412">
                      <a:extLst>
                        <a:ext uri="{FF2B5EF4-FFF2-40B4-BE49-F238E27FC236}">
                          <a16:creationId xmlns:a16="http://schemas.microsoft.com/office/drawing/2014/main" id="{4C56751B-41E5-4CFA-8E20-2E43EB14FA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268" name="グループ化 121267">
                    <a:extLst>
                      <a:ext uri="{FF2B5EF4-FFF2-40B4-BE49-F238E27FC236}">
                        <a16:creationId xmlns:a16="http://schemas.microsoft.com/office/drawing/2014/main" id="{B1EDC219-FB65-4D08-9D7F-B38784EDCAC3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330" name="直線コネクタ 121329">
                      <a:extLst>
                        <a:ext uri="{FF2B5EF4-FFF2-40B4-BE49-F238E27FC236}">
                          <a16:creationId xmlns:a16="http://schemas.microsoft.com/office/drawing/2014/main" id="{E18828F4-BF4F-4A8E-97AC-D933DA9E04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1" name="直線コネクタ 121330">
                      <a:extLst>
                        <a:ext uri="{FF2B5EF4-FFF2-40B4-BE49-F238E27FC236}">
                          <a16:creationId xmlns:a16="http://schemas.microsoft.com/office/drawing/2014/main" id="{56FE699D-F18E-4402-BF74-8242417618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2" name="直線コネクタ 121331">
                      <a:extLst>
                        <a:ext uri="{FF2B5EF4-FFF2-40B4-BE49-F238E27FC236}">
                          <a16:creationId xmlns:a16="http://schemas.microsoft.com/office/drawing/2014/main" id="{4516FD6B-DB88-41EF-AB54-30009EEE1F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3" name="直線コネクタ 121332">
                      <a:extLst>
                        <a:ext uri="{FF2B5EF4-FFF2-40B4-BE49-F238E27FC236}">
                          <a16:creationId xmlns:a16="http://schemas.microsoft.com/office/drawing/2014/main" id="{B5D6A9CE-6079-417D-B79E-4866E425AC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4" name="直線コネクタ 121333">
                      <a:extLst>
                        <a:ext uri="{FF2B5EF4-FFF2-40B4-BE49-F238E27FC236}">
                          <a16:creationId xmlns:a16="http://schemas.microsoft.com/office/drawing/2014/main" id="{5CD1B23B-0927-4C5F-971C-29DE42FFED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5" name="直線コネクタ 121334">
                      <a:extLst>
                        <a:ext uri="{FF2B5EF4-FFF2-40B4-BE49-F238E27FC236}">
                          <a16:creationId xmlns:a16="http://schemas.microsoft.com/office/drawing/2014/main" id="{4255F8D0-72BA-468C-AA58-F47230FB74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6" name="直線コネクタ 121335">
                      <a:extLst>
                        <a:ext uri="{FF2B5EF4-FFF2-40B4-BE49-F238E27FC236}">
                          <a16:creationId xmlns:a16="http://schemas.microsoft.com/office/drawing/2014/main" id="{F73D0428-07C2-46A8-AAA0-73844E193F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7" name="直線コネクタ 121336">
                      <a:extLst>
                        <a:ext uri="{FF2B5EF4-FFF2-40B4-BE49-F238E27FC236}">
                          <a16:creationId xmlns:a16="http://schemas.microsoft.com/office/drawing/2014/main" id="{3FF715EA-371E-43EC-8D00-07117C5343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8" name="直線コネクタ 121337">
                      <a:extLst>
                        <a:ext uri="{FF2B5EF4-FFF2-40B4-BE49-F238E27FC236}">
                          <a16:creationId xmlns:a16="http://schemas.microsoft.com/office/drawing/2014/main" id="{5ED05A17-FBBD-4E47-A630-D1F4BDE715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39" name="直線コネクタ 121338">
                      <a:extLst>
                        <a:ext uri="{FF2B5EF4-FFF2-40B4-BE49-F238E27FC236}">
                          <a16:creationId xmlns:a16="http://schemas.microsoft.com/office/drawing/2014/main" id="{0F715AA3-2E82-4FE4-BE8F-47F4B04B5C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0" name="直線コネクタ 121339">
                      <a:extLst>
                        <a:ext uri="{FF2B5EF4-FFF2-40B4-BE49-F238E27FC236}">
                          <a16:creationId xmlns:a16="http://schemas.microsoft.com/office/drawing/2014/main" id="{C11074DD-85DD-4B56-9950-EB038F3C30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1" name="直線コネクタ 121340">
                      <a:extLst>
                        <a:ext uri="{FF2B5EF4-FFF2-40B4-BE49-F238E27FC236}">
                          <a16:creationId xmlns:a16="http://schemas.microsoft.com/office/drawing/2014/main" id="{1F67F6F7-890F-4FCB-B28F-788A688099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2" name="直線コネクタ 121341">
                      <a:extLst>
                        <a:ext uri="{FF2B5EF4-FFF2-40B4-BE49-F238E27FC236}">
                          <a16:creationId xmlns:a16="http://schemas.microsoft.com/office/drawing/2014/main" id="{5CE9D513-47B2-4871-8EF3-94289DFAC8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3" name="直線コネクタ 121342">
                      <a:extLst>
                        <a:ext uri="{FF2B5EF4-FFF2-40B4-BE49-F238E27FC236}">
                          <a16:creationId xmlns:a16="http://schemas.microsoft.com/office/drawing/2014/main" id="{84FDF24F-C805-4CFF-96D9-3E3A72BA81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4" name="直線コネクタ 121343">
                      <a:extLst>
                        <a:ext uri="{FF2B5EF4-FFF2-40B4-BE49-F238E27FC236}">
                          <a16:creationId xmlns:a16="http://schemas.microsoft.com/office/drawing/2014/main" id="{D7A76D0B-A985-4035-8638-C6FC601384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5" name="直線コネクタ 121344">
                      <a:extLst>
                        <a:ext uri="{FF2B5EF4-FFF2-40B4-BE49-F238E27FC236}">
                          <a16:creationId xmlns:a16="http://schemas.microsoft.com/office/drawing/2014/main" id="{AB189DC1-4B25-4218-ACA8-A30EBAE123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6" name="直線コネクタ 121345">
                      <a:extLst>
                        <a:ext uri="{FF2B5EF4-FFF2-40B4-BE49-F238E27FC236}">
                          <a16:creationId xmlns:a16="http://schemas.microsoft.com/office/drawing/2014/main" id="{0DE3CCF8-28E4-4A21-8934-4D51C7E6C2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7" name="直線コネクタ 121346">
                      <a:extLst>
                        <a:ext uri="{FF2B5EF4-FFF2-40B4-BE49-F238E27FC236}">
                          <a16:creationId xmlns:a16="http://schemas.microsoft.com/office/drawing/2014/main" id="{08CB983D-EFB6-4A13-AA9E-4B54E00CE5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8" name="直線コネクタ 121347">
                      <a:extLst>
                        <a:ext uri="{FF2B5EF4-FFF2-40B4-BE49-F238E27FC236}">
                          <a16:creationId xmlns:a16="http://schemas.microsoft.com/office/drawing/2014/main" id="{1339667A-2E00-4C73-B926-5F32510389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49" name="直線コネクタ 121348">
                      <a:extLst>
                        <a:ext uri="{FF2B5EF4-FFF2-40B4-BE49-F238E27FC236}">
                          <a16:creationId xmlns:a16="http://schemas.microsoft.com/office/drawing/2014/main" id="{3B403B1D-5717-440F-8684-22D90642A2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0" name="直線コネクタ 121349">
                      <a:extLst>
                        <a:ext uri="{FF2B5EF4-FFF2-40B4-BE49-F238E27FC236}">
                          <a16:creationId xmlns:a16="http://schemas.microsoft.com/office/drawing/2014/main" id="{0C489E5D-4F24-446E-AC1B-B2E4402AED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1" name="直線コネクタ 121350">
                      <a:extLst>
                        <a:ext uri="{FF2B5EF4-FFF2-40B4-BE49-F238E27FC236}">
                          <a16:creationId xmlns:a16="http://schemas.microsoft.com/office/drawing/2014/main" id="{97BAF790-35F2-4A48-8949-C5440B0706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2" name="直線コネクタ 121351">
                      <a:extLst>
                        <a:ext uri="{FF2B5EF4-FFF2-40B4-BE49-F238E27FC236}">
                          <a16:creationId xmlns:a16="http://schemas.microsoft.com/office/drawing/2014/main" id="{2485C75F-1CFA-44CF-BE35-D4D2B1A3A6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3" name="直線コネクタ 121352">
                      <a:extLst>
                        <a:ext uri="{FF2B5EF4-FFF2-40B4-BE49-F238E27FC236}">
                          <a16:creationId xmlns:a16="http://schemas.microsoft.com/office/drawing/2014/main" id="{88E36587-9D44-4C5D-9741-FC79C08EC8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4" name="直線コネクタ 121353">
                      <a:extLst>
                        <a:ext uri="{FF2B5EF4-FFF2-40B4-BE49-F238E27FC236}">
                          <a16:creationId xmlns:a16="http://schemas.microsoft.com/office/drawing/2014/main" id="{97CC969C-5AC1-496E-A9A6-5DF354BDF7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5" name="直線コネクタ 121354">
                      <a:extLst>
                        <a:ext uri="{FF2B5EF4-FFF2-40B4-BE49-F238E27FC236}">
                          <a16:creationId xmlns:a16="http://schemas.microsoft.com/office/drawing/2014/main" id="{AF181118-1F68-47C2-A8B8-3694A104E9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6" name="直線コネクタ 121355">
                      <a:extLst>
                        <a:ext uri="{FF2B5EF4-FFF2-40B4-BE49-F238E27FC236}">
                          <a16:creationId xmlns:a16="http://schemas.microsoft.com/office/drawing/2014/main" id="{192E8B6E-AC9E-4AF7-A3A4-C282418F04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7" name="直線コネクタ 121356">
                      <a:extLst>
                        <a:ext uri="{FF2B5EF4-FFF2-40B4-BE49-F238E27FC236}">
                          <a16:creationId xmlns:a16="http://schemas.microsoft.com/office/drawing/2014/main" id="{CD7BF6C3-9E5D-42D3-B085-3088F82F46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8" name="直線コネクタ 121357">
                      <a:extLst>
                        <a:ext uri="{FF2B5EF4-FFF2-40B4-BE49-F238E27FC236}">
                          <a16:creationId xmlns:a16="http://schemas.microsoft.com/office/drawing/2014/main" id="{8EE07356-767E-44AC-B044-5649E467F9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59" name="直線コネクタ 121358">
                      <a:extLst>
                        <a:ext uri="{FF2B5EF4-FFF2-40B4-BE49-F238E27FC236}">
                          <a16:creationId xmlns:a16="http://schemas.microsoft.com/office/drawing/2014/main" id="{F96DC54E-5077-4F45-B0EA-66F06EE580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0" name="直線コネクタ 121359">
                      <a:extLst>
                        <a:ext uri="{FF2B5EF4-FFF2-40B4-BE49-F238E27FC236}">
                          <a16:creationId xmlns:a16="http://schemas.microsoft.com/office/drawing/2014/main" id="{73FF39E6-8057-45FD-B03D-88BD12CD04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1" name="直線コネクタ 121360">
                      <a:extLst>
                        <a:ext uri="{FF2B5EF4-FFF2-40B4-BE49-F238E27FC236}">
                          <a16:creationId xmlns:a16="http://schemas.microsoft.com/office/drawing/2014/main" id="{C9B89DB1-4961-43DC-9D31-460E7258BD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2" name="直線コネクタ 121361">
                      <a:extLst>
                        <a:ext uri="{FF2B5EF4-FFF2-40B4-BE49-F238E27FC236}">
                          <a16:creationId xmlns:a16="http://schemas.microsoft.com/office/drawing/2014/main" id="{B9905980-1209-4F28-8489-7E7D85E675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3" name="直線コネクタ 121362">
                      <a:extLst>
                        <a:ext uri="{FF2B5EF4-FFF2-40B4-BE49-F238E27FC236}">
                          <a16:creationId xmlns:a16="http://schemas.microsoft.com/office/drawing/2014/main" id="{03C64332-0BAB-403D-827B-017EF2F6CC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4" name="直線コネクタ 121363">
                      <a:extLst>
                        <a:ext uri="{FF2B5EF4-FFF2-40B4-BE49-F238E27FC236}">
                          <a16:creationId xmlns:a16="http://schemas.microsoft.com/office/drawing/2014/main" id="{E8F9A083-386A-4176-85A6-C08AE1843C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5" name="直線コネクタ 121364">
                      <a:extLst>
                        <a:ext uri="{FF2B5EF4-FFF2-40B4-BE49-F238E27FC236}">
                          <a16:creationId xmlns:a16="http://schemas.microsoft.com/office/drawing/2014/main" id="{059FFB54-F313-4754-8CC2-959C3A2867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6" name="直線コネクタ 121365">
                      <a:extLst>
                        <a:ext uri="{FF2B5EF4-FFF2-40B4-BE49-F238E27FC236}">
                          <a16:creationId xmlns:a16="http://schemas.microsoft.com/office/drawing/2014/main" id="{D59FBF8F-3552-4559-9A3F-E1C4565682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7" name="直線コネクタ 121366">
                      <a:extLst>
                        <a:ext uri="{FF2B5EF4-FFF2-40B4-BE49-F238E27FC236}">
                          <a16:creationId xmlns:a16="http://schemas.microsoft.com/office/drawing/2014/main" id="{C6E025BF-E611-4AA0-B1E2-5EB1F545C8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8" name="直線コネクタ 121367">
                      <a:extLst>
                        <a:ext uri="{FF2B5EF4-FFF2-40B4-BE49-F238E27FC236}">
                          <a16:creationId xmlns:a16="http://schemas.microsoft.com/office/drawing/2014/main" id="{7DF5556C-0920-4C50-A259-8571DB98F5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69" name="直線コネクタ 121368">
                      <a:extLst>
                        <a:ext uri="{FF2B5EF4-FFF2-40B4-BE49-F238E27FC236}">
                          <a16:creationId xmlns:a16="http://schemas.microsoft.com/office/drawing/2014/main" id="{977E3BC8-934C-45E4-A70F-513A0E61E6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0" name="直線コネクタ 121369">
                      <a:extLst>
                        <a:ext uri="{FF2B5EF4-FFF2-40B4-BE49-F238E27FC236}">
                          <a16:creationId xmlns:a16="http://schemas.microsoft.com/office/drawing/2014/main" id="{DDF507A5-E22E-4F90-8615-1F210E16EF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71" name="直線コネクタ 121370">
                      <a:extLst>
                        <a:ext uri="{FF2B5EF4-FFF2-40B4-BE49-F238E27FC236}">
                          <a16:creationId xmlns:a16="http://schemas.microsoft.com/office/drawing/2014/main" id="{A303E0E4-784F-468B-886F-0B862DA000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269" name="グループ化 121268">
                    <a:extLst>
                      <a:ext uri="{FF2B5EF4-FFF2-40B4-BE49-F238E27FC236}">
                        <a16:creationId xmlns:a16="http://schemas.microsoft.com/office/drawing/2014/main" id="{9F6B035C-AA72-4621-9967-E0810F838D24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322" name="直線コネクタ 121321">
                      <a:extLst>
                        <a:ext uri="{FF2B5EF4-FFF2-40B4-BE49-F238E27FC236}">
                          <a16:creationId xmlns:a16="http://schemas.microsoft.com/office/drawing/2014/main" id="{18B97892-15E3-4676-BC90-F3118593C6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3" name="直線コネクタ 121322">
                      <a:extLst>
                        <a:ext uri="{FF2B5EF4-FFF2-40B4-BE49-F238E27FC236}">
                          <a16:creationId xmlns:a16="http://schemas.microsoft.com/office/drawing/2014/main" id="{25C736CB-C691-4AF1-B43B-FFF5F428FD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4" name="直線コネクタ 121323">
                      <a:extLst>
                        <a:ext uri="{FF2B5EF4-FFF2-40B4-BE49-F238E27FC236}">
                          <a16:creationId xmlns:a16="http://schemas.microsoft.com/office/drawing/2014/main" id="{7B2CF0DC-A013-4D60-9D06-86502E0982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5" name="直線コネクタ 121324">
                      <a:extLst>
                        <a:ext uri="{FF2B5EF4-FFF2-40B4-BE49-F238E27FC236}">
                          <a16:creationId xmlns:a16="http://schemas.microsoft.com/office/drawing/2014/main" id="{A34C9BF4-CE4D-444E-9465-935BE95073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6" name="直線コネクタ 121325">
                      <a:extLst>
                        <a:ext uri="{FF2B5EF4-FFF2-40B4-BE49-F238E27FC236}">
                          <a16:creationId xmlns:a16="http://schemas.microsoft.com/office/drawing/2014/main" id="{A2A83A46-F31E-4B5C-A8F0-38DAD7B06C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7" name="直線コネクタ 121326">
                      <a:extLst>
                        <a:ext uri="{FF2B5EF4-FFF2-40B4-BE49-F238E27FC236}">
                          <a16:creationId xmlns:a16="http://schemas.microsoft.com/office/drawing/2014/main" id="{813A51FA-41F7-42ED-8336-10D9F9953D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8" name="直線コネクタ 121327">
                      <a:extLst>
                        <a:ext uri="{FF2B5EF4-FFF2-40B4-BE49-F238E27FC236}">
                          <a16:creationId xmlns:a16="http://schemas.microsoft.com/office/drawing/2014/main" id="{53816E11-8EA8-4B0A-AF0D-3EF3F5C21F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9" name="直線コネクタ 121328">
                      <a:extLst>
                        <a:ext uri="{FF2B5EF4-FFF2-40B4-BE49-F238E27FC236}">
                          <a16:creationId xmlns:a16="http://schemas.microsoft.com/office/drawing/2014/main" id="{6638EB83-AF0B-4FC2-A4EB-3D86E72CDA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270" name="グループ化 121269">
                    <a:extLst>
                      <a:ext uri="{FF2B5EF4-FFF2-40B4-BE49-F238E27FC236}">
                        <a16:creationId xmlns:a16="http://schemas.microsoft.com/office/drawing/2014/main" id="{AA00A878-E88C-45B4-8D78-29C345148319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314" name="直線コネクタ 121313">
                      <a:extLst>
                        <a:ext uri="{FF2B5EF4-FFF2-40B4-BE49-F238E27FC236}">
                          <a16:creationId xmlns:a16="http://schemas.microsoft.com/office/drawing/2014/main" id="{71D50DFD-0C72-4C57-B925-0A86CB612C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5" name="直線コネクタ 121314">
                      <a:extLst>
                        <a:ext uri="{FF2B5EF4-FFF2-40B4-BE49-F238E27FC236}">
                          <a16:creationId xmlns:a16="http://schemas.microsoft.com/office/drawing/2014/main" id="{7A4763A1-A7DA-4DD7-948E-C1250A70D6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6" name="直線コネクタ 121315">
                      <a:extLst>
                        <a:ext uri="{FF2B5EF4-FFF2-40B4-BE49-F238E27FC236}">
                          <a16:creationId xmlns:a16="http://schemas.microsoft.com/office/drawing/2014/main" id="{610A9708-F0E1-483C-A520-B7D7671D6E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7" name="直線コネクタ 121316">
                      <a:extLst>
                        <a:ext uri="{FF2B5EF4-FFF2-40B4-BE49-F238E27FC236}">
                          <a16:creationId xmlns:a16="http://schemas.microsoft.com/office/drawing/2014/main" id="{7317BBA5-A8AD-45BC-BA4E-F00D86F793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8" name="直線コネクタ 121317">
                      <a:extLst>
                        <a:ext uri="{FF2B5EF4-FFF2-40B4-BE49-F238E27FC236}">
                          <a16:creationId xmlns:a16="http://schemas.microsoft.com/office/drawing/2014/main" id="{5299EFB9-F7B2-4F93-B889-34D2AD1CDE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9" name="直線コネクタ 121318">
                      <a:extLst>
                        <a:ext uri="{FF2B5EF4-FFF2-40B4-BE49-F238E27FC236}">
                          <a16:creationId xmlns:a16="http://schemas.microsoft.com/office/drawing/2014/main" id="{7DD550F3-4931-4C26-B501-D46C49BE93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0" name="直線コネクタ 121319">
                      <a:extLst>
                        <a:ext uri="{FF2B5EF4-FFF2-40B4-BE49-F238E27FC236}">
                          <a16:creationId xmlns:a16="http://schemas.microsoft.com/office/drawing/2014/main" id="{B6C1FBA2-3678-4D11-AC3A-8297E2355A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21" name="直線コネクタ 121320">
                      <a:extLst>
                        <a:ext uri="{FF2B5EF4-FFF2-40B4-BE49-F238E27FC236}">
                          <a16:creationId xmlns:a16="http://schemas.microsoft.com/office/drawing/2014/main" id="{8A5852ED-9CBF-4159-ACCE-EFC157164B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271" name="グループ化 121270">
                    <a:extLst>
                      <a:ext uri="{FF2B5EF4-FFF2-40B4-BE49-F238E27FC236}">
                        <a16:creationId xmlns:a16="http://schemas.microsoft.com/office/drawing/2014/main" id="{A33A61A7-9089-484D-BBAB-F60B103E3D3A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272" name="直線コネクタ 121271">
                      <a:extLst>
                        <a:ext uri="{FF2B5EF4-FFF2-40B4-BE49-F238E27FC236}">
                          <a16:creationId xmlns:a16="http://schemas.microsoft.com/office/drawing/2014/main" id="{E57840E6-E489-4BFB-9245-2BFCE2AF41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73" name="直線コネクタ 121272">
                      <a:extLst>
                        <a:ext uri="{FF2B5EF4-FFF2-40B4-BE49-F238E27FC236}">
                          <a16:creationId xmlns:a16="http://schemas.microsoft.com/office/drawing/2014/main" id="{81D421AA-F876-4773-96BA-677EF3D746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74" name="直線コネクタ 121273">
                      <a:extLst>
                        <a:ext uri="{FF2B5EF4-FFF2-40B4-BE49-F238E27FC236}">
                          <a16:creationId xmlns:a16="http://schemas.microsoft.com/office/drawing/2014/main" id="{1F976A6D-145E-4E17-9184-ED142DE0E2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75" name="直線コネクタ 121274">
                      <a:extLst>
                        <a:ext uri="{FF2B5EF4-FFF2-40B4-BE49-F238E27FC236}">
                          <a16:creationId xmlns:a16="http://schemas.microsoft.com/office/drawing/2014/main" id="{140CEDE9-CDA0-4C44-A8D5-919EB97E5A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76" name="直線コネクタ 121275">
                      <a:extLst>
                        <a:ext uri="{FF2B5EF4-FFF2-40B4-BE49-F238E27FC236}">
                          <a16:creationId xmlns:a16="http://schemas.microsoft.com/office/drawing/2014/main" id="{0BE8CA37-573F-416C-89D2-DA5714478C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77" name="直線コネクタ 121276">
                      <a:extLst>
                        <a:ext uri="{FF2B5EF4-FFF2-40B4-BE49-F238E27FC236}">
                          <a16:creationId xmlns:a16="http://schemas.microsoft.com/office/drawing/2014/main" id="{0B3B6D83-238A-45BC-8E4C-F1676DFA4B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78" name="直線コネクタ 121277">
                      <a:extLst>
                        <a:ext uri="{FF2B5EF4-FFF2-40B4-BE49-F238E27FC236}">
                          <a16:creationId xmlns:a16="http://schemas.microsoft.com/office/drawing/2014/main" id="{1D903154-85BD-4E25-9B43-371EB8AEBB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79" name="直線コネクタ 121278">
                      <a:extLst>
                        <a:ext uri="{FF2B5EF4-FFF2-40B4-BE49-F238E27FC236}">
                          <a16:creationId xmlns:a16="http://schemas.microsoft.com/office/drawing/2014/main" id="{F7187E22-B996-4433-BC8D-EC49EA866F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0" name="直線コネクタ 121279">
                      <a:extLst>
                        <a:ext uri="{FF2B5EF4-FFF2-40B4-BE49-F238E27FC236}">
                          <a16:creationId xmlns:a16="http://schemas.microsoft.com/office/drawing/2014/main" id="{86246EB6-1AA7-4CC6-A3A7-D0A4EA892B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1" name="直線コネクタ 121280">
                      <a:extLst>
                        <a:ext uri="{FF2B5EF4-FFF2-40B4-BE49-F238E27FC236}">
                          <a16:creationId xmlns:a16="http://schemas.microsoft.com/office/drawing/2014/main" id="{A6D98351-0055-4003-9A9F-8DFCCCFE0F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2" name="直線コネクタ 121281">
                      <a:extLst>
                        <a:ext uri="{FF2B5EF4-FFF2-40B4-BE49-F238E27FC236}">
                          <a16:creationId xmlns:a16="http://schemas.microsoft.com/office/drawing/2014/main" id="{D93B44D6-2490-4FEA-85B6-7882E4CACD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3" name="直線コネクタ 121282">
                      <a:extLst>
                        <a:ext uri="{FF2B5EF4-FFF2-40B4-BE49-F238E27FC236}">
                          <a16:creationId xmlns:a16="http://schemas.microsoft.com/office/drawing/2014/main" id="{AC8CDD0D-7E42-449D-A331-38E0209D62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4" name="直線コネクタ 121283">
                      <a:extLst>
                        <a:ext uri="{FF2B5EF4-FFF2-40B4-BE49-F238E27FC236}">
                          <a16:creationId xmlns:a16="http://schemas.microsoft.com/office/drawing/2014/main" id="{4D3F41B7-A656-4B39-9439-25C1498253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5" name="直線コネクタ 121284">
                      <a:extLst>
                        <a:ext uri="{FF2B5EF4-FFF2-40B4-BE49-F238E27FC236}">
                          <a16:creationId xmlns:a16="http://schemas.microsoft.com/office/drawing/2014/main" id="{D29062A8-8F50-416B-A7AD-42CFBD1810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6" name="直線コネクタ 121285">
                      <a:extLst>
                        <a:ext uri="{FF2B5EF4-FFF2-40B4-BE49-F238E27FC236}">
                          <a16:creationId xmlns:a16="http://schemas.microsoft.com/office/drawing/2014/main" id="{F7393524-2597-4A0E-86D7-3873F0CEFD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7" name="直線コネクタ 121286">
                      <a:extLst>
                        <a:ext uri="{FF2B5EF4-FFF2-40B4-BE49-F238E27FC236}">
                          <a16:creationId xmlns:a16="http://schemas.microsoft.com/office/drawing/2014/main" id="{B0459235-6359-4640-8532-8E3C776CD3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8" name="直線コネクタ 121287">
                      <a:extLst>
                        <a:ext uri="{FF2B5EF4-FFF2-40B4-BE49-F238E27FC236}">
                          <a16:creationId xmlns:a16="http://schemas.microsoft.com/office/drawing/2014/main" id="{6527C1E6-9F6D-42AF-8671-A5F51F7C03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89" name="直線コネクタ 121288">
                      <a:extLst>
                        <a:ext uri="{FF2B5EF4-FFF2-40B4-BE49-F238E27FC236}">
                          <a16:creationId xmlns:a16="http://schemas.microsoft.com/office/drawing/2014/main" id="{F1477BEF-9A8E-431E-AFB8-730894EEC8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0" name="直線コネクタ 121289">
                      <a:extLst>
                        <a:ext uri="{FF2B5EF4-FFF2-40B4-BE49-F238E27FC236}">
                          <a16:creationId xmlns:a16="http://schemas.microsoft.com/office/drawing/2014/main" id="{365AC5BF-FEBB-4A56-8FCF-E6D5F26C37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1" name="直線コネクタ 121290">
                      <a:extLst>
                        <a:ext uri="{FF2B5EF4-FFF2-40B4-BE49-F238E27FC236}">
                          <a16:creationId xmlns:a16="http://schemas.microsoft.com/office/drawing/2014/main" id="{E84FF391-C46D-4B16-ADCB-AA9D6D6C75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2" name="直線コネクタ 121291">
                      <a:extLst>
                        <a:ext uri="{FF2B5EF4-FFF2-40B4-BE49-F238E27FC236}">
                          <a16:creationId xmlns:a16="http://schemas.microsoft.com/office/drawing/2014/main" id="{3E041CE9-0D65-4FCC-9BE7-6D40CDA0A7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3" name="直線コネクタ 121292">
                      <a:extLst>
                        <a:ext uri="{FF2B5EF4-FFF2-40B4-BE49-F238E27FC236}">
                          <a16:creationId xmlns:a16="http://schemas.microsoft.com/office/drawing/2014/main" id="{7C13D63F-54C0-489E-AFC5-79E41FE646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4" name="直線コネクタ 121293">
                      <a:extLst>
                        <a:ext uri="{FF2B5EF4-FFF2-40B4-BE49-F238E27FC236}">
                          <a16:creationId xmlns:a16="http://schemas.microsoft.com/office/drawing/2014/main" id="{835DF38F-913B-4AE4-849F-FD71A07AEF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5" name="直線コネクタ 121294">
                      <a:extLst>
                        <a:ext uri="{FF2B5EF4-FFF2-40B4-BE49-F238E27FC236}">
                          <a16:creationId xmlns:a16="http://schemas.microsoft.com/office/drawing/2014/main" id="{FDCCC926-CF93-4134-8945-5BD5452DB4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6" name="直線コネクタ 121295">
                      <a:extLst>
                        <a:ext uri="{FF2B5EF4-FFF2-40B4-BE49-F238E27FC236}">
                          <a16:creationId xmlns:a16="http://schemas.microsoft.com/office/drawing/2014/main" id="{A44722EA-744E-4DED-AABC-DF1BB61ED6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7" name="直線コネクタ 121296">
                      <a:extLst>
                        <a:ext uri="{FF2B5EF4-FFF2-40B4-BE49-F238E27FC236}">
                          <a16:creationId xmlns:a16="http://schemas.microsoft.com/office/drawing/2014/main" id="{848D4E7F-835F-4BB1-800D-440092325D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8" name="直線コネクタ 121297">
                      <a:extLst>
                        <a:ext uri="{FF2B5EF4-FFF2-40B4-BE49-F238E27FC236}">
                          <a16:creationId xmlns:a16="http://schemas.microsoft.com/office/drawing/2014/main" id="{9D6C626C-9942-4F8F-9075-D5765FF5C5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299" name="直線コネクタ 121298">
                      <a:extLst>
                        <a:ext uri="{FF2B5EF4-FFF2-40B4-BE49-F238E27FC236}">
                          <a16:creationId xmlns:a16="http://schemas.microsoft.com/office/drawing/2014/main" id="{1C5621A5-D653-4BB9-B310-CEFD2E1B49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0" name="直線コネクタ 121299">
                      <a:extLst>
                        <a:ext uri="{FF2B5EF4-FFF2-40B4-BE49-F238E27FC236}">
                          <a16:creationId xmlns:a16="http://schemas.microsoft.com/office/drawing/2014/main" id="{117BD4CF-EA55-4D54-A00C-CEDC2BAC30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1" name="直線コネクタ 121300">
                      <a:extLst>
                        <a:ext uri="{FF2B5EF4-FFF2-40B4-BE49-F238E27FC236}">
                          <a16:creationId xmlns:a16="http://schemas.microsoft.com/office/drawing/2014/main" id="{958816D3-B845-4B7C-96A3-AFCCB5B53F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2" name="直線コネクタ 121301">
                      <a:extLst>
                        <a:ext uri="{FF2B5EF4-FFF2-40B4-BE49-F238E27FC236}">
                          <a16:creationId xmlns:a16="http://schemas.microsoft.com/office/drawing/2014/main" id="{7744E9FC-59B9-480F-906E-C4C44D2D7F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3" name="直線コネクタ 121302">
                      <a:extLst>
                        <a:ext uri="{FF2B5EF4-FFF2-40B4-BE49-F238E27FC236}">
                          <a16:creationId xmlns:a16="http://schemas.microsoft.com/office/drawing/2014/main" id="{82D66F14-CD97-480A-984D-C5C6337502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4" name="直線コネクタ 121303">
                      <a:extLst>
                        <a:ext uri="{FF2B5EF4-FFF2-40B4-BE49-F238E27FC236}">
                          <a16:creationId xmlns:a16="http://schemas.microsoft.com/office/drawing/2014/main" id="{473F9A5C-FC6B-49C6-95FE-4D2E4E7A11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5" name="直線コネクタ 121304">
                      <a:extLst>
                        <a:ext uri="{FF2B5EF4-FFF2-40B4-BE49-F238E27FC236}">
                          <a16:creationId xmlns:a16="http://schemas.microsoft.com/office/drawing/2014/main" id="{D0FFB02A-0B63-4BAC-A6F8-F707EAEEFA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6" name="直線コネクタ 121305">
                      <a:extLst>
                        <a:ext uri="{FF2B5EF4-FFF2-40B4-BE49-F238E27FC236}">
                          <a16:creationId xmlns:a16="http://schemas.microsoft.com/office/drawing/2014/main" id="{55A1D296-7311-4732-88AF-CA379D94B4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7" name="直線コネクタ 121306">
                      <a:extLst>
                        <a:ext uri="{FF2B5EF4-FFF2-40B4-BE49-F238E27FC236}">
                          <a16:creationId xmlns:a16="http://schemas.microsoft.com/office/drawing/2014/main" id="{4DD0DDBC-AD34-4FFB-8320-9F30530203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8" name="直線コネクタ 121307">
                      <a:extLst>
                        <a:ext uri="{FF2B5EF4-FFF2-40B4-BE49-F238E27FC236}">
                          <a16:creationId xmlns:a16="http://schemas.microsoft.com/office/drawing/2014/main" id="{BE91420E-6891-459A-B917-ED4BAF5568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09" name="直線コネクタ 121308">
                      <a:extLst>
                        <a:ext uri="{FF2B5EF4-FFF2-40B4-BE49-F238E27FC236}">
                          <a16:creationId xmlns:a16="http://schemas.microsoft.com/office/drawing/2014/main" id="{A3F454A0-1CE9-4D41-A756-873CC47E64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0" name="直線コネクタ 121309">
                      <a:extLst>
                        <a:ext uri="{FF2B5EF4-FFF2-40B4-BE49-F238E27FC236}">
                          <a16:creationId xmlns:a16="http://schemas.microsoft.com/office/drawing/2014/main" id="{96DBF177-9626-42AA-9C2A-F9C8A1C3E1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1" name="直線コネクタ 121310">
                      <a:extLst>
                        <a:ext uri="{FF2B5EF4-FFF2-40B4-BE49-F238E27FC236}">
                          <a16:creationId xmlns:a16="http://schemas.microsoft.com/office/drawing/2014/main" id="{2EE9CC6F-77CE-48A6-9218-88988C9F55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2" name="直線コネクタ 121311">
                      <a:extLst>
                        <a:ext uri="{FF2B5EF4-FFF2-40B4-BE49-F238E27FC236}">
                          <a16:creationId xmlns:a16="http://schemas.microsoft.com/office/drawing/2014/main" id="{0199BA4B-91C6-45C4-915C-FF3CCDB73A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313" name="直線コネクタ 121312">
                      <a:extLst>
                        <a:ext uri="{FF2B5EF4-FFF2-40B4-BE49-F238E27FC236}">
                          <a16:creationId xmlns:a16="http://schemas.microsoft.com/office/drawing/2014/main" id="{7E099DAF-465B-468C-A6E7-AE640B46FD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2" name="グループ化 118401">
                  <a:extLst>
                    <a:ext uri="{FF2B5EF4-FFF2-40B4-BE49-F238E27FC236}">
                      <a16:creationId xmlns:a16="http://schemas.microsoft.com/office/drawing/2014/main" id="{FCB6E0BE-0748-4275-AB3A-F3D92E3086F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99138" y="5299081"/>
                  <a:ext cx="201487" cy="201600"/>
                  <a:chOff x="4287481" y="4286224"/>
                  <a:chExt cx="2227978" cy="2229219"/>
                </a:xfrm>
              </p:grpSpPr>
              <p:cxnSp>
                <p:nvCxnSpPr>
                  <p:cNvPr id="120713" name="直線コネクタ 120712">
                    <a:extLst>
                      <a:ext uri="{FF2B5EF4-FFF2-40B4-BE49-F238E27FC236}">
                        <a16:creationId xmlns:a16="http://schemas.microsoft.com/office/drawing/2014/main" id="{A6E9BBFB-E531-420F-B3F7-01272228BB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14" name="直線コネクタ 120713">
                    <a:extLst>
                      <a:ext uri="{FF2B5EF4-FFF2-40B4-BE49-F238E27FC236}">
                        <a16:creationId xmlns:a16="http://schemas.microsoft.com/office/drawing/2014/main" id="{5F5500CC-7430-4543-8280-DB393805A5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15" name="直線コネクタ 120714">
                    <a:extLst>
                      <a:ext uri="{FF2B5EF4-FFF2-40B4-BE49-F238E27FC236}">
                        <a16:creationId xmlns:a16="http://schemas.microsoft.com/office/drawing/2014/main" id="{9F3C42B2-F85B-45D5-81FC-5F6E86D292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16" name="直線コネクタ 120715">
                    <a:extLst>
                      <a:ext uri="{FF2B5EF4-FFF2-40B4-BE49-F238E27FC236}">
                        <a16:creationId xmlns:a16="http://schemas.microsoft.com/office/drawing/2014/main" id="{5F003FB8-FCCB-4A71-A5B9-10A557D7D1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17" name="直線コネクタ 120716">
                    <a:extLst>
                      <a:ext uri="{FF2B5EF4-FFF2-40B4-BE49-F238E27FC236}">
                        <a16:creationId xmlns:a16="http://schemas.microsoft.com/office/drawing/2014/main" id="{BE82C0FC-6CDC-42A4-8DC8-4632C44E71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18" name="直線コネクタ 120717">
                    <a:extLst>
                      <a:ext uri="{FF2B5EF4-FFF2-40B4-BE49-F238E27FC236}">
                        <a16:creationId xmlns:a16="http://schemas.microsoft.com/office/drawing/2014/main" id="{14495B3D-2AC4-48A2-AFEC-36D0A2B31B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19" name="直線コネクタ 120718">
                    <a:extLst>
                      <a:ext uri="{FF2B5EF4-FFF2-40B4-BE49-F238E27FC236}">
                        <a16:creationId xmlns:a16="http://schemas.microsoft.com/office/drawing/2014/main" id="{D9979ABD-657B-4ED8-AD42-3819F2FD47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0" name="直線コネクタ 120719">
                    <a:extLst>
                      <a:ext uri="{FF2B5EF4-FFF2-40B4-BE49-F238E27FC236}">
                        <a16:creationId xmlns:a16="http://schemas.microsoft.com/office/drawing/2014/main" id="{597FA014-A424-4B95-AA2B-88F36357E0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1" name="直線コネクタ 120720">
                    <a:extLst>
                      <a:ext uri="{FF2B5EF4-FFF2-40B4-BE49-F238E27FC236}">
                        <a16:creationId xmlns:a16="http://schemas.microsoft.com/office/drawing/2014/main" id="{40112F13-00B8-40D0-AD61-43CD3DE06C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2" name="直線コネクタ 120721">
                    <a:extLst>
                      <a:ext uri="{FF2B5EF4-FFF2-40B4-BE49-F238E27FC236}">
                        <a16:creationId xmlns:a16="http://schemas.microsoft.com/office/drawing/2014/main" id="{366AC6F3-18D7-400E-9C69-850C1FE8D97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3" name="直線コネクタ 120722">
                    <a:extLst>
                      <a:ext uri="{FF2B5EF4-FFF2-40B4-BE49-F238E27FC236}">
                        <a16:creationId xmlns:a16="http://schemas.microsoft.com/office/drawing/2014/main" id="{98CA360B-0DD5-4630-B129-E311583E52F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4" name="直線コネクタ 120723">
                    <a:extLst>
                      <a:ext uri="{FF2B5EF4-FFF2-40B4-BE49-F238E27FC236}">
                        <a16:creationId xmlns:a16="http://schemas.microsoft.com/office/drawing/2014/main" id="{AE70A80B-1B7A-4C94-84F2-6DC3BF64D6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5" name="直線コネクタ 120724">
                    <a:extLst>
                      <a:ext uri="{FF2B5EF4-FFF2-40B4-BE49-F238E27FC236}">
                        <a16:creationId xmlns:a16="http://schemas.microsoft.com/office/drawing/2014/main" id="{6264F104-1B8F-442C-B561-5D28830BDB3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6" name="直線コネクタ 120725">
                    <a:extLst>
                      <a:ext uri="{FF2B5EF4-FFF2-40B4-BE49-F238E27FC236}">
                        <a16:creationId xmlns:a16="http://schemas.microsoft.com/office/drawing/2014/main" id="{60A2E769-9624-461D-87F7-AB7F44672A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7" name="直線コネクタ 120726">
                    <a:extLst>
                      <a:ext uri="{FF2B5EF4-FFF2-40B4-BE49-F238E27FC236}">
                        <a16:creationId xmlns:a16="http://schemas.microsoft.com/office/drawing/2014/main" id="{A52297B6-7E37-454F-999F-D85F0DF2E1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8" name="直線コネクタ 120727">
                    <a:extLst>
                      <a:ext uri="{FF2B5EF4-FFF2-40B4-BE49-F238E27FC236}">
                        <a16:creationId xmlns:a16="http://schemas.microsoft.com/office/drawing/2014/main" id="{912EDC00-C7FA-41CE-A704-8B7AD80F70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29" name="直線コネクタ 120728">
                    <a:extLst>
                      <a:ext uri="{FF2B5EF4-FFF2-40B4-BE49-F238E27FC236}">
                        <a16:creationId xmlns:a16="http://schemas.microsoft.com/office/drawing/2014/main" id="{3535DD00-BE5A-466E-9F36-96606A0437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0" name="直線コネクタ 120729">
                    <a:extLst>
                      <a:ext uri="{FF2B5EF4-FFF2-40B4-BE49-F238E27FC236}">
                        <a16:creationId xmlns:a16="http://schemas.microsoft.com/office/drawing/2014/main" id="{77FE8838-5F4F-431C-BAC2-CB34BBFA8A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1" name="直線コネクタ 120730">
                    <a:extLst>
                      <a:ext uri="{FF2B5EF4-FFF2-40B4-BE49-F238E27FC236}">
                        <a16:creationId xmlns:a16="http://schemas.microsoft.com/office/drawing/2014/main" id="{51A4F815-20C7-4C9B-A87D-52E50B07DD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2" name="直線コネクタ 120731">
                    <a:extLst>
                      <a:ext uri="{FF2B5EF4-FFF2-40B4-BE49-F238E27FC236}">
                        <a16:creationId xmlns:a16="http://schemas.microsoft.com/office/drawing/2014/main" id="{1CA625D0-EEEE-421E-A45C-40D0ECD101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3" name="直線コネクタ 120732">
                    <a:extLst>
                      <a:ext uri="{FF2B5EF4-FFF2-40B4-BE49-F238E27FC236}">
                        <a16:creationId xmlns:a16="http://schemas.microsoft.com/office/drawing/2014/main" id="{191C11AC-F65E-4576-84C0-67ACAF4073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4" name="直線コネクタ 120733">
                    <a:extLst>
                      <a:ext uri="{FF2B5EF4-FFF2-40B4-BE49-F238E27FC236}">
                        <a16:creationId xmlns:a16="http://schemas.microsoft.com/office/drawing/2014/main" id="{970B2ADB-DE7F-423C-BC25-9E8B2FCC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5" name="直線コネクタ 120734">
                    <a:extLst>
                      <a:ext uri="{FF2B5EF4-FFF2-40B4-BE49-F238E27FC236}">
                        <a16:creationId xmlns:a16="http://schemas.microsoft.com/office/drawing/2014/main" id="{1DB22237-5352-424C-9143-6FB210DE96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6" name="直線コネクタ 120735">
                    <a:extLst>
                      <a:ext uri="{FF2B5EF4-FFF2-40B4-BE49-F238E27FC236}">
                        <a16:creationId xmlns:a16="http://schemas.microsoft.com/office/drawing/2014/main" id="{086D9FEF-83E7-4F1D-BC55-5233640D85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7" name="直線コネクタ 120736">
                    <a:extLst>
                      <a:ext uri="{FF2B5EF4-FFF2-40B4-BE49-F238E27FC236}">
                        <a16:creationId xmlns:a16="http://schemas.microsoft.com/office/drawing/2014/main" id="{742289A0-45F1-4EAE-9B4F-CEC4F166C9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8" name="直線コネクタ 120737">
                    <a:extLst>
                      <a:ext uri="{FF2B5EF4-FFF2-40B4-BE49-F238E27FC236}">
                        <a16:creationId xmlns:a16="http://schemas.microsoft.com/office/drawing/2014/main" id="{EFEBD150-D036-4472-A7AB-96A240B688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39" name="直線コネクタ 120738">
                    <a:extLst>
                      <a:ext uri="{FF2B5EF4-FFF2-40B4-BE49-F238E27FC236}">
                        <a16:creationId xmlns:a16="http://schemas.microsoft.com/office/drawing/2014/main" id="{EB7AF5D1-E3E9-4810-8C87-9429969A29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0" name="直線コネクタ 120739">
                    <a:extLst>
                      <a:ext uri="{FF2B5EF4-FFF2-40B4-BE49-F238E27FC236}">
                        <a16:creationId xmlns:a16="http://schemas.microsoft.com/office/drawing/2014/main" id="{DED4C74B-4EEB-4BE6-B235-AB3BD1927D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1" name="直線コネクタ 120740">
                    <a:extLst>
                      <a:ext uri="{FF2B5EF4-FFF2-40B4-BE49-F238E27FC236}">
                        <a16:creationId xmlns:a16="http://schemas.microsoft.com/office/drawing/2014/main" id="{176B6316-0DE0-4D31-B680-E42F8AF113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2" name="直線コネクタ 120741">
                    <a:extLst>
                      <a:ext uri="{FF2B5EF4-FFF2-40B4-BE49-F238E27FC236}">
                        <a16:creationId xmlns:a16="http://schemas.microsoft.com/office/drawing/2014/main" id="{C0BEB149-5506-49AE-A0F2-88B64752FE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3" name="直線コネクタ 120742">
                    <a:extLst>
                      <a:ext uri="{FF2B5EF4-FFF2-40B4-BE49-F238E27FC236}">
                        <a16:creationId xmlns:a16="http://schemas.microsoft.com/office/drawing/2014/main" id="{4958D431-3F76-4211-96B5-F4DF90C766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4" name="直線コネクタ 120743">
                    <a:extLst>
                      <a:ext uri="{FF2B5EF4-FFF2-40B4-BE49-F238E27FC236}">
                        <a16:creationId xmlns:a16="http://schemas.microsoft.com/office/drawing/2014/main" id="{9C4F9427-AD6C-4371-8BA8-EC683AC670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5" name="直線コネクタ 120744">
                    <a:extLst>
                      <a:ext uri="{FF2B5EF4-FFF2-40B4-BE49-F238E27FC236}">
                        <a16:creationId xmlns:a16="http://schemas.microsoft.com/office/drawing/2014/main" id="{7EB3A67D-E668-4212-976E-ABD32F780E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6" name="直線コネクタ 120745">
                    <a:extLst>
                      <a:ext uri="{FF2B5EF4-FFF2-40B4-BE49-F238E27FC236}">
                        <a16:creationId xmlns:a16="http://schemas.microsoft.com/office/drawing/2014/main" id="{512D03A1-0E1C-4412-A9F6-6A0EE821D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7" name="直線コネクタ 120746">
                    <a:extLst>
                      <a:ext uri="{FF2B5EF4-FFF2-40B4-BE49-F238E27FC236}">
                        <a16:creationId xmlns:a16="http://schemas.microsoft.com/office/drawing/2014/main" id="{5F7344A5-E475-4D73-BDA0-45B73C974A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8" name="直線コネクタ 120747">
                    <a:extLst>
                      <a:ext uri="{FF2B5EF4-FFF2-40B4-BE49-F238E27FC236}">
                        <a16:creationId xmlns:a16="http://schemas.microsoft.com/office/drawing/2014/main" id="{A967A805-8A7D-4A75-9BFB-9CE198B6C1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49" name="直線コネクタ 120748">
                    <a:extLst>
                      <a:ext uri="{FF2B5EF4-FFF2-40B4-BE49-F238E27FC236}">
                        <a16:creationId xmlns:a16="http://schemas.microsoft.com/office/drawing/2014/main" id="{DCA09E44-1F7B-4CA4-AC07-D199CD98A3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0" name="直線コネクタ 120749">
                    <a:extLst>
                      <a:ext uri="{FF2B5EF4-FFF2-40B4-BE49-F238E27FC236}">
                        <a16:creationId xmlns:a16="http://schemas.microsoft.com/office/drawing/2014/main" id="{784E8AAD-05ED-4BA4-994B-3BFD1FF935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1" name="直線コネクタ 120750">
                    <a:extLst>
                      <a:ext uri="{FF2B5EF4-FFF2-40B4-BE49-F238E27FC236}">
                        <a16:creationId xmlns:a16="http://schemas.microsoft.com/office/drawing/2014/main" id="{4DF4D618-B809-4C9B-A227-A54CD577CA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2" name="直線コネクタ 120751">
                    <a:extLst>
                      <a:ext uri="{FF2B5EF4-FFF2-40B4-BE49-F238E27FC236}">
                        <a16:creationId xmlns:a16="http://schemas.microsoft.com/office/drawing/2014/main" id="{228E038B-F4E9-43D5-B310-AEDC696B42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3" name="直線コネクタ 120752">
                    <a:extLst>
                      <a:ext uri="{FF2B5EF4-FFF2-40B4-BE49-F238E27FC236}">
                        <a16:creationId xmlns:a16="http://schemas.microsoft.com/office/drawing/2014/main" id="{79323634-0126-4BFD-B00D-AC96AA9622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4" name="直線コネクタ 120753">
                    <a:extLst>
                      <a:ext uri="{FF2B5EF4-FFF2-40B4-BE49-F238E27FC236}">
                        <a16:creationId xmlns:a16="http://schemas.microsoft.com/office/drawing/2014/main" id="{F803B886-C438-40B6-9922-46502D375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5" name="直線コネクタ 120754">
                    <a:extLst>
                      <a:ext uri="{FF2B5EF4-FFF2-40B4-BE49-F238E27FC236}">
                        <a16:creationId xmlns:a16="http://schemas.microsoft.com/office/drawing/2014/main" id="{D43A6678-875E-4CE4-BB82-ACD722D6D7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6" name="直線コネクタ 120755">
                    <a:extLst>
                      <a:ext uri="{FF2B5EF4-FFF2-40B4-BE49-F238E27FC236}">
                        <a16:creationId xmlns:a16="http://schemas.microsoft.com/office/drawing/2014/main" id="{4643862C-07AC-4F76-AC42-640C1123499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7" name="直線コネクタ 120756">
                    <a:extLst>
                      <a:ext uri="{FF2B5EF4-FFF2-40B4-BE49-F238E27FC236}">
                        <a16:creationId xmlns:a16="http://schemas.microsoft.com/office/drawing/2014/main" id="{8345DD9D-1654-4347-ACAF-A20FE6B101A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8" name="直線コネクタ 120757">
                    <a:extLst>
                      <a:ext uri="{FF2B5EF4-FFF2-40B4-BE49-F238E27FC236}">
                        <a16:creationId xmlns:a16="http://schemas.microsoft.com/office/drawing/2014/main" id="{B9659371-9D51-4045-97F7-BC7DF9D8200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59" name="直線コネクタ 120758">
                    <a:extLst>
                      <a:ext uri="{FF2B5EF4-FFF2-40B4-BE49-F238E27FC236}">
                        <a16:creationId xmlns:a16="http://schemas.microsoft.com/office/drawing/2014/main" id="{87A42AAC-D7C7-4796-BE9C-77A18BD442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0" name="直線コネクタ 120759">
                    <a:extLst>
                      <a:ext uri="{FF2B5EF4-FFF2-40B4-BE49-F238E27FC236}">
                        <a16:creationId xmlns:a16="http://schemas.microsoft.com/office/drawing/2014/main" id="{915F9695-3493-4619-8BCB-1F10884AB51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1" name="直線コネクタ 120760">
                    <a:extLst>
                      <a:ext uri="{FF2B5EF4-FFF2-40B4-BE49-F238E27FC236}">
                        <a16:creationId xmlns:a16="http://schemas.microsoft.com/office/drawing/2014/main" id="{237FAEA2-8976-41BF-819A-B12C243CA86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2" name="直線コネクタ 120761">
                    <a:extLst>
                      <a:ext uri="{FF2B5EF4-FFF2-40B4-BE49-F238E27FC236}">
                        <a16:creationId xmlns:a16="http://schemas.microsoft.com/office/drawing/2014/main" id="{155E043B-C801-45A7-940F-5C10AF79FBF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3" name="直線コネクタ 120762">
                    <a:extLst>
                      <a:ext uri="{FF2B5EF4-FFF2-40B4-BE49-F238E27FC236}">
                        <a16:creationId xmlns:a16="http://schemas.microsoft.com/office/drawing/2014/main" id="{98394D9A-20A3-497A-B3DE-3E338BBF3B5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4" name="直線コネクタ 120763">
                    <a:extLst>
                      <a:ext uri="{FF2B5EF4-FFF2-40B4-BE49-F238E27FC236}">
                        <a16:creationId xmlns:a16="http://schemas.microsoft.com/office/drawing/2014/main" id="{69107977-2FEA-42E9-9369-F2BE1F8A052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5" name="直線コネクタ 120764">
                    <a:extLst>
                      <a:ext uri="{FF2B5EF4-FFF2-40B4-BE49-F238E27FC236}">
                        <a16:creationId xmlns:a16="http://schemas.microsoft.com/office/drawing/2014/main" id="{978E2C34-104B-4F98-B533-114FDD7F46A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6" name="直線コネクタ 120765">
                    <a:extLst>
                      <a:ext uri="{FF2B5EF4-FFF2-40B4-BE49-F238E27FC236}">
                        <a16:creationId xmlns:a16="http://schemas.microsoft.com/office/drawing/2014/main" id="{3F9826AD-0EA7-429A-B42D-8645AADB1B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7" name="直線コネクタ 120766">
                    <a:extLst>
                      <a:ext uri="{FF2B5EF4-FFF2-40B4-BE49-F238E27FC236}">
                        <a16:creationId xmlns:a16="http://schemas.microsoft.com/office/drawing/2014/main" id="{A71A7235-1C1E-4874-B71B-ED58CF763E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8" name="直線コネクタ 120767">
                    <a:extLst>
                      <a:ext uri="{FF2B5EF4-FFF2-40B4-BE49-F238E27FC236}">
                        <a16:creationId xmlns:a16="http://schemas.microsoft.com/office/drawing/2014/main" id="{1F5BC74C-8939-4B76-883E-39CE6962A6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69" name="直線コネクタ 120768">
                    <a:extLst>
                      <a:ext uri="{FF2B5EF4-FFF2-40B4-BE49-F238E27FC236}">
                        <a16:creationId xmlns:a16="http://schemas.microsoft.com/office/drawing/2014/main" id="{632A0246-799F-4E73-A2BE-0F946EA3B1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0" name="直線コネクタ 120769">
                    <a:extLst>
                      <a:ext uri="{FF2B5EF4-FFF2-40B4-BE49-F238E27FC236}">
                        <a16:creationId xmlns:a16="http://schemas.microsoft.com/office/drawing/2014/main" id="{EA09A441-AABB-4E70-8D59-9A571B46E9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1" name="直線コネクタ 120770">
                    <a:extLst>
                      <a:ext uri="{FF2B5EF4-FFF2-40B4-BE49-F238E27FC236}">
                        <a16:creationId xmlns:a16="http://schemas.microsoft.com/office/drawing/2014/main" id="{EB593835-2C89-41A3-AAED-43F335266D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2" name="直線コネクタ 120771">
                    <a:extLst>
                      <a:ext uri="{FF2B5EF4-FFF2-40B4-BE49-F238E27FC236}">
                        <a16:creationId xmlns:a16="http://schemas.microsoft.com/office/drawing/2014/main" id="{48ACFBAF-FE0D-4232-9C09-8C533AD05B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3" name="直線コネクタ 120772">
                    <a:extLst>
                      <a:ext uri="{FF2B5EF4-FFF2-40B4-BE49-F238E27FC236}">
                        <a16:creationId xmlns:a16="http://schemas.microsoft.com/office/drawing/2014/main" id="{69FC93CE-12DA-4D1A-B67D-4BAAE075BC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4" name="直線コネクタ 120773">
                    <a:extLst>
                      <a:ext uri="{FF2B5EF4-FFF2-40B4-BE49-F238E27FC236}">
                        <a16:creationId xmlns:a16="http://schemas.microsoft.com/office/drawing/2014/main" id="{BD3E8E81-F24D-4579-B7B8-A30325E0E1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5" name="直線コネクタ 120774">
                    <a:extLst>
                      <a:ext uri="{FF2B5EF4-FFF2-40B4-BE49-F238E27FC236}">
                        <a16:creationId xmlns:a16="http://schemas.microsoft.com/office/drawing/2014/main" id="{4E36B4D8-6AFB-4CB8-92EC-0D44FE2E12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6" name="直線コネクタ 120775">
                    <a:extLst>
                      <a:ext uri="{FF2B5EF4-FFF2-40B4-BE49-F238E27FC236}">
                        <a16:creationId xmlns:a16="http://schemas.microsoft.com/office/drawing/2014/main" id="{862B3DBC-7742-44CC-B6A0-952B127BC9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7" name="直線コネクタ 120776">
                    <a:extLst>
                      <a:ext uri="{FF2B5EF4-FFF2-40B4-BE49-F238E27FC236}">
                        <a16:creationId xmlns:a16="http://schemas.microsoft.com/office/drawing/2014/main" id="{9557DC8D-29D2-4226-BAF6-20A3411DCB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8" name="直線コネクタ 120777">
                    <a:extLst>
                      <a:ext uri="{FF2B5EF4-FFF2-40B4-BE49-F238E27FC236}">
                        <a16:creationId xmlns:a16="http://schemas.microsoft.com/office/drawing/2014/main" id="{1A996C63-F7AE-429C-98A9-9160AA098D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79" name="直線コネクタ 120778">
                    <a:extLst>
                      <a:ext uri="{FF2B5EF4-FFF2-40B4-BE49-F238E27FC236}">
                        <a16:creationId xmlns:a16="http://schemas.microsoft.com/office/drawing/2014/main" id="{16A47836-628E-4D24-A406-A5EABB2F53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0" name="直線コネクタ 120779">
                    <a:extLst>
                      <a:ext uri="{FF2B5EF4-FFF2-40B4-BE49-F238E27FC236}">
                        <a16:creationId xmlns:a16="http://schemas.microsoft.com/office/drawing/2014/main" id="{8F521D56-F917-42EB-A563-F300598E14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1" name="直線コネクタ 120780">
                    <a:extLst>
                      <a:ext uri="{FF2B5EF4-FFF2-40B4-BE49-F238E27FC236}">
                        <a16:creationId xmlns:a16="http://schemas.microsoft.com/office/drawing/2014/main" id="{9303289A-CE9D-41D5-A3DA-CC0F2CEA91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2" name="直線コネクタ 120781">
                    <a:extLst>
                      <a:ext uri="{FF2B5EF4-FFF2-40B4-BE49-F238E27FC236}">
                        <a16:creationId xmlns:a16="http://schemas.microsoft.com/office/drawing/2014/main" id="{27068E8E-D939-48C1-AE6C-16CD539BFC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3" name="直線コネクタ 120782">
                    <a:extLst>
                      <a:ext uri="{FF2B5EF4-FFF2-40B4-BE49-F238E27FC236}">
                        <a16:creationId xmlns:a16="http://schemas.microsoft.com/office/drawing/2014/main" id="{29BD0CDB-1F3A-4486-BDBC-C2ED58BB9B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4" name="直線コネクタ 120783">
                    <a:extLst>
                      <a:ext uri="{FF2B5EF4-FFF2-40B4-BE49-F238E27FC236}">
                        <a16:creationId xmlns:a16="http://schemas.microsoft.com/office/drawing/2014/main" id="{27772737-155A-437A-A661-C81E933496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5" name="直線コネクタ 120784">
                    <a:extLst>
                      <a:ext uri="{FF2B5EF4-FFF2-40B4-BE49-F238E27FC236}">
                        <a16:creationId xmlns:a16="http://schemas.microsoft.com/office/drawing/2014/main" id="{1D49878B-0588-40B8-91ED-569036F06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6" name="直線コネクタ 120785">
                    <a:extLst>
                      <a:ext uri="{FF2B5EF4-FFF2-40B4-BE49-F238E27FC236}">
                        <a16:creationId xmlns:a16="http://schemas.microsoft.com/office/drawing/2014/main" id="{D092E0E9-8B1F-470E-97B4-E0C81F4177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7" name="直線コネクタ 120786">
                    <a:extLst>
                      <a:ext uri="{FF2B5EF4-FFF2-40B4-BE49-F238E27FC236}">
                        <a16:creationId xmlns:a16="http://schemas.microsoft.com/office/drawing/2014/main" id="{63AA75C5-BD8F-4E35-8E01-82BDBFA167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8" name="直線コネクタ 120787">
                    <a:extLst>
                      <a:ext uri="{FF2B5EF4-FFF2-40B4-BE49-F238E27FC236}">
                        <a16:creationId xmlns:a16="http://schemas.microsoft.com/office/drawing/2014/main" id="{80DD1609-4AEF-4983-B7F8-6F29C59474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89" name="直線コネクタ 120788">
                    <a:extLst>
                      <a:ext uri="{FF2B5EF4-FFF2-40B4-BE49-F238E27FC236}">
                        <a16:creationId xmlns:a16="http://schemas.microsoft.com/office/drawing/2014/main" id="{5EA2DB9E-2EDE-464A-868E-2707F59777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0" name="直線コネクタ 120789">
                    <a:extLst>
                      <a:ext uri="{FF2B5EF4-FFF2-40B4-BE49-F238E27FC236}">
                        <a16:creationId xmlns:a16="http://schemas.microsoft.com/office/drawing/2014/main" id="{EE052B13-A249-4E28-AECD-BE274E99D7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1" name="直線コネクタ 120790">
                    <a:extLst>
                      <a:ext uri="{FF2B5EF4-FFF2-40B4-BE49-F238E27FC236}">
                        <a16:creationId xmlns:a16="http://schemas.microsoft.com/office/drawing/2014/main" id="{D9E2AE44-24ED-419B-80F8-6E1C5A750B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2" name="直線コネクタ 120791">
                    <a:extLst>
                      <a:ext uri="{FF2B5EF4-FFF2-40B4-BE49-F238E27FC236}">
                        <a16:creationId xmlns:a16="http://schemas.microsoft.com/office/drawing/2014/main" id="{25C775FE-87F3-43D4-A85C-F324CB1BCC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3" name="直線コネクタ 120792">
                    <a:extLst>
                      <a:ext uri="{FF2B5EF4-FFF2-40B4-BE49-F238E27FC236}">
                        <a16:creationId xmlns:a16="http://schemas.microsoft.com/office/drawing/2014/main" id="{7EA63705-DED5-465F-BBF7-9DE809216A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4" name="直線コネクタ 120793">
                    <a:extLst>
                      <a:ext uri="{FF2B5EF4-FFF2-40B4-BE49-F238E27FC236}">
                        <a16:creationId xmlns:a16="http://schemas.microsoft.com/office/drawing/2014/main" id="{4F1D38D5-A78F-40B7-9B8D-97D4E7E1F3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5" name="直線コネクタ 120794">
                    <a:extLst>
                      <a:ext uri="{FF2B5EF4-FFF2-40B4-BE49-F238E27FC236}">
                        <a16:creationId xmlns:a16="http://schemas.microsoft.com/office/drawing/2014/main" id="{C4860C9F-02F3-4C4F-B683-3BC6D3B3C1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6" name="直線コネクタ 120795">
                    <a:extLst>
                      <a:ext uri="{FF2B5EF4-FFF2-40B4-BE49-F238E27FC236}">
                        <a16:creationId xmlns:a16="http://schemas.microsoft.com/office/drawing/2014/main" id="{918BE507-6FD5-47F3-AD05-CB1D4F163A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7" name="直線コネクタ 120796">
                    <a:extLst>
                      <a:ext uri="{FF2B5EF4-FFF2-40B4-BE49-F238E27FC236}">
                        <a16:creationId xmlns:a16="http://schemas.microsoft.com/office/drawing/2014/main" id="{09950183-A4C6-409C-AA5C-13CF7CD813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8" name="直線コネクタ 120797">
                    <a:extLst>
                      <a:ext uri="{FF2B5EF4-FFF2-40B4-BE49-F238E27FC236}">
                        <a16:creationId xmlns:a16="http://schemas.microsoft.com/office/drawing/2014/main" id="{9080CACD-6291-48A6-8C49-1777E2D9AA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799" name="直線コネクタ 120798">
                    <a:extLst>
                      <a:ext uri="{FF2B5EF4-FFF2-40B4-BE49-F238E27FC236}">
                        <a16:creationId xmlns:a16="http://schemas.microsoft.com/office/drawing/2014/main" id="{D2BA3FCC-7CDF-4FFC-8FAF-E0186C63D2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0" name="直線コネクタ 120799">
                    <a:extLst>
                      <a:ext uri="{FF2B5EF4-FFF2-40B4-BE49-F238E27FC236}">
                        <a16:creationId xmlns:a16="http://schemas.microsoft.com/office/drawing/2014/main" id="{E0AE1FDB-8636-4B9A-808C-CE19B452FF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1" name="直線コネクタ 120800">
                    <a:extLst>
                      <a:ext uri="{FF2B5EF4-FFF2-40B4-BE49-F238E27FC236}">
                        <a16:creationId xmlns:a16="http://schemas.microsoft.com/office/drawing/2014/main" id="{2E722ED1-6290-4500-9BAC-2C1AC01E66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2" name="直線コネクタ 120801">
                    <a:extLst>
                      <a:ext uri="{FF2B5EF4-FFF2-40B4-BE49-F238E27FC236}">
                        <a16:creationId xmlns:a16="http://schemas.microsoft.com/office/drawing/2014/main" id="{2A624DC0-3E17-47EF-84EA-53EF0BDB1A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3" name="直線コネクタ 120802">
                    <a:extLst>
                      <a:ext uri="{FF2B5EF4-FFF2-40B4-BE49-F238E27FC236}">
                        <a16:creationId xmlns:a16="http://schemas.microsoft.com/office/drawing/2014/main" id="{88DA8A11-3770-41C3-B6AA-322D86DA2B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4" name="直線コネクタ 120803">
                    <a:extLst>
                      <a:ext uri="{FF2B5EF4-FFF2-40B4-BE49-F238E27FC236}">
                        <a16:creationId xmlns:a16="http://schemas.microsoft.com/office/drawing/2014/main" id="{05EF86C8-4C1F-4CA6-8811-723910A9D5A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5" name="直線コネクタ 120804">
                    <a:extLst>
                      <a:ext uri="{FF2B5EF4-FFF2-40B4-BE49-F238E27FC236}">
                        <a16:creationId xmlns:a16="http://schemas.microsoft.com/office/drawing/2014/main" id="{1657E901-C5DA-4F42-A448-EDB67108EE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6" name="直線コネクタ 120805">
                    <a:extLst>
                      <a:ext uri="{FF2B5EF4-FFF2-40B4-BE49-F238E27FC236}">
                        <a16:creationId xmlns:a16="http://schemas.microsoft.com/office/drawing/2014/main" id="{2757FF77-700A-4E3E-BF27-5848C0C4E47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7" name="直線コネクタ 120806">
                    <a:extLst>
                      <a:ext uri="{FF2B5EF4-FFF2-40B4-BE49-F238E27FC236}">
                        <a16:creationId xmlns:a16="http://schemas.microsoft.com/office/drawing/2014/main" id="{B042E94F-383E-43A0-97C7-4F953152AC7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8" name="直線コネクタ 120807">
                    <a:extLst>
                      <a:ext uri="{FF2B5EF4-FFF2-40B4-BE49-F238E27FC236}">
                        <a16:creationId xmlns:a16="http://schemas.microsoft.com/office/drawing/2014/main" id="{7F4CE173-E60C-4CBC-9185-F261DF5044B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09" name="直線コネクタ 120808">
                    <a:extLst>
                      <a:ext uri="{FF2B5EF4-FFF2-40B4-BE49-F238E27FC236}">
                        <a16:creationId xmlns:a16="http://schemas.microsoft.com/office/drawing/2014/main" id="{F75F1BE5-8B65-40EB-9BF3-AFB0B126990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0" name="直線コネクタ 120809">
                    <a:extLst>
                      <a:ext uri="{FF2B5EF4-FFF2-40B4-BE49-F238E27FC236}">
                        <a16:creationId xmlns:a16="http://schemas.microsoft.com/office/drawing/2014/main" id="{E9AFF101-587F-4373-8FF4-7F7BA6ED4DE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1" name="直線コネクタ 120810">
                    <a:extLst>
                      <a:ext uri="{FF2B5EF4-FFF2-40B4-BE49-F238E27FC236}">
                        <a16:creationId xmlns:a16="http://schemas.microsoft.com/office/drawing/2014/main" id="{C00CD0AF-966B-4C29-BA9F-4826FDB53B9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2" name="直線コネクタ 120811">
                    <a:extLst>
                      <a:ext uri="{FF2B5EF4-FFF2-40B4-BE49-F238E27FC236}">
                        <a16:creationId xmlns:a16="http://schemas.microsoft.com/office/drawing/2014/main" id="{4C497383-D354-492D-BBF4-FEDF8C77662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3" name="直線コネクタ 120812">
                    <a:extLst>
                      <a:ext uri="{FF2B5EF4-FFF2-40B4-BE49-F238E27FC236}">
                        <a16:creationId xmlns:a16="http://schemas.microsoft.com/office/drawing/2014/main" id="{C8F7C024-3D20-4DC0-9E8F-C9D59498E25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4" name="直線コネクタ 120813">
                    <a:extLst>
                      <a:ext uri="{FF2B5EF4-FFF2-40B4-BE49-F238E27FC236}">
                        <a16:creationId xmlns:a16="http://schemas.microsoft.com/office/drawing/2014/main" id="{2901585A-590A-4F02-8E3C-DF0F7902BA4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5" name="直線コネクタ 120814">
                    <a:extLst>
                      <a:ext uri="{FF2B5EF4-FFF2-40B4-BE49-F238E27FC236}">
                        <a16:creationId xmlns:a16="http://schemas.microsoft.com/office/drawing/2014/main" id="{76D97CF1-58B8-416D-A650-D4486CCD13C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6" name="直線コネクタ 120815">
                    <a:extLst>
                      <a:ext uri="{FF2B5EF4-FFF2-40B4-BE49-F238E27FC236}">
                        <a16:creationId xmlns:a16="http://schemas.microsoft.com/office/drawing/2014/main" id="{0477EC47-F75D-401E-A773-3C7A3C2B73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7" name="直線コネクタ 120816">
                    <a:extLst>
                      <a:ext uri="{FF2B5EF4-FFF2-40B4-BE49-F238E27FC236}">
                        <a16:creationId xmlns:a16="http://schemas.microsoft.com/office/drawing/2014/main" id="{44791B0B-9217-4A2E-9BEE-C6E3E11864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8" name="直線コネクタ 120817">
                    <a:extLst>
                      <a:ext uri="{FF2B5EF4-FFF2-40B4-BE49-F238E27FC236}">
                        <a16:creationId xmlns:a16="http://schemas.microsoft.com/office/drawing/2014/main" id="{9C414F4D-A21B-435D-A47D-19F97B43EA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19" name="直線コネクタ 120818">
                    <a:extLst>
                      <a:ext uri="{FF2B5EF4-FFF2-40B4-BE49-F238E27FC236}">
                        <a16:creationId xmlns:a16="http://schemas.microsoft.com/office/drawing/2014/main" id="{5172DB58-E37A-4CE1-9355-91FD8FF721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0" name="直線コネクタ 120819">
                    <a:extLst>
                      <a:ext uri="{FF2B5EF4-FFF2-40B4-BE49-F238E27FC236}">
                        <a16:creationId xmlns:a16="http://schemas.microsoft.com/office/drawing/2014/main" id="{C03D7B39-E0B3-418C-A266-0D5AB85F00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1" name="直線コネクタ 120820">
                    <a:extLst>
                      <a:ext uri="{FF2B5EF4-FFF2-40B4-BE49-F238E27FC236}">
                        <a16:creationId xmlns:a16="http://schemas.microsoft.com/office/drawing/2014/main" id="{0A5EBB19-36F6-4F50-AB16-0D9245434E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2" name="直線コネクタ 120821">
                    <a:extLst>
                      <a:ext uri="{FF2B5EF4-FFF2-40B4-BE49-F238E27FC236}">
                        <a16:creationId xmlns:a16="http://schemas.microsoft.com/office/drawing/2014/main" id="{59887460-BEC4-4DC8-A866-34F10076C2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3" name="直線コネクタ 120822">
                    <a:extLst>
                      <a:ext uri="{FF2B5EF4-FFF2-40B4-BE49-F238E27FC236}">
                        <a16:creationId xmlns:a16="http://schemas.microsoft.com/office/drawing/2014/main" id="{5F43C1B6-DDC5-4B62-A1BB-579E0F7B66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4" name="直線コネクタ 120823">
                    <a:extLst>
                      <a:ext uri="{FF2B5EF4-FFF2-40B4-BE49-F238E27FC236}">
                        <a16:creationId xmlns:a16="http://schemas.microsoft.com/office/drawing/2014/main" id="{B248ABB8-F552-4D01-8B36-54EDAEC796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5" name="直線コネクタ 120824">
                    <a:extLst>
                      <a:ext uri="{FF2B5EF4-FFF2-40B4-BE49-F238E27FC236}">
                        <a16:creationId xmlns:a16="http://schemas.microsoft.com/office/drawing/2014/main" id="{ED608CAE-AE11-41A3-A894-4018690979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6" name="直線コネクタ 120825">
                    <a:extLst>
                      <a:ext uri="{FF2B5EF4-FFF2-40B4-BE49-F238E27FC236}">
                        <a16:creationId xmlns:a16="http://schemas.microsoft.com/office/drawing/2014/main" id="{2A24500A-5B75-4ACC-B36C-A3464A89EF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7" name="直線コネクタ 120826">
                    <a:extLst>
                      <a:ext uri="{FF2B5EF4-FFF2-40B4-BE49-F238E27FC236}">
                        <a16:creationId xmlns:a16="http://schemas.microsoft.com/office/drawing/2014/main" id="{7B8DB896-CBE6-45D3-A6FE-80E13CEE3C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8" name="直線コネクタ 120827">
                    <a:extLst>
                      <a:ext uri="{FF2B5EF4-FFF2-40B4-BE49-F238E27FC236}">
                        <a16:creationId xmlns:a16="http://schemas.microsoft.com/office/drawing/2014/main" id="{C11462B3-A8A0-49DD-AF19-9D6D55C2B5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29" name="直線コネクタ 120828">
                    <a:extLst>
                      <a:ext uri="{FF2B5EF4-FFF2-40B4-BE49-F238E27FC236}">
                        <a16:creationId xmlns:a16="http://schemas.microsoft.com/office/drawing/2014/main" id="{3F287C79-5BEE-4492-8501-B54970616A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0" name="直線コネクタ 120829">
                    <a:extLst>
                      <a:ext uri="{FF2B5EF4-FFF2-40B4-BE49-F238E27FC236}">
                        <a16:creationId xmlns:a16="http://schemas.microsoft.com/office/drawing/2014/main" id="{EBAE4F2B-EFFD-47C6-8F9A-4BC36AD8CD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1" name="直線コネクタ 120830">
                    <a:extLst>
                      <a:ext uri="{FF2B5EF4-FFF2-40B4-BE49-F238E27FC236}">
                        <a16:creationId xmlns:a16="http://schemas.microsoft.com/office/drawing/2014/main" id="{9F9A017F-7740-4125-8072-879AE515E6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2" name="直線コネクタ 120831">
                    <a:extLst>
                      <a:ext uri="{FF2B5EF4-FFF2-40B4-BE49-F238E27FC236}">
                        <a16:creationId xmlns:a16="http://schemas.microsoft.com/office/drawing/2014/main" id="{37FE90B8-577E-4B94-8A18-BB6A150486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3" name="直線コネクタ 120832">
                    <a:extLst>
                      <a:ext uri="{FF2B5EF4-FFF2-40B4-BE49-F238E27FC236}">
                        <a16:creationId xmlns:a16="http://schemas.microsoft.com/office/drawing/2014/main" id="{409F72EE-D817-4CFA-8D25-FD2FB0CBED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4" name="直線コネクタ 120833">
                    <a:extLst>
                      <a:ext uri="{FF2B5EF4-FFF2-40B4-BE49-F238E27FC236}">
                        <a16:creationId xmlns:a16="http://schemas.microsoft.com/office/drawing/2014/main" id="{18E405BC-F97C-4429-AC9E-E7E857EE65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5" name="直線コネクタ 120834">
                    <a:extLst>
                      <a:ext uri="{FF2B5EF4-FFF2-40B4-BE49-F238E27FC236}">
                        <a16:creationId xmlns:a16="http://schemas.microsoft.com/office/drawing/2014/main" id="{53164D64-325A-49CF-A7C7-3C5A2AF327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6" name="直線コネクタ 120835">
                    <a:extLst>
                      <a:ext uri="{FF2B5EF4-FFF2-40B4-BE49-F238E27FC236}">
                        <a16:creationId xmlns:a16="http://schemas.microsoft.com/office/drawing/2014/main" id="{C19EC876-E313-4E4A-9D29-7B50B26A18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7" name="直線コネクタ 120836">
                    <a:extLst>
                      <a:ext uri="{FF2B5EF4-FFF2-40B4-BE49-F238E27FC236}">
                        <a16:creationId xmlns:a16="http://schemas.microsoft.com/office/drawing/2014/main" id="{C57DC4CF-19DB-46F4-94FE-6CE5D48ACD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8" name="直線コネクタ 120837">
                    <a:extLst>
                      <a:ext uri="{FF2B5EF4-FFF2-40B4-BE49-F238E27FC236}">
                        <a16:creationId xmlns:a16="http://schemas.microsoft.com/office/drawing/2014/main" id="{8280CBE5-E1FA-4E84-83D2-78F657C1B5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39" name="直線コネクタ 120838">
                    <a:extLst>
                      <a:ext uri="{FF2B5EF4-FFF2-40B4-BE49-F238E27FC236}">
                        <a16:creationId xmlns:a16="http://schemas.microsoft.com/office/drawing/2014/main" id="{F00EE024-B812-475F-A199-E3C73A0429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0" name="直線コネクタ 120839">
                    <a:extLst>
                      <a:ext uri="{FF2B5EF4-FFF2-40B4-BE49-F238E27FC236}">
                        <a16:creationId xmlns:a16="http://schemas.microsoft.com/office/drawing/2014/main" id="{3B3E3992-7640-48AB-98F8-32E3A426A6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1" name="直線コネクタ 120840">
                    <a:extLst>
                      <a:ext uri="{FF2B5EF4-FFF2-40B4-BE49-F238E27FC236}">
                        <a16:creationId xmlns:a16="http://schemas.microsoft.com/office/drawing/2014/main" id="{F4C9C232-B3AE-4352-801B-7F967F7A78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2" name="直線コネクタ 120841">
                    <a:extLst>
                      <a:ext uri="{FF2B5EF4-FFF2-40B4-BE49-F238E27FC236}">
                        <a16:creationId xmlns:a16="http://schemas.microsoft.com/office/drawing/2014/main" id="{22C5DFAA-B3EA-49B4-9115-678606D748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3" name="直線コネクタ 120842">
                    <a:extLst>
                      <a:ext uri="{FF2B5EF4-FFF2-40B4-BE49-F238E27FC236}">
                        <a16:creationId xmlns:a16="http://schemas.microsoft.com/office/drawing/2014/main" id="{3CB12E24-9257-457F-9161-E33B16F4B8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4" name="直線コネクタ 120843">
                    <a:extLst>
                      <a:ext uri="{FF2B5EF4-FFF2-40B4-BE49-F238E27FC236}">
                        <a16:creationId xmlns:a16="http://schemas.microsoft.com/office/drawing/2014/main" id="{0E967DF3-1DD2-4DF2-8E54-8A27031403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5" name="直線コネクタ 120844">
                    <a:extLst>
                      <a:ext uri="{FF2B5EF4-FFF2-40B4-BE49-F238E27FC236}">
                        <a16:creationId xmlns:a16="http://schemas.microsoft.com/office/drawing/2014/main" id="{7B95B804-8CB7-49D0-9E78-69243AEC88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6" name="直線コネクタ 120845">
                    <a:extLst>
                      <a:ext uri="{FF2B5EF4-FFF2-40B4-BE49-F238E27FC236}">
                        <a16:creationId xmlns:a16="http://schemas.microsoft.com/office/drawing/2014/main" id="{A3A13E3F-9A3A-49A7-8E92-B713B48BD7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7" name="直線コネクタ 120846">
                    <a:extLst>
                      <a:ext uri="{FF2B5EF4-FFF2-40B4-BE49-F238E27FC236}">
                        <a16:creationId xmlns:a16="http://schemas.microsoft.com/office/drawing/2014/main" id="{F888F477-8914-4F69-99F3-9AC37C3FDB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8" name="直線コネクタ 120847">
                    <a:extLst>
                      <a:ext uri="{FF2B5EF4-FFF2-40B4-BE49-F238E27FC236}">
                        <a16:creationId xmlns:a16="http://schemas.microsoft.com/office/drawing/2014/main" id="{055875B9-0446-48F1-8F76-AAEC8CE76A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49" name="直線コネクタ 120848">
                    <a:extLst>
                      <a:ext uri="{FF2B5EF4-FFF2-40B4-BE49-F238E27FC236}">
                        <a16:creationId xmlns:a16="http://schemas.microsoft.com/office/drawing/2014/main" id="{7C242BAC-B2EE-4C13-8C16-ADD50C7767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0" name="直線コネクタ 120849">
                    <a:extLst>
                      <a:ext uri="{FF2B5EF4-FFF2-40B4-BE49-F238E27FC236}">
                        <a16:creationId xmlns:a16="http://schemas.microsoft.com/office/drawing/2014/main" id="{8EDA9765-FD0D-4EC2-A40A-030B9F0039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1" name="直線コネクタ 120850">
                    <a:extLst>
                      <a:ext uri="{FF2B5EF4-FFF2-40B4-BE49-F238E27FC236}">
                        <a16:creationId xmlns:a16="http://schemas.microsoft.com/office/drawing/2014/main" id="{F95BFDBB-D7B9-47BA-B011-84B7E1914E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2" name="直線コネクタ 120851">
                    <a:extLst>
                      <a:ext uri="{FF2B5EF4-FFF2-40B4-BE49-F238E27FC236}">
                        <a16:creationId xmlns:a16="http://schemas.microsoft.com/office/drawing/2014/main" id="{38912BA5-F32F-4D3C-B93A-8ED0A4B48D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3" name="直線コネクタ 120852">
                    <a:extLst>
                      <a:ext uri="{FF2B5EF4-FFF2-40B4-BE49-F238E27FC236}">
                        <a16:creationId xmlns:a16="http://schemas.microsoft.com/office/drawing/2014/main" id="{6AA08D0E-21D1-493E-908E-443C2D4A90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4" name="直線コネクタ 120853">
                    <a:extLst>
                      <a:ext uri="{FF2B5EF4-FFF2-40B4-BE49-F238E27FC236}">
                        <a16:creationId xmlns:a16="http://schemas.microsoft.com/office/drawing/2014/main" id="{BE18FD01-45AC-493B-8397-4E8E2BE72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5" name="直線コネクタ 120854">
                    <a:extLst>
                      <a:ext uri="{FF2B5EF4-FFF2-40B4-BE49-F238E27FC236}">
                        <a16:creationId xmlns:a16="http://schemas.microsoft.com/office/drawing/2014/main" id="{20778AFF-B67C-4D21-BF34-5731F2989C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6" name="直線コネクタ 120855">
                    <a:extLst>
                      <a:ext uri="{FF2B5EF4-FFF2-40B4-BE49-F238E27FC236}">
                        <a16:creationId xmlns:a16="http://schemas.microsoft.com/office/drawing/2014/main" id="{7EB8E6C0-55C2-4196-AA58-F7C495263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7" name="直線コネクタ 120856">
                    <a:extLst>
                      <a:ext uri="{FF2B5EF4-FFF2-40B4-BE49-F238E27FC236}">
                        <a16:creationId xmlns:a16="http://schemas.microsoft.com/office/drawing/2014/main" id="{8C3937EC-9C51-40C4-8235-9BEA6E3728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8" name="直線コネクタ 120857">
                    <a:extLst>
                      <a:ext uri="{FF2B5EF4-FFF2-40B4-BE49-F238E27FC236}">
                        <a16:creationId xmlns:a16="http://schemas.microsoft.com/office/drawing/2014/main" id="{31B1539D-F045-428C-B2B4-EE07E7F1F2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59" name="直線コネクタ 120858">
                    <a:extLst>
                      <a:ext uri="{FF2B5EF4-FFF2-40B4-BE49-F238E27FC236}">
                        <a16:creationId xmlns:a16="http://schemas.microsoft.com/office/drawing/2014/main" id="{3EFC510C-1070-46F6-94C8-D12BC0990F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0" name="直線コネクタ 120859">
                    <a:extLst>
                      <a:ext uri="{FF2B5EF4-FFF2-40B4-BE49-F238E27FC236}">
                        <a16:creationId xmlns:a16="http://schemas.microsoft.com/office/drawing/2014/main" id="{462F0519-2A67-422C-A8A7-2FA9C0184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1" name="直線コネクタ 120860">
                    <a:extLst>
                      <a:ext uri="{FF2B5EF4-FFF2-40B4-BE49-F238E27FC236}">
                        <a16:creationId xmlns:a16="http://schemas.microsoft.com/office/drawing/2014/main" id="{D857ECF8-2F56-41DD-B392-D9C4E78E4F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2" name="直線コネクタ 120861">
                    <a:extLst>
                      <a:ext uri="{FF2B5EF4-FFF2-40B4-BE49-F238E27FC236}">
                        <a16:creationId xmlns:a16="http://schemas.microsoft.com/office/drawing/2014/main" id="{E95B848A-3443-4537-9562-204B9C888D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3" name="直線コネクタ 120862">
                    <a:extLst>
                      <a:ext uri="{FF2B5EF4-FFF2-40B4-BE49-F238E27FC236}">
                        <a16:creationId xmlns:a16="http://schemas.microsoft.com/office/drawing/2014/main" id="{82043009-ED63-4B02-9243-79EC3454FF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4" name="直線コネクタ 120863">
                    <a:extLst>
                      <a:ext uri="{FF2B5EF4-FFF2-40B4-BE49-F238E27FC236}">
                        <a16:creationId xmlns:a16="http://schemas.microsoft.com/office/drawing/2014/main" id="{C9A824C1-78BD-46D5-9DFA-6BB2709B41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5" name="直線コネクタ 120864">
                    <a:extLst>
                      <a:ext uri="{FF2B5EF4-FFF2-40B4-BE49-F238E27FC236}">
                        <a16:creationId xmlns:a16="http://schemas.microsoft.com/office/drawing/2014/main" id="{9EBAFCAD-BE9A-46DD-BD9D-E2DB34BA22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6" name="直線コネクタ 120865">
                    <a:extLst>
                      <a:ext uri="{FF2B5EF4-FFF2-40B4-BE49-F238E27FC236}">
                        <a16:creationId xmlns:a16="http://schemas.microsoft.com/office/drawing/2014/main" id="{C16519CB-BC07-4710-A137-1569C3AF18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7" name="直線コネクタ 120866">
                    <a:extLst>
                      <a:ext uri="{FF2B5EF4-FFF2-40B4-BE49-F238E27FC236}">
                        <a16:creationId xmlns:a16="http://schemas.microsoft.com/office/drawing/2014/main" id="{FCA9B3CC-2EFF-4EFD-BA95-2517F11EFC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8" name="直線コネクタ 120867">
                    <a:extLst>
                      <a:ext uri="{FF2B5EF4-FFF2-40B4-BE49-F238E27FC236}">
                        <a16:creationId xmlns:a16="http://schemas.microsoft.com/office/drawing/2014/main" id="{1FC25C20-7AB5-4CEA-8E30-903DA0F190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69" name="直線コネクタ 120868">
                    <a:extLst>
                      <a:ext uri="{FF2B5EF4-FFF2-40B4-BE49-F238E27FC236}">
                        <a16:creationId xmlns:a16="http://schemas.microsoft.com/office/drawing/2014/main" id="{5F73B2F8-CBC3-4EA4-B867-F1EA2884CE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0" name="直線コネクタ 120869">
                    <a:extLst>
                      <a:ext uri="{FF2B5EF4-FFF2-40B4-BE49-F238E27FC236}">
                        <a16:creationId xmlns:a16="http://schemas.microsoft.com/office/drawing/2014/main" id="{70655FA0-178D-424A-9EAF-8BDF6155A1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1" name="直線コネクタ 120870">
                    <a:extLst>
                      <a:ext uri="{FF2B5EF4-FFF2-40B4-BE49-F238E27FC236}">
                        <a16:creationId xmlns:a16="http://schemas.microsoft.com/office/drawing/2014/main" id="{77BAF8AC-2D0C-4084-98E0-3552028B6A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2" name="直線コネクタ 120871">
                    <a:extLst>
                      <a:ext uri="{FF2B5EF4-FFF2-40B4-BE49-F238E27FC236}">
                        <a16:creationId xmlns:a16="http://schemas.microsoft.com/office/drawing/2014/main" id="{DAACE6CF-440B-4184-955A-D6E062A381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3" name="直線コネクタ 120872">
                    <a:extLst>
                      <a:ext uri="{FF2B5EF4-FFF2-40B4-BE49-F238E27FC236}">
                        <a16:creationId xmlns:a16="http://schemas.microsoft.com/office/drawing/2014/main" id="{2CE0E952-252E-4DC9-8BF2-CC9E970687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4" name="直線コネクタ 120873">
                    <a:extLst>
                      <a:ext uri="{FF2B5EF4-FFF2-40B4-BE49-F238E27FC236}">
                        <a16:creationId xmlns:a16="http://schemas.microsoft.com/office/drawing/2014/main" id="{0E7007D0-3A93-47A5-BA5A-5E41A2DC7E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5" name="直線コネクタ 120874">
                    <a:extLst>
                      <a:ext uri="{FF2B5EF4-FFF2-40B4-BE49-F238E27FC236}">
                        <a16:creationId xmlns:a16="http://schemas.microsoft.com/office/drawing/2014/main" id="{C13D3668-53A4-465C-818D-5B8E608D3C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6" name="直線コネクタ 120875">
                    <a:extLst>
                      <a:ext uri="{FF2B5EF4-FFF2-40B4-BE49-F238E27FC236}">
                        <a16:creationId xmlns:a16="http://schemas.microsoft.com/office/drawing/2014/main" id="{A48444F1-B5E9-4A61-9EF9-6A1D5A28C1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7" name="直線コネクタ 120876">
                    <a:extLst>
                      <a:ext uri="{FF2B5EF4-FFF2-40B4-BE49-F238E27FC236}">
                        <a16:creationId xmlns:a16="http://schemas.microsoft.com/office/drawing/2014/main" id="{DF85ED44-D262-44DB-8C65-3A3B9DE529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878" name="直線コネクタ 120877">
                    <a:extLst>
                      <a:ext uri="{FF2B5EF4-FFF2-40B4-BE49-F238E27FC236}">
                        <a16:creationId xmlns:a16="http://schemas.microsoft.com/office/drawing/2014/main" id="{AB5E447B-E4E9-442C-A71D-04D88739C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0879" name="グループ化 120878">
                    <a:extLst>
                      <a:ext uri="{FF2B5EF4-FFF2-40B4-BE49-F238E27FC236}">
                        <a16:creationId xmlns:a16="http://schemas.microsoft.com/office/drawing/2014/main" id="{778D3743-FB9E-420E-9ECA-1220EFDD1EEE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1055" name="直線コネクタ 121054">
                      <a:extLst>
                        <a:ext uri="{FF2B5EF4-FFF2-40B4-BE49-F238E27FC236}">
                          <a16:creationId xmlns:a16="http://schemas.microsoft.com/office/drawing/2014/main" id="{7FB7F1EC-16DA-4295-9151-5804195FC2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56" name="直線コネクタ 121055">
                      <a:extLst>
                        <a:ext uri="{FF2B5EF4-FFF2-40B4-BE49-F238E27FC236}">
                          <a16:creationId xmlns:a16="http://schemas.microsoft.com/office/drawing/2014/main" id="{D02C4AE7-718D-4E03-B0E8-57E23D668A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57" name="直線コネクタ 121056">
                      <a:extLst>
                        <a:ext uri="{FF2B5EF4-FFF2-40B4-BE49-F238E27FC236}">
                          <a16:creationId xmlns:a16="http://schemas.microsoft.com/office/drawing/2014/main" id="{56FC14F4-B204-4529-B89A-B88C5B59BD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58" name="直線コネクタ 121057">
                      <a:extLst>
                        <a:ext uri="{FF2B5EF4-FFF2-40B4-BE49-F238E27FC236}">
                          <a16:creationId xmlns:a16="http://schemas.microsoft.com/office/drawing/2014/main" id="{14CE636F-03C1-4126-BDF0-D92770808E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59" name="直線コネクタ 121058">
                      <a:extLst>
                        <a:ext uri="{FF2B5EF4-FFF2-40B4-BE49-F238E27FC236}">
                          <a16:creationId xmlns:a16="http://schemas.microsoft.com/office/drawing/2014/main" id="{25FD7F8B-E7E7-427B-BD61-35FE874B62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0" name="直線コネクタ 121059">
                      <a:extLst>
                        <a:ext uri="{FF2B5EF4-FFF2-40B4-BE49-F238E27FC236}">
                          <a16:creationId xmlns:a16="http://schemas.microsoft.com/office/drawing/2014/main" id="{3D9260E1-9FFD-4077-895A-117B7ED78D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1" name="直線コネクタ 121060">
                      <a:extLst>
                        <a:ext uri="{FF2B5EF4-FFF2-40B4-BE49-F238E27FC236}">
                          <a16:creationId xmlns:a16="http://schemas.microsoft.com/office/drawing/2014/main" id="{8EA1F410-5797-4DF5-BA79-08A729BF74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2" name="直線コネクタ 121061">
                      <a:extLst>
                        <a:ext uri="{FF2B5EF4-FFF2-40B4-BE49-F238E27FC236}">
                          <a16:creationId xmlns:a16="http://schemas.microsoft.com/office/drawing/2014/main" id="{147B60E2-C411-41C4-AF83-3273023149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3" name="直線コネクタ 121062">
                      <a:extLst>
                        <a:ext uri="{FF2B5EF4-FFF2-40B4-BE49-F238E27FC236}">
                          <a16:creationId xmlns:a16="http://schemas.microsoft.com/office/drawing/2014/main" id="{D39B7823-94DB-4813-8AB2-A509A2BD9D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4" name="直線コネクタ 121063">
                      <a:extLst>
                        <a:ext uri="{FF2B5EF4-FFF2-40B4-BE49-F238E27FC236}">
                          <a16:creationId xmlns:a16="http://schemas.microsoft.com/office/drawing/2014/main" id="{6706B556-D89A-47A4-A943-561CD04854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5" name="直線コネクタ 121064">
                      <a:extLst>
                        <a:ext uri="{FF2B5EF4-FFF2-40B4-BE49-F238E27FC236}">
                          <a16:creationId xmlns:a16="http://schemas.microsoft.com/office/drawing/2014/main" id="{E6A9FF93-7378-4EC3-ABFC-71AB974199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6" name="直線コネクタ 121065">
                      <a:extLst>
                        <a:ext uri="{FF2B5EF4-FFF2-40B4-BE49-F238E27FC236}">
                          <a16:creationId xmlns:a16="http://schemas.microsoft.com/office/drawing/2014/main" id="{C82DF159-FAF2-409F-B8BE-50EF7AE615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7" name="直線コネクタ 121066">
                      <a:extLst>
                        <a:ext uri="{FF2B5EF4-FFF2-40B4-BE49-F238E27FC236}">
                          <a16:creationId xmlns:a16="http://schemas.microsoft.com/office/drawing/2014/main" id="{0263BED4-7AEB-4B4D-932A-6189222BC0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8" name="直線コネクタ 121067">
                      <a:extLst>
                        <a:ext uri="{FF2B5EF4-FFF2-40B4-BE49-F238E27FC236}">
                          <a16:creationId xmlns:a16="http://schemas.microsoft.com/office/drawing/2014/main" id="{FC98D2C8-F3A8-4240-8792-449329E1FF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69" name="直線コネクタ 121068">
                      <a:extLst>
                        <a:ext uri="{FF2B5EF4-FFF2-40B4-BE49-F238E27FC236}">
                          <a16:creationId xmlns:a16="http://schemas.microsoft.com/office/drawing/2014/main" id="{3FE64D0D-6DC7-4D67-AB31-F0DB3647C1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0" name="直線コネクタ 121069">
                      <a:extLst>
                        <a:ext uri="{FF2B5EF4-FFF2-40B4-BE49-F238E27FC236}">
                          <a16:creationId xmlns:a16="http://schemas.microsoft.com/office/drawing/2014/main" id="{11F40FD4-2B40-4861-8DC3-AFD67D161A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1" name="直線コネクタ 121070">
                      <a:extLst>
                        <a:ext uri="{FF2B5EF4-FFF2-40B4-BE49-F238E27FC236}">
                          <a16:creationId xmlns:a16="http://schemas.microsoft.com/office/drawing/2014/main" id="{696CAACF-AE04-47DE-8F37-E89951B6AD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2" name="直線コネクタ 121071">
                      <a:extLst>
                        <a:ext uri="{FF2B5EF4-FFF2-40B4-BE49-F238E27FC236}">
                          <a16:creationId xmlns:a16="http://schemas.microsoft.com/office/drawing/2014/main" id="{EE84A06F-98D8-4699-88A3-AFD828738C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3" name="直線コネクタ 121072">
                      <a:extLst>
                        <a:ext uri="{FF2B5EF4-FFF2-40B4-BE49-F238E27FC236}">
                          <a16:creationId xmlns:a16="http://schemas.microsoft.com/office/drawing/2014/main" id="{F125D16E-E988-46A3-9B6E-0907319FD2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4" name="直線コネクタ 121073">
                      <a:extLst>
                        <a:ext uri="{FF2B5EF4-FFF2-40B4-BE49-F238E27FC236}">
                          <a16:creationId xmlns:a16="http://schemas.microsoft.com/office/drawing/2014/main" id="{7BA2F1B1-063B-49F9-B167-A73765BF64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5" name="直線コネクタ 121074">
                      <a:extLst>
                        <a:ext uri="{FF2B5EF4-FFF2-40B4-BE49-F238E27FC236}">
                          <a16:creationId xmlns:a16="http://schemas.microsoft.com/office/drawing/2014/main" id="{7A675D36-F995-423E-8C23-905FB68D66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6" name="直線コネクタ 121075">
                      <a:extLst>
                        <a:ext uri="{FF2B5EF4-FFF2-40B4-BE49-F238E27FC236}">
                          <a16:creationId xmlns:a16="http://schemas.microsoft.com/office/drawing/2014/main" id="{C39FEC78-F006-4D75-89FF-FE177D9B0B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7" name="直線コネクタ 121076">
                      <a:extLst>
                        <a:ext uri="{FF2B5EF4-FFF2-40B4-BE49-F238E27FC236}">
                          <a16:creationId xmlns:a16="http://schemas.microsoft.com/office/drawing/2014/main" id="{6FF66B35-B261-402C-9F60-E6418E3541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8" name="直線コネクタ 121077">
                      <a:extLst>
                        <a:ext uri="{FF2B5EF4-FFF2-40B4-BE49-F238E27FC236}">
                          <a16:creationId xmlns:a16="http://schemas.microsoft.com/office/drawing/2014/main" id="{50E3EABD-A632-4C66-A69A-5D4DE2472C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79" name="直線コネクタ 121078">
                      <a:extLst>
                        <a:ext uri="{FF2B5EF4-FFF2-40B4-BE49-F238E27FC236}">
                          <a16:creationId xmlns:a16="http://schemas.microsoft.com/office/drawing/2014/main" id="{86EB13AB-72C4-44A9-8F7A-756C8198F4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0" name="直線コネクタ 121079">
                      <a:extLst>
                        <a:ext uri="{FF2B5EF4-FFF2-40B4-BE49-F238E27FC236}">
                          <a16:creationId xmlns:a16="http://schemas.microsoft.com/office/drawing/2014/main" id="{7E0C5D9E-4872-46D4-8EFC-6A74AA423C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1" name="直線コネクタ 121080">
                      <a:extLst>
                        <a:ext uri="{FF2B5EF4-FFF2-40B4-BE49-F238E27FC236}">
                          <a16:creationId xmlns:a16="http://schemas.microsoft.com/office/drawing/2014/main" id="{B15453B1-DF45-42CE-AA8C-2E821CA308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2" name="直線コネクタ 121081">
                      <a:extLst>
                        <a:ext uri="{FF2B5EF4-FFF2-40B4-BE49-F238E27FC236}">
                          <a16:creationId xmlns:a16="http://schemas.microsoft.com/office/drawing/2014/main" id="{2ABC158F-3818-43F8-AF45-4CF8B78D84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3" name="直線コネクタ 121082">
                      <a:extLst>
                        <a:ext uri="{FF2B5EF4-FFF2-40B4-BE49-F238E27FC236}">
                          <a16:creationId xmlns:a16="http://schemas.microsoft.com/office/drawing/2014/main" id="{61AE3992-B7A5-416A-8128-2A35E8D002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4" name="直線コネクタ 121083">
                      <a:extLst>
                        <a:ext uri="{FF2B5EF4-FFF2-40B4-BE49-F238E27FC236}">
                          <a16:creationId xmlns:a16="http://schemas.microsoft.com/office/drawing/2014/main" id="{3E101042-E3EC-42A0-A88A-501626A276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5" name="直線コネクタ 121084">
                      <a:extLst>
                        <a:ext uri="{FF2B5EF4-FFF2-40B4-BE49-F238E27FC236}">
                          <a16:creationId xmlns:a16="http://schemas.microsoft.com/office/drawing/2014/main" id="{E7544E82-8B4A-47E7-A7F4-35C1C88C3F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6" name="直線コネクタ 121085">
                      <a:extLst>
                        <a:ext uri="{FF2B5EF4-FFF2-40B4-BE49-F238E27FC236}">
                          <a16:creationId xmlns:a16="http://schemas.microsoft.com/office/drawing/2014/main" id="{50112B5F-74C9-4857-B4FB-5699DAEFBA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7" name="直線コネクタ 121086">
                      <a:extLst>
                        <a:ext uri="{FF2B5EF4-FFF2-40B4-BE49-F238E27FC236}">
                          <a16:creationId xmlns:a16="http://schemas.microsoft.com/office/drawing/2014/main" id="{586EFF0A-28AB-4E3E-8E46-242A97A496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8" name="直線コネクタ 121087">
                      <a:extLst>
                        <a:ext uri="{FF2B5EF4-FFF2-40B4-BE49-F238E27FC236}">
                          <a16:creationId xmlns:a16="http://schemas.microsoft.com/office/drawing/2014/main" id="{4B442758-E15B-4CD1-8885-C043DF5B66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89" name="直線コネクタ 121088">
                      <a:extLst>
                        <a:ext uri="{FF2B5EF4-FFF2-40B4-BE49-F238E27FC236}">
                          <a16:creationId xmlns:a16="http://schemas.microsoft.com/office/drawing/2014/main" id="{4C6B0721-F73A-4457-A2DD-405AD0F760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90" name="直線コネクタ 121089">
                      <a:extLst>
                        <a:ext uri="{FF2B5EF4-FFF2-40B4-BE49-F238E27FC236}">
                          <a16:creationId xmlns:a16="http://schemas.microsoft.com/office/drawing/2014/main" id="{25A1790B-C576-4C60-AE4F-E2A1884E1A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91" name="直線コネクタ 121090">
                      <a:extLst>
                        <a:ext uri="{FF2B5EF4-FFF2-40B4-BE49-F238E27FC236}">
                          <a16:creationId xmlns:a16="http://schemas.microsoft.com/office/drawing/2014/main" id="{3FFD68FF-285E-4DA7-9A60-2ADDADB3DE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92" name="直線コネクタ 121091">
                      <a:extLst>
                        <a:ext uri="{FF2B5EF4-FFF2-40B4-BE49-F238E27FC236}">
                          <a16:creationId xmlns:a16="http://schemas.microsoft.com/office/drawing/2014/main" id="{31162430-7595-46C0-8D16-85F82CAF26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93" name="直線コネクタ 121092">
                      <a:extLst>
                        <a:ext uri="{FF2B5EF4-FFF2-40B4-BE49-F238E27FC236}">
                          <a16:creationId xmlns:a16="http://schemas.microsoft.com/office/drawing/2014/main" id="{A3587B09-42F0-48E7-8FCC-BECF22BAA6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94" name="直線コネクタ 121093">
                      <a:extLst>
                        <a:ext uri="{FF2B5EF4-FFF2-40B4-BE49-F238E27FC236}">
                          <a16:creationId xmlns:a16="http://schemas.microsoft.com/office/drawing/2014/main" id="{517C950F-9180-4C36-852F-C48FF76139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95" name="直線コネクタ 121094">
                      <a:extLst>
                        <a:ext uri="{FF2B5EF4-FFF2-40B4-BE49-F238E27FC236}">
                          <a16:creationId xmlns:a16="http://schemas.microsoft.com/office/drawing/2014/main" id="{60D7628F-2C45-4D1F-84D1-6B1090CC1E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96" name="直線コネクタ 121095">
                      <a:extLst>
                        <a:ext uri="{FF2B5EF4-FFF2-40B4-BE49-F238E27FC236}">
                          <a16:creationId xmlns:a16="http://schemas.microsoft.com/office/drawing/2014/main" id="{E9BA3645-B46D-4B31-AC23-547BD3D13C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880" name="グループ化 120879">
                    <a:extLst>
                      <a:ext uri="{FF2B5EF4-FFF2-40B4-BE49-F238E27FC236}">
                        <a16:creationId xmlns:a16="http://schemas.microsoft.com/office/drawing/2014/main" id="{DAC7E2C8-45CD-4C63-B00B-0C8ACEC93124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1046" name="正方形/長方形 121045">
                      <a:extLst>
                        <a:ext uri="{FF2B5EF4-FFF2-40B4-BE49-F238E27FC236}">
                          <a16:creationId xmlns:a16="http://schemas.microsoft.com/office/drawing/2014/main" id="{2FD7B2E9-5DC6-4E36-A5B1-60BBFF6663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047" name="正方形/長方形 121046">
                      <a:extLst>
                        <a:ext uri="{FF2B5EF4-FFF2-40B4-BE49-F238E27FC236}">
                          <a16:creationId xmlns:a16="http://schemas.microsoft.com/office/drawing/2014/main" id="{5FBB5D9E-90F8-4E7F-A582-0D485852CA3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048" name="正方形/長方形 121047">
                      <a:extLst>
                        <a:ext uri="{FF2B5EF4-FFF2-40B4-BE49-F238E27FC236}">
                          <a16:creationId xmlns:a16="http://schemas.microsoft.com/office/drawing/2014/main" id="{684C13CE-D857-4C63-BF60-8253013B01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049" name="正方形/長方形 121048">
                      <a:extLst>
                        <a:ext uri="{FF2B5EF4-FFF2-40B4-BE49-F238E27FC236}">
                          <a16:creationId xmlns:a16="http://schemas.microsoft.com/office/drawing/2014/main" id="{E3DF5B13-549B-4E9C-8F17-659C14784C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050" name="正方形/長方形 121049">
                      <a:extLst>
                        <a:ext uri="{FF2B5EF4-FFF2-40B4-BE49-F238E27FC236}">
                          <a16:creationId xmlns:a16="http://schemas.microsoft.com/office/drawing/2014/main" id="{B3AF8A58-C708-4B64-84CF-3B9F2BF633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051" name="正方形/長方形 121050">
                      <a:extLst>
                        <a:ext uri="{FF2B5EF4-FFF2-40B4-BE49-F238E27FC236}">
                          <a16:creationId xmlns:a16="http://schemas.microsoft.com/office/drawing/2014/main" id="{5D40E5C6-E9DF-4794-8F5D-6CD916EBDB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052" name="正方形/長方形 121051">
                      <a:extLst>
                        <a:ext uri="{FF2B5EF4-FFF2-40B4-BE49-F238E27FC236}">
                          <a16:creationId xmlns:a16="http://schemas.microsoft.com/office/drawing/2014/main" id="{241F7ABF-34C0-4BE6-8C44-09CA8467AB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053" name="正方形/長方形 121052">
                      <a:extLst>
                        <a:ext uri="{FF2B5EF4-FFF2-40B4-BE49-F238E27FC236}">
                          <a16:creationId xmlns:a16="http://schemas.microsoft.com/office/drawing/2014/main" id="{CECCC40D-0E5E-4DE8-AB73-2706C45A0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1054" name="正方形/長方形 121053">
                      <a:extLst>
                        <a:ext uri="{FF2B5EF4-FFF2-40B4-BE49-F238E27FC236}">
                          <a16:creationId xmlns:a16="http://schemas.microsoft.com/office/drawing/2014/main" id="{AB559A5E-9DA6-4C9B-A966-EE5386D451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0881" name="グループ化 120880">
                    <a:extLst>
                      <a:ext uri="{FF2B5EF4-FFF2-40B4-BE49-F238E27FC236}">
                        <a16:creationId xmlns:a16="http://schemas.microsoft.com/office/drawing/2014/main" id="{D05032D8-532D-436F-B368-D871AC129C42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038" name="直線コネクタ 121037">
                      <a:extLst>
                        <a:ext uri="{FF2B5EF4-FFF2-40B4-BE49-F238E27FC236}">
                          <a16:creationId xmlns:a16="http://schemas.microsoft.com/office/drawing/2014/main" id="{DCE8D7A9-12A3-4A21-95F8-FF6032AE65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39" name="直線コネクタ 121038">
                      <a:extLst>
                        <a:ext uri="{FF2B5EF4-FFF2-40B4-BE49-F238E27FC236}">
                          <a16:creationId xmlns:a16="http://schemas.microsoft.com/office/drawing/2014/main" id="{D915D7E0-3288-4F72-9DCB-DBDADA21DA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40" name="直線コネクタ 121039">
                      <a:extLst>
                        <a:ext uri="{FF2B5EF4-FFF2-40B4-BE49-F238E27FC236}">
                          <a16:creationId xmlns:a16="http://schemas.microsoft.com/office/drawing/2014/main" id="{ECC89BBE-6719-4EB7-A034-6295693FFA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41" name="直線コネクタ 121040">
                      <a:extLst>
                        <a:ext uri="{FF2B5EF4-FFF2-40B4-BE49-F238E27FC236}">
                          <a16:creationId xmlns:a16="http://schemas.microsoft.com/office/drawing/2014/main" id="{6673AA63-A1A0-4763-AC15-8EECDEEB76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42" name="直線コネクタ 121041">
                      <a:extLst>
                        <a:ext uri="{FF2B5EF4-FFF2-40B4-BE49-F238E27FC236}">
                          <a16:creationId xmlns:a16="http://schemas.microsoft.com/office/drawing/2014/main" id="{3AA60D6B-337B-4E11-8D73-58F010789F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43" name="直線コネクタ 121042">
                      <a:extLst>
                        <a:ext uri="{FF2B5EF4-FFF2-40B4-BE49-F238E27FC236}">
                          <a16:creationId xmlns:a16="http://schemas.microsoft.com/office/drawing/2014/main" id="{321A03E8-B013-4913-9F15-69CE48F79B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44" name="直線コネクタ 121043">
                      <a:extLst>
                        <a:ext uri="{FF2B5EF4-FFF2-40B4-BE49-F238E27FC236}">
                          <a16:creationId xmlns:a16="http://schemas.microsoft.com/office/drawing/2014/main" id="{DDFAE5C5-609B-4F80-AFD5-CFD5E92062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45" name="直線コネクタ 121044">
                      <a:extLst>
                        <a:ext uri="{FF2B5EF4-FFF2-40B4-BE49-F238E27FC236}">
                          <a16:creationId xmlns:a16="http://schemas.microsoft.com/office/drawing/2014/main" id="{783E7DFC-BFE0-488D-A29F-800A36AA23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882" name="グループ化 120881">
                    <a:extLst>
                      <a:ext uri="{FF2B5EF4-FFF2-40B4-BE49-F238E27FC236}">
                        <a16:creationId xmlns:a16="http://schemas.microsoft.com/office/drawing/2014/main" id="{F62CAA4C-DBDA-4A88-9098-3764FB2A3002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1030" name="直線コネクタ 121029">
                      <a:extLst>
                        <a:ext uri="{FF2B5EF4-FFF2-40B4-BE49-F238E27FC236}">
                          <a16:creationId xmlns:a16="http://schemas.microsoft.com/office/drawing/2014/main" id="{A3C8C0E3-5003-442F-8D33-9ACCB2294A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31" name="直線コネクタ 121030">
                      <a:extLst>
                        <a:ext uri="{FF2B5EF4-FFF2-40B4-BE49-F238E27FC236}">
                          <a16:creationId xmlns:a16="http://schemas.microsoft.com/office/drawing/2014/main" id="{464382A1-5487-48F6-B296-BA128C1813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32" name="直線コネクタ 121031">
                      <a:extLst>
                        <a:ext uri="{FF2B5EF4-FFF2-40B4-BE49-F238E27FC236}">
                          <a16:creationId xmlns:a16="http://schemas.microsoft.com/office/drawing/2014/main" id="{F31AD4E4-27BD-4AFB-9525-F91CCA60CB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33" name="直線コネクタ 121032">
                      <a:extLst>
                        <a:ext uri="{FF2B5EF4-FFF2-40B4-BE49-F238E27FC236}">
                          <a16:creationId xmlns:a16="http://schemas.microsoft.com/office/drawing/2014/main" id="{6BF6B368-5FAF-45B2-AB94-830950D3A1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34" name="直線コネクタ 121033">
                      <a:extLst>
                        <a:ext uri="{FF2B5EF4-FFF2-40B4-BE49-F238E27FC236}">
                          <a16:creationId xmlns:a16="http://schemas.microsoft.com/office/drawing/2014/main" id="{FD2A8082-3410-4291-B034-36C2D6504D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35" name="直線コネクタ 121034">
                      <a:extLst>
                        <a:ext uri="{FF2B5EF4-FFF2-40B4-BE49-F238E27FC236}">
                          <a16:creationId xmlns:a16="http://schemas.microsoft.com/office/drawing/2014/main" id="{FE008F0D-8E59-448A-8C43-C15D2B2226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36" name="直線コネクタ 121035">
                      <a:extLst>
                        <a:ext uri="{FF2B5EF4-FFF2-40B4-BE49-F238E27FC236}">
                          <a16:creationId xmlns:a16="http://schemas.microsoft.com/office/drawing/2014/main" id="{4FE657B2-1E1C-4B1F-8F74-5FF6326D45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37" name="直線コネクタ 121036">
                      <a:extLst>
                        <a:ext uri="{FF2B5EF4-FFF2-40B4-BE49-F238E27FC236}">
                          <a16:creationId xmlns:a16="http://schemas.microsoft.com/office/drawing/2014/main" id="{8AA86DC4-6846-4D72-928E-AF3552E659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883" name="グループ化 120882">
                    <a:extLst>
                      <a:ext uri="{FF2B5EF4-FFF2-40B4-BE49-F238E27FC236}">
                        <a16:creationId xmlns:a16="http://schemas.microsoft.com/office/drawing/2014/main" id="{9116F91E-7B88-46D3-B18D-C05E3933CD7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988" name="直線コネクタ 120987">
                      <a:extLst>
                        <a:ext uri="{FF2B5EF4-FFF2-40B4-BE49-F238E27FC236}">
                          <a16:creationId xmlns:a16="http://schemas.microsoft.com/office/drawing/2014/main" id="{CFBEAD9F-334D-4C6E-9B94-B6297246BB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9" name="直線コネクタ 120988">
                      <a:extLst>
                        <a:ext uri="{FF2B5EF4-FFF2-40B4-BE49-F238E27FC236}">
                          <a16:creationId xmlns:a16="http://schemas.microsoft.com/office/drawing/2014/main" id="{89079E05-6A28-44EB-9240-F3D74C4813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0" name="直線コネクタ 120989">
                      <a:extLst>
                        <a:ext uri="{FF2B5EF4-FFF2-40B4-BE49-F238E27FC236}">
                          <a16:creationId xmlns:a16="http://schemas.microsoft.com/office/drawing/2014/main" id="{F4463562-DA31-4228-AA28-7290F698AB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1" name="直線コネクタ 120990">
                      <a:extLst>
                        <a:ext uri="{FF2B5EF4-FFF2-40B4-BE49-F238E27FC236}">
                          <a16:creationId xmlns:a16="http://schemas.microsoft.com/office/drawing/2014/main" id="{39E6D435-A5A9-44F4-AC39-F9BC3750CB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2" name="直線コネクタ 120991">
                      <a:extLst>
                        <a:ext uri="{FF2B5EF4-FFF2-40B4-BE49-F238E27FC236}">
                          <a16:creationId xmlns:a16="http://schemas.microsoft.com/office/drawing/2014/main" id="{4DB87E28-0A7D-4FF9-B784-D66C9D5805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3" name="直線コネクタ 120992">
                      <a:extLst>
                        <a:ext uri="{FF2B5EF4-FFF2-40B4-BE49-F238E27FC236}">
                          <a16:creationId xmlns:a16="http://schemas.microsoft.com/office/drawing/2014/main" id="{42325885-4709-44B4-8873-CA9701AAB9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4" name="直線コネクタ 120993">
                      <a:extLst>
                        <a:ext uri="{FF2B5EF4-FFF2-40B4-BE49-F238E27FC236}">
                          <a16:creationId xmlns:a16="http://schemas.microsoft.com/office/drawing/2014/main" id="{A8345D54-EBB2-48F2-8ADA-C764D6717B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5" name="直線コネクタ 120994">
                      <a:extLst>
                        <a:ext uri="{FF2B5EF4-FFF2-40B4-BE49-F238E27FC236}">
                          <a16:creationId xmlns:a16="http://schemas.microsoft.com/office/drawing/2014/main" id="{4A03F90E-04E0-4CE8-86C4-29FA1E9E4D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6" name="直線コネクタ 120995">
                      <a:extLst>
                        <a:ext uri="{FF2B5EF4-FFF2-40B4-BE49-F238E27FC236}">
                          <a16:creationId xmlns:a16="http://schemas.microsoft.com/office/drawing/2014/main" id="{0F79ED57-8B4D-4DFB-AE36-D9251CA794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7" name="直線コネクタ 120996">
                      <a:extLst>
                        <a:ext uri="{FF2B5EF4-FFF2-40B4-BE49-F238E27FC236}">
                          <a16:creationId xmlns:a16="http://schemas.microsoft.com/office/drawing/2014/main" id="{E32C2ADC-1154-4E9A-B8C0-3A687D636A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8" name="直線コネクタ 120997">
                      <a:extLst>
                        <a:ext uri="{FF2B5EF4-FFF2-40B4-BE49-F238E27FC236}">
                          <a16:creationId xmlns:a16="http://schemas.microsoft.com/office/drawing/2014/main" id="{73525AD7-008C-4F12-9370-5884E50273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99" name="直線コネクタ 120998">
                      <a:extLst>
                        <a:ext uri="{FF2B5EF4-FFF2-40B4-BE49-F238E27FC236}">
                          <a16:creationId xmlns:a16="http://schemas.microsoft.com/office/drawing/2014/main" id="{5BCD9528-9A61-491D-BAAE-C2B8599E18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0" name="直線コネクタ 120999">
                      <a:extLst>
                        <a:ext uri="{FF2B5EF4-FFF2-40B4-BE49-F238E27FC236}">
                          <a16:creationId xmlns:a16="http://schemas.microsoft.com/office/drawing/2014/main" id="{A46BB81B-4C23-406C-BAFE-E872F7A696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1" name="直線コネクタ 121000">
                      <a:extLst>
                        <a:ext uri="{FF2B5EF4-FFF2-40B4-BE49-F238E27FC236}">
                          <a16:creationId xmlns:a16="http://schemas.microsoft.com/office/drawing/2014/main" id="{834B122C-4094-43E8-90CD-5884973469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2" name="直線コネクタ 121001">
                      <a:extLst>
                        <a:ext uri="{FF2B5EF4-FFF2-40B4-BE49-F238E27FC236}">
                          <a16:creationId xmlns:a16="http://schemas.microsoft.com/office/drawing/2014/main" id="{41FAF0B1-777F-45ED-9ED8-FE7FEC2FF7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3" name="直線コネクタ 121002">
                      <a:extLst>
                        <a:ext uri="{FF2B5EF4-FFF2-40B4-BE49-F238E27FC236}">
                          <a16:creationId xmlns:a16="http://schemas.microsoft.com/office/drawing/2014/main" id="{A27A8487-1184-4CE6-A344-0076EC1AE7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4" name="直線コネクタ 121003">
                      <a:extLst>
                        <a:ext uri="{FF2B5EF4-FFF2-40B4-BE49-F238E27FC236}">
                          <a16:creationId xmlns:a16="http://schemas.microsoft.com/office/drawing/2014/main" id="{1121BAE3-E179-4E65-82E0-FA8F624FE1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5" name="直線コネクタ 121004">
                      <a:extLst>
                        <a:ext uri="{FF2B5EF4-FFF2-40B4-BE49-F238E27FC236}">
                          <a16:creationId xmlns:a16="http://schemas.microsoft.com/office/drawing/2014/main" id="{646005AB-C3B2-4A52-BF8A-5F7EA317DE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6" name="直線コネクタ 121005">
                      <a:extLst>
                        <a:ext uri="{FF2B5EF4-FFF2-40B4-BE49-F238E27FC236}">
                          <a16:creationId xmlns:a16="http://schemas.microsoft.com/office/drawing/2014/main" id="{C9B8A3FB-F5BF-40A9-8119-AE27919F48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7" name="直線コネクタ 121006">
                      <a:extLst>
                        <a:ext uri="{FF2B5EF4-FFF2-40B4-BE49-F238E27FC236}">
                          <a16:creationId xmlns:a16="http://schemas.microsoft.com/office/drawing/2014/main" id="{28AF329A-565D-41F1-B7C2-5A3A0D53CD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8" name="直線コネクタ 121007">
                      <a:extLst>
                        <a:ext uri="{FF2B5EF4-FFF2-40B4-BE49-F238E27FC236}">
                          <a16:creationId xmlns:a16="http://schemas.microsoft.com/office/drawing/2014/main" id="{1D9A9C31-3D52-48DA-92AB-84A82C4152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09" name="直線コネクタ 121008">
                      <a:extLst>
                        <a:ext uri="{FF2B5EF4-FFF2-40B4-BE49-F238E27FC236}">
                          <a16:creationId xmlns:a16="http://schemas.microsoft.com/office/drawing/2014/main" id="{E9A1135C-7612-4FC1-90FF-B9AF6043DC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0" name="直線コネクタ 121009">
                      <a:extLst>
                        <a:ext uri="{FF2B5EF4-FFF2-40B4-BE49-F238E27FC236}">
                          <a16:creationId xmlns:a16="http://schemas.microsoft.com/office/drawing/2014/main" id="{F2D73E38-1686-4488-A408-63F01DEC57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1" name="直線コネクタ 121010">
                      <a:extLst>
                        <a:ext uri="{FF2B5EF4-FFF2-40B4-BE49-F238E27FC236}">
                          <a16:creationId xmlns:a16="http://schemas.microsoft.com/office/drawing/2014/main" id="{72384824-0449-4347-81D0-810CCCE8C4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2" name="直線コネクタ 121011">
                      <a:extLst>
                        <a:ext uri="{FF2B5EF4-FFF2-40B4-BE49-F238E27FC236}">
                          <a16:creationId xmlns:a16="http://schemas.microsoft.com/office/drawing/2014/main" id="{38DD6AB3-DD2A-43BC-9395-E200AD78F1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3" name="直線コネクタ 121012">
                      <a:extLst>
                        <a:ext uri="{FF2B5EF4-FFF2-40B4-BE49-F238E27FC236}">
                          <a16:creationId xmlns:a16="http://schemas.microsoft.com/office/drawing/2014/main" id="{AAC22F12-8311-4378-A60A-E2D5514F8D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4" name="直線コネクタ 121013">
                      <a:extLst>
                        <a:ext uri="{FF2B5EF4-FFF2-40B4-BE49-F238E27FC236}">
                          <a16:creationId xmlns:a16="http://schemas.microsoft.com/office/drawing/2014/main" id="{3706C498-FB4D-4757-B3D1-74DE2039D4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5" name="直線コネクタ 121014">
                      <a:extLst>
                        <a:ext uri="{FF2B5EF4-FFF2-40B4-BE49-F238E27FC236}">
                          <a16:creationId xmlns:a16="http://schemas.microsoft.com/office/drawing/2014/main" id="{B6D8A23D-AC3E-434D-A34F-C072981E04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6" name="直線コネクタ 121015">
                      <a:extLst>
                        <a:ext uri="{FF2B5EF4-FFF2-40B4-BE49-F238E27FC236}">
                          <a16:creationId xmlns:a16="http://schemas.microsoft.com/office/drawing/2014/main" id="{85B47D38-9D2E-4CC9-8749-82B84C44B6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7" name="直線コネクタ 121016">
                      <a:extLst>
                        <a:ext uri="{FF2B5EF4-FFF2-40B4-BE49-F238E27FC236}">
                          <a16:creationId xmlns:a16="http://schemas.microsoft.com/office/drawing/2014/main" id="{CEFAE905-D1D2-453F-B742-0781BB1C9F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8" name="直線コネクタ 121017">
                      <a:extLst>
                        <a:ext uri="{FF2B5EF4-FFF2-40B4-BE49-F238E27FC236}">
                          <a16:creationId xmlns:a16="http://schemas.microsoft.com/office/drawing/2014/main" id="{EC8248FB-E4F8-4A6C-AFFD-C3C9439199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19" name="直線コネクタ 121018">
                      <a:extLst>
                        <a:ext uri="{FF2B5EF4-FFF2-40B4-BE49-F238E27FC236}">
                          <a16:creationId xmlns:a16="http://schemas.microsoft.com/office/drawing/2014/main" id="{A2B0AE4F-ECD4-4462-81F0-3D3DC798CD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0" name="直線コネクタ 121019">
                      <a:extLst>
                        <a:ext uri="{FF2B5EF4-FFF2-40B4-BE49-F238E27FC236}">
                          <a16:creationId xmlns:a16="http://schemas.microsoft.com/office/drawing/2014/main" id="{17CF778B-1618-4BDB-9FF2-F1D5AF4789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1" name="直線コネクタ 121020">
                      <a:extLst>
                        <a:ext uri="{FF2B5EF4-FFF2-40B4-BE49-F238E27FC236}">
                          <a16:creationId xmlns:a16="http://schemas.microsoft.com/office/drawing/2014/main" id="{10751C8B-FFC9-47D1-9CDC-C06DDCFEEE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2" name="直線コネクタ 121021">
                      <a:extLst>
                        <a:ext uri="{FF2B5EF4-FFF2-40B4-BE49-F238E27FC236}">
                          <a16:creationId xmlns:a16="http://schemas.microsoft.com/office/drawing/2014/main" id="{7A5BBE40-9E54-4E51-A948-2E81D6739D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3" name="直線コネクタ 121022">
                      <a:extLst>
                        <a:ext uri="{FF2B5EF4-FFF2-40B4-BE49-F238E27FC236}">
                          <a16:creationId xmlns:a16="http://schemas.microsoft.com/office/drawing/2014/main" id="{2CE36EF0-6C5C-423E-87C3-17FFE5AB26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4" name="直線コネクタ 121023">
                      <a:extLst>
                        <a:ext uri="{FF2B5EF4-FFF2-40B4-BE49-F238E27FC236}">
                          <a16:creationId xmlns:a16="http://schemas.microsoft.com/office/drawing/2014/main" id="{63AC9E01-A15F-435F-A4C5-58684B0FB4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5" name="直線コネクタ 121024">
                      <a:extLst>
                        <a:ext uri="{FF2B5EF4-FFF2-40B4-BE49-F238E27FC236}">
                          <a16:creationId xmlns:a16="http://schemas.microsoft.com/office/drawing/2014/main" id="{0518674E-E0DF-4E82-A765-5D3019B4FE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6" name="直線コネクタ 121025">
                      <a:extLst>
                        <a:ext uri="{FF2B5EF4-FFF2-40B4-BE49-F238E27FC236}">
                          <a16:creationId xmlns:a16="http://schemas.microsoft.com/office/drawing/2014/main" id="{52498348-92CB-4000-96E8-E755AAD3E6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7" name="直線コネクタ 121026">
                      <a:extLst>
                        <a:ext uri="{FF2B5EF4-FFF2-40B4-BE49-F238E27FC236}">
                          <a16:creationId xmlns:a16="http://schemas.microsoft.com/office/drawing/2014/main" id="{5922173F-7A54-43B8-8B57-3FE37CB460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8" name="直線コネクタ 121027">
                      <a:extLst>
                        <a:ext uri="{FF2B5EF4-FFF2-40B4-BE49-F238E27FC236}">
                          <a16:creationId xmlns:a16="http://schemas.microsoft.com/office/drawing/2014/main" id="{2BBA37CE-616D-4C3D-B06D-54E7221997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1029" name="直線コネクタ 121028">
                      <a:extLst>
                        <a:ext uri="{FF2B5EF4-FFF2-40B4-BE49-F238E27FC236}">
                          <a16:creationId xmlns:a16="http://schemas.microsoft.com/office/drawing/2014/main" id="{EAE246FC-E9B4-4FCC-9387-AABFDD11E5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884" name="グループ化 120883">
                    <a:extLst>
                      <a:ext uri="{FF2B5EF4-FFF2-40B4-BE49-F238E27FC236}">
                        <a16:creationId xmlns:a16="http://schemas.microsoft.com/office/drawing/2014/main" id="{8E20996B-96A2-4084-91FA-EBA725B57423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946" name="直線コネクタ 120945">
                      <a:extLst>
                        <a:ext uri="{FF2B5EF4-FFF2-40B4-BE49-F238E27FC236}">
                          <a16:creationId xmlns:a16="http://schemas.microsoft.com/office/drawing/2014/main" id="{01A14D1B-3C63-4C21-A63D-9FC86BF310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7" name="直線コネクタ 120946">
                      <a:extLst>
                        <a:ext uri="{FF2B5EF4-FFF2-40B4-BE49-F238E27FC236}">
                          <a16:creationId xmlns:a16="http://schemas.microsoft.com/office/drawing/2014/main" id="{FC1C6675-9E31-4888-95D5-E95589F1A1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8" name="直線コネクタ 120947">
                      <a:extLst>
                        <a:ext uri="{FF2B5EF4-FFF2-40B4-BE49-F238E27FC236}">
                          <a16:creationId xmlns:a16="http://schemas.microsoft.com/office/drawing/2014/main" id="{494FDB60-4F57-41D5-BB3D-77B8B68727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9" name="直線コネクタ 120948">
                      <a:extLst>
                        <a:ext uri="{FF2B5EF4-FFF2-40B4-BE49-F238E27FC236}">
                          <a16:creationId xmlns:a16="http://schemas.microsoft.com/office/drawing/2014/main" id="{A2B3235E-9010-449C-8FC0-9BB7325F21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0" name="直線コネクタ 120949">
                      <a:extLst>
                        <a:ext uri="{FF2B5EF4-FFF2-40B4-BE49-F238E27FC236}">
                          <a16:creationId xmlns:a16="http://schemas.microsoft.com/office/drawing/2014/main" id="{50F8A52E-869A-4484-8CBF-27B653A960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1" name="直線コネクタ 120950">
                      <a:extLst>
                        <a:ext uri="{FF2B5EF4-FFF2-40B4-BE49-F238E27FC236}">
                          <a16:creationId xmlns:a16="http://schemas.microsoft.com/office/drawing/2014/main" id="{1FF12D03-54DF-42E8-B083-2ED97666D0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2" name="直線コネクタ 120951">
                      <a:extLst>
                        <a:ext uri="{FF2B5EF4-FFF2-40B4-BE49-F238E27FC236}">
                          <a16:creationId xmlns:a16="http://schemas.microsoft.com/office/drawing/2014/main" id="{695A0643-D898-4735-BD06-FF435DD406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3" name="直線コネクタ 120952">
                      <a:extLst>
                        <a:ext uri="{FF2B5EF4-FFF2-40B4-BE49-F238E27FC236}">
                          <a16:creationId xmlns:a16="http://schemas.microsoft.com/office/drawing/2014/main" id="{DFCE84AE-D9CA-4DC1-959E-163CFB4E13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4" name="直線コネクタ 120953">
                      <a:extLst>
                        <a:ext uri="{FF2B5EF4-FFF2-40B4-BE49-F238E27FC236}">
                          <a16:creationId xmlns:a16="http://schemas.microsoft.com/office/drawing/2014/main" id="{A1AB11C0-600D-4379-8323-2962E9D1D9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5" name="直線コネクタ 120954">
                      <a:extLst>
                        <a:ext uri="{FF2B5EF4-FFF2-40B4-BE49-F238E27FC236}">
                          <a16:creationId xmlns:a16="http://schemas.microsoft.com/office/drawing/2014/main" id="{F94774BC-72DB-4D6B-9E62-2B7EBEB19C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6" name="直線コネクタ 120955">
                      <a:extLst>
                        <a:ext uri="{FF2B5EF4-FFF2-40B4-BE49-F238E27FC236}">
                          <a16:creationId xmlns:a16="http://schemas.microsoft.com/office/drawing/2014/main" id="{84D49378-954F-4251-BBF8-29C1E975DD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7" name="直線コネクタ 120956">
                      <a:extLst>
                        <a:ext uri="{FF2B5EF4-FFF2-40B4-BE49-F238E27FC236}">
                          <a16:creationId xmlns:a16="http://schemas.microsoft.com/office/drawing/2014/main" id="{326EC12B-9449-405A-984A-FF570A01F9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8" name="直線コネクタ 120957">
                      <a:extLst>
                        <a:ext uri="{FF2B5EF4-FFF2-40B4-BE49-F238E27FC236}">
                          <a16:creationId xmlns:a16="http://schemas.microsoft.com/office/drawing/2014/main" id="{E5F59B43-169E-49E9-B7A8-0BB1F5045B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59" name="直線コネクタ 120958">
                      <a:extLst>
                        <a:ext uri="{FF2B5EF4-FFF2-40B4-BE49-F238E27FC236}">
                          <a16:creationId xmlns:a16="http://schemas.microsoft.com/office/drawing/2014/main" id="{07AA9C1A-218B-4FCF-8AC2-A33E37737A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0" name="直線コネクタ 120959">
                      <a:extLst>
                        <a:ext uri="{FF2B5EF4-FFF2-40B4-BE49-F238E27FC236}">
                          <a16:creationId xmlns:a16="http://schemas.microsoft.com/office/drawing/2014/main" id="{ED777E39-1FE9-4430-B46E-B8FD466D83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1" name="直線コネクタ 120960">
                      <a:extLst>
                        <a:ext uri="{FF2B5EF4-FFF2-40B4-BE49-F238E27FC236}">
                          <a16:creationId xmlns:a16="http://schemas.microsoft.com/office/drawing/2014/main" id="{62FEC606-1C9B-46AB-A883-1917EB2320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2" name="直線コネクタ 120961">
                      <a:extLst>
                        <a:ext uri="{FF2B5EF4-FFF2-40B4-BE49-F238E27FC236}">
                          <a16:creationId xmlns:a16="http://schemas.microsoft.com/office/drawing/2014/main" id="{80ACB53E-52E4-4648-AA4A-4A8A514581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3" name="直線コネクタ 120962">
                      <a:extLst>
                        <a:ext uri="{FF2B5EF4-FFF2-40B4-BE49-F238E27FC236}">
                          <a16:creationId xmlns:a16="http://schemas.microsoft.com/office/drawing/2014/main" id="{E8EA3688-172A-4988-965F-BABF02ACEA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4" name="直線コネクタ 120963">
                      <a:extLst>
                        <a:ext uri="{FF2B5EF4-FFF2-40B4-BE49-F238E27FC236}">
                          <a16:creationId xmlns:a16="http://schemas.microsoft.com/office/drawing/2014/main" id="{A8BD2DE2-24E5-45B9-8184-86D7135301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5" name="直線コネクタ 120964">
                      <a:extLst>
                        <a:ext uri="{FF2B5EF4-FFF2-40B4-BE49-F238E27FC236}">
                          <a16:creationId xmlns:a16="http://schemas.microsoft.com/office/drawing/2014/main" id="{8E47E5DD-335B-42D8-B8AC-6279BD3AE3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6" name="直線コネクタ 120965">
                      <a:extLst>
                        <a:ext uri="{FF2B5EF4-FFF2-40B4-BE49-F238E27FC236}">
                          <a16:creationId xmlns:a16="http://schemas.microsoft.com/office/drawing/2014/main" id="{AE4D7C98-9B94-4EDC-A070-BEDA4C0ED6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7" name="直線コネクタ 120966">
                      <a:extLst>
                        <a:ext uri="{FF2B5EF4-FFF2-40B4-BE49-F238E27FC236}">
                          <a16:creationId xmlns:a16="http://schemas.microsoft.com/office/drawing/2014/main" id="{45B0E83B-746C-478C-8652-8B409A57DE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8" name="直線コネクタ 120967">
                      <a:extLst>
                        <a:ext uri="{FF2B5EF4-FFF2-40B4-BE49-F238E27FC236}">
                          <a16:creationId xmlns:a16="http://schemas.microsoft.com/office/drawing/2014/main" id="{AD790DFB-1030-4FE1-A375-18DBC8990D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69" name="直線コネクタ 120968">
                      <a:extLst>
                        <a:ext uri="{FF2B5EF4-FFF2-40B4-BE49-F238E27FC236}">
                          <a16:creationId xmlns:a16="http://schemas.microsoft.com/office/drawing/2014/main" id="{0939FD3D-471D-42FE-BAF0-C77678A420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0" name="直線コネクタ 120969">
                      <a:extLst>
                        <a:ext uri="{FF2B5EF4-FFF2-40B4-BE49-F238E27FC236}">
                          <a16:creationId xmlns:a16="http://schemas.microsoft.com/office/drawing/2014/main" id="{79638767-9016-4346-9FEA-B945DF0B6F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1" name="直線コネクタ 120970">
                      <a:extLst>
                        <a:ext uri="{FF2B5EF4-FFF2-40B4-BE49-F238E27FC236}">
                          <a16:creationId xmlns:a16="http://schemas.microsoft.com/office/drawing/2014/main" id="{818FA8A0-8219-4912-B831-83ED316BEE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2" name="直線コネクタ 120971">
                      <a:extLst>
                        <a:ext uri="{FF2B5EF4-FFF2-40B4-BE49-F238E27FC236}">
                          <a16:creationId xmlns:a16="http://schemas.microsoft.com/office/drawing/2014/main" id="{F436125C-CFB0-4293-9AE5-DF521F50DE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3" name="直線コネクタ 120972">
                      <a:extLst>
                        <a:ext uri="{FF2B5EF4-FFF2-40B4-BE49-F238E27FC236}">
                          <a16:creationId xmlns:a16="http://schemas.microsoft.com/office/drawing/2014/main" id="{9555EFB2-A9CB-46CD-9588-4288F6DC1F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4" name="直線コネクタ 120973">
                      <a:extLst>
                        <a:ext uri="{FF2B5EF4-FFF2-40B4-BE49-F238E27FC236}">
                          <a16:creationId xmlns:a16="http://schemas.microsoft.com/office/drawing/2014/main" id="{29700BEF-45A2-4B21-8DB1-EE569FE79F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5" name="直線コネクタ 120974">
                      <a:extLst>
                        <a:ext uri="{FF2B5EF4-FFF2-40B4-BE49-F238E27FC236}">
                          <a16:creationId xmlns:a16="http://schemas.microsoft.com/office/drawing/2014/main" id="{6176CFF2-DFA9-4DF3-B9EC-9A9A2C78B7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6" name="直線コネクタ 120975">
                      <a:extLst>
                        <a:ext uri="{FF2B5EF4-FFF2-40B4-BE49-F238E27FC236}">
                          <a16:creationId xmlns:a16="http://schemas.microsoft.com/office/drawing/2014/main" id="{DC0444CD-A090-4364-A4E6-916F8222B5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7" name="直線コネクタ 120976">
                      <a:extLst>
                        <a:ext uri="{FF2B5EF4-FFF2-40B4-BE49-F238E27FC236}">
                          <a16:creationId xmlns:a16="http://schemas.microsoft.com/office/drawing/2014/main" id="{D3F03840-E6E7-4230-8CFF-9BA6A51B53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8" name="直線コネクタ 120977">
                      <a:extLst>
                        <a:ext uri="{FF2B5EF4-FFF2-40B4-BE49-F238E27FC236}">
                          <a16:creationId xmlns:a16="http://schemas.microsoft.com/office/drawing/2014/main" id="{39D64240-9EB9-459C-B94E-6F09A9037C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79" name="直線コネクタ 120978">
                      <a:extLst>
                        <a:ext uri="{FF2B5EF4-FFF2-40B4-BE49-F238E27FC236}">
                          <a16:creationId xmlns:a16="http://schemas.microsoft.com/office/drawing/2014/main" id="{26A5602D-C94C-4FB7-9B61-84A9690F24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0" name="直線コネクタ 120979">
                      <a:extLst>
                        <a:ext uri="{FF2B5EF4-FFF2-40B4-BE49-F238E27FC236}">
                          <a16:creationId xmlns:a16="http://schemas.microsoft.com/office/drawing/2014/main" id="{D54D0141-BFE6-4602-B370-A26AD60DF0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1" name="直線コネクタ 120980">
                      <a:extLst>
                        <a:ext uri="{FF2B5EF4-FFF2-40B4-BE49-F238E27FC236}">
                          <a16:creationId xmlns:a16="http://schemas.microsoft.com/office/drawing/2014/main" id="{E8CE0C2B-BE80-4D0B-A58A-4439488E7C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2" name="直線コネクタ 120981">
                      <a:extLst>
                        <a:ext uri="{FF2B5EF4-FFF2-40B4-BE49-F238E27FC236}">
                          <a16:creationId xmlns:a16="http://schemas.microsoft.com/office/drawing/2014/main" id="{0771CC0B-2D31-4047-BAA9-C56078A7D3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3" name="直線コネクタ 120982">
                      <a:extLst>
                        <a:ext uri="{FF2B5EF4-FFF2-40B4-BE49-F238E27FC236}">
                          <a16:creationId xmlns:a16="http://schemas.microsoft.com/office/drawing/2014/main" id="{5D0E2CA0-B6C2-40B7-901A-4D8D289B09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4" name="直線コネクタ 120983">
                      <a:extLst>
                        <a:ext uri="{FF2B5EF4-FFF2-40B4-BE49-F238E27FC236}">
                          <a16:creationId xmlns:a16="http://schemas.microsoft.com/office/drawing/2014/main" id="{9F4DA202-2321-48B3-BDEE-69FAFCDE26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5" name="直線コネクタ 120984">
                      <a:extLst>
                        <a:ext uri="{FF2B5EF4-FFF2-40B4-BE49-F238E27FC236}">
                          <a16:creationId xmlns:a16="http://schemas.microsoft.com/office/drawing/2014/main" id="{6A90803B-5EA0-426A-91A4-7E3FB11B72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6" name="直線コネクタ 120985">
                      <a:extLst>
                        <a:ext uri="{FF2B5EF4-FFF2-40B4-BE49-F238E27FC236}">
                          <a16:creationId xmlns:a16="http://schemas.microsoft.com/office/drawing/2014/main" id="{950941CD-60F6-4777-9872-E2229E8DBB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87" name="直線コネクタ 120986">
                      <a:extLst>
                        <a:ext uri="{FF2B5EF4-FFF2-40B4-BE49-F238E27FC236}">
                          <a16:creationId xmlns:a16="http://schemas.microsoft.com/office/drawing/2014/main" id="{6B2379B7-AEEF-43FE-871D-2B75B509DD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885" name="グループ化 120884">
                    <a:extLst>
                      <a:ext uri="{FF2B5EF4-FFF2-40B4-BE49-F238E27FC236}">
                        <a16:creationId xmlns:a16="http://schemas.microsoft.com/office/drawing/2014/main" id="{A94B5A4A-962A-4E94-A4C2-6D251F87B805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938" name="直線コネクタ 120937">
                      <a:extLst>
                        <a:ext uri="{FF2B5EF4-FFF2-40B4-BE49-F238E27FC236}">
                          <a16:creationId xmlns:a16="http://schemas.microsoft.com/office/drawing/2014/main" id="{96C58983-0FD8-4584-8C09-421BE5D24B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39" name="直線コネクタ 120938">
                      <a:extLst>
                        <a:ext uri="{FF2B5EF4-FFF2-40B4-BE49-F238E27FC236}">
                          <a16:creationId xmlns:a16="http://schemas.microsoft.com/office/drawing/2014/main" id="{AAF5E90C-1982-4DD6-BF71-DC95F43C8F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0" name="直線コネクタ 120939">
                      <a:extLst>
                        <a:ext uri="{FF2B5EF4-FFF2-40B4-BE49-F238E27FC236}">
                          <a16:creationId xmlns:a16="http://schemas.microsoft.com/office/drawing/2014/main" id="{3C917B12-95E9-4BED-9F31-F8A33145FB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1" name="直線コネクタ 120940">
                      <a:extLst>
                        <a:ext uri="{FF2B5EF4-FFF2-40B4-BE49-F238E27FC236}">
                          <a16:creationId xmlns:a16="http://schemas.microsoft.com/office/drawing/2014/main" id="{515C535A-1159-44E7-A09C-EA1740AD93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2" name="直線コネクタ 120941">
                      <a:extLst>
                        <a:ext uri="{FF2B5EF4-FFF2-40B4-BE49-F238E27FC236}">
                          <a16:creationId xmlns:a16="http://schemas.microsoft.com/office/drawing/2014/main" id="{70B54B44-42CE-415D-966D-D61E0CB41B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3" name="直線コネクタ 120942">
                      <a:extLst>
                        <a:ext uri="{FF2B5EF4-FFF2-40B4-BE49-F238E27FC236}">
                          <a16:creationId xmlns:a16="http://schemas.microsoft.com/office/drawing/2014/main" id="{CE1A70ED-89B5-497C-A366-EF27313F99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4" name="直線コネクタ 120943">
                      <a:extLst>
                        <a:ext uri="{FF2B5EF4-FFF2-40B4-BE49-F238E27FC236}">
                          <a16:creationId xmlns:a16="http://schemas.microsoft.com/office/drawing/2014/main" id="{DAE8A1B1-43B6-4C5A-94E3-23226E0820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45" name="直線コネクタ 120944">
                      <a:extLst>
                        <a:ext uri="{FF2B5EF4-FFF2-40B4-BE49-F238E27FC236}">
                          <a16:creationId xmlns:a16="http://schemas.microsoft.com/office/drawing/2014/main" id="{2820E017-7700-4844-8BD6-13AF74BD55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886" name="グループ化 120885">
                    <a:extLst>
                      <a:ext uri="{FF2B5EF4-FFF2-40B4-BE49-F238E27FC236}">
                        <a16:creationId xmlns:a16="http://schemas.microsoft.com/office/drawing/2014/main" id="{50592159-E7FA-4D95-8289-AF140663F84A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930" name="直線コネクタ 120929">
                      <a:extLst>
                        <a:ext uri="{FF2B5EF4-FFF2-40B4-BE49-F238E27FC236}">
                          <a16:creationId xmlns:a16="http://schemas.microsoft.com/office/drawing/2014/main" id="{FF5A4999-8ADD-4972-ADBB-906D48D1DA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31" name="直線コネクタ 120930">
                      <a:extLst>
                        <a:ext uri="{FF2B5EF4-FFF2-40B4-BE49-F238E27FC236}">
                          <a16:creationId xmlns:a16="http://schemas.microsoft.com/office/drawing/2014/main" id="{C7F6C1C5-24AE-4DF5-A9BA-E1FAF22F74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32" name="直線コネクタ 120931">
                      <a:extLst>
                        <a:ext uri="{FF2B5EF4-FFF2-40B4-BE49-F238E27FC236}">
                          <a16:creationId xmlns:a16="http://schemas.microsoft.com/office/drawing/2014/main" id="{9519B684-60B6-4625-B8AE-5FEB11DA7A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33" name="直線コネクタ 120932">
                      <a:extLst>
                        <a:ext uri="{FF2B5EF4-FFF2-40B4-BE49-F238E27FC236}">
                          <a16:creationId xmlns:a16="http://schemas.microsoft.com/office/drawing/2014/main" id="{73F8967B-81CE-49B0-808B-B4F68D0981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34" name="直線コネクタ 120933">
                      <a:extLst>
                        <a:ext uri="{FF2B5EF4-FFF2-40B4-BE49-F238E27FC236}">
                          <a16:creationId xmlns:a16="http://schemas.microsoft.com/office/drawing/2014/main" id="{6AC73AED-4D4C-4B0F-BC42-2A979D2F95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35" name="直線コネクタ 120934">
                      <a:extLst>
                        <a:ext uri="{FF2B5EF4-FFF2-40B4-BE49-F238E27FC236}">
                          <a16:creationId xmlns:a16="http://schemas.microsoft.com/office/drawing/2014/main" id="{E87AAAD9-AB26-4246-AAEB-8D373E735A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36" name="直線コネクタ 120935">
                      <a:extLst>
                        <a:ext uri="{FF2B5EF4-FFF2-40B4-BE49-F238E27FC236}">
                          <a16:creationId xmlns:a16="http://schemas.microsoft.com/office/drawing/2014/main" id="{BC9F4B33-9213-4426-8BE4-D18877C05C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37" name="直線コネクタ 120936">
                      <a:extLst>
                        <a:ext uri="{FF2B5EF4-FFF2-40B4-BE49-F238E27FC236}">
                          <a16:creationId xmlns:a16="http://schemas.microsoft.com/office/drawing/2014/main" id="{838C46EA-0B35-4158-8F66-4716506FDA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887" name="グループ化 120886">
                    <a:extLst>
                      <a:ext uri="{FF2B5EF4-FFF2-40B4-BE49-F238E27FC236}">
                        <a16:creationId xmlns:a16="http://schemas.microsoft.com/office/drawing/2014/main" id="{06098E7F-7909-49F2-9691-B6B31CE139F3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888" name="直線コネクタ 120887">
                      <a:extLst>
                        <a:ext uri="{FF2B5EF4-FFF2-40B4-BE49-F238E27FC236}">
                          <a16:creationId xmlns:a16="http://schemas.microsoft.com/office/drawing/2014/main" id="{FA5F5128-B198-4454-AAE0-641013529C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89" name="直線コネクタ 120888">
                      <a:extLst>
                        <a:ext uri="{FF2B5EF4-FFF2-40B4-BE49-F238E27FC236}">
                          <a16:creationId xmlns:a16="http://schemas.microsoft.com/office/drawing/2014/main" id="{319978EA-EC62-4E97-A78B-FCC25ABA5D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0" name="直線コネクタ 120889">
                      <a:extLst>
                        <a:ext uri="{FF2B5EF4-FFF2-40B4-BE49-F238E27FC236}">
                          <a16:creationId xmlns:a16="http://schemas.microsoft.com/office/drawing/2014/main" id="{83FFD9BF-CFC7-4C22-8A3E-A6B40FD3C4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1" name="直線コネクタ 120890">
                      <a:extLst>
                        <a:ext uri="{FF2B5EF4-FFF2-40B4-BE49-F238E27FC236}">
                          <a16:creationId xmlns:a16="http://schemas.microsoft.com/office/drawing/2014/main" id="{6F1E8137-B8BA-431A-9FFD-3B65329B7C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2" name="直線コネクタ 120891">
                      <a:extLst>
                        <a:ext uri="{FF2B5EF4-FFF2-40B4-BE49-F238E27FC236}">
                          <a16:creationId xmlns:a16="http://schemas.microsoft.com/office/drawing/2014/main" id="{D56082AB-BA3B-46FD-98FD-D33ABCA286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3" name="直線コネクタ 120892">
                      <a:extLst>
                        <a:ext uri="{FF2B5EF4-FFF2-40B4-BE49-F238E27FC236}">
                          <a16:creationId xmlns:a16="http://schemas.microsoft.com/office/drawing/2014/main" id="{944A90BB-3AE3-49C7-88F5-BC0063AE62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4" name="直線コネクタ 120893">
                      <a:extLst>
                        <a:ext uri="{FF2B5EF4-FFF2-40B4-BE49-F238E27FC236}">
                          <a16:creationId xmlns:a16="http://schemas.microsoft.com/office/drawing/2014/main" id="{F091653E-AC0D-402C-8A43-4257643ED7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5" name="直線コネクタ 120894">
                      <a:extLst>
                        <a:ext uri="{FF2B5EF4-FFF2-40B4-BE49-F238E27FC236}">
                          <a16:creationId xmlns:a16="http://schemas.microsoft.com/office/drawing/2014/main" id="{D775909C-A1FB-4913-A800-D6B8ED6ACC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6" name="直線コネクタ 120895">
                      <a:extLst>
                        <a:ext uri="{FF2B5EF4-FFF2-40B4-BE49-F238E27FC236}">
                          <a16:creationId xmlns:a16="http://schemas.microsoft.com/office/drawing/2014/main" id="{C946369C-DD05-493B-87D2-ED05F5AA98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7" name="直線コネクタ 120896">
                      <a:extLst>
                        <a:ext uri="{FF2B5EF4-FFF2-40B4-BE49-F238E27FC236}">
                          <a16:creationId xmlns:a16="http://schemas.microsoft.com/office/drawing/2014/main" id="{F4B74C6D-726A-4CE3-8241-91E3704805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8" name="直線コネクタ 120897">
                      <a:extLst>
                        <a:ext uri="{FF2B5EF4-FFF2-40B4-BE49-F238E27FC236}">
                          <a16:creationId xmlns:a16="http://schemas.microsoft.com/office/drawing/2014/main" id="{4F807481-184C-498A-9FC1-E8A8BD1D62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899" name="直線コネクタ 120898">
                      <a:extLst>
                        <a:ext uri="{FF2B5EF4-FFF2-40B4-BE49-F238E27FC236}">
                          <a16:creationId xmlns:a16="http://schemas.microsoft.com/office/drawing/2014/main" id="{ADEDD668-6662-492E-83DF-E0B3A95159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0" name="直線コネクタ 120899">
                      <a:extLst>
                        <a:ext uri="{FF2B5EF4-FFF2-40B4-BE49-F238E27FC236}">
                          <a16:creationId xmlns:a16="http://schemas.microsoft.com/office/drawing/2014/main" id="{4A1708B1-A040-4A4F-8C65-1FBAC684FB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1" name="直線コネクタ 120900">
                      <a:extLst>
                        <a:ext uri="{FF2B5EF4-FFF2-40B4-BE49-F238E27FC236}">
                          <a16:creationId xmlns:a16="http://schemas.microsoft.com/office/drawing/2014/main" id="{49E40A55-9F05-45D9-A914-60A9F5A3C8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2" name="直線コネクタ 120901">
                      <a:extLst>
                        <a:ext uri="{FF2B5EF4-FFF2-40B4-BE49-F238E27FC236}">
                          <a16:creationId xmlns:a16="http://schemas.microsoft.com/office/drawing/2014/main" id="{3A9F0E52-44A2-4347-963E-907C846040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3" name="直線コネクタ 120902">
                      <a:extLst>
                        <a:ext uri="{FF2B5EF4-FFF2-40B4-BE49-F238E27FC236}">
                          <a16:creationId xmlns:a16="http://schemas.microsoft.com/office/drawing/2014/main" id="{C42464FF-5B87-4FA1-A774-76683964AE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4" name="直線コネクタ 120903">
                      <a:extLst>
                        <a:ext uri="{FF2B5EF4-FFF2-40B4-BE49-F238E27FC236}">
                          <a16:creationId xmlns:a16="http://schemas.microsoft.com/office/drawing/2014/main" id="{137501F3-8A52-4180-872C-208A9B062F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5" name="直線コネクタ 120904">
                      <a:extLst>
                        <a:ext uri="{FF2B5EF4-FFF2-40B4-BE49-F238E27FC236}">
                          <a16:creationId xmlns:a16="http://schemas.microsoft.com/office/drawing/2014/main" id="{03A1A18E-1B59-4607-AF4C-A7BBAF6DA1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6" name="直線コネクタ 120905">
                      <a:extLst>
                        <a:ext uri="{FF2B5EF4-FFF2-40B4-BE49-F238E27FC236}">
                          <a16:creationId xmlns:a16="http://schemas.microsoft.com/office/drawing/2014/main" id="{EAEF1550-5ED5-48DC-B415-3D6A5B2C3E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7" name="直線コネクタ 120906">
                      <a:extLst>
                        <a:ext uri="{FF2B5EF4-FFF2-40B4-BE49-F238E27FC236}">
                          <a16:creationId xmlns:a16="http://schemas.microsoft.com/office/drawing/2014/main" id="{8212BEC0-B478-443B-BCA8-0BD12DCDEB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8" name="直線コネクタ 120907">
                      <a:extLst>
                        <a:ext uri="{FF2B5EF4-FFF2-40B4-BE49-F238E27FC236}">
                          <a16:creationId xmlns:a16="http://schemas.microsoft.com/office/drawing/2014/main" id="{23CB8D50-462B-4CBA-B2F4-93C5104855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09" name="直線コネクタ 120908">
                      <a:extLst>
                        <a:ext uri="{FF2B5EF4-FFF2-40B4-BE49-F238E27FC236}">
                          <a16:creationId xmlns:a16="http://schemas.microsoft.com/office/drawing/2014/main" id="{9B9FBBA5-528C-450A-B503-80342771E4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0" name="直線コネクタ 120909">
                      <a:extLst>
                        <a:ext uri="{FF2B5EF4-FFF2-40B4-BE49-F238E27FC236}">
                          <a16:creationId xmlns:a16="http://schemas.microsoft.com/office/drawing/2014/main" id="{8D324B2C-266F-4CE7-AE2E-572763AD14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1" name="直線コネクタ 120910">
                      <a:extLst>
                        <a:ext uri="{FF2B5EF4-FFF2-40B4-BE49-F238E27FC236}">
                          <a16:creationId xmlns:a16="http://schemas.microsoft.com/office/drawing/2014/main" id="{B951DDF4-E117-48B3-A605-E8EBB94479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2" name="直線コネクタ 120911">
                      <a:extLst>
                        <a:ext uri="{FF2B5EF4-FFF2-40B4-BE49-F238E27FC236}">
                          <a16:creationId xmlns:a16="http://schemas.microsoft.com/office/drawing/2014/main" id="{C1D2062A-6514-42DC-8114-BC312A3BDD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3" name="直線コネクタ 120912">
                      <a:extLst>
                        <a:ext uri="{FF2B5EF4-FFF2-40B4-BE49-F238E27FC236}">
                          <a16:creationId xmlns:a16="http://schemas.microsoft.com/office/drawing/2014/main" id="{A6ECE8FE-CE6B-43B2-B9B0-76C4D43B6B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4" name="直線コネクタ 120913">
                      <a:extLst>
                        <a:ext uri="{FF2B5EF4-FFF2-40B4-BE49-F238E27FC236}">
                          <a16:creationId xmlns:a16="http://schemas.microsoft.com/office/drawing/2014/main" id="{4A31A4B1-9B72-407F-8A8D-5858FFC83E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5" name="直線コネクタ 120914">
                      <a:extLst>
                        <a:ext uri="{FF2B5EF4-FFF2-40B4-BE49-F238E27FC236}">
                          <a16:creationId xmlns:a16="http://schemas.microsoft.com/office/drawing/2014/main" id="{5062F1D3-B542-4E57-84D4-D0E1CFF7DF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6" name="直線コネクタ 120915">
                      <a:extLst>
                        <a:ext uri="{FF2B5EF4-FFF2-40B4-BE49-F238E27FC236}">
                          <a16:creationId xmlns:a16="http://schemas.microsoft.com/office/drawing/2014/main" id="{7A09D492-0E21-46C3-9CD8-344C7A9951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7" name="直線コネクタ 120916">
                      <a:extLst>
                        <a:ext uri="{FF2B5EF4-FFF2-40B4-BE49-F238E27FC236}">
                          <a16:creationId xmlns:a16="http://schemas.microsoft.com/office/drawing/2014/main" id="{C602043A-5C5E-4A20-8684-EAEDC2A128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8" name="直線コネクタ 120917">
                      <a:extLst>
                        <a:ext uri="{FF2B5EF4-FFF2-40B4-BE49-F238E27FC236}">
                          <a16:creationId xmlns:a16="http://schemas.microsoft.com/office/drawing/2014/main" id="{8DF238A3-7329-481E-A5C9-EC6DCCA488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19" name="直線コネクタ 120918">
                      <a:extLst>
                        <a:ext uri="{FF2B5EF4-FFF2-40B4-BE49-F238E27FC236}">
                          <a16:creationId xmlns:a16="http://schemas.microsoft.com/office/drawing/2014/main" id="{28BBD946-2D82-4643-BA42-6098367766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0" name="直線コネクタ 120919">
                      <a:extLst>
                        <a:ext uri="{FF2B5EF4-FFF2-40B4-BE49-F238E27FC236}">
                          <a16:creationId xmlns:a16="http://schemas.microsoft.com/office/drawing/2014/main" id="{C2964093-E308-4B91-B0D9-54FA7717BC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1" name="直線コネクタ 120920">
                      <a:extLst>
                        <a:ext uri="{FF2B5EF4-FFF2-40B4-BE49-F238E27FC236}">
                          <a16:creationId xmlns:a16="http://schemas.microsoft.com/office/drawing/2014/main" id="{E0ED311F-18CF-4616-B894-B191CCE8C6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2" name="直線コネクタ 120921">
                      <a:extLst>
                        <a:ext uri="{FF2B5EF4-FFF2-40B4-BE49-F238E27FC236}">
                          <a16:creationId xmlns:a16="http://schemas.microsoft.com/office/drawing/2014/main" id="{F150F001-3D59-4DAB-AA08-C2F30454E5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3" name="直線コネクタ 120922">
                      <a:extLst>
                        <a:ext uri="{FF2B5EF4-FFF2-40B4-BE49-F238E27FC236}">
                          <a16:creationId xmlns:a16="http://schemas.microsoft.com/office/drawing/2014/main" id="{4F45D74C-E687-4D87-8C0E-EC169DD8F7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4" name="直線コネクタ 120923">
                      <a:extLst>
                        <a:ext uri="{FF2B5EF4-FFF2-40B4-BE49-F238E27FC236}">
                          <a16:creationId xmlns:a16="http://schemas.microsoft.com/office/drawing/2014/main" id="{1CAC284B-0FD1-447B-A7B3-CAFF6DADBE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5" name="直線コネクタ 120924">
                      <a:extLst>
                        <a:ext uri="{FF2B5EF4-FFF2-40B4-BE49-F238E27FC236}">
                          <a16:creationId xmlns:a16="http://schemas.microsoft.com/office/drawing/2014/main" id="{7EB30CF5-54E1-4F30-9273-01A8A036F7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6" name="直線コネクタ 120925">
                      <a:extLst>
                        <a:ext uri="{FF2B5EF4-FFF2-40B4-BE49-F238E27FC236}">
                          <a16:creationId xmlns:a16="http://schemas.microsoft.com/office/drawing/2014/main" id="{44011CA5-E5F6-4D55-9287-FFD2CFE4A2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7" name="直線コネクタ 120926">
                      <a:extLst>
                        <a:ext uri="{FF2B5EF4-FFF2-40B4-BE49-F238E27FC236}">
                          <a16:creationId xmlns:a16="http://schemas.microsoft.com/office/drawing/2014/main" id="{62A14902-7B03-4954-AC90-12612F9677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8" name="直線コネクタ 120927">
                      <a:extLst>
                        <a:ext uri="{FF2B5EF4-FFF2-40B4-BE49-F238E27FC236}">
                          <a16:creationId xmlns:a16="http://schemas.microsoft.com/office/drawing/2014/main" id="{DBB4A3B4-77DC-4405-B4AC-9DAC15C3EC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929" name="直線コネクタ 120928">
                      <a:extLst>
                        <a:ext uri="{FF2B5EF4-FFF2-40B4-BE49-F238E27FC236}">
                          <a16:creationId xmlns:a16="http://schemas.microsoft.com/office/drawing/2014/main" id="{2E892EEC-70DB-4095-AE33-2677B3DCED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3" name="グループ化 118402">
                  <a:extLst>
                    <a:ext uri="{FF2B5EF4-FFF2-40B4-BE49-F238E27FC236}">
                      <a16:creationId xmlns:a16="http://schemas.microsoft.com/office/drawing/2014/main" id="{8E12CC53-112F-4536-9F84-BDFAEA514AD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36917" y="5336881"/>
                  <a:ext cx="125929" cy="126000"/>
                  <a:chOff x="4287481" y="4286224"/>
                  <a:chExt cx="2227978" cy="2229219"/>
                </a:xfrm>
              </p:grpSpPr>
              <p:cxnSp>
                <p:nvCxnSpPr>
                  <p:cNvPr id="120329" name="直線コネクタ 120328">
                    <a:extLst>
                      <a:ext uri="{FF2B5EF4-FFF2-40B4-BE49-F238E27FC236}">
                        <a16:creationId xmlns:a16="http://schemas.microsoft.com/office/drawing/2014/main" id="{580F4F78-D383-4377-9E4F-C766C8DD89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0" name="直線コネクタ 120329">
                    <a:extLst>
                      <a:ext uri="{FF2B5EF4-FFF2-40B4-BE49-F238E27FC236}">
                        <a16:creationId xmlns:a16="http://schemas.microsoft.com/office/drawing/2014/main" id="{47F20311-EF8C-4C1C-83FF-F14B062283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1" name="直線コネクタ 120330">
                    <a:extLst>
                      <a:ext uri="{FF2B5EF4-FFF2-40B4-BE49-F238E27FC236}">
                        <a16:creationId xmlns:a16="http://schemas.microsoft.com/office/drawing/2014/main" id="{BD8921CA-51A5-475F-B460-68814D8628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2" name="直線コネクタ 120331">
                    <a:extLst>
                      <a:ext uri="{FF2B5EF4-FFF2-40B4-BE49-F238E27FC236}">
                        <a16:creationId xmlns:a16="http://schemas.microsoft.com/office/drawing/2014/main" id="{2082C2CD-932E-4D68-9B60-F30CF2B58E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3" name="直線コネクタ 120332">
                    <a:extLst>
                      <a:ext uri="{FF2B5EF4-FFF2-40B4-BE49-F238E27FC236}">
                        <a16:creationId xmlns:a16="http://schemas.microsoft.com/office/drawing/2014/main" id="{D427ECB2-1CBB-47DD-8316-A91A9C5663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4" name="直線コネクタ 120333">
                    <a:extLst>
                      <a:ext uri="{FF2B5EF4-FFF2-40B4-BE49-F238E27FC236}">
                        <a16:creationId xmlns:a16="http://schemas.microsoft.com/office/drawing/2014/main" id="{E9E00F54-27D3-4C68-A94F-A5C682BB1D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5" name="直線コネクタ 120334">
                    <a:extLst>
                      <a:ext uri="{FF2B5EF4-FFF2-40B4-BE49-F238E27FC236}">
                        <a16:creationId xmlns:a16="http://schemas.microsoft.com/office/drawing/2014/main" id="{551ED88B-8763-4715-9684-E301A0406C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6" name="直線コネクタ 120335">
                    <a:extLst>
                      <a:ext uri="{FF2B5EF4-FFF2-40B4-BE49-F238E27FC236}">
                        <a16:creationId xmlns:a16="http://schemas.microsoft.com/office/drawing/2014/main" id="{210F1E3C-3E31-4865-A87F-5BAC18E2E0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7" name="直線コネクタ 120336">
                    <a:extLst>
                      <a:ext uri="{FF2B5EF4-FFF2-40B4-BE49-F238E27FC236}">
                        <a16:creationId xmlns:a16="http://schemas.microsoft.com/office/drawing/2014/main" id="{A39F4C1D-2AC2-4B69-BE30-8A6D1B0349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8" name="直線コネクタ 120337">
                    <a:extLst>
                      <a:ext uri="{FF2B5EF4-FFF2-40B4-BE49-F238E27FC236}">
                        <a16:creationId xmlns:a16="http://schemas.microsoft.com/office/drawing/2014/main" id="{67FB96F6-0659-4C5B-9FB5-3632DB3496F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39" name="直線コネクタ 120338">
                    <a:extLst>
                      <a:ext uri="{FF2B5EF4-FFF2-40B4-BE49-F238E27FC236}">
                        <a16:creationId xmlns:a16="http://schemas.microsoft.com/office/drawing/2014/main" id="{E8C28284-1703-4198-BB39-4F4CBF4E764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0" name="直線コネクタ 120339">
                    <a:extLst>
                      <a:ext uri="{FF2B5EF4-FFF2-40B4-BE49-F238E27FC236}">
                        <a16:creationId xmlns:a16="http://schemas.microsoft.com/office/drawing/2014/main" id="{F4C7E5E4-CF29-4D03-8B97-46190CFC30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1" name="直線コネクタ 120340">
                    <a:extLst>
                      <a:ext uri="{FF2B5EF4-FFF2-40B4-BE49-F238E27FC236}">
                        <a16:creationId xmlns:a16="http://schemas.microsoft.com/office/drawing/2014/main" id="{6C40BDB5-FA60-429D-870C-F64FF01265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2" name="直線コネクタ 120341">
                    <a:extLst>
                      <a:ext uri="{FF2B5EF4-FFF2-40B4-BE49-F238E27FC236}">
                        <a16:creationId xmlns:a16="http://schemas.microsoft.com/office/drawing/2014/main" id="{FCE988F1-9556-471F-8296-3F8DBB1279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3" name="直線コネクタ 120342">
                    <a:extLst>
                      <a:ext uri="{FF2B5EF4-FFF2-40B4-BE49-F238E27FC236}">
                        <a16:creationId xmlns:a16="http://schemas.microsoft.com/office/drawing/2014/main" id="{A973B631-A1F4-4EBA-9B4F-7BD9DB1A12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4" name="直線コネクタ 120343">
                    <a:extLst>
                      <a:ext uri="{FF2B5EF4-FFF2-40B4-BE49-F238E27FC236}">
                        <a16:creationId xmlns:a16="http://schemas.microsoft.com/office/drawing/2014/main" id="{1784474B-AB4A-4E05-98DB-6A772E2E1C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5" name="直線コネクタ 120344">
                    <a:extLst>
                      <a:ext uri="{FF2B5EF4-FFF2-40B4-BE49-F238E27FC236}">
                        <a16:creationId xmlns:a16="http://schemas.microsoft.com/office/drawing/2014/main" id="{6B161D1D-F6C3-4A16-B8D3-07E6320DE7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6" name="直線コネクタ 120345">
                    <a:extLst>
                      <a:ext uri="{FF2B5EF4-FFF2-40B4-BE49-F238E27FC236}">
                        <a16:creationId xmlns:a16="http://schemas.microsoft.com/office/drawing/2014/main" id="{7660BF3D-4B7C-45BB-B69D-671CD41964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7" name="直線コネクタ 120346">
                    <a:extLst>
                      <a:ext uri="{FF2B5EF4-FFF2-40B4-BE49-F238E27FC236}">
                        <a16:creationId xmlns:a16="http://schemas.microsoft.com/office/drawing/2014/main" id="{ABD46A35-84E4-4A00-8375-E2001B5E5A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8" name="直線コネクタ 120347">
                    <a:extLst>
                      <a:ext uri="{FF2B5EF4-FFF2-40B4-BE49-F238E27FC236}">
                        <a16:creationId xmlns:a16="http://schemas.microsoft.com/office/drawing/2014/main" id="{ACEF6B8F-B4E2-44DA-9F5C-90B023C4F9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49" name="直線コネクタ 120348">
                    <a:extLst>
                      <a:ext uri="{FF2B5EF4-FFF2-40B4-BE49-F238E27FC236}">
                        <a16:creationId xmlns:a16="http://schemas.microsoft.com/office/drawing/2014/main" id="{DC570C52-40B7-4E09-B532-C5C528FC1F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0" name="直線コネクタ 120349">
                    <a:extLst>
                      <a:ext uri="{FF2B5EF4-FFF2-40B4-BE49-F238E27FC236}">
                        <a16:creationId xmlns:a16="http://schemas.microsoft.com/office/drawing/2014/main" id="{070AB550-206E-4A6E-BC26-28032E42E6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1" name="直線コネクタ 120350">
                    <a:extLst>
                      <a:ext uri="{FF2B5EF4-FFF2-40B4-BE49-F238E27FC236}">
                        <a16:creationId xmlns:a16="http://schemas.microsoft.com/office/drawing/2014/main" id="{1168F8BC-3B28-4785-BBD4-CE835843BD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2" name="直線コネクタ 120351">
                    <a:extLst>
                      <a:ext uri="{FF2B5EF4-FFF2-40B4-BE49-F238E27FC236}">
                        <a16:creationId xmlns:a16="http://schemas.microsoft.com/office/drawing/2014/main" id="{345A37F2-F34B-4FFE-A505-685CD0B130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3" name="直線コネクタ 120352">
                    <a:extLst>
                      <a:ext uri="{FF2B5EF4-FFF2-40B4-BE49-F238E27FC236}">
                        <a16:creationId xmlns:a16="http://schemas.microsoft.com/office/drawing/2014/main" id="{05A5725A-31AC-4A71-A619-84FAAFF243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4" name="直線コネクタ 120353">
                    <a:extLst>
                      <a:ext uri="{FF2B5EF4-FFF2-40B4-BE49-F238E27FC236}">
                        <a16:creationId xmlns:a16="http://schemas.microsoft.com/office/drawing/2014/main" id="{0101F831-4905-4930-8BDE-E775E7127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5" name="直線コネクタ 120354">
                    <a:extLst>
                      <a:ext uri="{FF2B5EF4-FFF2-40B4-BE49-F238E27FC236}">
                        <a16:creationId xmlns:a16="http://schemas.microsoft.com/office/drawing/2014/main" id="{958C1C00-C437-4FC9-8B66-7641ADC03C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6" name="直線コネクタ 120355">
                    <a:extLst>
                      <a:ext uri="{FF2B5EF4-FFF2-40B4-BE49-F238E27FC236}">
                        <a16:creationId xmlns:a16="http://schemas.microsoft.com/office/drawing/2014/main" id="{62E3AB5A-9905-4BD9-9F48-E753631D5F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7" name="直線コネクタ 120356">
                    <a:extLst>
                      <a:ext uri="{FF2B5EF4-FFF2-40B4-BE49-F238E27FC236}">
                        <a16:creationId xmlns:a16="http://schemas.microsoft.com/office/drawing/2014/main" id="{0EC543EE-B5AA-46AC-BA03-82BF1B28F6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8" name="直線コネクタ 120357">
                    <a:extLst>
                      <a:ext uri="{FF2B5EF4-FFF2-40B4-BE49-F238E27FC236}">
                        <a16:creationId xmlns:a16="http://schemas.microsoft.com/office/drawing/2014/main" id="{1CD7FE07-828E-4D51-9FE5-D036B082C6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59" name="直線コネクタ 120358">
                    <a:extLst>
                      <a:ext uri="{FF2B5EF4-FFF2-40B4-BE49-F238E27FC236}">
                        <a16:creationId xmlns:a16="http://schemas.microsoft.com/office/drawing/2014/main" id="{F678061E-15A4-4688-BC1A-5A048047BD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0" name="直線コネクタ 120359">
                    <a:extLst>
                      <a:ext uri="{FF2B5EF4-FFF2-40B4-BE49-F238E27FC236}">
                        <a16:creationId xmlns:a16="http://schemas.microsoft.com/office/drawing/2014/main" id="{45BC92D8-97AD-40E7-AB53-F6E66799B1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1" name="直線コネクタ 120360">
                    <a:extLst>
                      <a:ext uri="{FF2B5EF4-FFF2-40B4-BE49-F238E27FC236}">
                        <a16:creationId xmlns:a16="http://schemas.microsoft.com/office/drawing/2014/main" id="{7D82504E-26C3-4905-9651-EA46685F40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2" name="直線コネクタ 120361">
                    <a:extLst>
                      <a:ext uri="{FF2B5EF4-FFF2-40B4-BE49-F238E27FC236}">
                        <a16:creationId xmlns:a16="http://schemas.microsoft.com/office/drawing/2014/main" id="{75405874-F930-4A2A-9606-226D3CEA12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3" name="直線コネクタ 120362">
                    <a:extLst>
                      <a:ext uri="{FF2B5EF4-FFF2-40B4-BE49-F238E27FC236}">
                        <a16:creationId xmlns:a16="http://schemas.microsoft.com/office/drawing/2014/main" id="{1B5C91D7-B6B7-476D-BEE2-0BB8E32CB2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4" name="直線コネクタ 120363">
                    <a:extLst>
                      <a:ext uri="{FF2B5EF4-FFF2-40B4-BE49-F238E27FC236}">
                        <a16:creationId xmlns:a16="http://schemas.microsoft.com/office/drawing/2014/main" id="{A25E6421-3F51-4D18-BF7C-D847841028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5" name="直線コネクタ 120364">
                    <a:extLst>
                      <a:ext uri="{FF2B5EF4-FFF2-40B4-BE49-F238E27FC236}">
                        <a16:creationId xmlns:a16="http://schemas.microsoft.com/office/drawing/2014/main" id="{F1F4E7FA-4E4D-49FB-877E-E8992C6D89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6" name="直線コネクタ 120365">
                    <a:extLst>
                      <a:ext uri="{FF2B5EF4-FFF2-40B4-BE49-F238E27FC236}">
                        <a16:creationId xmlns:a16="http://schemas.microsoft.com/office/drawing/2014/main" id="{0E0B731A-A1FD-4393-A5AD-1A5A9E54BE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7" name="直線コネクタ 120366">
                    <a:extLst>
                      <a:ext uri="{FF2B5EF4-FFF2-40B4-BE49-F238E27FC236}">
                        <a16:creationId xmlns:a16="http://schemas.microsoft.com/office/drawing/2014/main" id="{84D72192-1259-49B0-BDDF-3DD4DD011B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8" name="直線コネクタ 120367">
                    <a:extLst>
                      <a:ext uri="{FF2B5EF4-FFF2-40B4-BE49-F238E27FC236}">
                        <a16:creationId xmlns:a16="http://schemas.microsoft.com/office/drawing/2014/main" id="{CC8BD052-D206-44BF-B653-70405E3CA8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69" name="直線コネクタ 120368">
                    <a:extLst>
                      <a:ext uri="{FF2B5EF4-FFF2-40B4-BE49-F238E27FC236}">
                        <a16:creationId xmlns:a16="http://schemas.microsoft.com/office/drawing/2014/main" id="{01201717-218B-4694-A709-993B6CE05F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0" name="直線コネクタ 120369">
                    <a:extLst>
                      <a:ext uri="{FF2B5EF4-FFF2-40B4-BE49-F238E27FC236}">
                        <a16:creationId xmlns:a16="http://schemas.microsoft.com/office/drawing/2014/main" id="{0B2C82AE-5774-4773-B324-7C4A8A84DC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1" name="直線コネクタ 120370">
                    <a:extLst>
                      <a:ext uri="{FF2B5EF4-FFF2-40B4-BE49-F238E27FC236}">
                        <a16:creationId xmlns:a16="http://schemas.microsoft.com/office/drawing/2014/main" id="{B0D1C3CD-D549-45B4-BD11-81B142CCBA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2" name="直線コネクタ 120371">
                    <a:extLst>
                      <a:ext uri="{FF2B5EF4-FFF2-40B4-BE49-F238E27FC236}">
                        <a16:creationId xmlns:a16="http://schemas.microsoft.com/office/drawing/2014/main" id="{8A618CD2-2914-442A-97C3-D8F047A84C7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3" name="直線コネクタ 120372">
                    <a:extLst>
                      <a:ext uri="{FF2B5EF4-FFF2-40B4-BE49-F238E27FC236}">
                        <a16:creationId xmlns:a16="http://schemas.microsoft.com/office/drawing/2014/main" id="{06B82B2D-720D-4AD4-A3EE-5458E98272C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4" name="直線コネクタ 120373">
                    <a:extLst>
                      <a:ext uri="{FF2B5EF4-FFF2-40B4-BE49-F238E27FC236}">
                        <a16:creationId xmlns:a16="http://schemas.microsoft.com/office/drawing/2014/main" id="{ED2AB9D8-C8ED-4CC2-85D3-0947C53EB5D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5" name="直線コネクタ 120374">
                    <a:extLst>
                      <a:ext uri="{FF2B5EF4-FFF2-40B4-BE49-F238E27FC236}">
                        <a16:creationId xmlns:a16="http://schemas.microsoft.com/office/drawing/2014/main" id="{11294F29-CF04-46CE-A925-56C53EA6F37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6" name="直線コネクタ 120375">
                    <a:extLst>
                      <a:ext uri="{FF2B5EF4-FFF2-40B4-BE49-F238E27FC236}">
                        <a16:creationId xmlns:a16="http://schemas.microsoft.com/office/drawing/2014/main" id="{F787399B-E48D-49D2-9A5D-2B6D7D4A0F1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7" name="直線コネクタ 120376">
                    <a:extLst>
                      <a:ext uri="{FF2B5EF4-FFF2-40B4-BE49-F238E27FC236}">
                        <a16:creationId xmlns:a16="http://schemas.microsoft.com/office/drawing/2014/main" id="{281F1E13-3834-49B9-89D9-7E5D11C0819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8" name="直線コネクタ 120377">
                    <a:extLst>
                      <a:ext uri="{FF2B5EF4-FFF2-40B4-BE49-F238E27FC236}">
                        <a16:creationId xmlns:a16="http://schemas.microsoft.com/office/drawing/2014/main" id="{ED926816-FF88-4408-83EB-915C9E0E318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79" name="直線コネクタ 120378">
                    <a:extLst>
                      <a:ext uri="{FF2B5EF4-FFF2-40B4-BE49-F238E27FC236}">
                        <a16:creationId xmlns:a16="http://schemas.microsoft.com/office/drawing/2014/main" id="{322D3CC1-42F9-4469-97A0-B44D665F937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0" name="直線コネクタ 120379">
                    <a:extLst>
                      <a:ext uri="{FF2B5EF4-FFF2-40B4-BE49-F238E27FC236}">
                        <a16:creationId xmlns:a16="http://schemas.microsoft.com/office/drawing/2014/main" id="{2C14B21C-CB36-46E0-AAAE-F749041974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1" name="直線コネクタ 120380">
                    <a:extLst>
                      <a:ext uri="{FF2B5EF4-FFF2-40B4-BE49-F238E27FC236}">
                        <a16:creationId xmlns:a16="http://schemas.microsoft.com/office/drawing/2014/main" id="{410DB1E5-DF5C-425E-98CE-4DE63394094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2" name="直線コネクタ 120381">
                    <a:extLst>
                      <a:ext uri="{FF2B5EF4-FFF2-40B4-BE49-F238E27FC236}">
                        <a16:creationId xmlns:a16="http://schemas.microsoft.com/office/drawing/2014/main" id="{B43E7040-3511-4ADA-ACD3-9A1D913409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3" name="直線コネクタ 120382">
                    <a:extLst>
                      <a:ext uri="{FF2B5EF4-FFF2-40B4-BE49-F238E27FC236}">
                        <a16:creationId xmlns:a16="http://schemas.microsoft.com/office/drawing/2014/main" id="{A201B185-714E-409B-B036-785146E6E6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4" name="直線コネクタ 120383">
                    <a:extLst>
                      <a:ext uri="{FF2B5EF4-FFF2-40B4-BE49-F238E27FC236}">
                        <a16:creationId xmlns:a16="http://schemas.microsoft.com/office/drawing/2014/main" id="{52934FB8-0F74-428C-8015-89CFECC01A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5" name="直線コネクタ 120384">
                    <a:extLst>
                      <a:ext uri="{FF2B5EF4-FFF2-40B4-BE49-F238E27FC236}">
                        <a16:creationId xmlns:a16="http://schemas.microsoft.com/office/drawing/2014/main" id="{F2AB0E77-AE01-4112-B95E-2891CE789D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6" name="直線コネクタ 120385">
                    <a:extLst>
                      <a:ext uri="{FF2B5EF4-FFF2-40B4-BE49-F238E27FC236}">
                        <a16:creationId xmlns:a16="http://schemas.microsoft.com/office/drawing/2014/main" id="{CD60FB2D-7A66-4FF8-ACA7-126B2DD22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7" name="直線コネクタ 120386">
                    <a:extLst>
                      <a:ext uri="{FF2B5EF4-FFF2-40B4-BE49-F238E27FC236}">
                        <a16:creationId xmlns:a16="http://schemas.microsoft.com/office/drawing/2014/main" id="{3277B0EA-47C2-4A9F-879A-ED46CB9805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8" name="直線コネクタ 120387">
                    <a:extLst>
                      <a:ext uri="{FF2B5EF4-FFF2-40B4-BE49-F238E27FC236}">
                        <a16:creationId xmlns:a16="http://schemas.microsoft.com/office/drawing/2014/main" id="{AFD515A6-34A8-46A8-AA5D-FE3CEEC43B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89" name="直線コネクタ 120388">
                    <a:extLst>
                      <a:ext uri="{FF2B5EF4-FFF2-40B4-BE49-F238E27FC236}">
                        <a16:creationId xmlns:a16="http://schemas.microsoft.com/office/drawing/2014/main" id="{426DA149-9A0B-430B-B515-A421A410BD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0" name="直線コネクタ 120389">
                    <a:extLst>
                      <a:ext uri="{FF2B5EF4-FFF2-40B4-BE49-F238E27FC236}">
                        <a16:creationId xmlns:a16="http://schemas.microsoft.com/office/drawing/2014/main" id="{28C19AC5-C562-4A0C-88F8-4E2EAAA8F6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1" name="直線コネクタ 120390">
                    <a:extLst>
                      <a:ext uri="{FF2B5EF4-FFF2-40B4-BE49-F238E27FC236}">
                        <a16:creationId xmlns:a16="http://schemas.microsoft.com/office/drawing/2014/main" id="{06AB4B0A-C209-4BD2-B156-FCE6E0007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2" name="直線コネクタ 120391">
                    <a:extLst>
                      <a:ext uri="{FF2B5EF4-FFF2-40B4-BE49-F238E27FC236}">
                        <a16:creationId xmlns:a16="http://schemas.microsoft.com/office/drawing/2014/main" id="{08E0C455-38F9-4F87-B3C1-F22B2FB78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3" name="直線コネクタ 120392">
                    <a:extLst>
                      <a:ext uri="{FF2B5EF4-FFF2-40B4-BE49-F238E27FC236}">
                        <a16:creationId xmlns:a16="http://schemas.microsoft.com/office/drawing/2014/main" id="{96CB167C-EFAE-41DF-82C2-308A35D568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4" name="直線コネクタ 120393">
                    <a:extLst>
                      <a:ext uri="{FF2B5EF4-FFF2-40B4-BE49-F238E27FC236}">
                        <a16:creationId xmlns:a16="http://schemas.microsoft.com/office/drawing/2014/main" id="{DBE70721-7383-46B1-B2D0-5ECAC50A4D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5" name="直線コネクタ 120394">
                    <a:extLst>
                      <a:ext uri="{FF2B5EF4-FFF2-40B4-BE49-F238E27FC236}">
                        <a16:creationId xmlns:a16="http://schemas.microsoft.com/office/drawing/2014/main" id="{2EC058DC-3471-43F4-890A-22779966ED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6" name="直線コネクタ 120395">
                    <a:extLst>
                      <a:ext uri="{FF2B5EF4-FFF2-40B4-BE49-F238E27FC236}">
                        <a16:creationId xmlns:a16="http://schemas.microsoft.com/office/drawing/2014/main" id="{906CAA8D-1F86-49CE-A1A2-A67F61C9CC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7" name="直線コネクタ 120396">
                    <a:extLst>
                      <a:ext uri="{FF2B5EF4-FFF2-40B4-BE49-F238E27FC236}">
                        <a16:creationId xmlns:a16="http://schemas.microsoft.com/office/drawing/2014/main" id="{5849F885-468C-4196-B8FF-D9C0AF6C84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8" name="直線コネクタ 120397">
                    <a:extLst>
                      <a:ext uri="{FF2B5EF4-FFF2-40B4-BE49-F238E27FC236}">
                        <a16:creationId xmlns:a16="http://schemas.microsoft.com/office/drawing/2014/main" id="{66236224-56E1-4C60-AD7B-93033E2147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399" name="直線コネクタ 120398">
                    <a:extLst>
                      <a:ext uri="{FF2B5EF4-FFF2-40B4-BE49-F238E27FC236}">
                        <a16:creationId xmlns:a16="http://schemas.microsoft.com/office/drawing/2014/main" id="{4F86C0A0-6EF8-4FF3-8B9E-04B1BF6431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0" name="直線コネクタ 120399">
                    <a:extLst>
                      <a:ext uri="{FF2B5EF4-FFF2-40B4-BE49-F238E27FC236}">
                        <a16:creationId xmlns:a16="http://schemas.microsoft.com/office/drawing/2014/main" id="{C67AF64F-D809-477C-89A3-5F55F97620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1" name="直線コネクタ 120400">
                    <a:extLst>
                      <a:ext uri="{FF2B5EF4-FFF2-40B4-BE49-F238E27FC236}">
                        <a16:creationId xmlns:a16="http://schemas.microsoft.com/office/drawing/2014/main" id="{51618C2B-36BE-4CCE-9E15-D84ED35994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2" name="直線コネクタ 120401">
                    <a:extLst>
                      <a:ext uri="{FF2B5EF4-FFF2-40B4-BE49-F238E27FC236}">
                        <a16:creationId xmlns:a16="http://schemas.microsoft.com/office/drawing/2014/main" id="{BC2082EF-5ADC-479F-8699-D2CC79D592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3" name="直線コネクタ 120402">
                    <a:extLst>
                      <a:ext uri="{FF2B5EF4-FFF2-40B4-BE49-F238E27FC236}">
                        <a16:creationId xmlns:a16="http://schemas.microsoft.com/office/drawing/2014/main" id="{99523B41-1EE1-4F08-BF36-F6459D25DF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4" name="直線コネクタ 120403">
                    <a:extLst>
                      <a:ext uri="{FF2B5EF4-FFF2-40B4-BE49-F238E27FC236}">
                        <a16:creationId xmlns:a16="http://schemas.microsoft.com/office/drawing/2014/main" id="{ED6C4F00-00AA-448E-B24D-8043B65980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5" name="直線コネクタ 120404">
                    <a:extLst>
                      <a:ext uri="{FF2B5EF4-FFF2-40B4-BE49-F238E27FC236}">
                        <a16:creationId xmlns:a16="http://schemas.microsoft.com/office/drawing/2014/main" id="{B008A7A8-220E-4676-8F07-56260C4FC9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6" name="直線コネクタ 120405">
                    <a:extLst>
                      <a:ext uri="{FF2B5EF4-FFF2-40B4-BE49-F238E27FC236}">
                        <a16:creationId xmlns:a16="http://schemas.microsoft.com/office/drawing/2014/main" id="{D4021643-37F9-4215-8BA2-F12EC89A5E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7" name="直線コネクタ 120406">
                    <a:extLst>
                      <a:ext uri="{FF2B5EF4-FFF2-40B4-BE49-F238E27FC236}">
                        <a16:creationId xmlns:a16="http://schemas.microsoft.com/office/drawing/2014/main" id="{7447D9A7-8111-431A-BDAD-A3B52F33FD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8" name="直線コネクタ 120407">
                    <a:extLst>
                      <a:ext uri="{FF2B5EF4-FFF2-40B4-BE49-F238E27FC236}">
                        <a16:creationId xmlns:a16="http://schemas.microsoft.com/office/drawing/2014/main" id="{400250E1-8167-40F1-A43C-6139BA7666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09" name="直線コネクタ 120408">
                    <a:extLst>
                      <a:ext uri="{FF2B5EF4-FFF2-40B4-BE49-F238E27FC236}">
                        <a16:creationId xmlns:a16="http://schemas.microsoft.com/office/drawing/2014/main" id="{068DE932-F53A-48D2-B754-2D0F47238A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0" name="直線コネクタ 120409">
                    <a:extLst>
                      <a:ext uri="{FF2B5EF4-FFF2-40B4-BE49-F238E27FC236}">
                        <a16:creationId xmlns:a16="http://schemas.microsoft.com/office/drawing/2014/main" id="{92B909E2-09A7-44B1-B7B1-F6576C9A1D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1" name="直線コネクタ 120410">
                    <a:extLst>
                      <a:ext uri="{FF2B5EF4-FFF2-40B4-BE49-F238E27FC236}">
                        <a16:creationId xmlns:a16="http://schemas.microsoft.com/office/drawing/2014/main" id="{AA594B42-CF0D-4033-BFCE-21A7897DD5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2" name="直線コネクタ 120411">
                    <a:extLst>
                      <a:ext uri="{FF2B5EF4-FFF2-40B4-BE49-F238E27FC236}">
                        <a16:creationId xmlns:a16="http://schemas.microsoft.com/office/drawing/2014/main" id="{40EBC6D8-A801-4377-838F-1EF1AD9412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3" name="直線コネクタ 120412">
                    <a:extLst>
                      <a:ext uri="{FF2B5EF4-FFF2-40B4-BE49-F238E27FC236}">
                        <a16:creationId xmlns:a16="http://schemas.microsoft.com/office/drawing/2014/main" id="{080F6671-24AC-4D10-9023-97666934F0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4" name="直線コネクタ 120413">
                    <a:extLst>
                      <a:ext uri="{FF2B5EF4-FFF2-40B4-BE49-F238E27FC236}">
                        <a16:creationId xmlns:a16="http://schemas.microsoft.com/office/drawing/2014/main" id="{C7279295-8CC9-40FB-8E4D-8787D952A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5" name="直線コネクタ 120414">
                    <a:extLst>
                      <a:ext uri="{FF2B5EF4-FFF2-40B4-BE49-F238E27FC236}">
                        <a16:creationId xmlns:a16="http://schemas.microsoft.com/office/drawing/2014/main" id="{D0207841-F032-42A2-8351-F65A3DAC95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6" name="直線コネクタ 120415">
                    <a:extLst>
                      <a:ext uri="{FF2B5EF4-FFF2-40B4-BE49-F238E27FC236}">
                        <a16:creationId xmlns:a16="http://schemas.microsoft.com/office/drawing/2014/main" id="{E1256DD1-380B-4670-BAD5-98EE9634CD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7" name="直線コネクタ 120416">
                    <a:extLst>
                      <a:ext uri="{FF2B5EF4-FFF2-40B4-BE49-F238E27FC236}">
                        <a16:creationId xmlns:a16="http://schemas.microsoft.com/office/drawing/2014/main" id="{CC37C090-5980-426F-9054-359A99D904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8" name="直線コネクタ 120417">
                    <a:extLst>
                      <a:ext uri="{FF2B5EF4-FFF2-40B4-BE49-F238E27FC236}">
                        <a16:creationId xmlns:a16="http://schemas.microsoft.com/office/drawing/2014/main" id="{D7324042-8F8A-451F-8801-BECBFD9B7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19" name="直線コネクタ 120418">
                    <a:extLst>
                      <a:ext uri="{FF2B5EF4-FFF2-40B4-BE49-F238E27FC236}">
                        <a16:creationId xmlns:a16="http://schemas.microsoft.com/office/drawing/2014/main" id="{934E4D1B-F939-4825-8AB4-F0400897AB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0" name="直線コネクタ 120419">
                    <a:extLst>
                      <a:ext uri="{FF2B5EF4-FFF2-40B4-BE49-F238E27FC236}">
                        <a16:creationId xmlns:a16="http://schemas.microsoft.com/office/drawing/2014/main" id="{9DB99E7E-EF82-4A4B-856B-DE2FC12F535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1" name="直線コネクタ 120420">
                    <a:extLst>
                      <a:ext uri="{FF2B5EF4-FFF2-40B4-BE49-F238E27FC236}">
                        <a16:creationId xmlns:a16="http://schemas.microsoft.com/office/drawing/2014/main" id="{966753E4-E2A7-40A3-974B-1B83080FCA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2" name="直線コネクタ 120421">
                    <a:extLst>
                      <a:ext uri="{FF2B5EF4-FFF2-40B4-BE49-F238E27FC236}">
                        <a16:creationId xmlns:a16="http://schemas.microsoft.com/office/drawing/2014/main" id="{309754BA-F028-46EB-B7E7-27D080EF00C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3" name="直線コネクタ 120422">
                    <a:extLst>
                      <a:ext uri="{FF2B5EF4-FFF2-40B4-BE49-F238E27FC236}">
                        <a16:creationId xmlns:a16="http://schemas.microsoft.com/office/drawing/2014/main" id="{0D527824-5906-4216-B43E-EFE2CEA57FE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4" name="直線コネクタ 120423">
                    <a:extLst>
                      <a:ext uri="{FF2B5EF4-FFF2-40B4-BE49-F238E27FC236}">
                        <a16:creationId xmlns:a16="http://schemas.microsoft.com/office/drawing/2014/main" id="{84AC8803-6CC2-4B79-A98E-DD6B97CD4CC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5" name="直線コネクタ 120424">
                    <a:extLst>
                      <a:ext uri="{FF2B5EF4-FFF2-40B4-BE49-F238E27FC236}">
                        <a16:creationId xmlns:a16="http://schemas.microsoft.com/office/drawing/2014/main" id="{76DFDC25-9BAD-4CB8-A8D7-01E04547382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6" name="直線コネクタ 120425">
                    <a:extLst>
                      <a:ext uri="{FF2B5EF4-FFF2-40B4-BE49-F238E27FC236}">
                        <a16:creationId xmlns:a16="http://schemas.microsoft.com/office/drawing/2014/main" id="{4B39D4D1-48FA-4E9C-8040-EE5972A36E8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7" name="直線コネクタ 120426">
                    <a:extLst>
                      <a:ext uri="{FF2B5EF4-FFF2-40B4-BE49-F238E27FC236}">
                        <a16:creationId xmlns:a16="http://schemas.microsoft.com/office/drawing/2014/main" id="{CEEA0513-B8FF-4671-A5EE-6D5E658E1EF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8" name="直線コネクタ 120427">
                    <a:extLst>
                      <a:ext uri="{FF2B5EF4-FFF2-40B4-BE49-F238E27FC236}">
                        <a16:creationId xmlns:a16="http://schemas.microsoft.com/office/drawing/2014/main" id="{85B72BA7-3C11-4EFE-8345-B1411194A5A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29" name="直線コネクタ 120428">
                    <a:extLst>
                      <a:ext uri="{FF2B5EF4-FFF2-40B4-BE49-F238E27FC236}">
                        <a16:creationId xmlns:a16="http://schemas.microsoft.com/office/drawing/2014/main" id="{CA474A65-042F-4B4D-B115-821EB79CA60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0" name="直線コネクタ 120429">
                    <a:extLst>
                      <a:ext uri="{FF2B5EF4-FFF2-40B4-BE49-F238E27FC236}">
                        <a16:creationId xmlns:a16="http://schemas.microsoft.com/office/drawing/2014/main" id="{D98A449F-52E2-42C6-80F7-00F406733C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1" name="直線コネクタ 120430">
                    <a:extLst>
                      <a:ext uri="{FF2B5EF4-FFF2-40B4-BE49-F238E27FC236}">
                        <a16:creationId xmlns:a16="http://schemas.microsoft.com/office/drawing/2014/main" id="{1D1DA581-9558-4869-862E-BD623E40B28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2" name="直線コネクタ 120431">
                    <a:extLst>
                      <a:ext uri="{FF2B5EF4-FFF2-40B4-BE49-F238E27FC236}">
                        <a16:creationId xmlns:a16="http://schemas.microsoft.com/office/drawing/2014/main" id="{73F9ED8E-7B0E-4B03-B621-8342ADDAEF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3" name="直線コネクタ 120432">
                    <a:extLst>
                      <a:ext uri="{FF2B5EF4-FFF2-40B4-BE49-F238E27FC236}">
                        <a16:creationId xmlns:a16="http://schemas.microsoft.com/office/drawing/2014/main" id="{117C74E3-2F0D-4F56-B72B-B1A0E42BB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4" name="直線コネクタ 120433">
                    <a:extLst>
                      <a:ext uri="{FF2B5EF4-FFF2-40B4-BE49-F238E27FC236}">
                        <a16:creationId xmlns:a16="http://schemas.microsoft.com/office/drawing/2014/main" id="{B9F73DC9-F9F6-4A75-93C1-AC634AEA20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5" name="直線コネクタ 120434">
                    <a:extLst>
                      <a:ext uri="{FF2B5EF4-FFF2-40B4-BE49-F238E27FC236}">
                        <a16:creationId xmlns:a16="http://schemas.microsoft.com/office/drawing/2014/main" id="{EA8DF0E6-8E96-4179-8C55-8DDE1DF805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6" name="直線コネクタ 120435">
                    <a:extLst>
                      <a:ext uri="{FF2B5EF4-FFF2-40B4-BE49-F238E27FC236}">
                        <a16:creationId xmlns:a16="http://schemas.microsoft.com/office/drawing/2014/main" id="{CB137E01-0932-4C05-AA14-D9CF27E261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7" name="直線コネクタ 120436">
                    <a:extLst>
                      <a:ext uri="{FF2B5EF4-FFF2-40B4-BE49-F238E27FC236}">
                        <a16:creationId xmlns:a16="http://schemas.microsoft.com/office/drawing/2014/main" id="{5B28B2A8-5B92-426B-B57E-E25B3F11AE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8" name="直線コネクタ 120437">
                    <a:extLst>
                      <a:ext uri="{FF2B5EF4-FFF2-40B4-BE49-F238E27FC236}">
                        <a16:creationId xmlns:a16="http://schemas.microsoft.com/office/drawing/2014/main" id="{B6DDFA9F-256B-45A3-B004-93A6C6B091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39" name="直線コネクタ 120438">
                    <a:extLst>
                      <a:ext uri="{FF2B5EF4-FFF2-40B4-BE49-F238E27FC236}">
                        <a16:creationId xmlns:a16="http://schemas.microsoft.com/office/drawing/2014/main" id="{30E4309E-9785-48A2-95EF-E28A9DCB26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0" name="直線コネクタ 120439">
                    <a:extLst>
                      <a:ext uri="{FF2B5EF4-FFF2-40B4-BE49-F238E27FC236}">
                        <a16:creationId xmlns:a16="http://schemas.microsoft.com/office/drawing/2014/main" id="{70F26675-4B4F-4BD9-BCC8-96BCB07247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1" name="直線コネクタ 120440">
                    <a:extLst>
                      <a:ext uri="{FF2B5EF4-FFF2-40B4-BE49-F238E27FC236}">
                        <a16:creationId xmlns:a16="http://schemas.microsoft.com/office/drawing/2014/main" id="{5E05A285-DB2B-4026-963C-F2050BD6CD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2" name="直線コネクタ 120441">
                    <a:extLst>
                      <a:ext uri="{FF2B5EF4-FFF2-40B4-BE49-F238E27FC236}">
                        <a16:creationId xmlns:a16="http://schemas.microsoft.com/office/drawing/2014/main" id="{B387313C-8069-4265-B199-589D6A5247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3" name="直線コネクタ 120442">
                    <a:extLst>
                      <a:ext uri="{FF2B5EF4-FFF2-40B4-BE49-F238E27FC236}">
                        <a16:creationId xmlns:a16="http://schemas.microsoft.com/office/drawing/2014/main" id="{8ACBC720-B247-4783-BFB5-431A3D725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4" name="直線コネクタ 120443">
                    <a:extLst>
                      <a:ext uri="{FF2B5EF4-FFF2-40B4-BE49-F238E27FC236}">
                        <a16:creationId xmlns:a16="http://schemas.microsoft.com/office/drawing/2014/main" id="{49B0D6C4-78D7-4ACD-8E0C-91AE67B054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5" name="直線コネクタ 120444">
                    <a:extLst>
                      <a:ext uri="{FF2B5EF4-FFF2-40B4-BE49-F238E27FC236}">
                        <a16:creationId xmlns:a16="http://schemas.microsoft.com/office/drawing/2014/main" id="{3234650C-E304-4D78-849E-4325853BA6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6" name="直線コネクタ 120445">
                    <a:extLst>
                      <a:ext uri="{FF2B5EF4-FFF2-40B4-BE49-F238E27FC236}">
                        <a16:creationId xmlns:a16="http://schemas.microsoft.com/office/drawing/2014/main" id="{219C390E-740A-4C48-9B35-DA5C1DA03A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7" name="直線コネクタ 120446">
                    <a:extLst>
                      <a:ext uri="{FF2B5EF4-FFF2-40B4-BE49-F238E27FC236}">
                        <a16:creationId xmlns:a16="http://schemas.microsoft.com/office/drawing/2014/main" id="{09DE0420-9A21-438C-AA21-43ED37B32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8" name="直線コネクタ 120447">
                    <a:extLst>
                      <a:ext uri="{FF2B5EF4-FFF2-40B4-BE49-F238E27FC236}">
                        <a16:creationId xmlns:a16="http://schemas.microsoft.com/office/drawing/2014/main" id="{36F072E9-9E13-4073-8588-8860E419AF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49" name="直線コネクタ 120448">
                    <a:extLst>
                      <a:ext uri="{FF2B5EF4-FFF2-40B4-BE49-F238E27FC236}">
                        <a16:creationId xmlns:a16="http://schemas.microsoft.com/office/drawing/2014/main" id="{3798E621-9D63-4163-8036-D75F8D805F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0" name="直線コネクタ 120449">
                    <a:extLst>
                      <a:ext uri="{FF2B5EF4-FFF2-40B4-BE49-F238E27FC236}">
                        <a16:creationId xmlns:a16="http://schemas.microsoft.com/office/drawing/2014/main" id="{14E2BEA3-BF07-4021-AA02-BE45411F3A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1" name="直線コネクタ 120450">
                    <a:extLst>
                      <a:ext uri="{FF2B5EF4-FFF2-40B4-BE49-F238E27FC236}">
                        <a16:creationId xmlns:a16="http://schemas.microsoft.com/office/drawing/2014/main" id="{694568AF-3CFB-48BA-8C03-503E2168D9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2" name="直線コネクタ 120451">
                    <a:extLst>
                      <a:ext uri="{FF2B5EF4-FFF2-40B4-BE49-F238E27FC236}">
                        <a16:creationId xmlns:a16="http://schemas.microsoft.com/office/drawing/2014/main" id="{97418FFD-3620-4B34-B098-7128AC2DA6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3" name="直線コネクタ 120452">
                    <a:extLst>
                      <a:ext uri="{FF2B5EF4-FFF2-40B4-BE49-F238E27FC236}">
                        <a16:creationId xmlns:a16="http://schemas.microsoft.com/office/drawing/2014/main" id="{78C64EEB-A7A2-4E48-8C6D-4F9B8F4B81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4" name="直線コネクタ 120453">
                    <a:extLst>
                      <a:ext uri="{FF2B5EF4-FFF2-40B4-BE49-F238E27FC236}">
                        <a16:creationId xmlns:a16="http://schemas.microsoft.com/office/drawing/2014/main" id="{8A7E4EED-FD45-458D-B11B-70DBD006BF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5" name="直線コネクタ 120454">
                    <a:extLst>
                      <a:ext uri="{FF2B5EF4-FFF2-40B4-BE49-F238E27FC236}">
                        <a16:creationId xmlns:a16="http://schemas.microsoft.com/office/drawing/2014/main" id="{AACC0945-049A-4704-A246-1F67EBC040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6" name="直線コネクタ 120455">
                    <a:extLst>
                      <a:ext uri="{FF2B5EF4-FFF2-40B4-BE49-F238E27FC236}">
                        <a16:creationId xmlns:a16="http://schemas.microsoft.com/office/drawing/2014/main" id="{50C796F9-0B6B-4487-9A75-0356D236F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7" name="直線コネクタ 120456">
                    <a:extLst>
                      <a:ext uri="{FF2B5EF4-FFF2-40B4-BE49-F238E27FC236}">
                        <a16:creationId xmlns:a16="http://schemas.microsoft.com/office/drawing/2014/main" id="{DC9A0A55-0BC2-445D-96FC-1AF2736B16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8" name="直線コネクタ 120457">
                    <a:extLst>
                      <a:ext uri="{FF2B5EF4-FFF2-40B4-BE49-F238E27FC236}">
                        <a16:creationId xmlns:a16="http://schemas.microsoft.com/office/drawing/2014/main" id="{5A2EA85F-57BD-4890-9D2B-BC8DBDC209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59" name="直線コネクタ 120458">
                    <a:extLst>
                      <a:ext uri="{FF2B5EF4-FFF2-40B4-BE49-F238E27FC236}">
                        <a16:creationId xmlns:a16="http://schemas.microsoft.com/office/drawing/2014/main" id="{0BCB056D-2A39-41AD-9507-3D33AECF52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0" name="直線コネクタ 120459">
                    <a:extLst>
                      <a:ext uri="{FF2B5EF4-FFF2-40B4-BE49-F238E27FC236}">
                        <a16:creationId xmlns:a16="http://schemas.microsoft.com/office/drawing/2014/main" id="{7A252894-E5BD-4253-B953-8D858700FE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1" name="直線コネクタ 120460">
                    <a:extLst>
                      <a:ext uri="{FF2B5EF4-FFF2-40B4-BE49-F238E27FC236}">
                        <a16:creationId xmlns:a16="http://schemas.microsoft.com/office/drawing/2014/main" id="{8A13E35C-0DBA-4551-905E-3215B8F02B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2" name="直線コネクタ 120461">
                    <a:extLst>
                      <a:ext uri="{FF2B5EF4-FFF2-40B4-BE49-F238E27FC236}">
                        <a16:creationId xmlns:a16="http://schemas.microsoft.com/office/drawing/2014/main" id="{A61DE14A-3CF1-452D-8783-6A6E0DB3C8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3" name="直線コネクタ 120462">
                    <a:extLst>
                      <a:ext uri="{FF2B5EF4-FFF2-40B4-BE49-F238E27FC236}">
                        <a16:creationId xmlns:a16="http://schemas.microsoft.com/office/drawing/2014/main" id="{12A501C8-1791-4229-BBE4-DBD725E749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4" name="直線コネクタ 120463">
                    <a:extLst>
                      <a:ext uri="{FF2B5EF4-FFF2-40B4-BE49-F238E27FC236}">
                        <a16:creationId xmlns:a16="http://schemas.microsoft.com/office/drawing/2014/main" id="{E2C1DC82-0202-43CB-95FB-01EF212629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5" name="直線コネクタ 120464">
                    <a:extLst>
                      <a:ext uri="{FF2B5EF4-FFF2-40B4-BE49-F238E27FC236}">
                        <a16:creationId xmlns:a16="http://schemas.microsoft.com/office/drawing/2014/main" id="{1F2AE2C2-A721-48F0-B66D-65BC92F807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6" name="直線コネクタ 120465">
                    <a:extLst>
                      <a:ext uri="{FF2B5EF4-FFF2-40B4-BE49-F238E27FC236}">
                        <a16:creationId xmlns:a16="http://schemas.microsoft.com/office/drawing/2014/main" id="{51BA5948-CE4F-43E5-83A4-13DE0D7A20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7" name="直線コネクタ 120466">
                    <a:extLst>
                      <a:ext uri="{FF2B5EF4-FFF2-40B4-BE49-F238E27FC236}">
                        <a16:creationId xmlns:a16="http://schemas.microsoft.com/office/drawing/2014/main" id="{B4D6ADFA-CEF5-4241-ADFD-CCDDE174F6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8" name="直線コネクタ 120467">
                    <a:extLst>
                      <a:ext uri="{FF2B5EF4-FFF2-40B4-BE49-F238E27FC236}">
                        <a16:creationId xmlns:a16="http://schemas.microsoft.com/office/drawing/2014/main" id="{938F57B5-49E0-4B92-82C9-D7242D89A6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69" name="直線コネクタ 120468">
                    <a:extLst>
                      <a:ext uri="{FF2B5EF4-FFF2-40B4-BE49-F238E27FC236}">
                        <a16:creationId xmlns:a16="http://schemas.microsoft.com/office/drawing/2014/main" id="{97F95570-AC1F-4FEA-993B-B297F108DF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0" name="直線コネクタ 120469">
                    <a:extLst>
                      <a:ext uri="{FF2B5EF4-FFF2-40B4-BE49-F238E27FC236}">
                        <a16:creationId xmlns:a16="http://schemas.microsoft.com/office/drawing/2014/main" id="{72E9ACC1-CAA9-4084-9468-224C304544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1" name="直線コネクタ 120470">
                    <a:extLst>
                      <a:ext uri="{FF2B5EF4-FFF2-40B4-BE49-F238E27FC236}">
                        <a16:creationId xmlns:a16="http://schemas.microsoft.com/office/drawing/2014/main" id="{E4CE83FD-A4F7-4142-9C90-E25C6DE448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2" name="直線コネクタ 120471">
                    <a:extLst>
                      <a:ext uri="{FF2B5EF4-FFF2-40B4-BE49-F238E27FC236}">
                        <a16:creationId xmlns:a16="http://schemas.microsoft.com/office/drawing/2014/main" id="{04891F5E-C9CB-4CF6-B595-6954CCEDB1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3" name="直線コネクタ 120472">
                    <a:extLst>
                      <a:ext uri="{FF2B5EF4-FFF2-40B4-BE49-F238E27FC236}">
                        <a16:creationId xmlns:a16="http://schemas.microsoft.com/office/drawing/2014/main" id="{746D063A-1307-43B1-967E-F25583F412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4" name="直線コネクタ 120473">
                    <a:extLst>
                      <a:ext uri="{FF2B5EF4-FFF2-40B4-BE49-F238E27FC236}">
                        <a16:creationId xmlns:a16="http://schemas.microsoft.com/office/drawing/2014/main" id="{FD4C53F4-B08D-4754-95BC-6F730E13E7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5" name="直線コネクタ 120474">
                    <a:extLst>
                      <a:ext uri="{FF2B5EF4-FFF2-40B4-BE49-F238E27FC236}">
                        <a16:creationId xmlns:a16="http://schemas.microsoft.com/office/drawing/2014/main" id="{73BB6247-455D-4740-923A-2B12FC6CC6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6" name="直線コネクタ 120475">
                    <a:extLst>
                      <a:ext uri="{FF2B5EF4-FFF2-40B4-BE49-F238E27FC236}">
                        <a16:creationId xmlns:a16="http://schemas.microsoft.com/office/drawing/2014/main" id="{92355017-6716-4E9D-8B93-4FE1B2B082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7" name="直線コネクタ 120476">
                    <a:extLst>
                      <a:ext uri="{FF2B5EF4-FFF2-40B4-BE49-F238E27FC236}">
                        <a16:creationId xmlns:a16="http://schemas.microsoft.com/office/drawing/2014/main" id="{B4A57448-3203-4319-880A-C2F97BF6E3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8" name="直線コネクタ 120477">
                    <a:extLst>
                      <a:ext uri="{FF2B5EF4-FFF2-40B4-BE49-F238E27FC236}">
                        <a16:creationId xmlns:a16="http://schemas.microsoft.com/office/drawing/2014/main" id="{E331A289-5F34-4CBF-BAF5-010123DA80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79" name="直線コネクタ 120478">
                    <a:extLst>
                      <a:ext uri="{FF2B5EF4-FFF2-40B4-BE49-F238E27FC236}">
                        <a16:creationId xmlns:a16="http://schemas.microsoft.com/office/drawing/2014/main" id="{115E7E81-60E7-448A-93F8-5ED599C7AD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0" name="直線コネクタ 120479">
                    <a:extLst>
                      <a:ext uri="{FF2B5EF4-FFF2-40B4-BE49-F238E27FC236}">
                        <a16:creationId xmlns:a16="http://schemas.microsoft.com/office/drawing/2014/main" id="{EB2D7366-FA7A-441E-A767-F5F069C942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1" name="直線コネクタ 120480">
                    <a:extLst>
                      <a:ext uri="{FF2B5EF4-FFF2-40B4-BE49-F238E27FC236}">
                        <a16:creationId xmlns:a16="http://schemas.microsoft.com/office/drawing/2014/main" id="{7FC71257-673D-4DE2-9C69-A99E549910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2" name="直線コネクタ 120481">
                    <a:extLst>
                      <a:ext uri="{FF2B5EF4-FFF2-40B4-BE49-F238E27FC236}">
                        <a16:creationId xmlns:a16="http://schemas.microsoft.com/office/drawing/2014/main" id="{470488DB-D11C-4DF8-ABE9-2AA134B802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3" name="直線コネクタ 120482">
                    <a:extLst>
                      <a:ext uri="{FF2B5EF4-FFF2-40B4-BE49-F238E27FC236}">
                        <a16:creationId xmlns:a16="http://schemas.microsoft.com/office/drawing/2014/main" id="{24095D56-EA7C-486B-B647-4210CB2DAA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4" name="直線コネクタ 120483">
                    <a:extLst>
                      <a:ext uri="{FF2B5EF4-FFF2-40B4-BE49-F238E27FC236}">
                        <a16:creationId xmlns:a16="http://schemas.microsoft.com/office/drawing/2014/main" id="{746AB456-8574-4DF8-BD8B-63DD082A94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5" name="直線コネクタ 120484">
                    <a:extLst>
                      <a:ext uri="{FF2B5EF4-FFF2-40B4-BE49-F238E27FC236}">
                        <a16:creationId xmlns:a16="http://schemas.microsoft.com/office/drawing/2014/main" id="{2812E857-EED3-466D-81C6-CA78D097E8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6" name="直線コネクタ 120485">
                    <a:extLst>
                      <a:ext uri="{FF2B5EF4-FFF2-40B4-BE49-F238E27FC236}">
                        <a16:creationId xmlns:a16="http://schemas.microsoft.com/office/drawing/2014/main" id="{49D3FD82-001C-4F4A-9A9F-58739FCDFD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7" name="直線コネクタ 120486">
                    <a:extLst>
                      <a:ext uri="{FF2B5EF4-FFF2-40B4-BE49-F238E27FC236}">
                        <a16:creationId xmlns:a16="http://schemas.microsoft.com/office/drawing/2014/main" id="{23BF5228-55E3-41E7-A2D7-197BEF5DA4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8" name="直線コネクタ 120487">
                    <a:extLst>
                      <a:ext uri="{FF2B5EF4-FFF2-40B4-BE49-F238E27FC236}">
                        <a16:creationId xmlns:a16="http://schemas.microsoft.com/office/drawing/2014/main" id="{0DD4CF8F-FADE-45C4-B6E0-0E5BCBF74C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89" name="直線コネクタ 120488">
                    <a:extLst>
                      <a:ext uri="{FF2B5EF4-FFF2-40B4-BE49-F238E27FC236}">
                        <a16:creationId xmlns:a16="http://schemas.microsoft.com/office/drawing/2014/main" id="{B84064A5-0D35-455B-B25F-6F3850DCB8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90" name="直線コネクタ 120489">
                    <a:extLst>
                      <a:ext uri="{FF2B5EF4-FFF2-40B4-BE49-F238E27FC236}">
                        <a16:creationId xmlns:a16="http://schemas.microsoft.com/office/drawing/2014/main" id="{19F3A7DB-6848-474A-A99F-91934A4227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91" name="直線コネクタ 120490">
                    <a:extLst>
                      <a:ext uri="{FF2B5EF4-FFF2-40B4-BE49-F238E27FC236}">
                        <a16:creationId xmlns:a16="http://schemas.microsoft.com/office/drawing/2014/main" id="{67B83073-63AB-45DB-A044-9FD2A650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92" name="直線コネクタ 120491">
                    <a:extLst>
                      <a:ext uri="{FF2B5EF4-FFF2-40B4-BE49-F238E27FC236}">
                        <a16:creationId xmlns:a16="http://schemas.microsoft.com/office/drawing/2014/main" id="{11AD3645-7200-480E-B324-652398E9F1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93" name="直線コネクタ 120492">
                    <a:extLst>
                      <a:ext uri="{FF2B5EF4-FFF2-40B4-BE49-F238E27FC236}">
                        <a16:creationId xmlns:a16="http://schemas.microsoft.com/office/drawing/2014/main" id="{A1301E17-3BAE-46F0-BE80-C76DDAD514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494" name="直線コネクタ 120493">
                    <a:extLst>
                      <a:ext uri="{FF2B5EF4-FFF2-40B4-BE49-F238E27FC236}">
                        <a16:creationId xmlns:a16="http://schemas.microsoft.com/office/drawing/2014/main" id="{34F5CDFF-A37F-4C5C-8BF7-184812B138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0495" name="グループ化 120494">
                    <a:extLst>
                      <a:ext uri="{FF2B5EF4-FFF2-40B4-BE49-F238E27FC236}">
                        <a16:creationId xmlns:a16="http://schemas.microsoft.com/office/drawing/2014/main" id="{A5CB51A4-7654-4421-960B-19F44B4E31F7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671" name="直線コネクタ 120670">
                      <a:extLst>
                        <a:ext uri="{FF2B5EF4-FFF2-40B4-BE49-F238E27FC236}">
                          <a16:creationId xmlns:a16="http://schemas.microsoft.com/office/drawing/2014/main" id="{1926B2DF-9C35-4964-B8B6-4A3C4BCDC1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72" name="直線コネクタ 120671">
                      <a:extLst>
                        <a:ext uri="{FF2B5EF4-FFF2-40B4-BE49-F238E27FC236}">
                          <a16:creationId xmlns:a16="http://schemas.microsoft.com/office/drawing/2014/main" id="{871DF3B3-8F4A-4E64-9FB6-925623F5ED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73" name="直線コネクタ 120672">
                      <a:extLst>
                        <a:ext uri="{FF2B5EF4-FFF2-40B4-BE49-F238E27FC236}">
                          <a16:creationId xmlns:a16="http://schemas.microsoft.com/office/drawing/2014/main" id="{7630741B-B6B4-410F-8EE8-A0F6B3F55D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74" name="直線コネクタ 120673">
                      <a:extLst>
                        <a:ext uri="{FF2B5EF4-FFF2-40B4-BE49-F238E27FC236}">
                          <a16:creationId xmlns:a16="http://schemas.microsoft.com/office/drawing/2014/main" id="{9C14B315-7BC1-44E0-B4BE-4EC2472AA4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75" name="直線コネクタ 120674">
                      <a:extLst>
                        <a:ext uri="{FF2B5EF4-FFF2-40B4-BE49-F238E27FC236}">
                          <a16:creationId xmlns:a16="http://schemas.microsoft.com/office/drawing/2014/main" id="{0CAC04BD-7379-4386-9804-F55D8BEDEA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76" name="直線コネクタ 120675">
                      <a:extLst>
                        <a:ext uri="{FF2B5EF4-FFF2-40B4-BE49-F238E27FC236}">
                          <a16:creationId xmlns:a16="http://schemas.microsoft.com/office/drawing/2014/main" id="{BEEF9D8B-192F-4C3A-A13A-D8D0EF9172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77" name="直線コネクタ 120676">
                      <a:extLst>
                        <a:ext uri="{FF2B5EF4-FFF2-40B4-BE49-F238E27FC236}">
                          <a16:creationId xmlns:a16="http://schemas.microsoft.com/office/drawing/2014/main" id="{B1C8E08C-A08C-4AAD-A236-9DD5B8F243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78" name="直線コネクタ 120677">
                      <a:extLst>
                        <a:ext uri="{FF2B5EF4-FFF2-40B4-BE49-F238E27FC236}">
                          <a16:creationId xmlns:a16="http://schemas.microsoft.com/office/drawing/2014/main" id="{111BD511-48AD-44C8-85F7-3F44EB9B9A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79" name="直線コネクタ 120678">
                      <a:extLst>
                        <a:ext uri="{FF2B5EF4-FFF2-40B4-BE49-F238E27FC236}">
                          <a16:creationId xmlns:a16="http://schemas.microsoft.com/office/drawing/2014/main" id="{6BF257B6-0693-4A76-AE5B-E19DF28B95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0" name="直線コネクタ 120679">
                      <a:extLst>
                        <a:ext uri="{FF2B5EF4-FFF2-40B4-BE49-F238E27FC236}">
                          <a16:creationId xmlns:a16="http://schemas.microsoft.com/office/drawing/2014/main" id="{4BCBC1CA-BD01-400F-9081-1A11F53418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1" name="直線コネクタ 120680">
                      <a:extLst>
                        <a:ext uri="{FF2B5EF4-FFF2-40B4-BE49-F238E27FC236}">
                          <a16:creationId xmlns:a16="http://schemas.microsoft.com/office/drawing/2014/main" id="{595BFAD3-FBA7-4225-BEB8-80A5E060CF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2" name="直線コネクタ 120681">
                      <a:extLst>
                        <a:ext uri="{FF2B5EF4-FFF2-40B4-BE49-F238E27FC236}">
                          <a16:creationId xmlns:a16="http://schemas.microsoft.com/office/drawing/2014/main" id="{1609E1A4-7E74-4C71-BE31-8758739137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3" name="直線コネクタ 120682">
                      <a:extLst>
                        <a:ext uri="{FF2B5EF4-FFF2-40B4-BE49-F238E27FC236}">
                          <a16:creationId xmlns:a16="http://schemas.microsoft.com/office/drawing/2014/main" id="{EC472061-42E8-4F03-94C8-796F45A5DA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4" name="直線コネクタ 120683">
                      <a:extLst>
                        <a:ext uri="{FF2B5EF4-FFF2-40B4-BE49-F238E27FC236}">
                          <a16:creationId xmlns:a16="http://schemas.microsoft.com/office/drawing/2014/main" id="{0C75F828-B1F7-48BB-AF81-4135100FF0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5" name="直線コネクタ 120684">
                      <a:extLst>
                        <a:ext uri="{FF2B5EF4-FFF2-40B4-BE49-F238E27FC236}">
                          <a16:creationId xmlns:a16="http://schemas.microsoft.com/office/drawing/2014/main" id="{E25FAB08-AF18-4073-A433-A795A962C5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6" name="直線コネクタ 120685">
                      <a:extLst>
                        <a:ext uri="{FF2B5EF4-FFF2-40B4-BE49-F238E27FC236}">
                          <a16:creationId xmlns:a16="http://schemas.microsoft.com/office/drawing/2014/main" id="{DE58F5FA-E674-4E5E-B828-22732E308E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7" name="直線コネクタ 120686">
                      <a:extLst>
                        <a:ext uri="{FF2B5EF4-FFF2-40B4-BE49-F238E27FC236}">
                          <a16:creationId xmlns:a16="http://schemas.microsoft.com/office/drawing/2014/main" id="{2E5074FF-9F92-4929-8E29-997B7F5344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8" name="直線コネクタ 120687">
                      <a:extLst>
                        <a:ext uri="{FF2B5EF4-FFF2-40B4-BE49-F238E27FC236}">
                          <a16:creationId xmlns:a16="http://schemas.microsoft.com/office/drawing/2014/main" id="{6FAA7D86-5BE4-4F67-BF7E-9724768D1E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89" name="直線コネクタ 120688">
                      <a:extLst>
                        <a:ext uri="{FF2B5EF4-FFF2-40B4-BE49-F238E27FC236}">
                          <a16:creationId xmlns:a16="http://schemas.microsoft.com/office/drawing/2014/main" id="{D29C61B1-9917-4F9A-B7AE-CF53BFBCB1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0" name="直線コネクタ 120689">
                      <a:extLst>
                        <a:ext uri="{FF2B5EF4-FFF2-40B4-BE49-F238E27FC236}">
                          <a16:creationId xmlns:a16="http://schemas.microsoft.com/office/drawing/2014/main" id="{5FDA89E0-62E0-4521-A52C-8A90E86DD8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1" name="直線コネクタ 120690">
                      <a:extLst>
                        <a:ext uri="{FF2B5EF4-FFF2-40B4-BE49-F238E27FC236}">
                          <a16:creationId xmlns:a16="http://schemas.microsoft.com/office/drawing/2014/main" id="{761B0E5A-D83A-48DD-AD3D-12A544026D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2" name="直線コネクタ 120691">
                      <a:extLst>
                        <a:ext uri="{FF2B5EF4-FFF2-40B4-BE49-F238E27FC236}">
                          <a16:creationId xmlns:a16="http://schemas.microsoft.com/office/drawing/2014/main" id="{4647C29D-37DB-4A34-8D5F-229395B1FC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3" name="直線コネクタ 120692">
                      <a:extLst>
                        <a:ext uri="{FF2B5EF4-FFF2-40B4-BE49-F238E27FC236}">
                          <a16:creationId xmlns:a16="http://schemas.microsoft.com/office/drawing/2014/main" id="{6EE19FFB-6A6C-4DF5-95A1-ABAAB681B0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4" name="直線コネクタ 120693">
                      <a:extLst>
                        <a:ext uri="{FF2B5EF4-FFF2-40B4-BE49-F238E27FC236}">
                          <a16:creationId xmlns:a16="http://schemas.microsoft.com/office/drawing/2014/main" id="{4B2FB860-1286-4DC3-B4BD-89CC6A5505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5" name="直線コネクタ 120694">
                      <a:extLst>
                        <a:ext uri="{FF2B5EF4-FFF2-40B4-BE49-F238E27FC236}">
                          <a16:creationId xmlns:a16="http://schemas.microsoft.com/office/drawing/2014/main" id="{EA89A0E4-95D7-4503-AC61-59A883AB18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6" name="直線コネクタ 120695">
                      <a:extLst>
                        <a:ext uri="{FF2B5EF4-FFF2-40B4-BE49-F238E27FC236}">
                          <a16:creationId xmlns:a16="http://schemas.microsoft.com/office/drawing/2014/main" id="{BC45C1F4-BF05-4785-B9C8-F4903B06DF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7" name="直線コネクタ 120696">
                      <a:extLst>
                        <a:ext uri="{FF2B5EF4-FFF2-40B4-BE49-F238E27FC236}">
                          <a16:creationId xmlns:a16="http://schemas.microsoft.com/office/drawing/2014/main" id="{3A6AC2D2-D0A3-4A2A-8615-32A3B7A3ED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8" name="直線コネクタ 120697">
                      <a:extLst>
                        <a:ext uri="{FF2B5EF4-FFF2-40B4-BE49-F238E27FC236}">
                          <a16:creationId xmlns:a16="http://schemas.microsoft.com/office/drawing/2014/main" id="{3791B33F-02F5-4FD9-945D-AE81A2FED9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99" name="直線コネクタ 120698">
                      <a:extLst>
                        <a:ext uri="{FF2B5EF4-FFF2-40B4-BE49-F238E27FC236}">
                          <a16:creationId xmlns:a16="http://schemas.microsoft.com/office/drawing/2014/main" id="{ECB1B9CE-486B-4BAC-A448-5B9B5FDEE3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0" name="直線コネクタ 120699">
                      <a:extLst>
                        <a:ext uri="{FF2B5EF4-FFF2-40B4-BE49-F238E27FC236}">
                          <a16:creationId xmlns:a16="http://schemas.microsoft.com/office/drawing/2014/main" id="{2630316E-07F6-4884-A01F-3D30CF86C6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1" name="直線コネクタ 120700">
                      <a:extLst>
                        <a:ext uri="{FF2B5EF4-FFF2-40B4-BE49-F238E27FC236}">
                          <a16:creationId xmlns:a16="http://schemas.microsoft.com/office/drawing/2014/main" id="{A54D8B4E-9F32-44F8-BDB2-F7348D9808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2" name="直線コネクタ 120701">
                      <a:extLst>
                        <a:ext uri="{FF2B5EF4-FFF2-40B4-BE49-F238E27FC236}">
                          <a16:creationId xmlns:a16="http://schemas.microsoft.com/office/drawing/2014/main" id="{40365E3B-99D3-4213-9BFF-691F4FCC0C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3" name="直線コネクタ 120702">
                      <a:extLst>
                        <a:ext uri="{FF2B5EF4-FFF2-40B4-BE49-F238E27FC236}">
                          <a16:creationId xmlns:a16="http://schemas.microsoft.com/office/drawing/2014/main" id="{AFBF1D84-68B4-4B36-8B23-8D5C59A672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4" name="直線コネクタ 120703">
                      <a:extLst>
                        <a:ext uri="{FF2B5EF4-FFF2-40B4-BE49-F238E27FC236}">
                          <a16:creationId xmlns:a16="http://schemas.microsoft.com/office/drawing/2014/main" id="{9077AB3C-788F-42FB-B608-80ACFEE7EA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5" name="直線コネクタ 120704">
                      <a:extLst>
                        <a:ext uri="{FF2B5EF4-FFF2-40B4-BE49-F238E27FC236}">
                          <a16:creationId xmlns:a16="http://schemas.microsoft.com/office/drawing/2014/main" id="{5F574CEC-3B05-4A00-880C-FDFC418F1F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6" name="直線コネクタ 120705">
                      <a:extLst>
                        <a:ext uri="{FF2B5EF4-FFF2-40B4-BE49-F238E27FC236}">
                          <a16:creationId xmlns:a16="http://schemas.microsoft.com/office/drawing/2014/main" id="{0AEBC92B-7D7B-4B5F-9D72-B0D32CEBB0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7" name="直線コネクタ 120706">
                      <a:extLst>
                        <a:ext uri="{FF2B5EF4-FFF2-40B4-BE49-F238E27FC236}">
                          <a16:creationId xmlns:a16="http://schemas.microsoft.com/office/drawing/2014/main" id="{782DBC3C-0C23-44F9-B8D0-2530E3ABA5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8" name="直線コネクタ 120707">
                      <a:extLst>
                        <a:ext uri="{FF2B5EF4-FFF2-40B4-BE49-F238E27FC236}">
                          <a16:creationId xmlns:a16="http://schemas.microsoft.com/office/drawing/2014/main" id="{75B02617-1992-4D97-849C-C1E617F2D1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09" name="直線コネクタ 120708">
                      <a:extLst>
                        <a:ext uri="{FF2B5EF4-FFF2-40B4-BE49-F238E27FC236}">
                          <a16:creationId xmlns:a16="http://schemas.microsoft.com/office/drawing/2014/main" id="{D2411A75-2B4B-4236-824D-D9BBA770E6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10" name="直線コネクタ 120709">
                      <a:extLst>
                        <a:ext uri="{FF2B5EF4-FFF2-40B4-BE49-F238E27FC236}">
                          <a16:creationId xmlns:a16="http://schemas.microsoft.com/office/drawing/2014/main" id="{38E13C11-164F-4D4F-AAD9-10872DC27A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11" name="直線コネクタ 120710">
                      <a:extLst>
                        <a:ext uri="{FF2B5EF4-FFF2-40B4-BE49-F238E27FC236}">
                          <a16:creationId xmlns:a16="http://schemas.microsoft.com/office/drawing/2014/main" id="{A9900590-791D-4ED3-89C0-363C069451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712" name="直線コネクタ 120711">
                      <a:extLst>
                        <a:ext uri="{FF2B5EF4-FFF2-40B4-BE49-F238E27FC236}">
                          <a16:creationId xmlns:a16="http://schemas.microsoft.com/office/drawing/2014/main" id="{B022886F-F0F8-4533-9AC3-D44E20B748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496" name="グループ化 120495">
                    <a:extLst>
                      <a:ext uri="{FF2B5EF4-FFF2-40B4-BE49-F238E27FC236}">
                        <a16:creationId xmlns:a16="http://schemas.microsoft.com/office/drawing/2014/main" id="{AC691730-92AC-4A6E-9C8E-2977500124F7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0662" name="正方形/長方形 120661">
                      <a:extLst>
                        <a:ext uri="{FF2B5EF4-FFF2-40B4-BE49-F238E27FC236}">
                          <a16:creationId xmlns:a16="http://schemas.microsoft.com/office/drawing/2014/main" id="{D7E958BB-468B-430F-9F91-EF490D2649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663" name="正方形/長方形 120662">
                      <a:extLst>
                        <a:ext uri="{FF2B5EF4-FFF2-40B4-BE49-F238E27FC236}">
                          <a16:creationId xmlns:a16="http://schemas.microsoft.com/office/drawing/2014/main" id="{EB724A6C-5526-49B0-A248-200E2ABC703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664" name="正方形/長方形 120663">
                      <a:extLst>
                        <a:ext uri="{FF2B5EF4-FFF2-40B4-BE49-F238E27FC236}">
                          <a16:creationId xmlns:a16="http://schemas.microsoft.com/office/drawing/2014/main" id="{1CDA9C32-735B-4A72-AF59-180EFE31A4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665" name="正方形/長方形 120664">
                      <a:extLst>
                        <a:ext uri="{FF2B5EF4-FFF2-40B4-BE49-F238E27FC236}">
                          <a16:creationId xmlns:a16="http://schemas.microsoft.com/office/drawing/2014/main" id="{3D0E2D41-DEFE-4E48-AE39-17679425A9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666" name="正方形/長方形 120665">
                      <a:extLst>
                        <a:ext uri="{FF2B5EF4-FFF2-40B4-BE49-F238E27FC236}">
                          <a16:creationId xmlns:a16="http://schemas.microsoft.com/office/drawing/2014/main" id="{5F701EBA-D2DA-4157-8C40-01D647B900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667" name="正方形/長方形 120666">
                      <a:extLst>
                        <a:ext uri="{FF2B5EF4-FFF2-40B4-BE49-F238E27FC236}">
                          <a16:creationId xmlns:a16="http://schemas.microsoft.com/office/drawing/2014/main" id="{BDF8B064-B48D-49F9-9ECA-148C0D5064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668" name="正方形/長方形 120667">
                      <a:extLst>
                        <a:ext uri="{FF2B5EF4-FFF2-40B4-BE49-F238E27FC236}">
                          <a16:creationId xmlns:a16="http://schemas.microsoft.com/office/drawing/2014/main" id="{075107BF-4D6B-4F54-B6F1-F0424075C7D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669" name="正方形/長方形 120668">
                      <a:extLst>
                        <a:ext uri="{FF2B5EF4-FFF2-40B4-BE49-F238E27FC236}">
                          <a16:creationId xmlns:a16="http://schemas.microsoft.com/office/drawing/2014/main" id="{8103EED3-CDC4-421C-97D3-FD39BF92C7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670" name="正方形/長方形 120669">
                      <a:extLst>
                        <a:ext uri="{FF2B5EF4-FFF2-40B4-BE49-F238E27FC236}">
                          <a16:creationId xmlns:a16="http://schemas.microsoft.com/office/drawing/2014/main" id="{2ED7FC74-1C23-4D68-9A86-83F578D14B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0497" name="グループ化 120496">
                    <a:extLst>
                      <a:ext uri="{FF2B5EF4-FFF2-40B4-BE49-F238E27FC236}">
                        <a16:creationId xmlns:a16="http://schemas.microsoft.com/office/drawing/2014/main" id="{7B2FF194-806C-41F4-93EE-2CF4F5A35C8E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654" name="直線コネクタ 120653">
                      <a:extLst>
                        <a:ext uri="{FF2B5EF4-FFF2-40B4-BE49-F238E27FC236}">
                          <a16:creationId xmlns:a16="http://schemas.microsoft.com/office/drawing/2014/main" id="{303853D5-5BFC-49B1-A94A-9CD155E2D9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5" name="直線コネクタ 120654">
                      <a:extLst>
                        <a:ext uri="{FF2B5EF4-FFF2-40B4-BE49-F238E27FC236}">
                          <a16:creationId xmlns:a16="http://schemas.microsoft.com/office/drawing/2014/main" id="{38AAC0E4-1517-4B59-8B97-37DBF65CC3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6" name="直線コネクタ 120655">
                      <a:extLst>
                        <a:ext uri="{FF2B5EF4-FFF2-40B4-BE49-F238E27FC236}">
                          <a16:creationId xmlns:a16="http://schemas.microsoft.com/office/drawing/2014/main" id="{F989BCEF-FB44-42FD-8436-3B63AE91F8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7" name="直線コネクタ 120656">
                      <a:extLst>
                        <a:ext uri="{FF2B5EF4-FFF2-40B4-BE49-F238E27FC236}">
                          <a16:creationId xmlns:a16="http://schemas.microsoft.com/office/drawing/2014/main" id="{84F47FA5-790A-4B99-BD77-E59B8B9094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8" name="直線コネクタ 120657">
                      <a:extLst>
                        <a:ext uri="{FF2B5EF4-FFF2-40B4-BE49-F238E27FC236}">
                          <a16:creationId xmlns:a16="http://schemas.microsoft.com/office/drawing/2014/main" id="{C16351AC-7102-4ED9-9705-5CB577131C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9" name="直線コネクタ 120658">
                      <a:extLst>
                        <a:ext uri="{FF2B5EF4-FFF2-40B4-BE49-F238E27FC236}">
                          <a16:creationId xmlns:a16="http://schemas.microsoft.com/office/drawing/2014/main" id="{B79EE442-5F4D-4D05-B304-A7EE4A1AFD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60" name="直線コネクタ 120659">
                      <a:extLst>
                        <a:ext uri="{FF2B5EF4-FFF2-40B4-BE49-F238E27FC236}">
                          <a16:creationId xmlns:a16="http://schemas.microsoft.com/office/drawing/2014/main" id="{2E1D7A6B-920F-4FED-A317-5BF4195729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61" name="直線コネクタ 120660">
                      <a:extLst>
                        <a:ext uri="{FF2B5EF4-FFF2-40B4-BE49-F238E27FC236}">
                          <a16:creationId xmlns:a16="http://schemas.microsoft.com/office/drawing/2014/main" id="{A219286E-17B4-4C57-8139-443C7F6395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498" name="グループ化 120497">
                    <a:extLst>
                      <a:ext uri="{FF2B5EF4-FFF2-40B4-BE49-F238E27FC236}">
                        <a16:creationId xmlns:a16="http://schemas.microsoft.com/office/drawing/2014/main" id="{0215A7F5-407E-47A4-963A-D5E9E187282F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646" name="直線コネクタ 120645">
                      <a:extLst>
                        <a:ext uri="{FF2B5EF4-FFF2-40B4-BE49-F238E27FC236}">
                          <a16:creationId xmlns:a16="http://schemas.microsoft.com/office/drawing/2014/main" id="{B5E9DF14-DA68-4439-974C-7EF5AAB7B7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7" name="直線コネクタ 120646">
                      <a:extLst>
                        <a:ext uri="{FF2B5EF4-FFF2-40B4-BE49-F238E27FC236}">
                          <a16:creationId xmlns:a16="http://schemas.microsoft.com/office/drawing/2014/main" id="{08CD8B35-877E-4EFA-91A4-6D8336D960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8" name="直線コネクタ 120647">
                      <a:extLst>
                        <a:ext uri="{FF2B5EF4-FFF2-40B4-BE49-F238E27FC236}">
                          <a16:creationId xmlns:a16="http://schemas.microsoft.com/office/drawing/2014/main" id="{5B4EDC4E-EDD6-4E42-959C-6AA6B449FE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9" name="直線コネクタ 120648">
                      <a:extLst>
                        <a:ext uri="{FF2B5EF4-FFF2-40B4-BE49-F238E27FC236}">
                          <a16:creationId xmlns:a16="http://schemas.microsoft.com/office/drawing/2014/main" id="{597D4794-65BE-4CF2-9B71-2A6728A503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0" name="直線コネクタ 120649">
                      <a:extLst>
                        <a:ext uri="{FF2B5EF4-FFF2-40B4-BE49-F238E27FC236}">
                          <a16:creationId xmlns:a16="http://schemas.microsoft.com/office/drawing/2014/main" id="{10B5C49F-20DB-4398-8747-A6F8797671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1" name="直線コネクタ 120650">
                      <a:extLst>
                        <a:ext uri="{FF2B5EF4-FFF2-40B4-BE49-F238E27FC236}">
                          <a16:creationId xmlns:a16="http://schemas.microsoft.com/office/drawing/2014/main" id="{B411B53B-EC01-4209-B817-263815C945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2" name="直線コネクタ 120651">
                      <a:extLst>
                        <a:ext uri="{FF2B5EF4-FFF2-40B4-BE49-F238E27FC236}">
                          <a16:creationId xmlns:a16="http://schemas.microsoft.com/office/drawing/2014/main" id="{1524EC15-435F-46D9-8B7F-0D4AF8EA0D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53" name="直線コネクタ 120652">
                      <a:extLst>
                        <a:ext uri="{FF2B5EF4-FFF2-40B4-BE49-F238E27FC236}">
                          <a16:creationId xmlns:a16="http://schemas.microsoft.com/office/drawing/2014/main" id="{BB583226-E8AA-4C74-9F3C-199DB1B986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499" name="グループ化 120498">
                    <a:extLst>
                      <a:ext uri="{FF2B5EF4-FFF2-40B4-BE49-F238E27FC236}">
                        <a16:creationId xmlns:a16="http://schemas.microsoft.com/office/drawing/2014/main" id="{4621F42B-A6FD-475E-9664-4FFF0104BC98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604" name="直線コネクタ 120603">
                      <a:extLst>
                        <a:ext uri="{FF2B5EF4-FFF2-40B4-BE49-F238E27FC236}">
                          <a16:creationId xmlns:a16="http://schemas.microsoft.com/office/drawing/2014/main" id="{C9A22FD2-7BAC-4CF1-91A4-1525C640AB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5" name="直線コネクタ 120604">
                      <a:extLst>
                        <a:ext uri="{FF2B5EF4-FFF2-40B4-BE49-F238E27FC236}">
                          <a16:creationId xmlns:a16="http://schemas.microsoft.com/office/drawing/2014/main" id="{C50A7513-F5AF-483B-8605-D69A555BB4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6" name="直線コネクタ 120605">
                      <a:extLst>
                        <a:ext uri="{FF2B5EF4-FFF2-40B4-BE49-F238E27FC236}">
                          <a16:creationId xmlns:a16="http://schemas.microsoft.com/office/drawing/2014/main" id="{44F069A6-19F5-4E33-AA45-1A4CA9C861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7" name="直線コネクタ 120606">
                      <a:extLst>
                        <a:ext uri="{FF2B5EF4-FFF2-40B4-BE49-F238E27FC236}">
                          <a16:creationId xmlns:a16="http://schemas.microsoft.com/office/drawing/2014/main" id="{0F76B9AE-D79F-4DCA-A8C9-81160717A5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8" name="直線コネクタ 120607">
                      <a:extLst>
                        <a:ext uri="{FF2B5EF4-FFF2-40B4-BE49-F238E27FC236}">
                          <a16:creationId xmlns:a16="http://schemas.microsoft.com/office/drawing/2014/main" id="{7CA565CB-7947-47D9-B58B-C80C179E4C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9" name="直線コネクタ 120608">
                      <a:extLst>
                        <a:ext uri="{FF2B5EF4-FFF2-40B4-BE49-F238E27FC236}">
                          <a16:creationId xmlns:a16="http://schemas.microsoft.com/office/drawing/2014/main" id="{AA204439-D8CB-4779-B90B-222D9EFABA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0" name="直線コネクタ 120609">
                      <a:extLst>
                        <a:ext uri="{FF2B5EF4-FFF2-40B4-BE49-F238E27FC236}">
                          <a16:creationId xmlns:a16="http://schemas.microsoft.com/office/drawing/2014/main" id="{8F0B5D07-BFE9-4385-B298-CD01075CD8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1" name="直線コネクタ 120610">
                      <a:extLst>
                        <a:ext uri="{FF2B5EF4-FFF2-40B4-BE49-F238E27FC236}">
                          <a16:creationId xmlns:a16="http://schemas.microsoft.com/office/drawing/2014/main" id="{7BB757F6-3373-4AE8-8F29-AFB45E04FA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2" name="直線コネクタ 120611">
                      <a:extLst>
                        <a:ext uri="{FF2B5EF4-FFF2-40B4-BE49-F238E27FC236}">
                          <a16:creationId xmlns:a16="http://schemas.microsoft.com/office/drawing/2014/main" id="{A34B6290-9D4B-4C47-9A97-2CAC880FCF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3" name="直線コネクタ 120612">
                      <a:extLst>
                        <a:ext uri="{FF2B5EF4-FFF2-40B4-BE49-F238E27FC236}">
                          <a16:creationId xmlns:a16="http://schemas.microsoft.com/office/drawing/2014/main" id="{31EE63E4-EE79-4709-9E6D-47A50DA2D7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4" name="直線コネクタ 120613">
                      <a:extLst>
                        <a:ext uri="{FF2B5EF4-FFF2-40B4-BE49-F238E27FC236}">
                          <a16:creationId xmlns:a16="http://schemas.microsoft.com/office/drawing/2014/main" id="{E2BD7DC2-6F54-4A3B-90EE-38AE946E44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5" name="直線コネクタ 120614">
                      <a:extLst>
                        <a:ext uri="{FF2B5EF4-FFF2-40B4-BE49-F238E27FC236}">
                          <a16:creationId xmlns:a16="http://schemas.microsoft.com/office/drawing/2014/main" id="{32D64AD6-DD5A-400B-841E-A92D2096C4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6" name="直線コネクタ 120615">
                      <a:extLst>
                        <a:ext uri="{FF2B5EF4-FFF2-40B4-BE49-F238E27FC236}">
                          <a16:creationId xmlns:a16="http://schemas.microsoft.com/office/drawing/2014/main" id="{C6B1A6B9-AEB0-45C3-8892-425527B8A1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7" name="直線コネクタ 120616">
                      <a:extLst>
                        <a:ext uri="{FF2B5EF4-FFF2-40B4-BE49-F238E27FC236}">
                          <a16:creationId xmlns:a16="http://schemas.microsoft.com/office/drawing/2014/main" id="{3EE56AA4-94BE-4249-953E-22F212F7C2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8" name="直線コネクタ 120617">
                      <a:extLst>
                        <a:ext uri="{FF2B5EF4-FFF2-40B4-BE49-F238E27FC236}">
                          <a16:creationId xmlns:a16="http://schemas.microsoft.com/office/drawing/2014/main" id="{AA9AA2D6-08FC-4C26-BB33-5BB55F9373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19" name="直線コネクタ 120618">
                      <a:extLst>
                        <a:ext uri="{FF2B5EF4-FFF2-40B4-BE49-F238E27FC236}">
                          <a16:creationId xmlns:a16="http://schemas.microsoft.com/office/drawing/2014/main" id="{1E94C36D-10F5-47E4-BC30-6B99CB6F95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0" name="直線コネクタ 120619">
                      <a:extLst>
                        <a:ext uri="{FF2B5EF4-FFF2-40B4-BE49-F238E27FC236}">
                          <a16:creationId xmlns:a16="http://schemas.microsoft.com/office/drawing/2014/main" id="{58119C94-FED9-42DF-83DC-015AE44F1A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1" name="直線コネクタ 120620">
                      <a:extLst>
                        <a:ext uri="{FF2B5EF4-FFF2-40B4-BE49-F238E27FC236}">
                          <a16:creationId xmlns:a16="http://schemas.microsoft.com/office/drawing/2014/main" id="{AA315EBA-0790-405F-A270-5CE8BDF236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2" name="直線コネクタ 120621">
                      <a:extLst>
                        <a:ext uri="{FF2B5EF4-FFF2-40B4-BE49-F238E27FC236}">
                          <a16:creationId xmlns:a16="http://schemas.microsoft.com/office/drawing/2014/main" id="{C2F42079-CE26-441E-A234-5648F0C82F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3" name="直線コネクタ 120622">
                      <a:extLst>
                        <a:ext uri="{FF2B5EF4-FFF2-40B4-BE49-F238E27FC236}">
                          <a16:creationId xmlns:a16="http://schemas.microsoft.com/office/drawing/2014/main" id="{C3C83D10-26AB-44D4-B08C-17381D9380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4" name="直線コネクタ 120623">
                      <a:extLst>
                        <a:ext uri="{FF2B5EF4-FFF2-40B4-BE49-F238E27FC236}">
                          <a16:creationId xmlns:a16="http://schemas.microsoft.com/office/drawing/2014/main" id="{BCAAC73F-5A0A-4AED-8CD2-82F44EEF10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5" name="直線コネクタ 120624">
                      <a:extLst>
                        <a:ext uri="{FF2B5EF4-FFF2-40B4-BE49-F238E27FC236}">
                          <a16:creationId xmlns:a16="http://schemas.microsoft.com/office/drawing/2014/main" id="{6A2A1C6A-B394-4DAF-92DE-B02C174DC1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6" name="直線コネクタ 120625">
                      <a:extLst>
                        <a:ext uri="{FF2B5EF4-FFF2-40B4-BE49-F238E27FC236}">
                          <a16:creationId xmlns:a16="http://schemas.microsoft.com/office/drawing/2014/main" id="{7FFD04FE-6BBB-4F42-B9D5-F13DD3379A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7" name="直線コネクタ 120626">
                      <a:extLst>
                        <a:ext uri="{FF2B5EF4-FFF2-40B4-BE49-F238E27FC236}">
                          <a16:creationId xmlns:a16="http://schemas.microsoft.com/office/drawing/2014/main" id="{9093696A-F1E4-4DF4-A2C6-1CDA392490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8" name="直線コネクタ 120627">
                      <a:extLst>
                        <a:ext uri="{FF2B5EF4-FFF2-40B4-BE49-F238E27FC236}">
                          <a16:creationId xmlns:a16="http://schemas.microsoft.com/office/drawing/2014/main" id="{413FA2B1-9BFF-4CB3-BC49-A65411F6E9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29" name="直線コネクタ 120628">
                      <a:extLst>
                        <a:ext uri="{FF2B5EF4-FFF2-40B4-BE49-F238E27FC236}">
                          <a16:creationId xmlns:a16="http://schemas.microsoft.com/office/drawing/2014/main" id="{50385DA1-8259-4126-AF8B-C55F9CFD1E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0" name="直線コネクタ 120629">
                      <a:extLst>
                        <a:ext uri="{FF2B5EF4-FFF2-40B4-BE49-F238E27FC236}">
                          <a16:creationId xmlns:a16="http://schemas.microsoft.com/office/drawing/2014/main" id="{77A4A46A-AC1D-4F2B-BCEC-153380C584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1" name="直線コネクタ 120630">
                      <a:extLst>
                        <a:ext uri="{FF2B5EF4-FFF2-40B4-BE49-F238E27FC236}">
                          <a16:creationId xmlns:a16="http://schemas.microsoft.com/office/drawing/2014/main" id="{D0F0F862-9F42-4500-9D06-5EA431E67A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2" name="直線コネクタ 120631">
                      <a:extLst>
                        <a:ext uri="{FF2B5EF4-FFF2-40B4-BE49-F238E27FC236}">
                          <a16:creationId xmlns:a16="http://schemas.microsoft.com/office/drawing/2014/main" id="{78A41D6C-DDED-42F9-A95C-9C6AED03C2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3" name="直線コネクタ 120632">
                      <a:extLst>
                        <a:ext uri="{FF2B5EF4-FFF2-40B4-BE49-F238E27FC236}">
                          <a16:creationId xmlns:a16="http://schemas.microsoft.com/office/drawing/2014/main" id="{E4E686C6-8F6E-4ECA-A3CF-2350634912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4" name="直線コネクタ 120633">
                      <a:extLst>
                        <a:ext uri="{FF2B5EF4-FFF2-40B4-BE49-F238E27FC236}">
                          <a16:creationId xmlns:a16="http://schemas.microsoft.com/office/drawing/2014/main" id="{EA551A27-57F3-4251-AE09-8452306240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5" name="直線コネクタ 120634">
                      <a:extLst>
                        <a:ext uri="{FF2B5EF4-FFF2-40B4-BE49-F238E27FC236}">
                          <a16:creationId xmlns:a16="http://schemas.microsoft.com/office/drawing/2014/main" id="{A998F50D-00CF-49F4-95C4-A7ED6EDC36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6" name="直線コネクタ 120635">
                      <a:extLst>
                        <a:ext uri="{FF2B5EF4-FFF2-40B4-BE49-F238E27FC236}">
                          <a16:creationId xmlns:a16="http://schemas.microsoft.com/office/drawing/2014/main" id="{07125DF9-D4A5-4C27-B4BE-4F62A13BA5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7" name="直線コネクタ 120636">
                      <a:extLst>
                        <a:ext uri="{FF2B5EF4-FFF2-40B4-BE49-F238E27FC236}">
                          <a16:creationId xmlns:a16="http://schemas.microsoft.com/office/drawing/2014/main" id="{979BA3CE-1212-4055-AF01-683699DE09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8" name="直線コネクタ 120637">
                      <a:extLst>
                        <a:ext uri="{FF2B5EF4-FFF2-40B4-BE49-F238E27FC236}">
                          <a16:creationId xmlns:a16="http://schemas.microsoft.com/office/drawing/2014/main" id="{E97B0522-9E8B-47A2-B0F7-F0F4FCB977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39" name="直線コネクタ 120638">
                      <a:extLst>
                        <a:ext uri="{FF2B5EF4-FFF2-40B4-BE49-F238E27FC236}">
                          <a16:creationId xmlns:a16="http://schemas.microsoft.com/office/drawing/2014/main" id="{037CF4EB-6C0A-43E5-8926-E751191F5E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0" name="直線コネクタ 120639">
                      <a:extLst>
                        <a:ext uri="{FF2B5EF4-FFF2-40B4-BE49-F238E27FC236}">
                          <a16:creationId xmlns:a16="http://schemas.microsoft.com/office/drawing/2014/main" id="{B8267857-3671-4238-8A32-6962404AE7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1" name="直線コネクタ 120640">
                      <a:extLst>
                        <a:ext uri="{FF2B5EF4-FFF2-40B4-BE49-F238E27FC236}">
                          <a16:creationId xmlns:a16="http://schemas.microsoft.com/office/drawing/2014/main" id="{93F131B3-2DF3-42C0-87C9-4FACABB9E6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2" name="直線コネクタ 120641">
                      <a:extLst>
                        <a:ext uri="{FF2B5EF4-FFF2-40B4-BE49-F238E27FC236}">
                          <a16:creationId xmlns:a16="http://schemas.microsoft.com/office/drawing/2014/main" id="{682FC0EB-E863-4303-808A-A90BDE0A44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3" name="直線コネクタ 120642">
                      <a:extLst>
                        <a:ext uri="{FF2B5EF4-FFF2-40B4-BE49-F238E27FC236}">
                          <a16:creationId xmlns:a16="http://schemas.microsoft.com/office/drawing/2014/main" id="{473A77D4-58AE-4487-B8B6-CCD075AA8D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4" name="直線コネクタ 120643">
                      <a:extLst>
                        <a:ext uri="{FF2B5EF4-FFF2-40B4-BE49-F238E27FC236}">
                          <a16:creationId xmlns:a16="http://schemas.microsoft.com/office/drawing/2014/main" id="{58907B40-BFF1-4998-952A-6F9CC17A2D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45" name="直線コネクタ 120644">
                      <a:extLst>
                        <a:ext uri="{FF2B5EF4-FFF2-40B4-BE49-F238E27FC236}">
                          <a16:creationId xmlns:a16="http://schemas.microsoft.com/office/drawing/2014/main" id="{91DF06C2-7203-4A1E-B92B-96CDA10D5B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500" name="グループ化 120499">
                    <a:extLst>
                      <a:ext uri="{FF2B5EF4-FFF2-40B4-BE49-F238E27FC236}">
                        <a16:creationId xmlns:a16="http://schemas.microsoft.com/office/drawing/2014/main" id="{E3DE5075-9375-4C96-9699-967171C04595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562" name="直線コネクタ 120561">
                      <a:extLst>
                        <a:ext uri="{FF2B5EF4-FFF2-40B4-BE49-F238E27FC236}">
                          <a16:creationId xmlns:a16="http://schemas.microsoft.com/office/drawing/2014/main" id="{ABBD0023-4834-4FD5-89B7-38D86530C6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3" name="直線コネクタ 120562">
                      <a:extLst>
                        <a:ext uri="{FF2B5EF4-FFF2-40B4-BE49-F238E27FC236}">
                          <a16:creationId xmlns:a16="http://schemas.microsoft.com/office/drawing/2014/main" id="{D68516AD-D974-4573-893A-8976D8A6C0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4" name="直線コネクタ 120563">
                      <a:extLst>
                        <a:ext uri="{FF2B5EF4-FFF2-40B4-BE49-F238E27FC236}">
                          <a16:creationId xmlns:a16="http://schemas.microsoft.com/office/drawing/2014/main" id="{538D228B-ECED-4EC8-A7C8-12CEAE09BD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5" name="直線コネクタ 120564">
                      <a:extLst>
                        <a:ext uri="{FF2B5EF4-FFF2-40B4-BE49-F238E27FC236}">
                          <a16:creationId xmlns:a16="http://schemas.microsoft.com/office/drawing/2014/main" id="{512F6E7F-70F0-43A2-ACA3-AF588846C0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6" name="直線コネクタ 120565">
                      <a:extLst>
                        <a:ext uri="{FF2B5EF4-FFF2-40B4-BE49-F238E27FC236}">
                          <a16:creationId xmlns:a16="http://schemas.microsoft.com/office/drawing/2014/main" id="{605B6DC0-A7F4-451A-A2D1-EC2A4D2515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7" name="直線コネクタ 120566">
                      <a:extLst>
                        <a:ext uri="{FF2B5EF4-FFF2-40B4-BE49-F238E27FC236}">
                          <a16:creationId xmlns:a16="http://schemas.microsoft.com/office/drawing/2014/main" id="{47D430F4-4CE9-4D69-BAB5-C6CC7221E6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8" name="直線コネクタ 120567">
                      <a:extLst>
                        <a:ext uri="{FF2B5EF4-FFF2-40B4-BE49-F238E27FC236}">
                          <a16:creationId xmlns:a16="http://schemas.microsoft.com/office/drawing/2014/main" id="{52A615C1-20C7-4E02-8A4E-BAA35D5EB0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9" name="直線コネクタ 120568">
                      <a:extLst>
                        <a:ext uri="{FF2B5EF4-FFF2-40B4-BE49-F238E27FC236}">
                          <a16:creationId xmlns:a16="http://schemas.microsoft.com/office/drawing/2014/main" id="{1D4EDE48-DF41-4F89-8081-1570595951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0" name="直線コネクタ 120569">
                      <a:extLst>
                        <a:ext uri="{FF2B5EF4-FFF2-40B4-BE49-F238E27FC236}">
                          <a16:creationId xmlns:a16="http://schemas.microsoft.com/office/drawing/2014/main" id="{AD2DB9B1-E5DA-4E7E-8AA1-C8E304542C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1" name="直線コネクタ 120570">
                      <a:extLst>
                        <a:ext uri="{FF2B5EF4-FFF2-40B4-BE49-F238E27FC236}">
                          <a16:creationId xmlns:a16="http://schemas.microsoft.com/office/drawing/2014/main" id="{8AA16C66-442D-4CEE-9BC5-DFDA38041D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2" name="直線コネクタ 120571">
                      <a:extLst>
                        <a:ext uri="{FF2B5EF4-FFF2-40B4-BE49-F238E27FC236}">
                          <a16:creationId xmlns:a16="http://schemas.microsoft.com/office/drawing/2014/main" id="{E361CCFB-AFB1-4561-A41D-29AE390541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3" name="直線コネクタ 120572">
                      <a:extLst>
                        <a:ext uri="{FF2B5EF4-FFF2-40B4-BE49-F238E27FC236}">
                          <a16:creationId xmlns:a16="http://schemas.microsoft.com/office/drawing/2014/main" id="{59164FDD-0F16-4984-BC78-075DD386E8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4" name="直線コネクタ 120573">
                      <a:extLst>
                        <a:ext uri="{FF2B5EF4-FFF2-40B4-BE49-F238E27FC236}">
                          <a16:creationId xmlns:a16="http://schemas.microsoft.com/office/drawing/2014/main" id="{1B2B295E-AEE2-474B-A881-6E1F3D06B0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5" name="直線コネクタ 120574">
                      <a:extLst>
                        <a:ext uri="{FF2B5EF4-FFF2-40B4-BE49-F238E27FC236}">
                          <a16:creationId xmlns:a16="http://schemas.microsoft.com/office/drawing/2014/main" id="{C55CD2EE-F00A-4B61-852F-6A79A54C0B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6" name="直線コネクタ 120575">
                      <a:extLst>
                        <a:ext uri="{FF2B5EF4-FFF2-40B4-BE49-F238E27FC236}">
                          <a16:creationId xmlns:a16="http://schemas.microsoft.com/office/drawing/2014/main" id="{48187316-F358-439F-90C8-733B93DBDE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7" name="直線コネクタ 120576">
                      <a:extLst>
                        <a:ext uri="{FF2B5EF4-FFF2-40B4-BE49-F238E27FC236}">
                          <a16:creationId xmlns:a16="http://schemas.microsoft.com/office/drawing/2014/main" id="{CF6560B9-80AE-4574-85CD-C73E309F1D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8" name="直線コネクタ 120577">
                      <a:extLst>
                        <a:ext uri="{FF2B5EF4-FFF2-40B4-BE49-F238E27FC236}">
                          <a16:creationId xmlns:a16="http://schemas.microsoft.com/office/drawing/2014/main" id="{105CDE9C-848A-4CFB-9986-C9C234338B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79" name="直線コネクタ 120578">
                      <a:extLst>
                        <a:ext uri="{FF2B5EF4-FFF2-40B4-BE49-F238E27FC236}">
                          <a16:creationId xmlns:a16="http://schemas.microsoft.com/office/drawing/2014/main" id="{FA625209-07D1-44DA-ACC8-B9846DBA4E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0" name="直線コネクタ 120579">
                      <a:extLst>
                        <a:ext uri="{FF2B5EF4-FFF2-40B4-BE49-F238E27FC236}">
                          <a16:creationId xmlns:a16="http://schemas.microsoft.com/office/drawing/2014/main" id="{18DE8ADD-C164-4F46-9B58-DE3F8F4B06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1" name="直線コネクタ 120580">
                      <a:extLst>
                        <a:ext uri="{FF2B5EF4-FFF2-40B4-BE49-F238E27FC236}">
                          <a16:creationId xmlns:a16="http://schemas.microsoft.com/office/drawing/2014/main" id="{069B6064-FAD2-443A-92E0-2BD1046CD5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2" name="直線コネクタ 120581">
                      <a:extLst>
                        <a:ext uri="{FF2B5EF4-FFF2-40B4-BE49-F238E27FC236}">
                          <a16:creationId xmlns:a16="http://schemas.microsoft.com/office/drawing/2014/main" id="{9B52D18A-90F3-4F4A-A2B3-502B3BB39C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3" name="直線コネクタ 120582">
                      <a:extLst>
                        <a:ext uri="{FF2B5EF4-FFF2-40B4-BE49-F238E27FC236}">
                          <a16:creationId xmlns:a16="http://schemas.microsoft.com/office/drawing/2014/main" id="{7D86171F-FEA6-44E2-AECF-2434A35289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4" name="直線コネクタ 120583">
                      <a:extLst>
                        <a:ext uri="{FF2B5EF4-FFF2-40B4-BE49-F238E27FC236}">
                          <a16:creationId xmlns:a16="http://schemas.microsoft.com/office/drawing/2014/main" id="{30D876EF-EAB6-4C09-BC24-A0E6F89601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5" name="直線コネクタ 120584">
                      <a:extLst>
                        <a:ext uri="{FF2B5EF4-FFF2-40B4-BE49-F238E27FC236}">
                          <a16:creationId xmlns:a16="http://schemas.microsoft.com/office/drawing/2014/main" id="{CEE0E2FB-36E3-4F28-AF38-AAECFBE45A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6" name="直線コネクタ 120585">
                      <a:extLst>
                        <a:ext uri="{FF2B5EF4-FFF2-40B4-BE49-F238E27FC236}">
                          <a16:creationId xmlns:a16="http://schemas.microsoft.com/office/drawing/2014/main" id="{DA8B4485-335D-4273-AB32-099D303494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7" name="直線コネクタ 120586">
                      <a:extLst>
                        <a:ext uri="{FF2B5EF4-FFF2-40B4-BE49-F238E27FC236}">
                          <a16:creationId xmlns:a16="http://schemas.microsoft.com/office/drawing/2014/main" id="{46E374E7-2D3B-4277-A180-E120C6D606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8" name="直線コネクタ 120587">
                      <a:extLst>
                        <a:ext uri="{FF2B5EF4-FFF2-40B4-BE49-F238E27FC236}">
                          <a16:creationId xmlns:a16="http://schemas.microsoft.com/office/drawing/2014/main" id="{A7E11445-7AE7-4D55-A1E2-2EBE604FAE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89" name="直線コネクタ 120588">
                      <a:extLst>
                        <a:ext uri="{FF2B5EF4-FFF2-40B4-BE49-F238E27FC236}">
                          <a16:creationId xmlns:a16="http://schemas.microsoft.com/office/drawing/2014/main" id="{BA231956-C87B-4946-A429-FD1D076AD8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0" name="直線コネクタ 120589">
                      <a:extLst>
                        <a:ext uri="{FF2B5EF4-FFF2-40B4-BE49-F238E27FC236}">
                          <a16:creationId xmlns:a16="http://schemas.microsoft.com/office/drawing/2014/main" id="{4DA8B946-546A-45C6-B0DF-690FEE3E8E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1" name="直線コネクタ 120590">
                      <a:extLst>
                        <a:ext uri="{FF2B5EF4-FFF2-40B4-BE49-F238E27FC236}">
                          <a16:creationId xmlns:a16="http://schemas.microsoft.com/office/drawing/2014/main" id="{4EF50561-1CD5-486D-BFB4-3BE00A4CE3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2" name="直線コネクタ 120591">
                      <a:extLst>
                        <a:ext uri="{FF2B5EF4-FFF2-40B4-BE49-F238E27FC236}">
                          <a16:creationId xmlns:a16="http://schemas.microsoft.com/office/drawing/2014/main" id="{314F9FB7-D6E7-40F7-ADF0-F25CFE25FC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3" name="直線コネクタ 120592">
                      <a:extLst>
                        <a:ext uri="{FF2B5EF4-FFF2-40B4-BE49-F238E27FC236}">
                          <a16:creationId xmlns:a16="http://schemas.microsoft.com/office/drawing/2014/main" id="{4D63B441-412F-403D-93D0-28A3C187C8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4" name="直線コネクタ 120593">
                      <a:extLst>
                        <a:ext uri="{FF2B5EF4-FFF2-40B4-BE49-F238E27FC236}">
                          <a16:creationId xmlns:a16="http://schemas.microsoft.com/office/drawing/2014/main" id="{3CC7D206-C93B-4391-A2BF-838414D848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5" name="直線コネクタ 120594">
                      <a:extLst>
                        <a:ext uri="{FF2B5EF4-FFF2-40B4-BE49-F238E27FC236}">
                          <a16:creationId xmlns:a16="http://schemas.microsoft.com/office/drawing/2014/main" id="{36CAEA67-5C34-4063-8022-85557C5884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6" name="直線コネクタ 120595">
                      <a:extLst>
                        <a:ext uri="{FF2B5EF4-FFF2-40B4-BE49-F238E27FC236}">
                          <a16:creationId xmlns:a16="http://schemas.microsoft.com/office/drawing/2014/main" id="{4A257774-EA08-4383-B42E-B6BDC53A7A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7" name="直線コネクタ 120596">
                      <a:extLst>
                        <a:ext uri="{FF2B5EF4-FFF2-40B4-BE49-F238E27FC236}">
                          <a16:creationId xmlns:a16="http://schemas.microsoft.com/office/drawing/2014/main" id="{49255963-DCFF-48D9-BC30-E94E26647E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8" name="直線コネクタ 120597">
                      <a:extLst>
                        <a:ext uri="{FF2B5EF4-FFF2-40B4-BE49-F238E27FC236}">
                          <a16:creationId xmlns:a16="http://schemas.microsoft.com/office/drawing/2014/main" id="{E38F97B8-2AEE-4154-A29C-7C55C7BD38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99" name="直線コネクタ 120598">
                      <a:extLst>
                        <a:ext uri="{FF2B5EF4-FFF2-40B4-BE49-F238E27FC236}">
                          <a16:creationId xmlns:a16="http://schemas.microsoft.com/office/drawing/2014/main" id="{BAEF0138-50A7-499B-AA04-0B6F6FB110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0" name="直線コネクタ 120599">
                      <a:extLst>
                        <a:ext uri="{FF2B5EF4-FFF2-40B4-BE49-F238E27FC236}">
                          <a16:creationId xmlns:a16="http://schemas.microsoft.com/office/drawing/2014/main" id="{57501870-D8C7-4D06-AE57-6B5AEC2E5A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1" name="直線コネクタ 120600">
                      <a:extLst>
                        <a:ext uri="{FF2B5EF4-FFF2-40B4-BE49-F238E27FC236}">
                          <a16:creationId xmlns:a16="http://schemas.microsoft.com/office/drawing/2014/main" id="{BEB2885C-6BCB-45E6-A41C-2D5BE9F0EE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2" name="直線コネクタ 120601">
                      <a:extLst>
                        <a:ext uri="{FF2B5EF4-FFF2-40B4-BE49-F238E27FC236}">
                          <a16:creationId xmlns:a16="http://schemas.microsoft.com/office/drawing/2014/main" id="{BD0D257B-A223-489E-BD13-8E9B5DD5C9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603" name="直線コネクタ 120602">
                      <a:extLst>
                        <a:ext uri="{FF2B5EF4-FFF2-40B4-BE49-F238E27FC236}">
                          <a16:creationId xmlns:a16="http://schemas.microsoft.com/office/drawing/2014/main" id="{B8E61BE4-12B1-46C5-8315-44CFCCFD10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501" name="グループ化 120500">
                    <a:extLst>
                      <a:ext uri="{FF2B5EF4-FFF2-40B4-BE49-F238E27FC236}">
                        <a16:creationId xmlns:a16="http://schemas.microsoft.com/office/drawing/2014/main" id="{1AEA1EDF-3389-413B-AF63-7E9109A32CAB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554" name="直線コネクタ 120553">
                      <a:extLst>
                        <a:ext uri="{FF2B5EF4-FFF2-40B4-BE49-F238E27FC236}">
                          <a16:creationId xmlns:a16="http://schemas.microsoft.com/office/drawing/2014/main" id="{85A1CA66-1052-4760-82A3-74715B9E7E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5" name="直線コネクタ 120554">
                      <a:extLst>
                        <a:ext uri="{FF2B5EF4-FFF2-40B4-BE49-F238E27FC236}">
                          <a16:creationId xmlns:a16="http://schemas.microsoft.com/office/drawing/2014/main" id="{6BC7AD8A-5395-4679-8166-943DF9E344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6" name="直線コネクタ 120555">
                      <a:extLst>
                        <a:ext uri="{FF2B5EF4-FFF2-40B4-BE49-F238E27FC236}">
                          <a16:creationId xmlns:a16="http://schemas.microsoft.com/office/drawing/2014/main" id="{AD7820CE-68AB-4065-BABD-ED96FD65FC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7" name="直線コネクタ 120556">
                      <a:extLst>
                        <a:ext uri="{FF2B5EF4-FFF2-40B4-BE49-F238E27FC236}">
                          <a16:creationId xmlns:a16="http://schemas.microsoft.com/office/drawing/2014/main" id="{C5656BCF-2452-4F5E-8432-16D5CDF2B9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8" name="直線コネクタ 120557">
                      <a:extLst>
                        <a:ext uri="{FF2B5EF4-FFF2-40B4-BE49-F238E27FC236}">
                          <a16:creationId xmlns:a16="http://schemas.microsoft.com/office/drawing/2014/main" id="{B3E485AA-A62A-4692-A680-406FA38276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9" name="直線コネクタ 120558">
                      <a:extLst>
                        <a:ext uri="{FF2B5EF4-FFF2-40B4-BE49-F238E27FC236}">
                          <a16:creationId xmlns:a16="http://schemas.microsoft.com/office/drawing/2014/main" id="{4EA5A1FB-73AD-4B68-8244-F23BE53116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0" name="直線コネクタ 120559">
                      <a:extLst>
                        <a:ext uri="{FF2B5EF4-FFF2-40B4-BE49-F238E27FC236}">
                          <a16:creationId xmlns:a16="http://schemas.microsoft.com/office/drawing/2014/main" id="{7F2F691D-26DA-4D59-93EC-3FE473B025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61" name="直線コネクタ 120560">
                      <a:extLst>
                        <a:ext uri="{FF2B5EF4-FFF2-40B4-BE49-F238E27FC236}">
                          <a16:creationId xmlns:a16="http://schemas.microsoft.com/office/drawing/2014/main" id="{F374A392-4D6B-4F62-AD81-2F45A5FE77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502" name="グループ化 120501">
                    <a:extLst>
                      <a:ext uri="{FF2B5EF4-FFF2-40B4-BE49-F238E27FC236}">
                        <a16:creationId xmlns:a16="http://schemas.microsoft.com/office/drawing/2014/main" id="{701CAF4F-8645-4760-B85A-BC118AE844F4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546" name="直線コネクタ 120545">
                      <a:extLst>
                        <a:ext uri="{FF2B5EF4-FFF2-40B4-BE49-F238E27FC236}">
                          <a16:creationId xmlns:a16="http://schemas.microsoft.com/office/drawing/2014/main" id="{EAFAC079-22CA-4B15-9EB2-01DFFE7D62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7" name="直線コネクタ 120546">
                      <a:extLst>
                        <a:ext uri="{FF2B5EF4-FFF2-40B4-BE49-F238E27FC236}">
                          <a16:creationId xmlns:a16="http://schemas.microsoft.com/office/drawing/2014/main" id="{F7DD1BEC-5335-4B29-9285-09AD5EC330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8" name="直線コネクタ 120547">
                      <a:extLst>
                        <a:ext uri="{FF2B5EF4-FFF2-40B4-BE49-F238E27FC236}">
                          <a16:creationId xmlns:a16="http://schemas.microsoft.com/office/drawing/2014/main" id="{9D472560-8985-4A54-84CA-F9332A0487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9" name="直線コネクタ 120548">
                      <a:extLst>
                        <a:ext uri="{FF2B5EF4-FFF2-40B4-BE49-F238E27FC236}">
                          <a16:creationId xmlns:a16="http://schemas.microsoft.com/office/drawing/2014/main" id="{420094CF-B14D-428F-AA21-F9A364ED4A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0" name="直線コネクタ 120549">
                      <a:extLst>
                        <a:ext uri="{FF2B5EF4-FFF2-40B4-BE49-F238E27FC236}">
                          <a16:creationId xmlns:a16="http://schemas.microsoft.com/office/drawing/2014/main" id="{2F1B00AE-695B-4F82-A6E2-C9619835CC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1" name="直線コネクタ 120550">
                      <a:extLst>
                        <a:ext uri="{FF2B5EF4-FFF2-40B4-BE49-F238E27FC236}">
                          <a16:creationId xmlns:a16="http://schemas.microsoft.com/office/drawing/2014/main" id="{1AB65531-9223-4E44-AE53-ECF89FBF0C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2" name="直線コネクタ 120551">
                      <a:extLst>
                        <a:ext uri="{FF2B5EF4-FFF2-40B4-BE49-F238E27FC236}">
                          <a16:creationId xmlns:a16="http://schemas.microsoft.com/office/drawing/2014/main" id="{4E54BF8A-1298-4681-83F5-3897D8C256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53" name="直線コネクタ 120552">
                      <a:extLst>
                        <a:ext uri="{FF2B5EF4-FFF2-40B4-BE49-F238E27FC236}">
                          <a16:creationId xmlns:a16="http://schemas.microsoft.com/office/drawing/2014/main" id="{94ADC540-C7F5-4622-8AD7-14BBBECE4A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503" name="グループ化 120502">
                    <a:extLst>
                      <a:ext uri="{FF2B5EF4-FFF2-40B4-BE49-F238E27FC236}">
                        <a16:creationId xmlns:a16="http://schemas.microsoft.com/office/drawing/2014/main" id="{2932C835-4644-436E-B04E-E621A3FEF340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504" name="直線コネクタ 120503">
                      <a:extLst>
                        <a:ext uri="{FF2B5EF4-FFF2-40B4-BE49-F238E27FC236}">
                          <a16:creationId xmlns:a16="http://schemas.microsoft.com/office/drawing/2014/main" id="{FB557AD2-394D-4A6A-8FB3-ADF239A504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05" name="直線コネクタ 120504">
                      <a:extLst>
                        <a:ext uri="{FF2B5EF4-FFF2-40B4-BE49-F238E27FC236}">
                          <a16:creationId xmlns:a16="http://schemas.microsoft.com/office/drawing/2014/main" id="{03DAC66A-394D-42FE-BA20-760DE08358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06" name="直線コネクタ 120505">
                      <a:extLst>
                        <a:ext uri="{FF2B5EF4-FFF2-40B4-BE49-F238E27FC236}">
                          <a16:creationId xmlns:a16="http://schemas.microsoft.com/office/drawing/2014/main" id="{CF2408CD-3D40-4C89-BA95-4CEB475CE5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07" name="直線コネクタ 120506">
                      <a:extLst>
                        <a:ext uri="{FF2B5EF4-FFF2-40B4-BE49-F238E27FC236}">
                          <a16:creationId xmlns:a16="http://schemas.microsoft.com/office/drawing/2014/main" id="{56A49966-D050-4653-9843-D171A97923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08" name="直線コネクタ 120507">
                      <a:extLst>
                        <a:ext uri="{FF2B5EF4-FFF2-40B4-BE49-F238E27FC236}">
                          <a16:creationId xmlns:a16="http://schemas.microsoft.com/office/drawing/2014/main" id="{5CE20EBE-698D-4138-8E8B-2714A001CA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09" name="直線コネクタ 120508">
                      <a:extLst>
                        <a:ext uri="{FF2B5EF4-FFF2-40B4-BE49-F238E27FC236}">
                          <a16:creationId xmlns:a16="http://schemas.microsoft.com/office/drawing/2014/main" id="{C320D129-F056-4D93-B420-6AAF3DFA71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0" name="直線コネクタ 120509">
                      <a:extLst>
                        <a:ext uri="{FF2B5EF4-FFF2-40B4-BE49-F238E27FC236}">
                          <a16:creationId xmlns:a16="http://schemas.microsoft.com/office/drawing/2014/main" id="{FBA321D9-3D63-49AC-9DB9-C85E7F5AEF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1" name="直線コネクタ 120510">
                      <a:extLst>
                        <a:ext uri="{FF2B5EF4-FFF2-40B4-BE49-F238E27FC236}">
                          <a16:creationId xmlns:a16="http://schemas.microsoft.com/office/drawing/2014/main" id="{E19DF050-44E5-4C55-8F13-3B501ABB1A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2" name="直線コネクタ 120511">
                      <a:extLst>
                        <a:ext uri="{FF2B5EF4-FFF2-40B4-BE49-F238E27FC236}">
                          <a16:creationId xmlns:a16="http://schemas.microsoft.com/office/drawing/2014/main" id="{70873669-6F0D-4661-90E6-C7F8E18A52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3" name="直線コネクタ 120512">
                      <a:extLst>
                        <a:ext uri="{FF2B5EF4-FFF2-40B4-BE49-F238E27FC236}">
                          <a16:creationId xmlns:a16="http://schemas.microsoft.com/office/drawing/2014/main" id="{AAFB9930-D7B1-4FD9-ACBA-BA26E3B575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4" name="直線コネクタ 120513">
                      <a:extLst>
                        <a:ext uri="{FF2B5EF4-FFF2-40B4-BE49-F238E27FC236}">
                          <a16:creationId xmlns:a16="http://schemas.microsoft.com/office/drawing/2014/main" id="{50F51FE9-6147-4997-B5E1-A9BD8A92FD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5" name="直線コネクタ 120514">
                      <a:extLst>
                        <a:ext uri="{FF2B5EF4-FFF2-40B4-BE49-F238E27FC236}">
                          <a16:creationId xmlns:a16="http://schemas.microsoft.com/office/drawing/2014/main" id="{4526F1C0-1F35-4A42-8165-35A34B85C4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6" name="直線コネクタ 120515">
                      <a:extLst>
                        <a:ext uri="{FF2B5EF4-FFF2-40B4-BE49-F238E27FC236}">
                          <a16:creationId xmlns:a16="http://schemas.microsoft.com/office/drawing/2014/main" id="{A6BB019A-1505-4374-9706-1EBAFB2CC5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7" name="直線コネクタ 120516">
                      <a:extLst>
                        <a:ext uri="{FF2B5EF4-FFF2-40B4-BE49-F238E27FC236}">
                          <a16:creationId xmlns:a16="http://schemas.microsoft.com/office/drawing/2014/main" id="{400EDB94-0811-4DC8-9A67-647D23ECA5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8" name="直線コネクタ 120517">
                      <a:extLst>
                        <a:ext uri="{FF2B5EF4-FFF2-40B4-BE49-F238E27FC236}">
                          <a16:creationId xmlns:a16="http://schemas.microsoft.com/office/drawing/2014/main" id="{8ECCC55E-76A1-467B-A70F-ED3D418B69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19" name="直線コネクタ 120518">
                      <a:extLst>
                        <a:ext uri="{FF2B5EF4-FFF2-40B4-BE49-F238E27FC236}">
                          <a16:creationId xmlns:a16="http://schemas.microsoft.com/office/drawing/2014/main" id="{BECEAE0A-53A0-439D-ABDF-2C7A9628C5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0" name="直線コネクタ 120519">
                      <a:extLst>
                        <a:ext uri="{FF2B5EF4-FFF2-40B4-BE49-F238E27FC236}">
                          <a16:creationId xmlns:a16="http://schemas.microsoft.com/office/drawing/2014/main" id="{E4B4396C-E68C-4C14-B7E6-0D2877AD3B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1" name="直線コネクタ 120520">
                      <a:extLst>
                        <a:ext uri="{FF2B5EF4-FFF2-40B4-BE49-F238E27FC236}">
                          <a16:creationId xmlns:a16="http://schemas.microsoft.com/office/drawing/2014/main" id="{5EF5BCD2-074A-44FC-9C3B-3606BFA492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2" name="直線コネクタ 120521">
                      <a:extLst>
                        <a:ext uri="{FF2B5EF4-FFF2-40B4-BE49-F238E27FC236}">
                          <a16:creationId xmlns:a16="http://schemas.microsoft.com/office/drawing/2014/main" id="{6536EC02-4066-4329-9EBA-20EFE8859D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3" name="直線コネクタ 120522">
                      <a:extLst>
                        <a:ext uri="{FF2B5EF4-FFF2-40B4-BE49-F238E27FC236}">
                          <a16:creationId xmlns:a16="http://schemas.microsoft.com/office/drawing/2014/main" id="{1FC51BA4-7699-467D-BB6A-3B6C458C7A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4" name="直線コネクタ 120523">
                      <a:extLst>
                        <a:ext uri="{FF2B5EF4-FFF2-40B4-BE49-F238E27FC236}">
                          <a16:creationId xmlns:a16="http://schemas.microsoft.com/office/drawing/2014/main" id="{CB318A53-CE94-418F-AA23-959C4AB09A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5" name="直線コネクタ 120524">
                      <a:extLst>
                        <a:ext uri="{FF2B5EF4-FFF2-40B4-BE49-F238E27FC236}">
                          <a16:creationId xmlns:a16="http://schemas.microsoft.com/office/drawing/2014/main" id="{E605BB52-E9C1-4F64-8E43-C287312E3F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6" name="直線コネクタ 120525">
                      <a:extLst>
                        <a:ext uri="{FF2B5EF4-FFF2-40B4-BE49-F238E27FC236}">
                          <a16:creationId xmlns:a16="http://schemas.microsoft.com/office/drawing/2014/main" id="{DFDB502F-2FEC-45C8-896E-39AE748008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7" name="直線コネクタ 120526">
                      <a:extLst>
                        <a:ext uri="{FF2B5EF4-FFF2-40B4-BE49-F238E27FC236}">
                          <a16:creationId xmlns:a16="http://schemas.microsoft.com/office/drawing/2014/main" id="{453C1FBC-725F-42C9-BC08-8FC7E55981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8" name="直線コネクタ 120527">
                      <a:extLst>
                        <a:ext uri="{FF2B5EF4-FFF2-40B4-BE49-F238E27FC236}">
                          <a16:creationId xmlns:a16="http://schemas.microsoft.com/office/drawing/2014/main" id="{12B57742-F825-4621-BE93-52DBBD8C40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29" name="直線コネクタ 120528">
                      <a:extLst>
                        <a:ext uri="{FF2B5EF4-FFF2-40B4-BE49-F238E27FC236}">
                          <a16:creationId xmlns:a16="http://schemas.microsoft.com/office/drawing/2014/main" id="{69028957-D8E9-4B6B-89E4-BB5849564B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0" name="直線コネクタ 120529">
                      <a:extLst>
                        <a:ext uri="{FF2B5EF4-FFF2-40B4-BE49-F238E27FC236}">
                          <a16:creationId xmlns:a16="http://schemas.microsoft.com/office/drawing/2014/main" id="{4ED646C0-21F9-4836-8C54-C06818FD65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1" name="直線コネクタ 120530">
                      <a:extLst>
                        <a:ext uri="{FF2B5EF4-FFF2-40B4-BE49-F238E27FC236}">
                          <a16:creationId xmlns:a16="http://schemas.microsoft.com/office/drawing/2014/main" id="{BCC00C70-88B2-42BD-9914-4463DD07D1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2" name="直線コネクタ 120531">
                      <a:extLst>
                        <a:ext uri="{FF2B5EF4-FFF2-40B4-BE49-F238E27FC236}">
                          <a16:creationId xmlns:a16="http://schemas.microsoft.com/office/drawing/2014/main" id="{3484AF3B-8319-4B9E-8A30-21C26A714E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3" name="直線コネクタ 120532">
                      <a:extLst>
                        <a:ext uri="{FF2B5EF4-FFF2-40B4-BE49-F238E27FC236}">
                          <a16:creationId xmlns:a16="http://schemas.microsoft.com/office/drawing/2014/main" id="{EDF49074-5ED0-44E7-9E19-5BDEBCD9F9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4" name="直線コネクタ 120533">
                      <a:extLst>
                        <a:ext uri="{FF2B5EF4-FFF2-40B4-BE49-F238E27FC236}">
                          <a16:creationId xmlns:a16="http://schemas.microsoft.com/office/drawing/2014/main" id="{BC7E0456-680C-4719-839B-0E65B86A77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5" name="直線コネクタ 120534">
                      <a:extLst>
                        <a:ext uri="{FF2B5EF4-FFF2-40B4-BE49-F238E27FC236}">
                          <a16:creationId xmlns:a16="http://schemas.microsoft.com/office/drawing/2014/main" id="{B8EB89EE-B4B4-40AF-8662-400463A983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6" name="直線コネクタ 120535">
                      <a:extLst>
                        <a:ext uri="{FF2B5EF4-FFF2-40B4-BE49-F238E27FC236}">
                          <a16:creationId xmlns:a16="http://schemas.microsoft.com/office/drawing/2014/main" id="{64ABE609-786B-4DBA-B417-DDD875A05F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7" name="直線コネクタ 120536">
                      <a:extLst>
                        <a:ext uri="{FF2B5EF4-FFF2-40B4-BE49-F238E27FC236}">
                          <a16:creationId xmlns:a16="http://schemas.microsoft.com/office/drawing/2014/main" id="{CBCCFEE8-BD5C-454F-A500-808C0CE8F7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8" name="直線コネクタ 120537">
                      <a:extLst>
                        <a:ext uri="{FF2B5EF4-FFF2-40B4-BE49-F238E27FC236}">
                          <a16:creationId xmlns:a16="http://schemas.microsoft.com/office/drawing/2014/main" id="{F25CF672-1C11-49FA-9702-889AFE4917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39" name="直線コネクタ 120538">
                      <a:extLst>
                        <a:ext uri="{FF2B5EF4-FFF2-40B4-BE49-F238E27FC236}">
                          <a16:creationId xmlns:a16="http://schemas.microsoft.com/office/drawing/2014/main" id="{5F81351F-44C6-48DD-9B93-0475FBFCF3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0" name="直線コネクタ 120539">
                      <a:extLst>
                        <a:ext uri="{FF2B5EF4-FFF2-40B4-BE49-F238E27FC236}">
                          <a16:creationId xmlns:a16="http://schemas.microsoft.com/office/drawing/2014/main" id="{E062324F-9DBA-4215-A654-A7DB4E95E5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1" name="直線コネクタ 120540">
                      <a:extLst>
                        <a:ext uri="{FF2B5EF4-FFF2-40B4-BE49-F238E27FC236}">
                          <a16:creationId xmlns:a16="http://schemas.microsoft.com/office/drawing/2014/main" id="{C9BE3EB0-A4FB-48BC-BD04-62E94954AB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2" name="直線コネクタ 120541">
                      <a:extLst>
                        <a:ext uri="{FF2B5EF4-FFF2-40B4-BE49-F238E27FC236}">
                          <a16:creationId xmlns:a16="http://schemas.microsoft.com/office/drawing/2014/main" id="{01BBBB70-000D-432E-AF5D-AF6E5F77EF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3" name="直線コネクタ 120542">
                      <a:extLst>
                        <a:ext uri="{FF2B5EF4-FFF2-40B4-BE49-F238E27FC236}">
                          <a16:creationId xmlns:a16="http://schemas.microsoft.com/office/drawing/2014/main" id="{6AD841CE-880F-47E4-9641-3D3B1C64E1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4" name="直線コネクタ 120543">
                      <a:extLst>
                        <a:ext uri="{FF2B5EF4-FFF2-40B4-BE49-F238E27FC236}">
                          <a16:creationId xmlns:a16="http://schemas.microsoft.com/office/drawing/2014/main" id="{0EBB6FAC-DCED-4919-8666-51CADBC88D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545" name="直線コネクタ 120544">
                      <a:extLst>
                        <a:ext uri="{FF2B5EF4-FFF2-40B4-BE49-F238E27FC236}">
                          <a16:creationId xmlns:a16="http://schemas.microsoft.com/office/drawing/2014/main" id="{E605E3D4-9BFF-450F-903A-400951BEB7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4" name="グループ化 118403">
                  <a:extLst>
                    <a:ext uri="{FF2B5EF4-FFF2-40B4-BE49-F238E27FC236}">
                      <a16:creationId xmlns:a16="http://schemas.microsoft.com/office/drawing/2014/main" id="{0629815D-09D5-454E-83F6-DB71DF34D59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62103" y="5362081"/>
                  <a:ext cx="75557" cy="75600"/>
                  <a:chOff x="4287481" y="4286224"/>
                  <a:chExt cx="2227978" cy="2229219"/>
                </a:xfrm>
              </p:grpSpPr>
              <p:cxnSp>
                <p:nvCxnSpPr>
                  <p:cNvPr id="119945" name="直線コネクタ 119944">
                    <a:extLst>
                      <a:ext uri="{FF2B5EF4-FFF2-40B4-BE49-F238E27FC236}">
                        <a16:creationId xmlns:a16="http://schemas.microsoft.com/office/drawing/2014/main" id="{AC761987-4C79-4AE7-B65C-F0645CA9F5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46" name="直線コネクタ 119945">
                    <a:extLst>
                      <a:ext uri="{FF2B5EF4-FFF2-40B4-BE49-F238E27FC236}">
                        <a16:creationId xmlns:a16="http://schemas.microsoft.com/office/drawing/2014/main" id="{CCF6BDE1-DA39-4356-8185-16ED140356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47" name="直線コネクタ 119946">
                    <a:extLst>
                      <a:ext uri="{FF2B5EF4-FFF2-40B4-BE49-F238E27FC236}">
                        <a16:creationId xmlns:a16="http://schemas.microsoft.com/office/drawing/2014/main" id="{C81D2422-9792-429F-ACD2-1A5DEAFCF1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48" name="直線コネクタ 119947">
                    <a:extLst>
                      <a:ext uri="{FF2B5EF4-FFF2-40B4-BE49-F238E27FC236}">
                        <a16:creationId xmlns:a16="http://schemas.microsoft.com/office/drawing/2014/main" id="{F412985C-09B3-48E5-B216-FA8ACD0BE9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49" name="直線コネクタ 119948">
                    <a:extLst>
                      <a:ext uri="{FF2B5EF4-FFF2-40B4-BE49-F238E27FC236}">
                        <a16:creationId xmlns:a16="http://schemas.microsoft.com/office/drawing/2014/main" id="{C427D2FD-44BD-4DBF-8A09-58AD5AB910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0" name="直線コネクタ 119949">
                    <a:extLst>
                      <a:ext uri="{FF2B5EF4-FFF2-40B4-BE49-F238E27FC236}">
                        <a16:creationId xmlns:a16="http://schemas.microsoft.com/office/drawing/2014/main" id="{FDBDCA29-E2EC-4616-99CB-667B4A7C2F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1" name="直線コネクタ 119950">
                    <a:extLst>
                      <a:ext uri="{FF2B5EF4-FFF2-40B4-BE49-F238E27FC236}">
                        <a16:creationId xmlns:a16="http://schemas.microsoft.com/office/drawing/2014/main" id="{8C39D9A1-B1D9-458D-BF94-90417D7C09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2" name="直線コネクタ 119951">
                    <a:extLst>
                      <a:ext uri="{FF2B5EF4-FFF2-40B4-BE49-F238E27FC236}">
                        <a16:creationId xmlns:a16="http://schemas.microsoft.com/office/drawing/2014/main" id="{223D2A6E-CE57-4D5F-88A8-58B6565BBA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3" name="直線コネクタ 119952">
                    <a:extLst>
                      <a:ext uri="{FF2B5EF4-FFF2-40B4-BE49-F238E27FC236}">
                        <a16:creationId xmlns:a16="http://schemas.microsoft.com/office/drawing/2014/main" id="{D98E6CB7-ABF6-43D2-9561-46FBC3775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4" name="直線コネクタ 119953">
                    <a:extLst>
                      <a:ext uri="{FF2B5EF4-FFF2-40B4-BE49-F238E27FC236}">
                        <a16:creationId xmlns:a16="http://schemas.microsoft.com/office/drawing/2014/main" id="{D7274AEA-396D-49AF-96C3-B42FCB2EC1B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5" name="直線コネクタ 119954">
                    <a:extLst>
                      <a:ext uri="{FF2B5EF4-FFF2-40B4-BE49-F238E27FC236}">
                        <a16:creationId xmlns:a16="http://schemas.microsoft.com/office/drawing/2014/main" id="{2F43CB1B-204B-418A-ABA0-D26E71513CB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6" name="直線コネクタ 119955">
                    <a:extLst>
                      <a:ext uri="{FF2B5EF4-FFF2-40B4-BE49-F238E27FC236}">
                        <a16:creationId xmlns:a16="http://schemas.microsoft.com/office/drawing/2014/main" id="{7FF84A14-C6CA-45BA-A3AB-EABC062A86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7" name="直線コネクタ 119956">
                    <a:extLst>
                      <a:ext uri="{FF2B5EF4-FFF2-40B4-BE49-F238E27FC236}">
                        <a16:creationId xmlns:a16="http://schemas.microsoft.com/office/drawing/2014/main" id="{EC0FA84A-20CF-438C-8E85-C1776954F7D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8" name="直線コネクタ 119957">
                    <a:extLst>
                      <a:ext uri="{FF2B5EF4-FFF2-40B4-BE49-F238E27FC236}">
                        <a16:creationId xmlns:a16="http://schemas.microsoft.com/office/drawing/2014/main" id="{8CDF6EB6-8E01-48DF-815E-ECF945A143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59" name="直線コネクタ 119958">
                    <a:extLst>
                      <a:ext uri="{FF2B5EF4-FFF2-40B4-BE49-F238E27FC236}">
                        <a16:creationId xmlns:a16="http://schemas.microsoft.com/office/drawing/2014/main" id="{4B2E70BA-E51B-481D-97C8-3E144C9AE3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0" name="直線コネクタ 119959">
                    <a:extLst>
                      <a:ext uri="{FF2B5EF4-FFF2-40B4-BE49-F238E27FC236}">
                        <a16:creationId xmlns:a16="http://schemas.microsoft.com/office/drawing/2014/main" id="{17F56713-9989-4F80-BA50-DF92EC658E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1" name="直線コネクタ 119960">
                    <a:extLst>
                      <a:ext uri="{FF2B5EF4-FFF2-40B4-BE49-F238E27FC236}">
                        <a16:creationId xmlns:a16="http://schemas.microsoft.com/office/drawing/2014/main" id="{BA45E560-F804-40B6-8060-A26C51EF5E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2" name="直線コネクタ 119961">
                    <a:extLst>
                      <a:ext uri="{FF2B5EF4-FFF2-40B4-BE49-F238E27FC236}">
                        <a16:creationId xmlns:a16="http://schemas.microsoft.com/office/drawing/2014/main" id="{0F550B67-0502-47D9-96B2-27BECDFA05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3" name="直線コネクタ 119962">
                    <a:extLst>
                      <a:ext uri="{FF2B5EF4-FFF2-40B4-BE49-F238E27FC236}">
                        <a16:creationId xmlns:a16="http://schemas.microsoft.com/office/drawing/2014/main" id="{4C56B168-612A-4CAD-937B-9953E21387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4" name="直線コネクタ 119963">
                    <a:extLst>
                      <a:ext uri="{FF2B5EF4-FFF2-40B4-BE49-F238E27FC236}">
                        <a16:creationId xmlns:a16="http://schemas.microsoft.com/office/drawing/2014/main" id="{3E496F77-39AE-4734-AE3D-2878E2FAD6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5" name="直線コネクタ 119964">
                    <a:extLst>
                      <a:ext uri="{FF2B5EF4-FFF2-40B4-BE49-F238E27FC236}">
                        <a16:creationId xmlns:a16="http://schemas.microsoft.com/office/drawing/2014/main" id="{3D8B2CC3-8DB1-4891-83C9-6A39EFCCCE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6" name="直線コネクタ 119965">
                    <a:extLst>
                      <a:ext uri="{FF2B5EF4-FFF2-40B4-BE49-F238E27FC236}">
                        <a16:creationId xmlns:a16="http://schemas.microsoft.com/office/drawing/2014/main" id="{118AAB4C-1F0B-49E9-83C2-BFAC4BBCE6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7" name="直線コネクタ 119966">
                    <a:extLst>
                      <a:ext uri="{FF2B5EF4-FFF2-40B4-BE49-F238E27FC236}">
                        <a16:creationId xmlns:a16="http://schemas.microsoft.com/office/drawing/2014/main" id="{F3B9E8B6-E877-42BB-A9FC-DC2B7B0961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8" name="直線コネクタ 119967">
                    <a:extLst>
                      <a:ext uri="{FF2B5EF4-FFF2-40B4-BE49-F238E27FC236}">
                        <a16:creationId xmlns:a16="http://schemas.microsoft.com/office/drawing/2014/main" id="{64FEAD1B-197D-4600-9599-BDF03254EA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69" name="直線コネクタ 119968">
                    <a:extLst>
                      <a:ext uri="{FF2B5EF4-FFF2-40B4-BE49-F238E27FC236}">
                        <a16:creationId xmlns:a16="http://schemas.microsoft.com/office/drawing/2014/main" id="{FAF6AD34-0394-4608-9C33-96D250148A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0" name="直線コネクタ 119969">
                    <a:extLst>
                      <a:ext uri="{FF2B5EF4-FFF2-40B4-BE49-F238E27FC236}">
                        <a16:creationId xmlns:a16="http://schemas.microsoft.com/office/drawing/2014/main" id="{F74EE44A-12C9-4E59-B2F1-6DEB6D5E96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1" name="直線コネクタ 119970">
                    <a:extLst>
                      <a:ext uri="{FF2B5EF4-FFF2-40B4-BE49-F238E27FC236}">
                        <a16:creationId xmlns:a16="http://schemas.microsoft.com/office/drawing/2014/main" id="{7466B566-5431-450E-8063-8B19A91AE3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2" name="直線コネクタ 119971">
                    <a:extLst>
                      <a:ext uri="{FF2B5EF4-FFF2-40B4-BE49-F238E27FC236}">
                        <a16:creationId xmlns:a16="http://schemas.microsoft.com/office/drawing/2014/main" id="{787F6745-3543-4D19-8004-0B1452FD91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3" name="直線コネクタ 119972">
                    <a:extLst>
                      <a:ext uri="{FF2B5EF4-FFF2-40B4-BE49-F238E27FC236}">
                        <a16:creationId xmlns:a16="http://schemas.microsoft.com/office/drawing/2014/main" id="{49936FDF-653D-4553-B0F3-1EB89338B7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4" name="直線コネクタ 119973">
                    <a:extLst>
                      <a:ext uri="{FF2B5EF4-FFF2-40B4-BE49-F238E27FC236}">
                        <a16:creationId xmlns:a16="http://schemas.microsoft.com/office/drawing/2014/main" id="{9B4A14CB-8279-4E6B-A68B-42793B40E8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5" name="直線コネクタ 119974">
                    <a:extLst>
                      <a:ext uri="{FF2B5EF4-FFF2-40B4-BE49-F238E27FC236}">
                        <a16:creationId xmlns:a16="http://schemas.microsoft.com/office/drawing/2014/main" id="{DB373BAB-DA75-4043-84A2-E7C84F1F9D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6" name="直線コネクタ 119975">
                    <a:extLst>
                      <a:ext uri="{FF2B5EF4-FFF2-40B4-BE49-F238E27FC236}">
                        <a16:creationId xmlns:a16="http://schemas.microsoft.com/office/drawing/2014/main" id="{24A4F8EF-7EDB-4D7F-A011-3B7D111306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7" name="直線コネクタ 119976">
                    <a:extLst>
                      <a:ext uri="{FF2B5EF4-FFF2-40B4-BE49-F238E27FC236}">
                        <a16:creationId xmlns:a16="http://schemas.microsoft.com/office/drawing/2014/main" id="{3AD45A3B-2EBD-4114-854F-CF651AF543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8" name="直線コネクタ 119977">
                    <a:extLst>
                      <a:ext uri="{FF2B5EF4-FFF2-40B4-BE49-F238E27FC236}">
                        <a16:creationId xmlns:a16="http://schemas.microsoft.com/office/drawing/2014/main" id="{1B5A9260-86EE-4538-9591-06E35913C4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79" name="直線コネクタ 119978">
                    <a:extLst>
                      <a:ext uri="{FF2B5EF4-FFF2-40B4-BE49-F238E27FC236}">
                        <a16:creationId xmlns:a16="http://schemas.microsoft.com/office/drawing/2014/main" id="{60BE64DC-21B3-43B1-8D6C-7CAE13AD1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0" name="直線コネクタ 119979">
                    <a:extLst>
                      <a:ext uri="{FF2B5EF4-FFF2-40B4-BE49-F238E27FC236}">
                        <a16:creationId xmlns:a16="http://schemas.microsoft.com/office/drawing/2014/main" id="{23A9823E-C670-44EF-877C-424FAC7B0C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1" name="直線コネクタ 119980">
                    <a:extLst>
                      <a:ext uri="{FF2B5EF4-FFF2-40B4-BE49-F238E27FC236}">
                        <a16:creationId xmlns:a16="http://schemas.microsoft.com/office/drawing/2014/main" id="{F1A52261-1143-42A9-B445-B67E9BB254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2" name="直線コネクタ 119981">
                    <a:extLst>
                      <a:ext uri="{FF2B5EF4-FFF2-40B4-BE49-F238E27FC236}">
                        <a16:creationId xmlns:a16="http://schemas.microsoft.com/office/drawing/2014/main" id="{4D55A000-A379-4B95-AA9E-BEF448E5C0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3" name="直線コネクタ 119982">
                    <a:extLst>
                      <a:ext uri="{FF2B5EF4-FFF2-40B4-BE49-F238E27FC236}">
                        <a16:creationId xmlns:a16="http://schemas.microsoft.com/office/drawing/2014/main" id="{FBDE1DF1-790B-4A1C-A09F-C3A83C15FA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4" name="直線コネクタ 119983">
                    <a:extLst>
                      <a:ext uri="{FF2B5EF4-FFF2-40B4-BE49-F238E27FC236}">
                        <a16:creationId xmlns:a16="http://schemas.microsoft.com/office/drawing/2014/main" id="{00FB82F7-09BB-47C7-86D0-4012B24984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5" name="直線コネクタ 119984">
                    <a:extLst>
                      <a:ext uri="{FF2B5EF4-FFF2-40B4-BE49-F238E27FC236}">
                        <a16:creationId xmlns:a16="http://schemas.microsoft.com/office/drawing/2014/main" id="{1FE701F4-A776-4F2D-BB29-C59A5C89D9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6" name="直線コネクタ 119985">
                    <a:extLst>
                      <a:ext uri="{FF2B5EF4-FFF2-40B4-BE49-F238E27FC236}">
                        <a16:creationId xmlns:a16="http://schemas.microsoft.com/office/drawing/2014/main" id="{369D457F-EE97-45C4-B5EC-550D4066FE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7" name="直線コネクタ 119986">
                    <a:extLst>
                      <a:ext uri="{FF2B5EF4-FFF2-40B4-BE49-F238E27FC236}">
                        <a16:creationId xmlns:a16="http://schemas.microsoft.com/office/drawing/2014/main" id="{66091DB6-D7C7-400D-807C-F6654A8F0F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8" name="直線コネクタ 119987">
                    <a:extLst>
                      <a:ext uri="{FF2B5EF4-FFF2-40B4-BE49-F238E27FC236}">
                        <a16:creationId xmlns:a16="http://schemas.microsoft.com/office/drawing/2014/main" id="{C827C3BF-4279-431D-9E51-04A7176612F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89" name="直線コネクタ 119988">
                    <a:extLst>
                      <a:ext uri="{FF2B5EF4-FFF2-40B4-BE49-F238E27FC236}">
                        <a16:creationId xmlns:a16="http://schemas.microsoft.com/office/drawing/2014/main" id="{3AFBA9F4-2B68-4830-926A-215B414E76E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0" name="直線コネクタ 119989">
                    <a:extLst>
                      <a:ext uri="{FF2B5EF4-FFF2-40B4-BE49-F238E27FC236}">
                        <a16:creationId xmlns:a16="http://schemas.microsoft.com/office/drawing/2014/main" id="{F5AB1E15-D4AC-4E3F-90BA-C77BEFE2478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1" name="直線コネクタ 119990">
                    <a:extLst>
                      <a:ext uri="{FF2B5EF4-FFF2-40B4-BE49-F238E27FC236}">
                        <a16:creationId xmlns:a16="http://schemas.microsoft.com/office/drawing/2014/main" id="{34249B90-D660-47CB-B45D-E4758DC322F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2" name="直線コネクタ 119991">
                    <a:extLst>
                      <a:ext uri="{FF2B5EF4-FFF2-40B4-BE49-F238E27FC236}">
                        <a16:creationId xmlns:a16="http://schemas.microsoft.com/office/drawing/2014/main" id="{DACF0A76-6481-4ED1-A028-BDC48ECAE54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3" name="直線コネクタ 119992">
                    <a:extLst>
                      <a:ext uri="{FF2B5EF4-FFF2-40B4-BE49-F238E27FC236}">
                        <a16:creationId xmlns:a16="http://schemas.microsoft.com/office/drawing/2014/main" id="{365146D8-630A-4EB7-9C6E-6DFEF594104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4" name="直線コネクタ 119993">
                    <a:extLst>
                      <a:ext uri="{FF2B5EF4-FFF2-40B4-BE49-F238E27FC236}">
                        <a16:creationId xmlns:a16="http://schemas.microsoft.com/office/drawing/2014/main" id="{CC9F1D56-42DB-4621-8BBE-BE20EDF2BC7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5" name="直線コネクタ 119994">
                    <a:extLst>
                      <a:ext uri="{FF2B5EF4-FFF2-40B4-BE49-F238E27FC236}">
                        <a16:creationId xmlns:a16="http://schemas.microsoft.com/office/drawing/2014/main" id="{1AF6B748-413D-42AB-939B-7DB537538BD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6" name="直線コネクタ 119995">
                    <a:extLst>
                      <a:ext uri="{FF2B5EF4-FFF2-40B4-BE49-F238E27FC236}">
                        <a16:creationId xmlns:a16="http://schemas.microsoft.com/office/drawing/2014/main" id="{624E8036-224A-4DA5-A8FB-F1AFA3357E9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7" name="直線コネクタ 119996">
                    <a:extLst>
                      <a:ext uri="{FF2B5EF4-FFF2-40B4-BE49-F238E27FC236}">
                        <a16:creationId xmlns:a16="http://schemas.microsoft.com/office/drawing/2014/main" id="{F859429D-0B2A-4709-A2E4-B8916C37B1D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8" name="直線コネクタ 119997">
                    <a:extLst>
                      <a:ext uri="{FF2B5EF4-FFF2-40B4-BE49-F238E27FC236}">
                        <a16:creationId xmlns:a16="http://schemas.microsoft.com/office/drawing/2014/main" id="{7D307769-6C02-4DAA-A7F0-6E4988F06D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999" name="直線コネクタ 119998">
                    <a:extLst>
                      <a:ext uri="{FF2B5EF4-FFF2-40B4-BE49-F238E27FC236}">
                        <a16:creationId xmlns:a16="http://schemas.microsoft.com/office/drawing/2014/main" id="{3C46200D-BB69-42FB-BF99-7FCF1CD4BB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0" name="直線コネクタ 119999">
                    <a:extLst>
                      <a:ext uri="{FF2B5EF4-FFF2-40B4-BE49-F238E27FC236}">
                        <a16:creationId xmlns:a16="http://schemas.microsoft.com/office/drawing/2014/main" id="{D1264458-CE1B-430C-A7E9-331DEEBFA2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1" name="直線コネクタ 120000">
                    <a:extLst>
                      <a:ext uri="{FF2B5EF4-FFF2-40B4-BE49-F238E27FC236}">
                        <a16:creationId xmlns:a16="http://schemas.microsoft.com/office/drawing/2014/main" id="{B1BD4D09-78F7-4897-B1E7-17925FEEAA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2" name="直線コネクタ 120001">
                    <a:extLst>
                      <a:ext uri="{FF2B5EF4-FFF2-40B4-BE49-F238E27FC236}">
                        <a16:creationId xmlns:a16="http://schemas.microsoft.com/office/drawing/2014/main" id="{B94D2172-86C0-4129-89AC-3E42A3096D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3" name="直線コネクタ 120002">
                    <a:extLst>
                      <a:ext uri="{FF2B5EF4-FFF2-40B4-BE49-F238E27FC236}">
                        <a16:creationId xmlns:a16="http://schemas.microsoft.com/office/drawing/2014/main" id="{BE90337A-F935-4D28-8276-0B6950EF0B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4" name="直線コネクタ 120003">
                    <a:extLst>
                      <a:ext uri="{FF2B5EF4-FFF2-40B4-BE49-F238E27FC236}">
                        <a16:creationId xmlns:a16="http://schemas.microsoft.com/office/drawing/2014/main" id="{66036A2E-6468-41B6-9B78-605BE65CEC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5" name="直線コネクタ 120004">
                    <a:extLst>
                      <a:ext uri="{FF2B5EF4-FFF2-40B4-BE49-F238E27FC236}">
                        <a16:creationId xmlns:a16="http://schemas.microsoft.com/office/drawing/2014/main" id="{DBFCC246-16AA-4419-9BE6-E32018AC8D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6" name="直線コネクタ 120005">
                    <a:extLst>
                      <a:ext uri="{FF2B5EF4-FFF2-40B4-BE49-F238E27FC236}">
                        <a16:creationId xmlns:a16="http://schemas.microsoft.com/office/drawing/2014/main" id="{3F24BDA7-6CDB-4258-8AC0-369E825139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7" name="直線コネクタ 120006">
                    <a:extLst>
                      <a:ext uri="{FF2B5EF4-FFF2-40B4-BE49-F238E27FC236}">
                        <a16:creationId xmlns:a16="http://schemas.microsoft.com/office/drawing/2014/main" id="{040A44D0-E320-451D-A66D-1767636E42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8" name="直線コネクタ 120007">
                    <a:extLst>
                      <a:ext uri="{FF2B5EF4-FFF2-40B4-BE49-F238E27FC236}">
                        <a16:creationId xmlns:a16="http://schemas.microsoft.com/office/drawing/2014/main" id="{31C06B41-6741-4D5B-879F-002507004A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09" name="直線コネクタ 120008">
                    <a:extLst>
                      <a:ext uri="{FF2B5EF4-FFF2-40B4-BE49-F238E27FC236}">
                        <a16:creationId xmlns:a16="http://schemas.microsoft.com/office/drawing/2014/main" id="{4E5F5590-81FA-4C3D-BB6A-80608DCC19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0" name="直線コネクタ 120009">
                    <a:extLst>
                      <a:ext uri="{FF2B5EF4-FFF2-40B4-BE49-F238E27FC236}">
                        <a16:creationId xmlns:a16="http://schemas.microsoft.com/office/drawing/2014/main" id="{77265FB7-51EC-4864-99F3-C8F046C9C5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1" name="直線コネクタ 120010">
                    <a:extLst>
                      <a:ext uri="{FF2B5EF4-FFF2-40B4-BE49-F238E27FC236}">
                        <a16:creationId xmlns:a16="http://schemas.microsoft.com/office/drawing/2014/main" id="{AAA3718D-C2E3-4CC1-B80A-9AE6771E7D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2" name="直線コネクタ 120011">
                    <a:extLst>
                      <a:ext uri="{FF2B5EF4-FFF2-40B4-BE49-F238E27FC236}">
                        <a16:creationId xmlns:a16="http://schemas.microsoft.com/office/drawing/2014/main" id="{D5D55E5D-BF18-4DFE-A885-19F0C6110C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3" name="直線コネクタ 120012">
                    <a:extLst>
                      <a:ext uri="{FF2B5EF4-FFF2-40B4-BE49-F238E27FC236}">
                        <a16:creationId xmlns:a16="http://schemas.microsoft.com/office/drawing/2014/main" id="{963BE8E8-3D3B-4D98-8416-FAD6B48ABC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4" name="直線コネクタ 120013">
                    <a:extLst>
                      <a:ext uri="{FF2B5EF4-FFF2-40B4-BE49-F238E27FC236}">
                        <a16:creationId xmlns:a16="http://schemas.microsoft.com/office/drawing/2014/main" id="{595AD60A-8680-44DF-A690-BF30369FE5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5" name="直線コネクタ 120014">
                    <a:extLst>
                      <a:ext uri="{FF2B5EF4-FFF2-40B4-BE49-F238E27FC236}">
                        <a16:creationId xmlns:a16="http://schemas.microsoft.com/office/drawing/2014/main" id="{D74EC38A-86E7-4965-838B-4527CC32DB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6" name="直線コネクタ 120015">
                    <a:extLst>
                      <a:ext uri="{FF2B5EF4-FFF2-40B4-BE49-F238E27FC236}">
                        <a16:creationId xmlns:a16="http://schemas.microsoft.com/office/drawing/2014/main" id="{54985580-D1BF-4433-83CE-FC8A8D90A8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7" name="直線コネクタ 120016">
                    <a:extLst>
                      <a:ext uri="{FF2B5EF4-FFF2-40B4-BE49-F238E27FC236}">
                        <a16:creationId xmlns:a16="http://schemas.microsoft.com/office/drawing/2014/main" id="{5F40F54A-F099-497C-BCA1-C03172CE0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8" name="直線コネクタ 120017">
                    <a:extLst>
                      <a:ext uri="{FF2B5EF4-FFF2-40B4-BE49-F238E27FC236}">
                        <a16:creationId xmlns:a16="http://schemas.microsoft.com/office/drawing/2014/main" id="{698ED3B4-B83C-4CD9-977B-7E778130AA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19" name="直線コネクタ 120018">
                    <a:extLst>
                      <a:ext uri="{FF2B5EF4-FFF2-40B4-BE49-F238E27FC236}">
                        <a16:creationId xmlns:a16="http://schemas.microsoft.com/office/drawing/2014/main" id="{7ECED157-5E1C-4BE2-BF49-78B1C3AE5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0" name="直線コネクタ 120019">
                    <a:extLst>
                      <a:ext uri="{FF2B5EF4-FFF2-40B4-BE49-F238E27FC236}">
                        <a16:creationId xmlns:a16="http://schemas.microsoft.com/office/drawing/2014/main" id="{B47F827A-3364-4623-8098-7CCDD74380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1" name="直線コネクタ 120020">
                    <a:extLst>
                      <a:ext uri="{FF2B5EF4-FFF2-40B4-BE49-F238E27FC236}">
                        <a16:creationId xmlns:a16="http://schemas.microsoft.com/office/drawing/2014/main" id="{4913EF84-9F36-405D-8969-0BFD7B1C70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2" name="直線コネクタ 120021">
                    <a:extLst>
                      <a:ext uri="{FF2B5EF4-FFF2-40B4-BE49-F238E27FC236}">
                        <a16:creationId xmlns:a16="http://schemas.microsoft.com/office/drawing/2014/main" id="{56657363-7433-4E61-8946-650EDCCC22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3" name="直線コネクタ 120022">
                    <a:extLst>
                      <a:ext uri="{FF2B5EF4-FFF2-40B4-BE49-F238E27FC236}">
                        <a16:creationId xmlns:a16="http://schemas.microsoft.com/office/drawing/2014/main" id="{47FC6B41-72FD-4573-88CC-C9BC46C840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4" name="直線コネクタ 120023">
                    <a:extLst>
                      <a:ext uri="{FF2B5EF4-FFF2-40B4-BE49-F238E27FC236}">
                        <a16:creationId xmlns:a16="http://schemas.microsoft.com/office/drawing/2014/main" id="{BD40E643-024A-45D9-BE8B-7D31DBF806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5" name="直線コネクタ 120024">
                    <a:extLst>
                      <a:ext uri="{FF2B5EF4-FFF2-40B4-BE49-F238E27FC236}">
                        <a16:creationId xmlns:a16="http://schemas.microsoft.com/office/drawing/2014/main" id="{719F56CB-75EA-4CE4-A959-06387F4A6B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6" name="直線コネクタ 120025">
                    <a:extLst>
                      <a:ext uri="{FF2B5EF4-FFF2-40B4-BE49-F238E27FC236}">
                        <a16:creationId xmlns:a16="http://schemas.microsoft.com/office/drawing/2014/main" id="{11B8A93C-60C1-4DFA-A391-DB5F6AA86B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7" name="直線コネクタ 120026">
                    <a:extLst>
                      <a:ext uri="{FF2B5EF4-FFF2-40B4-BE49-F238E27FC236}">
                        <a16:creationId xmlns:a16="http://schemas.microsoft.com/office/drawing/2014/main" id="{A62847D5-B89B-4935-B170-62C9779832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8" name="直線コネクタ 120027">
                    <a:extLst>
                      <a:ext uri="{FF2B5EF4-FFF2-40B4-BE49-F238E27FC236}">
                        <a16:creationId xmlns:a16="http://schemas.microsoft.com/office/drawing/2014/main" id="{4F3EFBC0-A4AF-416F-BE7C-12509F78D9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29" name="直線コネクタ 120028">
                    <a:extLst>
                      <a:ext uri="{FF2B5EF4-FFF2-40B4-BE49-F238E27FC236}">
                        <a16:creationId xmlns:a16="http://schemas.microsoft.com/office/drawing/2014/main" id="{76E302B9-65BC-40DB-AF8C-357B1770E2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0" name="直線コネクタ 120029">
                    <a:extLst>
                      <a:ext uri="{FF2B5EF4-FFF2-40B4-BE49-F238E27FC236}">
                        <a16:creationId xmlns:a16="http://schemas.microsoft.com/office/drawing/2014/main" id="{A376B81F-8B43-42D5-ABC7-2FED2C8C20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1" name="直線コネクタ 120030">
                    <a:extLst>
                      <a:ext uri="{FF2B5EF4-FFF2-40B4-BE49-F238E27FC236}">
                        <a16:creationId xmlns:a16="http://schemas.microsoft.com/office/drawing/2014/main" id="{CC714491-0A96-4128-AA56-003778F0D8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2" name="直線コネクタ 120031">
                    <a:extLst>
                      <a:ext uri="{FF2B5EF4-FFF2-40B4-BE49-F238E27FC236}">
                        <a16:creationId xmlns:a16="http://schemas.microsoft.com/office/drawing/2014/main" id="{9B087C3C-7C81-4444-A9DD-229709EB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3" name="直線コネクタ 120032">
                    <a:extLst>
                      <a:ext uri="{FF2B5EF4-FFF2-40B4-BE49-F238E27FC236}">
                        <a16:creationId xmlns:a16="http://schemas.microsoft.com/office/drawing/2014/main" id="{8E38B46C-7774-46E0-A85B-8E4D3FC321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4" name="直線コネクタ 120033">
                    <a:extLst>
                      <a:ext uri="{FF2B5EF4-FFF2-40B4-BE49-F238E27FC236}">
                        <a16:creationId xmlns:a16="http://schemas.microsoft.com/office/drawing/2014/main" id="{8BE70165-60BC-404A-A9BE-94F6F0A464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5" name="直線コネクタ 120034">
                    <a:extLst>
                      <a:ext uri="{FF2B5EF4-FFF2-40B4-BE49-F238E27FC236}">
                        <a16:creationId xmlns:a16="http://schemas.microsoft.com/office/drawing/2014/main" id="{1101F381-7253-4174-A47A-03EF8EE50D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6" name="直線コネクタ 120035">
                    <a:extLst>
                      <a:ext uri="{FF2B5EF4-FFF2-40B4-BE49-F238E27FC236}">
                        <a16:creationId xmlns:a16="http://schemas.microsoft.com/office/drawing/2014/main" id="{1E4B525E-4DB2-49EA-A1D8-E0BAC1E6B30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7" name="直線コネクタ 120036">
                    <a:extLst>
                      <a:ext uri="{FF2B5EF4-FFF2-40B4-BE49-F238E27FC236}">
                        <a16:creationId xmlns:a16="http://schemas.microsoft.com/office/drawing/2014/main" id="{63E58773-EEC5-4A86-AECE-427E347E5B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8" name="直線コネクタ 120037">
                    <a:extLst>
                      <a:ext uri="{FF2B5EF4-FFF2-40B4-BE49-F238E27FC236}">
                        <a16:creationId xmlns:a16="http://schemas.microsoft.com/office/drawing/2014/main" id="{AE0A70E6-3483-4E71-8764-C8775CABFD5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39" name="直線コネクタ 120038">
                    <a:extLst>
                      <a:ext uri="{FF2B5EF4-FFF2-40B4-BE49-F238E27FC236}">
                        <a16:creationId xmlns:a16="http://schemas.microsoft.com/office/drawing/2014/main" id="{8B5F6EF8-808E-430A-9B34-16A0D717D15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0" name="直線コネクタ 120039">
                    <a:extLst>
                      <a:ext uri="{FF2B5EF4-FFF2-40B4-BE49-F238E27FC236}">
                        <a16:creationId xmlns:a16="http://schemas.microsoft.com/office/drawing/2014/main" id="{CB6D03C8-1FCD-4C73-9717-E960D9974E7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1" name="直線コネクタ 120040">
                    <a:extLst>
                      <a:ext uri="{FF2B5EF4-FFF2-40B4-BE49-F238E27FC236}">
                        <a16:creationId xmlns:a16="http://schemas.microsoft.com/office/drawing/2014/main" id="{9CD595EF-D667-4774-B498-74F5D73A694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2" name="直線コネクタ 120041">
                    <a:extLst>
                      <a:ext uri="{FF2B5EF4-FFF2-40B4-BE49-F238E27FC236}">
                        <a16:creationId xmlns:a16="http://schemas.microsoft.com/office/drawing/2014/main" id="{6A4CD537-2379-4E62-84F6-15889386961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3" name="直線コネクタ 120042">
                    <a:extLst>
                      <a:ext uri="{FF2B5EF4-FFF2-40B4-BE49-F238E27FC236}">
                        <a16:creationId xmlns:a16="http://schemas.microsoft.com/office/drawing/2014/main" id="{6C5C5E4B-2A55-41DF-8A24-E5B8E4D6084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4" name="直線コネクタ 120043">
                    <a:extLst>
                      <a:ext uri="{FF2B5EF4-FFF2-40B4-BE49-F238E27FC236}">
                        <a16:creationId xmlns:a16="http://schemas.microsoft.com/office/drawing/2014/main" id="{36B1CFC8-1B81-4A23-9439-6AADDF0D82D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5" name="直線コネクタ 120044">
                    <a:extLst>
                      <a:ext uri="{FF2B5EF4-FFF2-40B4-BE49-F238E27FC236}">
                        <a16:creationId xmlns:a16="http://schemas.microsoft.com/office/drawing/2014/main" id="{F3A9657C-6B79-40F7-B5B0-BC0E669805D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6" name="直線コネクタ 120045">
                    <a:extLst>
                      <a:ext uri="{FF2B5EF4-FFF2-40B4-BE49-F238E27FC236}">
                        <a16:creationId xmlns:a16="http://schemas.microsoft.com/office/drawing/2014/main" id="{D49F2E70-6C63-4EDC-A431-A78F245B2D4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7" name="直線コネクタ 120046">
                    <a:extLst>
                      <a:ext uri="{FF2B5EF4-FFF2-40B4-BE49-F238E27FC236}">
                        <a16:creationId xmlns:a16="http://schemas.microsoft.com/office/drawing/2014/main" id="{A42D5FA8-AF4D-43B8-BDE2-80FAF9F6671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8" name="直線コネクタ 120047">
                    <a:extLst>
                      <a:ext uri="{FF2B5EF4-FFF2-40B4-BE49-F238E27FC236}">
                        <a16:creationId xmlns:a16="http://schemas.microsoft.com/office/drawing/2014/main" id="{57D856B8-6FAF-40D2-98F0-F6FA72D0D2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49" name="直線コネクタ 120048">
                    <a:extLst>
                      <a:ext uri="{FF2B5EF4-FFF2-40B4-BE49-F238E27FC236}">
                        <a16:creationId xmlns:a16="http://schemas.microsoft.com/office/drawing/2014/main" id="{A5262E00-7301-4B37-835B-3C6D1D8B06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0" name="直線コネクタ 120049">
                    <a:extLst>
                      <a:ext uri="{FF2B5EF4-FFF2-40B4-BE49-F238E27FC236}">
                        <a16:creationId xmlns:a16="http://schemas.microsoft.com/office/drawing/2014/main" id="{E7728AB9-7FDB-49A7-B4A9-EBE55ACEAC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1" name="直線コネクタ 120050">
                    <a:extLst>
                      <a:ext uri="{FF2B5EF4-FFF2-40B4-BE49-F238E27FC236}">
                        <a16:creationId xmlns:a16="http://schemas.microsoft.com/office/drawing/2014/main" id="{FB5E38F4-5927-42D8-A0E0-F0F59D4145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2" name="直線コネクタ 120051">
                    <a:extLst>
                      <a:ext uri="{FF2B5EF4-FFF2-40B4-BE49-F238E27FC236}">
                        <a16:creationId xmlns:a16="http://schemas.microsoft.com/office/drawing/2014/main" id="{3FB738C1-94B6-460A-A864-F122D1CB4A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3" name="直線コネクタ 120052">
                    <a:extLst>
                      <a:ext uri="{FF2B5EF4-FFF2-40B4-BE49-F238E27FC236}">
                        <a16:creationId xmlns:a16="http://schemas.microsoft.com/office/drawing/2014/main" id="{D0550080-613F-470A-A411-9F14137A45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4" name="直線コネクタ 120053">
                    <a:extLst>
                      <a:ext uri="{FF2B5EF4-FFF2-40B4-BE49-F238E27FC236}">
                        <a16:creationId xmlns:a16="http://schemas.microsoft.com/office/drawing/2014/main" id="{ECFC1A78-5FB6-4D86-82FA-A59198B93E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5" name="直線コネクタ 120054">
                    <a:extLst>
                      <a:ext uri="{FF2B5EF4-FFF2-40B4-BE49-F238E27FC236}">
                        <a16:creationId xmlns:a16="http://schemas.microsoft.com/office/drawing/2014/main" id="{CB196D6F-5E00-4196-AB03-9A486D3324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6" name="直線コネクタ 120055">
                    <a:extLst>
                      <a:ext uri="{FF2B5EF4-FFF2-40B4-BE49-F238E27FC236}">
                        <a16:creationId xmlns:a16="http://schemas.microsoft.com/office/drawing/2014/main" id="{55AECACA-DFF9-46A3-A715-6BF67C2A0C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7" name="直線コネクタ 120056">
                    <a:extLst>
                      <a:ext uri="{FF2B5EF4-FFF2-40B4-BE49-F238E27FC236}">
                        <a16:creationId xmlns:a16="http://schemas.microsoft.com/office/drawing/2014/main" id="{C70412F9-BE31-4FA7-8FC2-C81E148AFB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8" name="直線コネクタ 120057">
                    <a:extLst>
                      <a:ext uri="{FF2B5EF4-FFF2-40B4-BE49-F238E27FC236}">
                        <a16:creationId xmlns:a16="http://schemas.microsoft.com/office/drawing/2014/main" id="{DC867317-BDD7-43D0-A2BD-E7EBA07E93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59" name="直線コネクタ 120058">
                    <a:extLst>
                      <a:ext uri="{FF2B5EF4-FFF2-40B4-BE49-F238E27FC236}">
                        <a16:creationId xmlns:a16="http://schemas.microsoft.com/office/drawing/2014/main" id="{9A029A28-3CA9-42A4-826F-45D126CE8A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0" name="直線コネクタ 120059">
                    <a:extLst>
                      <a:ext uri="{FF2B5EF4-FFF2-40B4-BE49-F238E27FC236}">
                        <a16:creationId xmlns:a16="http://schemas.microsoft.com/office/drawing/2014/main" id="{BC4C0E6A-83D2-4D95-860D-3307C72E07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1" name="直線コネクタ 120060">
                    <a:extLst>
                      <a:ext uri="{FF2B5EF4-FFF2-40B4-BE49-F238E27FC236}">
                        <a16:creationId xmlns:a16="http://schemas.microsoft.com/office/drawing/2014/main" id="{27C938A7-EB83-45CB-BC83-304566150B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2" name="直線コネクタ 120061">
                    <a:extLst>
                      <a:ext uri="{FF2B5EF4-FFF2-40B4-BE49-F238E27FC236}">
                        <a16:creationId xmlns:a16="http://schemas.microsoft.com/office/drawing/2014/main" id="{89888009-C0F6-49B9-9FEC-8CB01BCA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3" name="直線コネクタ 120062">
                    <a:extLst>
                      <a:ext uri="{FF2B5EF4-FFF2-40B4-BE49-F238E27FC236}">
                        <a16:creationId xmlns:a16="http://schemas.microsoft.com/office/drawing/2014/main" id="{09DF284E-A7DA-433B-B7B3-3BAEF92914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4" name="直線コネクタ 120063">
                    <a:extLst>
                      <a:ext uri="{FF2B5EF4-FFF2-40B4-BE49-F238E27FC236}">
                        <a16:creationId xmlns:a16="http://schemas.microsoft.com/office/drawing/2014/main" id="{73AC096F-88E1-4101-AF22-D0B83AE4BC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5" name="直線コネクタ 120064">
                    <a:extLst>
                      <a:ext uri="{FF2B5EF4-FFF2-40B4-BE49-F238E27FC236}">
                        <a16:creationId xmlns:a16="http://schemas.microsoft.com/office/drawing/2014/main" id="{ED9DE4DE-F11C-4819-B3C1-CE4B807DD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6" name="直線コネクタ 120065">
                    <a:extLst>
                      <a:ext uri="{FF2B5EF4-FFF2-40B4-BE49-F238E27FC236}">
                        <a16:creationId xmlns:a16="http://schemas.microsoft.com/office/drawing/2014/main" id="{9BD664E8-1CFA-41CC-ACB2-ED6D388E16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7" name="直線コネクタ 120066">
                    <a:extLst>
                      <a:ext uri="{FF2B5EF4-FFF2-40B4-BE49-F238E27FC236}">
                        <a16:creationId xmlns:a16="http://schemas.microsoft.com/office/drawing/2014/main" id="{EB5FA2E2-874B-4F0A-895F-00C4658FAC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8" name="直線コネクタ 120067">
                    <a:extLst>
                      <a:ext uri="{FF2B5EF4-FFF2-40B4-BE49-F238E27FC236}">
                        <a16:creationId xmlns:a16="http://schemas.microsoft.com/office/drawing/2014/main" id="{3A1E2207-2599-44DC-A798-E03C05FD3C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69" name="直線コネクタ 120068">
                    <a:extLst>
                      <a:ext uri="{FF2B5EF4-FFF2-40B4-BE49-F238E27FC236}">
                        <a16:creationId xmlns:a16="http://schemas.microsoft.com/office/drawing/2014/main" id="{881B8E44-D0B7-4106-A036-43735E9DF7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0" name="直線コネクタ 120069">
                    <a:extLst>
                      <a:ext uri="{FF2B5EF4-FFF2-40B4-BE49-F238E27FC236}">
                        <a16:creationId xmlns:a16="http://schemas.microsoft.com/office/drawing/2014/main" id="{2F57BBF2-053F-4700-A6BA-713D4DA686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1" name="直線コネクタ 120070">
                    <a:extLst>
                      <a:ext uri="{FF2B5EF4-FFF2-40B4-BE49-F238E27FC236}">
                        <a16:creationId xmlns:a16="http://schemas.microsoft.com/office/drawing/2014/main" id="{C639B8D8-100A-4558-B531-D262D1A25C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2" name="直線コネクタ 120071">
                    <a:extLst>
                      <a:ext uri="{FF2B5EF4-FFF2-40B4-BE49-F238E27FC236}">
                        <a16:creationId xmlns:a16="http://schemas.microsoft.com/office/drawing/2014/main" id="{0EB9405C-7921-44C7-B965-70970FB1C4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3" name="直線コネクタ 120072">
                    <a:extLst>
                      <a:ext uri="{FF2B5EF4-FFF2-40B4-BE49-F238E27FC236}">
                        <a16:creationId xmlns:a16="http://schemas.microsoft.com/office/drawing/2014/main" id="{B894D107-6980-4974-8CAD-0278EB0869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4" name="直線コネクタ 120073">
                    <a:extLst>
                      <a:ext uri="{FF2B5EF4-FFF2-40B4-BE49-F238E27FC236}">
                        <a16:creationId xmlns:a16="http://schemas.microsoft.com/office/drawing/2014/main" id="{BC73E5E7-9894-4A20-A26D-8BD4D11F7C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5" name="直線コネクタ 120074">
                    <a:extLst>
                      <a:ext uri="{FF2B5EF4-FFF2-40B4-BE49-F238E27FC236}">
                        <a16:creationId xmlns:a16="http://schemas.microsoft.com/office/drawing/2014/main" id="{B82BD141-38D9-4B67-A496-549374745B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6" name="直線コネクタ 120075">
                    <a:extLst>
                      <a:ext uri="{FF2B5EF4-FFF2-40B4-BE49-F238E27FC236}">
                        <a16:creationId xmlns:a16="http://schemas.microsoft.com/office/drawing/2014/main" id="{AF2531B4-2A5C-46AC-9EAE-90ABCE24FB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7" name="直線コネクタ 120076">
                    <a:extLst>
                      <a:ext uri="{FF2B5EF4-FFF2-40B4-BE49-F238E27FC236}">
                        <a16:creationId xmlns:a16="http://schemas.microsoft.com/office/drawing/2014/main" id="{A5E3156C-B7EA-44FF-902B-44BED08B62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8" name="直線コネクタ 120077">
                    <a:extLst>
                      <a:ext uri="{FF2B5EF4-FFF2-40B4-BE49-F238E27FC236}">
                        <a16:creationId xmlns:a16="http://schemas.microsoft.com/office/drawing/2014/main" id="{D528BE22-E119-4115-BE39-39F4FA71AE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79" name="直線コネクタ 120078">
                    <a:extLst>
                      <a:ext uri="{FF2B5EF4-FFF2-40B4-BE49-F238E27FC236}">
                        <a16:creationId xmlns:a16="http://schemas.microsoft.com/office/drawing/2014/main" id="{921C2116-9CD6-4A18-BEFE-62542CDF4D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0" name="直線コネクタ 120079">
                    <a:extLst>
                      <a:ext uri="{FF2B5EF4-FFF2-40B4-BE49-F238E27FC236}">
                        <a16:creationId xmlns:a16="http://schemas.microsoft.com/office/drawing/2014/main" id="{77C55290-FA1F-4F20-B95C-58C021F14B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1" name="直線コネクタ 120080">
                    <a:extLst>
                      <a:ext uri="{FF2B5EF4-FFF2-40B4-BE49-F238E27FC236}">
                        <a16:creationId xmlns:a16="http://schemas.microsoft.com/office/drawing/2014/main" id="{81083444-3A25-48F5-9A6F-1815FED9C1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2" name="直線コネクタ 120081">
                    <a:extLst>
                      <a:ext uri="{FF2B5EF4-FFF2-40B4-BE49-F238E27FC236}">
                        <a16:creationId xmlns:a16="http://schemas.microsoft.com/office/drawing/2014/main" id="{95DD2B91-D207-40CA-93F1-394C4B1A94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3" name="直線コネクタ 120082">
                    <a:extLst>
                      <a:ext uri="{FF2B5EF4-FFF2-40B4-BE49-F238E27FC236}">
                        <a16:creationId xmlns:a16="http://schemas.microsoft.com/office/drawing/2014/main" id="{4069276B-64B4-466C-8E0A-7E9357F1A2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4" name="直線コネクタ 120083">
                    <a:extLst>
                      <a:ext uri="{FF2B5EF4-FFF2-40B4-BE49-F238E27FC236}">
                        <a16:creationId xmlns:a16="http://schemas.microsoft.com/office/drawing/2014/main" id="{D0F7F26D-109C-461E-AB90-1F7B435992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5" name="直線コネクタ 120084">
                    <a:extLst>
                      <a:ext uri="{FF2B5EF4-FFF2-40B4-BE49-F238E27FC236}">
                        <a16:creationId xmlns:a16="http://schemas.microsoft.com/office/drawing/2014/main" id="{048FF57C-3F78-45D1-97CD-E3E4E4905B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6" name="直線コネクタ 120085">
                    <a:extLst>
                      <a:ext uri="{FF2B5EF4-FFF2-40B4-BE49-F238E27FC236}">
                        <a16:creationId xmlns:a16="http://schemas.microsoft.com/office/drawing/2014/main" id="{817F12BE-23C0-494C-875A-4CDE17DEC2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7" name="直線コネクタ 120086">
                    <a:extLst>
                      <a:ext uri="{FF2B5EF4-FFF2-40B4-BE49-F238E27FC236}">
                        <a16:creationId xmlns:a16="http://schemas.microsoft.com/office/drawing/2014/main" id="{7C59E4E5-53AF-4439-A9D0-B1C6B1B0CB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8" name="直線コネクタ 120087">
                    <a:extLst>
                      <a:ext uri="{FF2B5EF4-FFF2-40B4-BE49-F238E27FC236}">
                        <a16:creationId xmlns:a16="http://schemas.microsoft.com/office/drawing/2014/main" id="{2A20AE57-B4AA-4682-A051-CAE942DE42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89" name="直線コネクタ 120088">
                    <a:extLst>
                      <a:ext uri="{FF2B5EF4-FFF2-40B4-BE49-F238E27FC236}">
                        <a16:creationId xmlns:a16="http://schemas.microsoft.com/office/drawing/2014/main" id="{7B55E505-A6B9-4971-BFB3-FA03102F97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0" name="直線コネクタ 120089">
                    <a:extLst>
                      <a:ext uri="{FF2B5EF4-FFF2-40B4-BE49-F238E27FC236}">
                        <a16:creationId xmlns:a16="http://schemas.microsoft.com/office/drawing/2014/main" id="{AD7AC5FF-4E14-4595-9FC3-6377B37EB6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1" name="直線コネクタ 120090">
                    <a:extLst>
                      <a:ext uri="{FF2B5EF4-FFF2-40B4-BE49-F238E27FC236}">
                        <a16:creationId xmlns:a16="http://schemas.microsoft.com/office/drawing/2014/main" id="{D1B766E0-DA53-43E3-81E5-A18728FABF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2" name="直線コネクタ 120091">
                    <a:extLst>
                      <a:ext uri="{FF2B5EF4-FFF2-40B4-BE49-F238E27FC236}">
                        <a16:creationId xmlns:a16="http://schemas.microsoft.com/office/drawing/2014/main" id="{9C2B55AE-0E80-4AC9-B68E-A8B82058D2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3" name="直線コネクタ 120092">
                    <a:extLst>
                      <a:ext uri="{FF2B5EF4-FFF2-40B4-BE49-F238E27FC236}">
                        <a16:creationId xmlns:a16="http://schemas.microsoft.com/office/drawing/2014/main" id="{CBD6F143-CC64-444D-8BD6-DB3200DFA1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4" name="直線コネクタ 120093">
                    <a:extLst>
                      <a:ext uri="{FF2B5EF4-FFF2-40B4-BE49-F238E27FC236}">
                        <a16:creationId xmlns:a16="http://schemas.microsoft.com/office/drawing/2014/main" id="{FC2168AC-DCA4-4C40-AFF4-6F0BFF075C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5" name="直線コネクタ 120094">
                    <a:extLst>
                      <a:ext uri="{FF2B5EF4-FFF2-40B4-BE49-F238E27FC236}">
                        <a16:creationId xmlns:a16="http://schemas.microsoft.com/office/drawing/2014/main" id="{A4078CA3-85D7-4882-90E1-5FA6D32408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6" name="直線コネクタ 120095">
                    <a:extLst>
                      <a:ext uri="{FF2B5EF4-FFF2-40B4-BE49-F238E27FC236}">
                        <a16:creationId xmlns:a16="http://schemas.microsoft.com/office/drawing/2014/main" id="{A407B58C-5FC8-465E-9F9A-9D14E57766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7" name="直線コネクタ 120096">
                    <a:extLst>
                      <a:ext uri="{FF2B5EF4-FFF2-40B4-BE49-F238E27FC236}">
                        <a16:creationId xmlns:a16="http://schemas.microsoft.com/office/drawing/2014/main" id="{F04B8FDB-7E16-42AD-B55B-BFACC2A94B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8" name="直線コネクタ 120097">
                    <a:extLst>
                      <a:ext uri="{FF2B5EF4-FFF2-40B4-BE49-F238E27FC236}">
                        <a16:creationId xmlns:a16="http://schemas.microsoft.com/office/drawing/2014/main" id="{B0E034E2-61B0-4629-B2EB-74CFC683EA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099" name="直線コネクタ 120098">
                    <a:extLst>
                      <a:ext uri="{FF2B5EF4-FFF2-40B4-BE49-F238E27FC236}">
                        <a16:creationId xmlns:a16="http://schemas.microsoft.com/office/drawing/2014/main" id="{569ABB18-B915-4EAF-9271-8D87FF2EB6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0" name="直線コネクタ 120099">
                    <a:extLst>
                      <a:ext uri="{FF2B5EF4-FFF2-40B4-BE49-F238E27FC236}">
                        <a16:creationId xmlns:a16="http://schemas.microsoft.com/office/drawing/2014/main" id="{815EE05C-30DA-42FF-A9DE-9D5EF1AA70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1" name="直線コネクタ 120100">
                    <a:extLst>
                      <a:ext uri="{FF2B5EF4-FFF2-40B4-BE49-F238E27FC236}">
                        <a16:creationId xmlns:a16="http://schemas.microsoft.com/office/drawing/2014/main" id="{63A478A6-C836-481A-8CCA-868AF6F4FD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2" name="直線コネクタ 120101">
                    <a:extLst>
                      <a:ext uri="{FF2B5EF4-FFF2-40B4-BE49-F238E27FC236}">
                        <a16:creationId xmlns:a16="http://schemas.microsoft.com/office/drawing/2014/main" id="{3CAC4427-3750-4D43-8FAC-E814BEB21F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3" name="直線コネクタ 120102">
                    <a:extLst>
                      <a:ext uri="{FF2B5EF4-FFF2-40B4-BE49-F238E27FC236}">
                        <a16:creationId xmlns:a16="http://schemas.microsoft.com/office/drawing/2014/main" id="{5F53BEB0-AD88-46B1-99D7-444E9E0E52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4" name="直線コネクタ 120103">
                    <a:extLst>
                      <a:ext uri="{FF2B5EF4-FFF2-40B4-BE49-F238E27FC236}">
                        <a16:creationId xmlns:a16="http://schemas.microsoft.com/office/drawing/2014/main" id="{EE8ADAA6-E67F-4328-8C9B-431813C5E1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5" name="直線コネクタ 120104">
                    <a:extLst>
                      <a:ext uri="{FF2B5EF4-FFF2-40B4-BE49-F238E27FC236}">
                        <a16:creationId xmlns:a16="http://schemas.microsoft.com/office/drawing/2014/main" id="{ED8B89EE-CB99-4C33-A21B-4829429A85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6" name="直線コネクタ 120105">
                    <a:extLst>
                      <a:ext uri="{FF2B5EF4-FFF2-40B4-BE49-F238E27FC236}">
                        <a16:creationId xmlns:a16="http://schemas.microsoft.com/office/drawing/2014/main" id="{513C9D87-A7EB-4DF4-95CC-BA4668DE87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7" name="直線コネクタ 120106">
                    <a:extLst>
                      <a:ext uri="{FF2B5EF4-FFF2-40B4-BE49-F238E27FC236}">
                        <a16:creationId xmlns:a16="http://schemas.microsoft.com/office/drawing/2014/main" id="{B93E6E92-B367-4F4A-A079-D44BC66CFC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8" name="直線コネクタ 120107">
                    <a:extLst>
                      <a:ext uri="{FF2B5EF4-FFF2-40B4-BE49-F238E27FC236}">
                        <a16:creationId xmlns:a16="http://schemas.microsoft.com/office/drawing/2014/main" id="{F8F9BC7F-D3A5-4084-9FCB-73F68051BE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09" name="直線コネクタ 120108">
                    <a:extLst>
                      <a:ext uri="{FF2B5EF4-FFF2-40B4-BE49-F238E27FC236}">
                        <a16:creationId xmlns:a16="http://schemas.microsoft.com/office/drawing/2014/main" id="{67363BE6-28EB-48C3-A00D-3BE1B25B46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110" name="直線コネクタ 120109">
                    <a:extLst>
                      <a:ext uri="{FF2B5EF4-FFF2-40B4-BE49-F238E27FC236}">
                        <a16:creationId xmlns:a16="http://schemas.microsoft.com/office/drawing/2014/main" id="{42205B45-6FFC-4454-BB0D-77E44FAA80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0111" name="グループ化 120110">
                    <a:extLst>
                      <a:ext uri="{FF2B5EF4-FFF2-40B4-BE49-F238E27FC236}">
                        <a16:creationId xmlns:a16="http://schemas.microsoft.com/office/drawing/2014/main" id="{B7AE0245-455D-4E9B-9413-F0180294E6D8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287" name="直線コネクタ 120286">
                      <a:extLst>
                        <a:ext uri="{FF2B5EF4-FFF2-40B4-BE49-F238E27FC236}">
                          <a16:creationId xmlns:a16="http://schemas.microsoft.com/office/drawing/2014/main" id="{4FBBE06A-7136-4922-9E5E-2124C1A1A3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88" name="直線コネクタ 120287">
                      <a:extLst>
                        <a:ext uri="{FF2B5EF4-FFF2-40B4-BE49-F238E27FC236}">
                          <a16:creationId xmlns:a16="http://schemas.microsoft.com/office/drawing/2014/main" id="{FFF32A38-BC54-4BD0-907C-3F007E1B6A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89" name="直線コネクタ 120288">
                      <a:extLst>
                        <a:ext uri="{FF2B5EF4-FFF2-40B4-BE49-F238E27FC236}">
                          <a16:creationId xmlns:a16="http://schemas.microsoft.com/office/drawing/2014/main" id="{A0E48EF2-03A9-4E39-BBB0-4F525D46FF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0" name="直線コネクタ 120289">
                      <a:extLst>
                        <a:ext uri="{FF2B5EF4-FFF2-40B4-BE49-F238E27FC236}">
                          <a16:creationId xmlns:a16="http://schemas.microsoft.com/office/drawing/2014/main" id="{8D526733-B80F-439D-AB13-FEF75B8A64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1" name="直線コネクタ 120290">
                      <a:extLst>
                        <a:ext uri="{FF2B5EF4-FFF2-40B4-BE49-F238E27FC236}">
                          <a16:creationId xmlns:a16="http://schemas.microsoft.com/office/drawing/2014/main" id="{AD2CF436-CE23-48E6-811A-AEA2403EC3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2" name="直線コネクタ 120291">
                      <a:extLst>
                        <a:ext uri="{FF2B5EF4-FFF2-40B4-BE49-F238E27FC236}">
                          <a16:creationId xmlns:a16="http://schemas.microsoft.com/office/drawing/2014/main" id="{23298445-0A9D-4440-9D6F-6F83264686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3" name="直線コネクタ 120292">
                      <a:extLst>
                        <a:ext uri="{FF2B5EF4-FFF2-40B4-BE49-F238E27FC236}">
                          <a16:creationId xmlns:a16="http://schemas.microsoft.com/office/drawing/2014/main" id="{9227AD1A-813F-40AF-8620-DA538F630E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4" name="直線コネクタ 120293">
                      <a:extLst>
                        <a:ext uri="{FF2B5EF4-FFF2-40B4-BE49-F238E27FC236}">
                          <a16:creationId xmlns:a16="http://schemas.microsoft.com/office/drawing/2014/main" id="{6F99AF3D-7238-402C-AFE8-A8F2E89509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5" name="直線コネクタ 120294">
                      <a:extLst>
                        <a:ext uri="{FF2B5EF4-FFF2-40B4-BE49-F238E27FC236}">
                          <a16:creationId xmlns:a16="http://schemas.microsoft.com/office/drawing/2014/main" id="{07A8FBE8-4509-4FB6-BE61-FDA5D87F31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6" name="直線コネクタ 120295">
                      <a:extLst>
                        <a:ext uri="{FF2B5EF4-FFF2-40B4-BE49-F238E27FC236}">
                          <a16:creationId xmlns:a16="http://schemas.microsoft.com/office/drawing/2014/main" id="{D5245BD3-4514-4888-B55C-EE60C76ED9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7" name="直線コネクタ 120296">
                      <a:extLst>
                        <a:ext uri="{FF2B5EF4-FFF2-40B4-BE49-F238E27FC236}">
                          <a16:creationId xmlns:a16="http://schemas.microsoft.com/office/drawing/2014/main" id="{C25F0839-0AE5-427D-BFB5-B3279C590B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8" name="直線コネクタ 120297">
                      <a:extLst>
                        <a:ext uri="{FF2B5EF4-FFF2-40B4-BE49-F238E27FC236}">
                          <a16:creationId xmlns:a16="http://schemas.microsoft.com/office/drawing/2014/main" id="{C6F1C599-4A7B-43A3-BAF5-9F4EC9D351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99" name="直線コネクタ 120298">
                      <a:extLst>
                        <a:ext uri="{FF2B5EF4-FFF2-40B4-BE49-F238E27FC236}">
                          <a16:creationId xmlns:a16="http://schemas.microsoft.com/office/drawing/2014/main" id="{EC835532-6740-4328-8130-ABCD7CA777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0" name="直線コネクタ 120299">
                      <a:extLst>
                        <a:ext uri="{FF2B5EF4-FFF2-40B4-BE49-F238E27FC236}">
                          <a16:creationId xmlns:a16="http://schemas.microsoft.com/office/drawing/2014/main" id="{5C075D85-5EE8-4CB1-BD32-91298F68C3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1" name="直線コネクタ 120300">
                      <a:extLst>
                        <a:ext uri="{FF2B5EF4-FFF2-40B4-BE49-F238E27FC236}">
                          <a16:creationId xmlns:a16="http://schemas.microsoft.com/office/drawing/2014/main" id="{465A89BE-D2B4-4898-94B1-8E090840D1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2" name="直線コネクタ 120301">
                      <a:extLst>
                        <a:ext uri="{FF2B5EF4-FFF2-40B4-BE49-F238E27FC236}">
                          <a16:creationId xmlns:a16="http://schemas.microsoft.com/office/drawing/2014/main" id="{5FCF309E-CCB6-4986-B033-EE6C26FC66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3" name="直線コネクタ 120302">
                      <a:extLst>
                        <a:ext uri="{FF2B5EF4-FFF2-40B4-BE49-F238E27FC236}">
                          <a16:creationId xmlns:a16="http://schemas.microsoft.com/office/drawing/2014/main" id="{6A8D4BA9-47D7-422E-8455-40D529F8CC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4" name="直線コネクタ 120303">
                      <a:extLst>
                        <a:ext uri="{FF2B5EF4-FFF2-40B4-BE49-F238E27FC236}">
                          <a16:creationId xmlns:a16="http://schemas.microsoft.com/office/drawing/2014/main" id="{9E0569DA-AB47-4771-A69F-5877AF3754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5" name="直線コネクタ 120304">
                      <a:extLst>
                        <a:ext uri="{FF2B5EF4-FFF2-40B4-BE49-F238E27FC236}">
                          <a16:creationId xmlns:a16="http://schemas.microsoft.com/office/drawing/2014/main" id="{F9361154-A330-415E-BD80-66FD047C04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6" name="直線コネクタ 120305">
                      <a:extLst>
                        <a:ext uri="{FF2B5EF4-FFF2-40B4-BE49-F238E27FC236}">
                          <a16:creationId xmlns:a16="http://schemas.microsoft.com/office/drawing/2014/main" id="{CCCDBA3F-915B-45DD-9A36-EF03AC4187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7" name="直線コネクタ 120306">
                      <a:extLst>
                        <a:ext uri="{FF2B5EF4-FFF2-40B4-BE49-F238E27FC236}">
                          <a16:creationId xmlns:a16="http://schemas.microsoft.com/office/drawing/2014/main" id="{4F7B860E-C280-4BEE-8ADB-CDC2AB27C1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8" name="直線コネクタ 120307">
                      <a:extLst>
                        <a:ext uri="{FF2B5EF4-FFF2-40B4-BE49-F238E27FC236}">
                          <a16:creationId xmlns:a16="http://schemas.microsoft.com/office/drawing/2014/main" id="{16571603-C54E-4161-9B10-6C2251AD8F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09" name="直線コネクタ 120308">
                      <a:extLst>
                        <a:ext uri="{FF2B5EF4-FFF2-40B4-BE49-F238E27FC236}">
                          <a16:creationId xmlns:a16="http://schemas.microsoft.com/office/drawing/2014/main" id="{2387DB7B-8BD0-4AB5-9E43-54AF1B2BAC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0" name="直線コネクタ 120309">
                      <a:extLst>
                        <a:ext uri="{FF2B5EF4-FFF2-40B4-BE49-F238E27FC236}">
                          <a16:creationId xmlns:a16="http://schemas.microsoft.com/office/drawing/2014/main" id="{62FBF85E-495A-4AD9-8B92-0E5378ADFF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1" name="直線コネクタ 120310">
                      <a:extLst>
                        <a:ext uri="{FF2B5EF4-FFF2-40B4-BE49-F238E27FC236}">
                          <a16:creationId xmlns:a16="http://schemas.microsoft.com/office/drawing/2014/main" id="{14428B02-BD6A-46BB-A8A5-AFCE15E42A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2" name="直線コネクタ 120311">
                      <a:extLst>
                        <a:ext uri="{FF2B5EF4-FFF2-40B4-BE49-F238E27FC236}">
                          <a16:creationId xmlns:a16="http://schemas.microsoft.com/office/drawing/2014/main" id="{81C90979-F980-4A30-B414-4CB0C6CEC4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3" name="直線コネクタ 120312">
                      <a:extLst>
                        <a:ext uri="{FF2B5EF4-FFF2-40B4-BE49-F238E27FC236}">
                          <a16:creationId xmlns:a16="http://schemas.microsoft.com/office/drawing/2014/main" id="{696049B5-6161-43D5-B655-7BFB4D59DB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4" name="直線コネクタ 120313">
                      <a:extLst>
                        <a:ext uri="{FF2B5EF4-FFF2-40B4-BE49-F238E27FC236}">
                          <a16:creationId xmlns:a16="http://schemas.microsoft.com/office/drawing/2014/main" id="{3DCF0E5B-6FE2-43D6-88CC-BA6782E1E1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5" name="直線コネクタ 120314">
                      <a:extLst>
                        <a:ext uri="{FF2B5EF4-FFF2-40B4-BE49-F238E27FC236}">
                          <a16:creationId xmlns:a16="http://schemas.microsoft.com/office/drawing/2014/main" id="{1FD85328-03A8-4E06-90B4-4D6E1CB1E1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6" name="直線コネクタ 120315">
                      <a:extLst>
                        <a:ext uri="{FF2B5EF4-FFF2-40B4-BE49-F238E27FC236}">
                          <a16:creationId xmlns:a16="http://schemas.microsoft.com/office/drawing/2014/main" id="{895982D9-85A9-4920-B770-3251D06423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7" name="直線コネクタ 120316">
                      <a:extLst>
                        <a:ext uri="{FF2B5EF4-FFF2-40B4-BE49-F238E27FC236}">
                          <a16:creationId xmlns:a16="http://schemas.microsoft.com/office/drawing/2014/main" id="{8A81AED1-A781-4EC0-9DFF-4538C1E0DC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8" name="直線コネクタ 120317">
                      <a:extLst>
                        <a:ext uri="{FF2B5EF4-FFF2-40B4-BE49-F238E27FC236}">
                          <a16:creationId xmlns:a16="http://schemas.microsoft.com/office/drawing/2014/main" id="{81D3A402-B870-4347-9E4C-902EF1BCA8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19" name="直線コネクタ 120318">
                      <a:extLst>
                        <a:ext uri="{FF2B5EF4-FFF2-40B4-BE49-F238E27FC236}">
                          <a16:creationId xmlns:a16="http://schemas.microsoft.com/office/drawing/2014/main" id="{C5276436-61A8-49F2-B7B5-5B83C66902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0" name="直線コネクタ 120319">
                      <a:extLst>
                        <a:ext uri="{FF2B5EF4-FFF2-40B4-BE49-F238E27FC236}">
                          <a16:creationId xmlns:a16="http://schemas.microsoft.com/office/drawing/2014/main" id="{EE59BFC9-6B6A-483A-9AFA-A639FB20D0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1" name="直線コネクタ 120320">
                      <a:extLst>
                        <a:ext uri="{FF2B5EF4-FFF2-40B4-BE49-F238E27FC236}">
                          <a16:creationId xmlns:a16="http://schemas.microsoft.com/office/drawing/2014/main" id="{6772535B-7C04-42AD-8241-13EF2CE232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2" name="直線コネクタ 120321">
                      <a:extLst>
                        <a:ext uri="{FF2B5EF4-FFF2-40B4-BE49-F238E27FC236}">
                          <a16:creationId xmlns:a16="http://schemas.microsoft.com/office/drawing/2014/main" id="{B6C122E0-295F-447E-B930-2FB2B7A179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3" name="直線コネクタ 120322">
                      <a:extLst>
                        <a:ext uri="{FF2B5EF4-FFF2-40B4-BE49-F238E27FC236}">
                          <a16:creationId xmlns:a16="http://schemas.microsoft.com/office/drawing/2014/main" id="{B0843B0E-BBE8-425B-B2CF-105D41931E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4" name="直線コネクタ 120323">
                      <a:extLst>
                        <a:ext uri="{FF2B5EF4-FFF2-40B4-BE49-F238E27FC236}">
                          <a16:creationId xmlns:a16="http://schemas.microsoft.com/office/drawing/2014/main" id="{C7E79937-A206-4706-9F57-C13C519FB8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5" name="直線コネクタ 120324">
                      <a:extLst>
                        <a:ext uri="{FF2B5EF4-FFF2-40B4-BE49-F238E27FC236}">
                          <a16:creationId xmlns:a16="http://schemas.microsoft.com/office/drawing/2014/main" id="{C42C90CC-BDAE-4B9F-952C-BA9F06F4B2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6" name="直線コネクタ 120325">
                      <a:extLst>
                        <a:ext uri="{FF2B5EF4-FFF2-40B4-BE49-F238E27FC236}">
                          <a16:creationId xmlns:a16="http://schemas.microsoft.com/office/drawing/2014/main" id="{0E9DE560-A5DE-40F3-A9E9-FB04646226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7" name="直線コネクタ 120326">
                      <a:extLst>
                        <a:ext uri="{FF2B5EF4-FFF2-40B4-BE49-F238E27FC236}">
                          <a16:creationId xmlns:a16="http://schemas.microsoft.com/office/drawing/2014/main" id="{19B92BDB-B9FA-42DF-A707-FB434364BB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328" name="直線コネクタ 120327">
                      <a:extLst>
                        <a:ext uri="{FF2B5EF4-FFF2-40B4-BE49-F238E27FC236}">
                          <a16:creationId xmlns:a16="http://schemas.microsoft.com/office/drawing/2014/main" id="{BCCD77A4-003C-4F76-968B-7BFECE16A1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112" name="グループ化 120111">
                    <a:extLst>
                      <a:ext uri="{FF2B5EF4-FFF2-40B4-BE49-F238E27FC236}">
                        <a16:creationId xmlns:a16="http://schemas.microsoft.com/office/drawing/2014/main" id="{5D6041AD-719A-49BC-9B54-C44A5D1B3CDE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20278" name="正方形/長方形 120277">
                      <a:extLst>
                        <a:ext uri="{FF2B5EF4-FFF2-40B4-BE49-F238E27FC236}">
                          <a16:creationId xmlns:a16="http://schemas.microsoft.com/office/drawing/2014/main" id="{B88C184A-4D92-4EF5-A760-272E9F412D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279" name="正方形/長方形 120278">
                      <a:extLst>
                        <a:ext uri="{FF2B5EF4-FFF2-40B4-BE49-F238E27FC236}">
                          <a16:creationId xmlns:a16="http://schemas.microsoft.com/office/drawing/2014/main" id="{D2AFBFDE-31EB-4B7B-A06F-2B7A1B92E7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280" name="正方形/長方形 120279">
                      <a:extLst>
                        <a:ext uri="{FF2B5EF4-FFF2-40B4-BE49-F238E27FC236}">
                          <a16:creationId xmlns:a16="http://schemas.microsoft.com/office/drawing/2014/main" id="{F65AC7CB-823B-479D-9C71-F36933D079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281" name="正方形/長方形 120280">
                      <a:extLst>
                        <a:ext uri="{FF2B5EF4-FFF2-40B4-BE49-F238E27FC236}">
                          <a16:creationId xmlns:a16="http://schemas.microsoft.com/office/drawing/2014/main" id="{AB5D40C9-DFD5-4AAE-8DFC-9477107681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282" name="正方形/長方形 120281">
                      <a:extLst>
                        <a:ext uri="{FF2B5EF4-FFF2-40B4-BE49-F238E27FC236}">
                          <a16:creationId xmlns:a16="http://schemas.microsoft.com/office/drawing/2014/main" id="{7EAF3015-38CC-4285-BC63-08B12230458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283" name="正方形/長方形 120282">
                      <a:extLst>
                        <a:ext uri="{FF2B5EF4-FFF2-40B4-BE49-F238E27FC236}">
                          <a16:creationId xmlns:a16="http://schemas.microsoft.com/office/drawing/2014/main" id="{E7061B3A-8F2D-457B-8E78-F0A1EBCDBD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284" name="正方形/長方形 120283">
                      <a:extLst>
                        <a:ext uri="{FF2B5EF4-FFF2-40B4-BE49-F238E27FC236}">
                          <a16:creationId xmlns:a16="http://schemas.microsoft.com/office/drawing/2014/main" id="{9B5A694D-3F34-4B8E-80E3-E01C56B2E9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285" name="正方形/長方形 120284">
                      <a:extLst>
                        <a:ext uri="{FF2B5EF4-FFF2-40B4-BE49-F238E27FC236}">
                          <a16:creationId xmlns:a16="http://schemas.microsoft.com/office/drawing/2014/main" id="{0CB8E238-67DD-44FB-8AA5-AC3AE0EC0F3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20286" name="正方形/長方形 120285">
                      <a:extLst>
                        <a:ext uri="{FF2B5EF4-FFF2-40B4-BE49-F238E27FC236}">
                          <a16:creationId xmlns:a16="http://schemas.microsoft.com/office/drawing/2014/main" id="{F1B38565-43C7-497B-8C44-82AE07F740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20113" name="グループ化 120112">
                    <a:extLst>
                      <a:ext uri="{FF2B5EF4-FFF2-40B4-BE49-F238E27FC236}">
                        <a16:creationId xmlns:a16="http://schemas.microsoft.com/office/drawing/2014/main" id="{7DA4359A-051C-4AD9-89E6-2EA1375C8E3C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270" name="直線コネクタ 120269">
                      <a:extLst>
                        <a:ext uri="{FF2B5EF4-FFF2-40B4-BE49-F238E27FC236}">
                          <a16:creationId xmlns:a16="http://schemas.microsoft.com/office/drawing/2014/main" id="{DEF6CC9B-FA62-4394-BA0F-D6632AD884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71" name="直線コネクタ 120270">
                      <a:extLst>
                        <a:ext uri="{FF2B5EF4-FFF2-40B4-BE49-F238E27FC236}">
                          <a16:creationId xmlns:a16="http://schemas.microsoft.com/office/drawing/2014/main" id="{92B750B0-934A-4875-B630-0BE3EE51BF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72" name="直線コネクタ 120271">
                      <a:extLst>
                        <a:ext uri="{FF2B5EF4-FFF2-40B4-BE49-F238E27FC236}">
                          <a16:creationId xmlns:a16="http://schemas.microsoft.com/office/drawing/2014/main" id="{6EE7E733-5080-4FDA-9520-C878EC605B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73" name="直線コネクタ 120272">
                      <a:extLst>
                        <a:ext uri="{FF2B5EF4-FFF2-40B4-BE49-F238E27FC236}">
                          <a16:creationId xmlns:a16="http://schemas.microsoft.com/office/drawing/2014/main" id="{F9D9E275-9A5D-46A6-932A-C9BF140FFA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74" name="直線コネクタ 120273">
                      <a:extLst>
                        <a:ext uri="{FF2B5EF4-FFF2-40B4-BE49-F238E27FC236}">
                          <a16:creationId xmlns:a16="http://schemas.microsoft.com/office/drawing/2014/main" id="{0536BCF0-9299-4580-85E9-7EBC570AFB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75" name="直線コネクタ 120274">
                      <a:extLst>
                        <a:ext uri="{FF2B5EF4-FFF2-40B4-BE49-F238E27FC236}">
                          <a16:creationId xmlns:a16="http://schemas.microsoft.com/office/drawing/2014/main" id="{AC785098-6B5A-471D-9E75-2A317FE289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76" name="直線コネクタ 120275">
                      <a:extLst>
                        <a:ext uri="{FF2B5EF4-FFF2-40B4-BE49-F238E27FC236}">
                          <a16:creationId xmlns:a16="http://schemas.microsoft.com/office/drawing/2014/main" id="{6199B30E-865B-4323-9D4C-AE518E107C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77" name="直線コネクタ 120276">
                      <a:extLst>
                        <a:ext uri="{FF2B5EF4-FFF2-40B4-BE49-F238E27FC236}">
                          <a16:creationId xmlns:a16="http://schemas.microsoft.com/office/drawing/2014/main" id="{6458CC3E-6A30-4626-86F7-C22F309185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114" name="グループ化 120113">
                    <a:extLst>
                      <a:ext uri="{FF2B5EF4-FFF2-40B4-BE49-F238E27FC236}">
                        <a16:creationId xmlns:a16="http://schemas.microsoft.com/office/drawing/2014/main" id="{EE2493C2-0A85-4AAB-A83F-C3EB265C3988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262" name="直線コネクタ 120261">
                      <a:extLst>
                        <a:ext uri="{FF2B5EF4-FFF2-40B4-BE49-F238E27FC236}">
                          <a16:creationId xmlns:a16="http://schemas.microsoft.com/office/drawing/2014/main" id="{8E47328A-E74B-438E-ACD7-1B83E67AE6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3" name="直線コネクタ 120262">
                      <a:extLst>
                        <a:ext uri="{FF2B5EF4-FFF2-40B4-BE49-F238E27FC236}">
                          <a16:creationId xmlns:a16="http://schemas.microsoft.com/office/drawing/2014/main" id="{69D2C971-E475-47FE-94F7-F0C17873E8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4" name="直線コネクタ 120263">
                      <a:extLst>
                        <a:ext uri="{FF2B5EF4-FFF2-40B4-BE49-F238E27FC236}">
                          <a16:creationId xmlns:a16="http://schemas.microsoft.com/office/drawing/2014/main" id="{9C918666-B41B-4AF6-8601-011C3DFD83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5" name="直線コネクタ 120264">
                      <a:extLst>
                        <a:ext uri="{FF2B5EF4-FFF2-40B4-BE49-F238E27FC236}">
                          <a16:creationId xmlns:a16="http://schemas.microsoft.com/office/drawing/2014/main" id="{41A4C765-51F9-4F5C-B445-A793D0BE7E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6" name="直線コネクタ 120265">
                      <a:extLst>
                        <a:ext uri="{FF2B5EF4-FFF2-40B4-BE49-F238E27FC236}">
                          <a16:creationId xmlns:a16="http://schemas.microsoft.com/office/drawing/2014/main" id="{DD27C289-5F7E-4517-8B0F-923E5FD972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7" name="直線コネクタ 120266">
                      <a:extLst>
                        <a:ext uri="{FF2B5EF4-FFF2-40B4-BE49-F238E27FC236}">
                          <a16:creationId xmlns:a16="http://schemas.microsoft.com/office/drawing/2014/main" id="{3D5311DA-96AB-4E8E-9060-EEA946EFD1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8" name="直線コネクタ 120267">
                      <a:extLst>
                        <a:ext uri="{FF2B5EF4-FFF2-40B4-BE49-F238E27FC236}">
                          <a16:creationId xmlns:a16="http://schemas.microsoft.com/office/drawing/2014/main" id="{1940929C-D525-4FEC-AF5C-72C9CAF59C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9" name="直線コネクタ 120268">
                      <a:extLst>
                        <a:ext uri="{FF2B5EF4-FFF2-40B4-BE49-F238E27FC236}">
                          <a16:creationId xmlns:a16="http://schemas.microsoft.com/office/drawing/2014/main" id="{84946231-1136-4B4C-AA65-E24A55E0EE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115" name="グループ化 120114">
                    <a:extLst>
                      <a:ext uri="{FF2B5EF4-FFF2-40B4-BE49-F238E27FC236}">
                        <a16:creationId xmlns:a16="http://schemas.microsoft.com/office/drawing/2014/main" id="{9551BD23-1276-4659-90B5-86EC71B930EA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220" name="直線コネクタ 120219">
                      <a:extLst>
                        <a:ext uri="{FF2B5EF4-FFF2-40B4-BE49-F238E27FC236}">
                          <a16:creationId xmlns:a16="http://schemas.microsoft.com/office/drawing/2014/main" id="{03B9D65A-44FD-494E-8782-EA4608E5C7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1" name="直線コネクタ 120220">
                      <a:extLst>
                        <a:ext uri="{FF2B5EF4-FFF2-40B4-BE49-F238E27FC236}">
                          <a16:creationId xmlns:a16="http://schemas.microsoft.com/office/drawing/2014/main" id="{A09C7488-6EE0-4195-A220-49C31C4F93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2" name="直線コネクタ 120221">
                      <a:extLst>
                        <a:ext uri="{FF2B5EF4-FFF2-40B4-BE49-F238E27FC236}">
                          <a16:creationId xmlns:a16="http://schemas.microsoft.com/office/drawing/2014/main" id="{830A440B-6A88-402C-A675-B6FEC86DB6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3" name="直線コネクタ 120222">
                      <a:extLst>
                        <a:ext uri="{FF2B5EF4-FFF2-40B4-BE49-F238E27FC236}">
                          <a16:creationId xmlns:a16="http://schemas.microsoft.com/office/drawing/2014/main" id="{26EBD56D-4F1D-4FFB-AD96-1FFBCE9287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4" name="直線コネクタ 120223">
                      <a:extLst>
                        <a:ext uri="{FF2B5EF4-FFF2-40B4-BE49-F238E27FC236}">
                          <a16:creationId xmlns:a16="http://schemas.microsoft.com/office/drawing/2014/main" id="{4641C578-E9A8-4FB6-8526-BADCFDEC10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5" name="直線コネクタ 120224">
                      <a:extLst>
                        <a:ext uri="{FF2B5EF4-FFF2-40B4-BE49-F238E27FC236}">
                          <a16:creationId xmlns:a16="http://schemas.microsoft.com/office/drawing/2014/main" id="{1935CB56-9813-43C3-B7DD-5159378674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6" name="直線コネクタ 120225">
                      <a:extLst>
                        <a:ext uri="{FF2B5EF4-FFF2-40B4-BE49-F238E27FC236}">
                          <a16:creationId xmlns:a16="http://schemas.microsoft.com/office/drawing/2014/main" id="{1AA53BDF-F030-4B07-8A8E-6A290967D7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7" name="直線コネクタ 120226">
                      <a:extLst>
                        <a:ext uri="{FF2B5EF4-FFF2-40B4-BE49-F238E27FC236}">
                          <a16:creationId xmlns:a16="http://schemas.microsoft.com/office/drawing/2014/main" id="{B76CC504-CCED-4F88-85E0-B29002DC1A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8" name="直線コネクタ 120227">
                      <a:extLst>
                        <a:ext uri="{FF2B5EF4-FFF2-40B4-BE49-F238E27FC236}">
                          <a16:creationId xmlns:a16="http://schemas.microsoft.com/office/drawing/2014/main" id="{0F3D71EE-B338-4C3A-B4A4-345D80F2D1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29" name="直線コネクタ 120228">
                      <a:extLst>
                        <a:ext uri="{FF2B5EF4-FFF2-40B4-BE49-F238E27FC236}">
                          <a16:creationId xmlns:a16="http://schemas.microsoft.com/office/drawing/2014/main" id="{36132A77-F282-40E8-949F-2B7C30025F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0" name="直線コネクタ 120229">
                      <a:extLst>
                        <a:ext uri="{FF2B5EF4-FFF2-40B4-BE49-F238E27FC236}">
                          <a16:creationId xmlns:a16="http://schemas.microsoft.com/office/drawing/2014/main" id="{FA579FD6-8838-405A-A418-A7D4399B27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1" name="直線コネクタ 120230">
                      <a:extLst>
                        <a:ext uri="{FF2B5EF4-FFF2-40B4-BE49-F238E27FC236}">
                          <a16:creationId xmlns:a16="http://schemas.microsoft.com/office/drawing/2014/main" id="{C61FCCCD-9B3C-47E2-988C-90BA01C74E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2" name="直線コネクタ 120231">
                      <a:extLst>
                        <a:ext uri="{FF2B5EF4-FFF2-40B4-BE49-F238E27FC236}">
                          <a16:creationId xmlns:a16="http://schemas.microsoft.com/office/drawing/2014/main" id="{543230BD-F3BE-4816-8ED7-408BB5557B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3" name="直線コネクタ 120232">
                      <a:extLst>
                        <a:ext uri="{FF2B5EF4-FFF2-40B4-BE49-F238E27FC236}">
                          <a16:creationId xmlns:a16="http://schemas.microsoft.com/office/drawing/2014/main" id="{6BB6D504-D7C5-418D-B4ED-74C9D9079C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4" name="直線コネクタ 120233">
                      <a:extLst>
                        <a:ext uri="{FF2B5EF4-FFF2-40B4-BE49-F238E27FC236}">
                          <a16:creationId xmlns:a16="http://schemas.microsoft.com/office/drawing/2014/main" id="{C1835DE6-5EDB-491E-BF25-E570C36FBF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5" name="直線コネクタ 120234">
                      <a:extLst>
                        <a:ext uri="{FF2B5EF4-FFF2-40B4-BE49-F238E27FC236}">
                          <a16:creationId xmlns:a16="http://schemas.microsoft.com/office/drawing/2014/main" id="{D6F5F0B8-BCE1-4CBC-A17D-EC93B1B6BF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6" name="直線コネクタ 120235">
                      <a:extLst>
                        <a:ext uri="{FF2B5EF4-FFF2-40B4-BE49-F238E27FC236}">
                          <a16:creationId xmlns:a16="http://schemas.microsoft.com/office/drawing/2014/main" id="{097BD8E9-9E52-4C36-BD66-36875153D1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7" name="直線コネクタ 120236">
                      <a:extLst>
                        <a:ext uri="{FF2B5EF4-FFF2-40B4-BE49-F238E27FC236}">
                          <a16:creationId xmlns:a16="http://schemas.microsoft.com/office/drawing/2014/main" id="{FD9A7EB1-3891-4A19-903F-43E4610EBC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8" name="直線コネクタ 120237">
                      <a:extLst>
                        <a:ext uri="{FF2B5EF4-FFF2-40B4-BE49-F238E27FC236}">
                          <a16:creationId xmlns:a16="http://schemas.microsoft.com/office/drawing/2014/main" id="{AB1C5EB9-3E39-41D2-A24F-B70C2F698A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39" name="直線コネクタ 120238">
                      <a:extLst>
                        <a:ext uri="{FF2B5EF4-FFF2-40B4-BE49-F238E27FC236}">
                          <a16:creationId xmlns:a16="http://schemas.microsoft.com/office/drawing/2014/main" id="{4422EC08-B1F2-4C00-B705-48225E92B4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0" name="直線コネクタ 120239">
                      <a:extLst>
                        <a:ext uri="{FF2B5EF4-FFF2-40B4-BE49-F238E27FC236}">
                          <a16:creationId xmlns:a16="http://schemas.microsoft.com/office/drawing/2014/main" id="{34CED87D-CBCF-47F9-9E17-19627D8A64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1" name="直線コネクタ 120240">
                      <a:extLst>
                        <a:ext uri="{FF2B5EF4-FFF2-40B4-BE49-F238E27FC236}">
                          <a16:creationId xmlns:a16="http://schemas.microsoft.com/office/drawing/2014/main" id="{58F1333A-5B28-4B79-A77B-6A491F94F8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2" name="直線コネクタ 120241">
                      <a:extLst>
                        <a:ext uri="{FF2B5EF4-FFF2-40B4-BE49-F238E27FC236}">
                          <a16:creationId xmlns:a16="http://schemas.microsoft.com/office/drawing/2014/main" id="{79D43F50-617D-4BBD-85B0-398A415837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3" name="直線コネクタ 120242">
                      <a:extLst>
                        <a:ext uri="{FF2B5EF4-FFF2-40B4-BE49-F238E27FC236}">
                          <a16:creationId xmlns:a16="http://schemas.microsoft.com/office/drawing/2014/main" id="{B6D698AA-E8B6-4FEA-AADA-977D7D4019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4" name="直線コネクタ 120243">
                      <a:extLst>
                        <a:ext uri="{FF2B5EF4-FFF2-40B4-BE49-F238E27FC236}">
                          <a16:creationId xmlns:a16="http://schemas.microsoft.com/office/drawing/2014/main" id="{FF63DB07-F6CE-4DC5-8E12-7D5CF68951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5" name="直線コネクタ 120244">
                      <a:extLst>
                        <a:ext uri="{FF2B5EF4-FFF2-40B4-BE49-F238E27FC236}">
                          <a16:creationId xmlns:a16="http://schemas.microsoft.com/office/drawing/2014/main" id="{644E8E23-CD6B-430C-A14F-A905D4FB57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6" name="直線コネクタ 120245">
                      <a:extLst>
                        <a:ext uri="{FF2B5EF4-FFF2-40B4-BE49-F238E27FC236}">
                          <a16:creationId xmlns:a16="http://schemas.microsoft.com/office/drawing/2014/main" id="{B38354E9-B40A-4E21-A875-DC2A26D834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7" name="直線コネクタ 120246">
                      <a:extLst>
                        <a:ext uri="{FF2B5EF4-FFF2-40B4-BE49-F238E27FC236}">
                          <a16:creationId xmlns:a16="http://schemas.microsoft.com/office/drawing/2014/main" id="{DA88648B-B91D-44AD-8199-EEF983548A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8" name="直線コネクタ 120247">
                      <a:extLst>
                        <a:ext uri="{FF2B5EF4-FFF2-40B4-BE49-F238E27FC236}">
                          <a16:creationId xmlns:a16="http://schemas.microsoft.com/office/drawing/2014/main" id="{6CCAAE01-A2C6-4EE8-A25F-7FF0BC6D35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49" name="直線コネクタ 120248">
                      <a:extLst>
                        <a:ext uri="{FF2B5EF4-FFF2-40B4-BE49-F238E27FC236}">
                          <a16:creationId xmlns:a16="http://schemas.microsoft.com/office/drawing/2014/main" id="{CEAD9172-3856-41A4-9D40-74737A6BE0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0" name="直線コネクタ 120249">
                      <a:extLst>
                        <a:ext uri="{FF2B5EF4-FFF2-40B4-BE49-F238E27FC236}">
                          <a16:creationId xmlns:a16="http://schemas.microsoft.com/office/drawing/2014/main" id="{380F7DF3-71DA-432A-9439-083BB4651A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1" name="直線コネクタ 120250">
                      <a:extLst>
                        <a:ext uri="{FF2B5EF4-FFF2-40B4-BE49-F238E27FC236}">
                          <a16:creationId xmlns:a16="http://schemas.microsoft.com/office/drawing/2014/main" id="{BD5DBDBB-F473-4DD7-9B96-700AA4EEB1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2" name="直線コネクタ 120251">
                      <a:extLst>
                        <a:ext uri="{FF2B5EF4-FFF2-40B4-BE49-F238E27FC236}">
                          <a16:creationId xmlns:a16="http://schemas.microsoft.com/office/drawing/2014/main" id="{9895F9CF-80D7-4D56-8075-A5C858EC4B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3" name="直線コネクタ 120252">
                      <a:extLst>
                        <a:ext uri="{FF2B5EF4-FFF2-40B4-BE49-F238E27FC236}">
                          <a16:creationId xmlns:a16="http://schemas.microsoft.com/office/drawing/2014/main" id="{0309141E-E8D9-488F-B2F8-E5D37BCDD0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4" name="直線コネクタ 120253">
                      <a:extLst>
                        <a:ext uri="{FF2B5EF4-FFF2-40B4-BE49-F238E27FC236}">
                          <a16:creationId xmlns:a16="http://schemas.microsoft.com/office/drawing/2014/main" id="{EE9CC1C4-40D7-426F-85F5-129CCBAC69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5" name="直線コネクタ 120254">
                      <a:extLst>
                        <a:ext uri="{FF2B5EF4-FFF2-40B4-BE49-F238E27FC236}">
                          <a16:creationId xmlns:a16="http://schemas.microsoft.com/office/drawing/2014/main" id="{C1B45961-2B95-4A00-937D-52CF5C13C1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6" name="直線コネクタ 120255">
                      <a:extLst>
                        <a:ext uri="{FF2B5EF4-FFF2-40B4-BE49-F238E27FC236}">
                          <a16:creationId xmlns:a16="http://schemas.microsoft.com/office/drawing/2014/main" id="{C0373BA9-2890-445E-9178-B28FFBD6C3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7" name="直線コネクタ 120256">
                      <a:extLst>
                        <a:ext uri="{FF2B5EF4-FFF2-40B4-BE49-F238E27FC236}">
                          <a16:creationId xmlns:a16="http://schemas.microsoft.com/office/drawing/2014/main" id="{28B24095-4B96-4721-AB56-438CA861B6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8" name="直線コネクタ 120257">
                      <a:extLst>
                        <a:ext uri="{FF2B5EF4-FFF2-40B4-BE49-F238E27FC236}">
                          <a16:creationId xmlns:a16="http://schemas.microsoft.com/office/drawing/2014/main" id="{A0CDF756-58F5-481C-B388-B1F378A713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59" name="直線コネクタ 120258">
                      <a:extLst>
                        <a:ext uri="{FF2B5EF4-FFF2-40B4-BE49-F238E27FC236}">
                          <a16:creationId xmlns:a16="http://schemas.microsoft.com/office/drawing/2014/main" id="{193877DD-B125-4D56-9E80-2578C9FF99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0" name="直線コネクタ 120259">
                      <a:extLst>
                        <a:ext uri="{FF2B5EF4-FFF2-40B4-BE49-F238E27FC236}">
                          <a16:creationId xmlns:a16="http://schemas.microsoft.com/office/drawing/2014/main" id="{1A1D0E84-1D66-4D6F-99CB-DD29F17A31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61" name="直線コネクタ 120260">
                      <a:extLst>
                        <a:ext uri="{FF2B5EF4-FFF2-40B4-BE49-F238E27FC236}">
                          <a16:creationId xmlns:a16="http://schemas.microsoft.com/office/drawing/2014/main" id="{3D2A23A9-F96F-4E86-B823-8871451B58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116" name="グループ化 120115">
                    <a:extLst>
                      <a:ext uri="{FF2B5EF4-FFF2-40B4-BE49-F238E27FC236}">
                        <a16:creationId xmlns:a16="http://schemas.microsoft.com/office/drawing/2014/main" id="{FA372192-4C3A-4500-BD84-F0D9E2775DBD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178" name="直線コネクタ 120177">
                      <a:extLst>
                        <a:ext uri="{FF2B5EF4-FFF2-40B4-BE49-F238E27FC236}">
                          <a16:creationId xmlns:a16="http://schemas.microsoft.com/office/drawing/2014/main" id="{783C351E-2C53-49D5-B9A5-D5B6067706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79" name="直線コネクタ 120178">
                      <a:extLst>
                        <a:ext uri="{FF2B5EF4-FFF2-40B4-BE49-F238E27FC236}">
                          <a16:creationId xmlns:a16="http://schemas.microsoft.com/office/drawing/2014/main" id="{C99CA5B8-D651-4E0B-81BA-E3F59FF01B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0" name="直線コネクタ 120179">
                      <a:extLst>
                        <a:ext uri="{FF2B5EF4-FFF2-40B4-BE49-F238E27FC236}">
                          <a16:creationId xmlns:a16="http://schemas.microsoft.com/office/drawing/2014/main" id="{84C78BE7-C79A-431D-BFBC-FFDE1C7792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1" name="直線コネクタ 120180">
                      <a:extLst>
                        <a:ext uri="{FF2B5EF4-FFF2-40B4-BE49-F238E27FC236}">
                          <a16:creationId xmlns:a16="http://schemas.microsoft.com/office/drawing/2014/main" id="{BD4BE3B4-E5EC-445C-9F9A-045E6D9326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2" name="直線コネクタ 120181">
                      <a:extLst>
                        <a:ext uri="{FF2B5EF4-FFF2-40B4-BE49-F238E27FC236}">
                          <a16:creationId xmlns:a16="http://schemas.microsoft.com/office/drawing/2014/main" id="{46DEDDF8-E48F-4772-AD2D-DF1C89A748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3" name="直線コネクタ 120182">
                      <a:extLst>
                        <a:ext uri="{FF2B5EF4-FFF2-40B4-BE49-F238E27FC236}">
                          <a16:creationId xmlns:a16="http://schemas.microsoft.com/office/drawing/2014/main" id="{9897AF9B-7712-4975-9522-FC134F3277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4" name="直線コネクタ 120183">
                      <a:extLst>
                        <a:ext uri="{FF2B5EF4-FFF2-40B4-BE49-F238E27FC236}">
                          <a16:creationId xmlns:a16="http://schemas.microsoft.com/office/drawing/2014/main" id="{31C2C972-9377-4637-97D1-A0B15F867E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5" name="直線コネクタ 120184">
                      <a:extLst>
                        <a:ext uri="{FF2B5EF4-FFF2-40B4-BE49-F238E27FC236}">
                          <a16:creationId xmlns:a16="http://schemas.microsoft.com/office/drawing/2014/main" id="{28E4F799-E027-46D5-A182-7E56956934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6" name="直線コネクタ 120185">
                      <a:extLst>
                        <a:ext uri="{FF2B5EF4-FFF2-40B4-BE49-F238E27FC236}">
                          <a16:creationId xmlns:a16="http://schemas.microsoft.com/office/drawing/2014/main" id="{8A7E3938-852F-471C-8CD0-7D3AEE86CF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7" name="直線コネクタ 120186">
                      <a:extLst>
                        <a:ext uri="{FF2B5EF4-FFF2-40B4-BE49-F238E27FC236}">
                          <a16:creationId xmlns:a16="http://schemas.microsoft.com/office/drawing/2014/main" id="{A2559BA8-E367-4185-8DFF-8C977CC751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8" name="直線コネクタ 120187">
                      <a:extLst>
                        <a:ext uri="{FF2B5EF4-FFF2-40B4-BE49-F238E27FC236}">
                          <a16:creationId xmlns:a16="http://schemas.microsoft.com/office/drawing/2014/main" id="{FC32DE87-1A3C-4DFF-A8D9-46D8C8B218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89" name="直線コネクタ 120188">
                      <a:extLst>
                        <a:ext uri="{FF2B5EF4-FFF2-40B4-BE49-F238E27FC236}">
                          <a16:creationId xmlns:a16="http://schemas.microsoft.com/office/drawing/2014/main" id="{1DB065D8-F803-4077-A705-2AB3E243F4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0" name="直線コネクタ 120189">
                      <a:extLst>
                        <a:ext uri="{FF2B5EF4-FFF2-40B4-BE49-F238E27FC236}">
                          <a16:creationId xmlns:a16="http://schemas.microsoft.com/office/drawing/2014/main" id="{4F1777BC-A249-4318-93F6-78B5471AB7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1" name="直線コネクタ 120190">
                      <a:extLst>
                        <a:ext uri="{FF2B5EF4-FFF2-40B4-BE49-F238E27FC236}">
                          <a16:creationId xmlns:a16="http://schemas.microsoft.com/office/drawing/2014/main" id="{A68F7D7A-8D62-40BF-BEB2-35448EF98F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2" name="直線コネクタ 120191">
                      <a:extLst>
                        <a:ext uri="{FF2B5EF4-FFF2-40B4-BE49-F238E27FC236}">
                          <a16:creationId xmlns:a16="http://schemas.microsoft.com/office/drawing/2014/main" id="{E4EF95E9-89FE-44DC-B869-57C67E381D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3" name="直線コネクタ 120192">
                      <a:extLst>
                        <a:ext uri="{FF2B5EF4-FFF2-40B4-BE49-F238E27FC236}">
                          <a16:creationId xmlns:a16="http://schemas.microsoft.com/office/drawing/2014/main" id="{EB8F700A-EFE8-4FE7-9085-FACD6BDAF5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4" name="直線コネクタ 120193">
                      <a:extLst>
                        <a:ext uri="{FF2B5EF4-FFF2-40B4-BE49-F238E27FC236}">
                          <a16:creationId xmlns:a16="http://schemas.microsoft.com/office/drawing/2014/main" id="{61B1E9CB-9521-4B27-91BC-77F80D617B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5" name="直線コネクタ 120194">
                      <a:extLst>
                        <a:ext uri="{FF2B5EF4-FFF2-40B4-BE49-F238E27FC236}">
                          <a16:creationId xmlns:a16="http://schemas.microsoft.com/office/drawing/2014/main" id="{8D7793F6-9B13-4BEB-BDB0-4B446CDC98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6" name="直線コネクタ 120195">
                      <a:extLst>
                        <a:ext uri="{FF2B5EF4-FFF2-40B4-BE49-F238E27FC236}">
                          <a16:creationId xmlns:a16="http://schemas.microsoft.com/office/drawing/2014/main" id="{7569BC1D-9F05-4966-9E1D-C31FF8CD67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7" name="直線コネクタ 120196">
                      <a:extLst>
                        <a:ext uri="{FF2B5EF4-FFF2-40B4-BE49-F238E27FC236}">
                          <a16:creationId xmlns:a16="http://schemas.microsoft.com/office/drawing/2014/main" id="{68A02794-9947-491E-9008-FCD4B2EE42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8" name="直線コネクタ 120197">
                      <a:extLst>
                        <a:ext uri="{FF2B5EF4-FFF2-40B4-BE49-F238E27FC236}">
                          <a16:creationId xmlns:a16="http://schemas.microsoft.com/office/drawing/2014/main" id="{F18F1609-8CC9-41F6-A421-693F405CA6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99" name="直線コネクタ 120198">
                      <a:extLst>
                        <a:ext uri="{FF2B5EF4-FFF2-40B4-BE49-F238E27FC236}">
                          <a16:creationId xmlns:a16="http://schemas.microsoft.com/office/drawing/2014/main" id="{259DDEB6-27FF-4E25-B6A3-288FBB5BE6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0" name="直線コネクタ 120199">
                      <a:extLst>
                        <a:ext uri="{FF2B5EF4-FFF2-40B4-BE49-F238E27FC236}">
                          <a16:creationId xmlns:a16="http://schemas.microsoft.com/office/drawing/2014/main" id="{16CB35B3-D559-496D-8CC6-0EEB16CB17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1" name="直線コネクタ 120200">
                      <a:extLst>
                        <a:ext uri="{FF2B5EF4-FFF2-40B4-BE49-F238E27FC236}">
                          <a16:creationId xmlns:a16="http://schemas.microsoft.com/office/drawing/2014/main" id="{E9053F31-9ADB-4E9C-A519-CF5BA85D2C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2" name="直線コネクタ 120201">
                      <a:extLst>
                        <a:ext uri="{FF2B5EF4-FFF2-40B4-BE49-F238E27FC236}">
                          <a16:creationId xmlns:a16="http://schemas.microsoft.com/office/drawing/2014/main" id="{241E4F37-51C1-4344-9485-2BF3D0AE6D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3" name="直線コネクタ 120202">
                      <a:extLst>
                        <a:ext uri="{FF2B5EF4-FFF2-40B4-BE49-F238E27FC236}">
                          <a16:creationId xmlns:a16="http://schemas.microsoft.com/office/drawing/2014/main" id="{0BF18673-631E-48AF-B717-6F62A69E3D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4" name="直線コネクタ 120203">
                      <a:extLst>
                        <a:ext uri="{FF2B5EF4-FFF2-40B4-BE49-F238E27FC236}">
                          <a16:creationId xmlns:a16="http://schemas.microsoft.com/office/drawing/2014/main" id="{C693203D-2D56-4B99-98BB-8BAC4AA053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5" name="直線コネクタ 120204">
                      <a:extLst>
                        <a:ext uri="{FF2B5EF4-FFF2-40B4-BE49-F238E27FC236}">
                          <a16:creationId xmlns:a16="http://schemas.microsoft.com/office/drawing/2014/main" id="{9734BDDD-53BF-46AE-B21E-5F529443A3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6" name="直線コネクタ 120205">
                      <a:extLst>
                        <a:ext uri="{FF2B5EF4-FFF2-40B4-BE49-F238E27FC236}">
                          <a16:creationId xmlns:a16="http://schemas.microsoft.com/office/drawing/2014/main" id="{1ED73418-CBEC-46ED-842F-C2B7A50C18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7" name="直線コネクタ 120206">
                      <a:extLst>
                        <a:ext uri="{FF2B5EF4-FFF2-40B4-BE49-F238E27FC236}">
                          <a16:creationId xmlns:a16="http://schemas.microsoft.com/office/drawing/2014/main" id="{2FF0F487-CC34-4992-A469-86CA36A00D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8" name="直線コネクタ 120207">
                      <a:extLst>
                        <a:ext uri="{FF2B5EF4-FFF2-40B4-BE49-F238E27FC236}">
                          <a16:creationId xmlns:a16="http://schemas.microsoft.com/office/drawing/2014/main" id="{50142433-1B6C-4D5A-B5D8-A3B5A9D89C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09" name="直線コネクタ 120208">
                      <a:extLst>
                        <a:ext uri="{FF2B5EF4-FFF2-40B4-BE49-F238E27FC236}">
                          <a16:creationId xmlns:a16="http://schemas.microsoft.com/office/drawing/2014/main" id="{117D4BC5-02D3-4E7D-8A75-8A9B3FA36C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0" name="直線コネクタ 120209">
                      <a:extLst>
                        <a:ext uri="{FF2B5EF4-FFF2-40B4-BE49-F238E27FC236}">
                          <a16:creationId xmlns:a16="http://schemas.microsoft.com/office/drawing/2014/main" id="{F30B2254-789D-4E9A-97E7-6669C1999A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1" name="直線コネクタ 120210">
                      <a:extLst>
                        <a:ext uri="{FF2B5EF4-FFF2-40B4-BE49-F238E27FC236}">
                          <a16:creationId xmlns:a16="http://schemas.microsoft.com/office/drawing/2014/main" id="{74E96F78-7B66-49A4-8101-53B7B07958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2" name="直線コネクタ 120211">
                      <a:extLst>
                        <a:ext uri="{FF2B5EF4-FFF2-40B4-BE49-F238E27FC236}">
                          <a16:creationId xmlns:a16="http://schemas.microsoft.com/office/drawing/2014/main" id="{2FF9B574-F8B1-4161-BCBE-14844AE568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3" name="直線コネクタ 120212">
                      <a:extLst>
                        <a:ext uri="{FF2B5EF4-FFF2-40B4-BE49-F238E27FC236}">
                          <a16:creationId xmlns:a16="http://schemas.microsoft.com/office/drawing/2014/main" id="{9000D5F8-84FF-4727-B4B8-FCC4908E31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4" name="直線コネクタ 120213">
                      <a:extLst>
                        <a:ext uri="{FF2B5EF4-FFF2-40B4-BE49-F238E27FC236}">
                          <a16:creationId xmlns:a16="http://schemas.microsoft.com/office/drawing/2014/main" id="{CB53A4DC-7063-458B-8C13-249B781730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5" name="直線コネクタ 120214">
                      <a:extLst>
                        <a:ext uri="{FF2B5EF4-FFF2-40B4-BE49-F238E27FC236}">
                          <a16:creationId xmlns:a16="http://schemas.microsoft.com/office/drawing/2014/main" id="{FFAAABC7-A361-489D-B159-12DB7AC2DC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6" name="直線コネクタ 120215">
                      <a:extLst>
                        <a:ext uri="{FF2B5EF4-FFF2-40B4-BE49-F238E27FC236}">
                          <a16:creationId xmlns:a16="http://schemas.microsoft.com/office/drawing/2014/main" id="{A8EFD885-4109-4F43-B21B-E3DDF7C653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7" name="直線コネクタ 120216">
                      <a:extLst>
                        <a:ext uri="{FF2B5EF4-FFF2-40B4-BE49-F238E27FC236}">
                          <a16:creationId xmlns:a16="http://schemas.microsoft.com/office/drawing/2014/main" id="{96184834-D3F5-4082-9388-909E58CBA0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8" name="直線コネクタ 120217">
                      <a:extLst>
                        <a:ext uri="{FF2B5EF4-FFF2-40B4-BE49-F238E27FC236}">
                          <a16:creationId xmlns:a16="http://schemas.microsoft.com/office/drawing/2014/main" id="{F998B66B-436B-4FF0-AEBB-E19FC5D08E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219" name="直線コネクタ 120218">
                      <a:extLst>
                        <a:ext uri="{FF2B5EF4-FFF2-40B4-BE49-F238E27FC236}">
                          <a16:creationId xmlns:a16="http://schemas.microsoft.com/office/drawing/2014/main" id="{BD4D2549-6327-4424-B5A6-5D0539EE08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117" name="グループ化 120116">
                    <a:extLst>
                      <a:ext uri="{FF2B5EF4-FFF2-40B4-BE49-F238E27FC236}">
                        <a16:creationId xmlns:a16="http://schemas.microsoft.com/office/drawing/2014/main" id="{68316275-7115-4182-9E4F-00796515F6E4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170" name="直線コネクタ 120169">
                      <a:extLst>
                        <a:ext uri="{FF2B5EF4-FFF2-40B4-BE49-F238E27FC236}">
                          <a16:creationId xmlns:a16="http://schemas.microsoft.com/office/drawing/2014/main" id="{07E5CF3F-615E-40BC-97AA-A0D336EF7E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71" name="直線コネクタ 120170">
                      <a:extLst>
                        <a:ext uri="{FF2B5EF4-FFF2-40B4-BE49-F238E27FC236}">
                          <a16:creationId xmlns:a16="http://schemas.microsoft.com/office/drawing/2014/main" id="{4D457725-7302-4B3B-8433-7BF93C890C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72" name="直線コネクタ 120171">
                      <a:extLst>
                        <a:ext uri="{FF2B5EF4-FFF2-40B4-BE49-F238E27FC236}">
                          <a16:creationId xmlns:a16="http://schemas.microsoft.com/office/drawing/2014/main" id="{406F1E42-ECC7-43B1-8B7D-3152F8C1D2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73" name="直線コネクタ 120172">
                      <a:extLst>
                        <a:ext uri="{FF2B5EF4-FFF2-40B4-BE49-F238E27FC236}">
                          <a16:creationId xmlns:a16="http://schemas.microsoft.com/office/drawing/2014/main" id="{5C036748-A22C-47FD-B2BA-B80B61B091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74" name="直線コネクタ 120173">
                      <a:extLst>
                        <a:ext uri="{FF2B5EF4-FFF2-40B4-BE49-F238E27FC236}">
                          <a16:creationId xmlns:a16="http://schemas.microsoft.com/office/drawing/2014/main" id="{0F24F614-46DF-4D08-A69A-2E30AA87F9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75" name="直線コネクタ 120174">
                      <a:extLst>
                        <a:ext uri="{FF2B5EF4-FFF2-40B4-BE49-F238E27FC236}">
                          <a16:creationId xmlns:a16="http://schemas.microsoft.com/office/drawing/2014/main" id="{D5A59BBA-4BBD-408A-B627-071009C43B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76" name="直線コネクタ 120175">
                      <a:extLst>
                        <a:ext uri="{FF2B5EF4-FFF2-40B4-BE49-F238E27FC236}">
                          <a16:creationId xmlns:a16="http://schemas.microsoft.com/office/drawing/2014/main" id="{914989DA-FD77-48BA-B29D-A7888C3B92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77" name="直線コネクタ 120176">
                      <a:extLst>
                        <a:ext uri="{FF2B5EF4-FFF2-40B4-BE49-F238E27FC236}">
                          <a16:creationId xmlns:a16="http://schemas.microsoft.com/office/drawing/2014/main" id="{C148971B-C78D-4217-8BFF-3E1D67386C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118" name="グループ化 120117">
                    <a:extLst>
                      <a:ext uri="{FF2B5EF4-FFF2-40B4-BE49-F238E27FC236}">
                        <a16:creationId xmlns:a16="http://schemas.microsoft.com/office/drawing/2014/main" id="{3F9105E4-23A3-4447-B3CB-33BA8B3E6861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20162" name="直線コネクタ 120161">
                      <a:extLst>
                        <a:ext uri="{FF2B5EF4-FFF2-40B4-BE49-F238E27FC236}">
                          <a16:creationId xmlns:a16="http://schemas.microsoft.com/office/drawing/2014/main" id="{DA99B81E-02E9-4F20-8337-65273E1832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3" name="直線コネクタ 120162">
                      <a:extLst>
                        <a:ext uri="{FF2B5EF4-FFF2-40B4-BE49-F238E27FC236}">
                          <a16:creationId xmlns:a16="http://schemas.microsoft.com/office/drawing/2014/main" id="{AECD2FC4-6B37-4B02-80BC-C87A775EC3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4" name="直線コネクタ 120163">
                      <a:extLst>
                        <a:ext uri="{FF2B5EF4-FFF2-40B4-BE49-F238E27FC236}">
                          <a16:creationId xmlns:a16="http://schemas.microsoft.com/office/drawing/2014/main" id="{E05BA36E-C445-4598-AE63-95A6518E1B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5" name="直線コネクタ 120164">
                      <a:extLst>
                        <a:ext uri="{FF2B5EF4-FFF2-40B4-BE49-F238E27FC236}">
                          <a16:creationId xmlns:a16="http://schemas.microsoft.com/office/drawing/2014/main" id="{B80B61C8-60EC-43E4-ADF9-04CED61597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6" name="直線コネクタ 120165">
                      <a:extLst>
                        <a:ext uri="{FF2B5EF4-FFF2-40B4-BE49-F238E27FC236}">
                          <a16:creationId xmlns:a16="http://schemas.microsoft.com/office/drawing/2014/main" id="{7097C6B7-6AD5-4CF5-8046-52811BBE27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7" name="直線コネクタ 120166">
                      <a:extLst>
                        <a:ext uri="{FF2B5EF4-FFF2-40B4-BE49-F238E27FC236}">
                          <a16:creationId xmlns:a16="http://schemas.microsoft.com/office/drawing/2014/main" id="{FDA8A94F-106C-40BC-A4A0-EAC2652087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8" name="直線コネクタ 120167">
                      <a:extLst>
                        <a:ext uri="{FF2B5EF4-FFF2-40B4-BE49-F238E27FC236}">
                          <a16:creationId xmlns:a16="http://schemas.microsoft.com/office/drawing/2014/main" id="{56073387-D742-42DB-980F-657960AFC5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9" name="直線コネクタ 120168">
                      <a:extLst>
                        <a:ext uri="{FF2B5EF4-FFF2-40B4-BE49-F238E27FC236}">
                          <a16:creationId xmlns:a16="http://schemas.microsoft.com/office/drawing/2014/main" id="{025B8F96-72BD-428B-AD46-17249A44E9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0119" name="グループ化 120118">
                    <a:extLst>
                      <a:ext uri="{FF2B5EF4-FFF2-40B4-BE49-F238E27FC236}">
                        <a16:creationId xmlns:a16="http://schemas.microsoft.com/office/drawing/2014/main" id="{C6417A1E-F22C-4F26-A7BC-80145F0793B7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20120" name="直線コネクタ 120119">
                      <a:extLst>
                        <a:ext uri="{FF2B5EF4-FFF2-40B4-BE49-F238E27FC236}">
                          <a16:creationId xmlns:a16="http://schemas.microsoft.com/office/drawing/2014/main" id="{30829A2B-3590-4293-8263-CEB76736F5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1" name="直線コネクタ 120120">
                      <a:extLst>
                        <a:ext uri="{FF2B5EF4-FFF2-40B4-BE49-F238E27FC236}">
                          <a16:creationId xmlns:a16="http://schemas.microsoft.com/office/drawing/2014/main" id="{AAEF4C2F-677E-40E0-999B-2F9FB1DF9B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2" name="直線コネクタ 120121">
                      <a:extLst>
                        <a:ext uri="{FF2B5EF4-FFF2-40B4-BE49-F238E27FC236}">
                          <a16:creationId xmlns:a16="http://schemas.microsoft.com/office/drawing/2014/main" id="{C3E13FA4-FEC6-497C-94D3-7A721522EC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3" name="直線コネクタ 120122">
                      <a:extLst>
                        <a:ext uri="{FF2B5EF4-FFF2-40B4-BE49-F238E27FC236}">
                          <a16:creationId xmlns:a16="http://schemas.microsoft.com/office/drawing/2014/main" id="{296BF4AF-9311-498E-B42C-AB83C1EF2D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4" name="直線コネクタ 120123">
                      <a:extLst>
                        <a:ext uri="{FF2B5EF4-FFF2-40B4-BE49-F238E27FC236}">
                          <a16:creationId xmlns:a16="http://schemas.microsoft.com/office/drawing/2014/main" id="{FB2826A8-D27D-4299-A0A3-796F408145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5" name="直線コネクタ 120124">
                      <a:extLst>
                        <a:ext uri="{FF2B5EF4-FFF2-40B4-BE49-F238E27FC236}">
                          <a16:creationId xmlns:a16="http://schemas.microsoft.com/office/drawing/2014/main" id="{96E101A9-5835-4C9D-AE31-CFE80C0221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6" name="直線コネクタ 120125">
                      <a:extLst>
                        <a:ext uri="{FF2B5EF4-FFF2-40B4-BE49-F238E27FC236}">
                          <a16:creationId xmlns:a16="http://schemas.microsoft.com/office/drawing/2014/main" id="{0A17DF3C-EA24-4A90-A994-B7016C7114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7" name="直線コネクタ 120126">
                      <a:extLst>
                        <a:ext uri="{FF2B5EF4-FFF2-40B4-BE49-F238E27FC236}">
                          <a16:creationId xmlns:a16="http://schemas.microsoft.com/office/drawing/2014/main" id="{3F2EEB81-E903-431D-963F-A587AB7BC8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8" name="直線コネクタ 120127">
                      <a:extLst>
                        <a:ext uri="{FF2B5EF4-FFF2-40B4-BE49-F238E27FC236}">
                          <a16:creationId xmlns:a16="http://schemas.microsoft.com/office/drawing/2014/main" id="{7A33D526-043C-46A1-A9A3-F4CB8DF702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29" name="直線コネクタ 120128">
                      <a:extLst>
                        <a:ext uri="{FF2B5EF4-FFF2-40B4-BE49-F238E27FC236}">
                          <a16:creationId xmlns:a16="http://schemas.microsoft.com/office/drawing/2014/main" id="{7D45DF4B-F49C-420C-9F05-25EA76E925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0" name="直線コネクタ 120129">
                      <a:extLst>
                        <a:ext uri="{FF2B5EF4-FFF2-40B4-BE49-F238E27FC236}">
                          <a16:creationId xmlns:a16="http://schemas.microsoft.com/office/drawing/2014/main" id="{8956E351-D3C9-4BB6-A02F-FAA3CD2D44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1" name="直線コネクタ 120130">
                      <a:extLst>
                        <a:ext uri="{FF2B5EF4-FFF2-40B4-BE49-F238E27FC236}">
                          <a16:creationId xmlns:a16="http://schemas.microsoft.com/office/drawing/2014/main" id="{22169CF3-D242-4255-A8D6-0A83DD65E5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2" name="直線コネクタ 120131">
                      <a:extLst>
                        <a:ext uri="{FF2B5EF4-FFF2-40B4-BE49-F238E27FC236}">
                          <a16:creationId xmlns:a16="http://schemas.microsoft.com/office/drawing/2014/main" id="{AF8FE7E7-C87F-49C7-9B37-6363810C50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3" name="直線コネクタ 120132">
                      <a:extLst>
                        <a:ext uri="{FF2B5EF4-FFF2-40B4-BE49-F238E27FC236}">
                          <a16:creationId xmlns:a16="http://schemas.microsoft.com/office/drawing/2014/main" id="{B8AF174B-684C-479F-AAD6-673DBD5B2A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4" name="直線コネクタ 120133">
                      <a:extLst>
                        <a:ext uri="{FF2B5EF4-FFF2-40B4-BE49-F238E27FC236}">
                          <a16:creationId xmlns:a16="http://schemas.microsoft.com/office/drawing/2014/main" id="{FC726045-EA48-4133-A6BE-5356E4A50A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5" name="直線コネクタ 120134">
                      <a:extLst>
                        <a:ext uri="{FF2B5EF4-FFF2-40B4-BE49-F238E27FC236}">
                          <a16:creationId xmlns:a16="http://schemas.microsoft.com/office/drawing/2014/main" id="{144FAAF3-0BA8-42ED-8F24-27A4D2CFD5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6" name="直線コネクタ 120135">
                      <a:extLst>
                        <a:ext uri="{FF2B5EF4-FFF2-40B4-BE49-F238E27FC236}">
                          <a16:creationId xmlns:a16="http://schemas.microsoft.com/office/drawing/2014/main" id="{7420687E-2F17-4825-AAB3-C5199A9EC7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7" name="直線コネクタ 120136">
                      <a:extLst>
                        <a:ext uri="{FF2B5EF4-FFF2-40B4-BE49-F238E27FC236}">
                          <a16:creationId xmlns:a16="http://schemas.microsoft.com/office/drawing/2014/main" id="{4639DEC2-ED5F-4F40-848F-AEC2BE1A8D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8" name="直線コネクタ 120137">
                      <a:extLst>
                        <a:ext uri="{FF2B5EF4-FFF2-40B4-BE49-F238E27FC236}">
                          <a16:creationId xmlns:a16="http://schemas.microsoft.com/office/drawing/2014/main" id="{69FBEE95-A648-47A5-A49F-D3ED8E1563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39" name="直線コネクタ 120138">
                      <a:extLst>
                        <a:ext uri="{FF2B5EF4-FFF2-40B4-BE49-F238E27FC236}">
                          <a16:creationId xmlns:a16="http://schemas.microsoft.com/office/drawing/2014/main" id="{9B8E2A1E-EC8B-49A9-85C6-915E964DF9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0" name="直線コネクタ 120139">
                      <a:extLst>
                        <a:ext uri="{FF2B5EF4-FFF2-40B4-BE49-F238E27FC236}">
                          <a16:creationId xmlns:a16="http://schemas.microsoft.com/office/drawing/2014/main" id="{ABE8085C-AE32-4438-B1AA-6183A8D10E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1" name="直線コネクタ 120140">
                      <a:extLst>
                        <a:ext uri="{FF2B5EF4-FFF2-40B4-BE49-F238E27FC236}">
                          <a16:creationId xmlns:a16="http://schemas.microsoft.com/office/drawing/2014/main" id="{8881FECD-D637-41F5-8138-9E49737C07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2" name="直線コネクタ 120141">
                      <a:extLst>
                        <a:ext uri="{FF2B5EF4-FFF2-40B4-BE49-F238E27FC236}">
                          <a16:creationId xmlns:a16="http://schemas.microsoft.com/office/drawing/2014/main" id="{BB3C437F-DA49-44BF-A90E-F59E045124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3" name="直線コネクタ 120142">
                      <a:extLst>
                        <a:ext uri="{FF2B5EF4-FFF2-40B4-BE49-F238E27FC236}">
                          <a16:creationId xmlns:a16="http://schemas.microsoft.com/office/drawing/2014/main" id="{0F81D02A-C83D-44B7-A63C-BEB2A0B6CC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4" name="直線コネクタ 120143">
                      <a:extLst>
                        <a:ext uri="{FF2B5EF4-FFF2-40B4-BE49-F238E27FC236}">
                          <a16:creationId xmlns:a16="http://schemas.microsoft.com/office/drawing/2014/main" id="{2D7569B5-232D-46E6-97FF-3BE95E0CC4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5" name="直線コネクタ 120144">
                      <a:extLst>
                        <a:ext uri="{FF2B5EF4-FFF2-40B4-BE49-F238E27FC236}">
                          <a16:creationId xmlns:a16="http://schemas.microsoft.com/office/drawing/2014/main" id="{2F8F38D5-7905-480C-B38F-A1EDBE2FE4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6" name="直線コネクタ 120145">
                      <a:extLst>
                        <a:ext uri="{FF2B5EF4-FFF2-40B4-BE49-F238E27FC236}">
                          <a16:creationId xmlns:a16="http://schemas.microsoft.com/office/drawing/2014/main" id="{7AB99B5A-BE20-43D3-9C6F-6F13D6AA1A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7" name="直線コネクタ 120146">
                      <a:extLst>
                        <a:ext uri="{FF2B5EF4-FFF2-40B4-BE49-F238E27FC236}">
                          <a16:creationId xmlns:a16="http://schemas.microsoft.com/office/drawing/2014/main" id="{6A5D51E2-E74A-4B5C-AB5A-9A0A2EFEED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8" name="直線コネクタ 120147">
                      <a:extLst>
                        <a:ext uri="{FF2B5EF4-FFF2-40B4-BE49-F238E27FC236}">
                          <a16:creationId xmlns:a16="http://schemas.microsoft.com/office/drawing/2014/main" id="{F2304A05-A96C-4C78-AB02-75AFCDC95B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49" name="直線コネクタ 120148">
                      <a:extLst>
                        <a:ext uri="{FF2B5EF4-FFF2-40B4-BE49-F238E27FC236}">
                          <a16:creationId xmlns:a16="http://schemas.microsoft.com/office/drawing/2014/main" id="{B66EAB74-64C0-419A-88B1-A910FE94B0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0" name="直線コネクタ 120149">
                      <a:extLst>
                        <a:ext uri="{FF2B5EF4-FFF2-40B4-BE49-F238E27FC236}">
                          <a16:creationId xmlns:a16="http://schemas.microsoft.com/office/drawing/2014/main" id="{6895542B-F074-4E3C-921F-5B7F754770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1" name="直線コネクタ 120150">
                      <a:extLst>
                        <a:ext uri="{FF2B5EF4-FFF2-40B4-BE49-F238E27FC236}">
                          <a16:creationId xmlns:a16="http://schemas.microsoft.com/office/drawing/2014/main" id="{F59AAE1B-45CC-4098-98A9-A580EF445E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2" name="直線コネクタ 120151">
                      <a:extLst>
                        <a:ext uri="{FF2B5EF4-FFF2-40B4-BE49-F238E27FC236}">
                          <a16:creationId xmlns:a16="http://schemas.microsoft.com/office/drawing/2014/main" id="{CE54C163-BE86-4868-9D27-9CCEBE5180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3" name="直線コネクタ 120152">
                      <a:extLst>
                        <a:ext uri="{FF2B5EF4-FFF2-40B4-BE49-F238E27FC236}">
                          <a16:creationId xmlns:a16="http://schemas.microsoft.com/office/drawing/2014/main" id="{E27E7B45-10CA-4AC0-ABB0-781E6F9D0F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4" name="直線コネクタ 120153">
                      <a:extLst>
                        <a:ext uri="{FF2B5EF4-FFF2-40B4-BE49-F238E27FC236}">
                          <a16:creationId xmlns:a16="http://schemas.microsoft.com/office/drawing/2014/main" id="{EC59B21A-35CD-426F-AB82-35750D1677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5" name="直線コネクタ 120154">
                      <a:extLst>
                        <a:ext uri="{FF2B5EF4-FFF2-40B4-BE49-F238E27FC236}">
                          <a16:creationId xmlns:a16="http://schemas.microsoft.com/office/drawing/2014/main" id="{FC6B13EF-DBB9-4381-99C8-12CBB47941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6" name="直線コネクタ 120155">
                      <a:extLst>
                        <a:ext uri="{FF2B5EF4-FFF2-40B4-BE49-F238E27FC236}">
                          <a16:creationId xmlns:a16="http://schemas.microsoft.com/office/drawing/2014/main" id="{00CCC032-82CD-4779-8E4C-95A7C61814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7" name="直線コネクタ 120156">
                      <a:extLst>
                        <a:ext uri="{FF2B5EF4-FFF2-40B4-BE49-F238E27FC236}">
                          <a16:creationId xmlns:a16="http://schemas.microsoft.com/office/drawing/2014/main" id="{E04527AD-F5FE-4DE2-8176-8D30B42C90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8" name="直線コネクタ 120157">
                      <a:extLst>
                        <a:ext uri="{FF2B5EF4-FFF2-40B4-BE49-F238E27FC236}">
                          <a16:creationId xmlns:a16="http://schemas.microsoft.com/office/drawing/2014/main" id="{37F907EC-1D94-48F4-9C03-97BDB8D6A7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59" name="直線コネクタ 120158">
                      <a:extLst>
                        <a:ext uri="{FF2B5EF4-FFF2-40B4-BE49-F238E27FC236}">
                          <a16:creationId xmlns:a16="http://schemas.microsoft.com/office/drawing/2014/main" id="{7F8472F6-B32B-41A9-BC8B-063FD3A5A1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0" name="直線コネクタ 120159">
                      <a:extLst>
                        <a:ext uri="{FF2B5EF4-FFF2-40B4-BE49-F238E27FC236}">
                          <a16:creationId xmlns:a16="http://schemas.microsoft.com/office/drawing/2014/main" id="{68CD71A6-E27A-4591-B067-2D667C91AD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20161" name="直線コネクタ 120160">
                      <a:extLst>
                        <a:ext uri="{FF2B5EF4-FFF2-40B4-BE49-F238E27FC236}">
                          <a16:creationId xmlns:a16="http://schemas.microsoft.com/office/drawing/2014/main" id="{07CB0A64-65E3-4B95-AA60-F92EFF0406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5" name="グループ化 118404">
                  <a:extLst>
                    <a:ext uri="{FF2B5EF4-FFF2-40B4-BE49-F238E27FC236}">
                      <a16:creationId xmlns:a16="http://schemas.microsoft.com/office/drawing/2014/main" id="{F1F8C0B7-5714-466B-B3CB-94E6BC3137B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76495" y="5376481"/>
                  <a:ext cx="46773" cy="46800"/>
                  <a:chOff x="4287481" y="4286224"/>
                  <a:chExt cx="2227978" cy="2229219"/>
                </a:xfrm>
              </p:grpSpPr>
              <p:cxnSp>
                <p:nvCxnSpPr>
                  <p:cNvPr id="119561" name="直線コネクタ 119560">
                    <a:extLst>
                      <a:ext uri="{FF2B5EF4-FFF2-40B4-BE49-F238E27FC236}">
                        <a16:creationId xmlns:a16="http://schemas.microsoft.com/office/drawing/2014/main" id="{19EA063D-A289-4F42-9142-2C21C74DF0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62" name="直線コネクタ 119561">
                    <a:extLst>
                      <a:ext uri="{FF2B5EF4-FFF2-40B4-BE49-F238E27FC236}">
                        <a16:creationId xmlns:a16="http://schemas.microsoft.com/office/drawing/2014/main" id="{23EBDE4F-4DF6-4A0D-B390-CCEED75191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63" name="直線コネクタ 119562">
                    <a:extLst>
                      <a:ext uri="{FF2B5EF4-FFF2-40B4-BE49-F238E27FC236}">
                        <a16:creationId xmlns:a16="http://schemas.microsoft.com/office/drawing/2014/main" id="{87D75034-2071-4B95-8BCA-35D8497A1F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64" name="直線コネクタ 119563">
                    <a:extLst>
                      <a:ext uri="{FF2B5EF4-FFF2-40B4-BE49-F238E27FC236}">
                        <a16:creationId xmlns:a16="http://schemas.microsoft.com/office/drawing/2014/main" id="{B56A835D-F3BB-4B12-AD82-B812FEFABD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65" name="直線コネクタ 119564">
                    <a:extLst>
                      <a:ext uri="{FF2B5EF4-FFF2-40B4-BE49-F238E27FC236}">
                        <a16:creationId xmlns:a16="http://schemas.microsoft.com/office/drawing/2014/main" id="{28359DC5-28F6-4055-A66C-1C25FD819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66" name="直線コネクタ 119565">
                    <a:extLst>
                      <a:ext uri="{FF2B5EF4-FFF2-40B4-BE49-F238E27FC236}">
                        <a16:creationId xmlns:a16="http://schemas.microsoft.com/office/drawing/2014/main" id="{7D633283-64D0-4C79-8ECC-007A47A373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67" name="直線コネクタ 119566">
                    <a:extLst>
                      <a:ext uri="{FF2B5EF4-FFF2-40B4-BE49-F238E27FC236}">
                        <a16:creationId xmlns:a16="http://schemas.microsoft.com/office/drawing/2014/main" id="{1D467F83-D6A0-42E0-BA29-1ADEF3B707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68" name="直線コネクタ 119567">
                    <a:extLst>
                      <a:ext uri="{FF2B5EF4-FFF2-40B4-BE49-F238E27FC236}">
                        <a16:creationId xmlns:a16="http://schemas.microsoft.com/office/drawing/2014/main" id="{E4FF9FCD-2AFD-41BB-9988-2DEDA94B98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69" name="直線コネクタ 119568">
                    <a:extLst>
                      <a:ext uri="{FF2B5EF4-FFF2-40B4-BE49-F238E27FC236}">
                        <a16:creationId xmlns:a16="http://schemas.microsoft.com/office/drawing/2014/main" id="{FD8F025E-DFFF-496B-87E0-4259410A4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0" name="直線コネクタ 119569">
                    <a:extLst>
                      <a:ext uri="{FF2B5EF4-FFF2-40B4-BE49-F238E27FC236}">
                        <a16:creationId xmlns:a16="http://schemas.microsoft.com/office/drawing/2014/main" id="{5EDB1EF5-E16E-49BF-84D7-6EB7EF4193B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1" name="直線コネクタ 119570">
                    <a:extLst>
                      <a:ext uri="{FF2B5EF4-FFF2-40B4-BE49-F238E27FC236}">
                        <a16:creationId xmlns:a16="http://schemas.microsoft.com/office/drawing/2014/main" id="{8B398051-778A-46DA-AEA6-24E808544C6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2" name="直線コネクタ 119571">
                    <a:extLst>
                      <a:ext uri="{FF2B5EF4-FFF2-40B4-BE49-F238E27FC236}">
                        <a16:creationId xmlns:a16="http://schemas.microsoft.com/office/drawing/2014/main" id="{414E6A08-2156-4E09-B98C-1153CE3F4C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3" name="直線コネクタ 119572">
                    <a:extLst>
                      <a:ext uri="{FF2B5EF4-FFF2-40B4-BE49-F238E27FC236}">
                        <a16:creationId xmlns:a16="http://schemas.microsoft.com/office/drawing/2014/main" id="{D158E83B-36B8-4BAF-A8A4-0D7D409C187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4" name="直線コネクタ 119573">
                    <a:extLst>
                      <a:ext uri="{FF2B5EF4-FFF2-40B4-BE49-F238E27FC236}">
                        <a16:creationId xmlns:a16="http://schemas.microsoft.com/office/drawing/2014/main" id="{C2C279AD-95A2-48E3-8101-DA625A58BA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5" name="直線コネクタ 119574">
                    <a:extLst>
                      <a:ext uri="{FF2B5EF4-FFF2-40B4-BE49-F238E27FC236}">
                        <a16:creationId xmlns:a16="http://schemas.microsoft.com/office/drawing/2014/main" id="{3EE830C3-B582-42F7-AE0D-CAB59578D2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6" name="直線コネクタ 119575">
                    <a:extLst>
                      <a:ext uri="{FF2B5EF4-FFF2-40B4-BE49-F238E27FC236}">
                        <a16:creationId xmlns:a16="http://schemas.microsoft.com/office/drawing/2014/main" id="{A7F58E0E-4C25-41B8-95F9-E1C3F4E170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7" name="直線コネクタ 119576">
                    <a:extLst>
                      <a:ext uri="{FF2B5EF4-FFF2-40B4-BE49-F238E27FC236}">
                        <a16:creationId xmlns:a16="http://schemas.microsoft.com/office/drawing/2014/main" id="{748ED5EB-3B24-42C3-A28F-9DCDDEA9FB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8" name="直線コネクタ 119577">
                    <a:extLst>
                      <a:ext uri="{FF2B5EF4-FFF2-40B4-BE49-F238E27FC236}">
                        <a16:creationId xmlns:a16="http://schemas.microsoft.com/office/drawing/2014/main" id="{B4EA8821-C3FB-409E-B1C3-48266FFB68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79" name="直線コネクタ 119578">
                    <a:extLst>
                      <a:ext uri="{FF2B5EF4-FFF2-40B4-BE49-F238E27FC236}">
                        <a16:creationId xmlns:a16="http://schemas.microsoft.com/office/drawing/2014/main" id="{85C5C0DB-AA2D-4C01-B3A9-FA4443A481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0" name="直線コネクタ 119579">
                    <a:extLst>
                      <a:ext uri="{FF2B5EF4-FFF2-40B4-BE49-F238E27FC236}">
                        <a16:creationId xmlns:a16="http://schemas.microsoft.com/office/drawing/2014/main" id="{95D2D992-B308-4DFE-8A38-D6B8B2E149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1" name="直線コネクタ 119580">
                    <a:extLst>
                      <a:ext uri="{FF2B5EF4-FFF2-40B4-BE49-F238E27FC236}">
                        <a16:creationId xmlns:a16="http://schemas.microsoft.com/office/drawing/2014/main" id="{06D41466-0186-44C2-BBF3-0D1D0AB345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2" name="直線コネクタ 119581">
                    <a:extLst>
                      <a:ext uri="{FF2B5EF4-FFF2-40B4-BE49-F238E27FC236}">
                        <a16:creationId xmlns:a16="http://schemas.microsoft.com/office/drawing/2014/main" id="{5880040A-99A8-4460-B77D-364E1E939F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3" name="直線コネクタ 119582">
                    <a:extLst>
                      <a:ext uri="{FF2B5EF4-FFF2-40B4-BE49-F238E27FC236}">
                        <a16:creationId xmlns:a16="http://schemas.microsoft.com/office/drawing/2014/main" id="{E8CF5E9F-3320-4E6A-9826-1966856BB8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4" name="直線コネクタ 119583">
                    <a:extLst>
                      <a:ext uri="{FF2B5EF4-FFF2-40B4-BE49-F238E27FC236}">
                        <a16:creationId xmlns:a16="http://schemas.microsoft.com/office/drawing/2014/main" id="{FA5DC0E4-60E8-4CDB-8605-607A87737C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5" name="直線コネクタ 119584">
                    <a:extLst>
                      <a:ext uri="{FF2B5EF4-FFF2-40B4-BE49-F238E27FC236}">
                        <a16:creationId xmlns:a16="http://schemas.microsoft.com/office/drawing/2014/main" id="{DF075AF7-446B-4662-89A5-D9DCD28EE4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6" name="直線コネクタ 119585">
                    <a:extLst>
                      <a:ext uri="{FF2B5EF4-FFF2-40B4-BE49-F238E27FC236}">
                        <a16:creationId xmlns:a16="http://schemas.microsoft.com/office/drawing/2014/main" id="{B81F7FD9-653C-43CC-A6A4-DDC318E097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7" name="直線コネクタ 119586">
                    <a:extLst>
                      <a:ext uri="{FF2B5EF4-FFF2-40B4-BE49-F238E27FC236}">
                        <a16:creationId xmlns:a16="http://schemas.microsoft.com/office/drawing/2014/main" id="{5FB2D874-66F7-4C3C-B718-E23535018A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8" name="直線コネクタ 119587">
                    <a:extLst>
                      <a:ext uri="{FF2B5EF4-FFF2-40B4-BE49-F238E27FC236}">
                        <a16:creationId xmlns:a16="http://schemas.microsoft.com/office/drawing/2014/main" id="{A791097B-6AD3-4C42-BE38-739C269AF3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89" name="直線コネクタ 119588">
                    <a:extLst>
                      <a:ext uri="{FF2B5EF4-FFF2-40B4-BE49-F238E27FC236}">
                        <a16:creationId xmlns:a16="http://schemas.microsoft.com/office/drawing/2014/main" id="{A9AA5E46-37BD-4E6F-990C-4B7E3EF06C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0" name="直線コネクタ 119589">
                    <a:extLst>
                      <a:ext uri="{FF2B5EF4-FFF2-40B4-BE49-F238E27FC236}">
                        <a16:creationId xmlns:a16="http://schemas.microsoft.com/office/drawing/2014/main" id="{61A1168D-175F-4573-AE98-E50EE9C827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1" name="直線コネクタ 119590">
                    <a:extLst>
                      <a:ext uri="{FF2B5EF4-FFF2-40B4-BE49-F238E27FC236}">
                        <a16:creationId xmlns:a16="http://schemas.microsoft.com/office/drawing/2014/main" id="{2CBEABDC-5F0A-43D9-913C-864965C6E6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2" name="直線コネクタ 119591">
                    <a:extLst>
                      <a:ext uri="{FF2B5EF4-FFF2-40B4-BE49-F238E27FC236}">
                        <a16:creationId xmlns:a16="http://schemas.microsoft.com/office/drawing/2014/main" id="{76CBDDAA-3836-4AF6-B50A-B8B068EFAB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3" name="直線コネクタ 119592">
                    <a:extLst>
                      <a:ext uri="{FF2B5EF4-FFF2-40B4-BE49-F238E27FC236}">
                        <a16:creationId xmlns:a16="http://schemas.microsoft.com/office/drawing/2014/main" id="{31163FF7-0879-494F-A379-342BA5415D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4" name="直線コネクタ 119593">
                    <a:extLst>
                      <a:ext uri="{FF2B5EF4-FFF2-40B4-BE49-F238E27FC236}">
                        <a16:creationId xmlns:a16="http://schemas.microsoft.com/office/drawing/2014/main" id="{DFA970B7-0E59-408A-968B-703AEB941A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5" name="直線コネクタ 119594">
                    <a:extLst>
                      <a:ext uri="{FF2B5EF4-FFF2-40B4-BE49-F238E27FC236}">
                        <a16:creationId xmlns:a16="http://schemas.microsoft.com/office/drawing/2014/main" id="{71DF775E-E0E0-491B-94BC-63FD33520F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6" name="直線コネクタ 119595">
                    <a:extLst>
                      <a:ext uri="{FF2B5EF4-FFF2-40B4-BE49-F238E27FC236}">
                        <a16:creationId xmlns:a16="http://schemas.microsoft.com/office/drawing/2014/main" id="{7C725A3A-DD3D-4D9D-B016-BEDA3BB83F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7" name="直線コネクタ 119596">
                    <a:extLst>
                      <a:ext uri="{FF2B5EF4-FFF2-40B4-BE49-F238E27FC236}">
                        <a16:creationId xmlns:a16="http://schemas.microsoft.com/office/drawing/2014/main" id="{852F8EB8-A9E0-41FC-81D7-87AD11EF53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8" name="直線コネクタ 119597">
                    <a:extLst>
                      <a:ext uri="{FF2B5EF4-FFF2-40B4-BE49-F238E27FC236}">
                        <a16:creationId xmlns:a16="http://schemas.microsoft.com/office/drawing/2014/main" id="{39D7CC27-E656-4743-B4DE-E7029990E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599" name="直線コネクタ 119598">
                    <a:extLst>
                      <a:ext uri="{FF2B5EF4-FFF2-40B4-BE49-F238E27FC236}">
                        <a16:creationId xmlns:a16="http://schemas.microsoft.com/office/drawing/2014/main" id="{CADF2828-C651-4AD7-A3CF-C7BAAE5C7A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0" name="直線コネクタ 119599">
                    <a:extLst>
                      <a:ext uri="{FF2B5EF4-FFF2-40B4-BE49-F238E27FC236}">
                        <a16:creationId xmlns:a16="http://schemas.microsoft.com/office/drawing/2014/main" id="{1D023569-5E14-4D96-B18E-B699695DEC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1" name="直線コネクタ 119600">
                    <a:extLst>
                      <a:ext uri="{FF2B5EF4-FFF2-40B4-BE49-F238E27FC236}">
                        <a16:creationId xmlns:a16="http://schemas.microsoft.com/office/drawing/2014/main" id="{D1EBDD8D-25F8-4295-A2FB-79C1ACADA6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2" name="直線コネクタ 119601">
                    <a:extLst>
                      <a:ext uri="{FF2B5EF4-FFF2-40B4-BE49-F238E27FC236}">
                        <a16:creationId xmlns:a16="http://schemas.microsoft.com/office/drawing/2014/main" id="{393F58CF-5070-410D-A94E-323968BEFE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3" name="直線コネクタ 119602">
                    <a:extLst>
                      <a:ext uri="{FF2B5EF4-FFF2-40B4-BE49-F238E27FC236}">
                        <a16:creationId xmlns:a16="http://schemas.microsoft.com/office/drawing/2014/main" id="{8DA3C562-D0F7-4EFD-B603-53DE6043C3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4" name="直線コネクタ 119603">
                    <a:extLst>
                      <a:ext uri="{FF2B5EF4-FFF2-40B4-BE49-F238E27FC236}">
                        <a16:creationId xmlns:a16="http://schemas.microsoft.com/office/drawing/2014/main" id="{99885328-8FC9-47B0-9A58-22268FF98BA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5" name="直線コネクタ 119604">
                    <a:extLst>
                      <a:ext uri="{FF2B5EF4-FFF2-40B4-BE49-F238E27FC236}">
                        <a16:creationId xmlns:a16="http://schemas.microsoft.com/office/drawing/2014/main" id="{94C8BC11-5F78-49DE-89F5-81490B5C42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6" name="直線コネクタ 119605">
                    <a:extLst>
                      <a:ext uri="{FF2B5EF4-FFF2-40B4-BE49-F238E27FC236}">
                        <a16:creationId xmlns:a16="http://schemas.microsoft.com/office/drawing/2014/main" id="{FD57DF03-2C1D-4801-9B9C-8E39C787B59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7" name="直線コネクタ 119606">
                    <a:extLst>
                      <a:ext uri="{FF2B5EF4-FFF2-40B4-BE49-F238E27FC236}">
                        <a16:creationId xmlns:a16="http://schemas.microsoft.com/office/drawing/2014/main" id="{0E19A06F-ADF1-4FC2-BD9D-3C112A0B8A3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8" name="直線コネクタ 119607">
                    <a:extLst>
                      <a:ext uri="{FF2B5EF4-FFF2-40B4-BE49-F238E27FC236}">
                        <a16:creationId xmlns:a16="http://schemas.microsoft.com/office/drawing/2014/main" id="{62CEF6BF-D693-4E7D-BE87-488D8FEE7F9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09" name="直線コネクタ 119608">
                    <a:extLst>
                      <a:ext uri="{FF2B5EF4-FFF2-40B4-BE49-F238E27FC236}">
                        <a16:creationId xmlns:a16="http://schemas.microsoft.com/office/drawing/2014/main" id="{FC55FCD8-46F0-4488-9EF0-BD9CC989818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0" name="直線コネクタ 119609">
                    <a:extLst>
                      <a:ext uri="{FF2B5EF4-FFF2-40B4-BE49-F238E27FC236}">
                        <a16:creationId xmlns:a16="http://schemas.microsoft.com/office/drawing/2014/main" id="{3ABA184C-FEA9-46A4-8457-1B46290A0B4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1" name="直線コネクタ 119610">
                    <a:extLst>
                      <a:ext uri="{FF2B5EF4-FFF2-40B4-BE49-F238E27FC236}">
                        <a16:creationId xmlns:a16="http://schemas.microsoft.com/office/drawing/2014/main" id="{582BACFA-D873-4322-A1E1-D92BCDDB2E2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2" name="直線コネクタ 119611">
                    <a:extLst>
                      <a:ext uri="{FF2B5EF4-FFF2-40B4-BE49-F238E27FC236}">
                        <a16:creationId xmlns:a16="http://schemas.microsoft.com/office/drawing/2014/main" id="{268F31B3-1DB8-4FFE-AD8E-03867A51076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3" name="直線コネクタ 119612">
                    <a:extLst>
                      <a:ext uri="{FF2B5EF4-FFF2-40B4-BE49-F238E27FC236}">
                        <a16:creationId xmlns:a16="http://schemas.microsoft.com/office/drawing/2014/main" id="{3A9CAA8F-7064-439C-810D-86D8FA69BA5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4" name="直線コネクタ 119613">
                    <a:extLst>
                      <a:ext uri="{FF2B5EF4-FFF2-40B4-BE49-F238E27FC236}">
                        <a16:creationId xmlns:a16="http://schemas.microsoft.com/office/drawing/2014/main" id="{F46C3D93-98E8-447E-8BF0-D9F001996C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5" name="直線コネクタ 119614">
                    <a:extLst>
                      <a:ext uri="{FF2B5EF4-FFF2-40B4-BE49-F238E27FC236}">
                        <a16:creationId xmlns:a16="http://schemas.microsoft.com/office/drawing/2014/main" id="{5D92223E-64D7-4B8F-8280-6B2203CDF9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6" name="直線コネクタ 119615">
                    <a:extLst>
                      <a:ext uri="{FF2B5EF4-FFF2-40B4-BE49-F238E27FC236}">
                        <a16:creationId xmlns:a16="http://schemas.microsoft.com/office/drawing/2014/main" id="{88831674-7A80-46D1-94BF-B9A76A9348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7" name="直線コネクタ 119616">
                    <a:extLst>
                      <a:ext uri="{FF2B5EF4-FFF2-40B4-BE49-F238E27FC236}">
                        <a16:creationId xmlns:a16="http://schemas.microsoft.com/office/drawing/2014/main" id="{70E63A9C-3C23-4811-8FB4-6869048B9A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8" name="直線コネクタ 119617">
                    <a:extLst>
                      <a:ext uri="{FF2B5EF4-FFF2-40B4-BE49-F238E27FC236}">
                        <a16:creationId xmlns:a16="http://schemas.microsoft.com/office/drawing/2014/main" id="{E39CBB81-02A0-43A7-ADE5-7B22B2DDD8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19" name="直線コネクタ 119618">
                    <a:extLst>
                      <a:ext uri="{FF2B5EF4-FFF2-40B4-BE49-F238E27FC236}">
                        <a16:creationId xmlns:a16="http://schemas.microsoft.com/office/drawing/2014/main" id="{06CF3468-11B2-4D33-A914-A3A4A780F8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0" name="直線コネクタ 119619">
                    <a:extLst>
                      <a:ext uri="{FF2B5EF4-FFF2-40B4-BE49-F238E27FC236}">
                        <a16:creationId xmlns:a16="http://schemas.microsoft.com/office/drawing/2014/main" id="{9D9506E1-7F73-48A9-98F0-4FA4FA336E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1" name="直線コネクタ 119620">
                    <a:extLst>
                      <a:ext uri="{FF2B5EF4-FFF2-40B4-BE49-F238E27FC236}">
                        <a16:creationId xmlns:a16="http://schemas.microsoft.com/office/drawing/2014/main" id="{E4390CA3-3D9A-4769-B7D5-B4FC1797B9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2" name="直線コネクタ 119621">
                    <a:extLst>
                      <a:ext uri="{FF2B5EF4-FFF2-40B4-BE49-F238E27FC236}">
                        <a16:creationId xmlns:a16="http://schemas.microsoft.com/office/drawing/2014/main" id="{D94E0436-22D7-4BB6-A072-1032E9627A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3" name="直線コネクタ 119622">
                    <a:extLst>
                      <a:ext uri="{FF2B5EF4-FFF2-40B4-BE49-F238E27FC236}">
                        <a16:creationId xmlns:a16="http://schemas.microsoft.com/office/drawing/2014/main" id="{787C5754-3E84-40C7-BB9E-0AFAF6090E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4" name="直線コネクタ 119623">
                    <a:extLst>
                      <a:ext uri="{FF2B5EF4-FFF2-40B4-BE49-F238E27FC236}">
                        <a16:creationId xmlns:a16="http://schemas.microsoft.com/office/drawing/2014/main" id="{9F147F1E-C8C3-42A3-A31E-5F41B22DDB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5" name="直線コネクタ 119624">
                    <a:extLst>
                      <a:ext uri="{FF2B5EF4-FFF2-40B4-BE49-F238E27FC236}">
                        <a16:creationId xmlns:a16="http://schemas.microsoft.com/office/drawing/2014/main" id="{502A90A9-66B6-4085-9735-8BE950507E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6" name="直線コネクタ 119625">
                    <a:extLst>
                      <a:ext uri="{FF2B5EF4-FFF2-40B4-BE49-F238E27FC236}">
                        <a16:creationId xmlns:a16="http://schemas.microsoft.com/office/drawing/2014/main" id="{D93B4FE8-415A-456F-98D9-1F6C442E05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7" name="直線コネクタ 119626">
                    <a:extLst>
                      <a:ext uri="{FF2B5EF4-FFF2-40B4-BE49-F238E27FC236}">
                        <a16:creationId xmlns:a16="http://schemas.microsoft.com/office/drawing/2014/main" id="{33570239-C277-4294-8C0E-6F63811C23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8" name="直線コネクタ 119627">
                    <a:extLst>
                      <a:ext uri="{FF2B5EF4-FFF2-40B4-BE49-F238E27FC236}">
                        <a16:creationId xmlns:a16="http://schemas.microsoft.com/office/drawing/2014/main" id="{D62AF9E2-1469-46FB-9BFF-E354151F1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29" name="直線コネクタ 119628">
                    <a:extLst>
                      <a:ext uri="{FF2B5EF4-FFF2-40B4-BE49-F238E27FC236}">
                        <a16:creationId xmlns:a16="http://schemas.microsoft.com/office/drawing/2014/main" id="{37410092-6902-4850-8980-D64F6E8EAE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0" name="直線コネクタ 119629">
                    <a:extLst>
                      <a:ext uri="{FF2B5EF4-FFF2-40B4-BE49-F238E27FC236}">
                        <a16:creationId xmlns:a16="http://schemas.microsoft.com/office/drawing/2014/main" id="{35DAF57C-39E5-4F81-B097-47C14D237F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1" name="直線コネクタ 119630">
                    <a:extLst>
                      <a:ext uri="{FF2B5EF4-FFF2-40B4-BE49-F238E27FC236}">
                        <a16:creationId xmlns:a16="http://schemas.microsoft.com/office/drawing/2014/main" id="{4BBFB907-1570-4E73-B6E3-18FD72E7DD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2" name="直線コネクタ 119631">
                    <a:extLst>
                      <a:ext uri="{FF2B5EF4-FFF2-40B4-BE49-F238E27FC236}">
                        <a16:creationId xmlns:a16="http://schemas.microsoft.com/office/drawing/2014/main" id="{149D5E75-38E2-49CA-8A97-CCE4C672A1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3" name="直線コネクタ 119632">
                    <a:extLst>
                      <a:ext uri="{FF2B5EF4-FFF2-40B4-BE49-F238E27FC236}">
                        <a16:creationId xmlns:a16="http://schemas.microsoft.com/office/drawing/2014/main" id="{CB399EB8-E1D2-4391-9949-360C6A461E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4" name="直線コネクタ 119633">
                    <a:extLst>
                      <a:ext uri="{FF2B5EF4-FFF2-40B4-BE49-F238E27FC236}">
                        <a16:creationId xmlns:a16="http://schemas.microsoft.com/office/drawing/2014/main" id="{CB6A5FCC-A754-4BDD-9CA3-9435DF201A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5" name="直線コネクタ 119634">
                    <a:extLst>
                      <a:ext uri="{FF2B5EF4-FFF2-40B4-BE49-F238E27FC236}">
                        <a16:creationId xmlns:a16="http://schemas.microsoft.com/office/drawing/2014/main" id="{4544FF7A-380D-4159-8E53-6366E8047A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6" name="直線コネクタ 119635">
                    <a:extLst>
                      <a:ext uri="{FF2B5EF4-FFF2-40B4-BE49-F238E27FC236}">
                        <a16:creationId xmlns:a16="http://schemas.microsoft.com/office/drawing/2014/main" id="{60715167-0C42-4FA1-A02F-8B6679C00C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7" name="直線コネクタ 119636">
                    <a:extLst>
                      <a:ext uri="{FF2B5EF4-FFF2-40B4-BE49-F238E27FC236}">
                        <a16:creationId xmlns:a16="http://schemas.microsoft.com/office/drawing/2014/main" id="{3F010553-1CC8-4591-A90C-5933A6C71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8" name="直線コネクタ 119637">
                    <a:extLst>
                      <a:ext uri="{FF2B5EF4-FFF2-40B4-BE49-F238E27FC236}">
                        <a16:creationId xmlns:a16="http://schemas.microsoft.com/office/drawing/2014/main" id="{DF1431E9-54F8-465E-BC07-4628B2B37C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39" name="直線コネクタ 119638">
                    <a:extLst>
                      <a:ext uri="{FF2B5EF4-FFF2-40B4-BE49-F238E27FC236}">
                        <a16:creationId xmlns:a16="http://schemas.microsoft.com/office/drawing/2014/main" id="{585E9398-C53F-422E-B011-0BB447A8B8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0" name="直線コネクタ 119639">
                    <a:extLst>
                      <a:ext uri="{FF2B5EF4-FFF2-40B4-BE49-F238E27FC236}">
                        <a16:creationId xmlns:a16="http://schemas.microsoft.com/office/drawing/2014/main" id="{47CB17FE-BFBF-41CF-9469-5EA67743B1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1" name="直線コネクタ 119640">
                    <a:extLst>
                      <a:ext uri="{FF2B5EF4-FFF2-40B4-BE49-F238E27FC236}">
                        <a16:creationId xmlns:a16="http://schemas.microsoft.com/office/drawing/2014/main" id="{2AB174E2-AE3F-4FC1-8465-9217F00D4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2" name="直線コネクタ 119641">
                    <a:extLst>
                      <a:ext uri="{FF2B5EF4-FFF2-40B4-BE49-F238E27FC236}">
                        <a16:creationId xmlns:a16="http://schemas.microsoft.com/office/drawing/2014/main" id="{4BDFC9D3-8AF4-4944-8024-96759FDCC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3" name="直線コネクタ 119642">
                    <a:extLst>
                      <a:ext uri="{FF2B5EF4-FFF2-40B4-BE49-F238E27FC236}">
                        <a16:creationId xmlns:a16="http://schemas.microsoft.com/office/drawing/2014/main" id="{EA5B7585-AFDF-48C8-B68F-BB584D0EB7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4" name="直線コネクタ 119643">
                    <a:extLst>
                      <a:ext uri="{FF2B5EF4-FFF2-40B4-BE49-F238E27FC236}">
                        <a16:creationId xmlns:a16="http://schemas.microsoft.com/office/drawing/2014/main" id="{92FC6111-4108-4D67-A829-36CDD0AD41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5" name="直線コネクタ 119644">
                    <a:extLst>
                      <a:ext uri="{FF2B5EF4-FFF2-40B4-BE49-F238E27FC236}">
                        <a16:creationId xmlns:a16="http://schemas.microsoft.com/office/drawing/2014/main" id="{8590C635-C1FD-421A-A02A-D79CA6BA18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6" name="直線コネクタ 119645">
                    <a:extLst>
                      <a:ext uri="{FF2B5EF4-FFF2-40B4-BE49-F238E27FC236}">
                        <a16:creationId xmlns:a16="http://schemas.microsoft.com/office/drawing/2014/main" id="{160D69D6-BD6C-411D-AA84-795EE2717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7" name="直線コネクタ 119646">
                    <a:extLst>
                      <a:ext uri="{FF2B5EF4-FFF2-40B4-BE49-F238E27FC236}">
                        <a16:creationId xmlns:a16="http://schemas.microsoft.com/office/drawing/2014/main" id="{27F08909-3EC7-4A73-9978-B8631F3219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8" name="直線コネクタ 119647">
                    <a:extLst>
                      <a:ext uri="{FF2B5EF4-FFF2-40B4-BE49-F238E27FC236}">
                        <a16:creationId xmlns:a16="http://schemas.microsoft.com/office/drawing/2014/main" id="{51C39B50-FB36-46CF-B05A-876AC8883F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49" name="直線コネクタ 119648">
                    <a:extLst>
                      <a:ext uri="{FF2B5EF4-FFF2-40B4-BE49-F238E27FC236}">
                        <a16:creationId xmlns:a16="http://schemas.microsoft.com/office/drawing/2014/main" id="{00DA9490-0C01-4826-981D-3440C87672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0" name="直線コネクタ 119649">
                    <a:extLst>
                      <a:ext uri="{FF2B5EF4-FFF2-40B4-BE49-F238E27FC236}">
                        <a16:creationId xmlns:a16="http://schemas.microsoft.com/office/drawing/2014/main" id="{731C50B6-D9FA-4EBB-9DE7-BC6B80B2E4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1" name="直線コネクタ 119650">
                    <a:extLst>
                      <a:ext uri="{FF2B5EF4-FFF2-40B4-BE49-F238E27FC236}">
                        <a16:creationId xmlns:a16="http://schemas.microsoft.com/office/drawing/2014/main" id="{DCCC61EA-B0AB-41B7-B3D8-0FAE0A78DA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2" name="直線コネクタ 119651">
                    <a:extLst>
                      <a:ext uri="{FF2B5EF4-FFF2-40B4-BE49-F238E27FC236}">
                        <a16:creationId xmlns:a16="http://schemas.microsoft.com/office/drawing/2014/main" id="{65F3E542-587B-4DE5-9544-F03D93D58FA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3" name="直線コネクタ 119652">
                    <a:extLst>
                      <a:ext uri="{FF2B5EF4-FFF2-40B4-BE49-F238E27FC236}">
                        <a16:creationId xmlns:a16="http://schemas.microsoft.com/office/drawing/2014/main" id="{A4B86650-5DEB-479D-88FF-A89ED31AFE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4" name="直線コネクタ 119653">
                    <a:extLst>
                      <a:ext uri="{FF2B5EF4-FFF2-40B4-BE49-F238E27FC236}">
                        <a16:creationId xmlns:a16="http://schemas.microsoft.com/office/drawing/2014/main" id="{B851F93E-A306-40C7-8ECE-9494B62D59B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5" name="直線コネクタ 119654">
                    <a:extLst>
                      <a:ext uri="{FF2B5EF4-FFF2-40B4-BE49-F238E27FC236}">
                        <a16:creationId xmlns:a16="http://schemas.microsoft.com/office/drawing/2014/main" id="{AA7560BA-E87E-43D0-9A1D-AF0D2098B88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6" name="直線コネクタ 119655">
                    <a:extLst>
                      <a:ext uri="{FF2B5EF4-FFF2-40B4-BE49-F238E27FC236}">
                        <a16:creationId xmlns:a16="http://schemas.microsoft.com/office/drawing/2014/main" id="{BB5360A2-662A-44BB-AFCA-88C4CCC959D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7" name="直線コネクタ 119656">
                    <a:extLst>
                      <a:ext uri="{FF2B5EF4-FFF2-40B4-BE49-F238E27FC236}">
                        <a16:creationId xmlns:a16="http://schemas.microsoft.com/office/drawing/2014/main" id="{AC7DA9E7-E154-4FB8-8DF2-5E1962E6CA6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8" name="直線コネクタ 119657">
                    <a:extLst>
                      <a:ext uri="{FF2B5EF4-FFF2-40B4-BE49-F238E27FC236}">
                        <a16:creationId xmlns:a16="http://schemas.microsoft.com/office/drawing/2014/main" id="{EC673CA3-EA10-4377-A249-D1E18786DB0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59" name="直線コネクタ 119658">
                    <a:extLst>
                      <a:ext uri="{FF2B5EF4-FFF2-40B4-BE49-F238E27FC236}">
                        <a16:creationId xmlns:a16="http://schemas.microsoft.com/office/drawing/2014/main" id="{D39EF721-CE30-47D0-833F-9F6ED0249F8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0" name="直線コネクタ 119659">
                    <a:extLst>
                      <a:ext uri="{FF2B5EF4-FFF2-40B4-BE49-F238E27FC236}">
                        <a16:creationId xmlns:a16="http://schemas.microsoft.com/office/drawing/2014/main" id="{59F13FC4-0D39-42D3-B172-8196E7B3B41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1" name="直線コネクタ 119660">
                    <a:extLst>
                      <a:ext uri="{FF2B5EF4-FFF2-40B4-BE49-F238E27FC236}">
                        <a16:creationId xmlns:a16="http://schemas.microsoft.com/office/drawing/2014/main" id="{04E0A612-2878-4511-92CC-8E744351976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2" name="直線コネクタ 119661">
                    <a:extLst>
                      <a:ext uri="{FF2B5EF4-FFF2-40B4-BE49-F238E27FC236}">
                        <a16:creationId xmlns:a16="http://schemas.microsoft.com/office/drawing/2014/main" id="{9EC10660-9DE1-4458-9357-18362C1D901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3" name="直線コネクタ 119662">
                    <a:extLst>
                      <a:ext uri="{FF2B5EF4-FFF2-40B4-BE49-F238E27FC236}">
                        <a16:creationId xmlns:a16="http://schemas.microsoft.com/office/drawing/2014/main" id="{10F27F1D-6CBA-4E7B-AFF7-7156F33A319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4" name="直線コネクタ 119663">
                    <a:extLst>
                      <a:ext uri="{FF2B5EF4-FFF2-40B4-BE49-F238E27FC236}">
                        <a16:creationId xmlns:a16="http://schemas.microsoft.com/office/drawing/2014/main" id="{1425D8C6-82E7-4F78-96A0-D8267ACB9A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5" name="直線コネクタ 119664">
                    <a:extLst>
                      <a:ext uri="{FF2B5EF4-FFF2-40B4-BE49-F238E27FC236}">
                        <a16:creationId xmlns:a16="http://schemas.microsoft.com/office/drawing/2014/main" id="{1000089A-0851-4B0D-8242-6D2672D549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6" name="直線コネクタ 119665">
                    <a:extLst>
                      <a:ext uri="{FF2B5EF4-FFF2-40B4-BE49-F238E27FC236}">
                        <a16:creationId xmlns:a16="http://schemas.microsoft.com/office/drawing/2014/main" id="{E40DEA21-1D9A-4929-88EB-66358E22C7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7" name="直線コネクタ 119666">
                    <a:extLst>
                      <a:ext uri="{FF2B5EF4-FFF2-40B4-BE49-F238E27FC236}">
                        <a16:creationId xmlns:a16="http://schemas.microsoft.com/office/drawing/2014/main" id="{0C19FD72-5F68-4A58-B89D-65850466C1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8" name="直線コネクタ 119667">
                    <a:extLst>
                      <a:ext uri="{FF2B5EF4-FFF2-40B4-BE49-F238E27FC236}">
                        <a16:creationId xmlns:a16="http://schemas.microsoft.com/office/drawing/2014/main" id="{8BC4FA10-7116-45BC-8633-3E82A7C2C6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69" name="直線コネクタ 119668">
                    <a:extLst>
                      <a:ext uri="{FF2B5EF4-FFF2-40B4-BE49-F238E27FC236}">
                        <a16:creationId xmlns:a16="http://schemas.microsoft.com/office/drawing/2014/main" id="{16FBA714-A7E6-46AE-A4C4-1238E31824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0" name="直線コネクタ 119669">
                    <a:extLst>
                      <a:ext uri="{FF2B5EF4-FFF2-40B4-BE49-F238E27FC236}">
                        <a16:creationId xmlns:a16="http://schemas.microsoft.com/office/drawing/2014/main" id="{85351E80-4375-48D0-8003-B60A3E76D9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1" name="直線コネクタ 119670">
                    <a:extLst>
                      <a:ext uri="{FF2B5EF4-FFF2-40B4-BE49-F238E27FC236}">
                        <a16:creationId xmlns:a16="http://schemas.microsoft.com/office/drawing/2014/main" id="{691DB0E9-B328-4F4B-8E8A-0DEB415789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2" name="直線コネクタ 119671">
                    <a:extLst>
                      <a:ext uri="{FF2B5EF4-FFF2-40B4-BE49-F238E27FC236}">
                        <a16:creationId xmlns:a16="http://schemas.microsoft.com/office/drawing/2014/main" id="{9C602932-AF5B-47CC-84CC-1283FC75B8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3" name="直線コネクタ 119672">
                    <a:extLst>
                      <a:ext uri="{FF2B5EF4-FFF2-40B4-BE49-F238E27FC236}">
                        <a16:creationId xmlns:a16="http://schemas.microsoft.com/office/drawing/2014/main" id="{EE3A9D56-02EF-4BAB-94FD-64B2DB3882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4" name="直線コネクタ 119673">
                    <a:extLst>
                      <a:ext uri="{FF2B5EF4-FFF2-40B4-BE49-F238E27FC236}">
                        <a16:creationId xmlns:a16="http://schemas.microsoft.com/office/drawing/2014/main" id="{AFE318DF-CDF5-4936-90BC-369D9E4DFE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5" name="直線コネクタ 119674">
                    <a:extLst>
                      <a:ext uri="{FF2B5EF4-FFF2-40B4-BE49-F238E27FC236}">
                        <a16:creationId xmlns:a16="http://schemas.microsoft.com/office/drawing/2014/main" id="{90088370-6A20-4A12-8D71-30394E7CF5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6" name="直線コネクタ 119675">
                    <a:extLst>
                      <a:ext uri="{FF2B5EF4-FFF2-40B4-BE49-F238E27FC236}">
                        <a16:creationId xmlns:a16="http://schemas.microsoft.com/office/drawing/2014/main" id="{BD45D19E-FA30-46D9-9716-6ED1DD9DCD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7" name="直線コネクタ 119676">
                    <a:extLst>
                      <a:ext uri="{FF2B5EF4-FFF2-40B4-BE49-F238E27FC236}">
                        <a16:creationId xmlns:a16="http://schemas.microsoft.com/office/drawing/2014/main" id="{5DB3265A-476C-416A-A8C6-8A17AB6CC7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8" name="直線コネクタ 119677">
                    <a:extLst>
                      <a:ext uri="{FF2B5EF4-FFF2-40B4-BE49-F238E27FC236}">
                        <a16:creationId xmlns:a16="http://schemas.microsoft.com/office/drawing/2014/main" id="{23F5FDF0-DC8F-455A-961E-2E4132BAF3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79" name="直線コネクタ 119678">
                    <a:extLst>
                      <a:ext uri="{FF2B5EF4-FFF2-40B4-BE49-F238E27FC236}">
                        <a16:creationId xmlns:a16="http://schemas.microsoft.com/office/drawing/2014/main" id="{117A262D-2D6A-43B8-B1F6-43BBEF46E5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0" name="直線コネクタ 119679">
                    <a:extLst>
                      <a:ext uri="{FF2B5EF4-FFF2-40B4-BE49-F238E27FC236}">
                        <a16:creationId xmlns:a16="http://schemas.microsoft.com/office/drawing/2014/main" id="{3D7890AE-2DB7-4D60-8690-B2C62C108B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1" name="直線コネクタ 119680">
                    <a:extLst>
                      <a:ext uri="{FF2B5EF4-FFF2-40B4-BE49-F238E27FC236}">
                        <a16:creationId xmlns:a16="http://schemas.microsoft.com/office/drawing/2014/main" id="{30166F6D-6807-4DB2-B63B-09776209E0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2" name="直線コネクタ 119681">
                    <a:extLst>
                      <a:ext uri="{FF2B5EF4-FFF2-40B4-BE49-F238E27FC236}">
                        <a16:creationId xmlns:a16="http://schemas.microsoft.com/office/drawing/2014/main" id="{DA068EE7-AAFE-4B16-8484-F2F241263F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3" name="直線コネクタ 119682">
                    <a:extLst>
                      <a:ext uri="{FF2B5EF4-FFF2-40B4-BE49-F238E27FC236}">
                        <a16:creationId xmlns:a16="http://schemas.microsoft.com/office/drawing/2014/main" id="{C4D6341F-14F7-4F73-A9AA-8FBE3BE29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4" name="直線コネクタ 119683">
                    <a:extLst>
                      <a:ext uri="{FF2B5EF4-FFF2-40B4-BE49-F238E27FC236}">
                        <a16:creationId xmlns:a16="http://schemas.microsoft.com/office/drawing/2014/main" id="{73A5DC7A-480D-4852-943A-2F2095913E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5" name="直線コネクタ 119684">
                    <a:extLst>
                      <a:ext uri="{FF2B5EF4-FFF2-40B4-BE49-F238E27FC236}">
                        <a16:creationId xmlns:a16="http://schemas.microsoft.com/office/drawing/2014/main" id="{3182E02E-E653-4372-BD17-C212D715E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6" name="直線コネクタ 119685">
                    <a:extLst>
                      <a:ext uri="{FF2B5EF4-FFF2-40B4-BE49-F238E27FC236}">
                        <a16:creationId xmlns:a16="http://schemas.microsoft.com/office/drawing/2014/main" id="{EA10A384-A871-4E8A-96C2-E9E0921C44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7" name="直線コネクタ 119686">
                    <a:extLst>
                      <a:ext uri="{FF2B5EF4-FFF2-40B4-BE49-F238E27FC236}">
                        <a16:creationId xmlns:a16="http://schemas.microsoft.com/office/drawing/2014/main" id="{13B551C8-1021-49DE-8395-F6EF2C39E7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8" name="直線コネクタ 119687">
                    <a:extLst>
                      <a:ext uri="{FF2B5EF4-FFF2-40B4-BE49-F238E27FC236}">
                        <a16:creationId xmlns:a16="http://schemas.microsoft.com/office/drawing/2014/main" id="{A6D9490A-B31F-4DE2-B5CB-ECBA753875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89" name="直線コネクタ 119688">
                    <a:extLst>
                      <a:ext uri="{FF2B5EF4-FFF2-40B4-BE49-F238E27FC236}">
                        <a16:creationId xmlns:a16="http://schemas.microsoft.com/office/drawing/2014/main" id="{28861DCB-0776-45CC-A403-2A12D6E5D9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0" name="直線コネクタ 119689">
                    <a:extLst>
                      <a:ext uri="{FF2B5EF4-FFF2-40B4-BE49-F238E27FC236}">
                        <a16:creationId xmlns:a16="http://schemas.microsoft.com/office/drawing/2014/main" id="{6A49E299-805D-45A9-959A-196706F77B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1" name="直線コネクタ 119690">
                    <a:extLst>
                      <a:ext uri="{FF2B5EF4-FFF2-40B4-BE49-F238E27FC236}">
                        <a16:creationId xmlns:a16="http://schemas.microsoft.com/office/drawing/2014/main" id="{13A8D098-CF37-463D-AD6D-E105B3F40A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2" name="直線コネクタ 119691">
                    <a:extLst>
                      <a:ext uri="{FF2B5EF4-FFF2-40B4-BE49-F238E27FC236}">
                        <a16:creationId xmlns:a16="http://schemas.microsoft.com/office/drawing/2014/main" id="{59ED46E9-B514-4F3F-83E1-9A81BEDFF0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3" name="直線コネクタ 119692">
                    <a:extLst>
                      <a:ext uri="{FF2B5EF4-FFF2-40B4-BE49-F238E27FC236}">
                        <a16:creationId xmlns:a16="http://schemas.microsoft.com/office/drawing/2014/main" id="{CA653821-564B-4292-BCD6-E22F1AC6F2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4" name="直線コネクタ 119693">
                    <a:extLst>
                      <a:ext uri="{FF2B5EF4-FFF2-40B4-BE49-F238E27FC236}">
                        <a16:creationId xmlns:a16="http://schemas.microsoft.com/office/drawing/2014/main" id="{E2CCF891-4472-4791-AE2F-D938292773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5" name="直線コネクタ 119694">
                    <a:extLst>
                      <a:ext uri="{FF2B5EF4-FFF2-40B4-BE49-F238E27FC236}">
                        <a16:creationId xmlns:a16="http://schemas.microsoft.com/office/drawing/2014/main" id="{BCD426D1-D67F-407B-9FEE-DEA60778A7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6" name="直線コネクタ 119695">
                    <a:extLst>
                      <a:ext uri="{FF2B5EF4-FFF2-40B4-BE49-F238E27FC236}">
                        <a16:creationId xmlns:a16="http://schemas.microsoft.com/office/drawing/2014/main" id="{0D0A3548-1228-4EDC-80B7-E234BC5D7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7" name="直線コネクタ 119696">
                    <a:extLst>
                      <a:ext uri="{FF2B5EF4-FFF2-40B4-BE49-F238E27FC236}">
                        <a16:creationId xmlns:a16="http://schemas.microsoft.com/office/drawing/2014/main" id="{EDEE4408-B3A0-410C-8A9F-63F8D79238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8" name="直線コネクタ 119697">
                    <a:extLst>
                      <a:ext uri="{FF2B5EF4-FFF2-40B4-BE49-F238E27FC236}">
                        <a16:creationId xmlns:a16="http://schemas.microsoft.com/office/drawing/2014/main" id="{612E87DD-EA24-4305-A188-C1B4D6AFC9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699" name="直線コネクタ 119698">
                    <a:extLst>
                      <a:ext uri="{FF2B5EF4-FFF2-40B4-BE49-F238E27FC236}">
                        <a16:creationId xmlns:a16="http://schemas.microsoft.com/office/drawing/2014/main" id="{FB0E29E7-BFA0-4F28-8920-ACF8388AAE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0" name="直線コネクタ 119699">
                    <a:extLst>
                      <a:ext uri="{FF2B5EF4-FFF2-40B4-BE49-F238E27FC236}">
                        <a16:creationId xmlns:a16="http://schemas.microsoft.com/office/drawing/2014/main" id="{E984F4AD-DD73-4F20-AD17-FF1A8FC8BE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1" name="直線コネクタ 119700">
                    <a:extLst>
                      <a:ext uri="{FF2B5EF4-FFF2-40B4-BE49-F238E27FC236}">
                        <a16:creationId xmlns:a16="http://schemas.microsoft.com/office/drawing/2014/main" id="{B18A1599-B355-49EC-80C7-80FE41DB39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2" name="直線コネクタ 119701">
                    <a:extLst>
                      <a:ext uri="{FF2B5EF4-FFF2-40B4-BE49-F238E27FC236}">
                        <a16:creationId xmlns:a16="http://schemas.microsoft.com/office/drawing/2014/main" id="{BFE5AC28-8551-40B9-ACD6-C623910B2C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3" name="直線コネクタ 119702">
                    <a:extLst>
                      <a:ext uri="{FF2B5EF4-FFF2-40B4-BE49-F238E27FC236}">
                        <a16:creationId xmlns:a16="http://schemas.microsoft.com/office/drawing/2014/main" id="{5830BF83-9402-497C-8E15-9ADE87D9D5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4" name="直線コネクタ 119703">
                    <a:extLst>
                      <a:ext uri="{FF2B5EF4-FFF2-40B4-BE49-F238E27FC236}">
                        <a16:creationId xmlns:a16="http://schemas.microsoft.com/office/drawing/2014/main" id="{736673E8-63C1-4B38-B3E9-EDE3CF180D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5" name="直線コネクタ 119704">
                    <a:extLst>
                      <a:ext uri="{FF2B5EF4-FFF2-40B4-BE49-F238E27FC236}">
                        <a16:creationId xmlns:a16="http://schemas.microsoft.com/office/drawing/2014/main" id="{A58A2B32-A4F8-4EA4-B7EF-25054B5619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6" name="直線コネクタ 119705">
                    <a:extLst>
                      <a:ext uri="{FF2B5EF4-FFF2-40B4-BE49-F238E27FC236}">
                        <a16:creationId xmlns:a16="http://schemas.microsoft.com/office/drawing/2014/main" id="{EF9239AF-AF26-45BF-AE89-48AD1BF79B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7" name="直線コネクタ 119706">
                    <a:extLst>
                      <a:ext uri="{FF2B5EF4-FFF2-40B4-BE49-F238E27FC236}">
                        <a16:creationId xmlns:a16="http://schemas.microsoft.com/office/drawing/2014/main" id="{CEF76ECC-4980-4DAB-B654-6C8CD5B138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8" name="直線コネクタ 119707">
                    <a:extLst>
                      <a:ext uri="{FF2B5EF4-FFF2-40B4-BE49-F238E27FC236}">
                        <a16:creationId xmlns:a16="http://schemas.microsoft.com/office/drawing/2014/main" id="{48DA315A-6B1E-4188-BDCC-7465EC9894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09" name="直線コネクタ 119708">
                    <a:extLst>
                      <a:ext uri="{FF2B5EF4-FFF2-40B4-BE49-F238E27FC236}">
                        <a16:creationId xmlns:a16="http://schemas.microsoft.com/office/drawing/2014/main" id="{A2AD0D02-03C5-4BC0-B67B-428CB3BBE9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0" name="直線コネクタ 119709">
                    <a:extLst>
                      <a:ext uri="{FF2B5EF4-FFF2-40B4-BE49-F238E27FC236}">
                        <a16:creationId xmlns:a16="http://schemas.microsoft.com/office/drawing/2014/main" id="{84C04CC8-E10F-4D30-908A-29534F9BDD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1" name="直線コネクタ 119710">
                    <a:extLst>
                      <a:ext uri="{FF2B5EF4-FFF2-40B4-BE49-F238E27FC236}">
                        <a16:creationId xmlns:a16="http://schemas.microsoft.com/office/drawing/2014/main" id="{5CB13CE9-385B-4CDE-805F-740EFBFCC8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2" name="直線コネクタ 119711">
                    <a:extLst>
                      <a:ext uri="{FF2B5EF4-FFF2-40B4-BE49-F238E27FC236}">
                        <a16:creationId xmlns:a16="http://schemas.microsoft.com/office/drawing/2014/main" id="{A93648D0-169A-4BA0-BE99-E3C7AD58D2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3" name="直線コネクタ 119712">
                    <a:extLst>
                      <a:ext uri="{FF2B5EF4-FFF2-40B4-BE49-F238E27FC236}">
                        <a16:creationId xmlns:a16="http://schemas.microsoft.com/office/drawing/2014/main" id="{D28B979E-E83F-4212-9EDB-F1472B67EA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4" name="直線コネクタ 119713">
                    <a:extLst>
                      <a:ext uri="{FF2B5EF4-FFF2-40B4-BE49-F238E27FC236}">
                        <a16:creationId xmlns:a16="http://schemas.microsoft.com/office/drawing/2014/main" id="{FD62E3C6-FED8-47EB-AED9-DFF004106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5" name="直線コネクタ 119714">
                    <a:extLst>
                      <a:ext uri="{FF2B5EF4-FFF2-40B4-BE49-F238E27FC236}">
                        <a16:creationId xmlns:a16="http://schemas.microsoft.com/office/drawing/2014/main" id="{E88270C6-A7A9-4986-ABD0-9F5EB91BF8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6" name="直線コネクタ 119715">
                    <a:extLst>
                      <a:ext uri="{FF2B5EF4-FFF2-40B4-BE49-F238E27FC236}">
                        <a16:creationId xmlns:a16="http://schemas.microsoft.com/office/drawing/2014/main" id="{33CCE3E0-43AC-4FB7-BDDC-BC7EE92038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7" name="直線コネクタ 119716">
                    <a:extLst>
                      <a:ext uri="{FF2B5EF4-FFF2-40B4-BE49-F238E27FC236}">
                        <a16:creationId xmlns:a16="http://schemas.microsoft.com/office/drawing/2014/main" id="{CE1F81B7-53D1-4C2C-A6F7-3C16CC6F4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8" name="直線コネクタ 119717">
                    <a:extLst>
                      <a:ext uri="{FF2B5EF4-FFF2-40B4-BE49-F238E27FC236}">
                        <a16:creationId xmlns:a16="http://schemas.microsoft.com/office/drawing/2014/main" id="{BF76F6A1-0728-4BC6-9BCE-3FF66026DE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19" name="直線コネクタ 119718">
                    <a:extLst>
                      <a:ext uri="{FF2B5EF4-FFF2-40B4-BE49-F238E27FC236}">
                        <a16:creationId xmlns:a16="http://schemas.microsoft.com/office/drawing/2014/main" id="{0C3147D2-2C47-4772-ABB8-C888C7B0C3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20" name="直線コネクタ 119719">
                    <a:extLst>
                      <a:ext uri="{FF2B5EF4-FFF2-40B4-BE49-F238E27FC236}">
                        <a16:creationId xmlns:a16="http://schemas.microsoft.com/office/drawing/2014/main" id="{04BD0254-B5C4-4555-B338-2237185843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21" name="直線コネクタ 119720">
                    <a:extLst>
                      <a:ext uri="{FF2B5EF4-FFF2-40B4-BE49-F238E27FC236}">
                        <a16:creationId xmlns:a16="http://schemas.microsoft.com/office/drawing/2014/main" id="{19613635-8882-4E56-9920-40FE5BD13F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22" name="直線コネクタ 119721">
                    <a:extLst>
                      <a:ext uri="{FF2B5EF4-FFF2-40B4-BE49-F238E27FC236}">
                        <a16:creationId xmlns:a16="http://schemas.microsoft.com/office/drawing/2014/main" id="{D8F9E23E-D098-4757-A482-ABD10CF279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23" name="直線コネクタ 119722">
                    <a:extLst>
                      <a:ext uri="{FF2B5EF4-FFF2-40B4-BE49-F238E27FC236}">
                        <a16:creationId xmlns:a16="http://schemas.microsoft.com/office/drawing/2014/main" id="{86FF09E3-0407-48EF-B089-CE007A81E4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24" name="直線コネクタ 119723">
                    <a:extLst>
                      <a:ext uri="{FF2B5EF4-FFF2-40B4-BE49-F238E27FC236}">
                        <a16:creationId xmlns:a16="http://schemas.microsoft.com/office/drawing/2014/main" id="{86BEB57E-A30E-4FC0-A40C-ABF233B7FC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25" name="直線コネクタ 119724">
                    <a:extLst>
                      <a:ext uri="{FF2B5EF4-FFF2-40B4-BE49-F238E27FC236}">
                        <a16:creationId xmlns:a16="http://schemas.microsoft.com/office/drawing/2014/main" id="{EFB98562-8067-47F7-84AA-5E7B0DEBC7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726" name="直線コネクタ 119725">
                    <a:extLst>
                      <a:ext uri="{FF2B5EF4-FFF2-40B4-BE49-F238E27FC236}">
                        <a16:creationId xmlns:a16="http://schemas.microsoft.com/office/drawing/2014/main" id="{F7431FB5-E3D0-487E-94FB-9FAA6B2565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9727" name="グループ化 119726">
                    <a:extLst>
                      <a:ext uri="{FF2B5EF4-FFF2-40B4-BE49-F238E27FC236}">
                        <a16:creationId xmlns:a16="http://schemas.microsoft.com/office/drawing/2014/main" id="{DEDAC494-D60E-4F05-8E15-9AE9C35C389C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903" name="直線コネクタ 119902">
                      <a:extLst>
                        <a:ext uri="{FF2B5EF4-FFF2-40B4-BE49-F238E27FC236}">
                          <a16:creationId xmlns:a16="http://schemas.microsoft.com/office/drawing/2014/main" id="{2BED8E64-F72A-481A-939F-2A3C5FD5EC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04" name="直線コネクタ 119903">
                      <a:extLst>
                        <a:ext uri="{FF2B5EF4-FFF2-40B4-BE49-F238E27FC236}">
                          <a16:creationId xmlns:a16="http://schemas.microsoft.com/office/drawing/2014/main" id="{75B9EE07-57FC-4327-A7DA-57165C0334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05" name="直線コネクタ 119904">
                      <a:extLst>
                        <a:ext uri="{FF2B5EF4-FFF2-40B4-BE49-F238E27FC236}">
                          <a16:creationId xmlns:a16="http://schemas.microsoft.com/office/drawing/2014/main" id="{AA303561-D1F2-4B18-A516-1358EF57AD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06" name="直線コネクタ 119905">
                      <a:extLst>
                        <a:ext uri="{FF2B5EF4-FFF2-40B4-BE49-F238E27FC236}">
                          <a16:creationId xmlns:a16="http://schemas.microsoft.com/office/drawing/2014/main" id="{7B509651-EEC3-4814-95B2-1400FBDD37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07" name="直線コネクタ 119906">
                      <a:extLst>
                        <a:ext uri="{FF2B5EF4-FFF2-40B4-BE49-F238E27FC236}">
                          <a16:creationId xmlns:a16="http://schemas.microsoft.com/office/drawing/2014/main" id="{C271B50E-20C2-4B11-AC26-3E1A166379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08" name="直線コネクタ 119907">
                      <a:extLst>
                        <a:ext uri="{FF2B5EF4-FFF2-40B4-BE49-F238E27FC236}">
                          <a16:creationId xmlns:a16="http://schemas.microsoft.com/office/drawing/2014/main" id="{C8F35C6B-7BEB-4AFB-87CC-064013D595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09" name="直線コネクタ 119908">
                      <a:extLst>
                        <a:ext uri="{FF2B5EF4-FFF2-40B4-BE49-F238E27FC236}">
                          <a16:creationId xmlns:a16="http://schemas.microsoft.com/office/drawing/2014/main" id="{829E39A9-3721-44FC-B627-1F9FE83CF7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0" name="直線コネクタ 119909">
                      <a:extLst>
                        <a:ext uri="{FF2B5EF4-FFF2-40B4-BE49-F238E27FC236}">
                          <a16:creationId xmlns:a16="http://schemas.microsoft.com/office/drawing/2014/main" id="{0C5A2CD6-15B1-4123-B74E-B438C8D0E6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1" name="直線コネクタ 119910">
                      <a:extLst>
                        <a:ext uri="{FF2B5EF4-FFF2-40B4-BE49-F238E27FC236}">
                          <a16:creationId xmlns:a16="http://schemas.microsoft.com/office/drawing/2014/main" id="{83E95095-2872-4BD3-BA59-62FB49A953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2" name="直線コネクタ 119911">
                      <a:extLst>
                        <a:ext uri="{FF2B5EF4-FFF2-40B4-BE49-F238E27FC236}">
                          <a16:creationId xmlns:a16="http://schemas.microsoft.com/office/drawing/2014/main" id="{D85E5DEC-B8F0-4511-A889-979DAC1C7A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3" name="直線コネクタ 119912">
                      <a:extLst>
                        <a:ext uri="{FF2B5EF4-FFF2-40B4-BE49-F238E27FC236}">
                          <a16:creationId xmlns:a16="http://schemas.microsoft.com/office/drawing/2014/main" id="{FC0B4381-699C-4AC5-B38B-B4EB8EDAC6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4" name="直線コネクタ 119913">
                      <a:extLst>
                        <a:ext uri="{FF2B5EF4-FFF2-40B4-BE49-F238E27FC236}">
                          <a16:creationId xmlns:a16="http://schemas.microsoft.com/office/drawing/2014/main" id="{EFF6CCFD-6E33-4491-9670-084EEE435B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5" name="直線コネクタ 119914">
                      <a:extLst>
                        <a:ext uri="{FF2B5EF4-FFF2-40B4-BE49-F238E27FC236}">
                          <a16:creationId xmlns:a16="http://schemas.microsoft.com/office/drawing/2014/main" id="{3F2D52F2-AC26-46A6-8236-47BAF30DA1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6" name="直線コネクタ 119915">
                      <a:extLst>
                        <a:ext uri="{FF2B5EF4-FFF2-40B4-BE49-F238E27FC236}">
                          <a16:creationId xmlns:a16="http://schemas.microsoft.com/office/drawing/2014/main" id="{ACE4CB1A-894A-4CDF-A795-13415E1E45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7" name="直線コネクタ 119916">
                      <a:extLst>
                        <a:ext uri="{FF2B5EF4-FFF2-40B4-BE49-F238E27FC236}">
                          <a16:creationId xmlns:a16="http://schemas.microsoft.com/office/drawing/2014/main" id="{B9D38009-35DD-4D52-A46F-9FF8FC310E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8" name="直線コネクタ 119917">
                      <a:extLst>
                        <a:ext uri="{FF2B5EF4-FFF2-40B4-BE49-F238E27FC236}">
                          <a16:creationId xmlns:a16="http://schemas.microsoft.com/office/drawing/2014/main" id="{28480093-22C2-4F42-BAA0-A013120395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19" name="直線コネクタ 119918">
                      <a:extLst>
                        <a:ext uri="{FF2B5EF4-FFF2-40B4-BE49-F238E27FC236}">
                          <a16:creationId xmlns:a16="http://schemas.microsoft.com/office/drawing/2014/main" id="{6B973DED-4C2B-4004-BC81-6BAA56EE6D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0" name="直線コネクタ 119919">
                      <a:extLst>
                        <a:ext uri="{FF2B5EF4-FFF2-40B4-BE49-F238E27FC236}">
                          <a16:creationId xmlns:a16="http://schemas.microsoft.com/office/drawing/2014/main" id="{986D5F1B-36BC-412D-A3D3-52F36B0833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1" name="直線コネクタ 119920">
                      <a:extLst>
                        <a:ext uri="{FF2B5EF4-FFF2-40B4-BE49-F238E27FC236}">
                          <a16:creationId xmlns:a16="http://schemas.microsoft.com/office/drawing/2014/main" id="{CD25CD98-FBE7-4035-910D-51777CCA09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2" name="直線コネクタ 119921">
                      <a:extLst>
                        <a:ext uri="{FF2B5EF4-FFF2-40B4-BE49-F238E27FC236}">
                          <a16:creationId xmlns:a16="http://schemas.microsoft.com/office/drawing/2014/main" id="{52D9A76E-A5CA-4A9C-9CA3-292753D502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3" name="直線コネクタ 119922">
                      <a:extLst>
                        <a:ext uri="{FF2B5EF4-FFF2-40B4-BE49-F238E27FC236}">
                          <a16:creationId xmlns:a16="http://schemas.microsoft.com/office/drawing/2014/main" id="{1BF2026F-0CF7-4A96-BB0C-D106CA994A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4" name="直線コネクタ 119923">
                      <a:extLst>
                        <a:ext uri="{FF2B5EF4-FFF2-40B4-BE49-F238E27FC236}">
                          <a16:creationId xmlns:a16="http://schemas.microsoft.com/office/drawing/2014/main" id="{D9211B90-E6EE-41E5-B8CA-2E9D64EF5E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5" name="直線コネクタ 119924">
                      <a:extLst>
                        <a:ext uri="{FF2B5EF4-FFF2-40B4-BE49-F238E27FC236}">
                          <a16:creationId xmlns:a16="http://schemas.microsoft.com/office/drawing/2014/main" id="{AC66411D-1741-409B-8294-243FF188F5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6" name="直線コネクタ 119925">
                      <a:extLst>
                        <a:ext uri="{FF2B5EF4-FFF2-40B4-BE49-F238E27FC236}">
                          <a16:creationId xmlns:a16="http://schemas.microsoft.com/office/drawing/2014/main" id="{B5DC4BB7-41FA-41D1-9B98-2BD1C73BB5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7" name="直線コネクタ 119926">
                      <a:extLst>
                        <a:ext uri="{FF2B5EF4-FFF2-40B4-BE49-F238E27FC236}">
                          <a16:creationId xmlns:a16="http://schemas.microsoft.com/office/drawing/2014/main" id="{D58F1724-4D3C-4832-B8F7-57C36CB33C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8" name="直線コネクタ 119927">
                      <a:extLst>
                        <a:ext uri="{FF2B5EF4-FFF2-40B4-BE49-F238E27FC236}">
                          <a16:creationId xmlns:a16="http://schemas.microsoft.com/office/drawing/2014/main" id="{38808765-88E7-4BF8-999A-C2D04D2735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29" name="直線コネクタ 119928">
                      <a:extLst>
                        <a:ext uri="{FF2B5EF4-FFF2-40B4-BE49-F238E27FC236}">
                          <a16:creationId xmlns:a16="http://schemas.microsoft.com/office/drawing/2014/main" id="{BCC6615C-1042-43A1-A2BA-4E2B04315B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0" name="直線コネクタ 119929">
                      <a:extLst>
                        <a:ext uri="{FF2B5EF4-FFF2-40B4-BE49-F238E27FC236}">
                          <a16:creationId xmlns:a16="http://schemas.microsoft.com/office/drawing/2014/main" id="{C6AE049D-7564-45C1-87B1-D3FEF3E589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1" name="直線コネクタ 119930">
                      <a:extLst>
                        <a:ext uri="{FF2B5EF4-FFF2-40B4-BE49-F238E27FC236}">
                          <a16:creationId xmlns:a16="http://schemas.microsoft.com/office/drawing/2014/main" id="{50EA0BE5-6867-43AF-BB4F-FA50D1DAB9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2" name="直線コネクタ 119931">
                      <a:extLst>
                        <a:ext uri="{FF2B5EF4-FFF2-40B4-BE49-F238E27FC236}">
                          <a16:creationId xmlns:a16="http://schemas.microsoft.com/office/drawing/2014/main" id="{C417128D-75AE-4CFC-8A18-A4151836E2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3" name="直線コネクタ 119932">
                      <a:extLst>
                        <a:ext uri="{FF2B5EF4-FFF2-40B4-BE49-F238E27FC236}">
                          <a16:creationId xmlns:a16="http://schemas.microsoft.com/office/drawing/2014/main" id="{0F5F4DB8-2798-4B74-9BCC-A652750CBC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4" name="直線コネクタ 119933">
                      <a:extLst>
                        <a:ext uri="{FF2B5EF4-FFF2-40B4-BE49-F238E27FC236}">
                          <a16:creationId xmlns:a16="http://schemas.microsoft.com/office/drawing/2014/main" id="{282060B4-BC12-48DD-BFF3-EB48E9DA90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5" name="直線コネクタ 119934">
                      <a:extLst>
                        <a:ext uri="{FF2B5EF4-FFF2-40B4-BE49-F238E27FC236}">
                          <a16:creationId xmlns:a16="http://schemas.microsoft.com/office/drawing/2014/main" id="{3B0827D8-FFCE-4AC2-97AB-FDCCE7690B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6" name="直線コネクタ 119935">
                      <a:extLst>
                        <a:ext uri="{FF2B5EF4-FFF2-40B4-BE49-F238E27FC236}">
                          <a16:creationId xmlns:a16="http://schemas.microsoft.com/office/drawing/2014/main" id="{C1DAC15E-4DD6-4D8C-A179-BB97FEF89F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7" name="直線コネクタ 119936">
                      <a:extLst>
                        <a:ext uri="{FF2B5EF4-FFF2-40B4-BE49-F238E27FC236}">
                          <a16:creationId xmlns:a16="http://schemas.microsoft.com/office/drawing/2014/main" id="{3A67FD2D-A924-4295-97FD-054AF5CD8E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8" name="直線コネクタ 119937">
                      <a:extLst>
                        <a:ext uri="{FF2B5EF4-FFF2-40B4-BE49-F238E27FC236}">
                          <a16:creationId xmlns:a16="http://schemas.microsoft.com/office/drawing/2014/main" id="{8C9E32A6-F9D8-4E66-8837-FA9845BF83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39" name="直線コネクタ 119938">
                      <a:extLst>
                        <a:ext uri="{FF2B5EF4-FFF2-40B4-BE49-F238E27FC236}">
                          <a16:creationId xmlns:a16="http://schemas.microsoft.com/office/drawing/2014/main" id="{966EF7AF-315E-4F55-B3E7-0A34BFA26A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40" name="直線コネクタ 119939">
                      <a:extLst>
                        <a:ext uri="{FF2B5EF4-FFF2-40B4-BE49-F238E27FC236}">
                          <a16:creationId xmlns:a16="http://schemas.microsoft.com/office/drawing/2014/main" id="{3822E766-3A55-4B86-92B0-FA7F569250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41" name="直線コネクタ 119940">
                      <a:extLst>
                        <a:ext uri="{FF2B5EF4-FFF2-40B4-BE49-F238E27FC236}">
                          <a16:creationId xmlns:a16="http://schemas.microsoft.com/office/drawing/2014/main" id="{4164D541-2479-4C9E-AC61-80EB7D5729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42" name="直線コネクタ 119941">
                      <a:extLst>
                        <a:ext uri="{FF2B5EF4-FFF2-40B4-BE49-F238E27FC236}">
                          <a16:creationId xmlns:a16="http://schemas.microsoft.com/office/drawing/2014/main" id="{812E5EA0-90F1-4A9C-8972-D3FD36F528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43" name="直線コネクタ 119942">
                      <a:extLst>
                        <a:ext uri="{FF2B5EF4-FFF2-40B4-BE49-F238E27FC236}">
                          <a16:creationId xmlns:a16="http://schemas.microsoft.com/office/drawing/2014/main" id="{4EE05D69-992E-4770-936E-CD3F953F1E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944" name="直線コネクタ 119943">
                      <a:extLst>
                        <a:ext uri="{FF2B5EF4-FFF2-40B4-BE49-F238E27FC236}">
                          <a16:creationId xmlns:a16="http://schemas.microsoft.com/office/drawing/2014/main" id="{E62B927E-EEDE-4B38-B474-246577C783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728" name="グループ化 119727">
                    <a:extLst>
                      <a:ext uri="{FF2B5EF4-FFF2-40B4-BE49-F238E27FC236}">
                        <a16:creationId xmlns:a16="http://schemas.microsoft.com/office/drawing/2014/main" id="{9331BDDB-C856-4A1A-8071-00567A61FE30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9894" name="正方形/長方形 119893">
                      <a:extLst>
                        <a:ext uri="{FF2B5EF4-FFF2-40B4-BE49-F238E27FC236}">
                          <a16:creationId xmlns:a16="http://schemas.microsoft.com/office/drawing/2014/main" id="{13C62A23-E80B-4E50-AB3C-49DD1970B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895" name="正方形/長方形 119894">
                      <a:extLst>
                        <a:ext uri="{FF2B5EF4-FFF2-40B4-BE49-F238E27FC236}">
                          <a16:creationId xmlns:a16="http://schemas.microsoft.com/office/drawing/2014/main" id="{75811A01-839E-4403-BC37-ADE03F862B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896" name="正方形/長方形 119895">
                      <a:extLst>
                        <a:ext uri="{FF2B5EF4-FFF2-40B4-BE49-F238E27FC236}">
                          <a16:creationId xmlns:a16="http://schemas.microsoft.com/office/drawing/2014/main" id="{F8850EC0-DC58-4C5F-9141-E61A6452E6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897" name="正方形/長方形 119896">
                      <a:extLst>
                        <a:ext uri="{FF2B5EF4-FFF2-40B4-BE49-F238E27FC236}">
                          <a16:creationId xmlns:a16="http://schemas.microsoft.com/office/drawing/2014/main" id="{FFAA543E-B0D8-473D-BDF3-3A7C6095A4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898" name="正方形/長方形 119897">
                      <a:extLst>
                        <a:ext uri="{FF2B5EF4-FFF2-40B4-BE49-F238E27FC236}">
                          <a16:creationId xmlns:a16="http://schemas.microsoft.com/office/drawing/2014/main" id="{312C21D1-81A0-46D4-AF6F-87BEE4ED5B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899" name="正方形/長方形 119898">
                      <a:extLst>
                        <a:ext uri="{FF2B5EF4-FFF2-40B4-BE49-F238E27FC236}">
                          <a16:creationId xmlns:a16="http://schemas.microsoft.com/office/drawing/2014/main" id="{288A0DC7-0A97-4E30-9342-38850F3B74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900" name="正方形/長方形 119899">
                      <a:extLst>
                        <a:ext uri="{FF2B5EF4-FFF2-40B4-BE49-F238E27FC236}">
                          <a16:creationId xmlns:a16="http://schemas.microsoft.com/office/drawing/2014/main" id="{2A816BCB-C2A0-4756-BD32-D9C92EF103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901" name="正方形/長方形 119900">
                      <a:extLst>
                        <a:ext uri="{FF2B5EF4-FFF2-40B4-BE49-F238E27FC236}">
                          <a16:creationId xmlns:a16="http://schemas.microsoft.com/office/drawing/2014/main" id="{252C259F-EE00-4CCA-968E-CB0430AC96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902" name="正方形/長方形 119901">
                      <a:extLst>
                        <a:ext uri="{FF2B5EF4-FFF2-40B4-BE49-F238E27FC236}">
                          <a16:creationId xmlns:a16="http://schemas.microsoft.com/office/drawing/2014/main" id="{B6307B70-FF07-4C4F-A194-D639FE7DE0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9729" name="グループ化 119728">
                    <a:extLst>
                      <a:ext uri="{FF2B5EF4-FFF2-40B4-BE49-F238E27FC236}">
                        <a16:creationId xmlns:a16="http://schemas.microsoft.com/office/drawing/2014/main" id="{720DF0E7-6886-424A-BC99-4EC3E7DA3397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886" name="直線コネクタ 119885">
                      <a:extLst>
                        <a:ext uri="{FF2B5EF4-FFF2-40B4-BE49-F238E27FC236}">
                          <a16:creationId xmlns:a16="http://schemas.microsoft.com/office/drawing/2014/main" id="{C926DC3A-B477-40F8-B14A-275C0675FF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7" name="直線コネクタ 119886">
                      <a:extLst>
                        <a:ext uri="{FF2B5EF4-FFF2-40B4-BE49-F238E27FC236}">
                          <a16:creationId xmlns:a16="http://schemas.microsoft.com/office/drawing/2014/main" id="{EAD1D302-D4FD-4118-ACBD-3D004A597F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8" name="直線コネクタ 119887">
                      <a:extLst>
                        <a:ext uri="{FF2B5EF4-FFF2-40B4-BE49-F238E27FC236}">
                          <a16:creationId xmlns:a16="http://schemas.microsoft.com/office/drawing/2014/main" id="{10394D2A-6D3F-4191-BE5B-5EC7A5CC08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9" name="直線コネクタ 119888">
                      <a:extLst>
                        <a:ext uri="{FF2B5EF4-FFF2-40B4-BE49-F238E27FC236}">
                          <a16:creationId xmlns:a16="http://schemas.microsoft.com/office/drawing/2014/main" id="{5573D2AF-4E13-4EFE-A8D9-DBCB16AD9C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90" name="直線コネクタ 119889">
                      <a:extLst>
                        <a:ext uri="{FF2B5EF4-FFF2-40B4-BE49-F238E27FC236}">
                          <a16:creationId xmlns:a16="http://schemas.microsoft.com/office/drawing/2014/main" id="{54DF440C-38CF-44E1-B2B4-BEA6BB2CF0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91" name="直線コネクタ 119890">
                      <a:extLst>
                        <a:ext uri="{FF2B5EF4-FFF2-40B4-BE49-F238E27FC236}">
                          <a16:creationId xmlns:a16="http://schemas.microsoft.com/office/drawing/2014/main" id="{133540CC-E3B7-404A-AC88-7BCCF3BCB2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92" name="直線コネクタ 119891">
                      <a:extLst>
                        <a:ext uri="{FF2B5EF4-FFF2-40B4-BE49-F238E27FC236}">
                          <a16:creationId xmlns:a16="http://schemas.microsoft.com/office/drawing/2014/main" id="{5A495EDE-65ED-4A35-A771-099EF5DA5A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93" name="直線コネクタ 119892">
                      <a:extLst>
                        <a:ext uri="{FF2B5EF4-FFF2-40B4-BE49-F238E27FC236}">
                          <a16:creationId xmlns:a16="http://schemas.microsoft.com/office/drawing/2014/main" id="{59B4233F-4B4F-433D-9789-31F5417F42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730" name="グループ化 119729">
                    <a:extLst>
                      <a:ext uri="{FF2B5EF4-FFF2-40B4-BE49-F238E27FC236}">
                        <a16:creationId xmlns:a16="http://schemas.microsoft.com/office/drawing/2014/main" id="{79EF5B82-6A17-4BE7-8B38-A23F209C1234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878" name="直線コネクタ 119877">
                      <a:extLst>
                        <a:ext uri="{FF2B5EF4-FFF2-40B4-BE49-F238E27FC236}">
                          <a16:creationId xmlns:a16="http://schemas.microsoft.com/office/drawing/2014/main" id="{9079ABEC-0F89-49E3-BAE7-6437A258F3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9" name="直線コネクタ 119878">
                      <a:extLst>
                        <a:ext uri="{FF2B5EF4-FFF2-40B4-BE49-F238E27FC236}">
                          <a16:creationId xmlns:a16="http://schemas.microsoft.com/office/drawing/2014/main" id="{7048788C-01AA-40DE-9622-ECED759123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0" name="直線コネクタ 119879">
                      <a:extLst>
                        <a:ext uri="{FF2B5EF4-FFF2-40B4-BE49-F238E27FC236}">
                          <a16:creationId xmlns:a16="http://schemas.microsoft.com/office/drawing/2014/main" id="{5D319A65-D36F-4A55-AA2B-3AA53A83DA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1" name="直線コネクタ 119880">
                      <a:extLst>
                        <a:ext uri="{FF2B5EF4-FFF2-40B4-BE49-F238E27FC236}">
                          <a16:creationId xmlns:a16="http://schemas.microsoft.com/office/drawing/2014/main" id="{13238DC7-9CC1-454F-BF85-39F6F67B5E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2" name="直線コネクタ 119881">
                      <a:extLst>
                        <a:ext uri="{FF2B5EF4-FFF2-40B4-BE49-F238E27FC236}">
                          <a16:creationId xmlns:a16="http://schemas.microsoft.com/office/drawing/2014/main" id="{01FA5755-A314-4012-B5FD-E403C82038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3" name="直線コネクタ 119882">
                      <a:extLst>
                        <a:ext uri="{FF2B5EF4-FFF2-40B4-BE49-F238E27FC236}">
                          <a16:creationId xmlns:a16="http://schemas.microsoft.com/office/drawing/2014/main" id="{19235183-72C5-40E0-99CE-210519F1D9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4" name="直線コネクタ 119883">
                      <a:extLst>
                        <a:ext uri="{FF2B5EF4-FFF2-40B4-BE49-F238E27FC236}">
                          <a16:creationId xmlns:a16="http://schemas.microsoft.com/office/drawing/2014/main" id="{A0F0AC1C-8119-4208-8DBD-42603AD5FA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85" name="直線コネクタ 119884">
                      <a:extLst>
                        <a:ext uri="{FF2B5EF4-FFF2-40B4-BE49-F238E27FC236}">
                          <a16:creationId xmlns:a16="http://schemas.microsoft.com/office/drawing/2014/main" id="{8083345B-9BEF-4B05-B7FE-DA33F544AA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731" name="グループ化 119730">
                    <a:extLst>
                      <a:ext uri="{FF2B5EF4-FFF2-40B4-BE49-F238E27FC236}">
                        <a16:creationId xmlns:a16="http://schemas.microsoft.com/office/drawing/2014/main" id="{3208C9A6-1C5C-4E00-AA3C-BDD959A798ED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836" name="直線コネクタ 119835">
                      <a:extLst>
                        <a:ext uri="{FF2B5EF4-FFF2-40B4-BE49-F238E27FC236}">
                          <a16:creationId xmlns:a16="http://schemas.microsoft.com/office/drawing/2014/main" id="{ABA431AA-6AE5-4FFE-9FFB-ED29FAAD05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7" name="直線コネクタ 119836">
                      <a:extLst>
                        <a:ext uri="{FF2B5EF4-FFF2-40B4-BE49-F238E27FC236}">
                          <a16:creationId xmlns:a16="http://schemas.microsoft.com/office/drawing/2014/main" id="{BF4E9EAD-80BD-48FE-9C6A-25F660EF0E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8" name="直線コネクタ 119837">
                      <a:extLst>
                        <a:ext uri="{FF2B5EF4-FFF2-40B4-BE49-F238E27FC236}">
                          <a16:creationId xmlns:a16="http://schemas.microsoft.com/office/drawing/2014/main" id="{DC635EEC-232C-4D2D-BC06-956CF6D32D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9" name="直線コネクタ 119838">
                      <a:extLst>
                        <a:ext uri="{FF2B5EF4-FFF2-40B4-BE49-F238E27FC236}">
                          <a16:creationId xmlns:a16="http://schemas.microsoft.com/office/drawing/2014/main" id="{578B0279-9E27-4C05-B46A-37B2BFFF5E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0" name="直線コネクタ 119839">
                      <a:extLst>
                        <a:ext uri="{FF2B5EF4-FFF2-40B4-BE49-F238E27FC236}">
                          <a16:creationId xmlns:a16="http://schemas.microsoft.com/office/drawing/2014/main" id="{185FAF6C-AF87-460F-A52B-4179BBC215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1" name="直線コネクタ 119840">
                      <a:extLst>
                        <a:ext uri="{FF2B5EF4-FFF2-40B4-BE49-F238E27FC236}">
                          <a16:creationId xmlns:a16="http://schemas.microsoft.com/office/drawing/2014/main" id="{C5F27B10-92F7-4A06-8C09-D175703883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2" name="直線コネクタ 119841">
                      <a:extLst>
                        <a:ext uri="{FF2B5EF4-FFF2-40B4-BE49-F238E27FC236}">
                          <a16:creationId xmlns:a16="http://schemas.microsoft.com/office/drawing/2014/main" id="{CFF143C2-BE14-48A7-AF81-31501E181F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3" name="直線コネクタ 119842">
                      <a:extLst>
                        <a:ext uri="{FF2B5EF4-FFF2-40B4-BE49-F238E27FC236}">
                          <a16:creationId xmlns:a16="http://schemas.microsoft.com/office/drawing/2014/main" id="{BB4A6B76-7F06-478C-AE1F-ED20499B63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4" name="直線コネクタ 119843">
                      <a:extLst>
                        <a:ext uri="{FF2B5EF4-FFF2-40B4-BE49-F238E27FC236}">
                          <a16:creationId xmlns:a16="http://schemas.microsoft.com/office/drawing/2014/main" id="{3E3C677E-942E-4C52-9048-4D5425B9EA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5" name="直線コネクタ 119844">
                      <a:extLst>
                        <a:ext uri="{FF2B5EF4-FFF2-40B4-BE49-F238E27FC236}">
                          <a16:creationId xmlns:a16="http://schemas.microsoft.com/office/drawing/2014/main" id="{D34D0D79-7004-445E-81AC-C92C167B62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6" name="直線コネクタ 119845">
                      <a:extLst>
                        <a:ext uri="{FF2B5EF4-FFF2-40B4-BE49-F238E27FC236}">
                          <a16:creationId xmlns:a16="http://schemas.microsoft.com/office/drawing/2014/main" id="{EACB82AF-3B28-498C-A767-ECF0C94DEE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7" name="直線コネクタ 119846">
                      <a:extLst>
                        <a:ext uri="{FF2B5EF4-FFF2-40B4-BE49-F238E27FC236}">
                          <a16:creationId xmlns:a16="http://schemas.microsoft.com/office/drawing/2014/main" id="{CB484FDA-6023-4BC9-9098-B60EEDF193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8" name="直線コネクタ 119847">
                      <a:extLst>
                        <a:ext uri="{FF2B5EF4-FFF2-40B4-BE49-F238E27FC236}">
                          <a16:creationId xmlns:a16="http://schemas.microsoft.com/office/drawing/2014/main" id="{3C7896E7-3A57-45AB-B507-8B4754ABEE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49" name="直線コネクタ 119848">
                      <a:extLst>
                        <a:ext uri="{FF2B5EF4-FFF2-40B4-BE49-F238E27FC236}">
                          <a16:creationId xmlns:a16="http://schemas.microsoft.com/office/drawing/2014/main" id="{5E160D26-EEA2-4DC0-97AA-42AE0872BB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0" name="直線コネクタ 119849">
                      <a:extLst>
                        <a:ext uri="{FF2B5EF4-FFF2-40B4-BE49-F238E27FC236}">
                          <a16:creationId xmlns:a16="http://schemas.microsoft.com/office/drawing/2014/main" id="{D0A46BC5-0AA0-46E5-BF98-1BC032FDAB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1" name="直線コネクタ 119850">
                      <a:extLst>
                        <a:ext uri="{FF2B5EF4-FFF2-40B4-BE49-F238E27FC236}">
                          <a16:creationId xmlns:a16="http://schemas.microsoft.com/office/drawing/2014/main" id="{41C6D677-4C2E-4521-B2F6-29EAE43E40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2" name="直線コネクタ 119851">
                      <a:extLst>
                        <a:ext uri="{FF2B5EF4-FFF2-40B4-BE49-F238E27FC236}">
                          <a16:creationId xmlns:a16="http://schemas.microsoft.com/office/drawing/2014/main" id="{95DA96F4-E426-4888-A98C-9C39E82620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3" name="直線コネクタ 119852">
                      <a:extLst>
                        <a:ext uri="{FF2B5EF4-FFF2-40B4-BE49-F238E27FC236}">
                          <a16:creationId xmlns:a16="http://schemas.microsoft.com/office/drawing/2014/main" id="{CCAABAA2-FE88-49C5-8BFD-9253B73676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4" name="直線コネクタ 119853">
                      <a:extLst>
                        <a:ext uri="{FF2B5EF4-FFF2-40B4-BE49-F238E27FC236}">
                          <a16:creationId xmlns:a16="http://schemas.microsoft.com/office/drawing/2014/main" id="{097E0491-9884-48C0-B33A-B914AE5C78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5" name="直線コネクタ 119854">
                      <a:extLst>
                        <a:ext uri="{FF2B5EF4-FFF2-40B4-BE49-F238E27FC236}">
                          <a16:creationId xmlns:a16="http://schemas.microsoft.com/office/drawing/2014/main" id="{4E11E05D-735D-48CE-B6E3-B38547D6C2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6" name="直線コネクタ 119855">
                      <a:extLst>
                        <a:ext uri="{FF2B5EF4-FFF2-40B4-BE49-F238E27FC236}">
                          <a16:creationId xmlns:a16="http://schemas.microsoft.com/office/drawing/2014/main" id="{C3AB45FE-8B3C-4038-9049-C8C60AD4E6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7" name="直線コネクタ 119856">
                      <a:extLst>
                        <a:ext uri="{FF2B5EF4-FFF2-40B4-BE49-F238E27FC236}">
                          <a16:creationId xmlns:a16="http://schemas.microsoft.com/office/drawing/2014/main" id="{2EEEA360-67AF-4A91-A941-6F4F0052BC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8" name="直線コネクタ 119857">
                      <a:extLst>
                        <a:ext uri="{FF2B5EF4-FFF2-40B4-BE49-F238E27FC236}">
                          <a16:creationId xmlns:a16="http://schemas.microsoft.com/office/drawing/2014/main" id="{A235E287-5BE0-47A2-97D9-584C9130B2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59" name="直線コネクタ 119858">
                      <a:extLst>
                        <a:ext uri="{FF2B5EF4-FFF2-40B4-BE49-F238E27FC236}">
                          <a16:creationId xmlns:a16="http://schemas.microsoft.com/office/drawing/2014/main" id="{24180852-388E-41AC-900F-1437DEDD5F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0" name="直線コネクタ 119859">
                      <a:extLst>
                        <a:ext uri="{FF2B5EF4-FFF2-40B4-BE49-F238E27FC236}">
                          <a16:creationId xmlns:a16="http://schemas.microsoft.com/office/drawing/2014/main" id="{FD2A7738-DC99-4C65-800F-4A8027401C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1" name="直線コネクタ 119860">
                      <a:extLst>
                        <a:ext uri="{FF2B5EF4-FFF2-40B4-BE49-F238E27FC236}">
                          <a16:creationId xmlns:a16="http://schemas.microsoft.com/office/drawing/2014/main" id="{3B232DF8-6378-4CFB-9EF8-4B6DDDB216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2" name="直線コネクタ 119861">
                      <a:extLst>
                        <a:ext uri="{FF2B5EF4-FFF2-40B4-BE49-F238E27FC236}">
                          <a16:creationId xmlns:a16="http://schemas.microsoft.com/office/drawing/2014/main" id="{B2C15DE6-AC3D-48CA-9C05-DFD0D6A2EE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3" name="直線コネクタ 119862">
                      <a:extLst>
                        <a:ext uri="{FF2B5EF4-FFF2-40B4-BE49-F238E27FC236}">
                          <a16:creationId xmlns:a16="http://schemas.microsoft.com/office/drawing/2014/main" id="{BCC431A8-4195-498F-87B8-86FE486783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4" name="直線コネクタ 119863">
                      <a:extLst>
                        <a:ext uri="{FF2B5EF4-FFF2-40B4-BE49-F238E27FC236}">
                          <a16:creationId xmlns:a16="http://schemas.microsoft.com/office/drawing/2014/main" id="{D9F236F4-4D53-4AAA-9C6A-FC0C0EBE80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5" name="直線コネクタ 119864">
                      <a:extLst>
                        <a:ext uri="{FF2B5EF4-FFF2-40B4-BE49-F238E27FC236}">
                          <a16:creationId xmlns:a16="http://schemas.microsoft.com/office/drawing/2014/main" id="{A2E85212-C41A-425A-BDA9-9D7FA7548F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6" name="直線コネクタ 119865">
                      <a:extLst>
                        <a:ext uri="{FF2B5EF4-FFF2-40B4-BE49-F238E27FC236}">
                          <a16:creationId xmlns:a16="http://schemas.microsoft.com/office/drawing/2014/main" id="{F848DF20-1D5D-4A33-84CD-A51AEA67DB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7" name="直線コネクタ 119866">
                      <a:extLst>
                        <a:ext uri="{FF2B5EF4-FFF2-40B4-BE49-F238E27FC236}">
                          <a16:creationId xmlns:a16="http://schemas.microsoft.com/office/drawing/2014/main" id="{C4C0B504-C924-46AF-BD0F-BAA301C47C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8" name="直線コネクタ 119867">
                      <a:extLst>
                        <a:ext uri="{FF2B5EF4-FFF2-40B4-BE49-F238E27FC236}">
                          <a16:creationId xmlns:a16="http://schemas.microsoft.com/office/drawing/2014/main" id="{B118821E-210D-40FB-876E-7FAEFCE0EB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69" name="直線コネクタ 119868">
                      <a:extLst>
                        <a:ext uri="{FF2B5EF4-FFF2-40B4-BE49-F238E27FC236}">
                          <a16:creationId xmlns:a16="http://schemas.microsoft.com/office/drawing/2014/main" id="{27F10171-B856-40C5-BCEA-E876679F5F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0" name="直線コネクタ 119869">
                      <a:extLst>
                        <a:ext uri="{FF2B5EF4-FFF2-40B4-BE49-F238E27FC236}">
                          <a16:creationId xmlns:a16="http://schemas.microsoft.com/office/drawing/2014/main" id="{D8AAA2D9-143B-43C7-BA53-CFAB90CD79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1" name="直線コネクタ 119870">
                      <a:extLst>
                        <a:ext uri="{FF2B5EF4-FFF2-40B4-BE49-F238E27FC236}">
                          <a16:creationId xmlns:a16="http://schemas.microsoft.com/office/drawing/2014/main" id="{3281DD64-D5E7-491A-810B-A1E3568478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2" name="直線コネクタ 119871">
                      <a:extLst>
                        <a:ext uri="{FF2B5EF4-FFF2-40B4-BE49-F238E27FC236}">
                          <a16:creationId xmlns:a16="http://schemas.microsoft.com/office/drawing/2014/main" id="{84E55314-0797-4FE9-8F5C-30F73FFF85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3" name="直線コネクタ 119872">
                      <a:extLst>
                        <a:ext uri="{FF2B5EF4-FFF2-40B4-BE49-F238E27FC236}">
                          <a16:creationId xmlns:a16="http://schemas.microsoft.com/office/drawing/2014/main" id="{02E62157-3958-4860-81B7-7640723D1F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4" name="直線コネクタ 119873">
                      <a:extLst>
                        <a:ext uri="{FF2B5EF4-FFF2-40B4-BE49-F238E27FC236}">
                          <a16:creationId xmlns:a16="http://schemas.microsoft.com/office/drawing/2014/main" id="{2429E04C-3972-4B11-A90C-09235FFF42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5" name="直線コネクタ 119874">
                      <a:extLst>
                        <a:ext uri="{FF2B5EF4-FFF2-40B4-BE49-F238E27FC236}">
                          <a16:creationId xmlns:a16="http://schemas.microsoft.com/office/drawing/2014/main" id="{ADEF5830-64F0-4B9F-A76C-232360776C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6" name="直線コネクタ 119875">
                      <a:extLst>
                        <a:ext uri="{FF2B5EF4-FFF2-40B4-BE49-F238E27FC236}">
                          <a16:creationId xmlns:a16="http://schemas.microsoft.com/office/drawing/2014/main" id="{85A7056A-4766-46E7-AB01-8EA5A2CA6A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77" name="直線コネクタ 119876">
                      <a:extLst>
                        <a:ext uri="{FF2B5EF4-FFF2-40B4-BE49-F238E27FC236}">
                          <a16:creationId xmlns:a16="http://schemas.microsoft.com/office/drawing/2014/main" id="{617499DB-AF89-4B7B-91B9-1C6FD7D8A4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732" name="グループ化 119731">
                    <a:extLst>
                      <a:ext uri="{FF2B5EF4-FFF2-40B4-BE49-F238E27FC236}">
                        <a16:creationId xmlns:a16="http://schemas.microsoft.com/office/drawing/2014/main" id="{9B571A0F-91B1-4173-9CD0-A3255A1B65A1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794" name="直線コネクタ 119793">
                      <a:extLst>
                        <a:ext uri="{FF2B5EF4-FFF2-40B4-BE49-F238E27FC236}">
                          <a16:creationId xmlns:a16="http://schemas.microsoft.com/office/drawing/2014/main" id="{02F1F4D9-E6D7-4B8C-9561-CA52B9DB5D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5" name="直線コネクタ 119794">
                      <a:extLst>
                        <a:ext uri="{FF2B5EF4-FFF2-40B4-BE49-F238E27FC236}">
                          <a16:creationId xmlns:a16="http://schemas.microsoft.com/office/drawing/2014/main" id="{42D25008-7F08-4027-829E-19BC73EC2A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6" name="直線コネクタ 119795">
                      <a:extLst>
                        <a:ext uri="{FF2B5EF4-FFF2-40B4-BE49-F238E27FC236}">
                          <a16:creationId xmlns:a16="http://schemas.microsoft.com/office/drawing/2014/main" id="{49B6E844-64AB-46B1-950D-50388307DA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7" name="直線コネクタ 119796">
                      <a:extLst>
                        <a:ext uri="{FF2B5EF4-FFF2-40B4-BE49-F238E27FC236}">
                          <a16:creationId xmlns:a16="http://schemas.microsoft.com/office/drawing/2014/main" id="{BE1C5552-395D-40A8-A275-BDA266C4E7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8" name="直線コネクタ 119797">
                      <a:extLst>
                        <a:ext uri="{FF2B5EF4-FFF2-40B4-BE49-F238E27FC236}">
                          <a16:creationId xmlns:a16="http://schemas.microsoft.com/office/drawing/2014/main" id="{3628B1AA-BE60-4E72-B732-CC273BD18F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9" name="直線コネクタ 119798">
                      <a:extLst>
                        <a:ext uri="{FF2B5EF4-FFF2-40B4-BE49-F238E27FC236}">
                          <a16:creationId xmlns:a16="http://schemas.microsoft.com/office/drawing/2014/main" id="{304E902C-A66C-43C9-9DB8-C9938CCD47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0" name="直線コネクタ 119799">
                      <a:extLst>
                        <a:ext uri="{FF2B5EF4-FFF2-40B4-BE49-F238E27FC236}">
                          <a16:creationId xmlns:a16="http://schemas.microsoft.com/office/drawing/2014/main" id="{9A6E6681-F145-4905-A78D-7C2A9B6941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1" name="直線コネクタ 119800">
                      <a:extLst>
                        <a:ext uri="{FF2B5EF4-FFF2-40B4-BE49-F238E27FC236}">
                          <a16:creationId xmlns:a16="http://schemas.microsoft.com/office/drawing/2014/main" id="{B4E3709C-C263-41D7-9771-82596828A4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2" name="直線コネクタ 119801">
                      <a:extLst>
                        <a:ext uri="{FF2B5EF4-FFF2-40B4-BE49-F238E27FC236}">
                          <a16:creationId xmlns:a16="http://schemas.microsoft.com/office/drawing/2014/main" id="{F0B20FED-A5C6-4FF4-B893-AC6C927B75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3" name="直線コネクタ 119802">
                      <a:extLst>
                        <a:ext uri="{FF2B5EF4-FFF2-40B4-BE49-F238E27FC236}">
                          <a16:creationId xmlns:a16="http://schemas.microsoft.com/office/drawing/2014/main" id="{50B89664-DB5E-40A1-8F87-D26684FA5B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4" name="直線コネクタ 119803">
                      <a:extLst>
                        <a:ext uri="{FF2B5EF4-FFF2-40B4-BE49-F238E27FC236}">
                          <a16:creationId xmlns:a16="http://schemas.microsoft.com/office/drawing/2014/main" id="{8190DBA9-12C0-49B0-A2C0-983E7AFF0E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5" name="直線コネクタ 119804">
                      <a:extLst>
                        <a:ext uri="{FF2B5EF4-FFF2-40B4-BE49-F238E27FC236}">
                          <a16:creationId xmlns:a16="http://schemas.microsoft.com/office/drawing/2014/main" id="{54CBCF05-274F-49A6-BC85-E2BDF0175F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6" name="直線コネクタ 119805">
                      <a:extLst>
                        <a:ext uri="{FF2B5EF4-FFF2-40B4-BE49-F238E27FC236}">
                          <a16:creationId xmlns:a16="http://schemas.microsoft.com/office/drawing/2014/main" id="{86EB5D7A-985D-4FC2-B196-B105CBFDF8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7" name="直線コネクタ 119806">
                      <a:extLst>
                        <a:ext uri="{FF2B5EF4-FFF2-40B4-BE49-F238E27FC236}">
                          <a16:creationId xmlns:a16="http://schemas.microsoft.com/office/drawing/2014/main" id="{E770A994-14D3-43DD-A035-562B368400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8" name="直線コネクタ 119807">
                      <a:extLst>
                        <a:ext uri="{FF2B5EF4-FFF2-40B4-BE49-F238E27FC236}">
                          <a16:creationId xmlns:a16="http://schemas.microsoft.com/office/drawing/2014/main" id="{425954F8-47CC-49C2-A7D9-B5D83CF09F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09" name="直線コネクタ 119808">
                      <a:extLst>
                        <a:ext uri="{FF2B5EF4-FFF2-40B4-BE49-F238E27FC236}">
                          <a16:creationId xmlns:a16="http://schemas.microsoft.com/office/drawing/2014/main" id="{2F91FEE2-82AD-4928-A436-8C78079E2B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0" name="直線コネクタ 119809">
                      <a:extLst>
                        <a:ext uri="{FF2B5EF4-FFF2-40B4-BE49-F238E27FC236}">
                          <a16:creationId xmlns:a16="http://schemas.microsoft.com/office/drawing/2014/main" id="{4A735B6C-7AEB-458F-95BC-4A69630E53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1" name="直線コネクタ 119810">
                      <a:extLst>
                        <a:ext uri="{FF2B5EF4-FFF2-40B4-BE49-F238E27FC236}">
                          <a16:creationId xmlns:a16="http://schemas.microsoft.com/office/drawing/2014/main" id="{17F1C6CD-31A3-43E5-A448-383E8123EE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2" name="直線コネクタ 119811">
                      <a:extLst>
                        <a:ext uri="{FF2B5EF4-FFF2-40B4-BE49-F238E27FC236}">
                          <a16:creationId xmlns:a16="http://schemas.microsoft.com/office/drawing/2014/main" id="{9A2278B8-3BFC-41B0-8441-A7D26D7157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3" name="直線コネクタ 119812">
                      <a:extLst>
                        <a:ext uri="{FF2B5EF4-FFF2-40B4-BE49-F238E27FC236}">
                          <a16:creationId xmlns:a16="http://schemas.microsoft.com/office/drawing/2014/main" id="{3E7AACD0-7E12-47D0-9559-25F6EBFD0D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4" name="直線コネクタ 119813">
                      <a:extLst>
                        <a:ext uri="{FF2B5EF4-FFF2-40B4-BE49-F238E27FC236}">
                          <a16:creationId xmlns:a16="http://schemas.microsoft.com/office/drawing/2014/main" id="{6D2D47AE-86EB-4B19-B8B6-9EED20B631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5" name="直線コネクタ 119814">
                      <a:extLst>
                        <a:ext uri="{FF2B5EF4-FFF2-40B4-BE49-F238E27FC236}">
                          <a16:creationId xmlns:a16="http://schemas.microsoft.com/office/drawing/2014/main" id="{2B9F3B8F-C404-422B-9D03-0CEF05A32B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6" name="直線コネクタ 119815">
                      <a:extLst>
                        <a:ext uri="{FF2B5EF4-FFF2-40B4-BE49-F238E27FC236}">
                          <a16:creationId xmlns:a16="http://schemas.microsoft.com/office/drawing/2014/main" id="{BC85BC87-4308-49EB-9D6C-385970D1D2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7" name="直線コネクタ 119816">
                      <a:extLst>
                        <a:ext uri="{FF2B5EF4-FFF2-40B4-BE49-F238E27FC236}">
                          <a16:creationId xmlns:a16="http://schemas.microsoft.com/office/drawing/2014/main" id="{E8E69958-C2DA-4408-B342-C818D7B837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8" name="直線コネクタ 119817">
                      <a:extLst>
                        <a:ext uri="{FF2B5EF4-FFF2-40B4-BE49-F238E27FC236}">
                          <a16:creationId xmlns:a16="http://schemas.microsoft.com/office/drawing/2014/main" id="{C72CB39B-3369-43F3-8400-FA7E394007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19" name="直線コネクタ 119818">
                      <a:extLst>
                        <a:ext uri="{FF2B5EF4-FFF2-40B4-BE49-F238E27FC236}">
                          <a16:creationId xmlns:a16="http://schemas.microsoft.com/office/drawing/2014/main" id="{694C74EA-4BE7-42D7-A912-7ACEA2720D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0" name="直線コネクタ 119819">
                      <a:extLst>
                        <a:ext uri="{FF2B5EF4-FFF2-40B4-BE49-F238E27FC236}">
                          <a16:creationId xmlns:a16="http://schemas.microsoft.com/office/drawing/2014/main" id="{68A60720-985C-475D-AD5C-2F9ADB19A5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1" name="直線コネクタ 119820">
                      <a:extLst>
                        <a:ext uri="{FF2B5EF4-FFF2-40B4-BE49-F238E27FC236}">
                          <a16:creationId xmlns:a16="http://schemas.microsoft.com/office/drawing/2014/main" id="{BF2AC91B-2AE7-469C-B246-8AF72EA5A0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2" name="直線コネクタ 119821">
                      <a:extLst>
                        <a:ext uri="{FF2B5EF4-FFF2-40B4-BE49-F238E27FC236}">
                          <a16:creationId xmlns:a16="http://schemas.microsoft.com/office/drawing/2014/main" id="{E1E91409-E650-4AC2-8FFF-F797BA35DF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3" name="直線コネクタ 119822">
                      <a:extLst>
                        <a:ext uri="{FF2B5EF4-FFF2-40B4-BE49-F238E27FC236}">
                          <a16:creationId xmlns:a16="http://schemas.microsoft.com/office/drawing/2014/main" id="{0475BE62-8561-48FF-929C-BABEDF44B2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4" name="直線コネクタ 119823">
                      <a:extLst>
                        <a:ext uri="{FF2B5EF4-FFF2-40B4-BE49-F238E27FC236}">
                          <a16:creationId xmlns:a16="http://schemas.microsoft.com/office/drawing/2014/main" id="{12016DC3-9284-49E2-AFCB-139EB19E0C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5" name="直線コネクタ 119824">
                      <a:extLst>
                        <a:ext uri="{FF2B5EF4-FFF2-40B4-BE49-F238E27FC236}">
                          <a16:creationId xmlns:a16="http://schemas.microsoft.com/office/drawing/2014/main" id="{9A573CAD-02CF-40C7-8750-7B8D7E72EC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6" name="直線コネクタ 119825">
                      <a:extLst>
                        <a:ext uri="{FF2B5EF4-FFF2-40B4-BE49-F238E27FC236}">
                          <a16:creationId xmlns:a16="http://schemas.microsoft.com/office/drawing/2014/main" id="{C83A9136-EF51-49CD-8898-09F102CA1A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7" name="直線コネクタ 119826">
                      <a:extLst>
                        <a:ext uri="{FF2B5EF4-FFF2-40B4-BE49-F238E27FC236}">
                          <a16:creationId xmlns:a16="http://schemas.microsoft.com/office/drawing/2014/main" id="{975537A5-C531-4ECF-B64C-7777C8D1C9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8" name="直線コネクタ 119827">
                      <a:extLst>
                        <a:ext uri="{FF2B5EF4-FFF2-40B4-BE49-F238E27FC236}">
                          <a16:creationId xmlns:a16="http://schemas.microsoft.com/office/drawing/2014/main" id="{0042C152-B18D-447C-8781-59AF809A16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29" name="直線コネクタ 119828">
                      <a:extLst>
                        <a:ext uri="{FF2B5EF4-FFF2-40B4-BE49-F238E27FC236}">
                          <a16:creationId xmlns:a16="http://schemas.microsoft.com/office/drawing/2014/main" id="{BFF4EA66-F32A-4F35-8F05-4D18035021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0" name="直線コネクタ 119829">
                      <a:extLst>
                        <a:ext uri="{FF2B5EF4-FFF2-40B4-BE49-F238E27FC236}">
                          <a16:creationId xmlns:a16="http://schemas.microsoft.com/office/drawing/2014/main" id="{6772849F-0F3F-47B4-A639-795C1F6DA7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1" name="直線コネクタ 119830">
                      <a:extLst>
                        <a:ext uri="{FF2B5EF4-FFF2-40B4-BE49-F238E27FC236}">
                          <a16:creationId xmlns:a16="http://schemas.microsoft.com/office/drawing/2014/main" id="{ADC3D04A-6649-42A7-B019-D7098DBF18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2" name="直線コネクタ 119831">
                      <a:extLst>
                        <a:ext uri="{FF2B5EF4-FFF2-40B4-BE49-F238E27FC236}">
                          <a16:creationId xmlns:a16="http://schemas.microsoft.com/office/drawing/2014/main" id="{5EFC8C04-FE87-4D25-AE2E-31B4E8A792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3" name="直線コネクタ 119832">
                      <a:extLst>
                        <a:ext uri="{FF2B5EF4-FFF2-40B4-BE49-F238E27FC236}">
                          <a16:creationId xmlns:a16="http://schemas.microsoft.com/office/drawing/2014/main" id="{FB0D48DC-657C-409E-8B62-4F044298F2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4" name="直線コネクタ 119833">
                      <a:extLst>
                        <a:ext uri="{FF2B5EF4-FFF2-40B4-BE49-F238E27FC236}">
                          <a16:creationId xmlns:a16="http://schemas.microsoft.com/office/drawing/2014/main" id="{0E7467F9-BF48-43CE-BDFF-9CBF7DD21F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835" name="直線コネクタ 119834">
                      <a:extLst>
                        <a:ext uri="{FF2B5EF4-FFF2-40B4-BE49-F238E27FC236}">
                          <a16:creationId xmlns:a16="http://schemas.microsoft.com/office/drawing/2014/main" id="{D3687231-566A-4A68-83A4-C1C4A39EA7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733" name="グループ化 119732">
                    <a:extLst>
                      <a:ext uri="{FF2B5EF4-FFF2-40B4-BE49-F238E27FC236}">
                        <a16:creationId xmlns:a16="http://schemas.microsoft.com/office/drawing/2014/main" id="{70560261-4EB1-47BF-BB27-893FC273B3ED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786" name="直線コネクタ 119785">
                      <a:extLst>
                        <a:ext uri="{FF2B5EF4-FFF2-40B4-BE49-F238E27FC236}">
                          <a16:creationId xmlns:a16="http://schemas.microsoft.com/office/drawing/2014/main" id="{BC40FF9B-0475-4414-BE00-C0450C4F4A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7" name="直線コネクタ 119786">
                      <a:extLst>
                        <a:ext uri="{FF2B5EF4-FFF2-40B4-BE49-F238E27FC236}">
                          <a16:creationId xmlns:a16="http://schemas.microsoft.com/office/drawing/2014/main" id="{C82510D4-6256-41F0-AF29-9437A68F73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8" name="直線コネクタ 119787">
                      <a:extLst>
                        <a:ext uri="{FF2B5EF4-FFF2-40B4-BE49-F238E27FC236}">
                          <a16:creationId xmlns:a16="http://schemas.microsoft.com/office/drawing/2014/main" id="{FD3542D6-E4A0-41AB-84AC-A602BF884C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9" name="直線コネクタ 119788">
                      <a:extLst>
                        <a:ext uri="{FF2B5EF4-FFF2-40B4-BE49-F238E27FC236}">
                          <a16:creationId xmlns:a16="http://schemas.microsoft.com/office/drawing/2014/main" id="{417F471F-9B2E-460B-80E4-9E16B57D1E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0" name="直線コネクタ 119789">
                      <a:extLst>
                        <a:ext uri="{FF2B5EF4-FFF2-40B4-BE49-F238E27FC236}">
                          <a16:creationId xmlns:a16="http://schemas.microsoft.com/office/drawing/2014/main" id="{09061F57-C487-4E4C-B10C-D74F72F2AB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1" name="直線コネクタ 119790">
                      <a:extLst>
                        <a:ext uri="{FF2B5EF4-FFF2-40B4-BE49-F238E27FC236}">
                          <a16:creationId xmlns:a16="http://schemas.microsoft.com/office/drawing/2014/main" id="{5CF89269-3025-48F3-A294-FB2F57E318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2" name="直線コネクタ 119791">
                      <a:extLst>
                        <a:ext uri="{FF2B5EF4-FFF2-40B4-BE49-F238E27FC236}">
                          <a16:creationId xmlns:a16="http://schemas.microsoft.com/office/drawing/2014/main" id="{45A8F2C8-18FE-4CEC-ADC2-1EEE2DDF49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93" name="直線コネクタ 119792">
                      <a:extLst>
                        <a:ext uri="{FF2B5EF4-FFF2-40B4-BE49-F238E27FC236}">
                          <a16:creationId xmlns:a16="http://schemas.microsoft.com/office/drawing/2014/main" id="{47ADA8CE-8D19-421D-B79E-E24E1BEE5A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734" name="グループ化 119733">
                    <a:extLst>
                      <a:ext uri="{FF2B5EF4-FFF2-40B4-BE49-F238E27FC236}">
                        <a16:creationId xmlns:a16="http://schemas.microsoft.com/office/drawing/2014/main" id="{EF5B48E0-3D84-4A4E-A03C-3E8ACF6246E2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778" name="直線コネクタ 119777">
                      <a:extLst>
                        <a:ext uri="{FF2B5EF4-FFF2-40B4-BE49-F238E27FC236}">
                          <a16:creationId xmlns:a16="http://schemas.microsoft.com/office/drawing/2014/main" id="{C69D1063-A507-479E-AD5B-792C8A86D8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9" name="直線コネクタ 119778">
                      <a:extLst>
                        <a:ext uri="{FF2B5EF4-FFF2-40B4-BE49-F238E27FC236}">
                          <a16:creationId xmlns:a16="http://schemas.microsoft.com/office/drawing/2014/main" id="{FCA2AC03-04DE-43EE-915A-CBC8272BE9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0" name="直線コネクタ 119779">
                      <a:extLst>
                        <a:ext uri="{FF2B5EF4-FFF2-40B4-BE49-F238E27FC236}">
                          <a16:creationId xmlns:a16="http://schemas.microsoft.com/office/drawing/2014/main" id="{DC9959BD-A39A-40CF-9D41-C3371D5C00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1" name="直線コネクタ 119780">
                      <a:extLst>
                        <a:ext uri="{FF2B5EF4-FFF2-40B4-BE49-F238E27FC236}">
                          <a16:creationId xmlns:a16="http://schemas.microsoft.com/office/drawing/2014/main" id="{425488C9-7359-429F-8462-5CCD7372D5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2" name="直線コネクタ 119781">
                      <a:extLst>
                        <a:ext uri="{FF2B5EF4-FFF2-40B4-BE49-F238E27FC236}">
                          <a16:creationId xmlns:a16="http://schemas.microsoft.com/office/drawing/2014/main" id="{A0568592-E3C4-499A-8ACC-74741BB0E4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3" name="直線コネクタ 119782">
                      <a:extLst>
                        <a:ext uri="{FF2B5EF4-FFF2-40B4-BE49-F238E27FC236}">
                          <a16:creationId xmlns:a16="http://schemas.microsoft.com/office/drawing/2014/main" id="{362869C6-D53E-4D15-BEF9-8CA1C7A606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4" name="直線コネクタ 119783">
                      <a:extLst>
                        <a:ext uri="{FF2B5EF4-FFF2-40B4-BE49-F238E27FC236}">
                          <a16:creationId xmlns:a16="http://schemas.microsoft.com/office/drawing/2014/main" id="{478D93EA-7042-4033-89A7-E382E3FBD4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85" name="直線コネクタ 119784">
                      <a:extLst>
                        <a:ext uri="{FF2B5EF4-FFF2-40B4-BE49-F238E27FC236}">
                          <a16:creationId xmlns:a16="http://schemas.microsoft.com/office/drawing/2014/main" id="{4ADB3E90-CAE3-4258-BEBD-CB84FF1B06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735" name="グループ化 119734">
                    <a:extLst>
                      <a:ext uri="{FF2B5EF4-FFF2-40B4-BE49-F238E27FC236}">
                        <a16:creationId xmlns:a16="http://schemas.microsoft.com/office/drawing/2014/main" id="{CDFDF284-9CF9-4CCF-8F48-FC354B5B2E6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736" name="直線コネクタ 119735">
                      <a:extLst>
                        <a:ext uri="{FF2B5EF4-FFF2-40B4-BE49-F238E27FC236}">
                          <a16:creationId xmlns:a16="http://schemas.microsoft.com/office/drawing/2014/main" id="{43457AC2-BFFB-4205-96C3-B49441396B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37" name="直線コネクタ 119736">
                      <a:extLst>
                        <a:ext uri="{FF2B5EF4-FFF2-40B4-BE49-F238E27FC236}">
                          <a16:creationId xmlns:a16="http://schemas.microsoft.com/office/drawing/2014/main" id="{5457EB07-2C97-47CF-A2AB-5A9974A9D4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38" name="直線コネクタ 119737">
                      <a:extLst>
                        <a:ext uri="{FF2B5EF4-FFF2-40B4-BE49-F238E27FC236}">
                          <a16:creationId xmlns:a16="http://schemas.microsoft.com/office/drawing/2014/main" id="{AEA88F0E-29CF-4DD0-944D-3D65CFCA8E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39" name="直線コネクタ 119738">
                      <a:extLst>
                        <a:ext uri="{FF2B5EF4-FFF2-40B4-BE49-F238E27FC236}">
                          <a16:creationId xmlns:a16="http://schemas.microsoft.com/office/drawing/2014/main" id="{63444FE4-0C99-40C7-9D39-346F65543C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0" name="直線コネクタ 119739">
                      <a:extLst>
                        <a:ext uri="{FF2B5EF4-FFF2-40B4-BE49-F238E27FC236}">
                          <a16:creationId xmlns:a16="http://schemas.microsoft.com/office/drawing/2014/main" id="{65CFB3C2-58C4-42D7-8057-86F046D296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1" name="直線コネクタ 119740">
                      <a:extLst>
                        <a:ext uri="{FF2B5EF4-FFF2-40B4-BE49-F238E27FC236}">
                          <a16:creationId xmlns:a16="http://schemas.microsoft.com/office/drawing/2014/main" id="{DAB664A7-442B-47CC-BB1D-0CB4166185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2" name="直線コネクタ 119741">
                      <a:extLst>
                        <a:ext uri="{FF2B5EF4-FFF2-40B4-BE49-F238E27FC236}">
                          <a16:creationId xmlns:a16="http://schemas.microsoft.com/office/drawing/2014/main" id="{67836F0A-9B12-4232-8D75-2AEEBD8C79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3" name="直線コネクタ 119742">
                      <a:extLst>
                        <a:ext uri="{FF2B5EF4-FFF2-40B4-BE49-F238E27FC236}">
                          <a16:creationId xmlns:a16="http://schemas.microsoft.com/office/drawing/2014/main" id="{F0898D80-B9BC-4776-8B89-2928C95AE2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4" name="直線コネクタ 119743">
                      <a:extLst>
                        <a:ext uri="{FF2B5EF4-FFF2-40B4-BE49-F238E27FC236}">
                          <a16:creationId xmlns:a16="http://schemas.microsoft.com/office/drawing/2014/main" id="{C2C67A6D-2547-49CD-A37F-69D0470501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5" name="直線コネクタ 119744">
                      <a:extLst>
                        <a:ext uri="{FF2B5EF4-FFF2-40B4-BE49-F238E27FC236}">
                          <a16:creationId xmlns:a16="http://schemas.microsoft.com/office/drawing/2014/main" id="{9263C939-A6BD-4311-A863-21FE16F785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6" name="直線コネクタ 119745">
                      <a:extLst>
                        <a:ext uri="{FF2B5EF4-FFF2-40B4-BE49-F238E27FC236}">
                          <a16:creationId xmlns:a16="http://schemas.microsoft.com/office/drawing/2014/main" id="{D1BE1B8D-DE64-427C-91B6-2B31C03C57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7" name="直線コネクタ 119746">
                      <a:extLst>
                        <a:ext uri="{FF2B5EF4-FFF2-40B4-BE49-F238E27FC236}">
                          <a16:creationId xmlns:a16="http://schemas.microsoft.com/office/drawing/2014/main" id="{687903AD-9A5B-4B79-9B73-EC7E6641E3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8" name="直線コネクタ 119747">
                      <a:extLst>
                        <a:ext uri="{FF2B5EF4-FFF2-40B4-BE49-F238E27FC236}">
                          <a16:creationId xmlns:a16="http://schemas.microsoft.com/office/drawing/2014/main" id="{CF6145E7-FB7F-462F-B6F8-84B3E958E9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49" name="直線コネクタ 119748">
                      <a:extLst>
                        <a:ext uri="{FF2B5EF4-FFF2-40B4-BE49-F238E27FC236}">
                          <a16:creationId xmlns:a16="http://schemas.microsoft.com/office/drawing/2014/main" id="{F33BF20C-4987-47A5-9F84-CE77206197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0" name="直線コネクタ 119749">
                      <a:extLst>
                        <a:ext uri="{FF2B5EF4-FFF2-40B4-BE49-F238E27FC236}">
                          <a16:creationId xmlns:a16="http://schemas.microsoft.com/office/drawing/2014/main" id="{F26B0CDB-843D-40FB-BCC3-C6667D2D15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1" name="直線コネクタ 119750">
                      <a:extLst>
                        <a:ext uri="{FF2B5EF4-FFF2-40B4-BE49-F238E27FC236}">
                          <a16:creationId xmlns:a16="http://schemas.microsoft.com/office/drawing/2014/main" id="{CD0C8C45-0D8B-4192-8DE1-26F0268C2B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2" name="直線コネクタ 119751">
                      <a:extLst>
                        <a:ext uri="{FF2B5EF4-FFF2-40B4-BE49-F238E27FC236}">
                          <a16:creationId xmlns:a16="http://schemas.microsoft.com/office/drawing/2014/main" id="{24C063B1-1432-4C86-B100-6A5EC74196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3" name="直線コネクタ 119752">
                      <a:extLst>
                        <a:ext uri="{FF2B5EF4-FFF2-40B4-BE49-F238E27FC236}">
                          <a16:creationId xmlns:a16="http://schemas.microsoft.com/office/drawing/2014/main" id="{B9DC7A68-57D1-49C7-A63F-99E6164B6D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4" name="直線コネクタ 119753">
                      <a:extLst>
                        <a:ext uri="{FF2B5EF4-FFF2-40B4-BE49-F238E27FC236}">
                          <a16:creationId xmlns:a16="http://schemas.microsoft.com/office/drawing/2014/main" id="{7705E046-ED9B-4807-AB32-BD81944999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5" name="直線コネクタ 119754">
                      <a:extLst>
                        <a:ext uri="{FF2B5EF4-FFF2-40B4-BE49-F238E27FC236}">
                          <a16:creationId xmlns:a16="http://schemas.microsoft.com/office/drawing/2014/main" id="{792736CB-7643-47C6-A31C-7297D26448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6" name="直線コネクタ 119755">
                      <a:extLst>
                        <a:ext uri="{FF2B5EF4-FFF2-40B4-BE49-F238E27FC236}">
                          <a16:creationId xmlns:a16="http://schemas.microsoft.com/office/drawing/2014/main" id="{1699FF3C-9426-4A2C-A543-323828A51C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7" name="直線コネクタ 119756">
                      <a:extLst>
                        <a:ext uri="{FF2B5EF4-FFF2-40B4-BE49-F238E27FC236}">
                          <a16:creationId xmlns:a16="http://schemas.microsoft.com/office/drawing/2014/main" id="{4E91A665-C56F-42CC-B735-AED862574E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8" name="直線コネクタ 119757">
                      <a:extLst>
                        <a:ext uri="{FF2B5EF4-FFF2-40B4-BE49-F238E27FC236}">
                          <a16:creationId xmlns:a16="http://schemas.microsoft.com/office/drawing/2014/main" id="{F4AC4AD6-B286-402D-825B-F7F5E1FCEB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59" name="直線コネクタ 119758">
                      <a:extLst>
                        <a:ext uri="{FF2B5EF4-FFF2-40B4-BE49-F238E27FC236}">
                          <a16:creationId xmlns:a16="http://schemas.microsoft.com/office/drawing/2014/main" id="{420A3F9F-AE77-476D-A732-D20602713F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0" name="直線コネクタ 119759">
                      <a:extLst>
                        <a:ext uri="{FF2B5EF4-FFF2-40B4-BE49-F238E27FC236}">
                          <a16:creationId xmlns:a16="http://schemas.microsoft.com/office/drawing/2014/main" id="{FDF56861-39AB-4CF1-898E-EB337840E1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1" name="直線コネクタ 119760">
                      <a:extLst>
                        <a:ext uri="{FF2B5EF4-FFF2-40B4-BE49-F238E27FC236}">
                          <a16:creationId xmlns:a16="http://schemas.microsoft.com/office/drawing/2014/main" id="{4C978CC1-10E3-470C-84C7-BE68449C06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2" name="直線コネクタ 119761">
                      <a:extLst>
                        <a:ext uri="{FF2B5EF4-FFF2-40B4-BE49-F238E27FC236}">
                          <a16:creationId xmlns:a16="http://schemas.microsoft.com/office/drawing/2014/main" id="{20AA16D4-515F-4B6D-8BD3-65AFD3F405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3" name="直線コネクタ 119762">
                      <a:extLst>
                        <a:ext uri="{FF2B5EF4-FFF2-40B4-BE49-F238E27FC236}">
                          <a16:creationId xmlns:a16="http://schemas.microsoft.com/office/drawing/2014/main" id="{532074AE-649F-4543-9A1A-47DC954264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4" name="直線コネクタ 119763">
                      <a:extLst>
                        <a:ext uri="{FF2B5EF4-FFF2-40B4-BE49-F238E27FC236}">
                          <a16:creationId xmlns:a16="http://schemas.microsoft.com/office/drawing/2014/main" id="{9B89CA00-73CE-4555-87DD-B26E087DE7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5" name="直線コネクタ 119764">
                      <a:extLst>
                        <a:ext uri="{FF2B5EF4-FFF2-40B4-BE49-F238E27FC236}">
                          <a16:creationId xmlns:a16="http://schemas.microsoft.com/office/drawing/2014/main" id="{41412C79-9FCB-40E6-8C6C-8A22058CEE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6" name="直線コネクタ 119765">
                      <a:extLst>
                        <a:ext uri="{FF2B5EF4-FFF2-40B4-BE49-F238E27FC236}">
                          <a16:creationId xmlns:a16="http://schemas.microsoft.com/office/drawing/2014/main" id="{C9F0A048-4434-4C76-A21A-E3C3C8F675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7" name="直線コネクタ 119766">
                      <a:extLst>
                        <a:ext uri="{FF2B5EF4-FFF2-40B4-BE49-F238E27FC236}">
                          <a16:creationId xmlns:a16="http://schemas.microsoft.com/office/drawing/2014/main" id="{810CAE36-DE48-44D0-AE2F-80FB98857B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8" name="直線コネクタ 119767">
                      <a:extLst>
                        <a:ext uri="{FF2B5EF4-FFF2-40B4-BE49-F238E27FC236}">
                          <a16:creationId xmlns:a16="http://schemas.microsoft.com/office/drawing/2014/main" id="{E8DCCC52-4E11-4F82-A0E4-3918398272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69" name="直線コネクタ 119768">
                      <a:extLst>
                        <a:ext uri="{FF2B5EF4-FFF2-40B4-BE49-F238E27FC236}">
                          <a16:creationId xmlns:a16="http://schemas.microsoft.com/office/drawing/2014/main" id="{70BEACC2-BA98-4ADC-8952-1B243B6B6A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0" name="直線コネクタ 119769">
                      <a:extLst>
                        <a:ext uri="{FF2B5EF4-FFF2-40B4-BE49-F238E27FC236}">
                          <a16:creationId xmlns:a16="http://schemas.microsoft.com/office/drawing/2014/main" id="{C6AC3D64-54B6-462D-BC32-17F51ADE22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1" name="直線コネクタ 119770">
                      <a:extLst>
                        <a:ext uri="{FF2B5EF4-FFF2-40B4-BE49-F238E27FC236}">
                          <a16:creationId xmlns:a16="http://schemas.microsoft.com/office/drawing/2014/main" id="{B1CEA812-046C-4C21-ACFC-FD972915EA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2" name="直線コネクタ 119771">
                      <a:extLst>
                        <a:ext uri="{FF2B5EF4-FFF2-40B4-BE49-F238E27FC236}">
                          <a16:creationId xmlns:a16="http://schemas.microsoft.com/office/drawing/2014/main" id="{27B6C105-BA54-4E7B-B3CF-1BD7997B1E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3" name="直線コネクタ 119772">
                      <a:extLst>
                        <a:ext uri="{FF2B5EF4-FFF2-40B4-BE49-F238E27FC236}">
                          <a16:creationId xmlns:a16="http://schemas.microsoft.com/office/drawing/2014/main" id="{52E01495-A64F-4CC9-B047-E6311BD4FA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4" name="直線コネクタ 119773">
                      <a:extLst>
                        <a:ext uri="{FF2B5EF4-FFF2-40B4-BE49-F238E27FC236}">
                          <a16:creationId xmlns:a16="http://schemas.microsoft.com/office/drawing/2014/main" id="{4C2A7ACC-4281-45CA-8194-F4EC8939EA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5" name="直線コネクタ 119774">
                      <a:extLst>
                        <a:ext uri="{FF2B5EF4-FFF2-40B4-BE49-F238E27FC236}">
                          <a16:creationId xmlns:a16="http://schemas.microsoft.com/office/drawing/2014/main" id="{A7B135B2-DBF1-4A2A-AF77-636E5FAEAC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6" name="直線コネクタ 119775">
                      <a:extLst>
                        <a:ext uri="{FF2B5EF4-FFF2-40B4-BE49-F238E27FC236}">
                          <a16:creationId xmlns:a16="http://schemas.microsoft.com/office/drawing/2014/main" id="{AA617310-A1AB-4BB2-A37A-BD572511EC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777" name="直線コネクタ 119776">
                      <a:extLst>
                        <a:ext uri="{FF2B5EF4-FFF2-40B4-BE49-F238E27FC236}">
                          <a16:creationId xmlns:a16="http://schemas.microsoft.com/office/drawing/2014/main" id="{FE8720D6-3276-43AF-A6E1-F8BCE8A3DF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6" name="グループ化 118405">
                  <a:extLst>
                    <a:ext uri="{FF2B5EF4-FFF2-40B4-BE49-F238E27FC236}">
                      <a16:creationId xmlns:a16="http://schemas.microsoft.com/office/drawing/2014/main" id="{2F1D1D53-AA59-4008-95D4-29F1A7042CF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85490" y="5385481"/>
                  <a:ext cx="28783" cy="28800"/>
                  <a:chOff x="4287481" y="4286224"/>
                  <a:chExt cx="2227978" cy="2229219"/>
                </a:xfrm>
              </p:grpSpPr>
              <p:cxnSp>
                <p:nvCxnSpPr>
                  <p:cNvPr id="119177" name="直線コネクタ 119176">
                    <a:extLst>
                      <a:ext uri="{FF2B5EF4-FFF2-40B4-BE49-F238E27FC236}">
                        <a16:creationId xmlns:a16="http://schemas.microsoft.com/office/drawing/2014/main" id="{1564F389-5386-4993-9AEE-0FDC2EBE5A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78" name="直線コネクタ 119177">
                    <a:extLst>
                      <a:ext uri="{FF2B5EF4-FFF2-40B4-BE49-F238E27FC236}">
                        <a16:creationId xmlns:a16="http://schemas.microsoft.com/office/drawing/2014/main" id="{4686FB10-64A2-40AE-ABC5-144B615988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79" name="直線コネクタ 119178">
                    <a:extLst>
                      <a:ext uri="{FF2B5EF4-FFF2-40B4-BE49-F238E27FC236}">
                        <a16:creationId xmlns:a16="http://schemas.microsoft.com/office/drawing/2014/main" id="{9E959923-BC52-456F-909F-9FD5586CE4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0" name="直線コネクタ 119179">
                    <a:extLst>
                      <a:ext uri="{FF2B5EF4-FFF2-40B4-BE49-F238E27FC236}">
                        <a16:creationId xmlns:a16="http://schemas.microsoft.com/office/drawing/2014/main" id="{E75B343A-14EC-4247-A47D-8C9842A93A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1" name="直線コネクタ 119180">
                    <a:extLst>
                      <a:ext uri="{FF2B5EF4-FFF2-40B4-BE49-F238E27FC236}">
                        <a16:creationId xmlns:a16="http://schemas.microsoft.com/office/drawing/2014/main" id="{7B411746-84EB-4F76-AB10-65571DB3B9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2" name="直線コネクタ 119181">
                    <a:extLst>
                      <a:ext uri="{FF2B5EF4-FFF2-40B4-BE49-F238E27FC236}">
                        <a16:creationId xmlns:a16="http://schemas.microsoft.com/office/drawing/2014/main" id="{774E6D0B-5C9E-4833-8D5B-239CF1DE73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3" name="直線コネクタ 119182">
                    <a:extLst>
                      <a:ext uri="{FF2B5EF4-FFF2-40B4-BE49-F238E27FC236}">
                        <a16:creationId xmlns:a16="http://schemas.microsoft.com/office/drawing/2014/main" id="{0612D3BC-6DEC-4B00-93BF-E1CBCF2565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4" name="直線コネクタ 119183">
                    <a:extLst>
                      <a:ext uri="{FF2B5EF4-FFF2-40B4-BE49-F238E27FC236}">
                        <a16:creationId xmlns:a16="http://schemas.microsoft.com/office/drawing/2014/main" id="{11CA76A6-8AC9-41DC-A9CC-0DFECB1D6B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5" name="直線コネクタ 119184">
                    <a:extLst>
                      <a:ext uri="{FF2B5EF4-FFF2-40B4-BE49-F238E27FC236}">
                        <a16:creationId xmlns:a16="http://schemas.microsoft.com/office/drawing/2014/main" id="{EF895BB7-1CB4-4C41-BCFE-9BAD95DA05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6" name="直線コネクタ 119185">
                    <a:extLst>
                      <a:ext uri="{FF2B5EF4-FFF2-40B4-BE49-F238E27FC236}">
                        <a16:creationId xmlns:a16="http://schemas.microsoft.com/office/drawing/2014/main" id="{3E7EB5CD-672C-4440-810B-16E8DFE34E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7" name="直線コネクタ 119186">
                    <a:extLst>
                      <a:ext uri="{FF2B5EF4-FFF2-40B4-BE49-F238E27FC236}">
                        <a16:creationId xmlns:a16="http://schemas.microsoft.com/office/drawing/2014/main" id="{297C8D25-B4F5-4898-8557-561ED98A6E3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8" name="直線コネクタ 119187">
                    <a:extLst>
                      <a:ext uri="{FF2B5EF4-FFF2-40B4-BE49-F238E27FC236}">
                        <a16:creationId xmlns:a16="http://schemas.microsoft.com/office/drawing/2014/main" id="{8DD8D598-14E5-4253-94C1-CBA0C9C5C0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89" name="直線コネクタ 119188">
                    <a:extLst>
                      <a:ext uri="{FF2B5EF4-FFF2-40B4-BE49-F238E27FC236}">
                        <a16:creationId xmlns:a16="http://schemas.microsoft.com/office/drawing/2014/main" id="{43A90589-08FD-4FBF-BC5C-0F483B2CBCE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0" name="直線コネクタ 119189">
                    <a:extLst>
                      <a:ext uri="{FF2B5EF4-FFF2-40B4-BE49-F238E27FC236}">
                        <a16:creationId xmlns:a16="http://schemas.microsoft.com/office/drawing/2014/main" id="{8C1171B1-E1F1-489B-98D4-AC8F3020C1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1" name="直線コネクタ 119190">
                    <a:extLst>
                      <a:ext uri="{FF2B5EF4-FFF2-40B4-BE49-F238E27FC236}">
                        <a16:creationId xmlns:a16="http://schemas.microsoft.com/office/drawing/2014/main" id="{0FA925FA-FE87-4858-B1B2-9EEC1C4491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2" name="直線コネクタ 119191">
                    <a:extLst>
                      <a:ext uri="{FF2B5EF4-FFF2-40B4-BE49-F238E27FC236}">
                        <a16:creationId xmlns:a16="http://schemas.microsoft.com/office/drawing/2014/main" id="{5F1B4D25-2A25-4222-99F5-A1E17E89C7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3" name="直線コネクタ 119192">
                    <a:extLst>
                      <a:ext uri="{FF2B5EF4-FFF2-40B4-BE49-F238E27FC236}">
                        <a16:creationId xmlns:a16="http://schemas.microsoft.com/office/drawing/2014/main" id="{EE42D402-801B-4EC9-84D0-8201AA5437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4" name="直線コネクタ 119193">
                    <a:extLst>
                      <a:ext uri="{FF2B5EF4-FFF2-40B4-BE49-F238E27FC236}">
                        <a16:creationId xmlns:a16="http://schemas.microsoft.com/office/drawing/2014/main" id="{3893FA93-AC28-4B12-B0D6-2EFD501FF1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5" name="直線コネクタ 119194">
                    <a:extLst>
                      <a:ext uri="{FF2B5EF4-FFF2-40B4-BE49-F238E27FC236}">
                        <a16:creationId xmlns:a16="http://schemas.microsoft.com/office/drawing/2014/main" id="{583B9A72-8098-4D24-9E7F-8D1ACED318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6" name="直線コネクタ 119195">
                    <a:extLst>
                      <a:ext uri="{FF2B5EF4-FFF2-40B4-BE49-F238E27FC236}">
                        <a16:creationId xmlns:a16="http://schemas.microsoft.com/office/drawing/2014/main" id="{26A5A268-A99E-4D02-9C4B-0EFC9611F1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7" name="直線コネクタ 119196">
                    <a:extLst>
                      <a:ext uri="{FF2B5EF4-FFF2-40B4-BE49-F238E27FC236}">
                        <a16:creationId xmlns:a16="http://schemas.microsoft.com/office/drawing/2014/main" id="{BD182246-846F-4563-9066-219B9E0F52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8" name="直線コネクタ 119197">
                    <a:extLst>
                      <a:ext uri="{FF2B5EF4-FFF2-40B4-BE49-F238E27FC236}">
                        <a16:creationId xmlns:a16="http://schemas.microsoft.com/office/drawing/2014/main" id="{0E4915E1-0393-4E40-A317-FAB66D74B1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199" name="直線コネクタ 119198">
                    <a:extLst>
                      <a:ext uri="{FF2B5EF4-FFF2-40B4-BE49-F238E27FC236}">
                        <a16:creationId xmlns:a16="http://schemas.microsoft.com/office/drawing/2014/main" id="{52F286BF-89B4-4C83-9B64-8A24A623A8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0" name="直線コネクタ 119199">
                    <a:extLst>
                      <a:ext uri="{FF2B5EF4-FFF2-40B4-BE49-F238E27FC236}">
                        <a16:creationId xmlns:a16="http://schemas.microsoft.com/office/drawing/2014/main" id="{D405BABD-7307-407E-BA38-CEA418DA94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1" name="直線コネクタ 119200">
                    <a:extLst>
                      <a:ext uri="{FF2B5EF4-FFF2-40B4-BE49-F238E27FC236}">
                        <a16:creationId xmlns:a16="http://schemas.microsoft.com/office/drawing/2014/main" id="{B9526FB8-F65C-41FA-99A6-09C5DE96A8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2" name="直線コネクタ 119201">
                    <a:extLst>
                      <a:ext uri="{FF2B5EF4-FFF2-40B4-BE49-F238E27FC236}">
                        <a16:creationId xmlns:a16="http://schemas.microsoft.com/office/drawing/2014/main" id="{0B4A6A1D-A1E9-4C5A-AD6B-4079B3625D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3" name="直線コネクタ 119202">
                    <a:extLst>
                      <a:ext uri="{FF2B5EF4-FFF2-40B4-BE49-F238E27FC236}">
                        <a16:creationId xmlns:a16="http://schemas.microsoft.com/office/drawing/2014/main" id="{27C194F2-E66C-40C6-9BE2-586143E157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4" name="直線コネクタ 119203">
                    <a:extLst>
                      <a:ext uri="{FF2B5EF4-FFF2-40B4-BE49-F238E27FC236}">
                        <a16:creationId xmlns:a16="http://schemas.microsoft.com/office/drawing/2014/main" id="{1B3E9A8E-4BDB-4EFB-8CDB-FDD2E10B20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5" name="直線コネクタ 119204">
                    <a:extLst>
                      <a:ext uri="{FF2B5EF4-FFF2-40B4-BE49-F238E27FC236}">
                        <a16:creationId xmlns:a16="http://schemas.microsoft.com/office/drawing/2014/main" id="{DDD862F3-B28F-466A-B90C-E2BEC04ADC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6" name="直線コネクタ 119205">
                    <a:extLst>
                      <a:ext uri="{FF2B5EF4-FFF2-40B4-BE49-F238E27FC236}">
                        <a16:creationId xmlns:a16="http://schemas.microsoft.com/office/drawing/2014/main" id="{8242ED1B-2E9B-4895-8856-FAF54CDA00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7" name="直線コネクタ 119206">
                    <a:extLst>
                      <a:ext uri="{FF2B5EF4-FFF2-40B4-BE49-F238E27FC236}">
                        <a16:creationId xmlns:a16="http://schemas.microsoft.com/office/drawing/2014/main" id="{5EF2A6F5-C5DE-44E6-91FD-F64EBF377E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8" name="直線コネクタ 119207">
                    <a:extLst>
                      <a:ext uri="{FF2B5EF4-FFF2-40B4-BE49-F238E27FC236}">
                        <a16:creationId xmlns:a16="http://schemas.microsoft.com/office/drawing/2014/main" id="{E43EE1C5-87D2-4402-BE96-78AE7B6B6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09" name="直線コネクタ 119208">
                    <a:extLst>
                      <a:ext uri="{FF2B5EF4-FFF2-40B4-BE49-F238E27FC236}">
                        <a16:creationId xmlns:a16="http://schemas.microsoft.com/office/drawing/2014/main" id="{7408CBAC-90ED-40C4-9AEA-A54F0D07F8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0" name="直線コネクタ 119209">
                    <a:extLst>
                      <a:ext uri="{FF2B5EF4-FFF2-40B4-BE49-F238E27FC236}">
                        <a16:creationId xmlns:a16="http://schemas.microsoft.com/office/drawing/2014/main" id="{5BB9749F-A705-4C34-985A-9E01C4D00F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1" name="直線コネクタ 119210">
                    <a:extLst>
                      <a:ext uri="{FF2B5EF4-FFF2-40B4-BE49-F238E27FC236}">
                        <a16:creationId xmlns:a16="http://schemas.microsoft.com/office/drawing/2014/main" id="{C0B4B3FF-8877-4EE0-B9D3-4125446968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2" name="直線コネクタ 119211">
                    <a:extLst>
                      <a:ext uri="{FF2B5EF4-FFF2-40B4-BE49-F238E27FC236}">
                        <a16:creationId xmlns:a16="http://schemas.microsoft.com/office/drawing/2014/main" id="{AC9208E7-A6A5-418D-BDB7-C3FB97F31A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3" name="直線コネクタ 119212">
                    <a:extLst>
                      <a:ext uri="{FF2B5EF4-FFF2-40B4-BE49-F238E27FC236}">
                        <a16:creationId xmlns:a16="http://schemas.microsoft.com/office/drawing/2014/main" id="{BEA81DAB-91D7-4C92-90E8-F68E871B27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4" name="直線コネクタ 119213">
                    <a:extLst>
                      <a:ext uri="{FF2B5EF4-FFF2-40B4-BE49-F238E27FC236}">
                        <a16:creationId xmlns:a16="http://schemas.microsoft.com/office/drawing/2014/main" id="{0AA11572-1C56-4A05-B925-B350E5446C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5" name="直線コネクタ 119214">
                    <a:extLst>
                      <a:ext uri="{FF2B5EF4-FFF2-40B4-BE49-F238E27FC236}">
                        <a16:creationId xmlns:a16="http://schemas.microsoft.com/office/drawing/2014/main" id="{5E5C8C66-F435-4B1A-87CC-52560E39F4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6" name="直線コネクタ 119215">
                    <a:extLst>
                      <a:ext uri="{FF2B5EF4-FFF2-40B4-BE49-F238E27FC236}">
                        <a16:creationId xmlns:a16="http://schemas.microsoft.com/office/drawing/2014/main" id="{EC5F37F8-B300-4747-8691-E78D2FF817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7" name="直線コネクタ 119216">
                    <a:extLst>
                      <a:ext uri="{FF2B5EF4-FFF2-40B4-BE49-F238E27FC236}">
                        <a16:creationId xmlns:a16="http://schemas.microsoft.com/office/drawing/2014/main" id="{34BE29E5-56DD-48DA-92F8-8B4866A31D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8" name="直線コネクタ 119217">
                    <a:extLst>
                      <a:ext uri="{FF2B5EF4-FFF2-40B4-BE49-F238E27FC236}">
                        <a16:creationId xmlns:a16="http://schemas.microsoft.com/office/drawing/2014/main" id="{55B25A71-DFB9-47F0-ADD7-B4DB4F9F26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19" name="直線コネクタ 119218">
                    <a:extLst>
                      <a:ext uri="{FF2B5EF4-FFF2-40B4-BE49-F238E27FC236}">
                        <a16:creationId xmlns:a16="http://schemas.microsoft.com/office/drawing/2014/main" id="{5D7D4DB0-EC83-418F-96C4-B3394AA477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0" name="直線コネクタ 119219">
                    <a:extLst>
                      <a:ext uri="{FF2B5EF4-FFF2-40B4-BE49-F238E27FC236}">
                        <a16:creationId xmlns:a16="http://schemas.microsoft.com/office/drawing/2014/main" id="{A7C15FCF-F64E-40DD-861A-E65613BC104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1" name="直線コネクタ 119220">
                    <a:extLst>
                      <a:ext uri="{FF2B5EF4-FFF2-40B4-BE49-F238E27FC236}">
                        <a16:creationId xmlns:a16="http://schemas.microsoft.com/office/drawing/2014/main" id="{42EC9557-0D45-46B0-B718-410A8A49890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2" name="直線コネクタ 119221">
                    <a:extLst>
                      <a:ext uri="{FF2B5EF4-FFF2-40B4-BE49-F238E27FC236}">
                        <a16:creationId xmlns:a16="http://schemas.microsoft.com/office/drawing/2014/main" id="{799616FE-2216-46A9-8E79-6AB7EDE69A0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3" name="直線コネクタ 119222">
                    <a:extLst>
                      <a:ext uri="{FF2B5EF4-FFF2-40B4-BE49-F238E27FC236}">
                        <a16:creationId xmlns:a16="http://schemas.microsoft.com/office/drawing/2014/main" id="{9FC43F7F-7A75-4CB9-BA72-72539AAF99D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4" name="直線コネクタ 119223">
                    <a:extLst>
                      <a:ext uri="{FF2B5EF4-FFF2-40B4-BE49-F238E27FC236}">
                        <a16:creationId xmlns:a16="http://schemas.microsoft.com/office/drawing/2014/main" id="{D934F818-DAB7-483C-8AF8-7E59C4A7AF0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5" name="直線コネクタ 119224">
                    <a:extLst>
                      <a:ext uri="{FF2B5EF4-FFF2-40B4-BE49-F238E27FC236}">
                        <a16:creationId xmlns:a16="http://schemas.microsoft.com/office/drawing/2014/main" id="{2597F427-1C23-4F6F-87EB-13CE74D3B6E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6" name="直線コネクタ 119225">
                    <a:extLst>
                      <a:ext uri="{FF2B5EF4-FFF2-40B4-BE49-F238E27FC236}">
                        <a16:creationId xmlns:a16="http://schemas.microsoft.com/office/drawing/2014/main" id="{AFC6F141-E4B5-48F7-9D72-D1D1CB9C8E8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7" name="直線コネクタ 119226">
                    <a:extLst>
                      <a:ext uri="{FF2B5EF4-FFF2-40B4-BE49-F238E27FC236}">
                        <a16:creationId xmlns:a16="http://schemas.microsoft.com/office/drawing/2014/main" id="{3F847BAF-52B9-4DE3-8DB7-C166DCDE7F0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8" name="直線コネクタ 119227">
                    <a:extLst>
                      <a:ext uri="{FF2B5EF4-FFF2-40B4-BE49-F238E27FC236}">
                        <a16:creationId xmlns:a16="http://schemas.microsoft.com/office/drawing/2014/main" id="{5F6B9AE3-3C01-4B11-9D77-38CD5A2C46F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29" name="直線コネクタ 119228">
                    <a:extLst>
                      <a:ext uri="{FF2B5EF4-FFF2-40B4-BE49-F238E27FC236}">
                        <a16:creationId xmlns:a16="http://schemas.microsoft.com/office/drawing/2014/main" id="{821668B8-D5F7-41A6-BDFE-B80743C728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0" name="直線コネクタ 119229">
                    <a:extLst>
                      <a:ext uri="{FF2B5EF4-FFF2-40B4-BE49-F238E27FC236}">
                        <a16:creationId xmlns:a16="http://schemas.microsoft.com/office/drawing/2014/main" id="{DE577874-9687-430A-B1F1-4FAE398B43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1" name="直線コネクタ 119230">
                    <a:extLst>
                      <a:ext uri="{FF2B5EF4-FFF2-40B4-BE49-F238E27FC236}">
                        <a16:creationId xmlns:a16="http://schemas.microsoft.com/office/drawing/2014/main" id="{6B108455-2A96-4FBA-ABA9-B85FBEC4E1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2" name="直線コネクタ 119231">
                    <a:extLst>
                      <a:ext uri="{FF2B5EF4-FFF2-40B4-BE49-F238E27FC236}">
                        <a16:creationId xmlns:a16="http://schemas.microsoft.com/office/drawing/2014/main" id="{024F52A5-62C7-4ABD-B427-13430B7772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3" name="直線コネクタ 119232">
                    <a:extLst>
                      <a:ext uri="{FF2B5EF4-FFF2-40B4-BE49-F238E27FC236}">
                        <a16:creationId xmlns:a16="http://schemas.microsoft.com/office/drawing/2014/main" id="{7A86A26F-97AA-44B6-8AE3-54BAA13013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4" name="直線コネクタ 119233">
                    <a:extLst>
                      <a:ext uri="{FF2B5EF4-FFF2-40B4-BE49-F238E27FC236}">
                        <a16:creationId xmlns:a16="http://schemas.microsoft.com/office/drawing/2014/main" id="{6D55267F-73AA-4FD3-8481-C5CF440CF0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5" name="直線コネクタ 119234">
                    <a:extLst>
                      <a:ext uri="{FF2B5EF4-FFF2-40B4-BE49-F238E27FC236}">
                        <a16:creationId xmlns:a16="http://schemas.microsoft.com/office/drawing/2014/main" id="{2A84A2F1-46A6-4742-B96F-3A9B2C10AB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6" name="直線コネクタ 119235">
                    <a:extLst>
                      <a:ext uri="{FF2B5EF4-FFF2-40B4-BE49-F238E27FC236}">
                        <a16:creationId xmlns:a16="http://schemas.microsoft.com/office/drawing/2014/main" id="{F0599452-2D0F-442B-9CE7-55526B8965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7" name="直線コネクタ 119236">
                    <a:extLst>
                      <a:ext uri="{FF2B5EF4-FFF2-40B4-BE49-F238E27FC236}">
                        <a16:creationId xmlns:a16="http://schemas.microsoft.com/office/drawing/2014/main" id="{D1EC62ED-CA1C-4625-8A3A-08DD888E2F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8" name="直線コネクタ 119237">
                    <a:extLst>
                      <a:ext uri="{FF2B5EF4-FFF2-40B4-BE49-F238E27FC236}">
                        <a16:creationId xmlns:a16="http://schemas.microsoft.com/office/drawing/2014/main" id="{286C9262-E8D4-4608-8BD8-040BAEA19A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39" name="直線コネクタ 119238">
                    <a:extLst>
                      <a:ext uri="{FF2B5EF4-FFF2-40B4-BE49-F238E27FC236}">
                        <a16:creationId xmlns:a16="http://schemas.microsoft.com/office/drawing/2014/main" id="{301483CB-0BF0-4E6B-A963-221C3BD8C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0" name="直線コネクタ 119239">
                    <a:extLst>
                      <a:ext uri="{FF2B5EF4-FFF2-40B4-BE49-F238E27FC236}">
                        <a16:creationId xmlns:a16="http://schemas.microsoft.com/office/drawing/2014/main" id="{B47824A8-8B64-4B79-ABFA-54E5E2D38F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1" name="直線コネクタ 119240">
                    <a:extLst>
                      <a:ext uri="{FF2B5EF4-FFF2-40B4-BE49-F238E27FC236}">
                        <a16:creationId xmlns:a16="http://schemas.microsoft.com/office/drawing/2014/main" id="{99DF7133-2C7C-42DC-B0B5-0C0525585B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2" name="直線コネクタ 119241">
                    <a:extLst>
                      <a:ext uri="{FF2B5EF4-FFF2-40B4-BE49-F238E27FC236}">
                        <a16:creationId xmlns:a16="http://schemas.microsoft.com/office/drawing/2014/main" id="{D3FB6F1C-CBA4-407C-B19B-7B5827C83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3" name="直線コネクタ 119242">
                    <a:extLst>
                      <a:ext uri="{FF2B5EF4-FFF2-40B4-BE49-F238E27FC236}">
                        <a16:creationId xmlns:a16="http://schemas.microsoft.com/office/drawing/2014/main" id="{0839D156-E8FF-4A9F-A878-63AB34E97D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4" name="直線コネクタ 119243">
                    <a:extLst>
                      <a:ext uri="{FF2B5EF4-FFF2-40B4-BE49-F238E27FC236}">
                        <a16:creationId xmlns:a16="http://schemas.microsoft.com/office/drawing/2014/main" id="{74F7A2CF-77CF-4650-8145-531B5BA9AE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5" name="直線コネクタ 119244">
                    <a:extLst>
                      <a:ext uri="{FF2B5EF4-FFF2-40B4-BE49-F238E27FC236}">
                        <a16:creationId xmlns:a16="http://schemas.microsoft.com/office/drawing/2014/main" id="{DC20E289-009B-45A7-BE26-1FC33B328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6" name="直線コネクタ 119245">
                    <a:extLst>
                      <a:ext uri="{FF2B5EF4-FFF2-40B4-BE49-F238E27FC236}">
                        <a16:creationId xmlns:a16="http://schemas.microsoft.com/office/drawing/2014/main" id="{695941F3-DB93-427B-9C08-714B93F72D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7" name="直線コネクタ 119246">
                    <a:extLst>
                      <a:ext uri="{FF2B5EF4-FFF2-40B4-BE49-F238E27FC236}">
                        <a16:creationId xmlns:a16="http://schemas.microsoft.com/office/drawing/2014/main" id="{F24DF998-519E-47A6-94CE-C2464CD4A7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8" name="直線コネクタ 119247">
                    <a:extLst>
                      <a:ext uri="{FF2B5EF4-FFF2-40B4-BE49-F238E27FC236}">
                        <a16:creationId xmlns:a16="http://schemas.microsoft.com/office/drawing/2014/main" id="{83D6A51C-8B19-4A97-A822-16FB37B2BC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49" name="直線コネクタ 119248">
                    <a:extLst>
                      <a:ext uri="{FF2B5EF4-FFF2-40B4-BE49-F238E27FC236}">
                        <a16:creationId xmlns:a16="http://schemas.microsoft.com/office/drawing/2014/main" id="{37A76303-4062-4F3C-ABE2-4FD0BEEBD3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0" name="直線コネクタ 119249">
                    <a:extLst>
                      <a:ext uri="{FF2B5EF4-FFF2-40B4-BE49-F238E27FC236}">
                        <a16:creationId xmlns:a16="http://schemas.microsoft.com/office/drawing/2014/main" id="{8E4023E9-819B-4B58-9303-C0004CF31A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1" name="直線コネクタ 119250">
                    <a:extLst>
                      <a:ext uri="{FF2B5EF4-FFF2-40B4-BE49-F238E27FC236}">
                        <a16:creationId xmlns:a16="http://schemas.microsoft.com/office/drawing/2014/main" id="{5A32DD53-6962-4583-B17D-91F1F52A1F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2" name="直線コネクタ 119251">
                    <a:extLst>
                      <a:ext uri="{FF2B5EF4-FFF2-40B4-BE49-F238E27FC236}">
                        <a16:creationId xmlns:a16="http://schemas.microsoft.com/office/drawing/2014/main" id="{7168E423-5399-4813-B5E2-D581ECE0C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3" name="直線コネクタ 119252">
                    <a:extLst>
                      <a:ext uri="{FF2B5EF4-FFF2-40B4-BE49-F238E27FC236}">
                        <a16:creationId xmlns:a16="http://schemas.microsoft.com/office/drawing/2014/main" id="{C014C109-B046-4BAC-9911-425DD5AE77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4" name="直線コネクタ 119253">
                    <a:extLst>
                      <a:ext uri="{FF2B5EF4-FFF2-40B4-BE49-F238E27FC236}">
                        <a16:creationId xmlns:a16="http://schemas.microsoft.com/office/drawing/2014/main" id="{CEF10541-9DBA-4A5D-AEC3-3C99403A62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5" name="直線コネクタ 119254">
                    <a:extLst>
                      <a:ext uri="{FF2B5EF4-FFF2-40B4-BE49-F238E27FC236}">
                        <a16:creationId xmlns:a16="http://schemas.microsoft.com/office/drawing/2014/main" id="{52312895-BE33-4F55-BCED-854A3E082A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6" name="直線コネクタ 119255">
                    <a:extLst>
                      <a:ext uri="{FF2B5EF4-FFF2-40B4-BE49-F238E27FC236}">
                        <a16:creationId xmlns:a16="http://schemas.microsoft.com/office/drawing/2014/main" id="{8F6AC978-885C-4321-95D5-2F31A6E091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7" name="直線コネクタ 119256">
                    <a:extLst>
                      <a:ext uri="{FF2B5EF4-FFF2-40B4-BE49-F238E27FC236}">
                        <a16:creationId xmlns:a16="http://schemas.microsoft.com/office/drawing/2014/main" id="{D62BC152-1D8F-41C8-9D20-672C4E0C51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8" name="直線コネクタ 119257">
                    <a:extLst>
                      <a:ext uri="{FF2B5EF4-FFF2-40B4-BE49-F238E27FC236}">
                        <a16:creationId xmlns:a16="http://schemas.microsoft.com/office/drawing/2014/main" id="{28C57ECF-D13B-4914-988A-FC2D3DBC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59" name="直線コネクタ 119258">
                    <a:extLst>
                      <a:ext uri="{FF2B5EF4-FFF2-40B4-BE49-F238E27FC236}">
                        <a16:creationId xmlns:a16="http://schemas.microsoft.com/office/drawing/2014/main" id="{5914794F-864A-4911-85DF-634D898F9B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0" name="直線コネクタ 119259">
                    <a:extLst>
                      <a:ext uri="{FF2B5EF4-FFF2-40B4-BE49-F238E27FC236}">
                        <a16:creationId xmlns:a16="http://schemas.microsoft.com/office/drawing/2014/main" id="{CAEE095C-0C0F-4CEF-9942-23D88689F6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1" name="直線コネクタ 119260">
                    <a:extLst>
                      <a:ext uri="{FF2B5EF4-FFF2-40B4-BE49-F238E27FC236}">
                        <a16:creationId xmlns:a16="http://schemas.microsoft.com/office/drawing/2014/main" id="{C4994ED9-FAC4-448E-9C24-2E908D408E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2" name="直線コネクタ 119261">
                    <a:extLst>
                      <a:ext uri="{FF2B5EF4-FFF2-40B4-BE49-F238E27FC236}">
                        <a16:creationId xmlns:a16="http://schemas.microsoft.com/office/drawing/2014/main" id="{C94C9765-C962-4A2F-A451-3F1AA6BF57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3" name="直線コネクタ 119262">
                    <a:extLst>
                      <a:ext uri="{FF2B5EF4-FFF2-40B4-BE49-F238E27FC236}">
                        <a16:creationId xmlns:a16="http://schemas.microsoft.com/office/drawing/2014/main" id="{0BEA53E4-E780-4726-BAB7-42931987A6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4" name="直線コネクタ 119263">
                    <a:extLst>
                      <a:ext uri="{FF2B5EF4-FFF2-40B4-BE49-F238E27FC236}">
                        <a16:creationId xmlns:a16="http://schemas.microsoft.com/office/drawing/2014/main" id="{F4AACA1B-C4D3-455E-B1E4-1B717C3C4F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5" name="直線コネクタ 119264">
                    <a:extLst>
                      <a:ext uri="{FF2B5EF4-FFF2-40B4-BE49-F238E27FC236}">
                        <a16:creationId xmlns:a16="http://schemas.microsoft.com/office/drawing/2014/main" id="{33B11C6B-B57E-472F-8941-CAE03C4B60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6" name="直線コネクタ 119265">
                    <a:extLst>
                      <a:ext uri="{FF2B5EF4-FFF2-40B4-BE49-F238E27FC236}">
                        <a16:creationId xmlns:a16="http://schemas.microsoft.com/office/drawing/2014/main" id="{AD81F28B-156E-4D58-AE88-6ED1541C52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7" name="直線コネクタ 119266">
                    <a:extLst>
                      <a:ext uri="{FF2B5EF4-FFF2-40B4-BE49-F238E27FC236}">
                        <a16:creationId xmlns:a16="http://schemas.microsoft.com/office/drawing/2014/main" id="{B572BFEE-07A7-406F-A075-0E0152F997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8" name="直線コネクタ 119267">
                    <a:extLst>
                      <a:ext uri="{FF2B5EF4-FFF2-40B4-BE49-F238E27FC236}">
                        <a16:creationId xmlns:a16="http://schemas.microsoft.com/office/drawing/2014/main" id="{5231C374-9191-436A-81E5-4245B24F8CD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69" name="直線コネクタ 119268">
                    <a:extLst>
                      <a:ext uri="{FF2B5EF4-FFF2-40B4-BE49-F238E27FC236}">
                        <a16:creationId xmlns:a16="http://schemas.microsoft.com/office/drawing/2014/main" id="{E5254730-2293-4680-951F-69CA20CAC6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0" name="直線コネクタ 119269">
                    <a:extLst>
                      <a:ext uri="{FF2B5EF4-FFF2-40B4-BE49-F238E27FC236}">
                        <a16:creationId xmlns:a16="http://schemas.microsoft.com/office/drawing/2014/main" id="{68FD8B52-1610-4BD9-B4F4-EBC6AAD606F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1" name="直線コネクタ 119270">
                    <a:extLst>
                      <a:ext uri="{FF2B5EF4-FFF2-40B4-BE49-F238E27FC236}">
                        <a16:creationId xmlns:a16="http://schemas.microsoft.com/office/drawing/2014/main" id="{C3CA64F1-9891-455C-AF3C-64029E00255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2" name="直線コネクタ 119271">
                    <a:extLst>
                      <a:ext uri="{FF2B5EF4-FFF2-40B4-BE49-F238E27FC236}">
                        <a16:creationId xmlns:a16="http://schemas.microsoft.com/office/drawing/2014/main" id="{450D57BB-2F6F-4937-B5EE-2930324A12C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3" name="直線コネクタ 119272">
                    <a:extLst>
                      <a:ext uri="{FF2B5EF4-FFF2-40B4-BE49-F238E27FC236}">
                        <a16:creationId xmlns:a16="http://schemas.microsoft.com/office/drawing/2014/main" id="{8E653565-01CF-498D-A930-371B093D34C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4" name="直線コネクタ 119273">
                    <a:extLst>
                      <a:ext uri="{FF2B5EF4-FFF2-40B4-BE49-F238E27FC236}">
                        <a16:creationId xmlns:a16="http://schemas.microsoft.com/office/drawing/2014/main" id="{BA72B09A-603A-4D17-89ED-EFF34AE62C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5" name="直線コネクタ 119274">
                    <a:extLst>
                      <a:ext uri="{FF2B5EF4-FFF2-40B4-BE49-F238E27FC236}">
                        <a16:creationId xmlns:a16="http://schemas.microsoft.com/office/drawing/2014/main" id="{AB68A943-EE28-4F64-AB84-6FBA36BBFE6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6" name="直線コネクタ 119275">
                    <a:extLst>
                      <a:ext uri="{FF2B5EF4-FFF2-40B4-BE49-F238E27FC236}">
                        <a16:creationId xmlns:a16="http://schemas.microsoft.com/office/drawing/2014/main" id="{85E0B278-2949-41DF-9669-0A83EE4349D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7" name="直線コネクタ 119276">
                    <a:extLst>
                      <a:ext uri="{FF2B5EF4-FFF2-40B4-BE49-F238E27FC236}">
                        <a16:creationId xmlns:a16="http://schemas.microsoft.com/office/drawing/2014/main" id="{A195B96D-586D-4829-BD14-64954920D96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8" name="直線コネクタ 119277">
                    <a:extLst>
                      <a:ext uri="{FF2B5EF4-FFF2-40B4-BE49-F238E27FC236}">
                        <a16:creationId xmlns:a16="http://schemas.microsoft.com/office/drawing/2014/main" id="{1E2CF618-CD7F-44A3-9E4F-2BA794673C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79" name="直線コネクタ 119278">
                    <a:extLst>
                      <a:ext uri="{FF2B5EF4-FFF2-40B4-BE49-F238E27FC236}">
                        <a16:creationId xmlns:a16="http://schemas.microsoft.com/office/drawing/2014/main" id="{3EB8D696-436E-4032-98A3-4E19B6EEEC1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0" name="直線コネクタ 119279">
                    <a:extLst>
                      <a:ext uri="{FF2B5EF4-FFF2-40B4-BE49-F238E27FC236}">
                        <a16:creationId xmlns:a16="http://schemas.microsoft.com/office/drawing/2014/main" id="{9CAC1494-5C71-40A7-8531-008AE48B8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1" name="直線コネクタ 119280">
                    <a:extLst>
                      <a:ext uri="{FF2B5EF4-FFF2-40B4-BE49-F238E27FC236}">
                        <a16:creationId xmlns:a16="http://schemas.microsoft.com/office/drawing/2014/main" id="{B34B01D4-0967-4309-B11E-00C1C8B1C0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2" name="直線コネクタ 119281">
                    <a:extLst>
                      <a:ext uri="{FF2B5EF4-FFF2-40B4-BE49-F238E27FC236}">
                        <a16:creationId xmlns:a16="http://schemas.microsoft.com/office/drawing/2014/main" id="{D942075F-F513-441A-9227-79E6443E8B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3" name="直線コネクタ 119282">
                    <a:extLst>
                      <a:ext uri="{FF2B5EF4-FFF2-40B4-BE49-F238E27FC236}">
                        <a16:creationId xmlns:a16="http://schemas.microsoft.com/office/drawing/2014/main" id="{A9A161BB-73F9-4DF2-98D0-EC6D4FBED1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4" name="直線コネクタ 119283">
                    <a:extLst>
                      <a:ext uri="{FF2B5EF4-FFF2-40B4-BE49-F238E27FC236}">
                        <a16:creationId xmlns:a16="http://schemas.microsoft.com/office/drawing/2014/main" id="{56FC09E6-30F0-4A95-BA1F-CDC371B9B1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5" name="直線コネクタ 119284">
                    <a:extLst>
                      <a:ext uri="{FF2B5EF4-FFF2-40B4-BE49-F238E27FC236}">
                        <a16:creationId xmlns:a16="http://schemas.microsoft.com/office/drawing/2014/main" id="{35FF855D-6727-4C85-9101-D890A31030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6" name="直線コネクタ 119285">
                    <a:extLst>
                      <a:ext uri="{FF2B5EF4-FFF2-40B4-BE49-F238E27FC236}">
                        <a16:creationId xmlns:a16="http://schemas.microsoft.com/office/drawing/2014/main" id="{A2C00761-FE76-4B94-816A-BFBEC38A9D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7" name="直線コネクタ 119286">
                    <a:extLst>
                      <a:ext uri="{FF2B5EF4-FFF2-40B4-BE49-F238E27FC236}">
                        <a16:creationId xmlns:a16="http://schemas.microsoft.com/office/drawing/2014/main" id="{7EE15D1C-0774-4BDF-9B01-FEA65D2AD3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8" name="直線コネクタ 119287">
                    <a:extLst>
                      <a:ext uri="{FF2B5EF4-FFF2-40B4-BE49-F238E27FC236}">
                        <a16:creationId xmlns:a16="http://schemas.microsoft.com/office/drawing/2014/main" id="{1FF867B9-023D-4C3A-8FA7-27F2DD4E9B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89" name="直線コネクタ 119288">
                    <a:extLst>
                      <a:ext uri="{FF2B5EF4-FFF2-40B4-BE49-F238E27FC236}">
                        <a16:creationId xmlns:a16="http://schemas.microsoft.com/office/drawing/2014/main" id="{7FE1C4CA-B700-45EB-8CE5-FE63F5C36C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0" name="直線コネクタ 119289">
                    <a:extLst>
                      <a:ext uri="{FF2B5EF4-FFF2-40B4-BE49-F238E27FC236}">
                        <a16:creationId xmlns:a16="http://schemas.microsoft.com/office/drawing/2014/main" id="{CA500CB2-8FAC-406F-8E51-F849AAC3A0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1" name="直線コネクタ 119290">
                    <a:extLst>
                      <a:ext uri="{FF2B5EF4-FFF2-40B4-BE49-F238E27FC236}">
                        <a16:creationId xmlns:a16="http://schemas.microsoft.com/office/drawing/2014/main" id="{6BB31632-CBFB-408C-9BCF-6FDE9782DA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2" name="直線コネクタ 119291">
                    <a:extLst>
                      <a:ext uri="{FF2B5EF4-FFF2-40B4-BE49-F238E27FC236}">
                        <a16:creationId xmlns:a16="http://schemas.microsoft.com/office/drawing/2014/main" id="{CA3B1863-E367-46FA-A64D-6503B00CBD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3" name="直線コネクタ 119292">
                    <a:extLst>
                      <a:ext uri="{FF2B5EF4-FFF2-40B4-BE49-F238E27FC236}">
                        <a16:creationId xmlns:a16="http://schemas.microsoft.com/office/drawing/2014/main" id="{C1F99814-881B-4B11-A161-B8C1F983A2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4" name="直線コネクタ 119293">
                    <a:extLst>
                      <a:ext uri="{FF2B5EF4-FFF2-40B4-BE49-F238E27FC236}">
                        <a16:creationId xmlns:a16="http://schemas.microsoft.com/office/drawing/2014/main" id="{B105E207-5D77-4A7C-9378-8B41B0CC69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5" name="直線コネクタ 119294">
                    <a:extLst>
                      <a:ext uri="{FF2B5EF4-FFF2-40B4-BE49-F238E27FC236}">
                        <a16:creationId xmlns:a16="http://schemas.microsoft.com/office/drawing/2014/main" id="{3DF54D9E-16B5-442C-983A-A6D9025F5A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6" name="直線コネクタ 119295">
                    <a:extLst>
                      <a:ext uri="{FF2B5EF4-FFF2-40B4-BE49-F238E27FC236}">
                        <a16:creationId xmlns:a16="http://schemas.microsoft.com/office/drawing/2014/main" id="{14E5E297-7EA0-4297-96F4-22F138A99E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7" name="直線コネクタ 119296">
                    <a:extLst>
                      <a:ext uri="{FF2B5EF4-FFF2-40B4-BE49-F238E27FC236}">
                        <a16:creationId xmlns:a16="http://schemas.microsoft.com/office/drawing/2014/main" id="{B57F15BE-1C2A-4EF9-A2BC-31DB23BF96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8" name="直線コネクタ 119297">
                    <a:extLst>
                      <a:ext uri="{FF2B5EF4-FFF2-40B4-BE49-F238E27FC236}">
                        <a16:creationId xmlns:a16="http://schemas.microsoft.com/office/drawing/2014/main" id="{005A2E86-DE6C-40EA-B9A2-A5E5787905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299" name="直線コネクタ 119298">
                    <a:extLst>
                      <a:ext uri="{FF2B5EF4-FFF2-40B4-BE49-F238E27FC236}">
                        <a16:creationId xmlns:a16="http://schemas.microsoft.com/office/drawing/2014/main" id="{9CDED9E6-1A37-4654-ACA1-625DF4AC3D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0" name="直線コネクタ 119299">
                    <a:extLst>
                      <a:ext uri="{FF2B5EF4-FFF2-40B4-BE49-F238E27FC236}">
                        <a16:creationId xmlns:a16="http://schemas.microsoft.com/office/drawing/2014/main" id="{44BAD47B-B00F-48C3-AF9F-6384F7175D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1" name="直線コネクタ 119300">
                    <a:extLst>
                      <a:ext uri="{FF2B5EF4-FFF2-40B4-BE49-F238E27FC236}">
                        <a16:creationId xmlns:a16="http://schemas.microsoft.com/office/drawing/2014/main" id="{E01D2411-0BE1-482C-8A8D-3C531311D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2" name="直線コネクタ 119301">
                    <a:extLst>
                      <a:ext uri="{FF2B5EF4-FFF2-40B4-BE49-F238E27FC236}">
                        <a16:creationId xmlns:a16="http://schemas.microsoft.com/office/drawing/2014/main" id="{66B033E8-5E5C-41B5-9359-8F63E6B2AC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3" name="直線コネクタ 119302">
                    <a:extLst>
                      <a:ext uri="{FF2B5EF4-FFF2-40B4-BE49-F238E27FC236}">
                        <a16:creationId xmlns:a16="http://schemas.microsoft.com/office/drawing/2014/main" id="{7F9674F8-326C-4F18-A697-BE34BAD9A4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4" name="直線コネクタ 119303">
                    <a:extLst>
                      <a:ext uri="{FF2B5EF4-FFF2-40B4-BE49-F238E27FC236}">
                        <a16:creationId xmlns:a16="http://schemas.microsoft.com/office/drawing/2014/main" id="{33EFDAA4-93BD-4D2B-B769-FD8AE35061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5" name="直線コネクタ 119304">
                    <a:extLst>
                      <a:ext uri="{FF2B5EF4-FFF2-40B4-BE49-F238E27FC236}">
                        <a16:creationId xmlns:a16="http://schemas.microsoft.com/office/drawing/2014/main" id="{4E36757F-0940-4CFA-9513-9F64BD7DDC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6" name="直線コネクタ 119305">
                    <a:extLst>
                      <a:ext uri="{FF2B5EF4-FFF2-40B4-BE49-F238E27FC236}">
                        <a16:creationId xmlns:a16="http://schemas.microsoft.com/office/drawing/2014/main" id="{62AA7C96-8ECF-47C8-A3BC-BA83A3112A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7" name="直線コネクタ 119306">
                    <a:extLst>
                      <a:ext uri="{FF2B5EF4-FFF2-40B4-BE49-F238E27FC236}">
                        <a16:creationId xmlns:a16="http://schemas.microsoft.com/office/drawing/2014/main" id="{6AC90532-3587-465E-8937-63D4EB5E2E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8" name="直線コネクタ 119307">
                    <a:extLst>
                      <a:ext uri="{FF2B5EF4-FFF2-40B4-BE49-F238E27FC236}">
                        <a16:creationId xmlns:a16="http://schemas.microsoft.com/office/drawing/2014/main" id="{050AA362-9946-4F25-89C7-2877AAF297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09" name="直線コネクタ 119308">
                    <a:extLst>
                      <a:ext uri="{FF2B5EF4-FFF2-40B4-BE49-F238E27FC236}">
                        <a16:creationId xmlns:a16="http://schemas.microsoft.com/office/drawing/2014/main" id="{C958AB5F-DB43-4C10-83AD-4332DDD429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0" name="直線コネクタ 119309">
                    <a:extLst>
                      <a:ext uri="{FF2B5EF4-FFF2-40B4-BE49-F238E27FC236}">
                        <a16:creationId xmlns:a16="http://schemas.microsoft.com/office/drawing/2014/main" id="{8069D456-5969-4291-80D2-CCDFC8564E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1" name="直線コネクタ 119310">
                    <a:extLst>
                      <a:ext uri="{FF2B5EF4-FFF2-40B4-BE49-F238E27FC236}">
                        <a16:creationId xmlns:a16="http://schemas.microsoft.com/office/drawing/2014/main" id="{5D83071A-232A-4D4B-819E-B3175AA59F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2" name="直線コネクタ 119311">
                    <a:extLst>
                      <a:ext uri="{FF2B5EF4-FFF2-40B4-BE49-F238E27FC236}">
                        <a16:creationId xmlns:a16="http://schemas.microsoft.com/office/drawing/2014/main" id="{E5C2C59F-4EC9-4808-B843-1BF2013255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3" name="直線コネクタ 119312">
                    <a:extLst>
                      <a:ext uri="{FF2B5EF4-FFF2-40B4-BE49-F238E27FC236}">
                        <a16:creationId xmlns:a16="http://schemas.microsoft.com/office/drawing/2014/main" id="{FFD9C643-BCCC-4D40-B2F5-75ACACEB38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4" name="直線コネクタ 119313">
                    <a:extLst>
                      <a:ext uri="{FF2B5EF4-FFF2-40B4-BE49-F238E27FC236}">
                        <a16:creationId xmlns:a16="http://schemas.microsoft.com/office/drawing/2014/main" id="{4E0E912F-6361-4924-A2BC-57821CDB06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5" name="直線コネクタ 119314">
                    <a:extLst>
                      <a:ext uri="{FF2B5EF4-FFF2-40B4-BE49-F238E27FC236}">
                        <a16:creationId xmlns:a16="http://schemas.microsoft.com/office/drawing/2014/main" id="{E161766A-3DEC-40B6-AA62-FDB650C782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6" name="直線コネクタ 119315">
                    <a:extLst>
                      <a:ext uri="{FF2B5EF4-FFF2-40B4-BE49-F238E27FC236}">
                        <a16:creationId xmlns:a16="http://schemas.microsoft.com/office/drawing/2014/main" id="{EF05FE7A-6B88-4EBA-BE1B-264511578C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7" name="直線コネクタ 119316">
                    <a:extLst>
                      <a:ext uri="{FF2B5EF4-FFF2-40B4-BE49-F238E27FC236}">
                        <a16:creationId xmlns:a16="http://schemas.microsoft.com/office/drawing/2014/main" id="{051311EB-3464-4E31-BDC3-3ABD2D20D1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8" name="直線コネクタ 119317">
                    <a:extLst>
                      <a:ext uri="{FF2B5EF4-FFF2-40B4-BE49-F238E27FC236}">
                        <a16:creationId xmlns:a16="http://schemas.microsoft.com/office/drawing/2014/main" id="{97346BB8-621A-4DA2-86B4-07C9469A8A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19" name="直線コネクタ 119318">
                    <a:extLst>
                      <a:ext uri="{FF2B5EF4-FFF2-40B4-BE49-F238E27FC236}">
                        <a16:creationId xmlns:a16="http://schemas.microsoft.com/office/drawing/2014/main" id="{3E1221A0-0F39-40F9-BCD5-003332C88A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0" name="直線コネクタ 119319">
                    <a:extLst>
                      <a:ext uri="{FF2B5EF4-FFF2-40B4-BE49-F238E27FC236}">
                        <a16:creationId xmlns:a16="http://schemas.microsoft.com/office/drawing/2014/main" id="{15889B4C-23BB-436C-A7B0-A4E0263C3F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1" name="直線コネクタ 119320">
                    <a:extLst>
                      <a:ext uri="{FF2B5EF4-FFF2-40B4-BE49-F238E27FC236}">
                        <a16:creationId xmlns:a16="http://schemas.microsoft.com/office/drawing/2014/main" id="{5A576A77-5E76-491F-AED5-AC3AEF2491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2" name="直線コネクタ 119321">
                    <a:extLst>
                      <a:ext uri="{FF2B5EF4-FFF2-40B4-BE49-F238E27FC236}">
                        <a16:creationId xmlns:a16="http://schemas.microsoft.com/office/drawing/2014/main" id="{CE4C2641-6167-4062-AD7F-526BE5BAE3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3" name="直線コネクタ 119322">
                    <a:extLst>
                      <a:ext uri="{FF2B5EF4-FFF2-40B4-BE49-F238E27FC236}">
                        <a16:creationId xmlns:a16="http://schemas.microsoft.com/office/drawing/2014/main" id="{EB1DADBA-34A9-4469-9185-80CC5947C4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4" name="直線コネクタ 119323">
                    <a:extLst>
                      <a:ext uri="{FF2B5EF4-FFF2-40B4-BE49-F238E27FC236}">
                        <a16:creationId xmlns:a16="http://schemas.microsoft.com/office/drawing/2014/main" id="{DB9B6DC6-5BA5-416C-8083-C7C7BF3BA9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5" name="直線コネクタ 119324">
                    <a:extLst>
                      <a:ext uri="{FF2B5EF4-FFF2-40B4-BE49-F238E27FC236}">
                        <a16:creationId xmlns:a16="http://schemas.microsoft.com/office/drawing/2014/main" id="{F672C3BA-C022-4169-BE9E-1EE03C952A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6" name="直線コネクタ 119325">
                    <a:extLst>
                      <a:ext uri="{FF2B5EF4-FFF2-40B4-BE49-F238E27FC236}">
                        <a16:creationId xmlns:a16="http://schemas.microsoft.com/office/drawing/2014/main" id="{815DB246-5F4F-43C9-B7FC-5DEE5BFEA9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7" name="直線コネクタ 119326">
                    <a:extLst>
                      <a:ext uri="{FF2B5EF4-FFF2-40B4-BE49-F238E27FC236}">
                        <a16:creationId xmlns:a16="http://schemas.microsoft.com/office/drawing/2014/main" id="{E5DDE8D0-4B74-4C23-9B50-CE6F8AE74B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8" name="直線コネクタ 119327">
                    <a:extLst>
                      <a:ext uri="{FF2B5EF4-FFF2-40B4-BE49-F238E27FC236}">
                        <a16:creationId xmlns:a16="http://schemas.microsoft.com/office/drawing/2014/main" id="{0E58A2D3-F4DF-461B-9564-8D14B3926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29" name="直線コネクタ 119328">
                    <a:extLst>
                      <a:ext uri="{FF2B5EF4-FFF2-40B4-BE49-F238E27FC236}">
                        <a16:creationId xmlns:a16="http://schemas.microsoft.com/office/drawing/2014/main" id="{31ED1771-B118-415C-B0B0-7D758D2298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0" name="直線コネクタ 119329">
                    <a:extLst>
                      <a:ext uri="{FF2B5EF4-FFF2-40B4-BE49-F238E27FC236}">
                        <a16:creationId xmlns:a16="http://schemas.microsoft.com/office/drawing/2014/main" id="{2887EFFD-0D8F-421A-A313-F3C4BF78E2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1" name="直線コネクタ 119330">
                    <a:extLst>
                      <a:ext uri="{FF2B5EF4-FFF2-40B4-BE49-F238E27FC236}">
                        <a16:creationId xmlns:a16="http://schemas.microsoft.com/office/drawing/2014/main" id="{7321E9C9-66EA-4B9D-981F-64EC679249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2" name="直線コネクタ 119331">
                    <a:extLst>
                      <a:ext uri="{FF2B5EF4-FFF2-40B4-BE49-F238E27FC236}">
                        <a16:creationId xmlns:a16="http://schemas.microsoft.com/office/drawing/2014/main" id="{4BD434AF-ACF4-4B7F-B0F8-AF81F3C698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3" name="直線コネクタ 119332">
                    <a:extLst>
                      <a:ext uri="{FF2B5EF4-FFF2-40B4-BE49-F238E27FC236}">
                        <a16:creationId xmlns:a16="http://schemas.microsoft.com/office/drawing/2014/main" id="{83A5D59B-8D0D-4317-BCE7-25748A289E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4" name="直線コネクタ 119333">
                    <a:extLst>
                      <a:ext uri="{FF2B5EF4-FFF2-40B4-BE49-F238E27FC236}">
                        <a16:creationId xmlns:a16="http://schemas.microsoft.com/office/drawing/2014/main" id="{AD6B3D92-7F94-4EF8-B7EF-3BACBEF41D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5" name="直線コネクタ 119334">
                    <a:extLst>
                      <a:ext uri="{FF2B5EF4-FFF2-40B4-BE49-F238E27FC236}">
                        <a16:creationId xmlns:a16="http://schemas.microsoft.com/office/drawing/2014/main" id="{A24BD965-8C66-4A9C-B2B4-6B4D4E72F7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6" name="直線コネクタ 119335">
                    <a:extLst>
                      <a:ext uri="{FF2B5EF4-FFF2-40B4-BE49-F238E27FC236}">
                        <a16:creationId xmlns:a16="http://schemas.microsoft.com/office/drawing/2014/main" id="{80CDDF08-60C8-47DB-923C-F3FA70CB81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7" name="直線コネクタ 119336">
                    <a:extLst>
                      <a:ext uri="{FF2B5EF4-FFF2-40B4-BE49-F238E27FC236}">
                        <a16:creationId xmlns:a16="http://schemas.microsoft.com/office/drawing/2014/main" id="{529450F5-2B71-4BC8-ACE8-9F0AE0585D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8" name="直線コネクタ 119337">
                    <a:extLst>
                      <a:ext uri="{FF2B5EF4-FFF2-40B4-BE49-F238E27FC236}">
                        <a16:creationId xmlns:a16="http://schemas.microsoft.com/office/drawing/2014/main" id="{F0D2D487-9323-4CA1-851C-9F8C0CDED4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39" name="直線コネクタ 119338">
                    <a:extLst>
                      <a:ext uri="{FF2B5EF4-FFF2-40B4-BE49-F238E27FC236}">
                        <a16:creationId xmlns:a16="http://schemas.microsoft.com/office/drawing/2014/main" id="{E9EB9F7F-E738-4F9E-A1B3-6824FCA36D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40" name="直線コネクタ 119339">
                    <a:extLst>
                      <a:ext uri="{FF2B5EF4-FFF2-40B4-BE49-F238E27FC236}">
                        <a16:creationId xmlns:a16="http://schemas.microsoft.com/office/drawing/2014/main" id="{FD20E98C-1859-4B1C-8A47-69C94A8E03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41" name="直線コネクタ 119340">
                    <a:extLst>
                      <a:ext uri="{FF2B5EF4-FFF2-40B4-BE49-F238E27FC236}">
                        <a16:creationId xmlns:a16="http://schemas.microsoft.com/office/drawing/2014/main" id="{A8EEA8B8-AEB5-471F-860F-5FD78353C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342" name="直線コネクタ 119341">
                    <a:extLst>
                      <a:ext uri="{FF2B5EF4-FFF2-40B4-BE49-F238E27FC236}">
                        <a16:creationId xmlns:a16="http://schemas.microsoft.com/office/drawing/2014/main" id="{4EA88EEE-E4F5-48B6-B1D8-86A69001A3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9343" name="グループ化 119342">
                    <a:extLst>
                      <a:ext uri="{FF2B5EF4-FFF2-40B4-BE49-F238E27FC236}">
                        <a16:creationId xmlns:a16="http://schemas.microsoft.com/office/drawing/2014/main" id="{27C7EAE5-0AC0-47DA-9953-0E76BD0157DD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519" name="直線コネクタ 119518">
                      <a:extLst>
                        <a:ext uri="{FF2B5EF4-FFF2-40B4-BE49-F238E27FC236}">
                          <a16:creationId xmlns:a16="http://schemas.microsoft.com/office/drawing/2014/main" id="{ACEFE06F-0C6E-443C-BB8A-6489129582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0" name="直線コネクタ 119519">
                      <a:extLst>
                        <a:ext uri="{FF2B5EF4-FFF2-40B4-BE49-F238E27FC236}">
                          <a16:creationId xmlns:a16="http://schemas.microsoft.com/office/drawing/2014/main" id="{0063E0D5-82AD-448D-9BF7-1D99DB8DB9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1" name="直線コネクタ 119520">
                      <a:extLst>
                        <a:ext uri="{FF2B5EF4-FFF2-40B4-BE49-F238E27FC236}">
                          <a16:creationId xmlns:a16="http://schemas.microsoft.com/office/drawing/2014/main" id="{EAB144A2-E4A3-4E7A-8BBB-5BE66589ED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2" name="直線コネクタ 119521">
                      <a:extLst>
                        <a:ext uri="{FF2B5EF4-FFF2-40B4-BE49-F238E27FC236}">
                          <a16:creationId xmlns:a16="http://schemas.microsoft.com/office/drawing/2014/main" id="{84BA1309-6F8E-4090-9DA9-EFCCEC5EA8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3" name="直線コネクタ 119522">
                      <a:extLst>
                        <a:ext uri="{FF2B5EF4-FFF2-40B4-BE49-F238E27FC236}">
                          <a16:creationId xmlns:a16="http://schemas.microsoft.com/office/drawing/2014/main" id="{58779D93-556A-4F44-8DAC-2E97E223AE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4" name="直線コネクタ 119523">
                      <a:extLst>
                        <a:ext uri="{FF2B5EF4-FFF2-40B4-BE49-F238E27FC236}">
                          <a16:creationId xmlns:a16="http://schemas.microsoft.com/office/drawing/2014/main" id="{51A16EAC-DA5A-40D3-9B69-67F6C75349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5" name="直線コネクタ 119524">
                      <a:extLst>
                        <a:ext uri="{FF2B5EF4-FFF2-40B4-BE49-F238E27FC236}">
                          <a16:creationId xmlns:a16="http://schemas.microsoft.com/office/drawing/2014/main" id="{52763321-B8E5-4013-B9E5-A2D924F617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6" name="直線コネクタ 119525">
                      <a:extLst>
                        <a:ext uri="{FF2B5EF4-FFF2-40B4-BE49-F238E27FC236}">
                          <a16:creationId xmlns:a16="http://schemas.microsoft.com/office/drawing/2014/main" id="{4B48C9C6-9703-4B97-B1ED-3D82AFB792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7" name="直線コネクタ 119526">
                      <a:extLst>
                        <a:ext uri="{FF2B5EF4-FFF2-40B4-BE49-F238E27FC236}">
                          <a16:creationId xmlns:a16="http://schemas.microsoft.com/office/drawing/2014/main" id="{CEF076F0-A894-4489-A2EC-55B31DFD0C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8" name="直線コネクタ 119527">
                      <a:extLst>
                        <a:ext uri="{FF2B5EF4-FFF2-40B4-BE49-F238E27FC236}">
                          <a16:creationId xmlns:a16="http://schemas.microsoft.com/office/drawing/2014/main" id="{ADE45107-B49E-4181-9706-835465C5D7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29" name="直線コネクタ 119528">
                      <a:extLst>
                        <a:ext uri="{FF2B5EF4-FFF2-40B4-BE49-F238E27FC236}">
                          <a16:creationId xmlns:a16="http://schemas.microsoft.com/office/drawing/2014/main" id="{C4AB6C28-0D2C-4FF5-9A5E-2A429E83A6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0" name="直線コネクタ 119529">
                      <a:extLst>
                        <a:ext uri="{FF2B5EF4-FFF2-40B4-BE49-F238E27FC236}">
                          <a16:creationId xmlns:a16="http://schemas.microsoft.com/office/drawing/2014/main" id="{8EB89376-1542-47C4-B7B7-AFF5D5923C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1" name="直線コネクタ 119530">
                      <a:extLst>
                        <a:ext uri="{FF2B5EF4-FFF2-40B4-BE49-F238E27FC236}">
                          <a16:creationId xmlns:a16="http://schemas.microsoft.com/office/drawing/2014/main" id="{A59CC74E-9DC0-451B-8498-AC751C65CE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2" name="直線コネクタ 119531">
                      <a:extLst>
                        <a:ext uri="{FF2B5EF4-FFF2-40B4-BE49-F238E27FC236}">
                          <a16:creationId xmlns:a16="http://schemas.microsoft.com/office/drawing/2014/main" id="{8BEE640D-CF5A-4800-85ED-9FF3BFDB05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3" name="直線コネクタ 119532">
                      <a:extLst>
                        <a:ext uri="{FF2B5EF4-FFF2-40B4-BE49-F238E27FC236}">
                          <a16:creationId xmlns:a16="http://schemas.microsoft.com/office/drawing/2014/main" id="{44B2FF52-F6DB-46DD-8F4C-19CA237BED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4" name="直線コネクタ 119533">
                      <a:extLst>
                        <a:ext uri="{FF2B5EF4-FFF2-40B4-BE49-F238E27FC236}">
                          <a16:creationId xmlns:a16="http://schemas.microsoft.com/office/drawing/2014/main" id="{C783C8A5-10EF-455E-8274-190413C842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5" name="直線コネクタ 119534">
                      <a:extLst>
                        <a:ext uri="{FF2B5EF4-FFF2-40B4-BE49-F238E27FC236}">
                          <a16:creationId xmlns:a16="http://schemas.microsoft.com/office/drawing/2014/main" id="{339964F1-2E48-4CF6-9F36-1F186F4A6A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6" name="直線コネクタ 119535">
                      <a:extLst>
                        <a:ext uri="{FF2B5EF4-FFF2-40B4-BE49-F238E27FC236}">
                          <a16:creationId xmlns:a16="http://schemas.microsoft.com/office/drawing/2014/main" id="{2494FE9B-9951-4BE4-AC90-87DCA1A4A8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7" name="直線コネクタ 119536">
                      <a:extLst>
                        <a:ext uri="{FF2B5EF4-FFF2-40B4-BE49-F238E27FC236}">
                          <a16:creationId xmlns:a16="http://schemas.microsoft.com/office/drawing/2014/main" id="{74BBCEBB-72BB-4834-896D-BEBF00A892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8" name="直線コネクタ 119537">
                      <a:extLst>
                        <a:ext uri="{FF2B5EF4-FFF2-40B4-BE49-F238E27FC236}">
                          <a16:creationId xmlns:a16="http://schemas.microsoft.com/office/drawing/2014/main" id="{608BF364-2605-4289-845A-7F097E6A58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39" name="直線コネクタ 119538">
                      <a:extLst>
                        <a:ext uri="{FF2B5EF4-FFF2-40B4-BE49-F238E27FC236}">
                          <a16:creationId xmlns:a16="http://schemas.microsoft.com/office/drawing/2014/main" id="{DCC2B39A-7FA9-419F-A75C-9F2748EDD2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0" name="直線コネクタ 119539">
                      <a:extLst>
                        <a:ext uri="{FF2B5EF4-FFF2-40B4-BE49-F238E27FC236}">
                          <a16:creationId xmlns:a16="http://schemas.microsoft.com/office/drawing/2014/main" id="{E1989775-87DC-49D6-AC4A-17408E2587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1" name="直線コネクタ 119540">
                      <a:extLst>
                        <a:ext uri="{FF2B5EF4-FFF2-40B4-BE49-F238E27FC236}">
                          <a16:creationId xmlns:a16="http://schemas.microsoft.com/office/drawing/2014/main" id="{65928AD3-739F-4156-8FD3-FB32DC0DB4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2" name="直線コネクタ 119541">
                      <a:extLst>
                        <a:ext uri="{FF2B5EF4-FFF2-40B4-BE49-F238E27FC236}">
                          <a16:creationId xmlns:a16="http://schemas.microsoft.com/office/drawing/2014/main" id="{212C258A-0A7A-4FC2-AE3E-13349D5EA1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3" name="直線コネクタ 119542">
                      <a:extLst>
                        <a:ext uri="{FF2B5EF4-FFF2-40B4-BE49-F238E27FC236}">
                          <a16:creationId xmlns:a16="http://schemas.microsoft.com/office/drawing/2014/main" id="{87A1E40A-5C6A-4D77-8B1C-D0C7B7958E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4" name="直線コネクタ 119543">
                      <a:extLst>
                        <a:ext uri="{FF2B5EF4-FFF2-40B4-BE49-F238E27FC236}">
                          <a16:creationId xmlns:a16="http://schemas.microsoft.com/office/drawing/2014/main" id="{99097691-5876-4949-88B3-45FA7BFDD9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5" name="直線コネクタ 119544">
                      <a:extLst>
                        <a:ext uri="{FF2B5EF4-FFF2-40B4-BE49-F238E27FC236}">
                          <a16:creationId xmlns:a16="http://schemas.microsoft.com/office/drawing/2014/main" id="{ECDF8338-9074-485C-97B5-60D00DB962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6" name="直線コネクタ 119545">
                      <a:extLst>
                        <a:ext uri="{FF2B5EF4-FFF2-40B4-BE49-F238E27FC236}">
                          <a16:creationId xmlns:a16="http://schemas.microsoft.com/office/drawing/2014/main" id="{16C67C92-0E50-4381-BFFE-DC2A00BB8D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7" name="直線コネクタ 119546">
                      <a:extLst>
                        <a:ext uri="{FF2B5EF4-FFF2-40B4-BE49-F238E27FC236}">
                          <a16:creationId xmlns:a16="http://schemas.microsoft.com/office/drawing/2014/main" id="{407FA59E-A090-434C-97FC-C6E9936A36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8" name="直線コネクタ 119547">
                      <a:extLst>
                        <a:ext uri="{FF2B5EF4-FFF2-40B4-BE49-F238E27FC236}">
                          <a16:creationId xmlns:a16="http://schemas.microsoft.com/office/drawing/2014/main" id="{9CA7D95F-A1DC-4DF1-9CCF-368231B887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49" name="直線コネクタ 119548">
                      <a:extLst>
                        <a:ext uri="{FF2B5EF4-FFF2-40B4-BE49-F238E27FC236}">
                          <a16:creationId xmlns:a16="http://schemas.microsoft.com/office/drawing/2014/main" id="{7C769E67-29A7-46EF-A7F9-12CF13FA13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0" name="直線コネクタ 119549">
                      <a:extLst>
                        <a:ext uri="{FF2B5EF4-FFF2-40B4-BE49-F238E27FC236}">
                          <a16:creationId xmlns:a16="http://schemas.microsoft.com/office/drawing/2014/main" id="{548B7DF3-715E-48AF-A918-7BB43C5255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1" name="直線コネクタ 119550">
                      <a:extLst>
                        <a:ext uri="{FF2B5EF4-FFF2-40B4-BE49-F238E27FC236}">
                          <a16:creationId xmlns:a16="http://schemas.microsoft.com/office/drawing/2014/main" id="{E5135951-56DF-412A-8EAA-44DAAFF2C5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2" name="直線コネクタ 119551">
                      <a:extLst>
                        <a:ext uri="{FF2B5EF4-FFF2-40B4-BE49-F238E27FC236}">
                          <a16:creationId xmlns:a16="http://schemas.microsoft.com/office/drawing/2014/main" id="{7C60C346-96B2-4839-9211-C843623F9D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3" name="直線コネクタ 119552">
                      <a:extLst>
                        <a:ext uri="{FF2B5EF4-FFF2-40B4-BE49-F238E27FC236}">
                          <a16:creationId xmlns:a16="http://schemas.microsoft.com/office/drawing/2014/main" id="{BA223502-8537-48AA-981A-F81C070330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4" name="直線コネクタ 119553">
                      <a:extLst>
                        <a:ext uri="{FF2B5EF4-FFF2-40B4-BE49-F238E27FC236}">
                          <a16:creationId xmlns:a16="http://schemas.microsoft.com/office/drawing/2014/main" id="{6EF77619-1EB6-403B-8656-B197DE10C7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5" name="直線コネクタ 119554">
                      <a:extLst>
                        <a:ext uri="{FF2B5EF4-FFF2-40B4-BE49-F238E27FC236}">
                          <a16:creationId xmlns:a16="http://schemas.microsoft.com/office/drawing/2014/main" id="{71DBEB05-B0E2-4442-BE00-FB0B279AA4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6" name="直線コネクタ 119555">
                      <a:extLst>
                        <a:ext uri="{FF2B5EF4-FFF2-40B4-BE49-F238E27FC236}">
                          <a16:creationId xmlns:a16="http://schemas.microsoft.com/office/drawing/2014/main" id="{4A95B505-DBE2-4B65-AF0E-1A2B4B1623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7" name="直線コネクタ 119556">
                      <a:extLst>
                        <a:ext uri="{FF2B5EF4-FFF2-40B4-BE49-F238E27FC236}">
                          <a16:creationId xmlns:a16="http://schemas.microsoft.com/office/drawing/2014/main" id="{3B8591BA-01A8-4BA7-9CD5-757889EC93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8" name="直線コネクタ 119557">
                      <a:extLst>
                        <a:ext uri="{FF2B5EF4-FFF2-40B4-BE49-F238E27FC236}">
                          <a16:creationId xmlns:a16="http://schemas.microsoft.com/office/drawing/2014/main" id="{26A1F426-E476-4588-A769-59DE3C4137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59" name="直線コネクタ 119558">
                      <a:extLst>
                        <a:ext uri="{FF2B5EF4-FFF2-40B4-BE49-F238E27FC236}">
                          <a16:creationId xmlns:a16="http://schemas.microsoft.com/office/drawing/2014/main" id="{B3126A7F-934E-412C-9174-8A5B918C57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60" name="直線コネクタ 119559">
                      <a:extLst>
                        <a:ext uri="{FF2B5EF4-FFF2-40B4-BE49-F238E27FC236}">
                          <a16:creationId xmlns:a16="http://schemas.microsoft.com/office/drawing/2014/main" id="{660E83E1-E918-4019-9328-B855BD41B3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344" name="グループ化 119343">
                    <a:extLst>
                      <a:ext uri="{FF2B5EF4-FFF2-40B4-BE49-F238E27FC236}">
                        <a16:creationId xmlns:a16="http://schemas.microsoft.com/office/drawing/2014/main" id="{AB5C13DA-DEDF-44FB-AB81-24625772EED9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9510" name="正方形/長方形 119509">
                      <a:extLst>
                        <a:ext uri="{FF2B5EF4-FFF2-40B4-BE49-F238E27FC236}">
                          <a16:creationId xmlns:a16="http://schemas.microsoft.com/office/drawing/2014/main" id="{D23C1F65-DC36-4DE0-9349-F1F8916374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511" name="正方形/長方形 119510">
                      <a:extLst>
                        <a:ext uri="{FF2B5EF4-FFF2-40B4-BE49-F238E27FC236}">
                          <a16:creationId xmlns:a16="http://schemas.microsoft.com/office/drawing/2014/main" id="{AD072F2F-99AD-4E9D-8B94-3A5466EDB9D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512" name="正方形/長方形 119511">
                      <a:extLst>
                        <a:ext uri="{FF2B5EF4-FFF2-40B4-BE49-F238E27FC236}">
                          <a16:creationId xmlns:a16="http://schemas.microsoft.com/office/drawing/2014/main" id="{20EBEB28-FD5E-4F67-9762-85A50F5E59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513" name="正方形/長方形 119512">
                      <a:extLst>
                        <a:ext uri="{FF2B5EF4-FFF2-40B4-BE49-F238E27FC236}">
                          <a16:creationId xmlns:a16="http://schemas.microsoft.com/office/drawing/2014/main" id="{13F0E253-49F8-44AC-A0B8-180C5A0F37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514" name="正方形/長方形 119513">
                      <a:extLst>
                        <a:ext uri="{FF2B5EF4-FFF2-40B4-BE49-F238E27FC236}">
                          <a16:creationId xmlns:a16="http://schemas.microsoft.com/office/drawing/2014/main" id="{014F292C-0DB0-4A09-AF9C-79778912E4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515" name="正方形/長方形 119514">
                      <a:extLst>
                        <a:ext uri="{FF2B5EF4-FFF2-40B4-BE49-F238E27FC236}">
                          <a16:creationId xmlns:a16="http://schemas.microsoft.com/office/drawing/2014/main" id="{5F7015C4-E531-4A96-B142-0BED1D49F2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516" name="正方形/長方形 119515">
                      <a:extLst>
                        <a:ext uri="{FF2B5EF4-FFF2-40B4-BE49-F238E27FC236}">
                          <a16:creationId xmlns:a16="http://schemas.microsoft.com/office/drawing/2014/main" id="{F8CCF047-308B-418A-9DF5-A2FEC4B517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517" name="正方形/長方形 119516">
                      <a:extLst>
                        <a:ext uri="{FF2B5EF4-FFF2-40B4-BE49-F238E27FC236}">
                          <a16:creationId xmlns:a16="http://schemas.microsoft.com/office/drawing/2014/main" id="{00F8749D-66D7-4F07-B56D-D6EE871E2E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518" name="正方形/長方形 119517">
                      <a:extLst>
                        <a:ext uri="{FF2B5EF4-FFF2-40B4-BE49-F238E27FC236}">
                          <a16:creationId xmlns:a16="http://schemas.microsoft.com/office/drawing/2014/main" id="{04D23242-CFDF-4978-8214-38E75FF6BA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9345" name="グループ化 119344">
                    <a:extLst>
                      <a:ext uri="{FF2B5EF4-FFF2-40B4-BE49-F238E27FC236}">
                        <a16:creationId xmlns:a16="http://schemas.microsoft.com/office/drawing/2014/main" id="{EC2B4FB6-3026-472B-8B56-9BD14664CE8D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502" name="直線コネクタ 119501">
                      <a:extLst>
                        <a:ext uri="{FF2B5EF4-FFF2-40B4-BE49-F238E27FC236}">
                          <a16:creationId xmlns:a16="http://schemas.microsoft.com/office/drawing/2014/main" id="{2BBBCC94-6834-448B-A64F-277DB480D3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3" name="直線コネクタ 119502">
                      <a:extLst>
                        <a:ext uri="{FF2B5EF4-FFF2-40B4-BE49-F238E27FC236}">
                          <a16:creationId xmlns:a16="http://schemas.microsoft.com/office/drawing/2014/main" id="{28FD0ABC-A9FC-4296-8DCB-FB8009508B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4" name="直線コネクタ 119503">
                      <a:extLst>
                        <a:ext uri="{FF2B5EF4-FFF2-40B4-BE49-F238E27FC236}">
                          <a16:creationId xmlns:a16="http://schemas.microsoft.com/office/drawing/2014/main" id="{2CF6189A-3DCA-4CCA-97D1-94932B2502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5" name="直線コネクタ 119504">
                      <a:extLst>
                        <a:ext uri="{FF2B5EF4-FFF2-40B4-BE49-F238E27FC236}">
                          <a16:creationId xmlns:a16="http://schemas.microsoft.com/office/drawing/2014/main" id="{29394C11-38DB-46B3-A5BC-2E18C13C0E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6" name="直線コネクタ 119505">
                      <a:extLst>
                        <a:ext uri="{FF2B5EF4-FFF2-40B4-BE49-F238E27FC236}">
                          <a16:creationId xmlns:a16="http://schemas.microsoft.com/office/drawing/2014/main" id="{83AC32B2-AAFA-44EA-93AE-5921C74DDC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7" name="直線コネクタ 119506">
                      <a:extLst>
                        <a:ext uri="{FF2B5EF4-FFF2-40B4-BE49-F238E27FC236}">
                          <a16:creationId xmlns:a16="http://schemas.microsoft.com/office/drawing/2014/main" id="{B21B9305-915F-4BB2-A2C0-A5E6DA4475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8" name="直線コネクタ 119507">
                      <a:extLst>
                        <a:ext uri="{FF2B5EF4-FFF2-40B4-BE49-F238E27FC236}">
                          <a16:creationId xmlns:a16="http://schemas.microsoft.com/office/drawing/2014/main" id="{42CA1B04-60C0-48FF-BAC2-7FE86767A0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9" name="直線コネクタ 119508">
                      <a:extLst>
                        <a:ext uri="{FF2B5EF4-FFF2-40B4-BE49-F238E27FC236}">
                          <a16:creationId xmlns:a16="http://schemas.microsoft.com/office/drawing/2014/main" id="{F8F12A54-138C-4F08-A574-1915470E93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346" name="グループ化 119345">
                    <a:extLst>
                      <a:ext uri="{FF2B5EF4-FFF2-40B4-BE49-F238E27FC236}">
                        <a16:creationId xmlns:a16="http://schemas.microsoft.com/office/drawing/2014/main" id="{A73F052A-131F-47A7-A1F4-11810D29025B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494" name="直線コネクタ 119493">
                      <a:extLst>
                        <a:ext uri="{FF2B5EF4-FFF2-40B4-BE49-F238E27FC236}">
                          <a16:creationId xmlns:a16="http://schemas.microsoft.com/office/drawing/2014/main" id="{78C864CB-7418-40D2-BA60-EB0E962A4A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5" name="直線コネクタ 119494">
                      <a:extLst>
                        <a:ext uri="{FF2B5EF4-FFF2-40B4-BE49-F238E27FC236}">
                          <a16:creationId xmlns:a16="http://schemas.microsoft.com/office/drawing/2014/main" id="{280AAEA1-6C63-4983-A95B-158E2B08DF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6" name="直線コネクタ 119495">
                      <a:extLst>
                        <a:ext uri="{FF2B5EF4-FFF2-40B4-BE49-F238E27FC236}">
                          <a16:creationId xmlns:a16="http://schemas.microsoft.com/office/drawing/2014/main" id="{F6E24E79-CFCE-4E9E-A373-674AFF806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7" name="直線コネクタ 119496">
                      <a:extLst>
                        <a:ext uri="{FF2B5EF4-FFF2-40B4-BE49-F238E27FC236}">
                          <a16:creationId xmlns:a16="http://schemas.microsoft.com/office/drawing/2014/main" id="{924889D5-AA35-4480-9CC3-DE0F09080A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8" name="直線コネクタ 119497">
                      <a:extLst>
                        <a:ext uri="{FF2B5EF4-FFF2-40B4-BE49-F238E27FC236}">
                          <a16:creationId xmlns:a16="http://schemas.microsoft.com/office/drawing/2014/main" id="{C0533601-1E4E-4C75-A445-9F4C25F48C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9" name="直線コネクタ 119498">
                      <a:extLst>
                        <a:ext uri="{FF2B5EF4-FFF2-40B4-BE49-F238E27FC236}">
                          <a16:creationId xmlns:a16="http://schemas.microsoft.com/office/drawing/2014/main" id="{10A35A53-CAF9-41A1-837A-6C704F9056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0" name="直線コネクタ 119499">
                      <a:extLst>
                        <a:ext uri="{FF2B5EF4-FFF2-40B4-BE49-F238E27FC236}">
                          <a16:creationId xmlns:a16="http://schemas.microsoft.com/office/drawing/2014/main" id="{E697E185-A3FC-4F4E-8A74-9863A33AA8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501" name="直線コネクタ 119500">
                      <a:extLst>
                        <a:ext uri="{FF2B5EF4-FFF2-40B4-BE49-F238E27FC236}">
                          <a16:creationId xmlns:a16="http://schemas.microsoft.com/office/drawing/2014/main" id="{F01B8FDA-FE60-4C3D-9A14-E9E0864C13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347" name="グループ化 119346">
                    <a:extLst>
                      <a:ext uri="{FF2B5EF4-FFF2-40B4-BE49-F238E27FC236}">
                        <a16:creationId xmlns:a16="http://schemas.microsoft.com/office/drawing/2014/main" id="{B38F2207-B841-4FDA-B5D5-A36E9853E7A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452" name="直線コネクタ 119451">
                      <a:extLst>
                        <a:ext uri="{FF2B5EF4-FFF2-40B4-BE49-F238E27FC236}">
                          <a16:creationId xmlns:a16="http://schemas.microsoft.com/office/drawing/2014/main" id="{9DF0D9F4-576A-47CD-A83B-838B20D9C6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3" name="直線コネクタ 119452">
                      <a:extLst>
                        <a:ext uri="{FF2B5EF4-FFF2-40B4-BE49-F238E27FC236}">
                          <a16:creationId xmlns:a16="http://schemas.microsoft.com/office/drawing/2014/main" id="{15A1C895-4F02-4200-8A7C-462BCEA87A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4" name="直線コネクタ 119453">
                      <a:extLst>
                        <a:ext uri="{FF2B5EF4-FFF2-40B4-BE49-F238E27FC236}">
                          <a16:creationId xmlns:a16="http://schemas.microsoft.com/office/drawing/2014/main" id="{5DD1F2E2-E8A7-4A02-9AF7-364DE98E32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5" name="直線コネクタ 119454">
                      <a:extLst>
                        <a:ext uri="{FF2B5EF4-FFF2-40B4-BE49-F238E27FC236}">
                          <a16:creationId xmlns:a16="http://schemas.microsoft.com/office/drawing/2014/main" id="{7444512F-D136-4D55-B4AD-DEC6980477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6" name="直線コネクタ 119455">
                      <a:extLst>
                        <a:ext uri="{FF2B5EF4-FFF2-40B4-BE49-F238E27FC236}">
                          <a16:creationId xmlns:a16="http://schemas.microsoft.com/office/drawing/2014/main" id="{FC249F80-D561-4080-BAA2-B7B765F1C8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7" name="直線コネクタ 119456">
                      <a:extLst>
                        <a:ext uri="{FF2B5EF4-FFF2-40B4-BE49-F238E27FC236}">
                          <a16:creationId xmlns:a16="http://schemas.microsoft.com/office/drawing/2014/main" id="{05095273-51F4-4436-B558-6526FA215A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8" name="直線コネクタ 119457">
                      <a:extLst>
                        <a:ext uri="{FF2B5EF4-FFF2-40B4-BE49-F238E27FC236}">
                          <a16:creationId xmlns:a16="http://schemas.microsoft.com/office/drawing/2014/main" id="{CA4E13C2-AE94-4AFA-8408-FA9B69FCA1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9" name="直線コネクタ 119458">
                      <a:extLst>
                        <a:ext uri="{FF2B5EF4-FFF2-40B4-BE49-F238E27FC236}">
                          <a16:creationId xmlns:a16="http://schemas.microsoft.com/office/drawing/2014/main" id="{69B0C2BC-28DE-4576-A6E3-8FFED7AEF4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0" name="直線コネクタ 119459">
                      <a:extLst>
                        <a:ext uri="{FF2B5EF4-FFF2-40B4-BE49-F238E27FC236}">
                          <a16:creationId xmlns:a16="http://schemas.microsoft.com/office/drawing/2014/main" id="{FFFE78DB-8285-426F-BA0C-97EF8783BA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1" name="直線コネクタ 119460">
                      <a:extLst>
                        <a:ext uri="{FF2B5EF4-FFF2-40B4-BE49-F238E27FC236}">
                          <a16:creationId xmlns:a16="http://schemas.microsoft.com/office/drawing/2014/main" id="{B81F49DB-15CB-43F2-8E99-E6CA5EDC3E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2" name="直線コネクタ 119461">
                      <a:extLst>
                        <a:ext uri="{FF2B5EF4-FFF2-40B4-BE49-F238E27FC236}">
                          <a16:creationId xmlns:a16="http://schemas.microsoft.com/office/drawing/2014/main" id="{B8275358-B29F-444B-9A1D-B79E68F1CD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3" name="直線コネクタ 119462">
                      <a:extLst>
                        <a:ext uri="{FF2B5EF4-FFF2-40B4-BE49-F238E27FC236}">
                          <a16:creationId xmlns:a16="http://schemas.microsoft.com/office/drawing/2014/main" id="{5FB18C30-B902-411F-AC60-9A22D052C3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4" name="直線コネクタ 119463">
                      <a:extLst>
                        <a:ext uri="{FF2B5EF4-FFF2-40B4-BE49-F238E27FC236}">
                          <a16:creationId xmlns:a16="http://schemas.microsoft.com/office/drawing/2014/main" id="{E96431B6-A829-409B-B2B7-E9FB4BB1B2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5" name="直線コネクタ 119464">
                      <a:extLst>
                        <a:ext uri="{FF2B5EF4-FFF2-40B4-BE49-F238E27FC236}">
                          <a16:creationId xmlns:a16="http://schemas.microsoft.com/office/drawing/2014/main" id="{29209762-E758-4E41-9285-E6343AA9F7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6" name="直線コネクタ 119465">
                      <a:extLst>
                        <a:ext uri="{FF2B5EF4-FFF2-40B4-BE49-F238E27FC236}">
                          <a16:creationId xmlns:a16="http://schemas.microsoft.com/office/drawing/2014/main" id="{CFC36EEB-B727-46DE-B72E-AC1A290845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7" name="直線コネクタ 119466">
                      <a:extLst>
                        <a:ext uri="{FF2B5EF4-FFF2-40B4-BE49-F238E27FC236}">
                          <a16:creationId xmlns:a16="http://schemas.microsoft.com/office/drawing/2014/main" id="{FBBE7C3D-B483-4AE7-8044-7ED823E8A5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8" name="直線コネクタ 119467">
                      <a:extLst>
                        <a:ext uri="{FF2B5EF4-FFF2-40B4-BE49-F238E27FC236}">
                          <a16:creationId xmlns:a16="http://schemas.microsoft.com/office/drawing/2014/main" id="{E36E3560-10B7-4362-BCAA-A8EA0EE41D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69" name="直線コネクタ 119468">
                      <a:extLst>
                        <a:ext uri="{FF2B5EF4-FFF2-40B4-BE49-F238E27FC236}">
                          <a16:creationId xmlns:a16="http://schemas.microsoft.com/office/drawing/2014/main" id="{2D6A9C39-F169-4ADF-8C76-91AA2876FC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0" name="直線コネクタ 119469">
                      <a:extLst>
                        <a:ext uri="{FF2B5EF4-FFF2-40B4-BE49-F238E27FC236}">
                          <a16:creationId xmlns:a16="http://schemas.microsoft.com/office/drawing/2014/main" id="{944269BC-E9B3-40D0-8C04-078B34FE38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1" name="直線コネクタ 119470">
                      <a:extLst>
                        <a:ext uri="{FF2B5EF4-FFF2-40B4-BE49-F238E27FC236}">
                          <a16:creationId xmlns:a16="http://schemas.microsoft.com/office/drawing/2014/main" id="{E2FF1FFF-883E-4143-96A3-32B54E53DB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2" name="直線コネクタ 119471">
                      <a:extLst>
                        <a:ext uri="{FF2B5EF4-FFF2-40B4-BE49-F238E27FC236}">
                          <a16:creationId xmlns:a16="http://schemas.microsoft.com/office/drawing/2014/main" id="{092BC2B4-AF7E-41F7-87AF-79B73976D3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3" name="直線コネクタ 119472">
                      <a:extLst>
                        <a:ext uri="{FF2B5EF4-FFF2-40B4-BE49-F238E27FC236}">
                          <a16:creationId xmlns:a16="http://schemas.microsoft.com/office/drawing/2014/main" id="{4107C31D-5576-4AC3-8C89-6F450D3594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4" name="直線コネクタ 119473">
                      <a:extLst>
                        <a:ext uri="{FF2B5EF4-FFF2-40B4-BE49-F238E27FC236}">
                          <a16:creationId xmlns:a16="http://schemas.microsoft.com/office/drawing/2014/main" id="{D1E979E9-DE7A-41EE-95AE-5FB59A1C96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5" name="直線コネクタ 119474">
                      <a:extLst>
                        <a:ext uri="{FF2B5EF4-FFF2-40B4-BE49-F238E27FC236}">
                          <a16:creationId xmlns:a16="http://schemas.microsoft.com/office/drawing/2014/main" id="{F7C84D7B-F570-4E23-BF82-70090603A5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6" name="直線コネクタ 119475">
                      <a:extLst>
                        <a:ext uri="{FF2B5EF4-FFF2-40B4-BE49-F238E27FC236}">
                          <a16:creationId xmlns:a16="http://schemas.microsoft.com/office/drawing/2014/main" id="{297EF075-20EA-4FB2-937F-178635CD38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7" name="直線コネクタ 119476">
                      <a:extLst>
                        <a:ext uri="{FF2B5EF4-FFF2-40B4-BE49-F238E27FC236}">
                          <a16:creationId xmlns:a16="http://schemas.microsoft.com/office/drawing/2014/main" id="{5C8898E0-A136-45DE-A089-5E05521046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8" name="直線コネクタ 119477">
                      <a:extLst>
                        <a:ext uri="{FF2B5EF4-FFF2-40B4-BE49-F238E27FC236}">
                          <a16:creationId xmlns:a16="http://schemas.microsoft.com/office/drawing/2014/main" id="{31C7A4FB-6C5F-43E8-9CB8-F9C22B6F9E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79" name="直線コネクタ 119478">
                      <a:extLst>
                        <a:ext uri="{FF2B5EF4-FFF2-40B4-BE49-F238E27FC236}">
                          <a16:creationId xmlns:a16="http://schemas.microsoft.com/office/drawing/2014/main" id="{D86147D4-6F44-4DD3-89B1-22AF22A8D4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0" name="直線コネクタ 119479">
                      <a:extLst>
                        <a:ext uri="{FF2B5EF4-FFF2-40B4-BE49-F238E27FC236}">
                          <a16:creationId xmlns:a16="http://schemas.microsoft.com/office/drawing/2014/main" id="{A60BC257-FF6B-4312-A4A6-3DF2CCC988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1" name="直線コネクタ 119480">
                      <a:extLst>
                        <a:ext uri="{FF2B5EF4-FFF2-40B4-BE49-F238E27FC236}">
                          <a16:creationId xmlns:a16="http://schemas.microsoft.com/office/drawing/2014/main" id="{44EB6678-8C5A-44ED-B39C-270BA29799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2" name="直線コネクタ 119481">
                      <a:extLst>
                        <a:ext uri="{FF2B5EF4-FFF2-40B4-BE49-F238E27FC236}">
                          <a16:creationId xmlns:a16="http://schemas.microsoft.com/office/drawing/2014/main" id="{FF5EF89D-CCC8-415E-B21B-89C9330333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3" name="直線コネクタ 119482">
                      <a:extLst>
                        <a:ext uri="{FF2B5EF4-FFF2-40B4-BE49-F238E27FC236}">
                          <a16:creationId xmlns:a16="http://schemas.microsoft.com/office/drawing/2014/main" id="{3BB58670-5160-4B0B-A53A-786AB34ACA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4" name="直線コネクタ 119483">
                      <a:extLst>
                        <a:ext uri="{FF2B5EF4-FFF2-40B4-BE49-F238E27FC236}">
                          <a16:creationId xmlns:a16="http://schemas.microsoft.com/office/drawing/2014/main" id="{798D73FE-158E-46B8-8355-1A89640D01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5" name="直線コネクタ 119484">
                      <a:extLst>
                        <a:ext uri="{FF2B5EF4-FFF2-40B4-BE49-F238E27FC236}">
                          <a16:creationId xmlns:a16="http://schemas.microsoft.com/office/drawing/2014/main" id="{CB3F8DD1-4298-40E4-8F03-94E8B4E541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6" name="直線コネクタ 119485">
                      <a:extLst>
                        <a:ext uri="{FF2B5EF4-FFF2-40B4-BE49-F238E27FC236}">
                          <a16:creationId xmlns:a16="http://schemas.microsoft.com/office/drawing/2014/main" id="{ECB58F61-C59C-444D-8B09-75988CFD73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7" name="直線コネクタ 119486">
                      <a:extLst>
                        <a:ext uri="{FF2B5EF4-FFF2-40B4-BE49-F238E27FC236}">
                          <a16:creationId xmlns:a16="http://schemas.microsoft.com/office/drawing/2014/main" id="{AD385035-E104-48F2-ABE3-8DECF600A1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8" name="直線コネクタ 119487">
                      <a:extLst>
                        <a:ext uri="{FF2B5EF4-FFF2-40B4-BE49-F238E27FC236}">
                          <a16:creationId xmlns:a16="http://schemas.microsoft.com/office/drawing/2014/main" id="{09E5B1BF-EB3D-4E1C-917F-798C02A811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89" name="直線コネクタ 119488">
                      <a:extLst>
                        <a:ext uri="{FF2B5EF4-FFF2-40B4-BE49-F238E27FC236}">
                          <a16:creationId xmlns:a16="http://schemas.microsoft.com/office/drawing/2014/main" id="{14008242-ED9B-4842-A467-7E67A92497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0" name="直線コネクタ 119489">
                      <a:extLst>
                        <a:ext uri="{FF2B5EF4-FFF2-40B4-BE49-F238E27FC236}">
                          <a16:creationId xmlns:a16="http://schemas.microsoft.com/office/drawing/2014/main" id="{AD75CEC5-1A32-49E8-BA60-40ACEBF7BB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1" name="直線コネクタ 119490">
                      <a:extLst>
                        <a:ext uri="{FF2B5EF4-FFF2-40B4-BE49-F238E27FC236}">
                          <a16:creationId xmlns:a16="http://schemas.microsoft.com/office/drawing/2014/main" id="{295F7313-1B40-48B3-9CEC-C004F7637F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2" name="直線コネクタ 119491">
                      <a:extLst>
                        <a:ext uri="{FF2B5EF4-FFF2-40B4-BE49-F238E27FC236}">
                          <a16:creationId xmlns:a16="http://schemas.microsoft.com/office/drawing/2014/main" id="{D95E64F4-EC61-4E9C-AAE5-A74765C1C9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93" name="直線コネクタ 119492">
                      <a:extLst>
                        <a:ext uri="{FF2B5EF4-FFF2-40B4-BE49-F238E27FC236}">
                          <a16:creationId xmlns:a16="http://schemas.microsoft.com/office/drawing/2014/main" id="{A64E6F60-ED70-4ED5-8C96-1092102AE6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348" name="グループ化 119347">
                    <a:extLst>
                      <a:ext uri="{FF2B5EF4-FFF2-40B4-BE49-F238E27FC236}">
                        <a16:creationId xmlns:a16="http://schemas.microsoft.com/office/drawing/2014/main" id="{0EA1C29E-4EDB-42A6-A3A7-3B5068128C3F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410" name="直線コネクタ 119409">
                      <a:extLst>
                        <a:ext uri="{FF2B5EF4-FFF2-40B4-BE49-F238E27FC236}">
                          <a16:creationId xmlns:a16="http://schemas.microsoft.com/office/drawing/2014/main" id="{BA565F64-E1CA-4B20-852E-2F6CD1B02E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1" name="直線コネクタ 119410">
                      <a:extLst>
                        <a:ext uri="{FF2B5EF4-FFF2-40B4-BE49-F238E27FC236}">
                          <a16:creationId xmlns:a16="http://schemas.microsoft.com/office/drawing/2014/main" id="{5C681FD2-6257-47D0-B078-1E9F81C31C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2" name="直線コネクタ 119411">
                      <a:extLst>
                        <a:ext uri="{FF2B5EF4-FFF2-40B4-BE49-F238E27FC236}">
                          <a16:creationId xmlns:a16="http://schemas.microsoft.com/office/drawing/2014/main" id="{1D36E6DB-35ED-4102-980E-3575100D6F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3" name="直線コネクタ 119412">
                      <a:extLst>
                        <a:ext uri="{FF2B5EF4-FFF2-40B4-BE49-F238E27FC236}">
                          <a16:creationId xmlns:a16="http://schemas.microsoft.com/office/drawing/2014/main" id="{F3609671-743F-4EFC-A432-93C8A00F7E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4" name="直線コネクタ 119413">
                      <a:extLst>
                        <a:ext uri="{FF2B5EF4-FFF2-40B4-BE49-F238E27FC236}">
                          <a16:creationId xmlns:a16="http://schemas.microsoft.com/office/drawing/2014/main" id="{B97B3AAC-3F41-42BF-8BA0-BB813B2C0D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5" name="直線コネクタ 119414">
                      <a:extLst>
                        <a:ext uri="{FF2B5EF4-FFF2-40B4-BE49-F238E27FC236}">
                          <a16:creationId xmlns:a16="http://schemas.microsoft.com/office/drawing/2014/main" id="{CC8E2B1B-0538-4C6A-A1AC-F615934668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6" name="直線コネクタ 119415">
                      <a:extLst>
                        <a:ext uri="{FF2B5EF4-FFF2-40B4-BE49-F238E27FC236}">
                          <a16:creationId xmlns:a16="http://schemas.microsoft.com/office/drawing/2014/main" id="{DACFC5C4-9297-49C4-9CF3-424F4D22AD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7" name="直線コネクタ 119416">
                      <a:extLst>
                        <a:ext uri="{FF2B5EF4-FFF2-40B4-BE49-F238E27FC236}">
                          <a16:creationId xmlns:a16="http://schemas.microsoft.com/office/drawing/2014/main" id="{C2B01180-DEEC-43BA-AAF0-1C7BD03919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8" name="直線コネクタ 119417">
                      <a:extLst>
                        <a:ext uri="{FF2B5EF4-FFF2-40B4-BE49-F238E27FC236}">
                          <a16:creationId xmlns:a16="http://schemas.microsoft.com/office/drawing/2014/main" id="{F95B7A60-C014-4CEA-BAB2-2CEA9BB0A2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19" name="直線コネクタ 119418">
                      <a:extLst>
                        <a:ext uri="{FF2B5EF4-FFF2-40B4-BE49-F238E27FC236}">
                          <a16:creationId xmlns:a16="http://schemas.microsoft.com/office/drawing/2014/main" id="{E85072D9-FA3C-46D3-95FC-BD9D1DA0C9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0" name="直線コネクタ 119419">
                      <a:extLst>
                        <a:ext uri="{FF2B5EF4-FFF2-40B4-BE49-F238E27FC236}">
                          <a16:creationId xmlns:a16="http://schemas.microsoft.com/office/drawing/2014/main" id="{B39E98FD-96CE-49B7-BA04-759DB3BF11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1" name="直線コネクタ 119420">
                      <a:extLst>
                        <a:ext uri="{FF2B5EF4-FFF2-40B4-BE49-F238E27FC236}">
                          <a16:creationId xmlns:a16="http://schemas.microsoft.com/office/drawing/2014/main" id="{D4927896-B316-40AC-96FC-BCAC4E30B2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2" name="直線コネクタ 119421">
                      <a:extLst>
                        <a:ext uri="{FF2B5EF4-FFF2-40B4-BE49-F238E27FC236}">
                          <a16:creationId xmlns:a16="http://schemas.microsoft.com/office/drawing/2014/main" id="{668A5948-AB81-472B-86AF-5C0C239B36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3" name="直線コネクタ 119422">
                      <a:extLst>
                        <a:ext uri="{FF2B5EF4-FFF2-40B4-BE49-F238E27FC236}">
                          <a16:creationId xmlns:a16="http://schemas.microsoft.com/office/drawing/2014/main" id="{9800E67D-1CA6-4D78-9BB1-D55DB16C6F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4" name="直線コネクタ 119423">
                      <a:extLst>
                        <a:ext uri="{FF2B5EF4-FFF2-40B4-BE49-F238E27FC236}">
                          <a16:creationId xmlns:a16="http://schemas.microsoft.com/office/drawing/2014/main" id="{6D12ECB1-3AEC-4A2C-924B-48688647F8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5" name="直線コネクタ 119424">
                      <a:extLst>
                        <a:ext uri="{FF2B5EF4-FFF2-40B4-BE49-F238E27FC236}">
                          <a16:creationId xmlns:a16="http://schemas.microsoft.com/office/drawing/2014/main" id="{D9415952-890C-440F-B8CE-C8E61DD20E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6" name="直線コネクタ 119425">
                      <a:extLst>
                        <a:ext uri="{FF2B5EF4-FFF2-40B4-BE49-F238E27FC236}">
                          <a16:creationId xmlns:a16="http://schemas.microsoft.com/office/drawing/2014/main" id="{C34208E2-E791-4990-846B-9FFF773919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7" name="直線コネクタ 119426">
                      <a:extLst>
                        <a:ext uri="{FF2B5EF4-FFF2-40B4-BE49-F238E27FC236}">
                          <a16:creationId xmlns:a16="http://schemas.microsoft.com/office/drawing/2014/main" id="{A636FDD3-C684-487A-BD80-7DE6A8632F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8" name="直線コネクタ 119427">
                      <a:extLst>
                        <a:ext uri="{FF2B5EF4-FFF2-40B4-BE49-F238E27FC236}">
                          <a16:creationId xmlns:a16="http://schemas.microsoft.com/office/drawing/2014/main" id="{713CA5E7-C173-4749-BAFE-881571C3B0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29" name="直線コネクタ 119428">
                      <a:extLst>
                        <a:ext uri="{FF2B5EF4-FFF2-40B4-BE49-F238E27FC236}">
                          <a16:creationId xmlns:a16="http://schemas.microsoft.com/office/drawing/2014/main" id="{39E0DD95-A28D-4A67-A667-19ED5B9EC0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0" name="直線コネクタ 119429">
                      <a:extLst>
                        <a:ext uri="{FF2B5EF4-FFF2-40B4-BE49-F238E27FC236}">
                          <a16:creationId xmlns:a16="http://schemas.microsoft.com/office/drawing/2014/main" id="{A840C86A-E3FD-4E8B-AADE-7C1F2C2786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1" name="直線コネクタ 119430">
                      <a:extLst>
                        <a:ext uri="{FF2B5EF4-FFF2-40B4-BE49-F238E27FC236}">
                          <a16:creationId xmlns:a16="http://schemas.microsoft.com/office/drawing/2014/main" id="{F42AC72E-85E0-4B2F-BDCF-19D4AA8C06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2" name="直線コネクタ 119431">
                      <a:extLst>
                        <a:ext uri="{FF2B5EF4-FFF2-40B4-BE49-F238E27FC236}">
                          <a16:creationId xmlns:a16="http://schemas.microsoft.com/office/drawing/2014/main" id="{4E405548-9995-4EFF-A336-697487E9C0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3" name="直線コネクタ 119432">
                      <a:extLst>
                        <a:ext uri="{FF2B5EF4-FFF2-40B4-BE49-F238E27FC236}">
                          <a16:creationId xmlns:a16="http://schemas.microsoft.com/office/drawing/2014/main" id="{BA7AF917-E4A5-4C34-91B6-C289F58DBE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4" name="直線コネクタ 119433">
                      <a:extLst>
                        <a:ext uri="{FF2B5EF4-FFF2-40B4-BE49-F238E27FC236}">
                          <a16:creationId xmlns:a16="http://schemas.microsoft.com/office/drawing/2014/main" id="{294F42BE-B663-4779-83AF-F156FF64D3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5" name="直線コネクタ 119434">
                      <a:extLst>
                        <a:ext uri="{FF2B5EF4-FFF2-40B4-BE49-F238E27FC236}">
                          <a16:creationId xmlns:a16="http://schemas.microsoft.com/office/drawing/2014/main" id="{62C064BE-AB58-4F81-AFDC-0B90911E16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6" name="直線コネクタ 119435">
                      <a:extLst>
                        <a:ext uri="{FF2B5EF4-FFF2-40B4-BE49-F238E27FC236}">
                          <a16:creationId xmlns:a16="http://schemas.microsoft.com/office/drawing/2014/main" id="{2BA2A4B1-6234-4C35-8469-46FA88C3F1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7" name="直線コネクタ 119436">
                      <a:extLst>
                        <a:ext uri="{FF2B5EF4-FFF2-40B4-BE49-F238E27FC236}">
                          <a16:creationId xmlns:a16="http://schemas.microsoft.com/office/drawing/2014/main" id="{237FA983-67F6-4401-97DD-D150E94E1C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8" name="直線コネクタ 119437">
                      <a:extLst>
                        <a:ext uri="{FF2B5EF4-FFF2-40B4-BE49-F238E27FC236}">
                          <a16:creationId xmlns:a16="http://schemas.microsoft.com/office/drawing/2014/main" id="{1B56CC51-6E1B-48E1-8361-DA2DB90C77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39" name="直線コネクタ 119438">
                      <a:extLst>
                        <a:ext uri="{FF2B5EF4-FFF2-40B4-BE49-F238E27FC236}">
                          <a16:creationId xmlns:a16="http://schemas.microsoft.com/office/drawing/2014/main" id="{C18EEC67-BE1F-4490-962D-35325F7A78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0" name="直線コネクタ 119439">
                      <a:extLst>
                        <a:ext uri="{FF2B5EF4-FFF2-40B4-BE49-F238E27FC236}">
                          <a16:creationId xmlns:a16="http://schemas.microsoft.com/office/drawing/2014/main" id="{F27995CB-7D91-4EE7-9409-96E51C238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1" name="直線コネクタ 119440">
                      <a:extLst>
                        <a:ext uri="{FF2B5EF4-FFF2-40B4-BE49-F238E27FC236}">
                          <a16:creationId xmlns:a16="http://schemas.microsoft.com/office/drawing/2014/main" id="{4B298929-50F5-44F0-9D7D-975F73220A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2" name="直線コネクタ 119441">
                      <a:extLst>
                        <a:ext uri="{FF2B5EF4-FFF2-40B4-BE49-F238E27FC236}">
                          <a16:creationId xmlns:a16="http://schemas.microsoft.com/office/drawing/2014/main" id="{89844FC7-1756-4CE8-BAF4-974B7435EA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3" name="直線コネクタ 119442">
                      <a:extLst>
                        <a:ext uri="{FF2B5EF4-FFF2-40B4-BE49-F238E27FC236}">
                          <a16:creationId xmlns:a16="http://schemas.microsoft.com/office/drawing/2014/main" id="{403DBD32-43B6-49C2-B861-DE25175683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4" name="直線コネクタ 119443">
                      <a:extLst>
                        <a:ext uri="{FF2B5EF4-FFF2-40B4-BE49-F238E27FC236}">
                          <a16:creationId xmlns:a16="http://schemas.microsoft.com/office/drawing/2014/main" id="{C62F5C7A-5FB2-4CB8-B967-FC20DAEDCC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5" name="直線コネクタ 119444">
                      <a:extLst>
                        <a:ext uri="{FF2B5EF4-FFF2-40B4-BE49-F238E27FC236}">
                          <a16:creationId xmlns:a16="http://schemas.microsoft.com/office/drawing/2014/main" id="{E831926F-47F5-49E5-9D0E-B9F420D473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6" name="直線コネクタ 119445">
                      <a:extLst>
                        <a:ext uri="{FF2B5EF4-FFF2-40B4-BE49-F238E27FC236}">
                          <a16:creationId xmlns:a16="http://schemas.microsoft.com/office/drawing/2014/main" id="{C160A7A4-1B87-4CF9-94D7-9711F407EE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7" name="直線コネクタ 119446">
                      <a:extLst>
                        <a:ext uri="{FF2B5EF4-FFF2-40B4-BE49-F238E27FC236}">
                          <a16:creationId xmlns:a16="http://schemas.microsoft.com/office/drawing/2014/main" id="{867A17DF-3495-488F-823B-099233ABC0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8" name="直線コネクタ 119447">
                      <a:extLst>
                        <a:ext uri="{FF2B5EF4-FFF2-40B4-BE49-F238E27FC236}">
                          <a16:creationId xmlns:a16="http://schemas.microsoft.com/office/drawing/2014/main" id="{2E634F13-F6BC-40FA-898A-76DA8245BD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49" name="直線コネクタ 119448">
                      <a:extLst>
                        <a:ext uri="{FF2B5EF4-FFF2-40B4-BE49-F238E27FC236}">
                          <a16:creationId xmlns:a16="http://schemas.microsoft.com/office/drawing/2014/main" id="{98BC72BF-437F-40F9-B8E5-59076867C1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0" name="直線コネクタ 119449">
                      <a:extLst>
                        <a:ext uri="{FF2B5EF4-FFF2-40B4-BE49-F238E27FC236}">
                          <a16:creationId xmlns:a16="http://schemas.microsoft.com/office/drawing/2014/main" id="{1314682C-9650-4DE9-A09F-40DC804041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51" name="直線コネクタ 119450">
                      <a:extLst>
                        <a:ext uri="{FF2B5EF4-FFF2-40B4-BE49-F238E27FC236}">
                          <a16:creationId xmlns:a16="http://schemas.microsoft.com/office/drawing/2014/main" id="{90924F37-6660-46C5-B06D-EBF2049BCF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349" name="グループ化 119348">
                    <a:extLst>
                      <a:ext uri="{FF2B5EF4-FFF2-40B4-BE49-F238E27FC236}">
                        <a16:creationId xmlns:a16="http://schemas.microsoft.com/office/drawing/2014/main" id="{58C9AE6E-5C6B-47C3-BCED-5A355B9E298D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402" name="直線コネクタ 119401">
                      <a:extLst>
                        <a:ext uri="{FF2B5EF4-FFF2-40B4-BE49-F238E27FC236}">
                          <a16:creationId xmlns:a16="http://schemas.microsoft.com/office/drawing/2014/main" id="{CD4BAE52-518A-457E-8E3D-3C5922F71C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3" name="直線コネクタ 119402">
                      <a:extLst>
                        <a:ext uri="{FF2B5EF4-FFF2-40B4-BE49-F238E27FC236}">
                          <a16:creationId xmlns:a16="http://schemas.microsoft.com/office/drawing/2014/main" id="{E7EB16F7-F0D2-46A1-A85E-4DE4AAA7F0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4" name="直線コネクタ 119403">
                      <a:extLst>
                        <a:ext uri="{FF2B5EF4-FFF2-40B4-BE49-F238E27FC236}">
                          <a16:creationId xmlns:a16="http://schemas.microsoft.com/office/drawing/2014/main" id="{709AB056-A94E-46BD-B408-AC5A616BCE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5" name="直線コネクタ 119404">
                      <a:extLst>
                        <a:ext uri="{FF2B5EF4-FFF2-40B4-BE49-F238E27FC236}">
                          <a16:creationId xmlns:a16="http://schemas.microsoft.com/office/drawing/2014/main" id="{89A2C4DD-33FD-4613-80A3-4EEF87C857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6" name="直線コネクタ 119405">
                      <a:extLst>
                        <a:ext uri="{FF2B5EF4-FFF2-40B4-BE49-F238E27FC236}">
                          <a16:creationId xmlns:a16="http://schemas.microsoft.com/office/drawing/2014/main" id="{87E8D2FC-45C0-4B45-B6FF-BEF88A7307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7" name="直線コネクタ 119406">
                      <a:extLst>
                        <a:ext uri="{FF2B5EF4-FFF2-40B4-BE49-F238E27FC236}">
                          <a16:creationId xmlns:a16="http://schemas.microsoft.com/office/drawing/2014/main" id="{2D551096-2F9C-442D-857F-26573F7979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8" name="直線コネクタ 119407">
                      <a:extLst>
                        <a:ext uri="{FF2B5EF4-FFF2-40B4-BE49-F238E27FC236}">
                          <a16:creationId xmlns:a16="http://schemas.microsoft.com/office/drawing/2014/main" id="{D44DD893-3DEE-4808-9108-E4D5D3CBAA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9" name="直線コネクタ 119408">
                      <a:extLst>
                        <a:ext uri="{FF2B5EF4-FFF2-40B4-BE49-F238E27FC236}">
                          <a16:creationId xmlns:a16="http://schemas.microsoft.com/office/drawing/2014/main" id="{CADDB197-E30F-40FC-9335-F31F6C565C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350" name="グループ化 119349">
                    <a:extLst>
                      <a:ext uri="{FF2B5EF4-FFF2-40B4-BE49-F238E27FC236}">
                        <a16:creationId xmlns:a16="http://schemas.microsoft.com/office/drawing/2014/main" id="{6717D048-CE2A-446F-A7A5-3E4563F520C1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394" name="直線コネクタ 119393">
                      <a:extLst>
                        <a:ext uri="{FF2B5EF4-FFF2-40B4-BE49-F238E27FC236}">
                          <a16:creationId xmlns:a16="http://schemas.microsoft.com/office/drawing/2014/main" id="{396A7C17-3014-4470-98F8-EDF1BBD072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5" name="直線コネクタ 119394">
                      <a:extLst>
                        <a:ext uri="{FF2B5EF4-FFF2-40B4-BE49-F238E27FC236}">
                          <a16:creationId xmlns:a16="http://schemas.microsoft.com/office/drawing/2014/main" id="{BC241FBA-5EE7-414F-8457-F1AF705396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6" name="直線コネクタ 119395">
                      <a:extLst>
                        <a:ext uri="{FF2B5EF4-FFF2-40B4-BE49-F238E27FC236}">
                          <a16:creationId xmlns:a16="http://schemas.microsoft.com/office/drawing/2014/main" id="{D5109A33-4492-43D1-BBB1-BE98CD7043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7" name="直線コネクタ 119396">
                      <a:extLst>
                        <a:ext uri="{FF2B5EF4-FFF2-40B4-BE49-F238E27FC236}">
                          <a16:creationId xmlns:a16="http://schemas.microsoft.com/office/drawing/2014/main" id="{A5D084D5-327F-4FA1-9F0D-84DCA8C9CE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8" name="直線コネクタ 119397">
                      <a:extLst>
                        <a:ext uri="{FF2B5EF4-FFF2-40B4-BE49-F238E27FC236}">
                          <a16:creationId xmlns:a16="http://schemas.microsoft.com/office/drawing/2014/main" id="{B114F684-F616-4176-81FD-E8DD06AA94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9" name="直線コネクタ 119398">
                      <a:extLst>
                        <a:ext uri="{FF2B5EF4-FFF2-40B4-BE49-F238E27FC236}">
                          <a16:creationId xmlns:a16="http://schemas.microsoft.com/office/drawing/2014/main" id="{88FA7045-560F-4B26-B8C3-A7C1DAC926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0" name="直線コネクタ 119399">
                      <a:extLst>
                        <a:ext uri="{FF2B5EF4-FFF2-40B4-BE49-F238E27FC236}">
                          <a16:creationId xmlns:a16="http://schemas.microsoft.com/office/drawing/2014/main" id="{584B3551-1B1F-45D6-9CE6-A733D01C2E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401" name="直線コネクタ 119400">
                      <a:extLst>
                        <a:ext uri="{FF2B5EF4-FFF2-40B4-BE49-F238E27FC236}">
                          <a16:creationId xmlns:a16="http://schemas.microsoft.com/office/drawing/2014/main" id="{DCDAFC3B-ED4A-41C1-9AB0-25354C59A9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9351" name="グループ化 119350">
                    <a:extLst>
                      <a:ext uri="{FF2B5EF4-FFF2-40B4-BE49-F238E27FC236}">
                        <a16:creationId xmlns:a16="http://schemas.microsoft.com/office/drawing/2014/main" id="{A6DC2420-B6C7-4D83-81E9-005EEBBDFC08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352" name="直線コネクタ 119351">
                      <a:extLst>
                        <a:ext uri="{FF2B5EF4-FFF2-40B4-BE49-F238E27FC236}">
                          <a16:creationId xmlns:a16="http://schemas.microsoft.com/office/drawing/2014/main" id="{AE759640-9DFD-4E9E-B352-9D5ABDC85F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53" name="直線コネクタ 119352">
                      <a:extLst>
                        <a:ext uri="{FF2B5EF4-FFF2-40B4-BE49-F238E27FC236}">
                          <a16:creationId xmlns:a16="http://schemas.microsoft.com/office/drawing/2014/main" id="{B8BC21B3-B180-4923-94F1-A827A25BE4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54" name="直線コネクタ 119353">
                      <a:extLst>
                        <a:ext uri="{FF2B5EF4-FFF2-40B4-BE49-F238E27FC236}">
                          <a16:creationId xmlns:a16="http://schemas.microsoft.com/office/drawing/2014/main" id="{01772026-BBDF-4AB0-8666-105AE1A133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55" name="直線コネクタ 119354">
                      <a:extLst>
                        <a:ext uri="{FF2B5EF4-FFF2-40B4-BE49-F238E27FC236}">
                          <a16:creationId xmlns:a16="http://schemas.microsoft.com/office/drawing/2014/main" id="{FF5C76DB-DF4E-42A2-820F-8A5B8196CA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56" name="直線コネクタ 119355">
                      <a:extLst>
                        <a:ext uri="{FF2B5EF4-FFF2-40B4-BE49-F238E27FC236}">
                          <a16:creationId xmlns:a16="http://schemas.microsoft.com/office/drawing/2014/main" id="{C74F5310-DC99-4BBF-A0CB-9F5A29F25A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57" name="直線コネクタ 119356">
                      <a:extLst>
                        <a:ext uri="{FF2B5EF4-FFF2-40B4-BE49-F238E27FC236}">
                          <a16:creationId xmlns:a16="http://schemas.microsoft.com/office/drawing/2014/main" id="{6999A9C9-D418-4C65-85D1-EDD17A91AE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58" name="直線コネクタ 119357">
                      <a:extLst>
                        <a:ext uri="{FF2B5EF4-FFF2-40B4-BE49-F238E27FC236}">
                          <a16:creationId xmlns:a16="http://schemas.microsoft.com/office/drawing/2014/main" id="{01B80F17-E160-4A5A-A9D3-BAE4F754E0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59" name="直線コネクタ 119358">
                      <a:extLst>
                        <a:ext uri="{FF2B5EF4-FFF2-40B4-BE49-F238E27FC236}">
                          <a16:creationId xmlns:a16="http://schemas.microsoft.com/office/drawing/2014/main" id="{BBFE0502-4E20-4197-B176-97C996CEFB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0" name="直線コネクタ 119359">
                      <a:extLst>
                        <a:ext uri="{FF2B5EF4-FFF2-40B4-BE49-F238E27FC236}">
                          <a16:creationId xmlns:a16="http://schemas.microsoft.com/office/drawing/2014/main" id="{B7F84707-029D-4069-9752-54B898678E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1" name="直線コネクタ 119360">
                      <a:extLst>
                        <a:ext uri="{FF2B5EF4-FFF2-40B4-BE49-F238E27FC236}">
                          <a16:creationId xmlns:a16="http://schemas.microsoft.com/office/drawing/2014/main" id="{EB78DE79-D9A1-43BD-8FC5-CE04F8AFBE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2" name="直線コネクタ 119361">
                      <a:extLst>
                        <a:ext uri="{FF2B5EF4-FFF2-40B4-BE49-F238E27FC236}">
                          <a16:creationId xmlns:a16="http://schemas.microsoft.com/office/drawing/2014/main" id="{6A877CBE-5641-4B4F-B568-D43D39D127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3" name="直線コネクタ 119362">
                      <a:extLst>
                        <a:ext uri="{FF2B5EF4-FFF2-40B4-BE49-F238E27FC236}">
                          <a16:creationId xmlns:a16="http://schemas.microsoft.com/office/drawing/2014/main" id="{C5232854-CEEE-417C-BE7C-6FCDF077D1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4" name="直線コネクタ 119363">
                      <a:extLst>
                        <a:ext uri="{FF2B5EF4-FFF2-40B4-BE49-F238E27FC236}">
                          <a16:creationId xmlns:a16="http://schemas.microsoft.com/office/drawing/2014/main" id="{C3434915-8B96-48F0-8FC8-620E326B61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5" name="直線コネクタ 119364">
                      <a:extLst>
                        <a:ext uri="{FF2B5EF4-FFF2-40B4-BE49-F238E27FC236}">
                          <a16:creationId xmlns:a16="http://schemas.microsoft.com/office/drawing/2014/main" id="{A2176098-ECA7-4663-A6CC-D4488A572F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6" name="直線コネクタ 119365">
                      <a:extLst>
                        <a:ext uri="{FF2B5EF4-FFF2-40B4-BE49-F238E27FC236}">
                          <a16:creationId xmlns:a16="http://schemas.microsoft.com/office/drawing/2014/main" id="{EE88D8D3-D3F8-42F0-9D33-720E9913F8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7" name="直線コネクタ 119366">
                      <a:extLst>
                        <a:ext uri="{FF2B5EF4-FFF2-40B4-BE49-F238E27FC236}">
                          <a16:creationId xmlns:a16="http://schemas.microsoft.com/office/drawing/2014/main" id="{26A846C6-B54C-4945-B06C-5BAC4EE99D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8" name="直線コネクタ 119367">
                      <a:extLst>
                        <a:ext uri="{FF2B5EF4-FFF2-40B4-BE49-F238E27FC236}">
                          <a16:creationId xmlns:a16="http://schemas.microsoft.com/office/drawing/2014/main" id="{AC3E8C00-9890-4FA6-AE65-8F42873246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69" name="直線コネクタ 119368">
                      <a:extLst>
                        <a:ext uri="{FF2B5EF4-FFF2-40B4-BE49-F238E27FC236}">
                          <a16:creationId xmlns:a16="http://schemas.microsoft.com/office/drawing/2014/main" id="{8B6009C7-F367-43E6-B88B-280D543E4C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0" name="直線コネクタ 119369">
                      <a:extLst>
                        <a:ext uri="{FF2B5EF4-FFF2-40B4-BE49-F238E27FC236}">
                          <a16:creationId xmlns:a16="http://schemas.microsoft.com/office/drawing/2014/main" id="{FD14CCD6-15DE-4713-86EA-1383C60EFD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1" name="直線コネクタ 119370">
                      <a:extLst>
                        <a:ext uri="{FF2B5EF4-FFF2-40B4-BE49-F238E27FC236}">
                          <a16:creationId xmlns:a16="http://schemas.microsoft.com/office/drawing/2014/main" id="{7CA5266E-63AA-4897-8747-DBA3A0B503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2" name="直線コネクタ 119371">
                      <a:extLst>
                        <a:ext uri="{FF2B5EF4-FFF2-40B4-BE49-F238E27FC236}">
                          <a16:creationId xmlns:a16="http://schemas.microsoft.com/office/drawing/2014/main" id="{3779CF74-9F30-498A-859D-E545E52A76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3" name="直線コネクタ 119372">
                      <a:extLst>
                        <a:ext uri="{FF2B5EF4-FFF2-40B4-BE49-F238E27FC236}">
                          <a16:creationId xmlns:a16="http://schemas.microsoft.com/office/drawing/2014/main" id="{6B10EED2-0138-46FA-B561-37D2529690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4" name="直線コネクタ 119373">
                      <a:extLst>
                        <a:ext uri="{FF2B5EF4-FFF2-40B4-BE49-F238E27FC236}">
                          <a16:creationId xmlns:a16="http://schemas.microsoft.com/office/drawing/2014/main" id="{E2C4513C-C3D1-4A21-81C2-93F5961DC2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5" name="直線コネクタ 119374">
                      <a:extLst>
                        <a:ext uri="{FF2B5EF4-FFF2-40B4-BE49-F238E27FC236}">
                          <a16:creationId xmlns:a16="http://schemas.microsoft.com/office/drawing/2014/main" id="{571FD2C4-D3E8-45AE-BD70-56B39B2BD6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6" name="直線コネクタ 119375">
                      <a:extLst>
                        <a:ext uri="{FF2B5EF4-FFF2-40B4-BE49-F238E27FC236}">
                          <a16:creationId xmlns:a16="http://schemas.microsoft.com/office/drawing/2014/main" id="{80E93DA9-9E47-4991-BAA7-50EE57BF9E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7" name="直線コネクタ 119376">
                      <a:extLst>
                        <a:ext uri="{FF2B5EF4-FFF2-40B4-BE49-F238E27FC236}">
                          <a16:creationId xmlns:a16="http://schemas.microsoft.com/office/drawing/2014/main" id="{EF850117-1EC0-4701-BDDD-271140FE24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8" name="直線コネクタ 119377">
                      <a:extLst>
                        <a:ext uri="{FF2B5EF4-FFF2-40B4-BE49-F238E27FC236}">
                          <a16:creationId xmlns:a16="http://schemas.microsoft.com/office/drawing/2014/main" id="{91E078FE-04FA-4E16-B217-F054208246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79" name="直線コネクタ 119378">
                      <a:extLst>
                        <a:ext uri="{FF2B5EF4-FFF2-40B4-BE49-F238E27FC236}">
                          <a16:creationId xmlns:a16="http://schemas.microsoft.com/office/drawing/2014/main" id="{C93E3AAB-B5B7-4011-BE78-D59A30B91A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0" name="直線コネクタ 119379">
                      <a:extLst>
                        <a:ext uri="{FF2B5EF4-FFF2-40B4-BE49-F238E27FC236}">
                          <a16:creationId xmlns:a16="http://schemas.microsoft.com/office/drawing/2014/main" id="{09AFF0D0-AF2A-45D7-9810-8250F70443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1" name="直線コネクタ 119380">
                      <a:extLst>
                        <a:ext uri="{FF2B5EF4-FFF2-40B4-BE49-F238E27FC236}">
                          <a16:creationId xmlns:a16="http://schemas.microsoft.com/office/drawing/2014/main" id="{4F7433D3-9206-43E8-8EA7-F2D1B0685A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2" name="直線コネクタ 119381">
                      <a:extLst>
                        <a:ext uri="{FF2B5EF4-FFF2-40B4-BE49-F238E27FC236}">
                          <a16:creationId xmlns:a16="http://schemas.microsoft.com/office/drawing/2014/main" id="{4802DD86-81B7-4034-9BBE-B4F336B1DE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3" name="直線コネクタ 119382">
                      <a:extLst>
                        <a:ext uri="{FF2B5EF4-FFF2-40B4-BE49-F238E27FC236}">
                          <a16:creationId xmlns:a16="http://schemas.microsoft.com/office/drawing/2014/main" id="{30552557-4BCE-4471-803A-36E5D02B64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4" name="直線コネクタ 119383">
                      <a:extLst>
                        <a:ext uri="{FF2B5EF4-FFF2-40B4-BE49-F238E27FC236}">
                          <a16:creationId xmlns:a16="http://schemas.microsoft.com/office/drawing/2014/main" id="{83B68639-1088-4704-8E78-9097793928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5" name="直線コネクタ 119384">
                      <a:extLst>
                        <a:ext uri="{FF2B5EF4-FFF2-40B4-BE49-F238E27FC236}">
                          <a16:creationId xmlns:a16="http://schemas.microsoft.com/office/drawing/2014/main" id="{5E4F0A33-F1FE-46A0-88F3-AA55A0CC2D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6" name="直線コネクタ 119385">
                      <a:extLst>
                        <a:ext uri="{FF2B5EF4-FFF2-40B4-BE49-F238E27FC236}">
                          <a16:creationId xmlns:a16="http://schemas.microsoft.com/office/drawing/2014/main" id="{2B0B0F62-D974-4467-816A-566D3897FF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7" name="直線コネクタ 119386">
                      <a:extLst>
                        <a:ext uri="{FF2B5EF4-FFF2-40B4-BE49-F238E27FC236}">
                          <a16:creationId xmlns:a16="http://schemas.microsoft.com/office/drawing/2014/main" id="{43C72989-9739-4B11-BA45-FE26DD94A6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8" name="直線コネクタ 119387">
                      <a:extLst>
                        <a:ext uri="{FF2B5EF4-FFF2-40B4-BE49-F238E27FC236}">
                          <a16:creationId xmlns:a16="http://schemas.microsoft.com/office/drawing/2014/main" id="{5B46D355-72A1-4885-89A0-59DB2D7DC2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89" name="直線コネクタ 119388">
                      <a:extLst>
                        <a:ext uri="{FF2B5EF4-FFF2-40B4-BE49-F238E27FC236}">
                          <a16:creationId xmlns:a16="http://schemas.microsoft.com/office/drawing/2014/main" id="{D357EBE5-8189-4D13-9FEE-F99329DF68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0" name="直線コネクタ 119389">
                      <a:extLst>
                        <a:ext uri="{FF2B5EF4-FFF2-40B4-BE49-F238E27FC236}">
                          <a16:creationId xmlns:a16="http://schemas.microsoft.com/office/drawing/2014/main" id="{96B2EAD9-6B5E-4795-9C55-410CAC298A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1" name="直線コネクタ 119390">
                      <a:extLst>
                        <a:ext uri="{FF2B5EF4-FFF2-40B4-BE49-F238E27FC236}">
                          <a16:creationId xmlns:a16="http://schemas.microsoft.com/office/drawing/2014/main" id="{1FB22BAA-B276-46EC-A517-D8A7AC5924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2" name="直線コネクタ 119391">
                      <a:extLst>
                        <a:ext uri="{FF2B5EF4-FFF2-40B4-BE49-F238E27FC236}">
                          <a16:creationId xmlns:a16="http://schemas.microsoft.com/office/drawing/2014/main" id="{17E4BF99-403B-49E9-AF4C-59700C8BAB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393" name="直線コネクタ 119392">
                      <a:extLst>
                        <a:ext uri="{FF2B5EF4-FFF2-40B4-BE49-F238E27FC236}">
                          <a16:creationId xmlns:a16="http://schemas.microsoft.com/office/drawing/2014/main" id="{210FF97C-F74C-4011-BA6A-24005B4CBB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7" name="グループ化 118406">
                  <a:extLst>
                    <a:ext uri="{FF2B5EF4-FFF2-40B4-BE49-F238E27FC236}">
                      <a16:creationId xmlns:a16="http://schemas.microsoft.com/office/drawing/2014/main" id="{F8784660-B1CF-414F-BB36-C99EB015EB9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90887" y="5390881"/>
                  <a:ext cx="17989" cy="18000"/>
                  <a:chOff x="4287481" y="4286224"/>
                  <a:chExt cx="2227978" cy="2229219"/>
                </a:xfrm>
              </p:grpSpPr>
              <p:cxnSp>
                <p:nvCxnSpPr>
                  <p:cNvPr id="118793" name="直線コネクタ 118792">
                    <a:extLst>
                      <a:ext uri="{FF2B5EF4-FFF2-40B4-BE49-F238E27FC236}">
                        <a16:creationId xmlns:a16="http://schemas.microsoft.com/office/drawing/2014/main" id="{0ACFBEC7-B6F6-48D4-956B-E9A1ABA0CC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794" name="直線コネクタ 118793">
                    <a:extLst>
                      <a:ext uri="{FF2B5EF4-FFF2-40B4-BE49-F238E27FC236}">
                        <a16:creationId xmlns:a16="http://schemas.microsoft.com/office/drawing/2014/main" id="{2BD06048-ACA1-4D51-8306-37787E2DA2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795" name="直線コネクタ 118794">
                    <a:extLst>
                      <a:ext uri="{FF2B5EF4-FFF2-40B4-BE49-F238E27FC236}">
                        <a16:creationId xmlns:a16="http://schemas.microsoft.com/office/drawing/2014/main" id="{7AB60CA2-A9EC-4353-ACD9-C80387B795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796" name="直線コネクタ 118795">
                    <a:extLst>
                      <a:ext uri="{FF2B5EF4-FFF2-40B4-BE49-F238E27FC236}">
                        <a16:creationId xmlns:a16="http://schemas.microsoft.com/office/drawing/2014/main" id="{4895C86B-9EC8-430D-B02F-57C420C97D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797" name="直線コネクタ 118796">
                    <a:extLst>
                      <a:ext uri="{FF2B5EF4-FFF2-40B4-BE49-F238E27FC236}">
                        <a16:creationId xmlns:a16="http://schemas.microsoft.com/office/drawing/2014/main" id="{463ED214-0DAB-4B6D-906C-11E5EB5BA7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798" name="直線コネクタ 118797">
                    <a:extLst>
                      <a:ext uri="{FF2B5EF4-FFF2-40B4-BE49-F238E27FC236}">
                        <a16:creationId xmlns:a16="http://schemas.microsoft.com/office/drawing/2014/main" id="{D6CDCED1-B681-4A32-9FBA-C00435B70A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799" name="直線コネクタ 118798">
                    <a:extLst>
                      <a:ext uri="{FF2B5EF4-FFF2-40B4-BE49-F238E27FC236}">
                        <a16:creationId xmlns:a16="http://schemas.microsoft.com/office/drawing/2014/main" id="{658CD8C5-63D7-4D27-B841-7C8D8E365B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0" name="直線コネクタ 118799">
                    <a:extLst>
                      <a:ext uri="{FF2B5EF4-FFF2-40B4-BE49-F238E27FC236}">
                        <a16:creationId xmlns:a16="http://schemas.microsoft.com/office/drawing/2014/main" id="{CA8F9A67-8CC7-4E01-AFD0-58606A96B5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1" name="直線コネクタ 118800">
                    <a:extLst>
                      <a:ext uri="{FF2B5EF4-FFF2-40B4-BE49-F238E27FC236}">
                        <a16:creationId xmlns:a16="http://schemas.microsoft.com/office/drawing/2014/main" id="{E3D7D112-8E0F-4786-8DE0-3B3C6118CB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2" name="直線コネクタ 118801">
                    <a:extLst>
                      <a:ext uri="{FF2B5EF4-FFF2-40B4-BE49-F238E27FC236}">
                        <a16:creationId xmlns:a16="http://schemas.microsoft.com/office/drawing/2014/main" id="{262FCD29-99BF-45D6-9611-E0D3ACDAD0F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3" name="直線コネクタ 118802">
                    <a:extLst>
                      <a:ext uri="{FF2B5EF4-FFF2-40B4-BE49-F238E27FC236}">
                        <a16:creationId xmlns:a16="http://schemas.microsoft.com/office/drawing/2014/main" id="{CF25F5AA-6FD8-4294-9343-2DE5D226E7D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4" name="直線コネクタ 118803">
                    <a:extLst>
                      <a:ext uri="{FF2B5EF4-FFF2-40B4-BE49-F238E27FC236}">
                        <a16:creationId xmlns:a16="http://schemas.microsoft.com/office/drawing/2014/main" id="{92779E43-80A2-46AB-A4D3-3B252E6C27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5" name="直線コネクタ 118804">
                    <a:extLst>
                      <a:ext uri="{FF2B5EF4-FFF2-40B4-BE49-F238E27FC236}">
                        <a16:creationId xmlns:a16="http://schemas.microsoft.com/office/drawing/2014/main" id="{021F842C-665F-461B-9FDF-E9DCEF476D4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6" name="直線コネクタ 118805">
                    <a:extLst>
                      <a:ext uri="{FF2B5EF4-FFF2-40B4-BE49-F238E27FC236}">
                        <a16:creationId xmlns:a16="http://schemas.microsoft.com/office/drawing/2014/main" id="{8C277C06-1EC7-4FC2-AB52-DFC5E8BC5E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7" name="直線コネクタ 118806">
                    <a:extLst>
                      <a:ext uri="{FF2B5EF4-FFF2-40B4-BE49-F238E27FC236}">
                        <a16:creationId xmlns:a16="http://schemas.microsoft.com/office/drawing/2014/main" id="{821E10E9-9428-4CC6-8F0B-F1849D412A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8" name="直線コネクタ 118807">
                    <a:extLst>
                      <a:ext uri="{FF2B5EF4-FFF2-40B4-BE49-F238E27FC236}">
                        <a16:creationId xmlns:a16="http://schemas.microsoft.com/office/drawing/2014/main" id="{56685983-2AB6-4FEA-B197-6535C16807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09" name="直線コネクタ 118808">
                    <a:extLst>
                      <a:ext uri="{FF2B5EF4-FFF2-40B4-BE49-F238E27FC236}">
                        <a16:creationId xmlns:a16="http://schemas.microsoft.com/office/drawing/2014/main" id="{EA29C01D-FE44-4081-B0C1-0154CE60C9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0" name="直線コネクタ 118809">
                    <a:extLst>
                      <a:ext uri="{FF2B5EF4-FFF2-40B4-BE49-F238E27FC236}">
                        <a16:creationId xmlns:a16="http://schemas.microsoft.com/office/drawing/2014/main" id="{20A98588-9F89-43DD-B7B6-C058E1580A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1" name="直線コネクタ 118810">
                    <a:extLst>
                      <a:ext uri="{FF2B5EF4-FFF2-40B4-BE49-F238E27FC236}">
                        <a16:creationId xmlns:a16="http://schemas.microsoft.com/office/drawing/2014/main" id="{DAC52E8F-4ECD-4022-9543-CD1D4442B7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2" name="直線コネクタ 118811">
                    <a:extLst>
                      <a:ext uri="{FF2B5EF4-FFF2-40B4-BE49-F238E27FC236}">
                        <a16:creationId xmlns:a16="http://schemas.microsoft.com/office/drawing/2014/main" id="{4E625758-595D-4010-983D-107F5E109F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3" name="直線コネクタ 118812">
                    <a:extLst>
                      <a:ext uri="{FF2B5EF4-FFF2-40B4-BE49-F238E27FC236}">
                        <a16:creationId xmlns:a16="http://schemas.microsoft.com/office/drawing/2014/main" id="{E649BF55-5A7A-416D-9DCA-185F988E99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4" name="直線コネクタ 118813">
                    <a:extLst>
                      <a:ext uri="{FF2B5EF4-FFF2-40B4-BE49-F238E27FC236}">
                        <a16:creationId xmlns:a16="http://schemas.microsoft.com/office/drawing/2014/main" id="{EC4CF996-5DE6-4B4E-A20B-AEDE60321B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5" name="直線コネクタ 118814">
                    <a:extLst>
                      <a:ext uri="{FF2B5EF4-FFF2-40B4-BE49-F238E27FC236}">
                        <a16:creationId xmlns:a16="http://schemas.microsoft.com/office/drawing/2014/main" id="{ECE797D2-B202-4408-A36A-2C16A5BDE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6" name="直線コネクタ 118815">
                    <a:extLst>
                      <a:ext uri="{FF2B5EF4-FFF2-40B4-BE49-F238E27FC236}">
                        <a16:creationId xmlns:a16="http://schemas.microsoft.com/office/drawing/2014/main" id="{B9B757DD-768B-4FB9-9134-8DF10FFFF7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7" name="直線コネクタ 118816">
                    <a:extLst>
                      <a:ext uri="{FF2B5EF4-FFF2-40B4-BE49-F238E27FC236}">
                        <a16:creationId xmlns:a16="http://schemas.microsoft.com/office/drawing/2014/main" id="{231685F2-CA15-46AF-87CE-6FA910C3D2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8" name="直線コネクタ 118817">
                    <a:extLst>
                      <a:ext uri="{FF2B5EF4-FFF2-40B4-BE49-F238E27FC236}">
                        <a16:creationId xmlns:a16="http://schemas.microsoft.com/office/drawing/2014/main" id="{DCA7F968-0AFB-4032-8BCE-28CC16182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19" name="直線コネクタ 118818">
                    <a:extLst>
                      <a:ext uri="{FF2B5EF4-FFF2-40B4-BE49-F238E27FC236}">
                        <a16:creationId xmlns:a16="http://schemas.microsoft.com/office/drawing/2014/main" id="{D86AB3D4-4C11-4307-884C-F5AFF9490D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0" name="直線コネクタ 118819">
                    <a:extLst>
                      <a:ext uri="{FF2B5EF4-FFF2-40B4-BE49-F238E27FC236}">
                        <a16:creationId xmlns:a16="http://schemas.microsoft.com/office/drawing/2014/main" id="{9A28A8F9-DB23-4BA7-B4E8-C5899812F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1" name="直線コネクタ 118820">
                    <a:extLst>
                      <a:ext uri="{FF2B5EF4-FFF2-40B4-BE49-F238E27FC236}">
                        <a16:creationId xmlns:a16="http://schemas.microsoft.com/office/drawing/2014/main" id="{8D1B5CF2-38DC-4702-AB30-308401E8C3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2" name="直線コネクタ 118821">
                    <a:extLst>
                      <a:ext uri="{FF2B5EF4-FFF2-40B4-BE49-F238E27FC236}">
                        <a16:creationId xmlns:a16="http://schemas.microsoft.com/office/drawing/2014/main" id="{9A9AAE6E-C1BA-42E4-AC17-406A1AACFC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3" name="直線コネクタ 118822">
                    <a:extLst>
                      <a:ext uri="{FF2B5EF4-FFF2-40B4-BE49-F238E27FC236}">
                        <a16:creationId xmlns:a16="http://schemas.microsoft.com/office/drawing/2014/main" id="{7072A80B-C542-43BF-8FD8-45787AE43A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4" name="直線コネクタ 118823">
                    <a:extLst>
                      <a:ext uri="{FF2B5EF4-FFF2-40B4-BE49-F238E27FC236}">
                        <a16:creationId xmlns:a16="http://schemas.microsoft.com/office/drawing/2014/main" id="{85525FC3-08AC-439A-882A-FC3CBF2BCE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5" name="直線コネクタ 118824">
                    <a:extLst>
                      <a:ext uri="{FF2B5EF4-FFF2-40B4-BE49-F238E27FC236}">
                        <a16:creationId xmlns:a16="http://schemas.microsoft.com/office/drawing/2014/main" id="{E63C7E5F-06CD-47EC-91E2-1094441E4C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6" name="直線コネクタ 118825">
                    <a:extLst>
                      <a:ext uri="{FF2B5EF4-FFF2-40B4-BE49-F238E27FC236}">
                        <a16:creationId xmlns:a16="http://schemas.microsoft.com/office/drawing/2014/main" id="{A0F0BC0A-B35C-4397-936C-CB4269E372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7" name="直線コネクタ 118826">
                    <a:extLst>
                      <a:ext uri="{FF2B5EF4-FFF2-40B4-BE49-F238E27FC236}">
                        <a16:creationId xmlns:a16="http://schemas.microsoft.com/office/drawing/2014/main" id="{D60F9C53-F29C-47E0-A9E6-85B9C30770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8" name="直線コネクタ 118827">
                    <a:extLst>
                      <a:ext uri="{FF2B5EF4-FFF2-40B4-BE49-F238E27FC236}">
                        <a16:creationId xmlns:a16="http://schemas.microsoft.com/office/drawing/2014/main" id="{6AC4BD14-505F-410E-9566-14DAED8BE9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29" name="直線コネクタ 118828">
                    <a:extLst>
                      <a:ext uri="{FF2B5EF4-FFF2-40B4-BE49-F238E27FC236}">
                        <a16:creationId xmlns:a16="http://schemas.microsoft.com/office/drawing/2014/main" id="{D4F1E76B-12BC-4392-A622-8EB112D2D5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0" name="直線コネクタ 118829">
                    <a:extLst>
                      <a:ext uri="{FF2B5EF4-FFF2-40B4-BE49-F238E27FC236}">
                        <a16:creationId xmlns:a16="http://schemas.microsoft.com/office/drawing/2014/main" id="{EFA3F457-9620-4D0C-93DF-CFC290CFD5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1" name="直線コネクタ 118830">
                    <a:extLst>
                      <a:ext uri="{FF2B5EF4-FFF2-40B4-BE49-F238E27FC236}">
                        <a16:creationId xmlns:a16="http://schemas.microsoft.com/office/drawing/2014/main" id="{BA3AF10F-0E70-4867-8D93-B4C4773AD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2" name="直線コネクタ 118831">
                    <a:extLst>
                      <a:ext uri="{FF2B5EF4-FFF2-40B4-BE49-F238E27FC236}">
                        <a16:creationId xmlns:a16="http://schemas.microsoft.com/office/drawing/2014/main" id="{A95DEDF0-4BA8-49C1-A630-BFC624D8A7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3" name="直線コネクタ 118832">
                    <a:extLst>
                      <a:ext uri="{FF2B5EF4-FFF2-40B4-BE49-F238E27FC236}">
                        <a16:creationId xmlns:a16="http://schemas.microsoft.com/office/drawing/2014/main" id="{269AF268-BEED-4D0E-8546-9323D96FEF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4" name="直線コネクタ 118833">
                    <a:extLst>
                      <a:ext uri="{FF2B5EF4-FFF2-40B4-BE49-F238E27FC236}">
                        <a16:creationId xmlns:a16="http://schemas.microsoft.com/office/drawing/2014/main" id="{A690BD13-DF76-44B3-BED3-1ABD49AA26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5" name="直線コネクタ 118834">
                    <a:extLst>
                      <a:ext uri="{FF2B5EF4-FFF2-40B4-BE49-F238E27FC236}">
                        <a16:creationId xmlns:a16="http://schemas.microsoft.com/office/drawing/2014/main" id="{DE428EED-2101-4588-8C8B-2DBDBE7062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6" name="直線コネクタ 118835">
                    <a:extLst>
                      <a:ext uri="{FF2B5EF4-FFF2-40B4-BE49-F238E27FC236}">
                        <a16:creationId xmlns:a16="http://schemas.microsoft.com/office/drawing/2014/main" id="{7E571B06-E4D1-4A38-AF91-08690AE9058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7" name="直線コネクタ 118836">
                    <a:extLst>
                      <a:ext uri="{FF2B5EF4-FFF2-40B4-BE49-F238E27FC236}">
                        <a16:creationId xmlns:a16="http://schemas.microsoft.com/office/drawing/2014/main" id="{64FE7448-D3AF-45A9-A51B-952C82B953B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8" name="直線コネクタ 118837">
                    <a:extLst>
                      <a:ext uri="{FF2B5EF4-FFF2-40B4-BE49-F238E27FC236}">
                        <a16:creationId xmlns:a16="http://schemas.microsoft.com/office/drawing/2014/main" id="{8A81FF9C-5F9F-45E5-806D-BE120A4284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39" name="直線コネクタ 118838">
                    <a:extLst>
                      <a:ext uri="{FF2B5EF4-FFF2-40B4-BE49-F238E27FC236}">
                        <a16:creationId xmlns:a16="http://schemas.microsoft.com/office/drawing/2014/main" id="{A193F3B9-2A6A-421D-98F6-222290B2BDE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0" name="直線コネクタ 118839">
                    <a:extLst>
                      <a:ext uri="{FF2B5EF4-FFF2-40B4-BE49-F238E27FC236}">
                        <a16:creationId xmlns:a16="http://schemas.microsoft.com/office/drawing/2014/main" id="{C44E85A9-321D-4E23-8830-1D6984DB975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1" name="直線コネクタ 118840">
                    <a:extLst>
                      <a:ext uri="{FF2B5EF4-FFF2-40B4-BE49-F238E27FC236}">
                        <a16:creationId xmlns:a16="http://schemas.microsoft.com/office/drawing/2014/main" id="{B874BBD4-5F43-44BA-9649-6BACDD19EF4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2" name="直線コネクタ 118841">
                    <a:extLst>
                      <a:ext uri="{FF2B5EF4-FFF2-40B4-BE49-F238E27FC236}">
                        <a16:creationId xmlns:a16="http://schemas.microsoft.com/office/drawing/2014/main" id="{7A235F8F-09E1-4FA9-9B4A-9A66AC802AB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3" name="直線コネクタ 118842">
                    <a:extLst>
                      <a:ext uri="{FF2B5EF4-FFF2-40B4-BE49-F238E27FC236}">
                        <a16:creationId xmlns:a16="http://schemas.microsoft.com/office/drawing/2014/main" id="{8E042C83-826C-4A14-9238-2C95EE7D78F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4" name="直線コネクタ 118843">
                    <a:extLst>
                      <a:ext uri="{FF2B5EF4-FFF2-40B4-BE49-F238E27FC236}">
                        <a16:creationId xmlns:a16="http://schemas.microsoft.com/office/drawing/2014/main" id="{85C43E51-C3AA-4064-9B11-FAF2E91C094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5" name="直線コネクタ 118844">
                    <a:extLst>
                      <a:ext uri="{FF2B5EF4-FFF2-40B4-BE49-F238E27FC236}">
                        <a16:creationId xmlns:a16="http://schemas.microsoft.com/office/drawing/2014/main" id="{7EA50ADA-C463-4ED7-B27D-EB65546DFCF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6" name="直線コネクタ 118845">
                    <a:extLst>
                      <a:ext uri="{FF2B5EF4-FFF2-40B4-BE49-F238E27FC236}">
                        <a16:creationId xmlns:a16="http://schemas.microsoft.com/office/drawing/2014/main" id="{E483236A-1FB8-4938-856D-353CE757F9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7" name="直線コネクタ 118846">
                    <a:extLst>
                      <a:ext uri="{FF2B5EF4-FFF2-40B4-BE49-F238E27FC236}">
                        <a16:creationId xmlns:a16="http://schemas.microsoft.com/office/drawing/2014/main" id="{3283C72D-2090-4849-9843-0AA03E1AE2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8" name="直線コネクタ 118847">
                    <a:extLst>
                      <a:ext uri="{FF2B5EF4-FFF2-40B4-BE49-F238E27FC236}">
                        <a16:creationId xmlns:a16="http://schemas.microsoft.com/office/drawing/2014/main" id="{31C0FB97-01AB-4C5C-AEB3-CD2800B1AC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49" name="直線コネクタ 118848">
                    <a:extLst>
                      <a:ext uri="{FF2B5EF4-FFF2-40B4-BE49-F238E27FC236}">
                        <a16:creationId xmlns:a16="http://schemas.microsoft.com/office/drawing/2014/main" id="{D57C95F4-DFBB-43A8-AB56-69EA4D0383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0" name="直線コネクタ 118849">
                    <a:extLst>
                      <a:ext uri="{FF2B5EF4-FFF2-40B4-BE49-F238E27FC236}">
                        <a16:creationId xmlns:a16="http://schemas.microsoft.com/office/drawing/2014/main" id="{DC5F99FD-DAAE-4394-9F15-61F731CBA2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1" name="直線コネクタ 118850">
                    <a:extLst>
                      <a:ext uri="{FF2B5EF4-FFF2-40B4-BE49-F238E27FC236}">
                        <a16:creationId xmlns:a16="http://schemas.microsoft.com/office/drawing/2014/main" id="{1C5455F4-4F74-4F11-93CC-7CBADBB26C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2" name="直線コネクタ 118851">
                    <a:extLst>
                      <a:ext uri="{FF2B5EF4-FFF2-40B4-BE49-F238E27FC236}">
                        <a16:creationId xmlns:a16="http://schemas.microsoft.com/office/drawing/2014/main" id="{B9AB5730-8EA4-45A6-A97C-D42D59050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3" name="直線コネクタ 118852">
                    <a:extLst>
                      <a:ext uri="{FF2B5EF4-FFF2-40B4-BE49-F238E27FC236}">
                        <a16:creationId xmlns:a16="http://schemas.microsoft.com/office/drawing/2014/main" id="{8D4B800B-7EA2-443A-BDB1-7FF9148D3D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4" name="直線コネクタ 118853">
                    <a:extLst>
                      <a:ext uri="{FF2B5EF4-FFF2-40B4-BE49-F238E27FC236}">
                        <a16:creationId xmlns:a16="http://schemas.microsoft.com/office/drawing/2014/main" id="{BDE8F5A6-D675-4F7D-8C90-291A288D3F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5" name="直線コネクタ 118854">
                    <a:extLst>
                      <a:ext uri="{FF2B5EF4-FFF2-40B4-BE49-F238E27FC236}">
                        <a16:creationId xmlns:a16="http://schemas.microsoft.com/office/drawing/2014/main" id="{800519E0-003F-459A-9EA8-6C5A3C27EC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6" name="直線コネクタ 118855">
                    <a:extLst>
                      <a:ext uri="{FF2B5EF4-FFF2-40B4-BE49-F238E27FC236}">
                        <a16:creationId xmlns:a16="http://schemas.microsoft.com/office/drawing/2014/main" id="{4333DFD5-938C-4D90-9527-5077E6B823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7" name="直線コネクタ 118856">
                    <a:extLst>
                      <a:ext uri="{FF2B5EF4-FFF2-40B4-BE49-F238E27FC236}">
                        <a16:creationId xmlns:a16="http://schemas.microsoft.com/office/drawing/2014/main" id="{A35D799B-1091-4AD9-8C54-7D394DB21D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8" name="直線コネクタ 118857">
                    <a:extLst>
                      <a:ext uri="{FF2B5EF4-FFF2-40B4-BE49-F238E27FC236}">
                        <a16:creationId xmlns:a16="http://schemas.microsoft.com/office/drawing/2014/main" id="{A79F5F34-74E6-4D99-AA0B-AA6EE9A913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59" name="直線コネクタ 118858">
                    <a:extLst>
                      <a:ext uri="{FF2B5EF4-FFF2-40B4-BE49-F238E27FC236}">
                        <a16:creationId xmlns:a16="http://schemas.microsoft.com/office/drawing/2014/main" id="{57738EAF-263A-47F9-B4F9-9F0CAFE466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0" name="直線コネクタ 118859">
                    <a:extLst>
                      <a:ext uri="{FF2B5EF4-FFF2-40B4-BE49-F238E27FC236}">
                        <a16:creationId xmlns:a16="http://schemas.microsoft.com/office/drawing/2014/main" id="{C5051F15-AC35-459A-AFFB-CABFD28FA9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1" name="直線コネクタ 118860">
                    <a:extLst>
                      <a:ext uri="{FF2B5EF4-FFF2-40B4-BE49-F238E27FC236}">
                        <a16:creationId xmlns:a16="http://schemas.microsoft.com/office/drawing/2014/main" id="{9F01D117-DE00-4B9C-B2D0-1A6FC8E050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2" name="直線コネクタ 118861">
                    <a:extLst>
                      <a:ext uri="{FF2B5EF4-FFF2-40B4-BE49-F238E27FC236}">
                        <a16:creationId xmlns:a16="http://schemas.microsoft.com/office/drawing/2014/main" id="{3C174B21-8240-46B1-96ED-30CCB4D1B3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3" name="直線コネクタ 118862">
                    <a:extLst>
                      <a:ext uri="{FF2B5EF4-FFF2-40B4-BE49-F238E27FC236}">
                        <a16:creationId xmlns:a16="http://schemas.microsoft.com/office/drawing/2014/main" id="{3B53DCBC-763F-4009-8126-6D034E694B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4" name="直線コネクタ 118863">
                    <a:extLst>
                      <a:ext uri="{FF2B5EF4-FFF2-40B4-BE49-F238E27FC236}">
                        <a16:creationId xmlns:a16="http://schemas.microsoft.com/office/drawing/2014/main" id="{32D6AF36-5937-4737-9982-9719BA4C00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5" name="直線コネクタ 118864">
                    <a:extLst>
                      <a:ext uri="{FF2B5EF4-FFF2-40B4-BE49-F238E27FC236}">
                        <a16:creationId xmlns:a16="http://schemas.microsoft.com/office/drawing/2014/main" id="{91F38B7E-1218-4999-8DC9-C101940B24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6" name="直線コネクタ 118865">
                    <a:extLst>
                      <a:ext uri="{FF2B5EF4-FFF2-40B4-BE49-F238E27FC236}">
                        <a16:creationId xmlns:a16="http://schemas.microsoft.com/office/drawing/2014/main" id="{F5C40148-1763-43C5-B18E-949C7E223A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7" name="直線コネクタ 118866">
                    <a:extLst>
                      <a:ext uri="{FF2B5EF4-FFF2-40B4-BE49-F238E27FC236}">
                        <a16:creationId xmlns:a16="http://schemas.microsoft.com/office/drawing/2014/main" id="{61F932ED-FFBD-4C3E-987F-D5EFB8079A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8" name="直線コネクタ 118867">
                    <a:extLst>
                      <a:ext uri="{FF2B5EF4-FFF2-40B4-BE49-F238E27FC236}">
                        <a16:creationId xmlns:a16="http://schemas.microsoft.com/office/drawing/2014/main" id="{034AC606-02AB-4741-B0BA-7C05975138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69" name="直線コネクタ 118868">
                    <a:extLst>
                      <a:ext uri="{FF2B5EF4-FFF2-40B4-BE49-F238E27FC236}">
                        <a16:creationId xmlns:a16="http://schemas.microsoft.com/office/drawing/2014/main" id="{7B8BFA36-9585-4E79-BA2D-48FBF7DC58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0" name="直線コネクタ 118869">
                    <a:extLst>
                      <a:ext uri="{FF2B5EF4-FFF2-40B4-BE49-F238E27FC236}">
                        <a16:creationId xmlns:a16="http://schemas.microsoft.com/office/drawing/2014/main" id="{07038998-6531-42F3-8BC9-A8FE795677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1" name="直線コネクタ 118870">
                    <a:extLst>
                      <a:ext uri="{FF2B5EF4-FFF2-40B4-BE49-F238E27FC236}">
                        <a16:creationId xmlns:a16="http://schemas.microsoft.com/office/drawing/2014/main" id="{08120BB9-7338-400A-993C-65FA61C3A3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2" name="直線コネクタ 118871">
                    <a:extLst>
                      <a:ext uri="{FF2B5EF4-FFF2-40B4-BE49-F238E27FC236}">
                        <a16:creationId xmlns:a16="http://schemas.microsoft.com/office/drawing/2014/main" id="{6ED9B429-AA34-4699-9611-226CCE9AB4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3" name="直線コネクタ 118872">
                    <a:extLst>
                      <a:ext uri="{FF2B5EF4-FFF2-40B4-BE49-F238E27FC236}">
                        <a16:creationId xmlns:a16="http://schemas.microsoft.com/office/drawing/2014/main" id="{681F075D-4CBF-4A64-8B2A-CD5C78255B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4" name="直線コネクタ 118873">
                    <a:extLst>
                      <a:ext uri="{FF2B5EF4-FFF2-40B4-BE49-F238E27FC236}">
                        <a16:creationId xmlns:a16="http://schemas.microsoft.com/office/drawing/2014/main" id="{EA845159-3C81-418A-BC09-40EF6E8407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5" name="直線コネクタ 118874">
                    <a:extLst>
                      <a:ext uri="{FF2B5EF4-FFF2-40B4-BE49-F238E27FC236}">
                        <a16:creationId xmlns:a16="http://schemas.microsoft.com/office/drawing/2014/main" id="{3D5568E0-C05B-4369-904C-01A023766B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6" name="直線コネクタ 118875">
                    <a:extLst>
                      <a:ext uri="{FF2B5EF4-FFF2-40B4-BE49-F238E27FC236}">
                        <a16:creationId xmlns:a16="http://schemas.microsoft.com/office/drawing/2014/main" id="{7737BD0C-853B-490C-AD54-186DCDFD98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7" name="直線コネクタ 118876">
                    <a:extLst>
                      <a:ext uri="{FF2B5EF4-FFF2-40B4-BE49-F238E27FC236}">
                        <a16:creationId xmlns:a16="http://schemas.microsoft.com/office/drawing/2014/main" id="{EC7DEF7E-E21E-43C3-B5B1-06B4A7E929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8" name="直線コネクタ 118877">
                    <a:extLst>
                      <a:ext uri="{FF2B5EF4-FFF2-40B4-BE49-F238E27FC236}">
                        <a16:creationId xmlns:a16="http://schemas.microsoft.com/office/drawing/2014/main" id="{2C6C88A0-54F0-42FD-A7FE-28C9D93728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79" name="直線コネクタ 118878">
                    <a:extLst>
                      <a:ext uri="{FF2B5EF4-FFF2-40B4-BE49-F238E27FC236}">
                        <a16:creationId xmlns:a16="http://schemas.microsoft.com/office/drawing/2014/main" id="{101D8D2A-47D0-4F04-8116-DAAEEC78A6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0" name="直線コネクタ 118879">
                    <a:extLst>
                      <a:ext uri="{FF2B5EF4-FFF2-40B4-BE49-F238E27FC236}">
                        <a16:creationId xmlns:a16="http://schemas.microsoft.com/office/drawing/2014/main" id="{F12462C4-6F8F-42D8-AA29-399B8F0446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1" name="直線コネクタ 118880">
                    <a:extLst>
                      <a:ext uri="{FF2B5EF4-FFF2-40B4-BE49-F238E27FC236}">
                        <a16:creationId xmlns:a16="http://schemas.microsoft.com/office/drawing/2014/main" id="{05DB90AD-5D9F-43C9-8540-C92530C59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2" name="直線コネクタ 118881">
                    <a:extLst>
                      <a:ext uri="{FF2B5EF4-FFF2-40B4-BE49-F238E27FC236}">
                        <a16:creationId xmlns:a16="http://schemas.microsoft.com/office/drawing/2014/main" id="{7286922F-4DFD-4680-8C76-51D95C3493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3" name="直線コネクタ 118882">
                    <a:extLst>
                      <a:ext uri="{FF2B5EF4-FFF2-40B4-BE49-F238E27FC236}">
                        <a16:creationId xmlns:a16="http://schemas.microsoft.com/office/drawing/2014/main" id="{30433406-F76B-428B-91A6-ACABF1D8C1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4" name="直線コネクタ 118883">
                    <a:extLst>
                      <a:ext uri="{FF2B5EF4-FFF2-40B4-BE49-F238E27FC236}">
                        <a16:creationId xmlns:a16="http://schemas.microsoft.com/office/drawing/2014/main" id="{75BCC5E6-D2FD-4C7C-92AD-EADE02646EE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5" name="直線コネクタ 118884">
                    <a:extLst>
                      <a:ext uri="{FF2B5EF4-FFF2-40B4-BE49-F238E27FC236}">
                        <a16:creationId xmlns:a16="http://schemas.microsoft.com/office/drawing/2014/main" id="{7204ACCC-9704-4542-9CA0-589388A122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6" name="直線コネクタ 118885">
                    <a:extLst>
                      <a:ext uri="{FF2B5EF4-FFF2-40B4-BE49-F238E27FC236}">
                        <a16:creationId xmlns:a16="http://schemas.microsoft.com/office/drawing/2014/main" id="{0116EF72-AAA8-4C0B-B4E3-C2D5218FB5F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7" name="直線コネクタ 118886">
                    <a:extLst>
                      <a:ext uri="{FF2B5EF4-FFF2-40B4-BE49-F238E27FC236}">
                        <a16:creationId xmlns:a16="http://schemas.microsoft.com/office/drawing/2014/main" id="{6768A173-CD47-4F4B-96B0-9AA6A13500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8" name="直線コネクタ 118887">
                    <a:extLst>
                      <a:ext uri="{FF2B5EF4-FFF2-40B4-BE49-F238E27FC236}">
                        <a16:creationId xmlns:a16="http://schemas.microsoft.com/office/drawing/2014/main" id="{DE9D3B4C-F923-49FB-9D58-62DEF9889A1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89" name="直線コネクタ 118888">
                    <a:extLst>
                      <a:ext uri="{FF2B5EF4-FFF2-40B4-BE49-F238E27FC236}">
                        <a16:creationId xmlns:a16="http://schemas.microsoft.com/office/drawing/2014/main" id="{79375FAC-B37E-455D-BF9E-F205264FBCB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0" name="直線コネクタ 118889">
                    <a:extLst>
                      <a:ext uri="{FF2B5EF4-FFF2-40B4-BE49-F238E27FC236}">
                        <a16:creationId xmlns:a16="http://schemas.microsoft.com/office/drawing/2014/main" id="{0F289469-027B-429B-9FC4-92EEDBEE24B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1" name="直線コネクタ 118890">
                    <a:extLst>
                      <a:ext uri="{FF2B5EF4-FFF2-40B4-BE49-F238E27FC236}">
                        <a16:creationId xmlns:a16="http://schemas.microsoft.com/office/drawing/2014/main" id="{9B0EA456-F3E6-4907-9246-C6630AEEC16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2" name="直線コネクタ 118891">
                    <a:extLst>
                      <a:ext uri="{FF2B5EF4-FFF2-40B4-BE49-F238E27FC236}">
                        <a16:creationId xmlns:a16="http://schemas.microsoft.com/office/drawing/2014/main" id="{6DA6FEEB-2B0C-4FE9-8376-9ACA30BEEE0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3" name="直線コネクタ 118892">
                    <a:extLst>
                      <a:ext uri="{FF2B5EF4-FFF2-40B4-BE49-F238E27FC236}">
                        <a16:creationId xmlns:a16="http://schemas.microsoft.com/office/drawing/2014/main" id="{4ADBA010-0674-4676-9356-173238C5002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4" name="直線コネクタ 118893">
                    <a:extLst>
                      <a:ext uri="{FF2B5EF4-FFF2-40B4-BE49-F238E27FC236}">
                        <a16:creationId xmlns:a16="http://schemas.microsoft.com/office/drawing/2014/main" id="{A944DD67-48B8-4736-832E-CBC3D8B945C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5" name="直線コネクタ 118894">
                    <a:extLst>
                      <a:ext uri="{FF2B5EF4-FFF2-40B4-BE49-F238E27FC236}">
                        <a16:creationId xmlns:a16="http://schemas.microsoft.com/office/drawing/2014/main" id="{5C7FE4AD-AA08-4B2C-B5B2-769693F1425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6" name="直線コネクタ 118895">
                    <a:extLst>
                      <a:ext uri="{FF2B5EF4-FFF2-40B4-BE49-F238E27FC236}">
                        <a16:creationId xmlns:a16="http://schemas.microsoft.com/office/drawing/2014/main" id="{F4B0908B-7DD3-436A-B241-09B39B3FE2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7" name="直線コネクタ 118896">
                    <a:extLst>
                      <a:ext uri="{FF2B5EF4-FFF2-40B4-BE49-F238E27FC236}">
                        <a16:creationId xmlns:a16="http://schemas.microsoft.com/office/drawing/2014/main" id="{E00292EA-412B-4625-AFFD-54027B80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8" name="直線コネクタ 118897">
                    <a:extLst>
                      <a:ext uri="{FF2B5EF4-FFF2-40B4-BE49-F238E27FC236}">
                        <a16:creationId xmlns:a16="http://schemas.microsoft.com/office/drawing/2014/main" id="{A758F53E-8998-42C4-A307-DAD8B1A99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899" name="直線コネクタ 118898">
                    <a:extLst>
                      <a:ext uri="{FF2B5EF4-FFF2-40B4-BE49-F238E27FC236}">
                        <a16:creationId xmlns:a16="http://schemas.microsoft.com/office/drawing/2014/main" id="{5F8607E3-78AB-4091-A2E7-FA2A823ED4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0" name="直線コネクタ 118899">
                    <a:extLst>
                      <a:ext uri="{FF2B5EF4-FFF2-40B4-BE49-F238E27FC236}">
                        <a16:creationId xmlns:a16="http://schemas.microsoft.com/office/drawing/2014/main" id="{615CFF32-BFA6-4507-B64D-F3B484E0DD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1" name="直線コネクタ 118900">
                    <a:extLst>
                      <a:ext uri="{FF2B5EF4-FFF2-40B4-BE49-F238E27FC236}">
                        <a16:creationId xmlns:a16="http://schemas.microsoft.com/office/drawing/2014/main" id="{8CC20CB4-5857-4520-BACD-9720B82D92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2" name="直線コネクタ 118901">
                    <a:extLst>
                      <a:ext uri="{FF2B5EF4-FFF2-40B4-BE49-F238E27FC236}">
                        <a16:creationId xmlns:a16="http://schemas.microsoft.com/office/drawing/2014/main" id="{4936B23C-5311-42B9-A06C-9FD3BF520C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3" name="直線コネクタ 118902">
                    <a:extLst>
                      <a:ext uri="{FF2B5EF4-FFF2-40B4-BE49-F238E27FC236}">
                        <a16:creationId xmlns:a16="http://schemas.microsoft.com/office/drawing/2014/main" id="{9E896A8D-813F-4AC2-876C-DBFE73D11E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4" name="直線コネクタ 118903">
                    <a:extLst>
                      <a:ext uri="{FF2B5EF4-FFF2-40B4-BE49-F238E27FC236}">
                        <a16:creationId xmlns:a16="http://schemas.microsoft.com/office/drawing/2014/main" id="{703EFECA-185B-468F-A856-E697C3C9DE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5" name="直線コネクタ 118904">
                    <a:extLst>
                      <a:ext uri="{FF2B5EF4-FFF2-40B4-BE49-F238E27FC236}">
                        <a16:creationId xmlns:a16="http://schemas.microsoft.com/office/drawing/2014/main" id="{C250351D-56AA-45F2-8E1F-E7DCCDAE55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6" name="直線コネクタ 118905">
                    <a:extLst>
                      <a:ext uri="{FF2B5EF4-FFF2-40B4-BE49-F238E27FC236}">
                        <a16:creationId xmlns:a16="http://schemas.microsoft.com/office/drawing/2014/main" id="{53B0BAA3-D601-4877-96D5-80C8DDD144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7" name="直線コネクタ 118906">
                    <a:extLst>
                      <a:ext uri="{FF2B5EF4-FFF2-40B4-BE49-F238E27FC236}">
                        <a16:creationId xmlns:a16="http://schemas.microsoft.com/office/drawing/2014/main" id="{ADFA87AB-52E0-4D3C-B0BD-56737739F5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8" name="直線コネクタ 118907">
                    <a:extLst>
                      <a:ext uri="{FF2B5EF4-FFF2-40B4-BE49-F238E27FC236}">
                        <a16:creationId xmlns:a16="http://schemas.microsoft.com/office/drawing/2014/main" id="{DD2C9D29-EDE8-4EC6-87FA-F4FC70935A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09" name="直線コネクタ 118908">
                    <a:extLst>
                      <a:ext uri="{FF2B5EF4-FFF2-40B4-BE49-F238E27FC236}">
                        <a16:creationId xmlns:a16="http://schemas.microsoft.com/office/drawing/2014/main" id="{63E18429-DDA2-447B-A88E-4A44798344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0" name="直線コネクタ 118909">
                    <a:extLst>
                      <a:ext uri="{FF2B5EF4-FFF2-40B4-BE49-F238E27FC236}">
                        <a16:creationId xmlns:a16="http://schemas.microsoft.com/office/drawing/2014/main" id="{3E46ABA0-77D2-4B76-8DE1-D9EFD137E6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1" name="直線コネクタ 118910">
                    <a:extLst>
                      <a:ext uri="{FF2B5EF4-FFF2-40B4-BE49-F238E27FC236}">
                        <a16:creationId xmlns:a16="http://schemas.microsoft.com/office/drawing/2014/main" id="{FEBB7AF5-998D-4F9C-85DA-0F770B28A2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2" name="直線コネクタ 118911">
                    <a:extLst>
                      <a:ext uri="{FF2B5EF4-FFF2-40B4-BE49-F238E27FC236}">
                        <a16:creationId xmlns:a16="http://schemas.microsoft.com/office/drawing/2014/main" id="{4306052E-5AFD-4A36-923D-DCF4D571D8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3" name="直線コネクタ 118912">
                    <a:extLst>
                      <a:ext uri="{FF2B5EF4-FFF2-40B4-BE49-F238E27FC236}">
                        <a16:creationId xmlns:a16="http://schemas.microsoft.com/office/drawing/2014/main" id="{9E320BAB-F10C-4E85-9CCB-40D5088A1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4" name="直線コネクタ 118913">
                    <a:extLst>
                      <a:ext uri="{FF2B5EF4-FFF2-40B4-BE49-F238E27FC236}">
                        <a16:creationId xmlns:a16="http://schemas.microsoft.com/office/drawing/2014/main" id="{DC31F645-79CA-4EA6-A7F1-AFABCDC789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5" name="直線コネクタ 118914">
                    <a:extLst>
                      <a:ext uri="{FF2B5EF4-FFF2-40B4-BE49-F238E27FC236}">
                        <a16:creationId xmlns:a16="http://schemas.microsoft.com/office/drawing/2014/main" id="{7173091B-29A4-47A0-856C-17610025F4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6" name="直線コネクタ 118915">
                    <a:extLst>
                      <a:ext uri="{FF2B5EF4-FFF2-40B4-BE49-F238E27FC236}">
                        <a16:creationId xmlns:a16="http://schemas.microsoft.com/office/drawing/2014/main" id="{F4431680-E7C2-4550-8FE5-196FEDAF06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7" name="直線コネクタ 118916">
                    <a:extLst>
                      <a:ext uri="{FF2B5EF4-FFF2-40B4-BE49-F238E27FC236}">
                        <a16:creationId xmlns:a16="http://schemas.microsoft.com/office/drawing/2014/main" id="{A1E1BBA8-06C9-4324-95CC-82CEB632E6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8" name="直線コネクタ 118917">
                    <a:extLst>
                      <a:ext uri="{FF2B5EF4-FFF2-40B4-BE49-F238E27FC236}">
                        <a16:creationId xmlns:a16="http://schemas.microsoft.com/office/drawing/2014/main" id="{E641C537-20F5-4F15-A98D-FD70CD8497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19" name="直線コネクタ 118918">
                    <a:extLst>
                      <a:ext uri="{FF2B5EF4-FFF2-40B4-BE49-F238E27FC236}">
                        <a16:creationId xmlns:a16="http://schemas.microsoft.com/office/drawing/2014/main" id="{69794C45-ED3A-41CD-A49B-702FCA41EE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0" name="直線コネクタ 118919">
                    <a:extLst>
                      <a:ext uri="{FF2B5EF4-FFF2-40B4-BE49-F238E27FC236}">
                        <a16:creationId xmlns:a16="http://schemas.microsoft.com/office/drawing/2014/main" id="{DB440CF9-9215-496C-8277-E878AF8114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1" name="直線コネクタ 118920">
                    <a:extLst>
                      <a:ext uri="{FF2B5EF4-FFF2-40B4-BE49-F238E27FC236}">
                        <a16:creationId xmlns:a16="http://schemas.microsoft.com/office/drawing/2014/main" id="{C0134371-25ED-40C5-A64B-834F84C30E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2" name="直線コネクタ 118921">
                    <a:extLst>
                      <a:ext uri="{FF2B5EF4-FFF2-40B4-BE49-F238E27FC236}">
                        <a16:creationId xmlns:a16="http://schemas.microsoft.com/office/drawing/2014/main" id="{57B24C57-D80F-41F1-93EC-6C4E9A4B8A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3" name="直線コネクタ 118922">
                    <a:extLst>
                      <a:ext uri="{FF2B5EF4-FFF2-40B4-BE49-F238E27FC236}">
                        <a16:creationId xmlns:a16="http://schemas.microsoft.com/office/drawing/2014/main" id="{C4D0073F-5E14-4845-9843-101DE9709F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4" name="直線コネクタ 118923">
                    <a:extLst>
                      <a:ext uri="{FF2B5EF4-FFF2-40B4-BE49-F238E27FC236}">
                        <a16:creationId xmlns:a16="http://schemas.microsoft.com/office/drawing/2014/main" id="{61F90CC1-97C2-4440-9D3A-2903A41A4B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5" name="直線コネクタ 118924">
                    <a:extLst>
                      <a:ext uri="{FF2B5EF4-FFF2-40B4-BE49-F238E27FC236}">
                        <a16:creationId xmlns:a16="http://schemas.microsoft.com/office/drawing/2014/main" id="{514CA6C9-4079-4E85-B46E-9C2356A88E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6" name="直線コネクタ 118925">
                    <a:extLst>
                      <a:ext uri="{FF2B5EF4-FFF2-40B4-BE49-F238E27FC236}">
                        <a16:creationId xmlns:a16="http://schemas.microsoft.com/office/drawing/2014/main" id="{CD11AADC-4CEC-4F4A-8B0A-D0E7E3574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7" name="直線コネクタ 118926">
                    <a:extLst>
                      <a:ext uri="{FF2B5EF4-FFF2-40B4-BE49-F238E27FC236}">
                        <a16:creationId xmlns:a16="http://schemas.microsoft.com/office/drawing/2014/main" id="{DB14F1F1-B609-4AD3-BDD0-BF6E207C2F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8" name="直線コネクタ 118927">
                    <a:extLst>
                      <a:ext uri="{FF2B5EF4-FFF2-40B4-BE49-F238E27FC236}">
                        <a16:creationId xmlns:a16="http://schemas.microsoft.com/office/drawing/2014/main" id="{A2C78436-98AB-4845-93AB-7257843771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29" name="直線コネクタ 118928">
                    <a:extLst>
                      <a:ext uri="{FF2B5EF4-FFF2-40B4-BE49-F238E27FC236}">
                        <a16:creationId xmlns:a16="http://schemas.microsoft.com/office/drawing/2014/main" id="{857DB1A3-3266-4AA8-9400-A1CEA118E7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0" name="直線コネクタ 118929">
                    <a:extLst>
                      <a:ext uri="{FF2B5EF4-FFF2-40B4-BE49-F238E27FC236}">
                        <a16:creationId xmlns:a16="http://schemas.microsoft.com/office/drawing/2014/main" id="{49B4116A-9C24-4794-8142-7210B2883B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1" name="直線コネクタ 118930">
                    <a:extLst>
                      <a:ext uri="{FF2B5EF4-FFF2-40B4-BE49-F238E27FC236}">
                        <a16:creationId xmlns:a16="http://schemas.microsoft.com/office/drawing/2014/main" id="{AB385503-DA1E-4B1B-A18B-F02E30E26B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2" name="直線コネクタ 118931">
                    <a:extLst>
                      <a:ext uri="{FF2B5EF4-FFF2-40B4-BE49-F238E27FC236}">
                        <a16:creationId xmlns:a16="http://schemas.microsoft.com/office/drawing/2014/main" id="{ECDF1523-C9EA-4EED-BC9D-C630819C62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3" name="直線コネクタ 118932">
                    <a:extLst>
                      <a:ext uri="{FF2B5EF4-FFF2-40B4-BE49-F238E27FC236}">
                        <a16:creationId xmlns:a16="http://schemas.microsoft.com/office/drawing/2014/main" id="{85B1FB02-1C87-47F4-A06F-B3D9DD57D8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4" name="直線コネクタ 118933">
                    <a:extLst>
                      <a:ext uri="{FF2B5EF4-FFF2-40B4-BE49-F238E27FC236}">
                        <a16:creationId xmlns:a16="http://schemas.microsoft.com/office/drawing/2014/main" id="{0A8A77FB-E239-44A1-9A7E-791E9BE87E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5" name="直線コネクタ 118934">
                    <a:extLst>
                      <a:ext uri="{FF2B5EF4-FFF2-40B4-BE49-F238E27FC236}">
                        <a16:creationId xmlns:a16="http://schemas.microsoft.com/office/drawing/2014/main" id="{9CCB2997-6D9C-4A70-A88F-9F6A066C48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6" name="直線コネクタ 118935">
                    <a:extLst>
                      <a:ext uri="{FF2B5EF4-FFF2-40B4-BE49-F238E27FC236}">
                        <a16:creationId xmlns:a16="http://schemas.microsoft.com/office/drawing/2014/main" id="{0A4097F9-4D95-475F-B769-1FBDB9EFCD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7" name="直線コネクタ 118936">
                    <a:extLst>
                      <a:ext uri="{FF2B5EF4-FFF2-40B4-BE49-F238E27FC236}">
                        <a16:creationId xmlns:a16="http://schemas.microsoft.com/office/drawing/2014/main" id="{DCFB43EB-8B07-4879-808E-24883F193F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8" name="直線コネクタ 118937">
                    <a:extLst>
                      <a:ext uri="{FF2B5EF4-FFF2-40B4-BE49-F238E27FC236}">
                        <a16:creationId xmlns:a16="http://schemas.microsoft.com/office/drawing/2014/main" id="{DFA683B8-8E79-43DF-9544-85A6BEEB55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39" name="直線コネクタ 118938">
                    <a:extLst>
                      <a:ext uri="{FF2B5EF4-FFF2-40B4-BE49-F238E27FC236}">
                        <a16:creationId xmlns:a16="http://schemas.microsoft.com/office/drawing/2014/main" id="{34D5ADB6-0F4E-4693-9B60-DEB4C67B85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0" name="直線コネクタ 118939">
                    <a:extLst>
                      <a:ext uri="{FF2B5EF4-FFF2-40B4-BE49-F238E27FC236}">
                        <a16:creationId xmlns:a16="http://schemas.microsoft.com/office/drawing/2014/main" id="{92D4AA2B-E323-4877-A911-8CD7F887BC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1" name="直線コネクタ 118940">
                    <a:extLst>
                      <a:ext uri="{FF2B5EF4-FFF2-40B4-BE49-F238E27FC236}">
                        <a16:creationId xmlns:a16="http://schemas.microsoft.com/office/drawing/2014/main" id="{AE1E83CE-E1DC-4E83-B942-695738CE6F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2" name="直線コネクタ 118941">
                    <a:extLst>
                      <a:ext uri="{FF2B5EF4-FFF2-40B4-BE49-F238E27FC236}">
                        <a16:creationId xmlns:a16="http://schemas.microsoft.com/office/drawing/2014/main" id="{D30F0745-763D-4794-A412-9C47153FC5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3" name="直線コネクタ 118942">
                    <a:extLst>
                      <a:ext uri="{FF2B5EF4-FFF2-40B4-BE49-F238E27FC236}">
                        <a16:creationId xmlns:a16="http://schemas.microsoft.com/office/drawing/2014/main" id="{9B6509FA-CEF6-477D-9670-7F41E7730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4" name="直線コネクタ 118943">
                    <a:extLst>
                      <a:ext uri="{FF2B5EF4-FFF2-40B4-BE49-F238E27FC236}">
                        <a16:creationId xmlns:a16="http://schemas.microsoft.com/office/drawing/2014/main" id="{E939510C-700D-436E-B843-EA53DDADB7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5" name="直線コネクタ 118944">
                    <a:extLst>
                      <a:ext uri="{FF2B5EF4-FFF2-40B4-BE49-F238E27FC236}">
                        <a16:creationId xmlns:a16="http://schemas.microsoft.com/office/drawing/2014/main" id="{A0CDA803-EDB4-4A53-AE8F-CC7B259995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6" name="直線コネクタ 118945">
                    <a:extLst>
                      <a:ext uri="{FF2B5EF4-FFF2-40B4-BE49-F238E27FC236}">
                        <a16:creationId xmlns:a16="http://schemas.microsoft.com/office/drawing/2014/main" id="{10277CF2-0CC3-4959-A83B-F726471F18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7" name="直線コネクタ 118946">
                    <a:extLst>
                      <a:ext uri="{FF2B5EF4-FFF2-40B4-BE49-F238E27FC236}">
                        <a16:creationId xmlns:a16="http://schemas.microsoft.com/office/drawing/2014/main" id="{6A0387B9-3542-4572-BF16-1050D3AA57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8" name="直線コネクタ 118947">
                    <a:extLst>
                      <a:ext uri="{FF2B5EF4-FFF2-40B4-BE49-F238E27FC236}">
                        <a16:creationId xmlns:a16="http://schemas.microsoft.com/office/drawing/2014/main" id="{FE414D34-BC66-4561-93AF-EFE7D77F36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49" name="直線コネクタ 118948">
                    <a:extLst>
                      <a:ext uri="{FF2B5EF4-FFF2-40B4-BE49-F238E27FC236}">
                        <a16:creationId xmlns:a16="http://schemas.microsoft.com/office/drawing/2014/main" id="{233CC654-CFF4-4F2C-BEC7-D0DCEAF3D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0" name="直線コネクタ 118949">
                    <a:extLst>
                      <a:ext uri="{FF2B5EF4-FFF2-40B4-BE49-F238E27FC236}">
                        <a16:creationId xmlns:a16="http://schemas.microsoft.com/office/drawing/2014/main" id="{7B6847A6-0D86-4B2E-A7F2-BDD59D1235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1" name="直線コネクタ 118950">
                    <a:extLst>
                      <a:ext uri="{FF2B5EF4-FFF2-40B4-BE49-F238E27FC236}">
                        <a16:creationId xmlns:a16="http://schemas.microsoft.com/office/drawing/2014/main" id="{0AEB5F94-1E59-4BD3-8E66-6CE9142E89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2" name="直線コネクタ 118951">
                    <a:extLst>
                      <a:ext uri="{FF2B5EF4-FFF2-40B4-BE49-F238E27FC236}">
                        <a16:creationId xmlns:a16="http://schemas.microsoft.com/office/drawing/2014/main" id="{AFCA46F0-EF7B-4147-A14E-8BD2E645E0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3" name="直線コネクタ 118952">
                    <a:extLst>
                      <a:ext uri="{FF2B5EF4-FFF2-40B4-BE49-F238E27FC236}">
                        <a16:creationId xmlns:a16="http://schemas.microsoft.com/office/drawing/2014/main" id="{BDFC002A-39D3-478D-84A1-561953A1C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4" name="直線コネクタ 118953">
                    <a:extLst>
                      <a:ext uri="{FF2B5EF4-FFF2-40B4-BE49-F238E27FC236}">
                        <a16:creationId xmlns:a16="http://schemas.microsoft.com/office/drawing/2014/main" id="{37FE7299-8E56-4C7C-AE11-FDB38A505C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5" name="直線コネクタ 118954">
                    <a:extLst>
                      <a:ext uri="{FF2B5EF4-FFF2-40B4-BE49-F238E27FC236}">
                        <a16:creationId xmlns:a16="http://schemas.microsoft.com/office/drawing/2014/main" id="{29E5B4E3-B2C1-4832-837A-8BF7787319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6" name="直線コネクタ 118955">
                    <a:extLst>
                      <a:ext uri="{FF2B5EF4-FFF2-40B4-BE49-F238E27FC236}">
                        <a16:creationId xmlns:a16="http://schemas.microsoft.com/office/drawing/2014/main" id="{CE55CDD0-FF4A-4A2F-832F-E20AD497D0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7" name="直線コネクタ 118956">
                    <a:extLst>
                      <a:ext uri="{FF2B5EF4-FFF2-40B4-BE49-F238E27FC236}">
                        <a16:creationId xmlns:a16="http://schemas.microsoft.com/office/drawing/2014/main" id="{815CFC43-B81D-49A7-8CD0-0D86FD568A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958" name="直線コネクタ 118957">
                    <a:extLst>
                      <a:ext uri="{FF2B5EF4-FFF2-40B4-BE49-F238E27FC236}">
                        <a16:creationId xmlns:a16="http://schemas.microsoft.com/office/drawing/2014/main" id="{690E2F1A-B576-4123-8C8D-6110815406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8959" name="グループ化 118958">
                    <a:extLst>
                      <a:ext uri="{FF2B5EF4-FFF2-40B4-BE49-F238E27FC236}">
                        <a16:creationId xmlns:a16="http://schemas.microsoft.com/office/drawing/2014/main" id="{567CC9ED-5E38-40F2-87D3-FA0084B574E1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135" name="直線コネクタ 119134">
                      <a:extLst>
                        <a:ext uri="{FF2B5EF4-FFF2-40B4-BE49-F238E27FC236}">
                          <a16:creationId xmlns:a16="http://schemas.microsoft.com/office/drawing/2014/main" id="{FF7971E2-ABA5-410D-A38E-6464BA92F5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36" name="直線コネクタ 119135">
                      <a:extLst>
                        <a:ext uri="{FF2B5EF4-FFF2-40B4-BE49-F238E27FC236}">
                          <a16:creationId xmlns:a16="http://schemas.microsoft.com/office/drawing/2014/main" id="{F03B033E-4172-48FF-BB00-96717570FE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37" name="直線コネクタ 119136">
                      <a:extLst>
                        <a:ext uri="{FF2B5EF4-FFF2-40B4-BE49-F238E27FC236}">
                          <a16:creationId xmlns:a16="http://schemas.microsoft.com/office/drawing/2014/main" id="{B11F3D78-1764-45E4-83C0-B0E4923D87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38" name="直線コネクタ 119137">
                      <a:extLst>
                        <a:ext uri="{FF2B5EF4-FFF2-40B4-BE49-F238E27FC236}">
                          <a16:creationId xmlns:a16="http://schemas.microsoft.com/office/drawing/2014/main" id="{E9A9F7F6-F042-4B1F-9EBD-BC9D640575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39" name="直線コネクタ 119138">
                      <a:extLst>
                        <a:ext uri="{FF2B5EF4-FFF2-40B4-BE49-F238E27FC236}">
                          <a16:creationId xmlns:a16="http://schemas.microsoft.com/office/drawing/2014/main" id="{6DE934C3-F64B-44F4-B546-BB3333AD2A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0" name="直線コネクタ 119139">
                      <a:extLst>
                        <a:ext uri="{FF2B5EF4-FFF2-40B4-BE49-F238E27FC236}">
                          <a16:creationId xmlns:a16="http://schemas.microsoft.com/office/drawing/2014/main" id="{15393C34-607B-4052-961A-418CFD3D0E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1" name="直線コネクタ 119140">
                      <a:extLst>
                        <a:ext uri="{FF2B5EF4-FFF2-40B4-BE49-F238E27FC236}">
                          <a16:creationId xmlns:a16="http://schemas.microsoft.com/office/drawing/2014/main" id="{6221DD0F-B8BF-4F1F-BF3B-633E201C3E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2" name="直線コネクタ 119141">
                      <a:extLst>
                        <a:ext uri="{FF2B5EF4-FFF2-40B4-BE49-F238E27FC236}">
                          <a16:creationId xmlns:a16="http://schemas.microsoft.com/office/drawing/2014/main" id="{18E31C2C-A10F-458A-900B-C9E9C0A184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3" name="直線コネクタ 119142">
                      <a:extLst>
                        <a:ext uri="{FF2B5EF4-FFF2-40B4-BE49-F238E27FC236}">
                          <a16:creationId xmlns:a16="http://schemas.microsoft.com/office/drawing/2014/main" id="{CDF687F4-23AE-45E5-B70D-D680B5CB10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4" name="直線コネクタ 119143">
                      <a:extLst>
                        <a:ext uri="{FF2B5EF4-FFF2-40B4-BE49-F238E27FC236}">
                          <a16:creationId xmlns:a16="http://schemas.microsoft.com/office/drawing/2014/main" id="{78AF8C23-CE92-4997-8D69-03ACA408D9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5" name="直線コネクタ 119144">
                      <a:extLst>
                        <a:ext uri="{FF2B5EF4-FFF2-40B4-BE49-F238E27FC236}">
                          <a16:creationId xmlns:a16="http://schemas.microsoft.com/office/drawing/2014/main" id="{FF9858CB-65AD-4C9F-802C-A48E17F7DA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6" name="直線コネクタ 119145">
                      <a:extLst>
                        <a:ext uri="{FF2B5EF4-FFF2-40B4-BE49-F238E27FC236}">
                          <a16:creationId xmlns:a16="http://schemas.microsoft.com/office/drawing/2014/main" id="{7A51B04D-6F21-48E9-9B54-456A1B3067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7" name="直線コネクタ 119146">
                      <a:extLst>
                        <a:ext uri="{FF2B5EF4-FFF2-40B4-BE49-F238E27FC236}">
                          <a16:creationId xmlns:a16="http://schemas.microsoft.com/office/drawing/2014/main" id="{24C9DADC-AEA3-4A72-B666-58C785F7A8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8" name="直線コネクタ 119147">
                      <a:extLst>
                        <a:ext uri="{FF2B5EF4-FFF2-40B4-BE49-F238E27FC236}">
                          <a16:creationId xmlns:a16="http://schemas.microsoft.com/office/drawing/2014/main" id="{424ECD4B-B8D1-4BC5-87D9-DA9A9A2A1F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49" name="直線コネクタ 119148">
                      <a:extLst>
                        <a:ext uri="{FF2B5EF4-FFF2-40B4-BE49-F238E27FC236}">
                          <a16:creationId xmlns:a16="http://schemas.microsoft.com/office/drawing/2014/main" id="{3A9147C4-FE3F-4A50-A897-B15EF880BA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0" name="直線コネクタ 119149">
                      <a:extLst>
                        <a:ext uri="{FF2B5EF4-FFF2-40B4-BE49-F238E27FC236}">
                          <a16:creationId xmlns:a16="http://schemas.microsoft.com/office/drawing/2014/main" id="{D2D1A0B6-18E1-4F47-9F8E-C48923FF65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1" name="直線コネクタ 119150">
                      <a:extLst>
                        <a:ext uri="{FF2B5EF4-FFF2-40B4-BE49-F238E27FC236}">
                          <a16:creationId xmlns:a16="http://schemas.microsoft.com/office/drawing/2014/main" id="{1DD7DB01-91C0-4A76-986C-43762F59B0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2" name="直線コネクタ 119151">
                      <a:extLst>
                        <a:ext uri="{FF2B5EF4-FFF2-40B4-BE49-F238E27FC236}">
                          <a16:creationId xmlns:a16="http://schemas.microsoft.com/office/drawing/2014/main" id="{9BA0EEC5-DAE4-4A2B-A8FB-8AA4FEC5F8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3" name="直線コネクタ 119152">
                      <a:extLst>
                        <a:ext uri="{FF2B5EF4-FFF2-40B4-BE49-F238E27FC236}">
                          <a16:creationId xmlns:a16="http://schemas.microsoft.com/office/drawing/2014/main" id="{C1CD3A1C-4D55-4B2A-A699-51DB069C59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4" name="直線コネクタ 119153">
                      <a:extLst>
                        <a:ext uri="{FF2B5EF4-FFF2-40B4-BE49-F238E27FC236}">
                          <a16:creationId xmlns:a16="http://schemas.microsoft.com/office/drawing/2014/main" id="{7339372F-DDD3-4FC1-A724-0B6E4A7A17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5" name="直線コネクタ 119154">
                      <a:extLst>
                        <a:ext uri="{FF2B5EF4-FFF2-40B4-BE49-F238E27FC236}">
                          <a16:creationId xmlns:a16="http://schemas.microsoft.com/office/drawing/2014/main" id="{1CF19D2E-0D5C-400B-9BED-F9A6FB65E3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6" name="直線コネクタ 119155">
                      <a:extLst>
                        <a:ext uri="{FF2B5EF4-FFF2-40B4-BE49-F238E27FC236}">
                          <a16:creationId xmlns:a16="http://schemas.microsoft.com/office/drawing/2014/main" id="{DA298A0B-4E68-4DEF-A37C-269E6159DC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7" name="直線コネクタ 119156">
                      <a:extLst>
                        <a:ext uri="{FF2B5EF4-FFF2-40B4-BE49-F238E27FC236}">
                          <a16:creationId xmlns:a16="http://schemas.microsoft.com/office/drawing/2014/main" id="{25D8A417-3F8A-4528-A8D9-94D7BD9911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8" name="直線コネクタ 119157">
                      <a:extLst>
                        <a:ext uri="{FF2B5EF4-FFF2-40B4-BE49-F238E27FC236}">
                          <a16:creationId xmlns:a16="http://schemas.microsoft.com/office/drawing/2014/main" id="{E41A7F21-A4B7-4E3A-8670-17E622BBC9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59" name="直線コネクタ 119158">
                      <a:extLst>
                        <a:ext uri="{FF2B5EF4-FFF2-40B4-BE49-F238E27FC236}">
                          <a16:creationId xmlns:a16="http://schemas.microsoft.com/office/drawing/2014/main" id="{5D514AED-0104-44F0-99B9-358C452EA2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0" name="直線コネクタ 119159">
                      <a:extLst>
                        <a:ext uri="{FF2B5EF4-FFF2-40B4-BE49-F238E27FC236}">
                          <a16:creationId xmlns:a16="http://schemas.microsoft.com/office/drawing/2014/main" id="{1ACC38E4-A167-47AF-A927-811BB424FB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1" name="直線コネクタ 119160">
                      <a:extLst>
                        <a:ext uri="{FF2B5EF4-FFF2-40B4-BE49-F238E27FC236}">
                          <a16:creationId xmlns:a16="http://schemas.microsoft.com/office/drawing/2014/main" id="{9E73A51C-C2F2-4DDB-A86F-17E98A6900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2" name="直線コネクタ 119161">
                      <a:extLst>
                        <a:ext uri="{FF2B5EF4-FFF2-40B4-BE49-F238E27FC236}">
                          <a16:creationId xmlns:a16="http://schemas.microsoft.com/office/drawing/2014/main" id="{37DC81F7-3EE0-4B7E-AF7F-09FC6AA02D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3" name="直線コネクタ 119162">
                      <a:extLst>
                        <a:ext uri="{FF2B5EF4-FFF2-40B4-BE49-F238E27FC236}">
                          <a16:creationId xmlns:a16="http://schemas.microsoft.com/office/drawing/2014/main" id="{A4AFA029-541F-4FDB-8A66-610C44C9C4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4" name="直線コネクタ 119163">
                      <a:extLst>
                        <a:ext uri="{FF2B5EF4-FFF2-40B4-BE49-F238E27FC236}">
                          <a16:creationId xmlns:a16="http://schemas.microsoft.com/office/drawing/2014/main" id="{E2EB075E-D2A0-4C83-AAE2-E5C7BDDAA7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5" name="直線コネクタ 119164">
                      <a:extLst>
                        <a:ext uri="{FF2B5EF4-FFF2-40B4-BE49-F238E27FC236}">
                          <a16:creationId xmlns:a16="http://schemas.microsoft.com/office/drawing/2014/main" id="{C0BA9C3E-700E-45AC-9B78-BADC4D54C8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6" name="直線コネクタ 119165">
                      <a:extLst>
                        <a:ext uri="{FF2B5EF4-FFF2-40B4-BE49-F238E27FC236}">
                          <a16:creationId xmlns:a16="http://schemas.microsoft.com/office/drawing/2014/main" id="{EF996681-13F4-439C-AAEF-F5DC116372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7" name="直線コネクタ 119166">
                      <a:extLst>
                        <a:ext uri="{FF2B5EF4-FFF2-40B4-BE49-F238E27FC236}">
                          <a16:creationId xmlns:a16="http://schemas.microsoft.com/office/drawing/2014/main" id="{4E80B345-61D9-4888-81D2-231D16E005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8" name="直線コネクタ 119167">
                      <a:extLst>
                        <a:ext uri="{FF2B5EF4-FFF2-40B4-BE49-F238E27FC236}">
                          <a16:creationId xmlns:a16="http://schemas.microsoft.com/office/drawing/2014/main" id="{447288B0-0AE5-48FF-9C64-0AF6C09F6F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69" name="直線コネクタ 119168">
                      <a:extLst>
                        <a:ext uri="{FF2B5EF4-FFF2-40B4-BE49-F238E27FC236}">
                          <a16:creationId xmlns:a16="http://schemas.microsoft.com/office/drawing/2014/main" id="{71D4216C-AD81-41D7-B181-F5848621BC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70" name="直線コネクタ 119169">
                      <a:extLst>
                        <a:ext uri="{FF2B5EF4-FFF2-40B4-BE49-F238E27FC236}">
                          <a16:creationId xmlns:a16="http://schemas.microsoft.com/office/drawing/2014/main" id="{837D0095-0A60-4802-8BAF-C37A522245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71" name="直線コネクタ 119170">
                      <a:extLst>
                        <a:ext uri="{FF2B5EF4-FFF2-40B4-BE49-F238E27FC236}">
                          <a16:creationId xmlns:a16="http://schemas.microsoft.com/office/drawing/2014/main" id="{DA87E807-CDE7-46F3-AF67-DD7BEEF7FD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72" name="直線コネクタ 119171">
                      <a:extLst>
                        <a:ext uri="{FF2B5EF4-FFF2-40B4-BE49-F238E27FC236}">
                          <a16:creationId xmlns:a16="http://schemas.microsoft.com/office/drawing/2014/main" id="{A9E02CA7-DE36-4B84-9065-BF7D97CE2C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73" name="直線コネクタ 119172">
                      <a:extLst>
                        <a:ext uri="{FF2B5EF4-FFF2-40B4-BE49-F238E27FC236}">
                          <a16:creationId xmlns:a16="http://schemas.microsoft.com/office/drawing/2014/main" id="{695026F3-C133-4DA6-AEED-7C441E09E6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74" name="直線コネクタ 119173">
                      <a:extLst>
                        <a:ext uri="{FF2B5EF4-FFF2-40B4-BE49-F238E27FC236}">
                          <a16:creationId xmlns:a16="http://schemas.microsoft.com/office/drawing/2014/main" id="{5303331E-475D-46AE-80CA-1FED70069A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75" name="直線コネクタ 119174">
                      <a:extLst>
                        <a:ext uri="{FF2B5EF4-FFF2-40B4-BE49-F238E27FC236}">
                          <a16:creationId xmlns:a16="http://schemas.microsoft.com/office/drawing/2014/main" id="{0F924DBB-EC7B-4B2A-B5D6-1B1BEEF3B7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76" name="直線コネクタ 119175">
                      <a:extLst>
                        <a:ext uri="{FF2B5EF4-FFF2-40B4-BE49-F238E27FC236}">
                          <a16:creationId xmlns:a16="http://schemas.microsoft.com/office/drawing/2014/main" id="{74C398E8-57D9-40BE-8BE4-9F648E0DFC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960" name="グループ化 118959">
                    <a:extLst>
                      <a:ext uri="{FF2B5EF4-FFF2-40B4-BE49-F238E27FC236}">
                        <a16:creationId xmlns:a16="http://schemas.microsoft.com/office/drawing/2014/main" id="{5E920D5D-0D58-4A9D-B383-7C6313879281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9126" name="正方形/長方形 119125">
                      <a:extLst>
                        <a:ext uri="{FF2B5EF4-FFF2-40B4-BE49-F238E27FC236}">
                          <a16:creationId xmlns:a16="http://schemas.microsoft.com/office/drawing/2014/main" id="{F72E997F-2BAA-4C71-8424-8E1D9C8E3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127" name="正方形/長方形 119126">
                      <a:extLst>
                        <a:ext uri="{FF2B5EF4-FFF2-40B4-BE49-F238E27FC236}">
                          <a16:creationId xmlns:a16="http://schemas.microsoft.com/office/drawing/2014/main" id="{610E6E99-2353-4560-83BD-171B88BBDA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128" name="正方形/長方形 119127">
                      <a:extLst>
                        <a:ext uri="{FF2B5EF4-FFF2-40B4-BE49-F238E27FC236}">
                          <a16:creationId xmlns:a16="http://schemas.microsoft.com/office/drawing/2014/main" id="{0E5D0C70-20B9-4EF4-B99D-B2E40F2F32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129" name="正方形/長方形 119128">
                      <a:extLst>
                        <a:ext uri="{FF2B5EF4-FFF2-40B4-BE49-F238E27FC236}">
                          <a16:creationId xmlns:a16="http://schemas.microsoft.com/office/drawing/2014/main" id="{1592F12B-1432-426A-B7C8-45A0DA5607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130" name="正方形/長方形 119129">
                      <a:extLst>
                        <a:ext uri="{FF2B5EF4-FFF2-40B4-BE49-F238E27FC236}">
                          <a16:creationId xmlns:a16="http://schemas.microsoft.com/office/drawing/2014/main" id="{F3A0C9F5-0BA5-408B-8695-72D2E39576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131" name="正方形/長方形 119130">
                      <a:extLst>
                        <a:ext uri="{FF2B5EF4-FFF2-40B4-BE49-F238E27FC236}">
                          <a16:creationId xmlns:a16="http://schemas.microsoft.com/office/drawing/2014/main" id="{86D75C4A-6679-49D7-B5A4-2A9281519F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132" name="正方形/長方形 119131">
                      <a:extLst>
                        <a:ext uri="{FF2B5EF4-FFF2-40B4-BE49-F238E27FC236}">
                          <a16:creationId xmlns:a16="http://schemas.microsoft.com/office/drawing/2014/main" id="{E191C224-BF6B-4A9C-9EA3-E72D918ED3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133" name="正方形/長方形 119132">
                      <a:extLst>
                        <a:ext uri="{FF2B5EF4-FFF2-40B4-BE49-F238E27FC236}">
                          <a16:creationId xmlns:a16="http://schemas.microsoft.com/office/drawing/2014/main" id="{C1C9A23A-CF9B-4861-939F-A1DA920878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9134" name="正方形/長方形 119133">
                      <a:extLst>
                        <a:ext uri="{FF2B5EF4-FFF2-40B4-BE49-F238E27FC236}">
                          <a16:creationId xmlns:a16="http://schemas.microsoft.com/office/drawing/2014/main" id="{15892852-B449-4011-B9D5-089464680C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8961" name="グループ化 118960">
                    <a:extLst>
                      <a:ext uri="{FF2B5EF4-FFF2-40B4-BE49-F238E27FC236}">
                        <a16:creationId xmlns:a16="http://schemas.microsoft.com/office/drawing/2014/main" id="{F3A5CFD3-52E6-4E28-B0C2-636C5B232AB3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118" name="直線コネクタ 119117">
                      <a:extLst>
                        <a:ext uri="{FF2B5EF4-FFF2-40B4-BE49-F238E27FC236}">
                          <a16:creationId xmlns:a16="http://schemas.microsoft.com/office/drawing/2014/main" id="{B3788A4A-1493-4765-88FE-83B7CAB2D3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19" name="直線コネクタ 119118">
                      <a:extLst>
                        <a:ext uri="{FF2B5EF4-FFF2-40B4-BE49-F238E27FC236}">
                          <a16:creationId xmlns:a16="http://schemas.microsoft.com/office/drawing/2014/main" id="{2E92DCEE-B087-4F3D-80C0-63CB0CD9DA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20" name="直線コネクタ 119119">
                      <a:extLst>
                        <a:ext uri="{FF2B5EF4-FFF2-40B4-BE49-F238E27FC236}">
                          <a16:creationId xmlns:a16="http://schemas.microsoft.com/office/drawing/2014/main" id="{4432CE40-7295-4FC8-A318-5B25514E48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21" name="直線コネクタ 119120">
                      <a:extLst>
                        <a:ext uri="{FF2B5EF4-FFF2-40B4-BE49-F238E27FC236}">
                          <a16:creationId xmlns:a16="http://schemas.microsoft.com/office/drawing/2014/main" id="{4FB4CFCF-C38A-4C72-9750-0297FFA9F8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22" name="直線コネクタ 119121">
                      <a:extLst>
                        <a:ext uri="{FF2B5EF4-FFF2-40B4-BE49-F238E27FC236}">
                          <a16:creationId xmlns:a16="http://schemas.microsoft.com/office/drawing/2014/main" id="{7693E7B1-39D4-467B-B231-09A40451D5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23" name="直線コネクタ 119122">
                      <a:extLst>
                        <a:ext uri="{FF2B5EF4-FFF2-40B4-BE49-F238E27FC236}">
                          <a16:creationId xmlns:a16="http://schemas.microsoft.com/office/drawing/2014/main" id="{CF34BEE5-2CFF-4026-997F-5EF69CF9D6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24" name="直線コネクタ 119123">
                      <a:extLst>
                        <a:ext uri="{FF2B5EF4-FFF2-40B4-BE49-F238E27FC236}">
                          <a16:creationId xmlns:a16="http://schemas.microsoft.com/office/drawing/2014/main" id="{2A09F6B1-5B9E-4224-9B03-A6C01BFCAB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25" name="直線コネクタ 119124">
                      <a:extLst>
                        <a:ext uri="{FF2B5EF4-FFF2-40B4-BE49-F238E27FC236}">
                          <a16:creationId xmlns:a16="http://schemas.microsoft.com/office/drawing/2014/main" id="{05EEB835-201E-4F79-B8E5-6EE74A13D9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962" name="グループ化 118961">
                    <a:extLst>
                      <a:ext uri="{FF2B5EF4-FFF2-40B4-BE49-F238E27FC236}">
                        <a16:creationId xmlns:a16="http://schemas.microsoft.com/office/drawing/2014/main" id="{526958E3-A12C-4929-B976-8A9346D0D59F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110" name="直線コネクタ 119109">
                      <a:extLst>
                        <a:ext uri="{FF2B5EF4-FFF2-40B4-BE49-F238E27FC236}">
                          <a16:creationId xmlns:a16="http://schemas.microsoft.com/office/drawing/2014/main" id="{E6AFF2BC-E83C-4F15-A21E-1F85E63A05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11" name="直線コネクタ 119110">
                      <a:extLst>
                        <a:ext uri="{FF2B5EF4-FFF2-40B4-BE49-F238E27FC236}">
                          <a16:creationId xmlns:a16="http://schemas.microsoft.com/office/drawing/2014/main" id="{5B51154D-E840-4202-A000-F4047ECEFE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12" name="直線コネクタ 119111">
                      <a:extLst>
                        <a:ext uri="{FF2B5EF4-FFF2-40B4-BE49-F238E27FC236}">
                          <a16:creationId xmlns:a16="http://schemas.microsoft.com/office/drawing/2014/main" id="{7BCA9794-E772-4915-BD46-52CDFC1584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13" name="直線コネクタ 119112">
                      <a:extLst>
                        <a:ext uri="{FF2B5EF4-FFF2-40B4-BE49-F238E27FC236}">
                          <a16:creationId xmlns:a16="http://schemas.microsoft.com/office/drawing/2014/main" id="{479AA65E-662D-4630-97ED-2D909BCF82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14" name="直線コネクタ 119113">
                      <a:extLst>
                        <a:ext uri="{FF2B5EF4-FFF2-40B4-BE49-F238E27FC236}">
                          <a16:creationId xmlns:a16="http://schemas.microsoft.com/office/drawing/2014/main" id="{3BEF7988-8CDA-4A3F-8EF0-852A1A8085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15" name="直線コネクタ 119114">
                      <a:extLst>
                        <a:ext uri="{FF2B5EF4-FFF2-40B4-BE49-F238E27FC236}">
                          <a16:creationId xmlns:a16="http://schemas.microsoft.com/office/drawing/2014/main" id="{76BB4A9C-11BD-4D4B-88DA-47A5FAF7C0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16" name="直線コネクタ 119115">
                      <a:extLst>
                        <a:ext uri="{FF2B5EF4-FFF2-40B4-BE49-F238E27FC236}">
                          <a16:creationId xmlns:a16="http://schemas.microsoft.com/office/drawing/2014/main" id="{81135F81-C699-41E6-B790-82B0FA601A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17" name="直線コネクタ 119116">
                      <a:extLst>
                        <a:ext uri="{FF2B5EF4-FFF2-40B4-BE49-F238E27FC236}">
                          <a16:creationId xmlns:a16="http://schemas.microsoft.com/office/drawing/2014/main" id="{2AD65CAE-3966-4FA6-BD5F-CF18E33FE3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963" name="グループ化 118962">
                    <a:extLst>
                      <a:ext uri="{FF2B5EF4-FFF2-40B4-BE49-F238E27FC236}">
                        <a16:creationId xmlns:a16="http://schemas.microsoft.com/office/drawing/2014/main" id="{36C644FA-5328-466E-A391-32FE7FEB6D6D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068" name="直線コネクタ 119067">
                      <a:extLst>
                        <a:ext uri="{FF2B5EF4-FFF2-40B4-BE49-F238E27FC236}">
                          <a16:creationId xmlns:a16="http://schemas.microsoft.com/office/drawing/2014/main" id="{9295CEF4-4742-4B7C-AFE9-C64772ACEE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9" name="直線コネクタ 119068">
                      <a:extLst>
                        <a:ext uri="{FF2B5EF4-FFF2-40B4-BE49-F238E27FC236}">
                          <a16:creationId xmlns:a16="http://schemas.microsoft.com/office/drawing/2014/main" id="{87007180-C45B-4413-8ED0-01BFC4F1EC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0" name="直線コネクタ 119069">
                      <a:extLst>
                        <a:ext uri="{FF2B5EF4-FFF2-40B4-BE49-F238E27FC236}">
                          <a16:creationId xmlns:a16="http://schemas.microsoft.com/office/drawing/2014/main" id="{9B2893B3-585C-4008-9301-B2E8BA9121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1" name="直線コネクタ 119070">
                      <a:extLst>
                        <a:ext uri="{FF2B5EF4-FFF2-40B4-BE49-F238E27FC236}">
                          <a16:creationId xmlns:a16="http://schemas.microsoft.com/office/drawing/2014/main" id="{E8FAA2A5-6069-4D55-95FE-CC1693BA93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2" name="直線コネクタ 119071">
                      <a:extLst>
                        <a:ext uri="{FF2B5EF4-FFF2-40B4-BE49-F238E27FC236}">
                          <a16:creationId xmlns:a16="http://schemas.microsoft.com/office/drawing/2014/main" id="{664B994E-CA5A-4753-890C-EA592A4151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3" name="直線コネクタ 119072">
                      <a:extLst>
                        <a:ext uri="{FF2B5EF4-FFF2-40B4-BE49-F238E27FC236}">
                          <a16:creationId xmlns:a16="http://schemas.microsoft.com/office/drawing/2014/main" id="{AB11E710-2C64-46A9-ABC9-CE614DFA02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4" name="直線コネクタ 119073">
                      <a:extLst>
                        <a:ext uri="{FF2B5EF4-FFF2-40B4-BE49-F238E27FC236}">
                          <a16:creationId xmlns:a16="http://schemas.microsoft.com/office/drawing/2014/main" id="{EBAD3477-06DA-46EB-A9AF-D51A442D53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5" name="直線コネクタ 119074">
                      <a:extLst>
                        <a:ext uri="{FF2B5EF4-FFF2-40B4-BE49-F238E27FC236}">
                          <a16:creationId xmlns:a16="http://schemas.microsoft.com/office/drawing/2014/main" id="{2AEA31F8-3C44-4AAB-962A-65DE8305D3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6" name="直線コネクタ 119075">
                      <a:extLst>
                        <a:ext uri="{FF2B5EF4-FFF2-40B4-BE49-F238E27FC236}">
                          <a16:creationId xmlns:a16="http://schemas.microsoft.com/office/drawing/2014/main" id="{89D561DE-81D6-4E15-9AB7-52D2D56B1F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7" name="直線コネクタ 119076">
                      <a:extLst>
                        <a:ext uri="{FF2B5EF4-FFF2-40B4-BE49-F238E27FC236}">
                          <a16:creationId xmlns:a16="http://schemas.microsoft.com/office/drawing/2014/main" id="{CBCBB114-1F88-40DE-AF08-50A547C0C6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8" name="直線コネクタ 119077">
                      <a:extLst>
                        <a:ext uri="{FF2B5EF4-FFF2-40B4-BE49-F238E27FC236}">
                          <a16:creationId xmlns:a16="http://schemas.microsoft.com/office/drawing/2014/main" id="{B7895D39-60BE-4911-9F03-9F48B290DF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79" name="直線コネクタ 119078">
                      <a:extLst>
                        <a:ext uri="{FF2B5EF4-FFF2-40B4-BE49-F238E27FC236}">
                          <a16:creationId xmlns:a16="http://schemas.microsoft.com/office/drawing/2014/main" id="{90E4E63C-B5B1-4068-96D0-2C152ED68D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0" name="直線コネクタ 119079">
                      <a:extLst>
                        <a:ext uri="{FF2B5EF4-FFF2-40B4-BE49-F238E27FC236}">
                          <a16:creationId xmlns:a16="http://schemas.microsoft.com/office/drawing/2014/main" id="{3DA7258C-CA98-45E3-A299-D64CFD8616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1" name="直線コネクタ 119080">
                      <a:extLst>
                        <a:ext uri="{FF2B5EF4-FFF2-40B4-BE49-F238E27FC236}">
                          <a16:creationId xmlns:a16="http://schemas.microsoft.com/office/drawing/2014/main" id="{80534483-6D8C-4426-A457-C5948E5A25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2" name="直線コネクタ 119081">
                      <a:extLst>
                        <a:ext uri="{FF2B5EF4-FFF2-40B4-BE49-F238E27FC236}">
                          <a16:creationId xmlns:a16="http://schemas.microsoft.com/office/drawing/2014/main" id="{88DC2421-4EFB-41B2-BA77-E6F27D3EC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3" name="直線コネクタ 119082">
                      <a:extLst>
                        <a:ext uri="{FF2B5EF4-FFF2-40B4-BE49-F238E27FC236}">
                          <a16:creationId xmlns:a16="http://schemas.microsoft.com/office/drawing/2014/main" id="{97DD8000-BF71-4E0E-91A4-E1131D0592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4" name="直線コネクタ 119083">
                      <a:extLst>
                        <a:ext uri="{FF2B5EF4-FFF2-40B4-BE49-F238E27FC236}">
                          <a16:creationId xmlns:a16="http://schemas.microsoft.com/office/drawing/2014/main" id="{49DE223B-C445-4CDE-AD8D-8E85520264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5" name="直線コネクタ 119084">
                      <a:extLst>
                        <a:ext uri="{FF2B5EF4-FFF2-40B4-BE49-F238E27FC236}">
                          <a16:creationId xmlns:a16="http://schemas.microsoft.com/office/drawing/2014/main" id="{D512AD8D-63A7-4566-A858-6169195657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6" name="直線コネクタ 119085">
                      <a:extLst>
                        <a:ext uri="{FF2B5EF4-FFF2-40B4-BE49-F238E27FC236}">
                          <a16:creationId xmlns:a16="http://schemas.microsoft.com/office/drawing/2014/main" id="{7511BCF7-C3B2-496D-8DB8-1450D79482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7" name="直線コネクタ 119086">
                      <a:extLst>
                        <a:ext uri="{FF2B5EF4-FFF2-40B4-BE49-F238E27FC236}">
                          <a16:creationId xmlns:a16="http://schemas.microsoft.com/office/drawing/2014/main" id="{4B410D1C-B76F-4599-BC36-598C92FC00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8" name="直線コネクタ 119087">
                      <a:extLst>
                        <a:ext uri="{FF2B5EF4-FFF2-40B4-BE49-F238E27FC236}">
                          <a16:creationId xmlns:a16="http://schemas.microsoft.com/office/drawing/2014/main" id="{0C905EB1-B697-4CBE-9765-F6203F32CC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89" name="直線コネクタ 119088">
                      <a:extLst>
                        <a:ext uri="{FF2B5EF4-FFF2-40B4-BE49-F238E27FC236}">
                          <a16:creationId xmlns:a16="http://schemas.microsoft.com/office/drawing/2014/main" id="{6C1FBAAF-AC5E-43A8-A17E-FECC093096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0" name="直線コネクタ 119089">
                      <a:extLst>
                        <a:ext uri="{FF2B5EF4-FFF2-40B4-BE49-F238E27FC236}">
                          <a16:creationId xmlns:a16="http://schemas.microsoft.com/office/drawing/2014/main" id="{623BE4D8-EA4C-421E-AB71-B864A1BE36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1" name="直線コネクタ 119090">
                      <a:extLst>
                        <a:ext uri="{FF2B5EF4-FFF2-40B4-BE49-F238E27FC236}">
                          <a16:creationId xmlns:a16="http://schemas.microsoft.com/office/drawing/2014/main" id="{643CC169-8251-4FA2-9B12-050D4000E8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2" name="直線コネクタ 119091">
                      <a:extLst>
                        <a:ext uri="{FF2B5EF4-FFF2-40B4-BE49-F238E27FC236}">
                          <a16:creationId xmlns:a16="http://schemas.microsoft.com/office/drawing/2014/main" id="{C6B90BF5-D61E-4982-9959-F97991A879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3" name="直線コネクタ 119092">
                      <a:extLst>
                        <a:ext uri="{FF2B5EF4-FFF2-40B4-BE49-F238E27FC236}">
                          <a16:creationId xmlns:a16="http://schemas.microsoft.com/office/drawing/2014/main" id="{132967D1-0873-4673-9472-E8F03B5586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4" name="直線コネクタ 119093">
                      <a:extLst>
                        <a:ext uri="{FF2B5EF4-FFF2-40B4-BE49-F238E27FC236}">
                          <a16:creationId xmlns:a16="http://schemas.microsoft.com/office/drawing/2014/main" id="{ED306A87-A5C3-46F0-9B6F-A685380541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5" name="直線コネクタ 119094">
                      <a:extLst>
                        <a:ext uri="{FF2B5EF4-FFF2-40B4-BE49-F238E27FC236}">
                          <a16:creationId xmlns:a16="http://schemas.microsoft.com/office/drawing/2014/main" id="{1CE729C4-F87F-4066-A7BF-E02A50B32E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6" name="直線コネクタ 119095">
                      <a:extLst>
                        <a:ext uri="{FF2B5EF4-FFF2-40B4-BE49-F238E27FC236}">
                          <a16:creationId xmlns:a16="http://schemas.microsoft.com/office/drawing/2014/main" id="{BBB980AA-8ED1-45C6-AA83-235E5EEB46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7" name="直線コネクタ 119096">
                      <a:extLst>
                        <a:ext uri="{FF2B5EF4-FFF2-40B4-BE49-F238E27FC236}">
                          <a16:creationId xmlns:a16="http://schemas.microsoft.com/office/drawing/2014/main" id="{AAFF4B34-518F-45D1-9E0C-AACF8E760A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8" name="直線コネクタ 119097">
                      <a:extLst>
                        <a:ext uri="{FF2B5EF4-FFF2-40B4-BE49-F238E27FC236}">
                          <a16:creationId xmlns:a16="http://schemas.microsoft.com/office/drawing/2014/main" id="{ED942494-7066-442F-ACA2-93931D17A3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99" name="直線コネクタ 119098">
                      <a:extLst>
                        <a:ext uri="{FF2B5EF4-FFF2-40B4-BE49-F238E27FC236}">
                          <a16:creationId xmlns:a16="http://schemas.microsoft.com/office/drawing/2014/main" id="{E5C4AF86-BD8B-45D5-B124-C1798FDA8B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0" name="直線コネクタ 119099">
                      <a:extLst>
                        <a:ext uri="{FF2B5EF4-FFF2-40B4-BE49-F238E27FC236}">
                          <a16:creationId xmlns:a16="http://schemas.microsoft.com/office/drawing/2014/main" id="{D7597834-989F-4ED2-A3C0-C204A7C3C9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1" name="直線コネクタ 119100">
                      <a:extLst>
                        <a:ext uri="{FF2B5EF4-FFF2-40B4-BE49-F238E27FC236}">
                          <a16:creationId xmlns:a16="http://schemas.microsoft.com/office/drawing/2014/main" id="{C1FE2945-E562-4E03-9AA7-85093DA78E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2" name="直線コネクタ 119101">
                      <a:extLst>
                        <a:ext uri="{FF2B5EF4-FFF2-40B4-BE49-F238E27FC236}">
                          <a16:creationId xmlns:a16="http://schemas.microsoft.com/office/drawing/2014/main" id="{5DC9BEA2-F9F1-4EB3-8B98-EEAA9A97B1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3" name="直線コネクタ 119102">
                      <a:extLst>
                        <a:ext uri="{FF2B5EF4-FFF2-40B4-BE49-F238E27FC236}">
                          <a16:creationId xmlns:a16="http://schemas.microsoft.com/office/drawing/2014/main" id="{94B511E7-3585-4706-89EC-1692F94302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4" name="直線コネクタ 119103">
                      <a:extLst>
                        <a:ext uri="{FF2B5EF4-FFF2-40B4-BE49-F238E27FC236}">
                          <a16:creationId xmlns:a16="http://schemas.microsoft.com/office/drawing/2014/main" id="{75522E4B-B638-4778-975E-DD05BF442B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5" name="直線コネクタ 119104">
                      <a:extLst>
                        <a:ext uri="{FF2B5EF4-FFF2-40B4-BE49-F238E27FC236}">
                          <a16:creationId xmlns:a16="http://schemas.microsoft.com/office/drawing/2014/main" id="{A168C174-CE14-4C22-B46F-8E002EAC99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6" name="直線コネクタ 119105">
                      <a:extLst>
                        <a:ext uri="{FF2B5EF4-FFF2-40B4-BE49-F238E27FC236}">
                          <a16:creationId xmlns:a16="http://schemas.microsoft.com/office/drawing/2014/main" id="{25EBE50F-6751-4D81-A1D5-DC41DF5C69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7" name="直線コネクタ 119106">
                      <a:extLst>
                        <a:ext uri="{FF2B5EF4-FFF2-40B4-BE49-F238E27FC236}">
                          <a16:creationId xmlns:a16="http://schemas.microsoft.com/office/drawing/2014/main" id="{950DA209-D7CB-4DD9-BFA9-7B1A8DBB23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8" name="直線コネクタ 119107">
                      <a:extLst>
                        <a:ext uri="{FF2B5EF4-FFF2-40B4-BE49-F238E27FC236}">
                          <a16:creationId xmlns:a16="http://schemas.microsoft.com/office/drawing/2014/main" id="{A2039073-A8F5-4FBD-8249-247359E3F6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109" name="直線コネクタ 119108">
                      <a:extLst>
                        <a:ext uri="{FF2B5EF4-FFF2-40B4-BE49-F238E27FC236}">
                          <a16:creationId xmlns:a16="http://schemas.microsoft.com/office/drawing/2014/main" id="{58444087-848D-419C-9F82-7F456B5E38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964" name="グループ化 118963">
                    <a:extLst>
                      <a:ext uri="{FF2B5EF4-FFF2-40B4-BE49-F238E27FC236}">
                        <a16:creationId xmlns:a16="http://schemas.microsoft.com/office/drawing/2014/main" id="{0C758DCC-9525-4198-8692-69F34CF0D8BF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9026" name="直線コネクタ 119025">
                      <a:extLst>
                        <a:ext uri="{FF2B5EF4-FFF2-40B4-BE49-F238E27FC236}">
                          <a16:creationId xmlns:a16="http://schemas.microsoft.com/office/drawing/2014/main" id="{20918C00-6B2A-4219-84C3-B0D85F33B5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7" name="直線コネクタ 119026">
                      <a:extLst>
                        <a:ext uri="{FF2B5EF4-FFF2-40B4-BE49-F238E27FC236}">
                          <a16:creationId xmlns:a16="http://schemas.microsoft.com/office/drawing/2014/main" id="{BEC136BE-059A-4351-BAB8-050323AD77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8" name="直線コネクタ 119027">
                      <a:extLst>
                        <a:ext uri="{FF2B5EF4-FFF2-40B4-BE49-F238E27FC236}">
                          <a16:creationId xmlns:a16="http://schemas.microsoft.com/office/drawing/2014/main" id="{1D860E0D-3325-4DFC-A40A-6E15621143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9" name="直線コネクタ 119028">
                      <a:extLst>
                        <a:ext uri="{FF2B5EF4-FFF2-40B4-BE49-F238E27FC236}">
                          <a16:creationId xmlns:a16="http://schemas.microsoft.com/office/drawing/2014/main" id="{028BD4DD-495E-4E45-9184-6238E34827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0" name="直線コネクタ 119029">
                      <a:extLst>
                        <a:ext uri="{FF2B5EF4-FFF2-40B4-BE49-F238E27FC236}">
                          <a16:creationId xmlns:a16="http://schemas.microsoft.com/office/drawing/2014/main" id="{0E54E723-1135-4BAE-BA8C-E9D2613BC0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1" name="直線コネクタ 119030">
                      <a:extLst>
                        <a:ext uri="{FF2B5EF4-FFF2-40B4-BE49-F238E27FC236}">
                          <a16:creationId xmlns:a16="http://schemas.microsoft.com/office/drawing/2014/main" id="{0145A728-0184-4562-973A-ECA82CBDB5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2" name="直線コネクタ 119031">
                      <a:extLst>
                        <a:ext uri="{FF2B5EF4-FFF2-40B4-BE49-F238E27FC236}">
                          <a16:creationId xmlns:a16="http://schemas.microsoft.com/office/drawing/2014/main" id="{5E1E469D-32D8-4C6F-8BD6-7BD8C6FB3D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3" name="直線コネクタ 119032">
                      <a:extLst>
                        <a:ext uri="{FF2B5EF4-FFF2-40B4-BE49-F238E27FC236}">
                          <a16:creationId xmlns:a16="http://schemas.microsoft.com/office/drawing/2014/main" id="{99F45F7E-F15C-400E-9B35-6FD996AF5A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4" name="直線コネクタ 119033">
                      <a:extLst>
                        <a:ext uri="{FF2B5EF4-FFF2-40B4-BE49-F238E27FC236}">
                          <a16:creationId xmlns:a16="http://schemas.microsoft.com/office/drawing/2014/main" id="{A46431BB-B983-4693-AF7A-DECBBF0585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5" name="直線コネクタ 119034">
                      <a:extLst>
                        <a:ext uri="{FF2B5EF4-FFF2-40B4-BE49-F238E27FC236}">
                          <a16:creationId xmlns:a16="http://schemas.microsoft.com/office/drawing/2014/main" id="{DE97065A-912B-4862-8FBF-4CFA0A8F7C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6" name="直線コネクタ 119035">
                      <a:extLst>
                        <a:ext uri="{FF2B5EF4-FFF2-40B4-BE49-F238E27FC236}">
                          <a16:creationId xmlns:a16="http://schemas.microsoft.com/office/drawing/2014/main" id="{36DC3C6B-F33D-4918-B742-CE096B3CC3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7" name="直線コネクタ 119036">
                      <a:extLst>
                        <a:ext uri="{FF2B5EF4-FFF2-40B4-BE49-F238E27FC236}">
                          <a16:creationId xmlns:a16="http://schemas.microsoft.com/office/drawing/2014/main" id="{6ED0A636-E8B0-4AAA-AAFA-62BDC17761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8" name="直線コネクタ 119037">
                      <a:extLst>
                        <a:ext uri="{FF2B5EF4-FFF2-40B4-BE49-F238E27FC236}">
                          <a16:creationId xmlns:a16="http://schemas.microsoft.com/office/drawing/2014/main" id="{519FCA05-3264-4782-A49C-66C5D2AABE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39" name="直線コネクタ 119038">
                      <a:extLst>
                        <a:ext uri="{FF2B5EF4-FFF2-40B4-BE49-F238E27FC236}">
                          <a16:creationId xmlns:a16="http://schemas.microsoft.com/office/drawing/2014/main" id="{4C56C5B5-4BCF-461F-AF41-45754A3789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0" name="直線コネクタ 119039">
                      <a:extLst>
                        <a:ext uri="{FF2B5EF4-FFF2-40B4-BE49-F238E27FC236}">
                          <a16:creationId xmlns:a16="http://schemas.microsoft.com/office/drawing/2014/main" id="{DCFB3CE1-EA5F-427A-85D4-1CEFAC9285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1" name="直線コネクタ 119040">
                      <a:extLst>
                        <a:ext uri="{FF2B5EF4-FFF2-40B4-BE49-F238E27FC236}">
                          <a16:creationId xmlns:a16="http://schemas.microsoft.com/office/drawing/2014/main" id="{F0AEEF15-D2B7-44C6-96FA-5410674477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2" name="直線コネクタ 119041">
                      <a:extLst>
                        <a:ext uri="{FF2B5EF4-FFF2-40B4-BE49-F238E27FC236}">
                          <a16:creationId xmlns:a16="http://schemas.microsoft.com/office/drawing/2014/main" id="{EC7D3543-DD2E-4D0C-90A3-488F599557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3" name="直線コネクタ 119042">
                      <a:extLst>
                        <a:ext uri="{FF2B5EF4-FFF2-40B4-BE49-F238E27FC236}">
                          <a16:creationId xmlns:a16="http://schemas.microsoft.com/office/drawing/2014/main" id="{BC07A10B-7B06-481A-8D3E-C516C5316F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4" name="直線コネクタ 119043">
                      <a:extLst>
                        <a:ext uri="{FF2B5EF4-FFF2-40B4-BE49-F238E27FC236}">
                          <a16:creationId xmlns:a16="http://schemas.microsoft.com/office/drawing/2014/main" id="{4F4A8E0D-22DC-492A-B3D0-7C96059FA6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5" name="直線コネクタ 119044">
                      <a:extLst>
                        <a:ext uri="{FF2B5EF4-FFF2-40B4-BE49-F238E27FC236}">
                          <a16:creationId xmlns:a16="http://schemas.microsoft.com/office/drawing/2014/main" id="{E989DD3E-E190-4C87-A355-B872805208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6" name="直線コネクタ 119045">
                      <a:extLst>
                        <a:ext uri="{FF2B5EF4-FFF2-40B4-BE49-F238E27FC236}">
                          <a16:creationId xmlns:a16="http://schemas.microsoft.com/office/drawing/2014/main" id="{3F434C09-387C-46AE-BD6C-94EC48F9DD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7" name="直線コネクタ 119046">
                      <a:extLst>
                        <a:ext uri="{FF2B5EF4-FFF2-40B4-BE49-F238E27FC236}">
                          <a16:creationId xmlns:a16="http://schemas.microsoft.com/office/drawing/2014/main" id="{1FF26AEE-42E0-48E1-97E9-1269A06F3E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8" name="直線コネクタ 119047">
                      <a:extLst>
                        <a:ext uri="{FF2B5EF4-FFF2-40B4-BE49-F238E27FC236}">
                          <a16:creationId xmlns:a16="http://schemas.microsoft.com/office/drawing/2014/main" id="{7F110464-5D6C-4CAD-B825-70FAF8B83C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49" name="直線コネクタ 119048">
                      <a:extLst>
                        <a:ext uri="{FF2B5EF4-FFF2-40B4-BE49-F238E27FC236}">
                          <a16:creationId xmlns:a16="http://schemas.microsoft.com/office/drawing/2014/main" id="{9D875555-AB90-4F94-866A-E441ACA3C6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0" name="直線コネクタ 119049">
                      <a:extLst>
                        <a:ext uri="{FF2B5EF4-FFF2-40B4-BE49-F238E27FC236}">
                          <a16:creationId xmlns:a16="http://schemas.microsoft.com/office/drawing/2014/main" id="{ACAE7E55-A078-4812-A85C-9314EAF721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1" name="直線コネクタ 119050">
                      <a:extLst>
                        <a:ext uri="{FF2B5EF4-FFF2-40B4-BE49-F238E27FC236}">
                          <a16:creationId xmlns:a16="http://schemas.microsoft.com/office/drawing/2014/main" id="{DCE4459E-A65D-4C45-AD01-D477D53473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2" name="直線コネクタ 119051">
                      <a:extLst>
                        <a:ext uri="{FF2B5EF4-FFF2-40B4-BE49-F238E27FC236}">
                          <a16:creationId xmlns:a16="http://schemas.microsoft.com/office/drawing/2014/main" id="{01E40DD0-102E-4804-957A-AAF8AF4885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3" name="直線コネクタ 119052">
                      <a:extLst>
                        <a:ext uri="{FF2B5EF4-FFF2-40B4-BE49-F238E27FC236}">
                          <a16:creationId xmlns:a16="http://schemas.microsoft.com/office/drawing/2014/main" id="{1ED9EB0F-8D3C-4EC4-8F12-B23D453035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4" name="直線コネクタ 119053">
                      <a:extLst>
                        <a:ext uri="{FF2B5EF4-FFF2-40B4-BE49-F238E27FC236}">
                          <a16:creationId xmlns:a16="http://schemas.microsoft.com/office/drawing/2014/main" id="{10918797-48F6-4B46-BA7B-34B9FAE457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5" name="直線コネクタ 119054">
                      <a:extLst>
                        <a:ext uri="{FF2B5EF4-FFF2-40B4-BE49-F238E27FC236}">
                          <a16:creationId xmlns:a16="http://schemas.microsoft.com/office/drawing/2014/main" id="{6D785766-D241-4322-A67F-388BE5B079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6" name="直線コネクタ 119055">
                      <a:extLst>
                        <a:ext uri="{FF2B5EF4-FFF2-40B4-BE49-F238E27FC236}">
                          <a16:creationId xmlns:a16="http://schemas.microsoft.com/office/drawing/2014/main" id="{FC0FD736-7F21-4782-B1D6-2F6F39D8EE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7" name="直線コネクタ 119056">
                      <a:extLst>
                        <a:ext uri="{FF2B5EF4-FFF2-40B4-BE49-F238E27FC236}">
                          <a16:creationId xmlns:a16="http://schemas.microsoft.com/office/drawing/2014/main" id="{124D97A0-61A5-4A2E-8788-4C7C89A16C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8" name="直線コネクタ 119057">
                      <a:extLst>
                        <a:ext uri="{FF2B5EF4-FFF2-40B4-BE49-F238E27FC236}">
                          <a16:creationId xmlns:a16="http://schemas.microsoft.com/office/drawing/2014/main" id="{EDEDBF4C-555B-415B-992C-46840E2B99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59" name="直線コネクタ 119058">
                      <a:extLst>
                        <a:ext uri="{FF2B5EF4-FFF2-40B4-BE49-F238E27FC236}">
                          <a16:creationId xmlns:a16="http://schemas.microsoft.com/office/drawing/2014/main" id="{A8B01D72-583C-4D8C-81CB-6F7BAC647F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0" name="直線コネクタ 119059">
                      <a:extLst>
                        <a:ext uri="{FF2B5EF4-FFF2-40B4-BE49-F238E27FC236}">
                          <a16:creationId xmlns:a16="http://schemas.microsoft.com/office/drawing/2014/main" id="{C45EB58E-2688-4F03-ABC5-D0531A5673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1" name="直線コネクタ 119060">
                      <a:extLst>
                        <a:ext uri="{FF2B5EF4-FFF2-40B4-BE49-F238E27FC236}">
                          <a16:creationId xmlns:a16="http://schemas.microsoft.com/office/drawing/2014/main" id="{334D25A0-CF6B-4EE1-A958-9306D95C74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2" name="直線コネクタ 119061">
                      <a:extLst>
                        <a:ext uri="{FF2B5EF4-FFF2-40B4-BE49-F238E27FC236}">
                          <a16:creationId xmlns:a16="http://schemas.microsoft.com/office/drawing/2014/main" id="{C2D95833-4AB9-44A3-B8C1-316A36B43A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3" name="直線コネクタ 119062">
                      <a:extLst>
                        <a:ext uri="{FF2B5EF4-FFF2-40B4-BE49-F238E27FC236}">
                          <a16:creationId xmlns:a16="http://schemas.microsoft.com/office/drawing/2014/main" id="{98F1F401-4979-46A2-A3D0-179D159209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4" name="直線コネクタ 119063">
                      <a:extLst>
                        <a:ext uri="{FF2B5EF4-FFF2-40B4-BE49-F238E27FC236}">
                          <a16:creationId xmlns:a16="http://schemas.microsoft.com/office/drawing/2014/main" id="{35130995-FFC3-4F59-88A2-0A75B1927E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5" name="直線コネクタ 119064">
                      <a:extLst>
                        <a:ext uri="{FF2B5EF4-FFF2-40B4-BE49-F238E27FC236}">
                          <a16:creationId xmlns:a16="http://schemas.microsoft.com/office/drawing/2014/main" id="{66FBBDD9-7699-4C0F-AEBD-DC80BF2658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6" name="直線コネクタ 119065">
                      <a:extLst>
                        <a:ext uri="{FF2B5EF4-FFF2-40B4-BE49-F238E27FC236}">
                          <a16:creationId xmlns:a16="http://schemas.microsoft.com/office/drawing/2014/main" id="{A7B5EB53-D086-46CA-9DBF-046A4E5E7A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67" name="直線コネクタ 119066">
                      <a:extLst>
                        <a:ext uri="{FF2B5EF4-FFF2-40B4-BE49-F238E27FC236}">
                          <a16:creationId xmlns:a16="http://schemas.microsoft.com/office/drawing/2014/main" id="{E3AFBE59-395E-4806-A238-3FF31CF9CC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965" name="グループ化 118964">
                    <a:extLst>
                      <a:ext uri="{FF2B5EF4-FFF2-40B4-BE49-F238E27FC236}">
                        <a16:creationId xmlns:a16="http://schemas.microsoft.com/office/drawing/2014/main" id="{2C4CD3D4-C537-4E2E-9019-B423782D12EB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018" name="直線コネクタ 119017">
                      <a:extLst>
                        <a:ext uri="{FF2B5EF4-FFF2-40B4-BE49-F238E27FC236}">
                          <a16:creationId xmlns:a16="http://schemas.microsoft.com/office/drawing/2014/main" id="{0A60FD42-9779-481E-A90F-BED842372F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19" name="直線コネクタ 119018">
                      <a:extLst>
                        <a:ext uri="{FF2B5EF4-FFF2-40B4-BE49-F238E27FC236}">
                          <a16:creationId xmlns:a16="http://schemas.microsoft.com/office/drawing/2014/main" id="{2532DA38-8DDA-4E90-AE15-526A635912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0" name="直線コネクタ 119019">
                      <a:extLst>
                        <a:ext uri="{FF2B5EF4-FFF2-40B4-BE49-F238E27FC236}">
                          <a16:creationId xmlns:a16="http://schemas.microsoft.com/office/drawing/2014/main" id="{688879E1-55D8-450B-9549-1E9444D250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1" name="直線コネクタ 119020">
                      <a:extLst>
                        <a:ext uri="{FF2B5EF4-FFF2-40B4-BE49-F238E27FC236}">
                          <a16:creationId xmlns:a16="http://schemas.microsoft.com/office/drawing/2014/main" id="{A7BE9842-36CD-4A17-AD80-8737512510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2" name="直線コネクタ 119021">
                      <a:extLst>
                        <a:ext uri="{FF2B5EF4-FFF2-40B4-BE49-F238E27FC236}">
                          <a16:creationId xmlns:a16="http://schemas.microsoft.com/office/drawing/2014/main" id="{93EECCB7-1DD1-43CA-B688-0B303443EB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3" name="直線コネクタ 119022">
                      <a:extLst>
                        <a:ext uri="{FF2B5EF4-FFF2-40B4-BE49-F238E27FC236}">
                          <a16:creationId xmlns:a16="http://schemas.microsoft.com/office/drawing/2014/main" id="{0F32728A-4674-44CC-A8FF-AC66FF913C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4" name="直線コネクタ 119023">
                      <a:extLst>
                        <a:ext uri="{FF2B5EF4-FFF2-40B4-BE49-F238E27FC236}">
                          <a16:creationId xmlns:a16="http://schemas.microsoft.com/office/drawing/2014/main" id="{D9A4140D-BA82-4B5B-9FBE-E411DACE42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25" name="直線コネクタ 119024">
                      <a:extLst>
                        <a:ext uri="{FF2B5EF4-FFF2-40B4-BE49-F238E27FC236}">
                          <a16:creationId xmlns:a16="http://schemas.microsoft.com/office/drawing/2014/main" id="{FB086CDE-D1AC-4C13-A463-F704BC5468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966" name="グループ化 118965">
                    <a:extLst>
                      <a:ext uri="{FF2B5EF4-FFF2-40B4-BE49-F238E27FC236}">
                        <a16:creationId xmlns:a16="http://schemas.microsoft.com/office/drawing/2014/main" id="{446A5F4A-0436-4FE4-A0B5-EA0E42AD5869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9010" name="直線コネクタ 119009">
                      <a:extLst>
                        <a:ext uri="{FF2B5EF4-FFF2-40B4-BE49-F238E27FC236}">
                          <a16:creationId xmlns:a16="http://schemas.microsoft.com/office/drawing/2014/main" id="{6537AC66-E38C-4D3E-88F9-6456F8B215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11" name="直線コネクタ 119010">
                      <a:extLst>
                        <a:ext uri="{FF2B5EF4-FFF2-40B4-BE49-F238E27FC236}">
                          <a16:creationId xmlns:a16="http://schemas.microsoft.com/office/drawing/2014/main" id="{08E681CE-312C-4849-A543-5F3FC39686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12" name="直線コネクタ 119011">
                      <a:extLst>
                        <a:ext uri="{FF2B5EF4-FFF2-40B4-BE49-F238E27FC236}">
                          <a16:creationId xmlns:a16="http://schemas.microsoft.com/office/drawing/2014/main" id="{35B77778-E9A0-4A6F-A884-6D842F9505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13" name="直線コネクタ 119012">
                      <a:extLst>
                        <a:ext uri="{FF2B5EF4-FFF2-40B4-BE49-F238E27FC236}">
                          <a16:creationId xmlns:a16="http://schemas.microsoft.com/office/drawing/2014/main" id="{8A3579B8-9C3E-4F41-B860-C2491B9445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14" name="直線コネクタ 119013">
                      <a:extLst>
                        <a:ext uri="{FF2B5EF4-FFF2-40B4-BE49-F238E27FC236}">
                          <a16:creationId xmlns:a16="http://schemas.microsoft.com/office/drawing/2014/main" id="{98E16A7E-DAA0-4F49-99E8-CE2CC7E449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15" name="直線コネクタ 119014">
                      <a:extLst>
                        <a:ext uri="{FF2B5EF4-FFF2-40B4-BE49-F238E27FC236}">
                          <a16:creationId xmlns:a16="http://schemas.microsoft.com/office/drawing/2014/main" id="{E09738A1-15B6-409E-85BA-E76FB5824E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16" name="直線コネクタ 119015">
                      <a:extLst>
                        <a:ext uri="{FF2B5EF4-FFF2-40B4-BE49-F238E27FC236}">
                          <a16:creationId xmlns:a16="http://schemas.microsoft.com/office/drawing/2014/main" id="{B9235E17-A13E-4573-8510-4C89E4B215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17" name="直線コネクタ 119016">
                      <a:extLst>
                        <a:ext uri="{FF2B5EF4-FFF2-40B4-BE49-F238E27FC236}">
                          <a16:creationId xmlns:a16="http://schemas.microsoft.com/office/drawing/2014/main" id="{45B66301-318D-423E-B4AC-B6E5F48FBF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967" name="グループ化 118966">
                    <a:extLst>
                      <a:ext uri="{FF2B5EF4-FFF2-40B4-BE49-F238E27FC236}">
                        <a16:creationId xmlns:a16="http://schemas.microsoft.com/office/drawing/2014/main" id="{ADE587FC-2DF1-4F77-9B93-5AA3AD703656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968" name="直線コネクタ 118967">
                      <a:extLst>
                        <a:ext uri="{FF2B5EF4-FFF2-40B4-BE49-F238E27FC236}">
                          <a16:creationId xmlns:a16="http://schemas.microsoft.com/office/drawing/2014/main" id="{A3E9B116-3B96-4C9D-90E2-F2AF7F8309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69" name="直線コネクタ 118968">
                      <a:extLst>
                        <a:ext uri="{FF2B5EF4-FFF2-40B4-BE49-F238E27FC236}">
                          <a16:creationId xmlns:a16="http://schemas.microsoft.com/office/drawing/2014/main" id="{89720996-0441-44E8-8A43-C18E7AB199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0" name="直線コネクタ 118969">
                      <a:extLst>
                        <a:ext uri="{FF2B5EF4-FFF2-40B4-BE49-F238E27FC236}">
                          <a16:creationId xmlns:a16="http://schemas.microsoft.com/office/drawing/2014/main" id="{00D35E2D-27B0-4ACC-98EA-4EFDCE1FB0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1" name="直線コネクタ 118970">
                      <a:extLst>
                        <a:ext uri="{FF2B5EF4-FFF2-40B4-BE49-F238E27FC236}">
                          <a16:creationId xmlns:a16="http://schemas.microsoft.com/office/drawing/2014/main" id="{D8B68B4E-D28B-43BD-B6E0-4A69715CE4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2" name="直線コネクタ 118971">
                      <a:extLst>
                        <a:ext uri="{FF2B5EF4-FFF2-40B4-BE49-F238E27FC236}">
                          <a16:creationId xmlns:a16="http://schemas.microsoft.com/office/drawing/2014/main" id="{D0CAF7AE-A25E-4709-89FB-97084494E8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3" name="直線コネクタ 118972">
                      <a:extLst>
                        <a:ext uri="{FF2B5EF4-FFF2-40B4-BE49-F238E27FC236}">
                          <a16:creationId xmlns:a16="http://schemas.microsoft.com/office/drawing/2014/main" id="{B9A9B12C-9585-4422-8E1A-98321DB2E6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4" name="直線コネクタ 118973">
                      <a:extLst>
                        <a:ext uri="{FF2B5EF4-FFF2-40B4-BE49-F238E27FC236}">
                          <a16:creationId xmlns:a16="http://schemas.microsoft.com/office/drawing/2014/main" id="{81A253C8-2515-4371-B847-7C49EE23BE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5" name="直線コネクタ 118974">
                      <a:extLst>
                        <a:ext uri="{FF2B5EF4-FFF2-40B4-BE49-F238E27FC236}">
                          <a16:creationId xmlns:a16="http://schemas.microsoft.com/office/drawing/2014/main" id="{F4915BD7-9B94-45D6-9CD6-89E085C948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6" name="直線コネクタ 118975">
                      <a:extLst>
                        <a:ext uri="{FF2B5EF4-FFF2-40B4-BE49-F238E27FC236}">
                          <a16:creationId xmlns:a16="http://schemas.microsoft.com/office/drawing/2014/main" id="{2BCD9AA9-6F7B-49C9-82B2-E98EB8191A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7" name="直線コネクタ 118976">
                      <a:extLst>
                        <a:ext uri="{FF2B5EF4-FFF2-40B4-BE49-F238E27FC236}">
                          <a16:creationId xmlns:a16="http://schemas.microsoft.com/office/drawing/2014/main" id="{97F023AA-90A7-4D58-BB3E-C06919D04C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8" name="直線コネクタ 118977">
                      <a:extLst>
                        <a:ext uri="{FF2B5EF4-FFF2-40B4-BE49-F238E27FC236}">
                          <a16:creationId xmlns:a16="http://schemas.microsoft.com/office/drawing/2014/main" id="{F41DFF63-AAF2-41B6-A0AB-398E028AFC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79" name="直線コネクタ 118978">
                      <a:extLst>
                        <a:ext uri="{FF2B5EF4-FFF2-40B4-BE49-F238E27FC236}">
                          <a16:creationId xmlns:a16="http://schemas.microsoft.com/office/drawing/2014/main" id="{1570F3F1-1D07-4ECD-85A4-6543F3EFF2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0" name="直線コネクタ 118979">
                      <a:extLst>
                        <a:ext uri="{FF2B5EF4-FFF2-40B4-BE49-F238E27FC236}">
                          <a16:creationId xmlns:a16="http://schemas.microsoft.com/office/drawing/2014/main" id="{9E06C11F-F189-4CC2-8467-A8BEFB71CF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1" name="直線コネクタ 118980">
                      <a:extLst>
                        <a:ext uri="{FF2B5EF4-FFF2-40B4-BE49-F238E27FC236}">
                          <a16:creationId xmlns:a16="http://schemas.microsoft.com/office/drawing/2014/main" id="{DEECEEA2-6455-41CE-AC52-73ABCA3881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2" name="直線コネクタ 118981">
                      <a:extLst>
                        <a:ext uri="{FF2B5EF4-FFF2-40B4-BE49-F238E27FC236}">
                          <a16:creationId xmlns:a16="http://schemas.microsoft.com/office/drawing/2014/main" id="{282BF6F1-5479-4C2A-BA93-BFCAB7DBE9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3" name="直線コネクタ 118982">
                      <a:extLst>
                        <a:ext uri="{FF2B5EF4-FFF2-40B4-BE49-F238E27FC236}">
                          <a16:creationId xmlns:a16="http://schemas.microsoft.com/office/drawing/2014/main" id="{0A96AC24-ADF9-4505-BA6A-2CFC5F1A35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4" name="直線コネクタ 118983">
                      <a:extLst>
                        <a:ext uri="{FF2B5EF4-FFF2-40B4-BE49-F238E27FC236}">
                          <a16:creationId xmlns:a16="http://schemas.microsoft.com/office/drawing/2014/main" id="{0C4F63EF-1A7A-4FAA-94EA-424B51E333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5" name="直線コネクタ 118984">
                      <a:extLst>
                        <a:ext uri="{FF2B5EF4-FFF2-40B4-BE49-F238E27FC236}">
                          <a16:creationId xmlns:a16="http://schemas.microsoft.com/office/drawing/2014/main" id="{9EC99B94-6281-46E1-88B6-A636433E0B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6" name="直線コネクタ 118985">
                      <a:extLst>
                        <a:ext uri="{FF2B5EF4-FFF2-40B4-BE49-F238E27FC236}">
                          <a16:creationId xmlns:a16="http://schemas.microsoft.com/office/drawing/2014/main" id="{65BA1CFA-FF70-4EE7-BB02-2D256F7624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7" name="直線コネクタ 118986">
                      <a:extLst>
                        <a:ext uri="{FF2B5EF4-FFF2-40B4-BE49-F238E27FC236}">
                          <a16:creationId xmlns:a16="http://schemas.microsoft.com/office/drawing/2014/main" id="{7605923F-5D47-4002-8C06-59404C848D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8" name="直線コネクタ 118987">
                      <a:extLst>
                        <a:ext uri="{FF2B5EF4-FFF2-40B4-BE49-F238E27FC236}">
                          <a16:creationId xmlns:a16="http://schemas.microsoft.com/office/drawing/2014/main" id="{7EE7F026-B17F-4828-B3DD-61A5929474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89" name="直線コネクタ 118988">
                      <a:extLst>
                        <a:ext uri="{FF2B5EF4-FFF2-40B4-BE49-F238E27FC236}">
                          <a16:creationId xmlns:a16="http://schemas.microsoft.com/office/drawing/2014/main" id="{7E6DE229-98C7-419A-B289-B29A879F44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0" name="直線コネクタ 118989">
                      <a:extLst>
                        <a:ext uri="{FF2B5EF4-FFF2-40B4-BE49-F238E27FC236}">
                          <a16:creationId xmlns:a16="http://schemas.microsoft.com/office/drawing/2014/main" id="{F3DB8F15-5218-41E6-84E6-0F1A2B4E16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1" name="直線コネクタ 118990">
                      <a:extLst>
                        <a:ext uri="{FF2B5EF4-FFF2-40B4-BE49-F238E27FC236}">
                          <a16:creationId xmlns:a16="http://schemas.microsoft.com/office/drawing/2014/main" id="{3742D85A-3269-4A8E-8E6F-75CF6D9D4F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2" name="直線コネクタ 118991">
                      <a:extLst>
                        <a:ext uri="{FF2B5EF4-FFF2-40B4-BE49-F238E27FC236}">
                          <a16:creationId xmlns:a16="http://schemas.microsoft.com/office/drawing/2014/main" id="{F064E2ED-F872-4E82-B371-203FD10763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3" name="直線コネクタ 118992">
                      <a:extLst>
                        <a:ext uri="{FF2B5EF4-FFF2-40B4-BE49-F238E27FC236}">
                          <a16:creationId xmlns:a16="http://schemas.microsoft.com/office/drawing/2014/main" id="{2EBC66B9-1483-4830-AED2-27D001895E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4" name="直線コネクタ 118993">
                      <a:extLst>
                        <a:ext uri="{FF2B5EF4-FFF2-40B4-BE49-F238E27FC236}">
                          <a16:creationId xmlns:a16="http://schemas.microsoft.com/office/drawing/2014/main" id="{7F3ADC7E-8F60-474C-BE27-B9D87B1416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5" name="直線コネクタ 118994">
                      <a:extLst>
                        <a:ext uri="{FF2B5EF4-FFF2-40B4-BE49-F238E27FC236}">
                          <a16:creationId xmlns:a16="http://schemas.microsoft.com/office/drawing/2014/main" id="{1F8BAF11-3F21-4C7C-8A7A-8D44F63532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6" name="直線コネクタ 118995">
                      <a:extLst>
                        <a:ext uri="{FF2B5EF4-FFF2-40B4-BE49-F238E27FC236}">
                          <a16:creationId xmlns:a16="http://schemas.microsoft.com/office/drawing/2014/main" id="{57108EA7-2437-4D99-97AF-59A8669231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7" name="直線コネクタ 118996">
                      <a:extLst>
                        <a:ext uri="{FF2B5EF4-FFF2-40B4-BE49-F238E27FC236}">
                          <a16:creationId xmlns:a16="http://schemas.microsoft.com/office/drawing/2014/main" id="{46CDB75D-2F51-47D4-8068-83B57C9DC3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8" name="直線コネクタ 118997">
                      <a:extLst>
                        <a:ext uri="{FF2B5EF4-FFF2-40B4-BE49-F238E27FC236}">
                          <a16:creationId xmlns:a16="http://schemas.microsoft.com/office/drawing/2014/main" id="{5FABDA87-1F11-4DF5-80FE-E614675BA5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999" name="直線コネクタ 118998">
                      <a:extLst>
                        <a:ext uri="{FF2B5EF4-FFF2-40B4-BE49-F238E27FC236}">
                          <a16:creationId xmlns:a16="http://schemas.microsoft.com/office/drawing/2014/main" id="{18A07513-7686-49E5-B4B3-06621C8442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0" name="直線コネクタ 118999">
                      <a:extLst>
                        <a:ext uri="{FF2B5EF4-FFF2-40B4-BE49-F238E27FC236}">
                          <a16:creationId xmlns:a16="http://schemas.microsoft.com/office/drawing/2014/main" id="{C6E9A4B6-A1EF-4115-B18A-68D94E6463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1" name="直線コネクタ 119000">
                      <a:extLst>
                        <a:ext uri="{FF2B5EF4-FFF2-40B4-BE49-F238E27FC236}">
                          <a16:creationId xmlns:a16="http://schemas.microsoft.com/office/drawing/2014/main" id="{6E2AD755-4A78-4413-A8F0-F9DDEE47CC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2" name="直線コネクタ 119001">
                      <a:extLst>
                        <a:ext uri="{FF2B5EF4-FFF2-40B4-BE49-F238E27FC236}">
                          <a16:creationId xmlns:a16="http://schemas.microsoft.com/office/drawing/2014/main" id="{0D25329F-C92B-4E2B-A72F-58120E5CD8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3" name="直線コネクタ 119002">
                      <a:extLst>
                        <a:ext uri="{FF2B5EF4-FFF2-40B4-BE49-F238E27FC236}">
                          <a16:creationId xmlns:a16="http://schemas.microsoft.com/office/drawing/2014/main" id="{2FFF3171-B839-41ED-8631-B74C90848C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4" name="直線コネクタ 119003">
                      <a:extLst>
                        <a:ext uri="{FF2B5EF4-FFF2-40B4-BE49-F238E27FC236}">
                          <a16:creationId xmlns:a16="http://schemas.microsoft.com/office/drawing/2014/main" id="{574C4B3A-2D30-43AD-B5DE-84970F329C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5" name="直線コネクタ 119004">
                      <a:extLst>
                        <a:ext uri="{FF2B5EF4-FFF2-40B4-BE49-F238E27FC236}">
                          <a16:creationId xmlns:a16="http://schemas.microsoft.com/office/drawing/2014/main" id="{98433608-6F9D-46B2-93BC-DAB6CEC1DB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6" name="直線コネクタ 119005">
                      <a:extLst>
                        <a:ext uri="{FF2B5EF4-FFF2-40B4-BE49-F238E27FC236}">
                          <a16:creationId xmlns:a16="http://schemas.microsoft.com/office/drawing/2014/main" id="{9E6B6394-0A6F-43C1-B26D-6FC409DF71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7" name="直線コネクタ 119006">
                      <a:extLst>
                        <a:ext uri="{FF2B5EF4-FFF2-40B4-BE49-F238E27FC236}">
                          <a16:creationId xmlns:a16="http://schemas.microsoft.com/office/drawing/2014/main" id="{BCAA9995-C4DF-469F-9558-E0D83ED81B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8" name="直線コネクタ 119007">
                      <a:extLst>
                        <a:ext uri="{FF2B5EF4-FFF2-40B4-BE49-F238E27FC236}">
                          <a16:creationId xmlns:a16="http://schemas.microsoft.com/office/drawing/2014/main" id="{AD06FFC4-F599-4DAF-92CA-513DE3891D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9009" name="直線コネクタ 119008">
                      <a:extLst>
                        <a:ext uri="{FF2B5EF4-FFF2-40B4-BE49-F238E27FC236}">
                          <a16:creationId xmlns:a16="http://schemas.microsoft.com/office/drawing/2014/main" id="{E37277CB-CC4F-4C48-8A76-ADD10341C7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8408" name="グループ化 118407">
                  <a:extLst>
                    <a:ext uri="{FF2B5EF4-FFF2-40B4-BE49-F238E27FC236}">
                      <a16:creationId xmlns:a16="http://schemas.microsoft.com/office/drawing/2014/main" id="{2A7A85CF-88B7-49E4-A797-AB93C2D4207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94485" y="5394481"/>
                  <a:ext cx="10793" cy="10800"/>
                  <a:chOff x="4287481" y="4286224"/>
                  <a:chExt cx="2227978" cy="2229219"/>
                </a:xfrm>
              </p:grpSpPr>
              <p:cxnSp>
                <p:nvCxnSpPr>
                  <p:cNvPr id="118409" name="直線コネクタ 118408">
                    <a:extLst>
                      <a:ext uri="{FF2B5EF4-FFF2-40B4-BE49-F238E27FC236}">
                        <a16:creationId xmlns:a16="http://schemas.microsoft.com/office/drawing/2014/main" id="{75FDE803-463E-418B-A18A-4B01E88AB9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0" name="直線コネクタ 118409">
                    <a:extLst>
                      <a:ext uri="{FF2B5EF4-FFF2-40B4-BE49-F238E27FC236}">
                        <a16:creationId xmlns:a16="http://schemas.microsoft.com/office/drawing/2014/main" id="{34380315-01F1-4804-824F-6A0EEFDE63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1" name="直線コネクタ 118410">
                    <a:extLst>
                      <a:ext uri="{FF2B5EF4-FFF2-40B4-BE49-F238E27FC236}">
                        <a16:creationId xmlns:a16="http://schemas.microsoft.com/office/drawing/2014/main" id="{DBE91F54-A4CB-400B-9558-F65FF0F418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2" name="直線コネクタ 118411">
                    <a:extLst>
                      <a:ext uri="{FF2B5EF4-FFF2-40B4-BE49-F238E27FC236}">
                        <a16:creationId xmlns:a16="http://schemas.microsoft.com/office/drawing/2014/main" id="{41CCEC82-425C-42CE-9A0C-E416BB5821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3" name="直線コネクタ 118412">
                    <a:extLst>
                      <a:ext uri="{FF2B5EF4-FFF2-40B4-BE49-F238E27FC236}">
                        <a16:creationId xmlns:a16="http://schemas.microsoft.com/office/drawing/2014/main" id="{A7A82ED9-D9CE-4CF7-B3C3-696D39131C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4" name="直線コネクタ 118413">
                    <a:extLst>
                      <a:ext uri="{FF2B5EF4-FFF2-40B4-BE49-F238E27FC236}">
                        <a16:creationId xmlns:a16="http://schemas.microsoft.com/office/drawing/2014/main" id="{9B37B82F-7008-45A0-94C5-4A02F15FF5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5" name="直線コネクタ 118414">
                    <a:extLst>
                      <a:ext uri="{FF2B5EF4-FFF2-40B4-BE49-F238E27FC236}">
                        <a16:creationId xmlns:a16="http://schemas.microsoft.com/office/drawing/2014/main" id="{4F2607A5-005C-470D-B968-1703ACF42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6" name="直線コネクタ 118415">
                    <a:extLst>
                      <a:ext uri="{FF2B5EF4-FFF2-40B4-BE49-F238E27FC236}">
                        <a16:creationId xmlns:a16="http://schemas.microsoft.com/office/drawing/2014/main" id="{57D33E41-90F0-4140-83D9-9088AEF8F1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7" name="直線コネクタ 118416">
                    <a:extLst>
                      <a:ext uri="{FF2B5EF4-FFF2-40B4-BE49-F238E27FC236}">
                        <a16:creationId xmlns:a16="http://schemas.microsoft.com/office/drawing/2014/main" id="{13D317A6-23F1-4342-8B30-1821F6C1C9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8" name="直線コネクタ 118417">
                    <a:extLst>
                      <a:ext uri="{FF2B5EF4-FFF2-40B4-BE49-F238E27FC236}">
                        <a16:creationId xmlns:a16="http://schemas.microsoft.com/office/drawing/2014/main" id="{CB1A9AE4-DEE5-4E95-AB00-06599E3394E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19" name="直線コネクタ 118418">
                    <a:extLst>
                      <a:ext uri="{FF2B5EF4-FFF2-40B4-BE49-F238E27FC236}">
                        <a16:creationId xmlns:a16="http://schemas.microsoft.com/office/drawing/2014/main" id="{7614EE8C-AA5C-4C50-9222-8F71EEE32B1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0" name="直線コネクタ 118419">
                    <a:extLst>
                      <a:ext uri="{FF2B5EF4-FFF2-40B4-BE49-F238E27FC236}">
                        <a16:creationId xmlns:a16="http://schemas.microsoft.com/office/drawing/2014/main" id="{9FDE62C0-F996-40DF-B796-F421B0F1ED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1" name="直線コネクタ 118420">
                    <a:extLst>
                      <a:ext uri="{FF2B5EF4-FFF2-40B4-BE49-F238E27FC236}">
                        <a16:creationId xmlns:a16="http://schemas.microsoft.com/office/drawing/2014/main" id="{BE3401C6-FB1D-4E95-88E7-7F66AF62F7C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2" name="直線コネクタ 118421">
                    <a:extLst>
                      <a:ext uri="{FF2B5EF4-FFF2-40B4-BE49-F238E27FC236}">
                        <a16:creationId xmlns:a16="http://schemas.microsoft.com/office/drawing/2014/main" id="{4E4A59DA-BA56-4ECC-93F6-480F3D77E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3" name="直線コネクタ 118422">
                    <a:extLst>
                      <a:ext uri="{FF2B5EF4-FFF2-40B4-BE49-F238E27FC236}">
                        <a16:creationId xmlns:a16="http://schemas.microsoft.com/office/drawing/2014/main" id="{D0B01294-DA93-43C2-AB89-68645B8821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4" name="直線コネクタ 118423">
                    <a:extLst>
                      <a:ext uri="{FF2B5EF4-FFF2-40B4-BE49-F238E27FC236}">
                        <a16:creationId xmlns:a16="http://schemas.microsoft.com/office/drawing/2014/main" id="{FD5CB6D5-B4F0-4AD4-8961-87238EE047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5" name="直線コネクタ 118424">
                    <a:extLst>
                      <a:ext uri="{FF2B5EF4-FFF2-40B4-BE49-F238E27FC236}">
                        <a16:creationId xmlns:a16="http://schemas.microsoft.com/office/drawing/2014/main" id="{874F44C9-8E12-4F1E-8774-247E237A92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6" name="直線コネクタ 118425">
                    <a:extLst>
                      <a:ext uri="{FF2B5EF4-FFF2-40B4-BE49-F238E27FC236}">
                        <a16:creationId xmlns:a16="http://schemas.microsoft.com/office/drawing/2014/main" id="{4C1FC0F0-A0EB-42D0-9829-FE84E9D42F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7" name="直線コネクタ 118426">
                    <a:extLst>
                      <a:ext uri="{FF2B5EF4-FFF2-40B4-BE49-F238E27FC236}">
                        <a16:creationId xmlns:a16="http://schemas.microsoft.com/office/drawing/2014/main" id="{84DC8767-4113-4C6A-AE8A-077F136734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8" name="直線コネクタ 118427">
                    <a:extLst>
                      <a:ext uri="{FF2B5EF4-FFF2-40B4-BE49-F238E27FC236}">
                        <a16:creationId xmlns:a16="http://schemas.microsoft.com/office/drawing/2014/main" id="{1450FD44-1C16-4AF1-A44B-C876D97E51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29" name="直線コネクタ 118428">
                    <a:extLst>
                      <a:ext uri="{FF2B5EF4-FFF2-40B4-BE49-F238E27FC236}">
                        <a16:creationId xmlns:a16="http://schemas.microsoft.com/office/drawing/2014/main" id="{B0DFFE48-9406-4C07-9BD6-F57C0EFDAA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0" name="直線コネクタ 118429">
                    <a:extLst>
                      <a:ext uri="{FF2B5EF4-FFF2-40B4-BE49-F238E27FC236}">
                        <a16:creationId xmlns:a16="http://schemas.microsoft.com/office/drawing/2014/main" id="{2EDF61D6-FE67-4EDA-B6AE-5C615455BF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1" name="直線コネクタ 118430">
                    <a:extLst>
                      <a:ext uri="{FF2B5EF4-FFF2-40B4-BE49-F238E27FC236}">
                        <a16:creationId xmlns:a16="http://schemas.microsoft.com/office/drawing/2014/main" id="{2CAF3879-8F53-4FC4-BB8D-A0AD49A643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2" name="直線コネクタ 118431">
                    <a:extLst>
                      <a:ext uri="{FF2B5EF4-FFF2-40B4-BE49-F238E27FC236}">
                        <a16:creationId xmlns:a16="http://schemas.microsoft.com/office/drawing/2014/main" id="{BE235F51-C8AF-4774-BD4D-DDDA48D9A7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3" name="直線コネクタ 118432">
                    <a:extLst>
                      <a:ext uri="{FF2B5EF4-FFF2-40B4-BE49-F238E27FC236}">
                        <a16:creationId xmlns:a16="http://schemas.microsoft.com/office/drawing/2014/main" id="{322B21BF-4AA8-4CA6-858F-F224DB8463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4" name="直線コネクタ 118433">
                    <a:extLst>
                      <a:ext uri="{FF2B5EF4-FFF2-40B4-BE49-F238E27FC236}">
                        <a16:creationId xmlns:a16="http://schemas.microsoft.com/office/drawing/2014/main" id="{1CA301BB-05C3-43FD-A0A8-5F572B17A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5" name="直線コネクタ 118434">
                    <a:extLst>
                      <a:ext uri="{FF2B5EF4-FFF2-40B4-BE49-F238E27FC236}">
                        <a16:creationId xmlns:a16="http://schemas.microsoft.com/office/drawing/2014/main" id="{BA0EAE1A-06A0-4789-AAE2-8C7450F8EC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6" name="直線コネクタ 118435">
                    <a:extLst>
                      <a:ext uri="{FF2B5EF4-FFF2-40B4-BE49-F238E27FC236}">
                        <a16:creationId xmlns:a16="http://schemas.microsoft.com/office/drawing/2014/main" id="{7CFA5D3D-2C5A-4BAA-8CCD-D069A82367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7" name="直線コネクタ 118436">
                    <a:extLst>
                      <a:ext uri="{FF2B5EF4-FFF2-40B4-BE49-F238E27FC236}">
                        <a16:creationId xmlns:a16="http://schemas.microsoft.com/office/drawing/2014/main" id="{848763DD-D22C-4B6F-8DBF-99FD5C496A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8" name="直線コネクタ 118437">
                    <a:extLst>
                      <a:ext uri="{FF2B5EF4-FFF2-40B4-BE49-F238E27FC236}">
                        <a16:creationId xmlns:a16="http://schemas.microsoft.com/office/drawing/2014/main" id="{B4148CE6-24B6-40FE-8BE9-D5C7C38A25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39" name="直線コネクタ 118438">
                    <a:extLst>
                      <a:ext uri="{FF2B5EF4-FFF2-40B4-BE49-F238E27FC236}">
                        <a16:creationId xmlns:a16="http://schemas.microsoft.com/office/drawing/2014/main" id="{0FCF2776-3E6E-494D-8085-F8ACB14099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0" name="直線コネクタ 118439">
                    <a:extLst>
                      <a:ext uri="{FF2B5EF4-FFF2-40B4-BE49-F238E27FC236}">
                        <a16:creationId xmlns:a16="http://schemas.microsoft.com/office/drawing/2014/main" id="{168E3DBF-FE11-45E2-BE2D-A7E9BC1F07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1" name="直線コネクタ 118440">
                    <a:extLst>
                      <a:ext uri="{FF2B5EF4-FFF2-40B4-BE49-F238E27FC236}">
                        <a16:creationId xmlns:a16="http://schemas.microsoft.com/office/drawing/2014/main" id="{F5AD75EB-754A-4C82-BA5A-47A74753F8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2" name="直線コネクタ 118441">
                    <a:extLst>
                      <a:ext uri="{FF2B5EF4-FFF2-40B4-BE49-F238E27FC236}">
                        <a16:creationId xmlns:a16="http://schemas.microsoft.com/office/drawing/2014/main" id="{27418F2A-0399-4D31-BB15-A37121C72E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3" name="直線コネクタ 118442">
                    <a:extLst>
                      <a:ext uri="{FF2B5EF4-FFF2-40B4-BE49-F238E27FC236}">
                        <a16:creationId xmlns:a16="http://schemas.microsoft.com/office/drawing/2014/main" id="{88D0A8B1-3F38-4513-9355-44F2B49C0E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4" name="直線コネクタ 118443">
                    <a:extLst>
                      <a:ext uri="{FF2B5EF4-FFF2-40B4-BE49-F238E27FC236}">
                        <a16:creationId xmlns:a16="http://schemas.microsoft.com/office/drawing/2014/main" id="{E4080FE6-9A81-4485-A623-29E9BE9DA9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5" name="直線コネクタ 118444">
                    <a:extLst>
                      <a:ext uri="{FF2B5EF4-FFF2-40B4-BE49-F238E27FC236}">
                        <a16:creationId xmlns:a16="http://schemas.microsoft.com/office/drawing/2014/main" id="{CC75ED47-EFC1-48F1-8BD4-14B9C76F78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6" name="直線コネクタ 118445">
                    <a:extLst>
                      <a:ext uri="{FF2B5EF4-FFF2-40B4-BE49-F238E27FC236}">
                        <a16:creationId xmlns:a16="http://schemas.microsoft.com/office/drawing/2014/main" id="{8B658247-3926-4495-9847-9390F09D7B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7" name="直線コネクタ 118446">
                    <a:extLst>
                      <a:ext uri="{FF2B5EF4-FFF2-40B4-BE49-F238E27FC236}">
                        <a16:creationId xmlns:a16="http://schemas.microsoft.com/office/drawing/2014/main" id="{E2F3BFE9-3C91-4D69-BED2-8D6A84CFE7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8" name="直線コネクタ 118447">
                    <a:extLst>
                      <a:ext uri="{FF2B5EF4-FFF2-40B4-BE49-F238E27FC236}">
                        <a16:creationId xmlns:a16="http://schemas.microsoft.com/office/drawing/2014/main" id="{B3A66D86-B37B-4A59-BFFA-7E75D70A70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49" name="直線コネクタ 118448">
                    <a:extLst>
                      <a:ext uri="{FF2B5EF4-FFF2-40B4-BE49-F238E27FC236}">
                        <a16:creationId xmlns:a16="http://schemas.microsoft.com/office/drawing/2014/main" id="{D745D03D-EF99-4892-A52B-5A228FCBF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0" name="直線コネクタ 118449">
                    <a:extLst>
                      <a:ext uri="{FF2B5EF4-FFF2-40B4-BE49-F238E27FC236}">
                        <a16:creationId xmlns:a16="http://schemas.microsoft.com/office/drawing/2014/main" id="{F5935CE6-E90A-4FA1-8DCD-322BE81DBC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1" name="直線コネクタ 118450">
                    <a:extLst>
                      <a:ext uri="{FF2B5EF4-FFF2-40B4-BE49-F238E27FC236}">
                        <a16:creationId xmlns:a16="http://schemas.microsoft.com/office/drawing/2014/main" id="{7C6DBE75-5ADD-48D5-8863-3D90BF6C0A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2" name="直線コネクタ 118451">
                    <a:extLst>
                      <a:ext uri="{FF2B5EF4-FFF2-40B4-BE49-F238E27FC236}">
                        <a16:creationId xmlns:a16="http://schemas.microsoft.com/office/drawing/2014/main" id="{C46C6E44-B5E6-4BCF-B263-17FD730530A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3" name="直線コネクタ 118452">
                    <a:extLst>
                      <a:ext uri="{FF2B5EF4-FFF2-40B4-BE49-F238E27FC236}">
                        <a16:creationId xmlns:a16="http://schemas.microsoft.com/office/drawing/2014/main" id="{2CC0259D-C16F-4F5A-BD57-D66F223217A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4" name="直線コネクタ 118453">
                    <a:extLst>
                      <a:ext uri="{FF2B5EF4-FFF2-40B4-BE49-F238E27FC236}">
                        <a16:creationId xmlns:a16="http://schemas.microsoft.com/office/drawing/2014/main" id="{A9CCD8F7-00A9-4A22-AD38-CCF5DE3ABAA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5" name="直線コネクタ 118454">
                    <a:extLst>
                      <a:ext uri="{FF2B5EF4-FFF2-40B4-BE49-F238E27FC236}">
                        <a16:creationId xmlns:a16="http://schemas.microsoft.com/office/drawing/2014/main" id="{13A38545-D738-4856-A008-9A6A2948EF7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6" name="直線コネクタ 118455">
                    <a:extLst>
                      <a:ext uri="{FF2B5EF4-FFF2-40B4-BE49-F238E27FC236}">
                        <a16:creationId xmlns:a16="http://schemas.microsoft.com/office/drawing/2014/main" id="{46E1D72E-8E33-4DAE-9086-7267D8F3F21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7" name="直線コネクタ 118456">
                    <a:extLst>
                      <a:ext uri="{FF2B5EF4-FFF2-40B4-BE49-F238E27FC236}">
                        <a16:creationId xmlns:a16="http://schemas.microsoft.com/office/drawing/2014/main" id="{B42C7456-0EC6-4584-BE60-ADE4C486422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8" name="直線コネクタ 118457">
                    <a:extLst>
                      <a:ext uri="{FF2B5EF4-FFF2-40B4-BE49-F238E27FC236}">
                        <a16:creationId xmlns:a16="http://schemas.microsoft.com/office/drawing/2014/main" id="{9501CDB3-FD6E-491D-B8E7-5263458A18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59" name="直線コネクタ 118458">
                    <a:extLst>
                      <a:ext uri="{FF2B5EF4-FFF2-40B4-BE49-F238E27FC236}">
                        <a16:creationId xmlns:a16="http://schemas.microsoft.com/office/drawing/2014/main" id="{B3848C80-09E2-4599-8E34-A38249490BC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0" name="直線コネクタ 118459">
                    <a:extLst>
                      <a:ext uri="{FF2B5EF4-FFF2-40B4-BE49-F238E27FC236}">
                        <a16:creationId xmlns:a16="http://schemas.microsoft.com/office/drawing/2014/main" id="{AF369698-77A9-4BB5-B5B7-968350DC0BA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1" name="直線コネクタ 118460">
                    <a:extLst>
                      <a:ext uri="{FF2B5EF4-FFF2-40B4-BE49-F238E27FC236}">
                        <a16:creationId xmlns:a16="http://schemas.microsoft.com/office/drawing/2014/main" id="{0AF23682-A8A8-4BA5-8A5A-89FDDAC8F6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2" name="直線コネクタ 118461">
                    <a:extLst>
                      <a:ext uri="{FF2B5EF4-FFF2-40B4-BE49-F238E27FC236}">
                        <a16:creationId xmlns:a16="http://schemas.microsoft.com/office/drawing/2014/main" id="{0B73079B-E0A7-4517-B247-A2BCCFA412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3" name="直線コネクタ 118462">
                    <a:extLst>
                      <a:ext uri="{FF2B5EF4-FFF2-40B4-BE49-F238E27FC236}">
                        <a16:creationId xmlns:a16="http://schemas.microsoft.com/office/drawing/2014/main" id="{E2251B22-DFBC-4DC6-9EB7-2B2DF06191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4" name="直線コネクタ 118463">
                    <a:extLst>
                      <a:ext uri="{FF2B5EF4-FFF2-40B4-BE49-F238E27FC236}">
                        <a16:creationId xmlns:a16="http://schemas.microsoft.com/office/drawing/2014/main" id="{C3C2ACB6-86AB-4718-9DC0-6E534CBD6F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5" name="直線コネクタ 118464">
                    <a:extLst>
                      <a:ext uri="{FF2B5EF4-FFF2-40B4-BE49-F238E27FC236}">
                        <a16:creationId xmlns:a16="http://schemas.microsoft.com/office/drawing/2014/main" id="{3F4F7931-17DA-42A2-A1EB-B18FAE1E7F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6" name="直線コネクタ 118465">
                    <a:extLst>
                      <a:ext uri="{FF2B5EF4-FFF2-40B4-BE49-F238E27FC236}">
                        <a16:creationId xmlns:a16="http://schemas.microsoft.com/office/drawing/2014/main" id="{07FB8199-60C0-428B-92E6-FCF59BD76E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7" name="直線コネクタ 118466">
                    <a:extLst>
                      <a:ext uri="{FF2B5EF4-FFF2-40B4-BE49-F238E27FC236}">
                        <a16:creationId xmlns:a16="http://schemas.microsoft.com/office/drawing/2014/main" id="{B80FEE02-6E30-4333-8094-82EDD5FD6E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8" name="直線コネクタ 118467">
                    <a:extLst>
                      <a:ext uri="{FF2B5EF4-FFF2-40B4-BE49-F238E27FC236}">
                        <a16:creationId xmlns:a16="http://schemas.microsoft.com/office/drawing/2014/main" id="{3B5D63D9-6234-4814-80F2-67F16A29E8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69" name="直線コネクタ 118468">
                    <a:extLst>
                      <a:ext uri="{FF2B5EF4-FFF2-40B4-BE49-F238E27FC236}">
                        <a16:creationId xmlns:a16="http://schemas.microsoft.com/office/drawing/2014/main" id="{02224518-E9BD-4F4C-9E6B-23089503A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0" name="直線コネクタ 118469">
                    <a:extLst>
                      <a:ext uri="{FF2B5EF4-FFF2-40B4-BE49-F238E27FC236}">
                        <a16:creationId xmlns:a16="http://schemas.microsoft.com/office/drawing/2014/main" id="{19CCF4F6-297E-4A0C-83DC-E16B74D4DD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1" name="直線コネクタ 118470">
                    <a:extLst>
                      <a:ext uri="{FF2B5EF4-FFF2-40B4-BE49-F238E27FC236}">
                        <a16:creationId xmlns:a16="http://schemas.microsoft.com/office/drawing/2014/main" id="{08184627-F856-4943-9EBE-9E007D148B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2" name="直線コネクタ 118471">
                    <a:extLst>
                      <a:ext uri="{FF2B5EF4-FFF2-40B4-BE49-F238E27FC236}">
                        <a16:creationId xmlns:a16="http://schemas.microsoft.com/office/drawing/2014/main" id="{D3B5A84C-A56A-4BCB-9D67-D6A72F21A7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3" name="直線コネクタ 118472">
                    <a:extLst>
                      <a:ext uri="{FF2B5EF4-FFF2-40B4-BE49-F238E27FC236}">
                        <a16:creationId xmlns:a16="http://schemas.microsoft.com/office/drawing/2014/main" id="{EED9BA18-86BD-41B6-AB0C-0A6E552211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4" name="直線コネクタ 118473">
                    <a:extLst>
                      <a:ext uri="{FF2B5EF4-FFF2-40B4-BE49-F238E27FC236}">
                        <a16:creationId xmlns:a16="http://schemas.microsoft.com/office/drawing/2014/main" id="{AF98EB6E-81DE-4942-A788-65166A8107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5" name="直線コネクタ 118474">
                    <a:extLst>
                      <a:ext uri="{FF2B5EF4-FFF2-40B4-BE49-F238E27FC236}">
                        <a16:creationId xmlns:a16="http://schemas.microsoft.com/office/drawing/2014/main" id="{47C1E457-9F9C-449E-B962-FDDC171ADC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6" name="直線コネクタ 118475">
                    <a:extLst>
                      <a:ext uri="{FF2B5EF4-FFF2-40B4-BE49-F238E27FC236}">
                        <a16:creationId xmlns:a16="http://schemas.microsoft.com/office/drawing/2014/main" id="{CC4CCF81-61F6-4184-B9C0-E8BDC8CCBA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7" name="直線コネクタ 118476">
                    <a:extLst>
                      <a:ext uri="{FF2B5EF4-FFF2-40B4-BE49-F238E27FC236}">
                        <a16:creationId xmlns:a16="http://schemas.microsoft.com/office/drawing/2014/main" id="{3A4D3E45-FD9C-43D3-BFDA-D435F16A87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8" name="直線コネクタ 118477">
                    <a:extLst>
                      <a:ext uri="{FF2B5EF4-FFF2-40B4-BE49-F238E27FC236}">
                        <a16:creationId xmlns:a16="http://schemas.microsoft.com/office/drawing/2014/main" id="{ECE78A90-CEF5-4297-BC51-217AFEE756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79" name="直線コネクタ 118478">
                    <a:extLst>
                      <a:ext uri="{FF2B5EF4-FFF2-40B4-BE49-F238E27FC236}">
                        <a16:creationId xmlns:a16="http://schemas.microsoft.com/office/drawing/2014/main" id="{BE088E24-2E6A-4549-9E5B-6B8AF591F3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0" name="直線コネクタ 118479">
                    <a:extLst>
                      <a:ext uri="{FF2B5EF4-FFF2-40B4-BE49-F238E27FC236}">
                        <a16:creationId xmlns:a16="http://schemas.microsoft.com/office/drawing/2014/main" id="{792C2647-3373-41E9-95AF-236486F2D5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1" name="直線コネクタ 118480">
                    <a:extLst>
                      <a:ext uri="{FF2B5EF4-FFF2-40B4-BE49-F238E27FC236}">
                        <a16:creationId xmlns:a16="http://schemas.microsoft.com/office/drawing/2014/main" id="{1D565E37-1062-4D54-A136-2C43EFF8FB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2" name="直線コネクタ 118481">
                    <a:extLst>
                      <a:ext uri="{FF2B5EF4-FFF2-40B4-BE49-F238E27FC236}">
                        <a16:creationId xmlns:a16="http://schemas.microsoft.com/office/drawing/2014/main" id="{7A50AA19-18B6-4B40-A8ED-569F75DA01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3" name="直線コネクタ 118482">
                    <a:extLst>
                      <a:ext uri="{FF2B5EF4-FFF2-40B4-BE49-F238E27FC236}">
                        <a16:creationId xmlns:a16="http://schemas.microsoft.com/office/drawing/2014/main" id="{1D65BFB3-A265-4F15-AAD3-7824F6BA5F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4" name="直線コネクタ 118483">
                    <a:extLst>
                      <a:ext uri="{FF2B5EF4-FFF2-40B4-BE49-F238E27FC236}">
                        <a16:creationId xmlns:a16="http://schemas.microsoft.com/office/drawing/2014/main" id="{1C563E7E-129B-4F57-8515-1EF7B8506D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5" name="直線コネクタ 118484">
                    <a:extLst>
                      <a:ext uri="{FF2B5EF4-FFF2-40B4-BE49-F238E27FC236}">
                        <a16:creationId xmlns:a16="http://schemas.microsoft.com/office/drawing/2014/main" id="{0865119E-F802-407E-A83F-DEBBB1B927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6" name="直線コネクタ 118485">
                    <a:extLst>
                      <a:ext uri="{FF2B5EF4-FFF2-40B4-BE49-F238E27FC236}">
                        <a16:creationId xmlns:a16="http://schemas.microsoft.com/office/drawing/2014/main" id="{6BD8047C-C2E0-44E8-B932-A0E4854465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7" name="直線コネクタ 118486">
                    <a:extLst>
                      <a:ext uri="{FF2B5EF4-FFF2-40B4-BE49-F238E27FC236}">
                        <a16:creationId xmlns:a16="http://schemas.microsoft.com/office/drawing/2014/main" id="{F396B9C3-4E4E-4B92-B2F2-0EA92F387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8" name="直線コネクタ 118487">
                    <a:extLst>
                      <a:ext uri="{FF2B5EF4-FFF2-40B4-BE49-F238E27FC236}">
                        <a16:creationId xmlns:a16="http://schemas.microsoft.com/office/drawing/2014/main" id="{A459D9FF-EFAF-46C1-A6D5-C4A14AE85B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89" name="直線コネクタ 118488">
                    <a:extLst>
                      <a:ext uri="{FF2B5EF4-FFF2-40B4-BE49-F238E27FC236}">
                        <a16:creationId xmlns:a16="http://schemas.microsoft.com/office/drawing/2014/main" id="{4CD35C29-CE7E-41E8-B36E-DDD57BB6D3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0" name="直線コネクタ 118489">
                    <a:extLst>
                      <a:ext uri="{FF2B5EF4-FFF2-40B4-BE49-F238E27FC236}">
                        <a16:creationId xmlns:a16="http://schemas.microsoft.com/office/drawing/2014/main" id="{150947D8-2530-4C34-894F-FA8478D4A7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1" name="直線コネクタ 118490">
                    <a:extLst>
                      <a:ext uri="{FF2B5EF4-FFF2-40B4-BE49-F238E27FC236}">
                        <a16:creationId xmlns:a16="http://schemas.microsoft.com/office/drawing/2014/main" id="{DAE11720-48FA-4B88-9F9A-DF0EC5E7BE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2" name="直線コネクタ 118491">
                    <a:extLst>
                      <a:ext uri="{FF2B5EF4-FFF2-40B4-BE49-F238E27FC236}">
                        <a16:creationId xmlns:a16="http://schemas.microsoft.com/office/drawing/2014/main" id="{460D12F9-8CD5-40D2-AF0A-E6F8C9B43F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3" name="直線コネクタ 118492">
                    <a:extLst>
                      <a:ext uri="{FF2B5EF4-FFF2-40B4-BE49-F238E27FC236}">
                        <a16:creationId xmlns:a16="http://schemas.microsoft.com/office/drawing/2014/main" id="{F9D00BE0-10EC-460B-AF80-7337DAEECB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4" name="直線コネクタ 118493">
                    <a:extLst>
                      <a:ext uri="{FF2B5EF4-FFF2-40B4-BE49-F238E27FC236}">
                        <a16:creationId xmlns:a16="http://schemas.microsoft.com/office/drawing/2014/main" id="{1CE8B642-3650-4D2B-89C9-5EADA75C80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5" name="直線コネクタ 118494">
                    <a:extLst>
                      <a:ext uri="{FF2B5EF4-FFF2-40B4-BE49-F238E27FC236}">
                        <a16:creationId xmlns:a16="http://schemas.microsoft.com/office/drawing/2014/main" id="{EEC69F6A-EA2A-479C-88BB-D0673C4B90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6" name="直線コネクタ 118495">
                    <a:extLst>
                      <a:ext uri="{FF2B5EF4-FFF2-40B4-BE49-F238E27FC236}">
                        <a16:creationId xmlns:a16="http://schemas.microsoft.com/office/drawing/2014/main" id="{A647468E-C807-40A9-A7C8-59FBF8FD85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7" name="直線コネクタ 118496">
                    <a:extLst>
                      <a:ext uri="{FF2B5EF4-FFF2-40B4-BE49-F238E27FC236}">
                        <a16:creationId xmlns:a16="http://schemas.microsoft.com/office/drawing/2014/main" id="{260BAB53-9759-42B4-A2AB-E0B7496357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8" name="直線コネクタ 118497">
                    <a:extLst>
                      <a:ext uri="{FF2B5EF4-FFF2-40B4-BE49-F238E27FC236}">
                        <a16:creationId xmlns:a16="http://schemas.microsoft.com/office/drawing/2014/main" id="{D359F1B3-C89A-47CA-8739-1D574AB08B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499" name="直線コネクタ 118498">
                    <a:extLst>
                      <a:ext uri="{FF2B5EF4-FFF2-40B4-BE49-F238E27FC236}">
                        <a16:creationId xmlns:a16="http://schemas.microsoft.com/office/drawing/2014/main" id="{B84A70A3-DA24-460F-8866-72DEDBD150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0" name="直線コネクタ 118499">
                    <a:extLst>
                      <a:ext uri="{FF2B5EF4-FFF2-40B4-BE49-F238E27FC236}">
                        <a16:creationId xmlns:a16="http://schemas.microsoft.com/office/drawing/2014/main" id="{9B2A0C45-4050-4135-A3FB-2D1FD3F4B6C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1" name="直線コネクタ 118500">
                    <a:extLst>
                      <a:ext uri="{FF2B5EF4-FFF2-40B4-BE49-F238E27FC236}">
                        <a16:creationId xmlns:a16="http://schemas.microsoft.com/office/drawing/2014/main" id="{46087F39-02EC-496C-A223-00AECB9470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2" name="直線コネクタ 118501">
                    <a:extLst>
                      <a:ext uri="{FF2B5EF4-FFF2-40B4-BE49-F238E27FC236}">
                        <a16:creationId xmlns:a16="http://schemas.microsoft.com/office/drawing/2014/main" id="{125C9BAF-C5C5-424D-967C-BBD180EB2B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3" name="直線コネクタ 118502">
                    <a:extLst>
                      <a:ext uri="{FF2B5EF4-FFF2-40B4-BE49-F238E27FC236}">
                        <a16:creationId xmlns:a16="http://schemas.microsoft.com/office/drawing/2014/main" id="{8EDBECA5-336B-40A9-AA9C-B33C1434263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4" name="直線コネクタ 118503">
                    <a:extLst>
                      <a:ext uri="{FF2B5EF4-FFF2-40B4-BE49-F238E27FC236}">
                        <a16:creationId xmlns:a16="http://schemas.microsoft.com/office/drawing/2014/main" id="{79350ADE-98F0-49F0-99AB-40CCA6E0FA7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5" name="直線コネクタ 118504">
                    <a:extLst>
                      <a:ext uri="{FF2B5EF4-FFF2-40B4-BE49-F238E27FC236}">
                        <a16:creationId xmlns:a16="http://schemas.microsoft.com/office/drawing/2014/main" id="{3A14FABC-5DB6-4612-9BC6-D3C9E0BA983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6" name="直線コネクタ 118505">
                    <a:extLst>
                      <a:ext uri="{FF2B5EF4-FFF2-40B4-BE49-F238E27FC236}">
                        <a16:creationId xmlns:a16="http://schemas.microsoft.com/office/drawing/2014/main" id="{36E49F15-ED79-4F44-BD36-B82DFA38CC9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7" name="直線コネクタ 118506">
                    <a:extLst>
                      <a:ext uri="{FF2B5EF4-FFF2-40B4-BE49-F238E27FC236}">
                        <a16:creationId xmlns:a16="http://schemas.microsoft.com/office/drawing/2014/main" id="{9CAC6386-08BC-4E7F-BA14-F5021572A4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8" name="直線コネクタ 118507">
                    <a:extLst>
                      <a:ext uri="{FF2B5EF4-FFF2-40B4-BE49-F238E27FC236}">
                        <a16:creationId xmlns:a16="http://schemas.microsoft.com/office/drawing/2014/main" id="{888DE478-99D8-481A-9294-DD9930A688A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09" name="直線コネクタ 118508">
                    <a:extLst>
                      <a:ext uri="{FF2B5EF4-FFF2-40B4-BE49-F238E27FC236}">
                        <a16:creationId xmlns:a16="http://schemas.microsoft.com/office/drawing/2014/main" id="{4B3D3B5D-5D35-41E3-8F5F-32B83A3EBF9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0" name="直線コネクタ 118509">
                    <a:extLst>
                      <a:ext uri="{FF2B5EF4-FFF2-40B4-BE49-F238E27FC236}">
                        <a16:creationId xmlns:a16="http://schemas.microsoft.com/office/drawing/2014/main" id="{8A285C78-095B-4D2F-AD90-8109ADB5047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1" name="直線コネクタ 118510">
                    <a:extLst>
                      <a:ext uri="{FF2B5EF4-FFF2-40B4-BE49-F238E27FC236}">
                        <a16:creationId xmlns:a16="http://schemas.microsoft.com/office/drawing/2014/main" id="{13D3B9E8-0B35-4011-A2A7-6E9F604CE8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2" name="直線コネクタ 118511">
                    <a:extLst>
                      <a:ext uri="{FF2B5EF4-FFF2-40B4-BE49-F238E27FC236}">
                        <a16:creationId xmlns:a16="http://schemas.microsoft.com/office/drawing/2014/main" id="{4E8D84BD-F0BB-4AA1-8F50-2484F125EA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3" name="直線コネクタ 118512">
                    <a:extLst>
                      <a:ext uri="{FF2B5EF4-FFF2-40B4-BE49-F238E27FC236}">
                        <a16:creationId xmlns:a16="http://schemas.microsoft.com/office/drawing/2014/main" id="{28D8323B-4D95-48F5-BA32-EA363F6107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4" name="直線コネクタ 118513">
                    <a:extLst>
                      <a:ext uri="{FF2B5EF4-FFF2-40B4-BE49-F238E27FC236}">
                        <a16:creationId xmlns:a16="http://schemas.microsoft.com/office/drawing/2014/main" id="{F13484E4-BA83-4E67-A8B3-59D73C4F89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5" name="直線コネクタ 118514">
                    <a:extLst>
                      <a:ext uri="{FF2B5EF4-FFF2-40B4-BE49-F238E27FC236}">
                        <a16:creationId xmlns:a16="http://schemas.microsoft.com/office/drawing/2014/main" id="{8A875E1B-97FA-4CF9-8B11-BB945C1E3F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6" name="直線コネクタ 118515">
                    <a:extLst>
                      <a:ext uri="{FF2B5EF4-FFF2-40B4-BE49-F238E27FC236}">
                        <a16:creationId xmlns:a16="http://schemas.microsoft.com/office/drawing/2014/main" id="{34FC47BC-636E-4270-A430-F0306A5084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7" name="直線コネクタ 118516">
                    <a:extLst>
                      <a:ext uri="{FF2B5EF4-FFF2-40B4-BE49-F238E27FC236}">
                        <a16:creationId xmlns:a16="http://schemas.microsoft.com/office/drawing/2014/main" id="{20429401-3738-426F-A241-FB1E716393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8" name="直線コネクタ 118517">
                    <a:extLst>
                      <a:ext uri="{FF2B5EF4-FFF2-40B4-BE49-F238E27FC236}">
                        <a16:creationId xmlns:a16="http://schemas.microsoft.com/office/drawing/2014/main" id="{437BAAE7-CDF4-48C5-BBDB-863225E28F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19" name="直線コネクタ 118518">
                    <a:extLst>
                      <a:ext uri="{FF2B5EF4-FFF2-40B4-BE49-F238E27FC236}">
                        <a16:creationId xmlns:a16="http://schemas.microsoft.com/office/drawing/2014/main" id="{E0DB0804-89CA-4D9B-8570-D184901A02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0" name="直線コネクタ 118519">
                    <a:extLst>
                      <a:ext uri="{FF2B5EF4-FFF2-40B4-BE49-F238E27FC236}">
                        <a16:creationId xmlns:a16="http://schemas.microsoft.com/office/drawing/2014/main" id="{1ACD766F-2D4E-4283-AFA6-43B9144414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1" name="直線コネクタ 118520">
                    <a:extLst>
                      <a:ext uri="{FF2B5EF4-FFF2-40B4-BE49-F238E27FC236}">
                        <a16:creationId xmlns:a16="http://schemas.microsoft.com/office/drawing/2014/main" id="{6613AA08-2826-4508-9B62-658EAA1572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2" name="直線コネクタ 118521">
                    <a:extLst>
                      <a:ext uri="{FF2B5EF4-FFF2-40B4-BE49-F238E27FC236}">
                        <a16:creationId xmlns:a16="http://schemas.microsoft.com/office/drawing/2014/main" id="{A7E84E30-4B3E-4BB1-AF85-A11535ED9F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3" name="直線コネクタ 118522">
                    <a:extLst>
                      <a:ext uri="{FF2B5EF4-FFF2-40B4-BE49-F238E27FC236}">
                        <a16:creationId xmlns:a16="http://schemas.microsoft.com/office/drawing/2014/main" id="{27A0FE20-61F8-4A34-B6C1-0FB4630D67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4" name="直線コネクタ 118523">
                    <a:extLst>
                      <a:ext uri="{FF2B5EF4-FFF2-40B4-BE49-F238E27FC236}">
                        <a16:creationId xmlns:a16="http://schemas.microsoft.com/office/drawing/2014/main" id="{67707F98-9B6D-4DFB-BBFC-5622EA18EA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5" name="直線コネクタ 118524">
                    <a:extLst>
                      <a:ext uri="{FF2B5EF4-FFF2-40B4-BE49-F238E27FC236}">
                        <a16:creationId xmlns:a16="http://schemas.microsoft.com/office/drawing/2014/main" id="{B91D73CC-2FF0-402E-BA31-5EA8FACABC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6" name="直線コネクタ 118525">
                    <a:extLst>
                      <a:ext uri="{FF2B5EF4-FFF2-40B4-BE49-F238E27FC236}">
                        <a16:creationId xmlns:a16="http://schemas.microsoft.com/office/drawing/2014/main" id="{7C96E63A-C4C8-4D15-A36E-C6F020463F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7" name="直線コネクタ 118526">
                    <a:extLst>
                      <a:ext uri="{FF2B5EF4-FFF2-40B4-BE49-F238E27FC236}">
                        <a16:creationId xmlns:a16="http://schemas.microsoft.com/office/drawing/2014/main" id="{AB7CF86C-5E35-4A43-82D0-CCA1EBD10A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8" name="直線コネクタ 118527">
                    <a:extLst>
                      <a:ext uri="{FF2B5EF4-FFF2-40B4-BE49-F238E27FC236}">
                        <a16:creationId xmlns:a16="http://schemas.microsoft.com/office/drawing/2014/main" id="{8FBFD873-51B0-47A9-B00B-228B155066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29" name="直線コネクタ 118528">
                    <a:extLst>
                      <a:ext uri="{FF2B5EF4-FFF2-40B4-BE49-F238E27FC236}">
                        <a16:creationId xmlns:a16="http://schemas.microsoft.com/office/drawing/2014/main" id="{24E6F954-2DB0-4FAA-BAC6-A9B6E06C78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0" name="直線コネクタ 118529">
                    <a:extLst>
                      <a:ext uri="{FF2B5EF4-FFF2-40B4-BE49-F238E27FC236}">
                        <a16:creationId xmlns:a16="http://schemas.microsoft.com/office/drawing/2014/main" id="{B41EE9D4-6952-4162-893F-5198259889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1" name="直線コネクタ 118530">
                    <a:extLst>
                      <a:ext uri="{FF2B5EF4-FFF2-40B4-BE49-F238E27FC236}">
                        <a16:creationId xmlns:a16="http://schemas.microsoft.com/office/drawing/2014/main" id="{FB2A53DF-C41E-49FC-8147-4340B1E039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2" name="直線コネクタ 118531">
                    <a:extLst>
                      <a:ext uri="{FF2B5EF4-FFF2-40B4-BE49-F238E27FC236}">
                        <a16:creationId xmlns:a16="http://schemas.microsoft.com/office/drawing/2014/main" id="{0F0F8D88-01D0-4E4D-8684-F6F59818EF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3" name="直線コネクタ 118532">
                    <a:extLst>
                      <a:ext uri="{FF2B5EF4-FFF2-40B4-BE49-F238E27FC236}">
                        <a16:creationId xmlns:a16="http://schemas.microsoft.com/office/drawing/2014/main" id="{8A351D45-F6F1-4C83-8BC8-A5CE1F73E5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4" name="直線コネクタ 118533">
                    <a:extLst>
                      <a:ext uri="{FF2B5EF4-FFF2-40B4-BE49-F238E27FC236}">
                        <a16:creationId xmlns:a16="http://schemas.microsoft.com/office/drawing/2014/main" id="{F37C26D0-FFFF-4AFC-89FB-F1E9988954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5" name="直線コネクタ 118534">
                    <a:extLst>
                      <a:ext uri="{FF2B5EF4-FFF2-40B4-BE49-F238E27FC236}">
                        <a16:creationId xmlns:a16="http://schemas.microsoft.com/office/drawing/2014/main" id="{5D4D3394-6574-4368-8D15-63810B0821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6" name="直線コネクタ 118535">
                    <a:extLst>
                      <a:ext uri="{FF2B5EF4-FFF2-40B4-BE49-F238E27FC236}">
                        <a16:creationId xmlns:a16="http://schemas.microsoft.com/office/drawing/2014/main" id="{E6623CBA-168A-4D22-8DBC-6104E36224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7" name="直線コネクタ 118536">
                    <a:extLst>
                      <a:ext uri="{FF2B5EF4-FFF2-40B4-BE49-F238E27FC236}">
                        <a16:creationId xmlns:a16="http://schemas.microsoft.com/office/drawing/2014/main" id="{4B8785CC-3563-4328-AC15-42F23FA57B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8" name="直線コネクタ 118537">
                    <a:extLst>
                      <a:ext uri="{FF2B5EF4-FFF2-40B4-BE49-F238E27FC236}">
                        <a16:creationId xmlns:a16="http://schemas.microsoft.com/office/drawing/2014/main" id="{127CCCB5-886F-4516-937D-F07197A06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39" name="直線コネクタ 118538">
                    <a:extLst>
                      <a:ext uri="{FF2B5EF4-FFF2-40B4-BE49-F238E27FC236}">
                        <a16:creationId xmlns:a16="http://schemas.microsoft.com/office/drawing/2014/main" id="{D2E13895-6A1D-4808-A70B-E1503EF5B0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0" name="直線コネクタ 118539">
                    <a:extLst>
                      <a:ext uri="{FF2B5EF4-FFF2-40B4-BE49-F238E27FC236}">
                        <a16:creationId xmlns:a16="http://schemas.microsoft.com/office/drawing/2014/main" id="{06CBC78C-42B9-46FE-8455-193DC375BF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1" name="直線コネクタ 118540">
                    <a:extLst>
                      <a:ext uri="{FF2B5EF4-FFF2-40B4-BE49-F238E27FC236}">
                        <a16:creationId xmlns:a16="http://schemas.microsoft.com/office/drawing/2014/main" id="{B345E796-E5FF-486B-83DA-510960D8FC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2" name="直線コネクタ 118541">
                    <a:extLst>
                      <a:ext uri="{FF2B5EF4-FFF2-40B4-BE49-F238E27FC236}">
                        <a16:creationId xmlns:a16="http://schemas.microsoft.com/office/drawing/2014/main" id="{9D19A2AC-7BA7-4082-B64B-A981871296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3" name="直線コネクタ 118542">
                    <a:extLst>
                      <a:ext uri="{FF2B5EF4-FFF2-40B4-BE49-F238E27FC236}">
                        <a16:creationId xmlns:a16="http://schemas.microsoft.com/office/drawing/2014/main" id="{7AD130BD-35D7-4C6C-B46B-5F0094ED75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4" name="直線コネクタ 118543">
                    <a:extLst>
                      <a:ext uri="{FF2B5EF4-FFF2-40B4-BE49-F238E27FC236}">
                        <a16:creationId xmlns:a16="http://schemas.microsoft.com/office/drawing/2014/main" id="{74D53854-0998-42A7-97AE-874B7EAC7C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5" name="直線コネクタ 118544">
                    <a:extLst>
                      <a:ext uri="{FF2B5EF4-FFF2-40B4-BE49-F238E27FC236}">
                        <a16:creationId xmlns:a16="http://schemas.microsoft.com/office/drawing/2014/main" id="{BF78F207-0387-44D0-ADCE-4948A957F1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6" name="直線コネクタ 118545">
                    <a:extLst>
                      <a:ext uri="{FF2B5EF4-FFF2-40B4-BE49-F238E27FC236}">
                        <a16:creationId xmlns:a16="http://schemas.microsoft.com/office/drawing/2014/main" id="{D211A731-C5D8-41A6-B099-30DC80B886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7" name="直線コネクタ 118546">
                    <a:extLst>
                      <a:ext uri="{FF2B5EF4-FFF2-40B4-BE49-F238E27FC236}">
                        <a16:creationId xmlns:a16="http://schemas.microsoft.com/office/drawing/2014/main" id="{8CAF6302-289A-4792-85D4-4D30A14C19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8" name="直線コネクタ 118547">
                    <a:extLst>
                      <a:ext uri="{FF2B5EF4-FFF2-40B4-BE49-F238E27FC236}">
                        <a16:creationId xmlns:a16="http://schemas.microsoft.com/office/drawing/2014/main" id="{DF31CE59-901D-410E-AA8B-11414DD1E4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49" name="直線コネクタ 118548">
                    <a:extLst>
                      <a:ext uri="{FF2B5EF4-FFF2-40B4-BE49-F238E27FC236}">
                        <a16:creationId xmlns:a16="http://schemas.microsoft.com/office/drawing/2014/main" id="{4FFEEAE5-5AB8-444D-B181-36730BA10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0" name="直線コネクタ 118549">
                    <a:extLst>
                      <a:ext uri="{FF2B5EF4-FFF2-40B4-BE49-F238E27FC236}">
                        <a16:creationId xmlns:a16="http://schemas.microsoft.com/office/drawing/2014/main" id="{EE2CEF93-CB4B-465E-9288-FD233ADD21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1" name="直線コネクタ 118550">
                    <a:extLst>
                      <a:ext uri="{FF2B5EF4-FFF2-40B4-BE49-F238E27FC236}">
                        <a16:creationId xmlns:a16="http://schemas.microsoft.com/office/drawing/2014/main" id="{44864325-A457-4F2C-886C-A226A1BAB7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2" name="直線コネクタ 118551">
                    <a:extLst>
                      <a:ext uri="{FF2B5EF4-FFF2-40B4-BE49-F238E27FC236}">
                        <a16:creationId xmlns:a16="http://schemas.microsoft.com/office/drawing/2014/main" id="{0A8A2A81-B6FC-4F44-AB8D-A37AD28D92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3" name="直線コネクタ 118552">
                    <a:extLst>
                      <a:ext uri="{FF2B5EF4-FFF2-40B4-BE49-F238E27FC236}">
                        <a16:creationId xmlns:a16="http://schemas.microsoft.com/office/drawing/2014/main" id="{9FC0F292-27D6-477F-A0B3-7DBB9CF0C3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4" name="直線コネクタ 118553">
                    <a:extLst>
                      <a:ext uri="{FF2B5EF4-FFF2-40B4-BE49-F238E27FC236}">
                        <a16:creationId xmlns:a16="http://schemas.microsoft.com/office/drawing/2014/main" id="{47D4AE5D-66ED-4078-A77B-F86A2DE501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5" name="直線コネクタ 118554">
                    <a:extLst>
                      <a:ext uri="{FF2B5EF4-FFF2-40B4-BE49-F238E27FC236}">
                        <a16:creationId xmlns:a16="http://schemas.microsoft.com/office/drawing/2014/main" id="{CF126352-AD03-4FA2-9A8D-19BEF57A9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6" name="直線コネクタ 118555">
                    <a:extLst>
                      <a:ext uri="{FF2B5EF4-FFF2-40B4-BE49-F238E27FC236}">
                        <a16:creationId xmlns:a16="http://schemas.microsoft.com/office/drawing/2014/main" id="{DFFB2F2D-0255-4BC4-96DA-FAACD35033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7" name="直線コネクタ 118556">
                    <a:extLst>
                      <a:ext uri="{FF2B5EF4-FFF2-40B4-BE49-F238E27FC236}">
                        <a16:creationId xmlns:a16="http://schemas.microsoft.com/office/drawing/2014/main" id="{3F73ADE5-116E-49C1-AD46-38A4F87193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8" name="直線コネクタ 118557">
                    <a:extLst>
                      <a:ext uri="{FF2B5EF4-FFF2-40B4-BE49-F238E27FC236}">
                        <a16:creationId xmlns:a16="http://schemas.microsoft.com/office/drawing/2014/main" id="{78743DCA-2865-455F-BCF8-8630D60A6B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59" name="直線コネクタ 118558">
                    <a:extLst>
                      <a:ext uri="{FF2B5EF4-FFF2-40B4-BE49-F238E27FC236}">
                        <a16:creationId xmlns:a16="http://schemas.microsoft.com/office/drawing/2014/main" id="{78ACAAA9-84AB-4E35-8A24-30F4DC59D8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0" name="直線コネクタ 118559">
                    <a:extLst>
                      <a:ext uri="{FF2B5EF4-FFF2-40B4-BE49-F238E27FC236}">
                        <a16:creationId xmlns:a16="http://schemas.microsoft.com/office/drawing/2014/main" id="{A3B534D9-D60E-4197-AFDC-743FF5A294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1" name="直線コネクタ 118560">
                    <a:extLst>
                      <a:ext uri="{FF2B5EF4-FFF2-40B4-BE49-F238E27FC236}">
                        <a16:creationId xmlns:a16="http://schemas.microsoft.com/office/drawing/2014/main" id="{7D632308-7FEB-4F6B-933F-DCB0DFAFFA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2" name="直線コネクタ 118561">
                    <a:extLst>
                      <a:ext uri="{FF2B5EF4-FFF2-40B4-BE49-F238E27FC236}">
                        <a16:creationId xmlns:a16="http://schemas.microsoft.com/office/drawing/2014/main" id="{FAF4BD32-5202-4589-A3B1-965B953EDF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3" name="直線コネクタ 118562">
                    <a:extLst>
                      <a:ext uri="{FF2B5EF4-FFF2-40B4-BE49-F238E27FC236}">
                        <a16:creationId xmlns:a16="http://schemas.microsoft.com/office/drawing/2014/main" id="{94A562D8-B948-4414-91A6-14D8FC4E51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4" name="直線コネクタ 118563">
                    <a:extLst>
                      <a:ext uri="{FF2B5EF4-FFF2-40B4-BE49-F238E27FC236}">
                        <a16:creationId xmlns:a16="http://schemas.microsoft.com/office/drawing/2014/main" id="{912E9C73-015D-4D1C-8D45-0AD00BFA04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5" name="直線コネクタ 118564">
                    <a:extLst>
                      <a:ext uri="{FF2B5EF4-FFF2-40B4-BE49-F238E27FC236}">
                        <a16:creationId xmlns:a16="http://schemas.microsoft.com/office/drawing/2014/main" id="{8790243E-05FE-419E-88C2-BDCDD317D8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6" name="直線コネクタ 118565">
                    <a:extLst>
                      <a:ext uri="{FF2B5EF4-FFF2-40B4-BE49-F238E27FC236}">
                        <a16:creationId xmlns:a16="http://schemas.microsoft.com/office/drawing/2014/main" id="{399B9871-C419-437F-BBD7-D2E1779FE8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7" name="直線コネクタ 118566">
                    <a:extLst>
                      <a:ext uri="{FF2B5EF4-FFF2-40B4-BE49-F238E27FC236}">
                        <a16:creationId xmlns:a16="http://schemas.microsoft.com/office/drawing/2014/main" id="{A4826A98-C8B3-41A7-AB23-492C87DF63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8" name="直線コネクタ 118567">
                    <a:extLst>
                      <a:ext uri="{FF2B5EF4-FFF2-40B4-BE49-F238E27FC236}">
                        <a16:creationId xmlns:a16="http://schemas.microsoft.com/office/drawing/2014/main" id="{A156FF35-E525-4ABC-BE99-E95C7372EE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69" name="直線コネクタ 118568">
                    <a:extLst>
                      <a:ext uri="{FF2B5EF4-FFF2-40B4-BE49-F238E27FC236}">
                        <a16:creationId xmlns:a16="http://schemas.microsoft.com/office/drawing/2014/main" id="{8808FB98-1631-49EC-AF6E-F80FAF2CC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70" name="直線コネクタ 118569">
                    <a:extLst>
                      <a:ext uri="{FF2B5EF4-FFF2-40B4-BE49-F238E27FC236}">
                        <a16:creationId xmlns:a16="http://schemas.microsoft.com/office/drawing/2014/main" id="{7E1A4A01-109F-4983-9652-0811C8C5CB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71" name="直線コネクタ 118570">
                    <a:extLst>
                      <a:ext uri="{FF2B5EF4-FFF2-40B4-BE49-F238E27FC236}">
                        <a16:creationId xmlns:a16="http://schemas.microsoft.com/office/drawing/2014/main" id="{55ABED30-5D3A-4FC6-9B79-AFBA35C275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72" name="直線コネクタ 118571">
                    <a:extLst>
                      <a:ext uri="{FF2B5EF4-FFF2-40B4-BE49-F238E27FC236}">
                        <a16:creationId xmlns:a16="http://schemas.microsoft.com/office/drawing/2014/main" id="{5112ED0E-928B-4491-9BB6-5812EC8FF4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73" name="直線コネクタ 118572">
                    <a:extLst>
                      <a:ext uri="{FF2B5EF4-FFF2-40B4-BE49-F238E27FC236}">
                        <a16:creationId xmlns:a16="http://schemas.microsoft.com/office/drawing/2014/main" id="{A5014C5B-3284-4D6D-8648-FABE13E30B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574" name="直線コネクタ 118573">
                    <a:extLst>
                      <a:ext uri="{FF2B5EF4-FFF2-40B4-BE49-F238E27FC236}">
                        <a16:creationId xmlns:a16="http://schemas.microsoft.com/office/drawing/2014/main" id="{66438E05-B6CB-4A71-B5F9-FFB9960ACF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8575" name="グループ化 118574">
                    <a:extLst>
                      <a:ext uri="{FF2B5EF4-FFF2-40B4-BE49-F238E27FC236}">
                        <a16:creationId xmlns:a16="http://schemas.microsoft.com/office/drawing/2014/main" id="{5EDBBA4B-D464-4316-9318-476E51E0D3E7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751" name="直線コネクタ 118750">
                      <a:extLst>
                        <a:ext uri="{FF2B5EF4-FFF2-40B4-BE49-F238E27FC236}">
                          <a16:creationId xmlns:a16="http://schemas.microsoft.com/office/drawing/2014/main" id="{55BF21AF-01AD-4BFD-BD82-E1A6CB09C0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52" name="直線コネクタ 118751">
                      <a:extLst>
                        <a:ext uri="{FF2B5EF4-FFF2-40B4-BE49-F238E27FC236}">
                          <a16:creationId xmlns:a16="http://schemas.microsoft.com/office/drawing/2014/main" id="{FC079870-88D8-42E2-A615-30A6A1EA16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53" name="直線コネクタ 118752">
                      <a:extLst>
                        <a:ext uri="{FF2B5EF4-FFF2-40B4-BE49-F238E27FC236}">
                          <a16:creationId xmlns:a16="http://schemas.microsoft.com/office/drawing/2014/main" id="{8135F059-FE95-4915-B27C-88D7CFCA54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54" name="直線コネクタ 118753">
                      <a:extLst>
                        <a:ext uri="{FF2B5EF4-FFF2-40B4-BE49-F238E27FC236}">
                          <a16:creationId xmlns:a16="http://schemas.microsoft.com/office/drawing/2014/main" id="{A978691A-CEA1-4209-A02E-BCAFCAB41D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55" name="直線コネクタ 118754">
                      <a:extLst>
                        <a:ext uri="{FF2B5EF4-FFF2-40B4-BE49-F238E27FC236}">
                          <a16:creationId xmlns:a16="http://schemas.microsoft.com/office/drawing/2014/main" id="{EBAEACED-1B14-4E99-B490-9D9252E740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56" name="直線コネクタ 118755">
                      <a:extLst>
                        <a:ext uri="{FF2B5EF4-FFF2-40B4-BE49-F238E27FC236}">
                          <a16:creationId xmlns:a16="http://schemas.microsoft.com/office/drawing/2014/main" id="{A7B7B995-45AD-4204-8A44-8B9E5AE7BA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57" name="直線コネクタ 118756">
                      <a:extLst>
                        <a:ext uri="{FF2B5EF4-FFF2-40B4-BE49-F238E27FC236}">
                          <a16:creationId xmlns:a16="http://schemas.microsoft.com/office/drawing/2014/main" id="{FCA3D41E-870E-4476-A9C0-62D6883BF6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58" name="直線コネクタ 118757">
                      <a:extLst>
                        <a:ext uri="{FF2B5EF4-FFF2-40B4-BE49-F238E27FC236}">
                          <a16:creationId xmlns:a16="http://schemas.microsoft.com/office/drawing/2014/main" id="{55FE85F1-F2F1-4FA0-97D1-2A0867C0B7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59" name="直線コネクタ 118758">
                      <a:extLst>
                        <a:ext uri="{FF2B5EF4-FFF2-40B4-BE49-F238E27FC236}">
                          <a16:creationId xmlns:a16="http://schemas.microsoft.com/office/drawing/2014/main" id="{65943FB7-C8C4-4E9E-9AE7-67DA969C05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0" name="直線コネクタ 118759">
                      <a:extLst>
                        <a:ext uri="{FF2B5EF4-FFF2-40B4-BE49-F238E27FC236}">
                          <a16:creationId xmlns:a16="http://schemas.microsoft.com/office/drawing/2014/main" id="{A95FB760-CF4A-48EE-8530-85B5650C58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1" name="直線コネクタ 118760">
                      <a:extLst>
                        <a:ext uri="{FF2B5EF4-FFF2-40B4-BE49-F238E27FC236}">
                          <a16:creationId xmlns:a16="http://schemas.microsoft.com/office/drawing/2014/main" id="{280D4522-CEED-4522-BD4C-8D897E4A8B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2" name="直線コネクタ 118761">
                      <a:extLst>
                        <a:ext uri="{FF2B5EF4-FFF2-40B4-BE49-F238E27FC236}">
                          <a16:creationId xmlns:a16="http://schemas.microsoft.com/office/drawing/2014/main" id="{BB54C850-14A2-427A-830C-08E943046E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3" name="直線コネクタ 118762">
                      <a:extLst>
                        <a:ext uri="{FF2B5EF4-FFF2-40B4-BE49-F238E27FC236}">
                          <a16:creationId xmlns:a16="http://schemas.microsoft.com/office/drawing/2014/main" id="{18D195EE-D1C3-4FD1-A383-A37B573A08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4" name="直線コネクタ 118763">
                      <a:extLst>
                        <a:ext uri="{FF2B5EF4-FFF2-40B4-BE49-F238E27FC236}">
                          <a16:creationId xmlns:a16="http://schemas.microsoft.com/office/drawing/2014/main" id="{CE69F843-4DEB-44D0-B1B9-388764BD8A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5" name="直線コネクタ 118764">
                      <a:extLst>
                        <a:ext uri="{FF2B5EF4-FFF2-40B4-BE49-F238E27FC236}">
                          <a16:creationId xmlns:a16="http://schemas.microsoft.com/office/drawing/2014/main" id="{5B715C8B-BFA8-4775-BF93-739F0E1631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6" name="直線コネクタ 118765">
                      <a:extLst>
                        <a:ext uri="{FF2B5EF4-FFF2-40B4-BE49-F238E27FC236}">
                          <a16:creationId xmlns:a16="http://schemas.microsoft.com/office/drawing/2014/main" id="{F61D0CED-D6BA-45A4-81CB-336AAF9B30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7" name="直線コネクタ 118766">
                      <a:extLst>
                        <a:ext uri="{FF2B5EF4-FFF2-40B4-BE49-F238E27FC236}">
                          <a16:creationId xmlns:a16="http://schemas.microsoft.com/office/drawing/2014/main" id="{0BC150CF-B9A1-4E94-B161-BC1D149FA4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8" name="直線コネクタ 118767">
                      <a:extLst>
                        <a:ext uri="{FF2B5EF4-FFF2-40B4-BE49-F238E27FC236}">
                          <a16:creationId xmlns:a16="http://schemas.microsoft.com/office/drawing/2014/main" id="{6FDD3167-D015-43E4-8D9C-C6A3697FF3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69" name="直線コネクタ 118768">
                      <a:extLst>
                        <a:ext uri="{FF2B5EF4-FFF2-40B4-BE49-F238E27FC236}">
                          <a16:creationId xmlns:a16="http://schemas.microsoft.com/office/drawing/2014/main" id="{A4830BDE-6B50-411C-9AC9-42B1D13862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0" name="直線コネクタ 118769">
                      <a:extLst>
                        <a:ext uri="{FF2B5EF4-FFF2-40B4-BE49-F238E27FC236}">
                          <a16:creationId xmlns:a16="http://schemas.microsoft.com/office/drawing/2014/main" id="{7CF6828E-0C33-4A81-BDE8-3613CDB72E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1" name="直線コネクタ 118770">
                      <a:extLst>
                        <a:ext uri="{FF2B5EF4-FFF2-40B4-BE49-F238E27FC236}">
                          <a16:creationId xmlns:a16="http://schemas.microsoft.com/office/drawing/2014/main" id="{77608D04-45F9-4246-860B-8AA927C871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2" name="直線コネクタ 118771">
                      <a:extLst>
                        <a:ext uri="{FF2B5EF4-FFF2-40B4-BE49-F238E27FC236}">
                          <a16:creationId xmlns:a16="http://schemas.microsoft.com/office/drawing/2014/main" id="{9A0972D2-A17E-412A-ACCA-3C0E4B7342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3" name="直線コネクタ 118772">
                      <a:extLst>
                        <a:ext uri="{FF2B5EF4-FFF2-40B4-BE49-F238E27FC236}">
                          <a16:creationId xmlns:a16="http://schemas.microsoft.com/office/drawing/2014/main" id="{320EF872-4AD0-472C-B44E-F05979CC47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4" name="直線コネクタ 118773">
                      <a:extLst>
                        <a:ext uri="{FF2B5EF4-FFF2-40B4-BE49-F238E27FC236}">
                          <a16:creationId xmlns:a16="http://schemas.microsoft.com/office/drawing/2014/main" id="{E7ED477C-AE61-4855-AB38-F92E475B17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5" name="直線コネクタ 118774">
                      <a:extLst>
                        <a:ext uri="{FF2B5EF4-FFF2-40B4-BE49-F238E27FC236}">
                          <a16:creationId xmlns:a16="http://schemas.microsoft.com/office/drawing/2014/main" id="{2F9DB917-1A42-47AC-8680-ED3043A226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6" name="直線コネクタ 118775">
                      <a:extLst>
                        <a:ext uri="{FF2B5EF4-FFF2-40B4-BE49-F238E27FC236}">
                          <a16:creationId xmlns:a16="http://schemas.microsoft.com/office/drawing/2014/main" id="{EF549AE8-AF01-48A3-AE9A-EB9CCB9043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7" name="直線コネクタ 118776">
                      <a:extLst>
                        <a:ext uri="{FF2B5EF4-FFF2-40B4-BE49-F238E27FC236}">
                          <a16:creationId xmlns:a16="http://schemas.microsoft.com/office/drawing/2014/main" id="{81C90600-55FA-4A57-B3E2-5653F0DF7E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8" name="直線コネクタ 118777">
                      <a:extLst>
                        <a:ext uri="{FF2B5EF4-FFF2-40B4-BE49-F238E27FC236}">
                          <a16:creationId xmlns:a16="http://schemas.microsoft.com/office/drawing/2014/main" id="{0EF409CD-167B-4436-961F-12AD5879D5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79" name="直線コネクタ 118778">
                      <a:extLst>
                        <a:ext uri="{FF2B5EF4-FFF2-40B4-BE49-F238E27FC236}">
                          <a16:creationId xmlns:a16="http://schemas.microsoft.com/office/drawing/2014/main" id="{E4FFFA5B-8E9C-4435-A2C8-591D909919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0" name="直線コネクタ 118779">
                      <a:extLst>
                        <a:ext uri="{FF2B5EF4-FFF2-40B4-BE49-F238E27FC236}">
                          <a16:creationId xmlns:a16="http://schemas.microsoft.com/office/drawing/2014/main" id="{375A3925-7CFB-4335-A93F-29E58F6850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1" name="直線コネクタ 118780">
                      <a:extLst>
                        <a:ext uri="{FF2B5EF4-FFF2-40B4-BE49-F238E27FC236}">
                          <a16:creationId xmlns:a16="http://schemas.microsoft.com/office/drawing/2014/main" id="{F0CE5325-4411-4ED9-A45C-891FFA6CCE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2" name="直線コネクタ 118781">
                      <a:extLst>
                        <a:ext uri="{FF2B5EF4-FFF2-40B4-BE49-F238E27FC236}">
                          <a16:creationId xmlns:a16="http://schemas.microsoft.com/office/drawing/2014/main" id="{D3C3D8C5-C6C8-46B7-8947-79F2990E7B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3" name="直線コネクタ 118782">
                      <a:extLst>
                        <a:ext uri="{FF2B5EF4-FFF2-40B4-BE49-F238E27FC236}">
                          <a16:creationId xmlns:a16="http://schemas.microsoft.com/office/drawing/2014/main" id="{24F6E4EB-0C71-4C01-B249-14C765D2CC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4" name="直線コネクタ 118783">
                      <a:extLst>
                        <a:ext uri="{FF2B5EF4-FFF2-40B4-BE49-F238E27FC236}">
                          <a16:creationId xmlns:a16="http://schemas.microsoft.com/office/drawing/2014/main" id="{E268711F-DC83-4A89-A51B-347A74410A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5" name="直線コネクタ 118784">
                      <a:extLst>
                        <a:ext uri="{FF2B5EF4-FFF2-40B4-BE49-F238E27FC236}">
                          <a16:creationId xmlns:a16="http://schemas.microsoft.com/office/drawing/2014/main" id="{92E397CB-3E6B-473D-974E-2B05241E48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6" name="直線コネクタ 118785">
                      <a:extLst>
                        <a:ext uri="{FF2B5EF4-FFF2-40B4-BE49-F238E27FC236}">
                          <a16:creationId xmlns:a16="http://schemas.microsoft.com/office/drawing/2014/main" id="{ADCF78C4-E2A1-42E5-8C70-FF9AEAAE64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7" name="直線コネクタ 118786">
                      <a:extLst>
                        <a:ext uri="{FF2B5EF4-FFF2-40B4-BE49-F238E27FC236}">
                          <a16:creationId xmlns:a16="http://schemas.microsoft.com/office/drawing/2014/main" id="{6625AA49-CE19-41E6-A864-F47F0B45FC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8" name="直線コネクタ 118787">
                      <a:extLst>
                        <a:ext uri="{FF2B5EF4-FFF2-40B4-BE49-F238E27FC236}">
                          <a16:creationId xmlns:a16="http://schemas.microsoft.com/office/drawing/2014/main" id="{84F3EC66-AAB4-4E93-8D64-4473A46CFA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89" name="直線コネクタ 118788">
                      <a:extLst>
                        <a:ext uri="{FF2B5EF4-FFF2-40B4-BE49-F238E27FC236}">
                          <a16:creationId xmlns:a16="http://schemas.microsoft.com/office/drawing/2014/main" id="{BF34CB54-9F99-4C48-919B-78C372B99B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90" name="直線コネクタ 118789">
                      <a:extLst>
                        <a:ext uri="{FF2B5EF4-FFF2-40B4-BE49-F238E27FC236}">
                          <a16:creationId xmlns:a16="http://schemas.microsoft.com/office/drawing/2014/main" id="{A32E3B16-59FE-4B39-AC37-A5692A7245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91" name="直線コネクタ 118790">
                      <a:extLst>
                        <a:ext uri="{FF2B5EF4-FFF2-40B4-BE49-F238E27FC236}">
                          <a16:creationId xmlns:a16="http://schemas.microsoft.com/office/drawing/2014/main" id="{DE982F5E-46CA-4D88-855F-0BE1CE67AF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92" name="直線コネクタ 118791">
                      <a:extLst>
                        <a:ext uri="{FF2B5EF4-FFF2-40B4-BE49-F238E27FC236}">
                          <a16:creationId xmlns:a16="http://schemas.microsoft.com/office/drawing/2014/main" id="{265A40D3-CBEA-46CD-8CCB-1798B8962B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576" name="グループ化 118575">
                    <a:extLst>
                      <a:ext uri="{FF2B5EF4-FFF2-40B4-BE49-F238E27FC236}">
                        <a16:creationId xmlns:a16="http://schemas.microsoft.com/office/drawing/2014/main" id="{40C312D9-9EF1-440E-9639-6879B575779F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8742" name="正方形/長方形 118741">
                      <a:extLst>
                        <a:ext uri="{FF2B5EF4-FFF2-40B4-BE49-F238E27FC236}">
                          <a16:creationId xmlns:a16="http://schemas.microsoft.com/office/drawing/2014/main" id="{C734B0E1-F286-48C4-8522-C10C0CF411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743" name="正方形/長方形 118742">
                      <a:extLst>
                        <a:ext uri="{FF2B5EF4-FFF2-40B4-BE49-F238E27FC236}">
                          <a16:creationId xmlns:a16="http://schemas.microsoft.com/office/drawing/2014/main" id="{E9EBD348-E604-4ED2-830B-7417E019C9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744" name="正方形/長方形 118743">
                      <a:extLst>
                        <a:ext uri="{FF2B5EF4-FFF2-40B4-BE49-F238E27FC236}">
                          <a16:creationId xmlns:a16="http://schemas.microsoft.com/office/drawing/2014/main" id="{2A828F32-A47C-4923-9525-9B628120D7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745" name="正方形/長方形 118744">
                      <a:extLst>
                        <a:ext uri="{FF2B5EF4-FFF2-40B4-BE49-F238E27FC236}">
                          <a16:creationId xmlns:a16="http://schemas.microsoft.com/office/drawing/2014/main" id="{5FDDC6E7-AB26-4C8E-AE35-BFF013F8F8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746" name="正方形/長方形 118745">
                      <a:extLst>
                        <a:ext uri="{FF2B5EF4-FFF2-40B4-BE49-F238E27FC236}">
                          <a16:creationId xmlns:a16="http://schemas.microsoft.com/office/drawing/2014/main" id="{2B5BBA7F-4166-44C1-94FC-6B769D9098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747" name="正方形/長方形 118746">
                      <a:extLst>
                        <a:ext uri="{FF2B5EF4-FFF2-40B4-BE49-F238E27FC236}">
                          <a16:creationId xmlns:a16="http://schemas.microsoft.com/office/drawing/2014/main" id="{87A2DC86-7FE2-4A00-9C78-03AE94F21E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748" name="正方形/長方形 118747">
                      <a:extLst>
                        <a:ext uri="{FF2B5EF4-FFF2-40B4-BE49-F238E27FC236}">
                          <a16:creationId xmlns:a16="http://schemas.microsoft.com/office/drawing/2014/main" id="{506122A7-B849-411E-997E-73A5AE6539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749" name="正方形/長方形 118748">
                      <a:extLst>
                        <a:ext uri="{FF2B5EF4-FFF2-40B4-BE49-F238E27FC236}">
                          <a16:creationId xmlns:a16="http://schemas.microsoft.com/office/drawing/2014/main" id="{1616149F-C254-48F4-86B2-BF50DC69A7B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750" name="正方形/長方形 118749">
                      <a:extLst>
                        <a:ext uri="{FF2B5EF4-FFF2-40B4-BE49-F238E27FC236}">
                          <a16:creationId xmlns:a16="http://schemas.microsoft.com/office/drawing/2014/main" id="{0D667F73-4F30-4921-88CA-23525B1190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8577" name="グループ化 118576">
                    <a:extLst>
                      <a:ext uri="{FF2B5EF4-FFF2-40B4-BE49-F238E27FC236}">
                        <a16:creationId xmlns:a16="http://schemas.microsoft.com/office/drawing/2014/main" id="{4D864AB1-BE4E-457B-B55B-35AD86F8944F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8734" name="直線コネクタ 118733">
                      <a:extLst>
                        <a:ext uri="{FF2B5EF4-FFF2-40B4-BE49-F238E27FC236}">
                          <a16:creationId xmlns:a16="http://schemas.microsoft.com/office/drawing/2014/main" id="{54197E49-82EB-42AB-AE69-FC3065F40D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5" name="直線コネクタ 118734">
                      <a:extLst>
                        <a:ext uri="{FF2B5EF4-FFF2-40B4-BE49-F238E27FC236}">
                          <a16:creationId xmlns:a16="http://schemas.microsoft.com/office/drawing/2014/main" id="{DA0DF697-5AD0-47F2-B47F-61767875B9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6" name="直線コネクタ 118735">
                      <a:extLst>
                        <a:ext uri="{FF2B5EF4-FFF2-40B4-BE49-F238E27FC236}">
                          <a16:creationId xmlns:a16="http://schemas.microsoft.com/office/drawing/2014/main" id="{B3A16903-217E-4444-8B44-5EAAC9DD16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7" name="直線コネクタ 118736">
                      <a:extLst>
                        <a:ext uri="{FF2B5EF4-FFF2-40B4-BE49-F238E27FC236}">
                          <a16:creationId xmlns:a16="http://schemas.microsoft.com/office/drawing/2014/main" id="{98768117-AE68-4FC4-A09E-040ED746AF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8" name="直線コネクタ 118737">
                      <a:extLst>
                        <a:ext uri="{FF2B5EF4-FFF2-40B4-BE49-F238E27FC236}">
                          <a16:creationId xmlns:a16="http://schemas.microsoft.com/office/drawing/2014/main" id="{F5120FD9-1F57-44F0-86E5-EC18AB6EB9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9" name="直線コネクタ 118738">
                      <a:extLst>
                        <a:ext uri="{FF2B5EF4-FFF2-40B4-BE49-F238E27FC236}">
                          <a16:creationId xmlns:a16="http://schemas.microsoft.com/office/drawing/2014/main" id="{4973BF3B-78F9-4198-A6A2-04E751A9C0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40" name="直線コネクタ 118739">
                      <a:extLst>
                        <a:ext uri="{FF2B5EF4-FFF2-40B4-BE49-F238E27FC236}">
                          <a16:creationId xmlns:a16="http://schemas.microsoft.com/office/drawing/2014/main" id="{56C47C2B-74B0-4977-98B8-30C2CFF290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41" name="直線コネクタ 118740">
                      <a:extLst>
                        <a:ext uri="{FF2B5EF4-FFF2-40B4-BE49-F238E27FC236}">
                          <a16:creationId xmlns:a16="http://schemas.microsoft.com/office/drawing/2014/main" id="{FBB61E7B-7A9B-48FA-80EC-EC6F3BE851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578" name="グループ化 118577">
                    <a:extLst>
                      <a:ext uri="{FF2B5EF4-FFF2-40B4-BE49-F238E27FC236}">
                        <a16:creationId xmlns:a16="http://schemas.microsoft.com/office/drawing/2014/main" id="{5195B1B7-F75F-4B40-8BF6-8032EE6A88D2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8726" name="直線コネクタ 118725">
                      <a:extLst>
                        <a:ext uri="{FF2B5EF4-FFF2-40B4-BE49-F238E27FC236}">
                          <a16:creationId xmlns:a16="http://schemas.microsoft.com/office/drawing/2014/main" id="{AC5782C2-7024-4961-979A-8DA95B92BB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7" name="直線コネクタ 118726">
                      <a:extLst>
                        <a:ext uri="{FF2B5EF4-FFF2-40B4-BE49-F238E27FC236}">
                          <a16:creationId xmlns:a16="http://schemas.microsoft.com/office/drawing/2014/main" id="{64A4FD36-E888-46BD-AB1C-D94139496D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8" name="直線コネクタ 118727">
                      <a:extLst>
                        <a:ext uri="{FF2B5EF4-FFF2-40B4-BE49-F238E27FC236}">
                          <a16:creationId xmlns:a16="http://schemas.microsoft.com/office/drawing/2014/main" id="{1781EF93-53E4-4EDB-BAD4-20DF1D5276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9" name="直線コネクタ 118728">
                      <a:extLst>
                        <a:ext uri="{FF2B5EF4-FFF2-40B4-BE49-F238E27FC236}">
                          <a16:creationId xmlns:a16="http://schemas.microsoft.com/office/drawing/2014/main" id="{9E00C69B-10BF-42B1-ACC5-A231EB95DA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0" name="直線コネクタ 118729">
                      <a:extLst>
                        <a:ext uri="{FF2B5EF4-FFF2-40B4-BE49-F238E27FC236}">
                          <a16:creationId xmlns:a16="http://schemas.microsoft.com/office/drawing/2014/main" id="{E4CA9763-6227-4752-B373-4BDF594785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1" name="直線コネクタ 118730">
                      <a:extLst>
                        <a:ext uri="{FF2B5EF4-FFF2-40B4-BE49-F238E27FC236}">
                          <a16:creationId xmlns:a16="http://schemas.microsoft.com/office/drawing/2014/main" id="{EA465A21-638F-4A4B-9B2D-B2D242FF6B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2" name="直線コネクタ 118731">
                      <a:extLst>
                        <a:ext uri="{FF2B5EF4-FFF2-40B4-BE49-F238E27FC236}">
                          <a16:creationId xmlns:a16="http://schemas.microsoft.com/office/drawing/2014/main" id="{A37F289C-869C-4E86-817F-BDCFB22857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33" name="直線コネクタ 118732">
                      <a:extLst>
                        <a:ext uri="{FF2B5EF4-FFF2-40B4-BE49-F238E27FC236}">
                          <a16:creationId xmlns:a16="http://schemas.microsoft.com/office/drawing/2014/main" id="{43796B5D-1524-46DC-B822-4E73103386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579" name="グループ化 118578">
                    <a:extLst>
                      <a:ext uri="{FF2B5EF4-FFF2-40B4-BE49-F238E27FC236}">
                        <a16:creationId xmlns:a16="http://schemas.microsoft.com/office/drawing/2014/main" id="{5DAC7D50-DB25-4F1D-AEFF-16DB7023E4F1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684" name="直線コネクタ 118683">
                      <a:extLst>
                        <a:ext uri="{FF2B5EF4-FFF2-40B4-BE49-F238E27FC236}">
                          <a16:creationId xmlns:a16="http://schemas.microsoft.com/office/drawing/2014/main" id="{6C949A32-DB15-4CB9-8168-7A15DD5418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5" name="直線コネクタ 118684">
                      <a:extLst>
                        <a:ext uri="{FF2B5EF4-FFF2-40B4-BE49-F238E27FC236}">
                          <a16:creationId xmlns:a16="http://schemas.microsoft.com/office/drawing/2014/main" id="{2E9ECA59-7A37-42B0-BA76-2DE6B9E9A2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6" name="直線コネクタ 118685">
                      <a:extLst>
                        <a:ext uri="{FF2B5EF4-FFF2-40B4-BE49-F238E27FC236}">
                          <a16:creationId xmlns:a16="http://schemas.microsoft.com/office/drawing/2014/main" id="{69D02BB7-4506-4D92-8ABA-E429B4E863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7" name="直線コネクタ 118686">
                      <a:extLst>
                        <a:ext uri="{FF2B5EF4-FFF2-40B4-BE49-F238E27FC236}">
                          <a16:creationId xmlns:a16="http://schemas.microsoft.com/office/drawing/2014/main" id="{C2C3F8AA-9887-4687-81C9-019BAC01DF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8" name="直線コネクタ 118687">
                      <a:extLst>
                        <a:ext uri="{FF2B5EF4-FFF2-40B4-BE49-F238E27FC236}">
                          <a16:creationId xmlns:a16="http://schemas.microsoft.com/office/drawing/2014/main" id="{845EF6EC-1389-4B76-B244-96FCBCF494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9" name="直線コネクタ 118688">
                      <a:extLst>
                        <a:ext uri="{FF2B5EF4-FFF2-40B4-BE49-F238E27FC236}">
                          <a16:creationId xmlns:a16="http://schemas.microsoft.com/office/drawing/2014/main" id="{62931DB5-B0CA-4341-A598-C6F5BF1A3A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0" name="直線コネクタ 118689">
                      <a:extLst>
                        <a:ext uri="{FF2B5EF4-FFF2-40B4-BE49-F238E27FC236}">
                          <a16:creationId xmlns:a16="http://schemas.microsoft.com/office/drawing/2014/main" id="{29613532-4F71-4B01-93B0-0D037CA7F8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1" name="直線コネクタ 118690">
                      <a:extLst>
                        <a:ext uri="{FF2B5EF4-FFF2-40B4-BE49-F238E27FC236}">
                          <a16:creationId xmlns:a16="http://schemas.microsoft.com/office/drawing/2014/main" id="{99035CD4-E4BE-4BE6-8BB4-D96CBAC1F6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2" name="直線コネクタ 118691">
                      <a:extLst>
                        <a:ext uri="{FF2B5EF4-FFF2-40B4-BE49-F238E27FC236}">
                          <a16:creationId xmlns:a16="http://schemas.microsoft.com/office/drawing/2014/main" id="{7687401C-80E2-41B3-B470-E078B79AD5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3" name="直線コネクタ 118692">
                      <a:extLst>
                        <a:ext uri="{FF2B5EF4-FFF2-40B4-BE49-F238E27FC236}">
                          <a16:creationId xmlns:a16="http://schemas.microsoft.com/office/drawing/2014/main" id="{37096CA0-27BD-47B8-88C3-EB2AFF7473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4" name="直線コネクタ 118693">
                      <a:extLst>
                        <a:ext uri="{FF2B5EF4-FFF2-40B4-BE49-F238E27FC236}">
                          <a16:creationId xmlns:a16="http://schemas.microsoft.com/office/drawing/2014/main" id="{E967CD1F-8B9C-4C35-A888-E3ED07F9FE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5" name="直線コネクタ 118694">
                      <a:extLst>
                        <a:ext uri="{FF2B5EF4-FFF2-40B4-BE49-F238E27FC236}">
                          <a16:creationId xmlns:a16="http://schemas.microsoft.com/office/drawing/2014/main" id="{10BAAA37-A0D4-4212-8588-B772F2AC80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6" name="直線コネクタ 118695">
                      <a:extLst>
                        <a:ext uri="{FF2B5EF4-FFF2-40B4-BE49-F238E27FC236}">
                          <a16:creationId xmlns:a16="http://schemas.microsoft.com/office/drawing/2014/main" id="{7459DB48-9340-431F-93EA-B879DB38E3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7" name="直線コネクタ 118696">
                      <a:extLst>
                        <a:ext uri="{FF2B5EF4-FFF2-40B4-BE49-F238E27FC236}">
                          <a16:creationId xmlns:a16="http://schemas.microsoft.com/office/drawing/2014/main" id="{09889073-F411-476A-B673-7BBF406E3A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8" name="直線コネクタ 118697">
                      <a:extLst>
                        <a:ext uri="{FF2B5EF4-FFF2-40B4-BE49-F238E27FC236}">
                          <a16:creationId xmlns:a16="http://schemas.microsoft.com/office/drawing/2014/main" id="{9016DCB4-49B4-4CB2-A806-66F4118EC7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99" name="直線コネクタ 118698">
                      <a:extLst>
                        <a:ext uri="{FF2B5EF4-FFF2-40B4-BE49-F238E27FC236}">
                          <a16:creationId xmlns:a16="http://schemas.microsoft.com/office/drawing/2014/main" id="{519F0D40-01B3-4DCA-9CAA-FCC445B8D2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0" name="直線コネクタ 118699">
                      <a:extLst>
                        <a:ext uri="{FF2B5EF4-FFF2-40B4-BE49-F238E27FC236}">
                          <a16:creationId xmlns:a16="http://schemas.microsoft.com/office/drawing/2014/main" id="{D2858B3D-1F5C-456C-9755-55DC2E94DE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1" name="直線コネクタ 118700">
                      <a:extLst>
                        <a:ext uri="{FF2B5EF4-FFF2-40B4-BE49-F238E27FC236}">
                          <a16:creationId xmlns:a16="http://schemas.microsoft.com/office/drawing/2014/main" id="{31057C54-FF09-4565-9FDE-56EF5BD80A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2" name="直線コネクタ 118701">
                      <a:extLst>
                        <a:ext uri="{FF2B5EF4-FFF2-40B4-BE49-F238E27FC236}">
                          <a16:creationId xmlns:a16="http://schemas.microsoft.com/office/drawing/2014/main" id="{E9024D35-E2C6-407B-BC5D-C4E3E23485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3" name="直線コネクタ 118702">
                      <a:extLst>
                        <a:ext uri="{FF2B5EF4-FFF2-40B4-BE49-F238E27FC236}">
                          <a16:creationId xmlns:a16="http://schemas.microsoft.com/office/drawing/2014/main" id="{DD9C6343-9FF8-4266-89C6-2A23916D2B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4" name="直線コネクタ 118703">
                      <a:extLst>
                        <a:ext uri="{FF2B5EF4-FFF2-40B4-BE49-F238E27FC236}">
                          <a16:creationId xmlns:a16="http://schemas.microsoft.com/office/drawing/2014/main" id="{5885BFAC-F28C-42C4-8032-F97D05C4AA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5" name="直線コネクタ 118704">
                      <a:extLst>
                        <a:ext uri="{FF2B5EF4-FFF2-40B4-BE49-F238E27FC236}">
                          <a16:creationId xmlns:a16="http://schemas.microsoft.com/office/drawing/2014/main" id="{E79D958A-08C9-4755-8DC3-61918E1C6A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6" name="直線コネクタ 118705">
                      <a:extLst>
                        <a:ext uri="{FF2B5EF4-FFF2-40B4-BE49-F238E27FC236}">
                          <a16:creationId xmlns:a16="http://schemas.microsoft.com/office/drawing/2014/main" id="{9E055A52-20F9-4BE0-B66E-F72346ED93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7" name="直線コネクタ 118706">
                      <a:extLst>
                        <a:ext uri="{FF2B5EF4-FFF2-40B4-BE49-F238E27FC236}">
                          <a16:creationId xmlns:a16="http://schemas.microsoft.com/office/drawing/2014/main" id="{ECD588DA-F8FD-4E3C-96A4-D7E0266487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8" name="直線コネクタ 118707">
                      <a:extLst>
                        <a:ext uri="{FF2B5EF4-FFF2-40B4-BE49-F238E27FC236}">
                          <a16:creationId xmlns:a16="http://schemas.microsoft.com/office/drawing/2014/main" id="{987DE307-4753-425C-8D7C-71B6E6684E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09" name="直線コネクタ 118708">
                      <a:extLst>
                        <a:ext uri="{FF2B5EF4-FFF2-40B4-BE49-F238E27FC236}">
                          <a16:creationId xmlns:a16="http://schemas.microsoft.com/office/drawing/2014/main" id="{D8867138-8FF9-49D0-8D9A-A7490C3E6C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0" name="直線コネクタ 118709">
                      <a:extLst>
                        <a:ext uri="{FF2B5EF4-FFF2-40B4-BE49-F238E27FC236}">
                          <a16:creationId xmlns:a16="http://schemas.microsoft.com/office/drawing/2014/main" id="{468AA307-FBA8-4AB8-8CE7-99E9F46C46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1" name="直線コネクタ 118710">
                      <a:extLst>
                        <a:ext uri="{FF2B5EF4-FFF2-40B4-BE49-F238E27FC236}">
                          <a16:creationId xmlns:a16="http://schemas.microsoft.com/office/drawing/2014/main" id="{6721041D-C618-4DAD-8BFB-7B5B3027C6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2" name="直線コネクタ 118711">
                      <a:extLst>
                        <a:ext uri="{FF2B5EF4-FFF2-40B4-BE49-F238E27FC236}">
                          <a16:creationId xmlns:a16="http://schemas.microsoft.com/office/drawing/2014/main" id="{DD7BA336-D578-49EF-8C44-2BD259AF5A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3" name="直線コネクタ 118712">
                      <a:extLst>
                        <a:ext uri="{FF2B5EF4-FFF2-40B4-BE49-F238E27FC236}">
                          <a16:creationId xmlns:a16="http://schemas.microsoft.com/office/drawing/2014/main" id="{89D2A80E-DD34-42BF-80A7-7657BB2407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4" name="直線コネクタ 118713">
                      <a:extLst>
                        <a:ext uri="{FF2B5EF4-FFF2-40B4-BE49-F238E27FC236}">
                          <a16:creationId xmlns:a16="http://schemas.microsoft.com/office/drawing/2014/main" id="{31DB2851-7A36-41B6-A26D-5480C2295D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5" name="直線コネクタ 118714">
                      <a:extLst>
                        <a:ext uri="{FF2B5EF4-FFF2-40B4-BE49-F238E27FC236}">
                          <a16:creationId xmlns:a16="http://schemas.microsoft.com/office/drawing/2014/main" id="{7C5A0233-2A85-40FA-8A7B-5B64B940AC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6" name="直線コネクタ 118715">
                      <a:extLst>
                        <a:ext uri="{FF2B5EF4-FFF2-40B4-BE49-F238E27FC236}">
                          <a16:creationId xmlns:a16="http://schemas.microsoft.com/office/drawing/2014/main" id="{AE6039DC-B7ED-4029-B39A-6CF6D96E31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7" name="直線コネクタ 118716">
                      <a:extLst>
                        <a:ext uri="{FF2B5EF4-FFF2-40B4-BE49-F238E27FC236}">
                          <a16:creationId xmlns:a16="http://schemas.microsoft.com/office/drawing/2014/main" id="{70569E30-CFDB-4FC6-B7FF-8F18F7AC9E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8" name="直線コネクタ 118717">
                      <a:extLst>
                        <a:ext uri="{FF2B5EF4-FFF2-40B4-BE49-F238E27FC236}">
                          <a16:creationId xmlns:a16="http://schemas.microsoft.com/office/drawing/2014/main" id="{99F73336-1530-4BD3-91F8-825FBCED78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19" name="直線コネクタ 118718">
                      <a:extLst>
                        <a:ext uri="{FF2B5EF4-FFF2-40B4-BE49-F238E27FC236}">
                          <a16:creationId xmlns:a16="http://schemas.microsoft.com/office/drawing/2014/main" id="{F6C764E4-C860-478E-B1B2-6063BA0B4C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0" name="直線コネクタ 118719">
                      <a:extLst>
                        <a:ext uri="{FF2B5EF4-FFF2-40B4-BE49-F238E27FC236}">
                          <a16:creationId xmlns:a16="http://schemas.microsoft.com/office/drawing/2014/main" id="{B16CFB00-2FC3-48BA-819C-6841DE4731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1" name="直線コネクタ 118720">
                      <a:extLst>
                        <a:ext uri="{FF2B5EF4-FFF2-40B4-BE49-F238E27FC236}">
                          <a16:creationId xmlns:a16="http://schemas.microsoft.com/office/drawing/2014/main" id="{BFFD7DE5-4ED8-4EFB-95F2-2B4B449C69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2" name="直線コネクタ 118721">
                      <a:extLst>
                        <a:ext uri="{FF2B5EF4-FFF2-40B4-BE49-F238E27FC236}">
                          <a16:creationId xmlns:a16="http://schemas.microsoft.com/office/drawing/2014/main" id="{5C14B10C-0666-4129-B2A3-FC46E9FC30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3" name="直線コネクタ 118722">
                      <a:extLst>
                        <a:ext uri="{FF2B5EF4-FFF2-40B4-BE49-F238E27FC236}">
                          <a16:creationId xmlns:a16="http://schemas.microsoft.com/office/drawing/2014/main" id="{D9271F0B-EAA5-493E-AF59-3C474359B9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4" name="直線コネクタ 118723">
                      <a:extLst>
                        <a:ext uri="{FF2B5EF4-FFF2-40B4-BE49-F238E27FC236}">
                          <a16:creationId xmlns:a16="http://schemas.microsoft.com/office/drawing/2014/main" id="{383A6CA3-2723-4C43-90F0-74C2077180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725" name="直線コネクタ 118724">
                      <a:extLst>
                        <a:ext uri="{FF2B5EF4-FFF2-40B4-BE49-F238E27FC236}">
                          <a16:creationId xmlns:a16="http://schemas.microsoft.com/office/drawing/2014/main" id="{2FDB6B7F-EC1B-4434-9462-F5D8109B7B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580" name="グループ化 118579">
                    <a:extLst>
                      <a:ext uri="{FF2B5EF4-FFF2-40B4-BE49-F238E27FC236}">
                        <a16:creationId xmlns:a16="http://schemas.microsoft.com/office/drawing/2014/main" id="{9EB1187A-2860-4D1B-A163-CFD4FF5CAAC9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642" name="直線コネクタ 118641">
                      <a:extLst>
                        <a:ext uri="{FF2B5EF4-FFF2-40B4-BE49-F238E27FC236}">
                          <a16:creationId xmlns:a16="http://schemas.microsoft.com/office/drawing/2014/main" id="{C104F5ED-E400-483D-84A4-6729B3A8C1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3" name="直線コネクタ 118642">
                      <a:extLst>
                        <a:ext uri="{FF2B5EF4-FFF2-40B4-BE49-F238E27FC236}">
                          <a16:creationId xmlns:a16="http://schemas.microsoft.com/office/drawing/2014/main" id="{C791622C-96B9-4BDF-9667-F2C1806C44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4" name="直線コネクタ 118643">
                      <a:extLst>
                        <a:ext uri="{FF2B5EF4-FFF2-40B4-BE49-F238E27FC236}">
                          <a16:creationId xmlns:a16="http://schemas.microsoft.com/office/drawing/2014/main" id="{3FCC6555-D22D-4AC1-A638-8D6E7730D0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5" name="直線コネクタ 118644">
                      <a:extLst>
                        <a:ext uri="{FF2B5EF4-FFF2-40B4-BE49-F238E27FC236}">
                          <a16:creationId xmlns:a16="http://schemas.microsoft.com/office/drawing/2014/main" id="{B1C9A864-1411-4F4F-B14B-235CD75A79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6" name="直線コネクタ 118645">
                      <a:extLst>
                        <a:ext uri="{FF2B5EF4-FFF2-40B4-BE49-F238E27FC236}">
                          <a16:creationId xmlns:a16="http://schemas.microsoft.com/office/drawing/2014/main" id="{B596B72D-97D5-454A-A9CF-10B9A64C7D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7" name="直線コネクタ 118646">
                      <a:extLst>
                        <a:ext uri="{FF2B5EF4-FFF2-40B4-BE49-F238E27FC236}">
                          <a16:creationId xmlns:a16="http://schemas.microsoft.com/office/drawing/2014/main" id="{0F936578-E1ED-4D33-84F0-513B26B266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8" name="直線コネクタ 118647">
                      <a:extLst>
                        <a:ext uri="{FF2B5EF4-FFF2-40B4-BE49-F238E27FC236}">
                          <a16:creationId xmlns:a16="http://schemas.microsoft.com/office/drawing/2014/main" id="{C528699B-1A64-431D-95F2-366C720536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9" name="直線コネクタ 118648">
                      <a:extLst>
                        <a:ext uri="{FF2B5EF4-FFF2-40B4-BE49-F238E27FC236}">
                          <a16:creationId xmlns:a16="http://schemas.microsoft.com/office/drawing/2014/main" id="{831BA2D0-707A-4C1A-B096-94F5CF4205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0" name="直線コネクタ 118649">
                      <a:extLst>
                        <a:ext uri="{FF2B5EF4-FFF2-40B4-BE49-F238E27FC236}">
                          <a16:creationId xmlns:a16="http://schemas.microsoft.com/office/drawing/2014/main" id="{1C756562-9580-48FB-8BE2-4EBC22D0A8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1" name="直線コネクタ 118650">
                      <a:extLst>
                        <a:ext uri="{FF2B5EF4-FFF2-40B4-BE49-F238E27FC236}">
                          <a16:creationId xmlns:a16="http://schemas.microsoft.com/office/drawing/2014/main" id="{47424FC9-A540-4B91-81FB-79F7C90D66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2" name="直線コネクタ 118651">
                      <a:extLst>
                        <a:ext uri="{FF2B5EF4-FFF2-40B4-BE49-F238E27FC236}">
                          <a16:creationId xmlns:a16="http://schemas.microsoft.com/office/drawing/2014/main" id="{FFBE59B2-2806-4FA0-81B1-130919AAE7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3" name="直線コネクタ 118652">
                      <a:extLst>
                        <a:ext uri="{FF2B5EF4-FFF2-40B4-BE49-F238E27FC236}">
                          <a16:creationId xmlns:a16="http://schemas.microsoft.com/office/drawing/2014/main" id="{C122700E-EF27-4D55-B7CF-E7CC5F03A6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4" name="直線コネクタ 118653">
                      <a:extLst>
                        <a:ext uri="{FF2B5EF4-FFF2-40B4-BE49-F238E27FC236}">
                          <a16:creationId xmlns:a16="http://schemas.microsoft.com/office/drawing/2014/main" id="{6E9FC2EB-22E9-47F1-B733-E1A04E48B6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5" name="直線コネクタ 118654">
                      <a:extLst>
                        <a:ext uri="{FF2B5EF4-FFF2-40B4-BE49-F238E27FC236}">
                          <a16:creationId xmlns:a16="http://schemas.microsoft.com/office/drawing/2014/main" id="{932CBE40-C570-468F-BDC8-15508FFD7F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6" name="直線コネクタ 118655">
                      <a:extLst>
                        <a:ext uri="{FF2B5EF4-FFF2-40B4-BE49-F238E27FC236}">
                          <a16:creationId xmlns:a16="http://schemas.microsoft.com/office/drawing/2014/main" id="{8AB3B0F9-3393-4471-8C45-ACF1F50AD7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7" name="直線コネクタ 118656">
                      <a:extLst>
                        <a:ext uri="{FF2B5EF4-FFF2-40B4-BE49-F238E27FC236}">
                          <a16:creationId xmlns:a16="http://schemas.microsoft.com/office/drawing/2014/main" id="{F49ED247-04C0-4463-BCB5-6E7C389679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8" name="直線コネクタ 118657">
                      <a:extLst>
                        <a:ext uri="{FF2B5EF4-FFF2-40B4-BE49-F238E27FC236}">
                          <a16:creationId xmlns:a16="http://schemas.microsoft.com/office/drawing/2014/main" id="{ECDBAC30-7E42-4DDF-913F-DC771C9FFD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59" name="直線コネクタ 118658">
                      <a:extLst>
                        <a:ext uri="{FF2B5EF4-FFF2-40B4-BE49-F238E27FC236}">
                          <a16:creationId xmlns:a16="http://schemas.microsoft.com/office/drawing/2014/main" id="{85C3F447-390F-4591-9814-2E59EE76F2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0" name="直線コネクタ 118659">
                      <a:extLst>
                        <a:ext uri="{FF2B5EF4-FFF2-40B4-BE49-F238E27FC236}">
                          <a16:creationId xmlns:a16="http://schemas.microsoft.com/office/drawing/2014/main" id="{89F27BA9-6618-48F1-AE56-FC6CF5D6B9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1" name="直線コネクタ 118660">
                      <a:extLst>
                        <a:ext uri="{FF2B5EF4-FFF2-40B4-BE49-F238E27FC236}">
                          <a16:creationId xmlns:a16="http://schemas.microsoft.com/office/drawing/2014/main" id="{F5BF957B-C690-4E90-9226-4E71718B17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2" name="直線コネクタ 118661">
                      <a:extLst>
                        <a:ext uri="{FF2B5EF4-FFF2-40B4-BE49-F238E27FC236}">
                          <a16:creationId xmlns:a16="http://schemas.microsoft.com/office/drawing/2014/main" id="{57E93660-32AC-4368-99DA-3DF25D3A3F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3" name="直線コネクタ 118662">
                      <a:extLst>
                        <a:ext uri="{FF2B5EF4-FFF2-40B4-BE49-F238E27FC236}">
                          <a16:creationId xmlns:a16="http://schemas.microsoft.com/office/drawing/2014/main" id="{9A4B2F9D-88B9-4DF9-8D51-ED9DF1EE91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4" name="直線コネクタ 118663">
                      <a:extLst>
                        <a:ext uri="{FF2B5EF4-FFF2-40B4-BE49-F238E27FC236}">
                          <a16:creationId xmlns:a16="http://schemas.microsoft.com/office/drawing/2014/main" id="{EB9BB57E-EB59-4D0E-A76C-E5D5497BD8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5" name="直線コネクタ 118664">
                      <a:extLst>
                        <a:ext uri="{FF2B5EF4-FFF2-40B4-BE49-F238E27FC236}">
                          <a16:creationId xmlns:a16="http://schemas.microsoft.com/office/drawing/2014/main" id="{EA2BD3C5-1F42-4CE5-861E-3FE337C537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6" name="直線コネクタ 118665">
                      <a:extLst>
                        <a:ext uri="{FF2B5EF4-FFF2-40B4-BE49-F238E27FC236}">
                          <a16:creationId xmlns:a16="http://schemas.microsoft.com/office/drawing/2014/main" id="{4D5FBB29-9095-42DB-A331-3380BE0C83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7" name="直線コネクタ 118666">
                      <a:extLst>
                        <a:ext uri="{FF2B5EF4-FFF2-40B4-BE49-F238E27FC236}">
                          <a16:creationId xmlns:a16="http://schemas.microsoft.com/office/drawing/2014/main" id="{58546BDF-72AE-468D-B23C-0638F986D2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8" name="直線コネクタ 118667">
                      <a:extLst>
                        <a:ext uri="{FF2B5EF4-FFF2-40B4-BE49-F238E27FC236}">
                          <a16:creationId xmlns:a16="http://schemas.microsoft.com/office/drawing/2014/main" id="{3525C58C-F962-4018-9694-8C1ACCD128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69" name="直線コネクタ 118668">
                      <a:extLst>
                        <a:ext uri="{FF2B5EF4-FFF2-40B4-BE49-F238E27FC236}">
                          <a16:creationId xmlns:a16="http://schemas.microsoft.com/office/drawing/2014/main" id="{CD41A340-540F-4628-ABF6-35F5DB0AE5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0" name="直線コネクタ 118669">
                      <a:extLst>
                        <a:ext uri="{FF2B5EF4-FFF2-40B4-BE49-F238E27FC236}">
                          <a16:creationId xmlns:a16="http://schemas.microsoft.com/office/drawing/2014/main" id="{3370DBCC-0DE3-42A9-B53E-7FE04772B6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1" name="直線コネクタ 118670">
                      <a:extLst>
                        <a:ext uri="{FF2B5EF4-FFF2-40B4-BE49-F238E27FC236}">
                          <a16:creationId xmlns:a16="http://schemas.microsoft.com/office/drawing/2014/main" id="{BA9B55D9-CB7E-48F0-BC60-655079DCC9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2" name="直線コネクタ 118671">
                      <a:extLst>
                        <a:ext uri="{FF2B5EF4-FFF2-40B4-BE49-F238E27FC236}">
                          <a16:creationId xmlns:a16="http://schemas.microsoft.com/office/drawing/2014/main" id="{F98FAF70-B2A5-4CE4-86B4-F0E01C2D5D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3" name="直線コネクタ 118672">
                      <a:extLst>
                        <a:ext uri="{FF2B5EF4-FFF2-40B4-BE49-F238E27FC236}">
                          <a16:creationId xmlns:a16="http://schemas.microsoft.com/office/drawing/2014/main" id="{997B2457-C77F-43EA-8B1A-B7F32CFC9B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4" name="直線コネクタ 118673">
                      <a:extLst>
                        <a:ext uri="{FF2B5EF4-FFF2-40B4-BE49-F238E27FC236}">
                          <a16:creationId xmlns:a16="http://schemas.microsoft.com/office/drawing/2014/main" id="{B0C8612B-5761-4C5A-BE0A-FD4EEFB3BD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5" name="直線コネクタ 118674">
                      <a:extLst>
                        <a:ext uri="{FF2B5EF4-FFF2-40B4-BE49-F238E27FC236}">
                          <a16:creationId xmlns:a16="http://schemas.microsoft.com/office/drawing/2014/main" id="{28D5BBC9-B196-468F-BAA9-1159D63A6C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6" name="直線コネクタ 118675">
                      <a:extLst>
                        <a:ext uri="{FF2B5EF4-FFF2-40B4-BE49-F238E27FC236}">
                          <a16:creationId xmlns:a16="http://schemas.microsoft.com/office/drawing/2014/main" id="{FC31F0BF-C94D-4BF5-BE41-BE3903380C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7" name="直線コネクタ 118676">
                      <a:extLst>
                        <a:ext uri="{FF2B5EF4-FFF2-40B4-BE49-F238E27FC236}">
                          <a16:creationId xmlns:a16="http://schemas.microsoft.com/office/drawing/2014/main" id="{10701F8F-ADD0-475E-A6AA-5E2DF49628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8" name="直線コネクタ 118677">
                      <a:extLst>
                        <a:ext uri="{FF2B5EF4-FFF2-40B4-BE49-F238E27FC236}">
                          <a16:creationId xmlns:a16="http://schemas.microsoft.com/office/drawing/2014/main" id="{4D7630AA-B4A2-46A0-9B93-E750D3C32E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79" name="直線コネクタ 118678">
                      <a:extLst>
                        <a:ext uri="{FF2B5EF4-FFF2-40B4-BE49-F238E27FC236}">
                          <a16:creationId xmlns:a16="http://schemas.microsoft.com/office/drawing/2014/main" id="{2218BF47-EEC0-4920-9194-69AD7FE9EA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0" name="直線コネクタ 118679">
                      <a:extLst>
                        <a:ext uri="{FF2B5EF4-FFF2-40B4-BE49-F238E27FC236}">
                          <a16:creationId xmlns:a16="http://schemas.microsoft.com/office/drawing/2014/main" id="{3FBD4BDD-DF0D-4807-B7F4-658B02A473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1" name="直線コネクタ 118680">
                      <a:extLst>
                        <a:ext uri="{FF2B5EF4-FFF2-40B4-BE49-F238E27FC236}">
                          <a16:creationId xmlns:a16="http://schemas.microsoft.com/office/drawing/2014/main" id="{A6AC8487-E918-4F6F-B6F3-5DF8164044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2" name="直線コネクタ 118681">
                      <a:extLst>
                        <a:ext uri="{FF2B5EF4-FFF2-40B4-BE49-F238E27FC236}">
                          <a16:creationId xmlns:a16="http://schemas.microsoft.com/office/drawing/2014/main" id="{D19C57E7-B790-46DF-B429-EF9DE09C9A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83" name="直線コネクタ 118682">
                      <a:extLst>
                        <a:ext uri="{FF2B5EF4-FFF2-40B4-BE49-F238E27FC236}">
                          <a16:creationId xmlns:a16="http://schemas.microsoft.com/office/drawing/2014/main" id="{62C608BD-BC91-4D8C-AEAA-4A2C54EC1D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581" name="グループ化 118580">
                    <a:extLst>
                      <a:ext uri="{FF2B5EF4-FFF2-40B4-BE49-F238E27FC236}">
                        <a16:creationId xmlns:a16="http://schemas.microsoft.com/office/drawing/2014/main" id="{30E419E5-D2B7-4380-84BD-59753AA3939C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8634" name="直線コネクタ 118633">
                      <a:extLst>
                        <a:ext uri="{FF2B5EF4-FFF2-40B4-BE49-F238E27FC236}">
                          <a16:creationId xmlns:a16="http://schemas.microsoft.com/office/drawing/2014/main" id="{5E94A785-B38D-4D63-AF4E-FC0FAAB91F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5" name="直線コネクタ 118634">
                      <a:extLst>
                        <a:ext uri="{FF2B5EF4-FFF2-40B4-BE49-F238E27FC236}">
                          <a16:creationId xmlns:a16="http://schemas.microsoft.com/office/drawing/2014/main" id="{9DA85400-449E-4057-AC13-1C561A9E31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6" name="直線コネクタ 118635">
                      <a:extLst>
                        <a:ext uri="{FF2B5EF4-FFF2-40B4-BE49-F238E27FC236}">
                          <a16:creationId xmlns:a16="http://schemas.microsoft.com/office/drawing/2014/main" id="{C6AB02EE-CED7-440F-BEC0-4554A6DE52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7" name="直線コネクタ 118636">
                      <a:extLst>
                        <a:ext uri="{FF2B5EF4-FFF2-40B4-BE49-F238E27FC236}">
                          <a16:creationId xmlns:a16="http://schemas.microsoft.com/office/drawing/2014/main" id="{915242A9-FBE6-48B3-B802-35594BB520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8" name="直線コネクタ 118637">
                      <a:extLst>
                        <a:ext uri="{FF2B5EF4-FFF2-40B4-BE49-F238E27FC236}">
                          <a16:creationId xmlns:a16="http://schemas.microsoft.com/office/drawing/2014/main" id="{A7BCC6A5-0356-43BD-A630-8B5932D71F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9" name="直線コネクタ 118638">
                      <a:extLst>
                        <a:ext uri="{FF2B5EF4-FFF2-40B4-BE49-F238E27FC236}">
                          <a16:creationId xmlns:a16="http://schemas.microsoft.com/office/drawing/2014/main" id="{E90CDFFC-4EA8-47BB-ACEF-21675AF2AA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0" name="直線コネクタ 118639">
                      <a:extLst>
                        <a:ext uri="{FF2B5EF4-FFF2-40B4-BE49-F238E27FC236}">
                          <a16:creationId xmlns:a16="http://schemas.microsoft.com/office/drawing/2014/main" id="{B164D451-BFDB-4628-B709-5C68BA25F5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41" name="直線コネクタ 118640">
                      <a:extLst>
                        <a:ext uri="{FF2B5EF4-FFF2-40B4-BE49-F238E27FC236}">
                          <a16:creationId xmlns:a16="http://schemas.microsoft.com/office/drawing/2014/main" id="{DBED6AAC-B0A7-489C-B011-6AA45409DD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582" name="グループ化 118581">
                    <a:extLst>
                      <a:ext uri="{FF2B5EF4-FFF2-40B4-BE49-F238E27FC236}">
                        <a16:creationId xmlns:a16="http://schemas.microsoft.com/office/drawing/2014/main" id="{A4C4CF75-C380-410F-AD44-931E9BEF010F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8626" name="直線コネクタ 118625">
                      <a:extLst>
                        <a:ext uri="{FF2B5EF4-FFF2-40B4-BE49-F238E27FC236}">
                          <a16:creationId xmlns:a16="http://schemas.microsoft.com/office/drawing/2014/main" id="{79B53420-1B1B-471C-8AAE-B79A31EF98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7" name="直線コネクタ 118626">
                      <a:extLst>
                        <a:ext uri="{FF2B5EF4-FFF2-40B4-BE49-F238E27FC236}">
                          <a16:creationId xmlns:a16="http://schemas.microsoft.com/office/drawing/2014/main" id="{4988599C-C08B-4CE0-AD10-C9DF8F10F9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8" name="直線コネクタ 118627">
                      <a:extLst>
                        <a:ext uri="{FF2B5EF4-FFF2-40B4-BE49-F238E27FC236}">
                          <a16:creationId xmlns:a16="http://schemas.microsoft.com/office/drawing/2014/main" id="{995066D7-6ED3-4892-8765-476F7528D5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9" name="直線コネクタ 118628">
                      <a:extLst>
                        <a:ext uri="{FF2B5EF4-FFF2-40B4-BE49-F238E27FC236}">
                          <a16:creationId xmlns:a16="http://schemas.microsoft.com/office/drawing/2014/main" id="{B6F27626-6FDB-484B-AA9A-23ADD8C0F5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0" name="直線コネクタ 118629">
                      <a:extLst>
                        <a:ext uri="{FF2B5EF4-FFF2-40B4-BE49-F238E27FC236}">
                          <a16:creationId xmlns:a16="http://schemas.microsoft.com/office/drawing/2014/main" id="{9E3961A1-7337-402E-8407-CBDC6E9DA5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1" name="直線コネクタ 118630">
                      <a:extLst>
                        <a:ext uri="{FF2B5EF4-FFF2-40B4-BE49-F238E27FC236}">
                          <a16:creationId xmlns:a16="http://schemas.microsoft.com/office/drawing/2014/main" id="{5327633A-E03C-4E57-9EE8-6343543041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2" name="直線コネクタ 118631">
                      <a:extLst>
                        <a:ext uri="{FF2B5EF4-FFF2-40B4-BE49-F238E27FC236}">
                          <a16:creationId xmlns:a16="http://schemas.microsoft.com/office/drawing/2014/main" id="{8ADC5824-11D3-409C-90FE-5D723716E9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33" name="直線コネクタ 118632">
                      <a:extLst>
                        <a:ext uri="{FF2B5EF4-FFF2-40B4-BE49-F238E27FC236}">
                          <a16:creationId xmlns:a16="http://schemas.microsoft.com/office/drawing/2014/main" id="{B512DF91-1F99-4DBF-B70C-6CDC6E40F5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583" name="グループ化 118582">
                    <a:extLst>
                      <a:ext uri="{FF2B5EF4-FFF2-40B4-BE49-F238E27FC236}">
                        <a16:creationId xmlns:a16="http://schemas.microsoft.com/office/drawing/2014/main" id="{340B4CB7-CA3D-4EDF-8047-C4DB45CE1281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584" name="直線コネクタ 118583">
                      <a:extLst>
                        <a:ext uri="{FF2B5EF4-FFF2-40B4-BE49-F238E27FC236}">
                          <a16:creationId xmlns:a16="http://schemas.microsoft.com/office/drawing/2014/main" id="{42A1A3F6-33BA-44DA-AA50-D54983A4D7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85" name="直線コネクタ 118584">
                      <a:extLst>
                        <a:ext uri="{FF2B5EF4-FFF2-40B4-BE49-F238E27FC236}">
                          <a16:creationId xmlns:a16="http://schemas.microsoft.com/office/drawing/2014/main" id="{FF47C845-997E-45A8-8094-5D3995446A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86" name="直線コネクタ 118585">
                      <a:extLst>
                        <a:ext uri="{FF2B5EF4-FFF2-40B4-BE49-F238E27FC236}">
                          <a16:creationId xmlns:a16="http://schemas.microsoft.com/office/drawing/2014/main" id="{61A6F8CA-E220-464D-9E9F-B2AB09E6FA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87" name="直線コネクタ 118586">
                      <a:extLst>
                        <a:ext uri="{FF2B5EF4-FFF2-40B4-BE49-F238E27FC236}">
                          <a16:creationId xmlns:a16="http://schemas.microsoft.com/office/drawing/2014/main" id="{AA882ACC-A3BD-4412-9946-43F7FD3147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88" name="直線コネクタ 118587">
                      <a:extLst>
                        <a:ext uri="{FF2B5EF4-FFF2-40B4-BE49-F238E27FC236}">
                          <a16:creationId xmlns:a16="http://schemas.microsoft.com/office/drawing/2014/main" id="{E92E422A-82CA-4DFA-8C4F-5967231FDA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89" name="直線コネクタ 118588">
                      <a:extLst>
                        <a:ext uri="{FF2B5EF4-FFF2-40B4-BE49-F238E27FC236}">
                          <a16:creationId xmlns:a16="http://schemas.microsoft.com/office/drawing/2014/main" id="{90F2DFB3-9838-48DD-8A4A-99A89FCD78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0" name="直線コネクタ 118589">
                      <a:extLst>
                        <a:ext uri="{FF2B5EF4-FFF2-40B4-BE49-F238E27FC236}">
                          <a16:creationId xmlns:a16="http://schemas.microsoft.com/office/drawing/2014/main" id="{84D7AE1D-B7A5-426B-8BF8-5A9F0F76EF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1" name="直線コネクタ 118590">
                      <a:extLst>
                        <a:ext uri="{FF2B5EF4-FFF2-40B4-BE49-F238E27FC236}">
                          <a16:creationId xmlns:a16="http://schemas.microsoft.com/office/drawing/2014/main" id="{ECA53414-D203-43F7-9033-49AD9A7E2D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2" name="直線コネクタ 118591">
                      <a:extLst>
                        <a:ext uri="{FF2B5EF4-FFF2-40B4-BE49-F238E27FC236}">
                          <a16:creationId xmlns:a16="http://schemas.microsoft.com/office/drawing/2014/main" id="{E32A3C73-C2F8-412F-A5E9-7390F5EB71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3" name="直線コネクタ 118592">
                      <a:extLst>
                        <a:ext uri="{FF2B5EF4-FFF2-40B4-BE49-F238E27FC236}">
                          <a16:creationId xmlns:a16="http://schemas.microsoft.com/office/drawing/2014/main" id="{C874B70D-D6AA-439C-954D-F55E36D54A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4" name="直線コネクタ 118593">
                      <a:extLst>
                        <a:ext uri="{FF2B5EF4-FFF2-40B4-BE49-F238E27FC236}">
                          <a16:creationId xmlns:a16="http://schemas.microsoft.com/office/drawing/2014/main" id="{6BC12FCA-2477-4DDA-B810-6CDF51E27B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5" name="直線コネクタ 118594">
                      <a:extLst>
                        <a:ext uri="{FF2B5EF4-FFF2-40B4-BE49-F238E27FC236}">
                          <a16:creationId xmlns:a16="http://schemas.microsoft.com/office/drawing/2014/main" id="{0CB5D0EA-5400-4225-A88C-03D8076792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6" name="直線コネクタ 118595">
                      <a:extLst>
                        <a:ext uri="{FF2B5EF4-FFF2-40B4-BE49-F238E27FC236}">
                          <a16:creationId xmlns:a16="http://schemas.microsoft.com/office/drawing/2014/main" id="{604EA03D-7AAF-4382-B817-47860CEC8D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7" name="直線コネクタ 118596">
                      <a:extLst>
                        <a:ext uri="{FF2B5EF4-FFF2-40B4-BE49-F238E27FC236}">
                          <a16:creationId xmlns:a16="http://schemas.microsoft.com/office/drawing/2014/main" id="{B7968409-0369-4371-8BA0-C9AB66D9C5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8" name="直線コネクタ 118597">
                      <a:extLst>
                        <a:ext uri="{FF2B5EF4-FFF2-40B4-BE49-F238E27FC236}">
                          <a16:creationId xmlns:a16="http://schemas.microsoft.com/office/drawing/2014/main" id="{61E74BFD-2C22-4C02-A2E3-8173494DD3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599" name="直線コネクタ 118598">
                      <a:extLst>
                        <a:ext uri="{FF2B5EF4-FFF2-40B4-BE49-F238E27FC236}">
                          <a16:creationId xmlns:a16="http://schemas.microsoft.com/office/drawing/2014/main" id="{C5E20227-AB82-4741-98D5-48F92B9B3B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0" name="直線コネクタ 118599">
                      <a:extLst>
                        <a:ext uri="{FF2B5EF4-FFF2-40B4-BE49-F238E27FC236}">
                          <a16:creationId xmlns:a16="http://schemas.microsoft.com/office/drawing/2014/main" id="{BC34AB56-67CE-4B87-99D0-D14D7D9BE9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1" name="直線コネクタ 118600">
                      <a:extLst>
                        <a:ext uri="{FF2B5EF4-FFF2-40B4-BE49-F238E27FC236}">
                          <a16:creationId xmlns:a16="http://schemas.microsoft.com/office/drawing/2014/main" id="{204C2FE0-EC26-42D3-AB0C-FEF61D6FA9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2" name="直線コネクタ 118601">
                      <a:extLst>
                        <a:ext uri="{FF2B5EF4-FFF2-40B4-BE49-F238E27FC236}">
                          <a16:creationId xmlns:a16="http://schemas.microsoft.com/office/drawing/2014/main" id="{60693B26-AF2A-410F-9931-D1819740B8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3" name="直線コネクタ 118602">
                      <a:extLst>
                        <a:ext uri="{FF2B5EF4-FFF2-40B4-BE49-F238E27FC236}">
                          <a16:creationId xmlns:a16="http://schemas.microsoft.com/office/drawing/2014/main" id="{4AC7C9F3-1929-454C-B701-63AE009A83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4" name="直線コネクタ 118603">
                      <a:extLst>
                        <a:ext uri="{FF2B5EF4-FFF2-40B4-BE49-F238E27FC236}">
                          <a16:creationId xmlns:a16="http://schemas.microsoft.com/office/drawing/2014/main" id="{832EFC6A-F5DD-44A6-BCDF-5493D2688D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5" name="直線コネクタ 118604">
                      <a:extLst>
                        <a:ext uri="{FF2B5EF4-FFF2-40B4-BE49-F238E27FC236}">
                          <a16:creationId xmlns:a16="http://schemas.microsoft.com/office/drawing/2014/main" id="{B06F0CDC-9B08-471B-809D-3FDBB0ECAB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6" name="直線コネクタ 118605">
                      <a:extLst>
                        <a:ext uri="{FF2B5EF4-FFF2-40B4-BE49-F238E27FC236}">
                          <a16:creationId xmlns:a16="http://schemas.microsoft.com/office/drawing/2014/main" id="{2A266F64-E4FE-4908-92DF-BDF1939DB3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7" name="直線コネクタ 118606">
                      <a:extLst>
                        <a:ext uri="{FF2B5EF4-FFF2-40B4-BE49-F238E27FC236}">
                          <a16:creationId xmlns:a16="http://schemas.microsoft.com/office/drawing/2014/main" id="{7FA3CD42-BAA7-4CF9-9ED6-5BE339F519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8" name="直線コネクタ 118607">
                      <a:extLst>
                        <a:ext uri="{FF2B5EF4-FFF2-40B4-BE49-F238E27FC236}">
                          <a16:creationId xmlns:a16="http://schemas.microsoft.com/office/drawing/2014/main" id="{8303FC00-5D37-404B-9790-C252CFE3D3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09" name="直線コネクタ 118608">
                      <a:extLst>
                        <a:ext uri="{FF2B5EF4-FFF2-40B4-BE49-F238E27FC236}">
                          <a16:creationId xmlns:a16="http://schemas.microsoft.com/office/drawing/2014/main" id="{316F875C-5122-4C38-AC59-783FC26D26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0" name="直線コネクタ 118609">
                      <a:extLst>
                        <a:ext uri="{FF2B5EF4-FFF2-40B4-BE49-F238E27FC236}">
                          <a16:creationId xmlns:a16="http://schemas.microsoft.com/office/drawing/2014/main" id="{96C37F00-B6B4-4674-AA1C-FB5C9715C5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1" name="直線コネクタ 118610">
                      <a:extLst>
                        <a:ext uri="{FF2B5EF4-FFF2-40B4-BE49-F238E27FC236}">
                          <a16:creationId xmlns:a16="http://schemas.microsoft.com/office/drawing/2014/main" id="{567DE08F-28DC-445D-B570-65BB28CAB3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2" name="直線コネクタ 118611">
                      <a:extLst>
                        <a:ext uri="{FF2B5EF4-FFF2-40B4-BE49-F238E27FC236}">
                          <a16:creationId xmlns:a16="http://schemas.microsoft.com/office/drawing/2014/main" id="{F563F471-64DC-4C5D-8262-CB9023D10D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3" name="直線コネクタ 118612">
                      <a:extLst>
                        <a:ext uri="{FF2B5EF4-FFF2-40B4-BE49-F238E27FC236}">
                          <a16:creationId xmlns:a16="http://schemas.microsoft.com/office/drawing/2014/main" id="{FDA00491-3D51-490B-AEEA-622EB1BA9B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4" name="直線コネクタ 118613">
                      <a:extLst>
                        <a:ext uri="{FF2B5EF4-FFF2-40B4-BE49-F238E27FC236}">
                          <a16:creationId xmlns:a16="http://schemas.microsoft.com/office/drawing/2014/main" id="{7FA65202-1CC5-49D3-9E6D-D212F8CDF3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5" name="直線コネクタ 118614">
                      <a:extLst>
                        <a:ext uri="{FF2B5EF4-FFF2-40B4-BE49-F238E27FC236}">
                          <a16:creationId xmlns:a16="http://schemas.microsoft.com/office/drawing/2014/main" id="{58668FE2-77C1-4C1C-854C-CA46D09A43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6" name="直線コネクタ 118615">
                      <a:extLst>
                        <a:ext uri="{FF2B5EF4-FFF2-40B4-BE49-F238E27FC236}">
                          <a16:creationId xmlns:a16="http://schemas.microsoft.com/office/drawing/2014/main" id="{FA3AF96F-E81A-49EA-9A6F-8BB9B0573E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7" name="直線コネクタ 118616">
                      <a:extLst>
                        <a:ext uri="{FF2B5EF4-FFF2-40B4-BE49-F238E27FC236}">
                          <a16:creationId xmlns:a16="http://schemas.microsoft.com/office/drawing/2014/main" id="{8D2AE4FC-FB44-4531-B14D-7D0989F50D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8" name="直線コネクタ 118617">
                      <a:extLst>
                        <a:ext uri="{FF2B5EF4-FFF2-40B4-BE49-F238E27FC236}">
                          <a16:creationId xmlns:a16="http://schemas.microsoft.com/office/drawing/2014/main" id="{108631CA-89C5-43C0-B289-3AFE8430DE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19" name="直線コネクタ 118618">
                      <a:extLst>
                        <a:ext uri="{FF2B5EF4-FFF2-40B4-BE49-F238E27FC236}">
                          <a16:creationId xmlns:a16="http://schemas.microsoft.com/office/drawing/2014/main" id="{F5CB0919-F159-46B0-84F4-8D5D020887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0" name="直線コネクタ 118619">
                      <a:extLst>
                        <a:ext uri="{FF2B5EF4-FFF2-40B4-BE49-F238E27FC236}">
                          <a16:creationId xmlns:a16="http://schemas.microsoft.com/office/drawing/2014/main" id="{E8ED4010-43E5-4990-86F0-35B9F642CA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1" name="直線コネクタ 118620">
                      <a:extLst>
                        <a:ext uri="{FF2B5EF4-FFF2-40B4-BE49-F238E27FC236}">
                          <a16:creationId xmlns:a16="http://schemas.microsoft.com/office/drawing/2014/main" id="{CEA5FFC7-D845-477D-BA63-FFF23E8ED4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2" name="直線コネクタ 118621">
                      <a:extLst>
                        <a:ext uri="{FF2B5EF4-FFF2-40B4-BE49-F238E27FC236}">
                          <a16:creationId xmlns:a16="http://schemas.microsoft.com/office/drawing/2014/main" id="{22279DBD-D54B-4674-82EA-ABB187605A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3" name="直線コネクタ 118622">
                      <a:extLst>
                        <a:ext uri="{FF2B5EF4-FFF2-40B4-BE49-F238E27FC236}">
                          <a16:creationId xmlns:a16="http://schemas.microsoft.com/office/drawing/2014/main" id="{80F0D1F6-81E2-4462-B7EB-A614B6C83E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4" name="直線コネクタ 118623">
                      <a:extLst>
                        <a:ext uri="{FF2B5EF4-FFF2-40B4-BE49-F238E27FC236}">
                          <a16:creationId xmlns:a16="http://schemas.microsoft.com/office/drawing/2014/main" id="{C5254F42-4274-4F07-86BC-8056806B41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625" name="直線コネクタ 118624">
                      <a:extLst>
                        <a:ext uri="{FF2B5EF4-FFF2-40B4-BE49-F238E27FC236}">
                          <a16:creationId xmlns:a16="http://schemas.microsoft.com/office/drawing/2014/main" id="{EA756831-DF76-4E75-A3B1-4879919FF6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04912" name="グループ化 104911">
              <a:extLst>
                <a:ext uri="{FF2B5EF4-FFF2-40B4-BE49-F238E27FC236}">
                  <a16:creationId xmlns:a16="http://schemas.microsoft.com/office/drawing/2014/main" id="{1688A71B-0361-490D-B577-4D9BFCCD16A7}"/>
                </a:ext>
              </a:extLst>
            </p:cNvPr>
            <p:cNvGrpSpPr/>
            <p:nvPr/>
          </p:nvGrpSpPr>
          <p:grpSpPr>
            <a:xfrm>
              <a:off x="3600000" y="7200000"/>
              <a:ext cx="3600000" cy="3600000"/>
              <a:chOff x="3599881" y="3599881"/>
              <a:chExt cx="3600000" cy="3600000"/>
            </a:xfrm>
          </p:grpSpPr>
          <p:grpSp>
            <p:nvGrpSpPr>
              <p:cNvPr id="113639" name="グループ化 113638">
                <a:extLst>
                  <a:ext uri="{FF2B5EF4-FFF2-40B4-BE49-F238E27FC236}">
                    <a16:creationId xmlns:a16="http://schemas.microsoft.com/office/drawing/2014/main" id="{7CA43F18-B606-439C-802C-F5B53E74BF03}"/>
                  </a:ext>
                </a:extLst>
              </p:cNvPr>
              <p:cNvGrpSpPr/>
              <p:nvPr/>
            </p:nvGrpSpPr>
            <p:grpSpPr>
              <a:xfrm>
                <a:off x="3599881" y="3599881"/>
                <a:ext cx="3600000" cy="3600000"/>
                <a:chOff x="3599881" y="3599881"/>
                <a:chExt cx="3600000" cy="3600000"/>
              </a:xfrm>
            </p:grpSpPr>
            <p:grpSp>
              <p:nvGrpSpPr>
                <p:cNvPr id="118261" name="グループ化 118260">
                  <a:extLst>
                    <a:ext uri="{FF2B5EF4-FFF2-40B4-BE49-F238E27FC236}">
                      <a16:creationId xmlns:a16="http://schemas.microsoft.com/office/drawing/2014/main" id="{DF22AC63-540A-4411-833C-898AA884489C}"/>
                    </a:ext>
                  </a:extLst>
                </p:cNvPr>
                <p:cNvGrpSpPr/>
                <p:nvPr/>
              </p:nvGrpSpPr>
              <p:grpSpPr>
                <a:xfrm>
                  <a:off x="3805200" y="3805200"/>
                  <a:ext cx="3189362" cy="3189362"/>
                  <a:chOff x="3805200" y="3805200"/>
                  <a:chExt cx="3189362" cy="3189362"/>
                </a:xfrm>
              </p:grpSpPr>
              <p:sp>
                <p:nvSpPr>
                  <p:cNvPr id="118383" name="楕円 118382">
                    <a:extLst>
                      <a:ext uri="{FF2B5EF4-FFF2-40B4-BE49-F238E27FC236}">
                        <a16:creationId xmlns:a16="http://schemas.microsoft.com/office/drawing/2014/main" id="{5ED3568F-AEB0-4213-B575-1967081040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5345881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84" name="楕円 118383">
                    <a:extLst>
                      <a:ext uri="{FF2B5EF4-FFF2-40B4-BE49-F238E27FC236}">
                        <a16:creationId xmlns:a16="http://schemas.microsoft.com/office/drawing/2014/main" id="{7276333C-3AEF-4689-8B4A-113BFEA42D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234582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85" name="楕円 118384">
                    <a:extLst>
                      <a:ext uri="{FF2B5EF4-FFF2-40B4-BE49-F238E27FC236}">
                        <a16:creationId xmlns:a16="http://schemas.microsoft.com/office/drawing/2014/main" id="{2791EC6B-9066-432E-B2BD-1E068FA220C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4457180" y="380520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86" name="楕円 118385">
                    <a:extLst>
                      <a:ext uri="{FF2B5EF4-FFF2-40B4-BE49-F238E27FC236}">
                        <a16:creationId xmlns:a16="http://schemas.microsoft.com/office/drawing/2014/main" id="{23B7F290-9DA7-427C-93C1-1FF1DA013FE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V="1">
                    <a:off x="5345881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87" name="楕円 118386">
                    <a:extLst>
                      <a:ext uri="{FF2B5EF4-FFF2-40B4-BE49-F238E27FC236}">
                        <a16:creationId xmlns:a16="http://schemas.microsoft.com/office/drawing/2014/main" id="{757F0B71-38F0-4A1D-A228-335212E070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V="1">
                    <a:off x="6234582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88" name="楕円 118387">
                    <a:extLst>
                      <a:ext uri="{FF2B5EF4-FFF2-40B4-BE49-F238E27FC236}">
                        <a16:creationId xmlns:a16="http://schemas.microsoft.com/office/drawing/2014/main" id="{F027158A-03A2-4C86-A64F-F44F209D51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 flipH="1" flipV="1">
                    <a:off x="4457180" y="688656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89" name="楕円 118388">
                    <a:extLst>
                      <a:ext uri="{FF2B5EF4-FFF2-40B4-BE49-F238E27FC236}">
                        <a16:creationId xmlns:a16="http://schemas.microsoft.com/office/drawing/2014/main" id="{9B5CE0B1-CF2D-4D59-932C-53CA6D0B778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>
                    <a:off x="6886562" y="5345881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90" name="楕円 118389">
                    <a:extLst>
                      <a:ext uri="{FF2B5EF4-FFF2-40B4-BE49-F238E27FC236}">
                        <a16:creationId xmlns:a16="http://schemas.microsoft.com/office/drawing/2014/main" id="{4841B598-F94E-42A7-8917-72BCF31FCBA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>
                    <a:off x="6886562" y="623458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91" name="楕円 118390">
                    <a:extLst>
                      <a:ext uri="{FF2B5EF4-FFF2-40B4-BE49-F238E27FC236}">
                        <a16:creationId xmlns:a16="http://schemas.microsoft.com/office/drawing/2014/main" id="{E99FBF02-464A-4713-8A8E-B28981EEC3F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>
                    <a:off x="6886562" y="445718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92" name="楕円 118391">
                    <a:extLst>
                      <a:ext uri="{FF2B5EF4-FFF2-40B4-BE49-F238E27FC236}">
                        <a16:creationId xmlns:a16="http://schemas.microsoft.com/office/drawing/2014/main" id="{8884CD12-CA22-4D54-9120-D2F5EA87A0F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05200" y="5345881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93" name="楕円 118392">
                    <a:extLst>
                      <a:ext uri="{FF2B5EF4-FFF2-40B4-BE49-F238E27FC236}">
                        <a16:creationId xmlns:a16="http://schemas.microsoft.com/office/drawing/2014/main" id="{9D444D59-EFB8-4911-B69F-AB1DB12A946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05200" y="4457180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8394" name="楕円 118393">
                    <a:extLst>
                      <a:ext uri="{FF2B5EF4-FFF2-40B4-BE49-F238E27FC236}">
                        <a16:creationId xmlns:a16="http://schemas.microsoft.com/office/drawing/2014/main" id="{DA79555E-B393-4AEF-BC1C-0949E253253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 flipH="1">
                    <a:off x="3805200" y="6234582"/>
                    <a:ext cx="108000" cy="1080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18262" name="グループ化 118261">
                  <a:extLst>
                    <a:ext uri="{FF2B5EF4-FFF2-40B4-BE49-F238E27FC236}">
                      <a16:creationId xmlns:a16="http://schemas.microsoft.com/office/drawing/2014/main" id="{8FBE349E-E92A-472B-A75D-E765117197DD}"/>
                    </a:ext>
                  </a:extLst>
                </p:cNvPr>
                <p:cNvGrpSpPr/>
                <p:nvPr/>
              </p:nvGrpSpPr>
              <p:grpSpPr>
                <a:xfrm>
                  <a:off x="4024800" y="4024800"/>
                  <a:ext cx="2750163" cy="2750162"/>
                  <a:chOff x="4024800" y="4024800"/>
                  <a:chExt cx="2750163" cy="2750162"/>
                </a:xfrm>
              </p:grpSpPr>
              <p:cxnSp>
                <p:nvCxnSpPr>
                  <p:cNvPr id="118371" name="直線コネクタ 118370">
                    <a:extLst>
                      <a:ext uri="{FF2B5EF4-FFF2-40B4-BE49-F238E27FC236}">
                        <a16:creationId xmlns:a16="http://schemas.microsoft.com/office/drawing/2014/main" id="{86EA9C1B-4E99-4633-AE29-5D5803C684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99881" y="4024800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2" name="直線コネクタ 118371">
                    <a:extLst>
                      <a:ext uri="{FF2B5EF4-FFF2-40B4-BE49-F238E27FC236}">
                        <a16:creationId xmlns:a16="http://schemas.microsoft.com/office/drawing/2014/main" id="{41EF2A8B-9161-429E-9CEA-0FF4DD801C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100019" y="4024800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3" name="直線コネクタ 118372">
                    <a:extLst>
                      <a:ext uri="{FF2B5EF4-FFF2-40B4-BE49-F238E27FC236}">
                        <a16:creationId xmlns:a16="http://schemas.microsoft.com/office/drawing/2014/main" id="{36DB5247-1FF1-4EF7-85A4-18EA23A754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05978" y="4024800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4" name="直線コネクタ 118373">
                    <a:extLst>
                      <a:ext uri="{FF2B5EF4-FFF2-40B4-BE49-F238E27FC236}">
                        <a16:creationId xmlns:a16="http://schemas.microsoft.com/office/drawing/2014/main" id="{C1FF118C-CFAA-4A35-B8A1-E795C46664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93757" y="5318676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5" name="直線コネクタ 118374">
                    <a:extLst>
                      <a:ext uri="{FF2B5EF4-FFF2-40B4-BE49-F238E27FC236}">
                        <a16:creationId xmlns:a16="http://schemas.microsoft.com/office/drawing/2014/main" id="{76C86556-3BBB-4B46-8D22-2CFC3B841C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46875" y="6065697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6" name="直線コネクタ 118375">
                    <a:extLst>
                      <a:ext uri="{FF2B5EF4-FFF2-40B4-BE49-F238E27FC236}">
                        <a16:creationId xmlns:a16="http://schemas.microsoft.com/office/drawing/2014/main" id="{74207C75-6987-4F2E-9B4D-C188E18509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46875" y="4571656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7" name="直線コネクタ 118376">
                    <a:extLst>
                      <a:ext uri="{FF2B5EF4-FFF2-40B4-BE49-F238E27FC236}">
                        <a16:creationId xmlns:a16="http://schemas.microsoft.com/office/drawing/2014/main" id="{FF0B9F06-9C1B-4AA3-B8F9-B8BA3CEA44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9881" y="6612552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8" name="直線コネクタ 118377">
                    <a:extLst>
                      <a:ext uri="{FF2B5EF4-FFF2-40B4-BE49-F238E27FC236}">
                        <a16:creationId xmlns:a16="http://schemas.microsoft.com/office/drawing/2014/main" id="{4C63FCF3-A4CC-4021-8CA8-3121E6F652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605978" y="6612552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9" name="直線コネクタ 118378">
                    <a:extLst>
                      <a:ext uri="{FF2B5EF4-FFF2-40B4-BE49-F238E27FC236}">
                        <a16:creationId xmlns:a16="http://schemas.microsoft.com/office/drawing/2014/main" id="{B709681F-1427-4CCE-97F1-B7B858D0B7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100019" y="6612552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80" name="直線コネクタ 118379">
                    <a:extLst>
                      <a:ext uri="{FF2B5EF4-FFF2-40B4-BE49-F238E27FC236}">
                        <a16:creationId xmlns:a16="http://schemas.microsoft.com/office/drawing/2014/main" id="{81E6F2D0-88C1-41EE-8D29-0B30FAEF5C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106005" y="5318676"/>
                    <a:ext cx="0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81" name="直線コネクタ 118380">
                    <a:extLst>
                      <a:ext uri="{FF2B5EF4-FFF2-40B4-BE49-F238E27FC236}">
                        <a16:creationId xmlns:a16="http://schemas.microsoft.com/office/drawing/2014/main" id="{B0D1A9F5-7F17-45F5-A0FA-2E8023DA19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59123" y="4571655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82" name="直線コネクタ 118381">
                    <a:extLst>
                      <a:ext uri="{FF2B5EF4-FFF2-40B4-BE49-F238E27FC236}">
                        <a16:creationId xmlns:a16="http://schemas.microsoft.com/office/drawing/2014/main" id="{207865A6-9462-4124-8059-6C1C64EADD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59123" y="6065696"/>
                    <a:ext cx="93765" cy="16241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8263" name="グループ化 118262">
                  <a:extLst>
                    <a:ext uri="{FF2B5EF4-FFF2-40B4-BE49-F238E27FC236}">
                      <a16:creationId xmlns:a16="http://schemas.microsoft.com/office/drawing/2014/main" id="{2D289119-92B2-4689-991E-039C3CFE5DA8}"/>
                    </a:ext>
                  </a:extLst>
                </p:cNvPr>
                <p:cNvGrpSpPr/>
                <p:nvPr/>
              </p:nvGrpSpPr>
              <p:grpSpPr>
                <a:xfrm>
                  <a:off x="4024800" y="4024800"/>
                  <a:ext cx="2750163" cy="2750162"/>
                  <a:chOff x="4024800" y="4024800"/>
                  <a:chExt cx="2750163" cy="2750162"/>
                </a:xfrm>
              </p:grpSpPr>
              <p:cxnSp>
                <p:nvCxnSpPr>
                  <p:cNvPr id="118323" name="直線コネクタ 118322">
                    <a:extLst>
                      <a:ext uri="{FF2B5EF4-FFF2-40B4-BE49-F238E27FC236}">
                        <a16:creationId xmlns:a16="http://schemas.microsoft.com/office/drawing/2014/main" id="{465FE599-FC8D-4343-8CA0-30BF6AA77B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527339" y="402480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24" name="直線コネクタ 118323">
                    <a:extLst>
                      <a:ext uri="{FF2B5EF4-FFF2-40B4-BE49-F238E27FC236}">
                        <a16:creationId xmlns:a16="http://schemas.microsoft.com/office/drawing/2014/main" id="{0ACC757E-6DF5-4744-BE8A-3D5C5D78A0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657850" y="4024800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25" name="直線コネクタ 118324">
                    <a:extLst>
                      <a:ext uri="{FF2B5EF4-FFF2-40B4-BE49-F238E27FC236}">
                        <a16:creationId xmlns:a16="http://schemas.microsoft.com/office/drawing/2014/main" id="{B565CCA6-D1E4-40F9-A30F-1232B3FFB8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795010" y="4024800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26" name="直線コネクタ 118325">
                    <a:extLst>
                      <a:ext uri="{FF2B5EF4-FFF2-40B4-BE49-F238E27FC236}">
                        <a16:creationId xmlns:a16="http://schemas.microsoft.com/office/drawing/2014/main" id="{1A2649F6-ABF9-458D-87DB-C80185FA4B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5939703" y="4024800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27" name="直線コネクタ 118326">
                    <a:extLst>
                      <a:ext uri="{FF2B5EF4-FFF2-40B4-BE49-F238E27FC236}">
                        <a16:creationId xmlns:a16="http://schemas.microsoft.com/office/drawing/2014/main" id="{EB3942EE-01C1-430D-98D2-1F1E3D0C55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280785" y="402624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28" name="直線コネクタ 118327">
                    <a:extLst>
                      <a:ext uri="{FF2B5EF4-FFF2-40B4-BE49-F238E27FC236}">
                        <a16:creationId xmlns:a16="http://schemas.microsoft.com/office/drawing/2014/main" id="{36FA3BFF-7DDC-492F-B821-E26137C4E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55350" y="402480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29" name="直線コネクタ 118328">
                    <a:extLst>
                      <a:ext uri="{FF2B5EF4-FFF2-40B4-BE49-F238E27FC236}">
                        <a16:creationId xmlns:a16="http://schemas.microsoft.com/office/drawing/2014/main" id="{0BDA77E9-CC62-49C7-B61C-46DFAF22BA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7597" y="4024800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0" name="直線コネクタ 118329">
                    <a:extLst>
                      <a:ext uri="{FF2B5EF4-FFF2-40B4-BE49-F238E27FC236}">
                        <a16:creationId xmlns:a16="http://schemas.microsoft.com/office/drawing/2014/main" id="{B02C02AA-00C5-42C9-BA9B-122E254FC1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53087" y="4024800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1" name="直線コネクタ 118330">
                    <a:extLst>
                      <a:ext uri="{FF2B5EF4-FFF2-40B4-BE49-F238E27FC236}">
                        <a16:creationId xmlns:a16="http://schemas.microsoft.com/office/drawing/2014/main" id="{E3D9DC6F-6258-42FC-BE40-D7ADFCF187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87653" y="4024800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2" name="直線コネクタ 118331">
                    <a:extLst>
                      <a:ext uri="{FF2B5EF4-FFF2-40B4-BE49-F238E27FC236}">
                        <a16:creationId xmlns:a16="http://schemas.microsoft.com/office/drawing/2014/main" id="{DB902A2A-ECB0-4537-8922-A375CAEB97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01878" y="402624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3" name="直線コネクタ 118332">
                    <a:extLst>
                      <a:ext uri="{FF2B5EF4-FFF2-40B4-BE49-F238E27FC236}">
                        <a16:creationId xmlns:a16="http://schemas.microsoft.com/office/drawing/2014/main" id="{4B77F0A5-DD92-488B-A6E1-58EC3F6CB3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613067" y="4181038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4" name="直線コネクタ 118333">
                    <a:extLst>
                      <a:ext uri="{FF2B5EF4-FFF2-40B4-BE49-F238E27FC236}">
                        <a16:creationId xmlns:a16="http://schemas.microsoft.com/office/drawing/2014/main" id="{81C985BB-BAD9-427B-9FC1-7C1837B462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6491582" y="4048342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5" name="直線コネクタ 118334">
                    <a:extLst>
                      <a:ext uri="{FF2B5EF4-FFF2-40B4-BE49-F238E27FC236}">
                        <a16:creationId xmlns:a16="http://schemas.microsoft.com/office/drawing/2014/main" id="{7FAAFE3C-CF92-429A-AC44-6015AC82EB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85221" y="5454671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6" name="直線コネクタ 118335">
                    <a:extLst>
                      <a:ext uri="{FF2B5EF4-FFF2-40B4-BE49-F238E27FC236}">
                        <a16:creationId xmlns:a16="http://schemas.microsoft.com/office/drawing/2014/main" id="{03344D4C-7D45-4E6A-813A-632BE3437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77084" y="5594287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7" name="直線コネクタ 118336">
                    <a:extLst>
                      <a:ext uri="{FF2B5EF4-FFF2-40B4-BE49-F238E27FC236}">
                        <a16:creationId xmlns:a16="http://schemas.microsoft.com/office/drawing/2014/main" id="{7B407003-A4F7-4809-A476-E2C4FDD114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69626" y="5741339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8" name="直線コネクタ 118337">
                    <a:extLst>
                      <a:ext uri="{FF2B5EF4-FFF2-40B4-BE49-F238E27FC236}">
                        <a16:creationId xmlns:a16="http://schemas.microsoft.com/office/drawing/2014/main" id="{B459C1A4-4BD7-4210-A0D0-D3F55E66CF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57448" y="5894595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39" name="直線コネクタ 118338">
                    <a:extLst>
                      <a:ext uri="{FF2B5EF4-FFF2-40B4-BE49-F238E27FC236}">
                        <a16:creationId xmlns:a16="http://schemas.microsoft.com/office/drawing/2014/main" id="{B6A0D5DA-5022-4CAE-8F2B-08AD343840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34377" y="6258748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0" name="直線コネクタ 118339">
                    <a:extLst>
                      <a:ext uri="{FF2B5EF4-FFF2-40B4-BE49-F238E27FC236}">
                        <a16:creationId xmlns:a16="http://schemas.microsoft.com/office/drawing/2014/main" id="{7B433D99-7187-4C8E-B4FB-D80FB04C3E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85221" y="518268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1" name="直線コネクタ 118340">
                    <a:extLst>
                      <a:ext uri="{FF2B5EF4-FFF2-40B4-BE49-F238E27FC236}">
                        <a16:creationId xmlns:a16="http://schemas.microsoft.com/office/drawing/2014/main" id="{240F362F-F8BE-46A2-A831-3A150967D3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77084" y="5044034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2" name="直線コネクタ 118341">
                    <a:extLst>
                      <a:ext uri="{FF2B5EF4-FFF2-40B4-BE49-F238E27FC236}">
                        <a16:creationId xmlns:a16="http://schemas.microsoft.com/office/drawing/2014/main" id="{5EEF8DE6-D8C1-4421-AC4F-A557B8A045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69626" y="4899416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3" name="直線コネクタ 118342">
                    <a:extLst>
                      <a:ext uri="{FF2B5EF4-FFF2-40B4-BE49-F238E27FC236}">
                        <a16:creationId xmlns:a16="http://schemas.microsoft.com/office/drawing/2014/main" id="{8F19AC3D-A49C-4351-B2DD-E59D38AB23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57448" y="4742545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4" name="直線コネクタ 118343">
                    <a:extLst>
                      <a:ext uri="{FF2B5EF4-FFF2-40B4-BE49-F238E27FC236}">
                        <a16:creationId xmlns:a16="http://schemas.microsoft.com/office/drawing/2014/main" id="{15150B9A-C26D-4EC2-B76F-07444AAAEB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6634377" y="4379841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5" name="直線コネクタ 118344">
                    <a:extLst>
                      <a:ext uri="{FF2B5EF4-FFF2-40B4-BE49-F238E27FC236}">
                        <a16:creationId xmlns:a16="http://schemas.microsoft.com/office/drawing/2014/main" id="{280FF777-1047-454E-8164-8AE9EE65E5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485244" y="6620062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6" name="直線コネクタ 118345">
                    <a:extLst>
                      <a:ext uri="{FF2B5EF4-FFF2-40B4-BE49-F238E27FC236}">
                        <a16:creationId xmlns:a16="http://schemas.microsoft.com/office/drawing/2014/main" id="{6AD5CC0E-F713-4BF3-941E-955CD0F4B4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619265" y="6484659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7" name="直線コネクタ 118346">
                    <a:extLst>
                      <a:ext uri="{FF2B5EF4-FFF2-40B4-BE49-F238E27FC236}">
                        <a16:creationId xmlns:a16="http://schemas.microsoft.com/office/drawing/2014/main" id="{02F24245-EAD2-439C-983C-064079468F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5255350" y="661255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8" name="直線コネクタ 118347">
                    <a:extLst>
                      <a:ext uri="{FF2B5EF4-FFF2-40B4-BE49-F238E27FC236}">
                        <a16:creationId xmlns:a16="http://schemas.microsoft.com/office/drawing/2014/main" id="{CE3C17C0-0E57-48BC-A37B-456CA32C8D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5107597" y="6613521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49" name="直線コネクタ 118348">
                    <a:extLst>
                      <a:ext uri="{FF2B5EF4-FFF2-40B4-BE49-F238E27FC236}">
                        <a16:creationId xmlns:a16="http://schemas.microsoft.com/office/drawing/2014/main" id="{CD63AFC6-56FC-4A64-AFD9-7E4A3C0541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953087" y="6615954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0" name="直線コネクタ 118349">
                    <a:extLst>
                      <a:ext uri="{FF2B5EF4-FFF2-40B4-BE49-F238E27FC236}">
                        <a16:creationId xmlns:a16="http://schemas.microsoft.com/office/drawing/2014/main" id="{93867BBB-1622-42B2-B15B-52E4B1B164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787653" y="6612339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1" name="直線コネクタ 118350">
                    <a:extLst>
                      <a:ext uri="{FF2B5EF4-FFF2-40B4-BE49-F238E27FC236}">
                        <a16:creationId xmlns:a16="http://schemas.microsoft.com/office/drawing/2014/main" id="{428B3838-7589-45E7-8A4E-F7F69755BF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401878" y="661233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2" name="直線コネクタ 118351">
                    <a:extLst>
                      <a:ext uri="{FF2B5EF4-FFF2-40B4-BE49-F238E27FC236}">
                        <a16:creationId xmlns:a16="http://schemas.microsoft.com/office/drawing/2014/main" id="{649B8A12-E1CE-413F-9D5B-287AE5C81E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7339" y="6612552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3" name="直線コネクタ 118352">
                    <a:extLst>
                      <a:ext uri="{FF2B5EF4-FFF2-40B4-BE49-F238E27FC236}">
                        <a16:creationId xmlns:a16="http://schemas.microsoft.com/office/drawing/2014/main" id="{BB87E9CA-0ADD-45B5-912E-8BF6D57A2C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7850" y="6613521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4" name="直線コネクタ 118353">
                    <a:extLst>
                      <a:ext uri="{FF2B5EF4-FFF2-40B4-BE49-F238E27FC236}">
                        <a16:creationId xmlns:a16="http://schemas.microsoft.com/office/drawing/2014/main" id="{ABC5589E-D33F-4081-BBF7-9BACE7B780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95010" y="6615954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5" name="直線コネクタ 118354">
                    <a:extLst>
                      <a:ext uri="{FF2B5EF4-FFF2-40B4-BE49-F238E27FC236}">
                        <a16:creationId xmlns:a16="http://schemas.microsoft.com/office/drawing/2014/main" id="{54C77E19-AB8E-4EA0-A9FE-0AB6089A21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9703" y="6612339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6" name="直線コネクタ 118355">
                    <a:extLst>
                      <a:ext uri="{FF2B5EF4-FFF2-40B4-BE49-F238E27FC236}">
                        <a16:creationId xmlns:a16="http://schemas.microsoft.com/office/drawing/2014/main" id="{8D43FE63-811C-4CA7-A806-99B7C19EF5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280785" y="6612339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7" name="直線コネクタ 118356">
                    <a:extLst>
                      <a:ext uri="{FF2B5EF4-FFF2-40B4-BE49-F238E27FC236}">
                        <a16:creationId xmlns:a16="http://schemas.microsoft.com/office/drawing/2014/main" id="{47485DB6-7B81-4409-A71D-B18C088454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046220" y="6492239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8" name="直線コネクタ 118357">
                    <a:extLst>
                      <a:ext uri="{FF2B5EF4-FFF2-40B4-BE49-F238E27FC236}">
                        <a16:creationId xmlns:a16="http://schemas.microsoft.com/office/drawing/2014/main" id="{941F82AE-4574-4E4F-B06D-31358E6717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182948" y="6612339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59" name="直線コネクタ 118358">
                    <a:extLst>
                      <a:ext uri="{FF2B5EF4-FFF2-40B4-BE49-F238E27FC236}">
                        <a16:creationId xmlns:a16="http://schemas.microsoft.com/office/drawing/2014/main" id="{332403DC-AEB8-4DCF-B14B-8454214ADD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97469" y="5182681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0" name="直線コネクタ 118359">
                    <a:extLst>
                      <a:ext uri="{FF2B5EF4-FFF2-40B4-BE49-F238E27FC236}">
                        <a16:creationId xmlns:a16="http://schemas.microsoft.com/office/drawing/2014/main" id="{6773B10B-F4D6-4C01-A933-E637921BE3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88363" y="5044034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1" name="直線コネクタ 118360">
                    <a:extLst>
                      <a:ext uri="{FF2B5EF4-FFF2-40B4-BE49-F238E27FC236}">
                        <a16:creationId xmlns:a16="http://schemas.microsoft.com/office/drawing/2014/main" id="{FFF13FD7-4475-407B-B763-83B7B8E5E1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78472" y="4899415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2" name="直線コネクタ 118361">
                    <a:extLst>
                      <a:ext uri="{FF2B5EF4-FFF2-40B4-BE49-F238E27FC236}">
                        <a16:creationId xmlns:a16="http://schemas.microsoft.com/office/drawing/2014/main" id="{9EB6DB31-FD4F-4645-AF59-F616B15715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69909" y="4742544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3" name="直線コネクタ 118362">
                    <a:extLst>
                      <a:ext uri="{FF2B5EF4-FFF2-40B4-BE49-F238E27FC236}">
                        <a16:creationId xmlns:a16="http://schemas.microsoft.com/office/drawing/2014/main" id="{DFAA835C-EAE8-4451-97D7-A7E888202E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48287" y="4379840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4" name="直線コネクタ 118363">
                    <a:extLst>
                      <a:ext uri="{FF2B5EF4-FFF2-40B4-BE49-F238E27FC236}">
                        <a16:creationId xmlns:a16="http://schemas.microsoft.com/office/drawing/2014/main" id="{F96F403C-9FE0-470B-9564-75A28C6856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97469" y="5454670"/>
                    <a:ext cx="17073" cy="16241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5" name="直線コネクタ 118364">
                    <a:extLst>
                      <a:ext uri="{FF2B5EF4-FFF2-40B4-BE49-F238E27FC236}">
                        <a16:creationId xmlns:a16="http://schemas.microsoft.com/office/drawing/2014/main" id="{FEF9F321-68EC-4FFF-B145-E339280D20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88363" y="5594287"/>
                    <a:ext cx="34315" cy="16144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6" name="直線コネクタ 118365">
                    <a:extLst>
                      <a:ext uri="{FF2B5EF4-FFF2-40B4-BE49-F238E27FC236}">
                        <a16:creationId xmlns:a16="http://schemas.microsoft.com/office/drawing/2014/main" id="{968ED648-32AE-4248-B172-47D2484D8F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78472" y="5741338"/>
                    <a:ext cx="51665" cy="159008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7" name="直線コネクタ 118366">
                    <a:extLst>
                      <a:ext uri="{FF2B5EF4-FFF2-40B4-BE49-F238E27FC236}">
                        <a16:creationId xmlns:a16="http://schemas.microsoft.com/office/drawing/2014/main" id="{6A630CD8-20E2-4235-9B79-7C1C9CB311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69909" y="5894594"/>
                    <a:ext cx="72406" cy="162623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8" name="直線コネクタ 118367">
                    <a:extLst>
                      <a:ext uri="{FF2B5EF4-FFF2-40B4-BE49-F238E27FC236}">
                        <a16:creationId xmlns:a16="http://schemas.microsoft.com/office/drawing/2014/main" id="{F355E26D-B840-47DA-AE4E-542EC80129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048287" y="6258747"/>
                    <a:ext cx="117099" cy="161174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69" name="直線コネクタ 118368">
                    <a:extLst>
                      <a:ext uri="{FF2B5EF4-FFF2-40B4-BE49-F238E27FC236}">
                        <a16:creationId xmlns:a16="http://schemas.microsoft.com/office/drawing/2014/main" id="{8A733A55-EA4F-4E63-8B7B-702B71C6E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174043" y="4053215"/>
                    <a:ext cx="140475" cy="12648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370" name="直線コネクタ 118369">
                    <a:extLst>
                      <a:ext uri="{FF2B5EF4-FFF2-40B4-BE49-F238E27FC236}">
                        <a16:creationId xmlns:a16="http://schemas.microsoft.com/office/drawing/2014/main" id="{E540A129-4CB7-4A48-AAED-3B812FA92C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055266" y="4176022"/>
                    <a:ext cx="125232" cy="1390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18264" name="正方形/長方形 118263">
                  <a:extLst>
                    <a:ext uri="{FF2B5EF4-FFF2-40B4-BE49-F238E27FC236}">
                      <a16:creationId xmlns:a16="http://schemas.microsoft.com/office/drawing/2014/main" id="{FC2023AC-3E5C-4DFB-BFF5-80C4C250F51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599881" y="3599881"/>
                  <a:ext cx="3600000" cy="360000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18265" name="直線コネクタ 118264">
                  <a:extLst>
                    <a:ext uri="{FF2B5EF4-FFF2-40B4-BE49-F238E27FC236}">
                      <a16:creationId xmlns:a16="http://schemas.microsoft.com/office/drawing/2014/main" id="{B4C18BAE-C8EE-4E5B-B6AA-E2F3D1241505}"/>
                    </a:ext>
                  </a:extLst>
                </p:cNvPr>
                <p:cNvCxnSpPr>
                  <a:cxnSpLocks/>
                  <a:stCxn id="118264" idx="0"/>
                  <a:endCxn id="118264" idx="2"/>
                </p:cNvCxnSpPr>
                <p:nvPr/>
              </p:nvCxnSpPr>
              <p:spPr>
                <a:xfrm flipH="1">
                  <a:off x="5399881" y="3599881"/>
                  <a:ext cx="0" cy="360000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66" name="直線コネクタ 118265">
                  <a:extLst>
                    <a:ext uri="{FF2B5EF4-FFF2-40B4-BE49-F238E27FC236}">
                      <a16:creationId xmlns:a16="http://schemas.microsoft.com/office/drawing/2014/main" id="{C7F9EC30-55C6-423B-A133-17906C4C8D3B}"/>
                    </a:ext>
                  </a:extLst>
                </p:cNvPr>
                <p:cNvCxnSpPr>
                  <a:cxnSpLocks/>
                  <a:stCxn id="118264" idx="3"/>
                  <a:endCxn id="118264" idx="1"/>
                </p:cNvCxnSpPr>
                <p:nvPr/>
              </p:nvCxnSpPr>
              <p:spPr>
                <a:xfrm>
                  <a:off x="3599881" y="5399881"/>
                  <a:ext cx="3600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267" name="グループ化 118266">
                  <a:extLst>
                    <a:ext uri="{FF2B5EF4-FFF2-40B4-BE49-F238E27FC236}">
                      <a16:creationId xmlns:a16="http://schemas.microsoft.com/office/drawing/2014/main" id="{144D434B-62FA-457A-A39E-024D36A9E901}"/>
                    </a:ext>
                  </a:extLst>
                </p:cNvPr>
                <p:cNvGrpSpPr/>
                <p:nvPr/>
              </p:nvGrpSpPr>
              <p:grpSpPr>
                <a:xfrm flipH="1">
                  <a:off x="6799916" y="3719046"/>
                  <a:ext cx="280800" cy="280800"/>
                  <a:chOff x="3719046" y="3719046"/>
                  <a:chExt cx="280800" cy="280800"/>
                </a:xfrm>
              </p:grpSpPr>
              <p:grpSp>
                <p:nvGrpSpPr>
                  <p:cNvPr id="118319" name="グループ化 118318">
                    <a:extLst>
                      <a:ext uri="{FF2B5EF4-FFF2-40B4-BE49-F238E27FC236}">
                        <a16:creationId xmlns:a16="http://schemas.microsoft.com/office/drawing/2014/main" id="{E1B0BB6D-1E28-4492-8D58-DD0609A11A00}"/>
                      </a:ext>
                    </a:extLst>
                  </p:cNvPr>
                  <p:cNvGrpSpPr/>
                  <p:nvPr/>
                </p:nvGrpSpPr>
                <p:grpSpPr>
                  <a:xfrm>
                    <a:off x="371904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18321" name="直線コネクタ 118320">
                      <a:extLst>
                        <a:ext uri="{FF2B5EF4-FFF2-40B4-BE49-F238E27FC236}">
                          <a16:creationId xmlns:a16="http://schemas.microsoft.com/office/drawing/2014/main" id="{EC8979C0-27C8-4D1C-B8C0-8B3D5EA09375}"/>
                        </a:ext>
                      </a:extLst>
                    </p:cNvPr>
                    <p:cNvCxnSpPr>
                      <a:cxnSpLocks/>
                      <a:stCxn id="118320" idx="4"/>
                      <a:endCxn id="118320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322" name="直線コネクタ 118321">
                      <a:extLst>
                        <a:ext uri="{FF2B5EF4-FFF2-40B4-BE49-F238E27FC236}">
                          <a16:creationId xmlns:a16="http://schemas.microsoft.com/office/drawing/2014/main" id="{543AADAD-F420-470E-B165-F21C86DDCEF8}"/>
                        </a:ext>
                      </a:extLst>
                    </p:cNvPr>
                    <p:cNvCxnSpPr>
                      <a:cxnSpLocks/>
                      <a:stCxn id="118320" idx="2"/>
                      <a:endCxn id="118320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8320" name="楕円 118319">
                    <a:extLst>
                      <a:ext uri="{FF2B5EF4-FFF2-40B4-BE49-F238E27FC236}">
                        <a16:creationId xmlns:a16="http://schemas.microsoft.com/office/drawing/2014/main" id="{823489DC-B8D3-41FA-99A3-9EF8F2AE99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18268" name="グループ化 118267">
                  <a:extLst>
                    <a:ext uri="{FF2B5EF4-FFF2-40B4-BE49-F238E27FC236}">
                      <a16:creationId xmlns:a16="http://schemas.microsoft.com/office/drawing/2014/main" id="{39EC4779-EEBB-49EF-8FEB-361815AAC836}"/>
                    </a:ext>
                  </a:extLst>
                </p:cNvPr>
                <p:cNvGrpSpPr/>
                <p:nvPr/>
              </p:nvGrpSpPr>
              <p:grpSpPr>
                <a:xfrm flipH="1">
                  <a:off x="3719046" y="6799916"/>
                  <a:ext cx="280800" cy="280800"/>
                  <a:chOff x="6799916" y="6799916"/>
                  <a:chExt cx="280800" cy="280800"/>
                </a:xfrm>
              </p:grpSpPr>
              <p:grpSp>
                <p:nvGrpSpPr>
                  <p:cNvPr id="118315" name="グループ化 118314">
                    <a:extLst>
                      <a:ext uri="{FF2B5EF4-FFF2-40B4-BE49-F238E27FC236}">
                        <a16:creationId xmlns:a16="http://schemas.microsoft.com/office/drawing/2014/main" id="{F0CC8402-E2E7-42F9-A94B-C036844F9D8C}"/>
                      </a:ext>
                    </a:extLst>
                  </p:cNvPr>
                  <p:cNvGrpSpPr/>
                  <p:nvPr/>
                </p:nvGrpSpPr>
                <p:grpSpPr>
                  <a:xfrm rot="16200000" flipV="1">
                    <a:off x="679991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18317" name="直線コネクタ 118316">
                      <a:extLst>
                        <a:ext uri="{FF2B5EF4-FFF2-40B4-BE49-F238E27FC236}">
                          <a16:creationId xmlns:a16="http://schemas.microsoft.com/office/drawing/2014/main" id="{BFBE4C99-75B2-44FD-BD49-F3D544C35AAC}"/>
                        </a:ext>
                      </a:extLst>
                    </p:cNvPr>
                    <p:cNvCxnSpPr>
                      <a:cxnSpLocks/>
                      <a:stCxn id="118316" idx="4"/>
                      <a:endCxn id="118316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318" name="直線コネクタ 118317">
                      <a:extLst>
                        <a:ext uri="{FF2B5EF4-FFF2-40B4-BE49-F238E27FC236}">
                          <a16:creationId xmlns:a16="http://schemas.microsoft.com/office/drawing/2014/main" id="{63CD0774-3B57-456C-A20B-0AA880184CCE}"/>
                        </a:ext>
                      </a:extLst>
                    </p:cNvPr>
                    <p:cNvCxnSpPr>
                      <a:cxnSpLocks/>
                      <a:stCxn id="118316" idx="2"/>
                      <a:endCxn id="118316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8316" name="楕円 118315">
                    <a:extLst>
                      <a:ext uri="{FF2B5EF4-FFF2-40B4-BE49-F238E27FC236}">
                        <a16:creationId xmlns:a16="http://schemas.microsoft.com/office/drawing/2014/main" id="{18FC7B8F-BDCE-41B4-880D-1EABC9B623B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V="1">
                    <a:off x="679991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18269" name="グループ化 118268">
                  <a:extLst>
                    <a:ext uri="{FF2B5EF4-FFF2-40B4-BE49-F238E27FC236}">
                      <a16:creationId xmlns:a16="http://schemas.microsoft.com/office/drawing/2014/main" id="{D4F9741D-495E-4427-845D-FA981B94676C}"/>
                    </a:ext>
                  </a:extLst>
                </p:cNvPr>
                <p:cNvGrpSpPr/>
                <p:nvPr/>
              </p:nvGrpSpPr>
              <p:grpSpPr>
                <a:xfrm flipH="1">
                  <a:off x="6799916" y="6799916"/>
                  <a:ext cx="280800" cy="280800"/>
                  <a:chOff x="3719046" y="6799916"/>
                  <a:chExt cx="280800" cy="280800"/>
                </a:xfrm>
              </p:grpSpPr>
              <p:grpSp>
                <p:nvGrpSpPr>
                  <p:cNvPr id="118311" name="グループ化 118310">
                    <a:extLst>
                      <a:ext uri="{FF2B5EF4-FFF2-40B4-BE49-F238E27FC236}">
                        <a16:creationId xmlns:a16="http://schemas.microsoft.com/office/drawing/2014/main" id="{2520D144-4E4E-471A-B14C-E64DB8AFBC1E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371904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18313" name="直線コネクタ 118312">
                      <a:extLst>
                        <a:ext uri="{FF2B5EF4-FFF2-40B4-BE49-F238E27FC236}">
                          <a16:creationId xmlns:a16="http://schemas.microsoft.com/office/drawing/2014/main" id="{3B7B4F8E-57EF-4619-810D-0BC1476905D2}"/>
                        </a:ext>
                      </a:extLst>
                    </p:cNvPr>
                    <p:cNvCxnSpPr>
                      <a:cxnSpLocks/>
                      <a:stCxn id="118312" idx="4"/>
                      <a:endCxn id="118312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314" name="直線コネクタ 118313">
                      <a:extLst>
                        <a:ext uri="{FF2B5EF4-FFF2-40B4-BE49-F238E27FC236}">
                          <a16:creationId xmlns:a16="http://schemas.microsoft.com/office/drawing/2014/main" id="{1A702F5F-D17A-47B5-BFFA-368186DB5A4C}"/>
                        </a:ext>
                      </a:extLst>
                    </p:cNvPr>
                    <p:cNvCxnSpPr>
                      <a:cxnSpLocks/>
                      <a:stCxn id="118312" idx="2"/>
                      <a:endCxn id="118312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8312" name="楕円 118311">
                    <a:extLst>
                      <a:ext uri="{FF2B5EF4-FFF2-40B4-BE49-F238E27FC236}">
                        <a16:creationId xmlns:a16="http://schemas.microsoft.com/office/drawing/2014/main" id="{97937B67-708E-4C1F-AA25-46D91C37AB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18270" name="グループ化 118269">
                  <a:extLst>
                    <a:ext uri="{FF2B5EF4-FFF2-40B4-BE49-F238E27FC236}">
                      <a16:creationId xmlns:a16="http://schemas.microsoft.com/office/drawing/2014/main" id="{207945C3-D242-4D62-B6DA-ECD1CDBB5C72}"/>
                    </a:ext>
                  </a:extLst>
                </p:cNvPr>
                <p:cNvGrpSpPr/>
                <p:nvPr/>
              </p:nvGrpSpPr>
              <p:grpSpPr>
                <a:xfrm flipH="1">
                  <a:off x="3719046" y="3719046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18307" name="グループ化 118306">
                    <a:extLst>
                      <a:ext uri="{FF2B5EF4-FFF2-40B4-BE49-F238E27FC236}">
                        <a16:creationId xmlns:a16="http://schemas.microsoft.com/office/drawing/2014/main" id="{BDE2004C-3BBF-46A2-AAFB-A9A90FB00AE9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18309" name="直線コネクタ 118308">
                      <a:extLst>
                        <a:ext uri="{FF2B5EF4-FFF2-40B4-BE49-F238E27FC236}">
                          <a16:creationId xmlns:a16="http://schemas.microsoft.com/office/drawing/2014/main" id="{9D1F0F6C-12D6-462C-A80E-BB7CA8FD14D5}"/>
                        </a:ext>
                      </a:extLst>
                    </p:cNvPr>
                    <p:cNvCxnSpPr>
                      <a:cxnSpLocks/>
                      <a:stCxn id="118308" idx="4"/>
                      <a:endCxn id="118308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310" name="直線コネクタ 118309">
                      <a:extLst>
                        <a:ext uri="{FF2B5EF4-FFF2-40B4-BE49-F238E27FC236}">
                          <a16:creationId xmlns:a16="http://schemas.microsoft.com/office/drawing/2014/main" id="{C9CEF396-DC92-429C-B864-7FABAB273A9E}"/>
                        </a:ext>
                      </a:extLst>
                    </p:cNvPr>
                    <p:cNvCxnSpPr>
                      <a:cxnSpLocks/>
                      <a:stCxn id="118308" idx="2"/>
                      <a:endCxn id="118308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8308" name="楕円 118307">
                    <a:extLst>
                      <a:ext uri="{FF2B5EF4-FFF2-40B4-BE49-F238E27FC236}">
                        <a16:creationId xmlns:a16="http://schemas.microsoft.com/office/drawing/2014/main" id="{D51CB497-6CF9-4229-8CA4-D0A20C95060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18271" name="グループ化 118270">
                  <a:extLst>
                    <a:ext uri="{FF2B5EF4-FFF2-40B4-BE49-F238E27FC236}">
                      <a16:creationId xmlns:a16="http://schemas.microsoft.com/office/drawing/2014/main" id="{09223946-76B6-40EA-B02C-6654EA468323}"/>
                    </a:ext>
                  </a:extLst>
                </p:cNvPr>
                <p:cNvGrpSpPr/>
                <p:nvPr/>
              </p:nvGrpSpPr>
              <p:grpSpPr>
                <a:xfrm flipH="1">
                  <a:off x="5259481" y="3719046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18303" name="グループ化 118302">
                    <a:extLst>
                      <a:ext uri="{FF2B5EF4-FFF2-40B4-BE49-F238E27FC236}">
                        <a16:creationId xmlns:a16="http://schemas.microsoft.com/office/drawing/2014/main" id="{91509511-6B0B-46C8-8DD8-D387A3BB18A1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18305" name="直線コネクタ 118304">
                      <a:extLst>
                        <a:ext uri="{FF2B5EF4-FFF2-40B4-BE49-F238E27FC236}">
                          <a16:creationId xmlns:a16="http://schemas.microsoft.com/office/drawing/2014/main" id="{6356537B-1912-4E85-889D-D3A8C4B90770}"/>
                        </a:ext>
                      </a:extLst>
                    </p:cNvPr>
                    <p:cNvCxnSpPr>
                      <a:cxnSpLocks/>
                      <a:stCxn id="118304" idx="4"/>
                      <a:endCxn id="118304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306" name="直線コネクタ 118305">
                      <a:extLst>
                        <a:ext uri="{FF2B5EF4-FFF2-40B4-BE49-F238E27FC236}">
                          <a16:creationId xmlns:a16="http://schemas.microsoft.com/office/drawing/2014/main" id="{A741B071-4ADC-448A-B818-67232049286F}"/>
                        </a:ext>
                      </a:extLst>
                    </p:cNvPr>
                    <p:cNvCxnSpPr>
                      <a:cxnSpLocks/>
                      <a:stCxn id="118304" idx="2"/>
                      <a:endCxn id="118304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8304" name="楕円 118303">
                    <a:extLst>
                      <a:ext uri="{FF2B5EF4-FFF2-40B4-BE49-F238E27FC236}">
                        <a16:creationId xmlns:a16="http://schemas.microsoft.com/office/drawing/2014/main" id="{4AC0175D-D591-4199-BDD1-0BFDDEF9FCB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18272" name="グループ化 118271">
                  <a:extLst>
                    <a:ext uri="{FF2B5EF4-FFF2-40B4-BE49-F238E27FC236}">
                      <a16:creationId xmlns:a16="http://schemas.microsoft.com/office/drawing/2014/main" id="{638E436A-BE11-4BB0-A2BA-266DD206D6B4}"/>
                    </a:ext>
                  </a:extLst>
                </p:cNvPr>
                <p:cNvGrpSpPr/>
                <p:nvPr/>
              </p:nvGrpSpPr>
              <p:grpSpPr>
                <a:xfrm flipH="1">
                  <a:off x="5259481" y="6799916"/>
                  <a:ext cx="280800" cy="280800"/>
                  <a:chOff x="6799916" y="6799916"/>
                  <a:chExt cx="280800" cy="280800"/>
                </a:xfrm>
              </p:grpSpPr>
              <p:grpSp>
                <p:nvGrpSpPr>
                  <p:cNvPr id="118299" name="グループ化 118298">
                    <a:extLst>
                      <a:ext uri="{FF2B5EF4-FFF2-40B4-BE49-F238E27FC236}">
                        <a16:creationId xmlns:a16="http://schemas.microsoft.com/office/drawing/2014/main" id="{18BA0A39-267F-4C92-8833-2383524AC269}"/>
                      </a:ext>
                    </a:extLst>
                  </p:cNvPr>
                  <p:cNvGrpSpPr/>
                  <p:nvPr/>
                </p:nvGrpSpPr>
                <p:grpSpPr>
                  <a:xfrm rot="16200000" flipV="1">
                    <a:off x="6799916" y="679991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18301" name="直線コネクタ 118300">
                      <a:extLst>
                        <a:ext uri="{FF2B5EF4-FFF2-40B4-BE49-F238E27FC236}">
                          <a16:creationId xmlns:a16="http://schemas.microsoft.com/office/drawing/2014/main" id="{42127575-4E12-40A6-B844-EA8C33AD64EB}"/>
                        </a:ext>
                      </a:extLst>
                    </p:cNvPr>
                    <p:cNvCxnSpPr>
                      <a:cxnSpLocks/>
                      <a:stCxn id="118300" idx="4"/>
                      <a:endCxn id="118300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302" name="直線コネクタ 118301">
                      <a:extLst>
                        <a:ext uri="{FF2B5EF4-FFF2-40B4-BE49-F238E27FC236}">
                          <a16:creationId xmlns:a16="http://schemas.microsoft.com/office/drawing/2014/main" id="{C19DEA04-9F36-4812-ADD5-8E63C5ABAFCC}"/>
                        </a:ext>
                      </a:extLst>
                    </p:cNvPr>
                    <p:cNvCxnSpPr>
                      <a:cxnSpLocks/>
                      <a:stCxn id="118300" idx="2"/>
                      <a:endCxn id="118300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8300" name="楕円 118299">
                    <a:extLst>
                      <a:ext uri="{FF2B5EF4-FFF2-40B4-BE49-F238E27FC236}">
                        <a16:creationId xmlns:a16="http://schemas.microsoft.com/office/drawing/2014/main" id="{2E93B12E-8E09-4775-8D21-B7E807032A1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V="1">
                    <a:off x="6799916" y="679991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18273" name="グループ化 118272">
                  <a:extLst>
                    <a:ext uri="{FF2B5EF4-FFF2-40B4-BE49-F238E27FC236}">
                      <a16:creationId xmlns:a16="http://schemas.microsoft.com/office/drawing/2014/main" id="{13A9AF7B-6BC9-487D-A104-13E43AB4D03A}"/>
                    </a:ext>
                  </a:extLst>
                </p:cNvPr>
                <p:cNvGrpSpPr/>
                <p:nvPr/>
              </p:nvGrpSpPr>
              <p:grpSpPr>
                <a:xfrm flipH="1">
                  <a:off x="3719046" y="5259481"/>
                  <a:ext cx="280800" cy="280800"/>
                  <a:chOff x="6799916" y="3719046"/>
                  <a:chExt cx="280800" cy="280800"/>
                </a:xfrm>
              </p:grpSpPr>
              <p:grpSp>
                <p:nvGrpSpPr>
                  <p:cNvPr id="118295" name="グループ化 118294">
                    <a:extLst>
                      <a:ext uri="{FF2B5EF4-FFF2-40B4-BE49-F238E27FC236}">
                        <a16:creationId xmlns:a16="http://schemas.microsoft.com/office/drawing/2014/main" id="{6CFF0412-A47E-4575-AFD6-6B652D6B7A90}"/>
                      </a:ext>
                    </a:extLst>
                  </p:cNvPr>
                  <p:cNvGrpSpPr/>
                  <p:nvPr/>
                </p:nvGrpSpPr>
                <p:grpSpPr>
                  <a:xfrm>
                    <a:off x="679991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18297" name="直線コネクタ 118296">
                      <a:extLst>
                        <a:ext uri="{FF2B5EF4-FFF2-40B4-BE49-F238E27FC236}">
                          <a16:creationId xmlns:a16="http://schemas.microsoft.com/office/drawing/2014/main" id="{A5866A7A-10F6-423F-9478-12A83F59EA75}"/>
                        </a:ext>
                      </a:extLst>
                    </p:cNvPr>
                    <p:cNvCxnSpPr>
                      <a:cxnSpLocks/>
                      <a:stCxn id="118296" idx="4"/>
                      <a:endCxn id="118296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98" name="直線コネクタ 118297">
                      <a:extLst>
                        <a:ext uri="{FF2B5EF4-FFF2-40B4-BE49-F238E27FC236}">
                          <a16:creationId xmlns:a16="http://schemas.microsoft.com/office/drawing/2014/main" id="{C86C3C8E-6559-4FC6-A329-91DBADA65FE3}"/>
                        </a:ext>
                      </a:extLst>
                    </p:cNvPr>
                    <p:cNvCxnSpPr>
                      <a:cxnSpLocks/>
                      <a:stCxn id="118296" idx="2"/>
                      <a:endCxn id="118296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8296" name="楕円 118295">
                    <a:extLst>
                      <a:ext uri="{FF2B5EF4-FFF2-40B4-BE49-F238E27FC236}">
                        <a16:creationId xmlns:a16="http://schemas.microsoft.com/office/drawing/2014/main" id="{5D27FC28-F558-470F-936D-3201D594E8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>
                    <a:off x="679991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18274" name="グループ化 118273">
                  <a:extLst>
                    <a:ext uri="{FF2B5EF4-FFF2-40B4-BE49-F238E27FC236}">
                      <a16:creationId xmlns:a16="http://schemas.microsoft.com/office/drawing/2014/main" id="{B5E6A8B8-20B4-4BA9-8F0C-EB162CEF9865}"/>
                    </a:ext>
                  </a:extLst>
                </p:cNvPr>
                <p:cNvGrpSpPr/>
                <p:nvPr/>
              </p:nvGrpSpPr>
              <p:grpSpPr>
                <a:xfrm flipH="1">
                  <a:off x="6799916" y="5259481"/>
                  <a:ext cx="280800" cy="280800"/>
                  <a:chOff x="3719046" y="3719046"/>
                  <a:chExt cx="280800" cy="280800"/>
                </a:xfrm>
              </p:grpSpPr>
              <p:grpSp>
                <p:nvGrpSpPr>
                  <p:cNvPr id="118291" name="グループ化 118290">
                    <a:extLst>
                      <a:ext uri="{FF2B5EF4-FFF2-40B4-BE49-F238E27FC236}">
                        <a16:creationId xmlns:a16="http://schemas.microsoft.com/office/drawing/2014/main" id="{B880544D-5531-4A31-B047-D6CC8A20E79F}"/>
                      </a:ext>
                    </a:extLst>
                  </p:cNvPr>
                  <p:cNvGrpSpPr/>
                  <p:nvPr/>
                </p:nvGrpSpPr>
                <p:grpSpPr>
                  <a:xfrm>
                    <a:off x="3719046" y="3719046"/>
                    <a:ext cx="280800" cy="280800"/>
                    <a:chOff x="4934646" y="3467314"/>
                    <a:chExt cx="280800" cy="280800"/>
                  </a:xfrm>
                </p:grpSpPr>
                <p:cxnSp>
                  <p:nvCxnSpPr>
                    <p:cNvPr id="118293" name="直線コネクタ 118292">
                      <a:extLst>
                        <a:ext uri="{FF2B5EF4-FFF2-40B4-BE49-F238E27FC236}">
                          <a16:creationId xmlns:a16="http://schemas.microsoft.com/office/drawing/2014/main" id="{8EE957CC-877D-4D2C-8115-90B6FA0D2A34}"/>
                        </a:ext>
                      </a:extLst>
                    </p:cNvPr>
                    <p:cNvCxnSpPr>
                      <a:cxnSpLocks/>
                      <a:stCxn id="118292" idx="4"/>
                      <a:endCxn id="118292" idx="0"/>
                    </p:cNvCxnSpPr>
                    <p:nvPr/>
                  </p:nvCxnSpPr>
                  <p:spPr>
                    <a:xfrm flipV="1">
                      <a:off x="5075046" y="3467314"/>
                      <a:ext cx="0" cy="2808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94" name="直線コネクタ 118293">
                      <a:extLst>
                        <a:ext uri="{FF2B5EF4-FFF2-40B4-BE49-F238E27FC236}">
                          <a16:creationId xmlns:a16="http://schemas.microsoft.com/office/drawing/2014/main" id="{930C2710-5F02-40F1-B8C2-4BDCFAC44909}"/>
                        </a:ext>
                      </a:extLst>
                    </p:cNvPr>
                    <p:cNvCxnSpPr>
                      <a:cxnSpLocks/>
                      <a:stCxn id="118292" idx="2"/>
                      <a:endCxn id="118292" idx="6"/>
                    </p:cNvCxnSpPr>
                    <p:nvPr/>
                  </p:nvCxnSpPr>
                  <p:spPr>
                    <a:xfrm>
                      <a:off x="4934646" y="3607714"/>
                      <a:ext cx="2808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8292" name="楕円 118291">
                    <a:extLst>
                      <a:ext uri="{FF2B5EF4-FFF2-40B4-BE49-F238E27FC236}">
                        <a16:creationId xmlns:a16="http://schemas.microsoft.com/office/drawing/2014/main" id="{F5871E9D-B751-4D38-B31A-3C7FDEA66D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719046" y="3719046"/>
                    <a:ext cx="280800" cy="2808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sp>
              <p:nvSpPr>
                <p:cNvPr id="118275" name="楕円 118274">
                  <a:extLst>
                    <a:ext uri="{FF2B5EF4-FFF2-40B4-BE49-F238E27FC236}">
                      <a16:creationId xmlns:a16="http://schemas.microsoft.com/office/drawing/2014/main" id="{40F4B53B-E94D-4807-B04B-61CDB6BF449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377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8276" name="楕円 118275">
                  <a:extLst>
                    <a:ext uri="{FF2B5EF4-FFF2-40B4-BE49-F238E27FC236}">
                      <a16:creationId xmlns:a16="http://schemas.microsoft.com/office/drawing/2014/main" id="{772174E7-0734-455C-8EAB-79F9FB42B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6855488" y="442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8277" name="楕円 118276">
                  <a:extLst>
                    <a:ext uri="{FF2B5EF4-FFF2-40B4-BE49-F238E27FC236}">
                      <a16:creationId xmlns:a16="http://schemas.microsoft.com/office/drawing/2014/main" id="{CBB1085E-0DF2-495B-AE19-B97E82DCE0F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6855488" y="620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8278" name="楕円 118277">
                  <a:extLst>
                    <a:ext uri="{FF2B5EF4-FFF2-40B4-BE49-F238E27FC236}">
                      <a16:creationId xmlns:a16="http://schemas.microsoft.com/office/drawing/2014/main" id="{D5333161-15DD-4A28-BA4C-26750DCFA4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685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8279" name="楕円 118278">
                  <a:extLst>
                    <a:ext uri="{FF2B5EF4-FFF2-40B4-BE49-F238E27FC236}">
                      <a16:creationId xmlns:a16="http://schemas.microsoft.com/office/drawing/2014/main" id="{1657B81F-438A-45B8-9FB8-6953B6E847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772800" y="62028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8280" name="楕円 118279">
                  <a:extLst>
                    <a:ext uri="{FF2B5EF4-FFF2-40B4-BE49-F238E27FC236}">
                      <a16:creationId xmlns:a16="http://schemas.microsoft.com/office/drawing/2014/main" id="{5677B2A3-DE4A-4332-B53C-6CDD2E48AC8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3772800" y="4424400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cxnSp>
              <p:nvCxnSpPr>
                <p:cNvPr id="118281" name="直線コネクタ 118280">
                  <a:extLst>
                    <a:ext uri="{FF2B5EF4-FFF2-40B4-BE49-F238E27FC236}">
                      <a16:creationId xmlns:a16="http://schemas.microsoft.com/office/drawing/2014/main" id="{E01F000D-CFB0-43C1-8C4F-B6286C6569A6}"/>
                    </a:ext>
                  </a:extLst>
                </p:cNvPr>
                <p:cNvCxnSpPr>
                  <a:cxnSpLocks/>
                  <a:stCxn id="118275" idx="3"/>
                  <a:endCxn id="118275" idx="7"/>
                </p:cNvCxnSpPr>
                <p:nvPr/>
              </p:nvCxnSpPr>
              <p:spPr>
                <a:xfrm flipH="1" flipV="1">
                  <a:off x="5338787" y="379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82" name="直線コネクタ 118281">
                  <a:extLst>
                    <a:ext uri="{FF2B5EF4-FFF2-40B4-BE49-F238E27FC236}">
                      <a16:creationId xmlns:a16="http://schemas.microsoft.com/office/drawing/2014/main" id="{634CCE05-4882-4835-B38F-24421155CEDE}"/>
                    </a:ext>
                  </a:extLst>
                </p:cNvPr>
                <p:cNvCxnSpPr>
                  <a:cxnSpLocks/>
                  <a:stCxn id="118275" idx="5"/>
                  <a:endCxn id="118275" idx="1"/>
                </p:cNvCxnSpPr>
                <p:nvPr/>
              </p:nvCxnSpPr>
              <p:spPr>
                <a:xfrm flipV="1">
                  <a:off x="5338787" y="379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83" name="直線コネクタ 118282">
                  <a:extLst>
                    <a:ext uri="{FF2B5EF4-FFF2-40B4-BE49-F238E27FC236}">
                      <a16:creationId xmlns:a16="http://schemas.microsoft.com/office/drawing/2014/main" id="{35A89631-45CB-46C4-8908-D90D16E74BA4}"/>
                    </a:ext>
                  </a:extLst>
                </p:cNvPr>
                <p:cNvCxnSpPr>
                  <a:cxnSpLocks/>
                  <a:stCxn id="118276" idx="5"/>
                  <a:endCxn id="118276" idx="1"/>
                </p:cNvCxnSpPr>
                <p:nvPr/>
              </p:nvCxnSpPr>
              <p:spPr>
                <a:xfrm flipV="1">
                  <a:off x="6880794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84" name="直線コネクタ 118283">
                  <a:extLst>
                    <a:ext uri="{FF2B5EF4-FFF2-40B4-BE49-F238E27FC236}">
                      <a16:creationId xmlns:a16="http://schemas.microsoft.com/office/drawing/2014/main" id="{06C04F19-165F-475D-ABFA-676E56AED8D2}"/>
                    </a:ext>
                  </a:extLst>
                </p:cNvPr>
                <p:cNvCxnSpPr>
                  <a:cxnSpLocks/>
                  <a:stCxn id="118276" idx="3"/>
                  <a:endCxn id="118276" idx="7"/>
                </p:cNvCxnSpPr>
                <p:nvPr/>
              </p:nvCxnSpPr>
              <p:spPr>
                <a:xfrm flipH="1" flipV="1">
                  <a:off x="6880794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85" name="直線コネクタ 118284">
                  <a:extLst>
                    <a:ext uri="{FF2B5EF4-FFF2-40B4-BE49-F238E27FC236}">
                      <a16:creationId xmlns:a16="http://schemas.microsoft.com/office/drawing/2014/main" id="{E376A745-8927-4FEE-9AA9-B052E43473C1}"/>
                    </a:ext>
                  </a:extLst>
                </p:cNvPr>
                <p:cNvCxnSpPr>
                  <a:cxnSpLocks/>
                  <a:stCxn id="118277" idx="5"/>
                  <a:endCxn id="118277" idx="1"/>
                </p:cNvCxnSpPr>
                <p:nvPr/>
              </p:nvCxnSpPr>
              <p:spPr>
                <a:xfrm flipV="1">
                  <a:off x="6880794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86" name="直線コネクタ 118285">
                  <a:extLst>
                    <a:ext uri="{FF2B5EF4-FFF2-40B4-BE49-F238E27FC236}">
                      <a16:creationId xmlns:a16="http://schemas.microsoft.com/office/drawing/2014/main" id="{73314D41-5149-42F8-96B2-99C1E9F80D7B}"/>
                    </a:ext>
                  </a:extLst>
                </p:cNvPr>
                <p:cNvCxnSpPr>
                  <a:cxnSpLocks/>
                  <a:stCxn id="118277" idx="3"/>
                  <a:endCxn id="118277" idx="7"/>
                </p:cNvCxnSpPr>
                <p:nvPr/>
              </p:nvCxnSpPr>
              <p:spPr>
                <a:xfrm flipH="1" flipV="1">
                  <a:off x="6880794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87" name="直線コネクタ 118286">
                  <a:extLst>
                    <a:ext uri="{FF2B5EF4-FFF2-40B4-BE49-F238E27FC236}">
                      <a16:creationId xmlns:a16="http://schemas.microsoft.com/office/drawing/2014/main" id="{22A39EA6-822C-4B04-A917-512B905065E6}"/>
                    </a:ext>
                  </a:extLst>
                </p:cNvPr>
                <p:cNvCxnSpPr>
                  <a:cxnSpLocks/>
                  <a:stCxn id="118279" idx="3"/>
                  <a:endCxn id="118279" idx="7"/>
                </p:cNvCxnSpPr>
                <p:nvPr/>
              </p:nvCxnSpPr>
              <p:spPr>
                <a:xfrm flipH="1" flipV="1">
                  <a:off x="3798106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88" name="直線コネクタ 118287">
                  <a:extLst>
                    <a:ext uri="{FF2B5EF4-FFF2-40B4-BE49-F238E27FC236}">
                      <a16:creationId xmlns:a16="http://schemas.microsoft.com/office/drawing/2014/main" id="{7A229285-9747-47B5-AE48-F775926D3DF3}"/>
                    </a:ext>
                  </a:extLst>
                </p:cNvPr>
                <p:cNvCxnSpPr>
                  <a:cxnSpLocks/>
                  <a:stCxn id="118279" idx="5"/>
                  <a:endCxn id="118279" idx="1"/>
                </p:cNvCxnSpPr>
                <p:nvPr/>
              </p:nvCxnSpPr>
              <p:spPr>
                <a:xfrm flipV="1">
                  <a:off x="3798106" y="62281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89" name="直線コネクタ 118288">
                  <a:extLst>
                    <a:ext uri="{FF2B5EF4-FFF2-40B4-BE49-F238E27FC236}">
                      <a16:creationId xmlns:a16="http://schemas.microsoft.com/office/drawing/2014/main" id="{42A8EF44-36BD-44CE-95F7-EDA0E75494C9}"/>
                    </a:ext>
                  </a:extLst>
                </p:cNvPr>
                <p:cNvCxnSpPr>
                  <a:cxnSpLocks/>
                  <a:stCxn id="118280" idx="3"/>
                  <a:endCxn id="118280" idx="7"/>
                </p:cNvCxnSpPr>
                <p:nvPr/>
              </p:nvCxnSpPr>
              <p:spPr>
                <a:xfrm flipH="1" flipV="1">
                  <a:off x="3798106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290" name="直線コネクタ 118289">
                  <a:extLst>
                    <a:ext uri="{FF2B5EF4-FFF2-40B4-BE49-F238E27FC236}">
                      <a16:creationId xmlns:a16="http://schemas.microsoft.com/office/drawing/2014/main" id="{568F7686-92A4-4807-AA0A-72D310E93843}"/>
                    </a:ext>
                  </a:extLst>
                </p:cNvPr>
                <p:cNvCxnSpPr>
                  <a:cxnSpLocks/>
                  <a:stCxn id="118280" idx="5"/>
                  <a:endCxn id="118280" idx="1"/>
                </p:cNvCxnSpPr>
                <p:nvPr/>
              </p:nvCxnSpPr>
              <p:spPr>
                <a:xfrm flipV="1">
                  <a:off x="3798106" y="4449706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3640" name="グループ化 113639">
                <a:extLst>
                  <a:ext uri="{FF2B5EF4-FFF2-40B4-BE49-F238E27FC236}">
                    <a16:creationId xmlns:a16="http://schemas.microsoft.com/office/drawing/2014/main" id="{44F8F8A3-E646-4B85-893F-ADD85E2A1B2D}"/>
                  </a:ext>
                </a:extLst>
              </p:cNvPr>
              <p:cNvGrpSpPr/>
              <p:nvPr/>
            </p:nvGrpSpPr>
            <p:grpSpPr>
              <a:xfrm>
                <a:off x="4287481" y="4286224"/>
                <a:ext cx="2227978" cy="2229219"/>
                <a:chOff x="4287481" y="4286224"/>
                <a:chExt cx="2227978" cy="2229219"/>
              </a:xfrm>
            </p:grpSpPr>
            <p:grpSp>
              <p:nvGrpSpPr>
                <p:cNvPr id="113641" name="グループ化 113640">
                  <a:extLst>
                    <a:ext uri="{FF2B5EF4-FFF2-40B4-BE49-F238E27FC236}">
                      <a16:creationId xmlns:a16="http://schemas.microsoft.com/office/drawing/2014/main" id="{987964EC-98F4-48EB-A020-F004868825B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287481" y="4286224"/>
                  <a:ext cx="2227978" cy="2229219"/>
                  <a:chOff x="4287481" y="4286224"/>
                  <a:chExt cx="2227978" cy="2229219"/>
                </a:xfrm>
              </p:grpSpPr>
              <p:cxnSp>
                <p:nvCxnSpPr>
                  <p:cNvPr id="117877" name="直線コネクタ 117876">
                    <a:extLst>
                      <a:ext uri="{FF2B5EF4-FFF2-40B4-BE49-F238E27FC236}">
                        <a16:creationId xmlns:a16="http://schemas.microsoft.com/office/drawing/2014/main" id="{A9C18A10-478D-4BA6-BA03-7DC95CDDD0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78" name="直線コネクタ 117877">
                    <a:extLst>
                      <a:ext uri="{FF2B5EF4-FFF2-40B4-BE49-F238E27FC236}">
                        <a16:creationId xmlns:a16="http://schemas.microsoft.com/office/drawing/2014/main" id="{1AAB43C7-5D04-4BFB-8B13-FD25CA0285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79" name="直線コネクタ 117878">
                    <a:extLst>
                      <a:ext uri="{FF2B5EF4-FFF2-40B4-BE49-F238E27FC236}">
                        <a16:creationId xmlns:a16="http://schemas.microsoft.com/office/drawing/2014/main" id="{0ACCDEC2-692D-470A-BAB7-B0144BDB3D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0" name="直線コネクタ 117879">
                    <a:extLst>
                      <a:ext uri="{FF2B5EF4-FFF2-40B4-BE49-F238E27FC236}">
                        <a16:creationId xmlns:a16="http://schemas.microsoft.com/office/drawing/2014/main" id="{E8D36DFE-CAA2-453F-91DC-62B27DC767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1" name="直線コネクタ 117880">
                    <a:extLst>
                      <a:ext uri="{FF2B5EF4-FFF2-40B4-BE49-F238E27FC236}">
                        <a16:creationId xmlns:a16="http://schemas.microsoft.com/office/drawing/2014/main" id="{0B550765-7315-42E0-B843-6213EC0A8D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2" name="直線コネクタ 117881">
                    <a:extLst>
                      <a:ext uri="{FF2B5EF4-FFF2-40B4-BE49-F238E27FC236}">
                        <a16:creationId xmlns:a16="http://schemas.microsoft.com/office/drawing/2014/main" id="{6B48B5D3-D1B0-46AE-BD75-130D5F77C8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3" name="直線コネクタ 117882">
                    <a:extLst>
                      <a:ext uri="{FF2B5EF4-FFF2-40B4-BE49-F238E27FC236}">
                        <a16:creationId xmlns:a16="http://schemas.microsoft.com/office/drawing/2014/main" id="{C01F1743-BDC2-4D96-ACB1-295EB7D0F6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4" name="直線コネクタ 117883">
                    <a:extLst>
                      <a:ext uri="{FF2B5EF4-FFF2-40B4-BE49-F238E27FC236}">
                        <a16:creationId xmlns:a16="http://schemas.microsoft.com/office/drawing/2014/main" id="{53C807A6-BCF7-49CB-8597-42EE606C9C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5" name="直線コネクタ 117884">
                    <a:extLst>
                      <a:ext uri="{FF2B5EF4-FFF2-40B4-BE49-F238E27FC236}">
                        <a16:creationId xmlns:a16="http://schemas.microsoft.com/office/drawing/2014/main" id="{49747690-53A8-4D6E-9AA5-5B6623D538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6" name="直線コネクタ 117885">
                    <a:extLst>
                      <a:ext uri="{FF2B5EF4-FFF2-40B4-BE49-F238E27FC236}">
                        <a16:creationId xmlns:a16="http://schemas.microsoft.com/office/drawing/2014/main" id="{87477FE1-E23A-41E4-A0AF-154823DA534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7" name="直線コネクタ 117886">
                    <a:extLst>
                      <a:ext uri="{FF2B5EF4-FFF2-40B4-BE49-F238E27FC236}">
                        <a16:creationId xmlns:a16="http://schemas.microsoft.com/office/drawing/2014/main" id="{28CD04E3-6CE6-4FA0-A243-72CE6A47E00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8" name="直線コネクタ 117887">
                    <a:extLst>
                      <a:ext uri="{FF2B5EF4-FFF2-40B4-BE49-F238E27FC236}">
                        <a16:creationId xmlns:a16="http://schemas.microsoft.com/office/drawing/2014/main" id="{14E178ED-84A5-4181-8B61-425F5033B4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89" name="直線コネクタ 117888">
                    <a:extLst>
                      <a:ext uri="{FF2B5EF4-FFF2-40B4-BE49-F238E27FC236}">
                        <a16:creationId xmlns:a16="http://schemas.microsoft.com/office/drawing/2014/main" id="{7F2235A9-885E-4805-8788-FC84F6963C9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0" name="直線コネクタ 117889">
                    <a:extLst>
                      <a:ext uri="{FF2B5EF4-FFF2-40B4-BE49-F238E27FC236}">
                        <a16:creationId xmlns:a16="http://schemas.microsoft.com/office/drawing/2014/main" id="{A72231E4-A1A0-42F8-B087-D51A80ADFE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1" name="直線コネクタ 117890">
                    <a:extLst>
                      <a:ext uri="{FF2B5EF4-FFF2-40B4-BE49-F238E27FC236}">
                        <a16:creationId xmlns:a16="http://schemas.microsoft.com/office/drawing/2014/main" id="{9489D2D3-35C2-478D-BA18-372FAC77CB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2" name="直線コネクタ 117891">
                    <a:extLst>
                      <a:ext uri="{FF2B5EF4-FFF2-40B4-BE49-F238E27FC236}">
                        <a16:creationId xmlns:a16="http://schemas.microsoft.com/office/drawing/2014/main" id="{5C13696B-8F49-496C-A62B-E1A932B54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3" name="直線コネクタ 117892">
                    <a:extLst>
                      <a:ext uri="{FF2B5EF4-FFF2-40B4-BE49-F238E27FC236}">
                        <a16:creationId xmlns:a16="http://schemas.microsoft.com/office/drawing/2014/main" id="{C02266CE-83DE-4E1F-942D-4001BD11F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4" name="直線コネクタ 117893">
                    <a:extLst>
                      <a:ext uri="{FF2B5EF4-FFF2-40B4-BE49-F238E27FC236}">
                        <a16:creationId xmlns:a16="http://schemas.microsoft.com/office/drawing/2014/main" id="{ADAE25A8-B66A-43B9-B399-8A2DA6E268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5" name="直線コネクタ 117894">
                    <a:extLst>
                      <a:ext uri="{FF2B5EF4-FFF2-40B4-BE49-F238E27FC236}">
                        <a16:creationId xmlns:a16="http://schemas.microsoft.com/office/drawing/2014/main" id="{D12DAF88-37E6-4011-9926-17439CE5BF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6" name="直線コネクタ 117895">
                    <a:extLst>
                      <a:ext uri="{FF2B5EF4-FFF2-40B4-BE49-F238E27FC236}">
                        <a16:creationId xmlns:a16="http://schemas.microsoft.com/office/drawing/2014/main" id="{36216998-90C5-4CFC-961D-1C2D0CC91A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7" name="直線コネクタ 117896">
                    <a:extLst>
                      <a:ext uri="{FF2B5EF4-FFF2-40B4-BE49-F238E27FC236}">
                        <a16:creationId xmlns:a16="http://schemas.microsoft.com/office/drawing/2014/main" id="{7F7FE0C9-FB0C-4D6F-9CA8-54A8C89CE9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8" name="直線コネクタ 117897">
                    <a:extLst>
                      <a:ext uri="{FF2B5EF4-FFF2-40B4-BE49-F238E27FC236}">
                        <a16:creationId xmlns:a16="http://schemas.microsoft.com/office/drawing/2014/main" id="{246FE94B-FB3C-48F8-A5B9-E323F82BBD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899" name="直線コネクタ 117898">
                    <a:extLst>
                      <a:ext uri="{FF2B5EF4-FFF2-40B4-BE49-F238E27FC236}">
                        <a16:creationId xmlns:a16="http://schemas.microsoft.com/office/drawing/2014/main" id="{F6951AB2-724B-47AE-914D-BEAE159F2E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0" name="直線コネクタ 117899">
                    <a:extLst>
                      <a:ext uri="{FF2B5EF4-FFF2-40B4-BE49-F238E27FC236}">
                        <a16:creationId xmlns:a16="http://schemas.microsoft.com/office/drawing/2014/main" id="{EFCB1673-C466-4317-B7B7-172B8C4155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1" name="直線コネクタ 117900">
                    <a:extLst>
                      <a:ext uri="{FF2B5EF4-FFF2-40B4-BE49-F238E27FC236}">
                        <a16:creationId xmlns:a16="http://schemas.microsoft.com/office/drawing/2014/main" id="{5EA0A9FC-9A62-4BF4-94CF-C2F0ECDC94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2" name="直線コネクタ 117901">
                    <a:extLst>
                      <a:ext uri="{FF2B5EF4-FFF2-40B4-BE49-F238E27FC236}">
                        <a16:creationId xmlns:a16="http://schemas.microsoft.com/office/drawing/2014/main" id="{7CE53C4A-A159-4D79-81D7-5A2523ADF7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3" name="直線コネクタ 117902">
                    <a:extLst>
                      <a:ext uri="{FF2B5EF4-FFF2-40B4-BE49-F238E27FC236}">
                        <a16:creationId xmlns:a16="http://schemas.microsoft.com/office/drawing/2014/main" id="{18587099-C959-4AAF-8F3B-B4AE59B5C1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4" name="直線コネクタ 117903">
                    <a:extLst>
                      <a:ext uri="{FF2B5EF4-FFF2-40B4-BE49-F238E27FC236}">
                        <a16:creationId xmlns:a16="http://schemas.microsoft.com/office/drawing/2014/main" id="{B140DD80-3B36-4E7E-8F6C-E5DB745E1C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5" name="直線コネクタ 117904">
                    <a:extLst>
                      <a:ext uri="{FF2B5EF4-FFF2-40B4-BE49-F238E27FC236}">
                        <a16:creationId xmlns:a16="http://schemas.microsoft.com/office/drawing/2014/main" id="{FF81BB09-85C4-4522-937B-C02F161F3F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6" name="直線コネクタ 117905">
                    <a:extLst>
                      <a:ext uri="{FF2B5EF4-FFF2-40B4-BE49-F238E27FC236}">
                        <a16:creationId xmlns:a16="http://schemas.microsoft.com/office/drawing/2014/main" id="{05022094-7554-4859-A696-66F84156F5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7" name="直線コネクタ 117906">
                    <a:extLst>
                      <a:ext uri="{FF2B5EF4-FFF2-40B4-BE49-F238E27FC236}">
                        <a16:creationId xmlns:a16="http://schemas.microsoft.com/office/drawing/2014/main" id="{AA53EF61-0BEB-48A9-9C89-CD17DCB360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8" name="直線コネクタ 117907">
                    <a:extLst>
                      <a:ext uri="{FF2B5EF4-FFF2-40B4-BE49-F238E27FC236}">
                        <a16:creationId xmlns:a16="http://schemas.microsoft.com/office/drawing/2014/main" id="{9EBB78A6-ED97-4467-BAD8-1ECB492F9D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09" name="直線コネクタ 117908">
                    <a:extLst>
                      <a:ext uri="{FF2B5EF4-FFF2-40B4-BE49-F238E27FC236}">
                        <a16:creationId xmlns:a16="http://schemas.microsoft.com/office/drawing/2014/main" id="{AFE0F9B3-C4D0-48B9-B848-A0C12BE29E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0" name="直線コネクタ 117909">
                    <a:extLst>
                      <a:ext uri="{FF2B5EF4-FFF2-40B4-BE49-F238E27FC236}">
                        <a16:creationId xmlns:a16="http://schemas.microsoft.com/office/drawing/2014/main" id="{A748C4BE-3AB8-44E7-B603-4D42BCC767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1" name="直線コネクタ 117910">
                    <a:extLst>
                      <a:ext uri="{FF2B5EF4-FFF2-40B4-BE49-F238E27FC236}">
                        <a16:creationId xmlns:a16="http://schemas.microsoft.com/office/drawing/2014/main" id="{AABA34EE-B88D-416C-AA5D-D96B4D8CEC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2" name="直線コネクタ 117911">
                    <a:extLst>
                      <a:ext uri="{FF2B5EF4-FFF2-40B4-BE49-F238E27FC236}">
                        <a16:creationId xmlns:a16="http://schemas.microsoft.com/office/drawing/2014/main" id="{82657829-05DF-4B5C-9B69-E0ED490BD5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3" name="直線コネクタ 117912">
                    <a:extLst>
                      <a:ext uri="{FF2B5EF4-FFF2-40B4-BE49-F238E27FC236}">
                        <a16:creationId xmlns:a16="http://schemas.microsoft.com/office/drawing/2014/main" id="{842F0242-6506-4650-81AE-860491E142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4" name="直線コネクタ 117913">
                    <a:extLst>
                      <a:ext uri="{FF2B5EF4-FFF2-40B4-BE49-F238E27FC236}">
                        <a16:creationId xmlns:a16="http://schemas.microsoft.com/office/drawing/2014/main" id="{ACC69560-2578-4021-922C-2B764E4105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5" name="直線コネクタ 117914">
                    <a:extLst>
                      <a:ext uri="{FF2B5EF4-FFF2-40B4-BE49-F238E27FC236}">
                        <a16:creationId xmlns:a16="http://schemas.microsoft.com/office/drawing/2014/main" id="{DFBB8169-F32F-42BE-A85E-4FE594828B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6" name="直線コネクタ 117915">
                    <a:extLst>
                      <a:ext uri="{FF2B5EF4-FFF2-40B4-BE49-F238E27FC236}">
                        <a16:creationId xmlns:a16="http://schemas.microsoft.com/office/drawing/2014/main" id="{5A94FF2B-A614-4E32-A700-C927A0EC08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7" name="直線コネクタ 117916">
                    <a:extLst>
                      <a:ext uri="{FF2B5EF4-FFF2-40B4-BE49-F238E27FC236}">
                        <a16:creationId xmlns:a16="http://schemas.microsoft.com/office/drawing/2014/main" id="{D3F16966-5743-4472-95F7-4733FF5ED9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8" name="直線コネクタ 117917">
                    <a:extLst>
                      <a:ext uri="{FF2B5EF4-FFF2-40B4-BE49-F238E27FC236}">
                        <a16:creationId xmlns:a16="http://schemas.microsoft.com/office/drawing/2014/main" id="{F7705478-8EB3-4F68-ABF4-D44060525D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19" name="直線コネクタ 117918">
                    <a:extLst>
                      <a:ext uri="{FF2B5EF4-FFF2-40B4-BE49-F238E27FC236}">
                        <a16:creationId xmlns:a16="http://schemas.microsoft.com/office/drawing/2014/main" id="{8303A0E8-D58C-48F2-AB5A-220D62CE4C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0" name="直線コネクタ 117919">
                    <a:extLst>
                      <a:ext uri="{FF2B5EF4-FFF2-40B4-BE49-F238E27FC236}">
                        <a16:creationId xmlns:a16="http://schemas.microsoft.com/office/drawing/2014/main" id="{B2BFD790-99B0-453A-B05E-A3FDA2B62B2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1" name="直線コネクタ 117920">
                    <a:extLst>
                      <a:ext uri="{FF2B5EF4-FFF2-40B4-BE49-F238E27FC236}">
                        <a16:creationId xmlns:a16="http://schemas.microsoft.com/office/drawing/2014/main" id="{4EAB91DF-F178-438A-B96E-4CD807D401B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2" name="直線コネクタ 117921">
                    <a:extLst>
                      <a:ext uri="{FF2B5EF4-FFF2-40B4-BE49-F238E27FC236}">
                        <a16:creationId xmlns:a16="http://schemas.microsoft.com/office/drawing/2014/main" id="{2BF264F4-7D63-4D46-9147-8FB1824DF7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3" name="直線コネクタ 117922">
                    <a:extLst>
                      <a:ext uri="{FF2B5EF4-FFF2-40B4-BE49-F238E27FC236}">
                        <a16:creationId xmlns:a16="http://schemas.microsoft.com/office/drawing/2014/main" id="{3CFBF482-0BD7-4D23-9CBC-2DCEFAEC48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4" name="直線コネクタ 117923">
                    <a:extLst>
                      <a:ext uri="{FF2B5EF4-FFF2-40B4-BE49-F238E27FC236}">
                        <a16:creationId xmlns:a16="http://schemas.microsoft.com/office/drawing/2014/main" id="{4086A5D7-7BEC-4843-9ADD-17E04D4E10A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5" name="直線コネクタ 117924">
                    <a:extLst>
                      <a:ext uri="{FF2B5EF4-FFF2-40B4-BE49-F238E27FC236}">
                        <a16:creationId xmlns:a16="http://schemas.microsoft.com/office/drawing/2014/main" id="{3F4818B3-AE80-4AD5-89AB-B48985C69DB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6" name="直線コネクタ 117925">
                    <a:extLst>
                      <a:ext uri="{FF2B5EF4-FFF2-40B4-BE49-F238E27FC236}">
                        <a16:creationId xmlns:a16="http://schemas.microsoft.com/office/drawing/2014/main" id="{6E53B33A-B1AC-4ABB-BB57-14616AD30BA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7" name="直線コネクタ 117926">
                    <a:extLst>
                      <a:ext uri="{FF2B5EF4-FFF2-40B4-BE49-F238E27FC236}">
                        <a16:creationId xmlns:a16="http://schemas.microsoft.com/office/drawing/2014/main" id="{9E7B175A-8B7D-4DB1-8671-31988714492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8" name="直線コネクタ 117927">
                    <a:extLst>
                      <a:ext uri="{FF2B5EF4-FFF2-40B4-BE49-F238E27FC236}">
                        <a16:creationId xmlns:a16="http://schemas.microsoft.com/office/drawing/2014/main" id="{9ACFA433-0DE6-4248-A696-447D457A89F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29" name="直線コネクタ 117928">
                    <a:extLst>
                      <a:ext uri="{FF2B5EF4-FFF2-40B4-BE49-F238E27FC236}">
                        <a16:creationId xmlns:a16="http://schemas.microsoft.com/office/drawing/2014/main" id="{C8CF4F4E-9294-408B-A464-3C7066756BE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0" name="直線コネクタ 117929">
                    <a:extLst>
                      <a:ext uri="{FF2B5EF4-FFF2-40B4-BE49-F238E27FC236}">
                        <a16:creationId xmlns:a16="http://schemas.microsoft.com/office/drawing/2014/main" id="{8F912634-6358-4370-996E-FA96085AAE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1" name="直線コネクタ 117930">
                    <a:extLst>
                      <a:ext uri="{FF2B5EF4-FFF2-40B4-BE49-F238E27FC236}">
                        <a16:creationId xmlns:a16="http://schemas.microsoft.com/office/drawing/2014/main" id="{1CC0D870-C9DD-43C4-B068-54CBB90CE2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2" name="直線コネクタ 117931">
                    <a:extLst>
                      <a:ext uri="{FF2B5EF4-FFF2-40B4-BE49-F238E27FC236}">
                        <a16:creationId xmlns:a16="http://schemas.microsoft.com/office/drawing/2014/main" id="{D76775DE-AD19-4AA8-B3B9-A0E2E76BC4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3" name="直線コネクタ 117932">
                    <a:extLst>
                      <a:ext uri="{FF2B5EF4-FFF2-40B4-BE49-F238E27FC236}">
                        <a16:creationId xmlns:a16="http://schemas.microsoft.com/office/drawing/2014/main" id="{C1AD34DB-5FEA-4EA4-AF56-312BFB1DDB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4" name="直線コネクタ 117933">
                    <a:extLst>
                      <a:ext uri="{FF2B5EF4-FFF2-40B4-BE49-F238E27FC236}">
                        <a16:creationId xmlns:a16="http://schemas.microsoft.com/office/drawing/2014/main" id="{1D2846BD-BE12-47F6-AF61-397FD9361A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5" name="直線コネクタ 117934">
                    <a:extLst>
                      <a:ext uri="{FF2B5EF4-FFF2-40B4-BE49-F238E27FC236}">
                        <a16:creationId xmlns:a16="http://schemas.microsoft.com/office/drawing/2014/main" id="{FBAFE0DB-1883-42C8-9C9B-A42190864B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6" name="直線コネクタ 117935">
                    <a:extLst>
                      <a:ext uri="{FF2B5EF4-FFF2-40B4-BE49-F238E27FC236}">
                        <a16:creationId xmlns:a16="http://schemas.microsoft.com/office/drawing/2014/main" id="{3898B239-E74B-4CA5-B643-EA237924AE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7" name="直線コネクタ 117936">
                    <a:extLst>
                      <a:ext uri="{FF2B5EF4-FFF2-40B4-BE49-F238E27FC236}">
                        <a16:creationId xmlns:a16="http://schemas.microsoft.com/office/drawing/2014/main" id="{94C03FB0-47FD-4DEA-B330-58EC32241D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8" name="直線コネクタ 117937">
                    <a:extLst>
                      <a:ext uri="{FF2B5EF4-FFF2-40B4-BE49-F238E27FC236}">
                        <a16:creationId xmlns:a16="http://schemas.microsoft.com/office/drawing/2014/main" id="{8CF1A8A6-571B-48F7-9BB7-91988A0B6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39" name="直線コネクタ 117938">
                    <a:extLst>
                      <a:ext uri="{FF2B5EF4-FFF2-40B4-BE49-F238E27FC236}">
                        <a16:creationId xmlns:a16="http://schemas.microsoft.com/office/drawing/2014/main" id="{C0B0232F-BED5-4B44-A6E8-8BD8F0B0F8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0" name="直線コネクタ 117939">
                    <a:extLst>
                      <a:ext uri="{FF2B5EF4-FFF2-40B4-BE49-F238E27FC236}">
                        <a16:creationId xmlns:a16="http://schemas.microsoft.com/office/drawing/2014/main" id="{E4005C5F-21C9-449A-A8A0-ACEBD33E54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1" name="直線コネクタ 117940">
                    <a:extLst>
                      <a:ext uri="{FF2B5EF4-FFF2-40B4-BE49-F238E27FC236}">
                        <a16:creationId xmlns:a16="http://schemas.microsoft.com/office/drawing/2014/main" id="{49CC5CE9-DD66-46C4-B45D-4B6CEB9FE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2" name="直線コネクタ 117941">
                    <a:extLst>
                      <a:ext uri="{FF2B5EF4-FFF2-40B4-BE49-F238E27FC236}">
                        <a16:creationId xmlns:a16="http://schemas.microsoft.com/office/drawing/2014/main" id="{75976F92-D3FC-4F0B-A4F2-1A315C8EF6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3" name="直線コネクタ 117942">
                    <a:extLst>
                      <a:ext uri="{FF2B5EF4-FFF2-40B4-BE49-F238E27FC236}">
                        <a16:creationId xmlns:a16="http://schemas.microsoft.com/office/drawing/2014/main" id="{4A9990E5-88C1-441E-B793-8CF04DF4D3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4" name="直線コネクタ 117943">
                    <a:extLst>
                      <a:ext uri="{FF2B5EF4-FFF2-40B4-BE49-F238E27FC236}">
                        <a16:creationId xmlns:a16="http://schemas.microsoft.com/office/drawing/2014/main" id="{18DADE17-BE77-4F78-97A4-F8B992B952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5" name="直線コネクタ 117944">
                    <a:extLst>
                      <a:ext uri="{FF2B5EF4-FFF2-40B4-BE49-F238E27FC236}">
                        <a16:creationId xmlns:a16="http://schemas.microsoft.com/office/drawing/2014/main" id="{34CF4475-DF99-4DA3-A362-1DBEE71DD2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6" name="直線コネクタ 117945">
                    <a:extLst>
                      <a:ext uri="{FF2B5EF4-FFF2-40B4-BE49-F238E27FC236}">
                        <a16:creationId xmlns:a16="http://schemas.microsoft.com/office/drawing/2014/main" id="{61FBA16F-FA52-4015-B733-BF9D169FFD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7" name="直線コネクタ 117946">
                    <a:extLst>
                      <a:ext uri="{FF2B5EF4-FFF2-40B4-BE49-F238E27FC236}">
                        <a16:creationId xmlns:a16="http://schemas.microsoft.com/office/drawing/2014/main" id="{FC6AF222-CCB8-4EED-BF3B-04D046DB65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8" name="直線コネクタ 117947">
                    <a:extLst>
                      <a:ext uri="{FF2B5EF4-FFF2-40B4-BE49-F238E27FC236}">
                        <a16:creationId xmlns:a16="http://schemas.microsoft.com/office/drawing/2014/main" id="{BAE265FB-2358-4307-9839-D0618079E6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49" name="直線コネクタ 117948">
                    <a:extLst>
                      <a:ext uri="{FF2B5EF4-FFF2-40B4-BE49-F238E27FC236}">
                        <a16:creationId xmlns:a16="http://schemas.microsoft.com/office/drawing/2014/main" id="{AAB40690-477D-481A-8553-417661C453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0" name="直線コネクタ 117949">
                    <a:extLst>
                      <a:ext uri="{FF2B5EF4-FFF2-40B4-BE49-F238E27FC236}">
                        <a16:creationId xmlns:a16="http://schemas.microsoft.com/office/drawing/2014/main" id="{AE84ED7A-ED42-4F60-B850-62B91E54C8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1" name="直線コネクタ 117950">
                    <a:extLst>
                      <a:ext uri="{FF2B5EF4-FFF2-40B4-BE49-F238E27FC236}">
                        <a16:creationId xmlns:a16="http://schemas.microsoft.com/office/drawing/2014/main" id="{274142BA-72DD-44A1-978B-B811343622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2" name="直線コネクタ 117951">
                    <a:extLst>
                      <a:ext uri="{FF2B5EF4-FFF2-40B4-BE49-F238E27FC236}">
                        <a16:creationId xmlns:a16="http://schemas.microsoft.com/office/drawing/2014/main" id="{F44E3B09-E39D-4A1A-91DB-6BC354CB8A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3" name="直線コネクタ 117952">
                    <a:extLst>
                      <a:ext uri="{FF2B5EF4-FFF2-40B4-BE49-F238E27FC236}">
                        <a16:creationId xmlns:a16="http://schemas.microsoft.com/office/drawing/2014/main" id="{531F53E2-9C5A-4F58-8EC5-72C24915BF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4" name="直線コネクタ 117953">
                    <a:extLst>
                      <a:ext uri="{FF2B5EF4-FFF2-40B4-BE49-F238E27FC236}">
                        <a16:creationId xmlns:a16="http://schemas.microsoft.com/office/drawing/2014/main" id="{A0A29FD8-A8F3-4546-B703-D01E8896C1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5" name="直線コネクタ 117954">
                    <a:extLst>
                      <a:ext uri="{FF2B5EF4-FFF2-40B4-BE49-F238E27FC236}">
                        <a16:creationId xmlns:a16="http://schemas.microsoft.com/office/drawing/2014/main" id="{85395872-0D61-47E3-B409-097835D695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6" name="直線コネクタ 117955">
                    <a:extLst>
                      <a:ext uri="{FF2B5EF4-FFF2-40B4-BE49-F238E27FC236}">
                        <a16:creationId xmlns:a16="http://schemas.microsoft.com/office/drawing/2014/main" id="{22264965-3544-4D1B-9B1F-12C4682741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7" name="直線コネクタ 117956">
                    <a:extLst>
                      <a:ext uri="{FF2B5EF4-FFF2-40B4-BE49-F238E27FC236}">
                        <a16:creationId xmlns:a16="http://schemas.microsoft.com/office/drawing/2014/main" id="{07B38A2F-A19E-413E-93BE-D2C551C84E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8" name="直線コネクタ 117957">
                    <a:extLst>
                      <a:ext uri="{FF2B5EF4-FFF2-40B4-BE49-F238E27FC236}">
                        <a16:creationId xmlns:a16="http://schemas.microsoft.com/office/drawing/2014/main" id="{EF978167-06C2-4BDA-B082-69B0728050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59" name="直線コネクタ 117958">
                    <a:extLst>
                      <a:ext uri="{FF2B5EF4-FFF2-40B4-BE49-F238E27FC236}">
                        <a16:creationId xmlns:a16="http://schemas.microsoft.com/office/drawing/2014/main" id="{FDBFD9CB-9114-40BA-A0A8-22162BA1F3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0" name="直線コネクタ 117959">
                    <a:extLst>
                      <a:ext uri="{FF2B5EF4-FFF2-40B4-BE49-F238E27FC236}">
                        <a16:creationId xmlns:a16="http://schemas.microsoft.com/office/drawing/2014/main" id="{64821256-84AD-4CB4-8F23-CC3FE8E4DA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1" name="直線コネクタ 117960">
                    <a:extLst>
                      <a:ext uri="{FF2B5EF4-FFF2-40B4-BE49-F238E27FC236}">
                        <a16:creationId xmlns:a16="http://schemas.microsoft.com/office/drawing/2014/main" id="{D17DDEB7-60FA-428B-B72B-EDF71E297C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2" name="直線コネクタ 117961">
                    <a:extLst>
                      <a:ext uri="{FF2B5EF4-FFF2-40B4-BE49-F238E27FC236}">
                        <a16:creationId xmlns:a16="http://schemas.microsoft.com/office/drawing/2014/main" id="{54F23DBE-B727-4800-A31C-00861E9446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3" name="直線コネクタ 117962">
                    <a:extLst>
                      <a:ext uri="{FF2B5EF4-FFF2-40B4-BE49-F238E27FC236}">
                        <a16:creationId xmlns:a16="http://schemas.microsoft.com/office/drawing/2014/main" id="{A816FB0A-5746-4B8A-B87F-B313C9B960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4" name="直線コネクタ 117963">
                    <a:extLst>
                      <a:ext uri="{FF2B5EF4-FFF2-40B4-BE49-F238E27FC236}">
                        <a16:creationId xmlns:a16="http://schemas.microsoft.com/office/drawing/2014/main" id="{F1936374-0CA2-4B89-8DB7-CC6A78E4B5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5" name="直線コネクタ 117964">
                    <a:extLst>
                      <a:ext uri="{FF2B5EF4-FFF2-40B4-BE49-F238E27FC236}">
                        <a16:creationId xmlns:a16="http://schemas.microsoft.com/office/drawing/2014/main" id="{249052D1-603E-4A84-A2AD-7198658BBF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6" name="直線コネクタ 117965">
                    <a:extLst>
                      <a:ext uri="{FF2B5EF4-FFF2-40B4-BE49-F238E27FC236}">
                        <a16:creationId xmlns:a16="http://schemas.microsoft.com/office/drawing/2014/main" id="{9D4D83D5-F0DB-4C12-9C19-C3AFD9A3A6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7" name="直線コネクタ 117966">
                    <a:extLst>
                      <a:ext uri="{FF2B5EF4-FFF2-40B4-BE49-F238E27FC236}">
                        <a16:creationId xmlns:a16="http://schemas.microsoft.com/office/drawing/2014/main" id="{206C0FA5-F8BD-476A-B40E-A23482E726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8" name="直線コネクタ 117967">
                    <a:extLst>
                      <a:ext uri="{FF2B5EF4-FFF2-40B4-BE49-F238E27FC236}">
                        <a16:creationId xmlns:a16="http://schemas.microsoft.com/office/drawing/2014/main" id="{12418D58-89D6-438F-8333-8600E677076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69" name="直線コネクタ 117968">
                    <a:extLst>
                      <a:ext uri="{FF2B5EF4-FFF2-40B4-BE49-F238E27FC236}">
                        <a16:creationId xmlns:a16="http://schemas.microsoft.com/office/drawing/2014/main" id="{3FE7CAEA-9B1D-4D01-A866-3BC98E4575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0" name="直線コネクタ 117969">
                    <a:extLst>
                      <a:ext uri="{FF2B5EF4-FFF2-40B4-BE49-F238E27FC236}">
                        <a16:creationId xmlns:a16="http://schemas.microsoft.com/office/drawing/2014/main" id="{63327F0B-B654-46DB-895B-64F1CD3FA1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1" name="直線コネクタ 117970">
                    <a:extLst>
                      <a:ext uri="{FF2B5EF4-FFF2-40B4-BE49-F238E27FC236}">
                        <a16:creationId xmlns:a16="http://schemas.microsoft.com/office/drawing/2014/main" id="{1AE05F0D-FEA4-44FA-AE1E-6B2C3FFF5FB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2" name="直線コネクタ 117971">
                    <a:extLst>
                      <a:ext uri="{FF2B5EF4-FFF2-40B4-BE49-F238E27FC236}">
                        <a16:creationId xmlns:a16="http://schemas.microsoft.com/office/drawing/2014/main" id="{FA154193-6E4B-455E-8305-9925667C336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3" name="直線コネクタ 117972">
                    <a:extLst>
                      <a:ext uri="{FF2B5EF4-FFF2-40B4-BE49-F238E27FC236}">
                        <a16:creationId xmlns:a16="http://schemas.microsoft.com/office/drawing/2014/main" id="{62ACB302-153E-425A-AA5E-303528166CC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4" name="直線コネクタ 117973">
                    <a:extLst>
                      <a:ext uri="{FF2B5EF4-FFF2-40B4-BE49-F238E27FC236}">
                        <a16:creationId xmlns:a16="http://schemas.microsoft.com/office/drawing/2014/main" id="{BE87D4C0-6DA8-4881-BCAE-9883323ED8A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5" name="直線コネクタ 117974">
                    <a:extLst>
                      <a:ext uri="{FF2B5EF4-FFF2-40B4-BE49-F238E27FC236}">
                        <a16:creationId xmlns:a16="http://schemas.microsoft.com/office/drawing/2014/main" id="{C8FDC2A1-25C6-4264-B78C-7DB5B79472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6" name="直線コネクタ 117975">
                    <a:extLst>
                      <a:ext uri="{FF2B5EF4-FFF2-40B4-BE49-F238E27FC236}">
                        <a16:creationId xmlns:a16="http://schemas.microsoft.com/office/drawing/2014/main" id="{4E2C2429-8EC5-41F3-98FB-F842186B495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7" name="直線コネクタ 117976">
                    <a:extLst>
                      <a:ext uri="{FF2B5EF4-FFF2-40B4-BE49-F238E27FC236}">
                        <a16:creationId xmlns:a16="http://schemas.microsoft.com/office/drawing/2014/main" id="{7C07924E-2710-40DF-957D-021B1CEAEA2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8" name="直線コネクタ 117977">
                    <a:extLst>
                      <a:ext uri="{FF2B5EF4-FFF2-40B4-BE49-F238E27FC236}">
                        <a16:creationId xmlns:a16="http://schemas.microsoft.com/office/drawing/2014/main" id="{31D3368C-BD46-42FD-B01C-B0F894125B4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79" name="直線コネクタ 117978">
                    <a:extLst>
                      <a:ext uri="{FF2B5EF4-FFF2-40B4-BE49-F238E27FC236}">
                        <a16:creationId xmlns:a16="http://schemas.microsoft.com/office/drawing/2014/main" id="{1CB70A24-6B49-4DE2-991D-0C0333711B8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0" name="直線コネクタ 117979">
                    <a:extLst>
                      <a:ext uri="{FF2B5EF4-FFF2-40B4-BE49-F238E27FC236}">
                        <a16:creationId xmlns:a16="http://schemas.microsoft.com/office/drawing/2014/main" id="{06527ECB-7E14-495E-8C11-E73401E393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1" name="直線コネクタ 117980">
                    <a:extLst>
                      <a:ext uri="{FF2B5EF4-FFF2-40B4-BE49-F238E27FC236}">
                        <a16:creationId xmlns:a16="http://schemas.microsoft.com/office/drawing/2014/main" id="{E9FC735A-3D49-420C-AFE0-ECB65CBF99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2" name="直線コネクタ 117981">
                    <a:extLst>
                      <a:ext uri="{FF2B5EF4-FFF2-40B4-BE49-F238E27FC236}">
                        <a16:creationId xmlns:a16="http://schemas.microsoft.com/office/drawing/2014/main" id="{3F48A4F7-0632-4C4E-BB3B-8F5CE0A336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3" name="直線コネクタ 117982">
                    <a:extLst>
                      <a:ext uri="{FF2B5EF4-FFF2-40B4-BE49-F238E27FC236}">
                        <a16:creationId xmlns:a16="http://schemas.microsoft.com/office/drawing/2014/main" id="{2FEEAD20-6A03-4A83-8806-D5AA48AFD0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4" name="直線コネクタ 117983">
                    <a:extLst>
                      <a:ext uri="{FF2B5EF4-FFF2-40B4-BE49-F238E27FC236}">
                        <a16:creationId xmlns:a16="http://schemas.microsoft.com/office/drawing/2014/main" id="{BE0B7D80-1FFE-410E-9ABE-5A4032EE43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5" name="直線コネクタ 117984">
                    <a:extLst>
                      <a:ext uri="{FF2B5EF4-FFF2-40B4-BE49-F238E27FC236}">
                        <a16:creationId xmlns:a16="http://schemas.microsoft.com/office/drawing/2014/main" id="{3056290D-236D-42A3-A0A7-426D2AD65D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6" name="直線コネクタ 117985">
                    <a:extLst>
                      <a:ext uri="{FF2B5EF4-FFF2-40B4-BE49-F238E27FC236}">
                        <a16:creationId xmlns:a16="http://schemas.microsoft.com/office/drawing/2014/main" id="{9361D923-A30E-4225-A4A3-A91321A1EA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7" name="直線コネクタ 117986">
                    <a:extLst>
                      <a:ext uri="{FF2B5EF4-FFF2-40B4-BE49-F238E27FC236}">
                        <a16:creationId xmlns:a16="http://schemas.microsoft.com/office/drawing/2014/main" id="{F5D63DB4-E99D-407A-B91E-FB1141957B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8" name="直線コネクタ 117987">
                    <a:extLst>
                      <a:ext uri="{FF2B5EF4-FFF2-40B4-BE49-F238E27FC236}">
                        <a16:creationId xmlns:a16="http://schemas.microsoft.com/office/drawing/2014/main" id="{760F509E-E17D-4318-A2E7-B6CCB48FE3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89" name="直線コネクタ 117988">
                    <a:extLst>
                      <a:ext uri="{FF2B5EF4-FFF2-40B4-BE49-F238E27FC236}">
                        <a16:creationId xmlns:a16="http://schemas.microsoft.com/office/drawing/2014/main" id="{9489BE3C-3586-49C4-B6A8-690075E070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0" name="直線コネクタ 117989">
                    <a:extLst>
                      <a:ext uri="{FF2B5EF4-FFF2-40B4-BE49-F238E27FC236}">
                        <a16:creationId xmlns:a16="http://schemas.microsoft.com/office/drawing/2014/main" id="{1D401283-F20B-4E52-A825-4D57306E8E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1" name="直線コネクタ 117990">
                    <a:extLst>
                      <a:ext uri="{FF2B5EF4-FFF2-40B4-BE49-F238E27FC236}">
                        <a16:creationId xmlns:a16="http://schemas.microsoft.com/office/drawing/2014/main" id="{F4601FD3-C391-44F9-87DC-16BF230E87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2" name="直線コネクタ 117991">
                    <a:extLst>
                      <a:ext uri="{FF2B5EF4-FFF2-40B4-BE49-F238E27FC236}">
                        <a16:creationId xmlns:a16="http://schemas.microsoft.com/office/drawing/2014/main" id="{2A358138-D5C1-4EFC-9267-F4EA7E5C97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3" name="直線コネクタ 117992">
                    <a:extLst>
                      <a:ext uri="{FF2B5EF4-FFF2-40B4-BE49-F238E27FC236}">
                        <a16:creationId xmlns:a16="http://schemas.microsoft.com/office/drawing/2014/main" id="{204E8AAF-0B65-48FF-9BB9-DA7BEAF80C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4" name="直線コネクタ 117993">
                    <a:extLst>
                      <a:ext uri="{FF2B5EF4-FFF2-40B4-BE49-F238E27FC236}">
                        <a16:creationId xmlns:a16="http://schemas.microsoft.com/office/drawing/2014/main" id="{75CE926E-5CCB-4D3F-AECE-91668ECE38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5" name="直線コネクタ 117994">
                    <a:extLst>
                      <a:ext uri="{FF2B5EF4-FFF2-40B4-BE49-F238E27FC236}">
                        <a16:creationId xmlns:a16="http://schemas.microsoft.com/office/drawing/2014/main" id="{D9C6CC36-D568-4296-B25A-E7695A52F7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6" name="直線コネクタ 117995">
                    <a:extLst>
                      <a:ext uri="{FF2B5EF4-FFF2-40B4-BE49-F238E27FC236}">
                        <a16:creationId xmlns:a16="http://schemas.microsoft.com/office/drawing/2014/main" id="{8AE3FFDE-54BC-45BA-9B50-1775521D8B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7" name="直線コネクタ 117996">
                    <a:extLst>
                      <a:ext uri="{FF2B5EF4-FFF2-40B4-BE49-F238E27FC236}">
                        <a16:creationId xmlns:a16="http://schemas.microsoft.com/office/drawing/2014/main" id="{92305EE2-A81C-4603-A3DE-373B823D9E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8" name="直線コネクタ 117997">
                    <a:extLst>
                      <a:ext uri="{FF2B5EF4-FFF2-40B4-BE49-F238E27FC236}">
                        <a16:creationId xmlns:a16="http://schemas.microsoft.com/office/drawing/2014/main" id="{91C2C3C8-FD12-4E32-B9FA-BD80A94CE0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999" name="直線コネクタ 117998">
                    <a:extLst>
                      <a:ext uri="{FF2B5EF4-FFF2-40B4-BE49-F238E27FC236}">
                        <a16:creationId xmlns:a16="http://schemas.microsoft.com/office/drawing/2014/main" id="{DEAA845C-1A39-4367-A614-293D0B8F0B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0" name="直線コネクタ 117999">
                    <a:extLst>
                      <a:ext uri="{FF2B5EF4-FFF2-40B4-BE49-F238E27FC236}">
                        <a16:creationId xmlns:a16="http://schemas.microsoft.com/office/drawing/2014/main" id="{68E6DF38-9846-4280-97E0-CDEEA12A2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1" name="直線コネクタ 118000">
                    <a:extLst>
                      <a:ext uri="{FF2B5EF4-FFF2-40B4-BE49-F238E27FC236}">
                        <a16:creationId xmlns:a16="http://schemas.microsoft.com/office/drawing/2014/main" id="{33711905-1082-4322-9B27-C6AA389608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2" name="直線コネクタ 118001">
                    <a:extLst>
                      <a:ext uri="{FF2B5EF4-FFF2-40B4-BE49-F238E27FC236}">
                        <a16:creationId xmlns:a16="http://schemas.microsoft.com/office/drawing/2014/main" id="{BCE34D44-706D-44A5-82CB-5E0DA8DE72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3" name="直線コネクタ 118002">
                    <a:extLst>
                      <a:ext uri="{FF2B5EF4-FFF2-40B4-BE49-F238E27FC236}">
                        <a16:creationId xmlns:a16="http://schemas.microsoft.com/office/drawing/2014/main" id="{92FB0344-FD20-4ACF-996A-240155FAD5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4" name="直線コネクタ 118003">
                    <a:extLst>
                      <a:ext uri="{FF2B5EF4-FFF2-40B4-BE49-F238E27FC236}">
                        <a16:creationId xmlns:a16="http://schemas.microsoft.com/office/drawing/2014/main" id="{F16261A1-7893-4FBB-B824-63F0681ABF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5" name="直線コネクタ 118004">
                    <a:extLst>
                      <a:ext uri="{FF2B5EF4-FFF2-40B4-BE49-F238E27FC236}">
                        <a16:creationId xmlns:a16="http://schemas.microsoft.com/office/drawing/2014/main" id="{BB64E3F1-D7AB-4045-B185-F13960A618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6" name="直線コネクタ 118005">
                    <a:extLst>
                      <a:ext uri="{FF2B5EF4-FFF2-40B4-BE49-F238E27FC236}">
                        <a16:creationId xmlns:a16="http://schemas.microsoft.com/office/drawing/2014/main" id="{91078500-D671-4D5E-9253-DACF0E7638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7" name="直線コネクタ 118006">
                    <a:extLst>
                      <a:ext uri="{FF2B5EF4-FFF2-40B4-BE49-F238E27FC236}">
                        <a16:creationId xmlns:a16="http://schemas.microsoft.com/office/drawing/2014/main" id="{5D794188-F0A7-478B-A550-6C0649F098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8" name="直線コネクタ 118007">
                    <a:extLst>
                      <a:ext uri="{FF2B5EF4-FFF2-40B4-BE49-F238E27FC236}">
                        <a16:creationId xmlns:a16="http://schemas.microsoft.com/office/drawing/2014/main" id="{B39E6304-CCBD-4785-8953-99C33B43BB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09" name="直線コネクタ 118008">
                    <a:extLst>
                      <a:ext uri="{FF2B5EF4-FFF2-40B4-BE49-F238E27FC236}">
                        <a16:creationId xmlns:a16="http://schemas.microsoft.com/office/drawing/2014/main" id="{6ED4C11C-B13C-4612-996F-469F178EFB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0" name="直線コネクタ 118009">
                    <a:extLst>
                      <a:ext uri="{FF2B5EF4-FFF2-40B4-BE49-F238E27FC236}">
                        <a16:creationId xmlns:a16="http://schemas.microsoft.com/office/drawing/2014/main" id="{1915885B-FE4E-4600-A74F-86FD4EA4B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1" name="直線コネクタ 118010">
                    <a:extLst>
                      <a:ext uri="{FF2B5EF4-FFF2-40B4-BE49-F238E27FC236}">
                        <a16:creationId xmlns:a16="http://schemas.microsoft.com/office/drawing/2014/main" id="{30429A10-F85E-4A49-B459-D32E9B6AC4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2" name="直線コネクタ 118011">
                    <a:extLst>
                      <a:ext uri="{FF2B5EF4-FFF2-40B4-BE49-F238E27FC236}">
                        <a16:creationId xmlns:a16="http://schemas.microsoft.com/office/drawing/2014/main" id="{DC9C72F9-799F-46FC-8A4B-CA5EA107D0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3" name="直線コネクタ 118012">
                    <a:extLst>
                      <a:ext uri="{FF2B5EF4-FFF2-40B4-BE49-F238E27FC236}">
                        <a16:creationId xmlns:a16="http://schemas.microsoft.com/office/drawing/2014/main" id="{C2F18014-B15E-4BE4-A80D-D734881EAC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4" name="直線コネクタ 118013">
                    <a:extLst>
                      <a:ext uri="{FF2B5EF4-FFF2-40B4-BE49-F238E27FC236}">
                        <a16:creationId xmlns:a16="http://schemas.microsoft.com/office/drawing/2014/main" id="{EFF48235-86B7-47B3-9CA3-B94D25CD27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5" name="直線コネクタ 118014">
                    <a:extLst>
                      <a:ext uri="{FF2B5EF4-FFF2-40B4-BE49-F238E27FC236}">
                        <a16:creationId xmlns:a16="http://schemas.microsoft.com/office/drawing/2014/main" id="{1725058D-FCCF-42EB-A233-EA2946234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6" name="直線コネクタ 118015">
                    <a:extLst>
                      <a:ext uri="{FF2B5EF4-FFF2-40B4-BE49-F238E27FC236}">
                        <a16:creationId xmlns:a16="http://schemas.microsoft.com/office/drawing/2014/main" id="{7836FD40-AC8C-471C-B0A8-D59B7D43F6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7" name="直線コネクタ 118016">
                    <a:extLst>
                      <a:ext uri="{FF2B5EF4-FFF2-40B4-BE49-F238E27FC236}">
                        <a16:creationId xmlns:a16="http://schemas.microsoft.com/office/drawing/2014/main" id="{5334D1B1-682B-45FE-8812-D716AFA418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8" name="直線コネクタ 118017">
                    <a:extLst>
                      <a:ext uri="{FF2B5EF4-FFF2-40B4-BE49-F238E27FC236}">
                        <a16:creationId xmlns:a16="http://schemas.microsoft.com/office/drawing/2014/main" id="{958E7E45-69FE-4738-8EEF-D267236E98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19" name="直線コネクタ 118018">
                    <a:extLst>
                      <a:ext uri="{FF2B5EF4-FFF2-40B4-BE49-F238E27FC236}">
                        <a16:creationId xmlns:a16="http://schemas.microsoft.com/office/drawing/2014/main" id="{D896B1FF-D345-4047-895E-364F173D9C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0" name="直線コネクタ 118019">
                    <a:extLst>
                      <a:ext uri="{FF2B5EF4-FFF2-40B4-BE49-F238E27FC236}">
                        <a16:creationId xmlns:a16="http://schemas.microsoft.com/office/drawing/2014/main" id="{F18730EA-94FF-4DC8-9EE5-3B1E2A995B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1" name="直線コネクタ 118020">
                    <a:extLst>
                      <a:ext uri="{FF2B5EF4-FFF2-40B4-BE49-F238E27FC236}">
                        <a16:creationId xmlns:a16="http://schemas.microsoft.com/office/drawing/2014/main" id="{6EDC1BFE-2F47-4DC1-9BCD-C577EA2EE5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2" name="直線コネクタ 118021">
                    <a:extLst>
                      <a:ext uri="{FF2B5EF4-FFF2-40B4-BE49-F238E27FC236}">
                        <a16:creationId xmlns:a16="http://schemas.microsoft.com/office/drawing/2014/main" id="{FC8AD224-B9DE-4826-9FC4-FDC761B273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3" name="直線コネクタ 118022">
                    <a:extLst>
                      <a:ext uri="{FF2B5EF4-FFF2-40B4-BE49-F238E27FC236}">
                        <a16:creationId xmlns:a16="http://schemas.microsoft.com/office/drawing/2014/main" id="{E8F28083-D9C6-4314-8F99-B6C6792A3A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4" name="直線コネクタ 118023">
                    <a:extLst>
                      <a:ext uri="{FF2B5EF4-FFF2-40B4-BE49-F238E27FC236}">
                        <a16:creationId xmlns:a16="http://schemas.microsoft.com/office/drawing/2014/main" id="{240998DD-7A84-4503-852D-7FF369DCD0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5" name="直線コネクタ 118024">
                    <a:extLst>
                      <a:ext uri="{FF2B5EF4-FFF2-40B4-BE49-F238E27FC236}">
                        <a16:creationId xmlns:a16="http://schemas.microsoft.com/office/drawing/2014/main" id="{6C624391-A65E-4B5D-BC04-021880BE7A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6" name="直線コネクタ 118025">
                    <a:extLst>
                      <a:ext uri="{FF2B5EF4-FFF2-40B4-BE49-F238E27FC236}">
                        <a16:creationId xmlns:a16="http://schemas.microsoft.com/office/drawing/2014/main" id="{EF603E16-17B1-44D1-A05C-1B614F0435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7" name="直線コネクタ 118026">
                    <a:extLst>
                      <a:ext uri="{FF2B5EF4-FFF2-40B4-BE49-F238E27FC236}">
                        <a16:creationId xmlns:a16="http://schemas.microsoft.com/office/drawing/2014/main" id="{4554C8DE-B8A2-4C2E-A478-3E4EC9A44E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8" name="直線コネクタ 118027">
                    <a:extLst>
                      <a:ext uri="{FF2B5EF4-FFF2-40B4-BE49-F238E27FC236}">
                        <a16:creationId xmlns:a16="http://schemas.microsoft.com/office/drawing/2014/main" id="{5D5E57CC-9C3D-4799-9434-B9E64191C1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29" name="直線コネクタ 118028">
                    <a:extLst>
                      <a:ext uri="{FF2B5EF4-FFF2-40B4-BE49-F238E27FC236}">
                        <a16:creationId xmlns:a16="http://schemas.microsoft.com/office/drawing/2014/main" id="{0825655C-6377-4B4F-9BCE-18AB4B28E3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0" name="直線コネクタ 118029">
                    <a:extLst>
                      <a:ext uri="{FF2B5EF4-FFF2-40B4-BE49-F238E27FC236}">
                        <a16:creationId xmlns:a16="http://schemas.microsoft.com/office/drawing/2014/main" id="{FDE8FF9B-D5BE-4909-A56C-631EBA3947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1" name="直線コネクタ 118030">
                    <a:extLst>
                      <a:ext uri="{FF2B5EF4-FFF2-40B4-BE49-F238E27FC236}">
                        <a16:creationId xmlns:a16="http://schemas.microsoft.com/office/drawing/2014/main" id="{917A82E6-ED5F-471B-B802-A3C8B18E24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2" name="直線コネクタ 118031">
                    <a:extLst>
                      <a:ext uri="{FF2B5EF4-FFF2-40B4-BE49-F238E27FC236}">
                        <a16:creationId xmlns:a16="http://schemas.microsoft.com/office/drawing/2014/main" id="{07E9FD23-A61F-406C-B89D-BD6EB6D0BC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3" name="直線コネクタ 118032">
                    <a:extLst>
                      <a:ext uri="{FF2B5EF4-FFF2-40B4-BE49-F238E27FC236}">
                        <a16:creationId xmlns:a16="http://schemas.microsoft.com/office/drawing/2014/main" id="{4C15E76C-CFB0-4926-B386-10C122A994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4" name="直線コネクタ 118033">
                    <a:extLst>
                      <a:ext uri="{FF2B5EF4-FFF2-40B4-BE49-F238E27FC236}">
                        <a16:creationId xmlns:a16="http://schemas.microsoft.com/office/drawing/2014/main" id="{A4768B21-A500-4D3E-9F20-1A2ABE9232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5" name="直線コネクタ 118034">
                    <a:extLst>
                      <a:ext uri="{FF2B5EF4-FFF2-40B4-BE49-F238E27FC236}">
                        <a16:creationId xmlns:a16="http://schemas.microsoft.com/office/drawing/2014/main" id="{7594F322-0585-4B26-920D-E5562FDF34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6" name="直線コネクタ 118035">
                    <a:extLst>
                      <a:ext uri="{FF2B5EF4-FFF2-40B4-BE49-F238E27FC236}">
                        <a16:creationId xmlns:a16="http://schemas.microsoft.com/office/drawing/2014/main" id="{FB57D430-0684-43E4-B72A-276569E2F7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7" name="直線コネクタ 118036">
                    <a:extLst>
                      <a:ext uri="{FF2B5EF4-FFF2-40B4-BE49-F238E27FC236}">
                        <a16:creationId xmlns:a16="http://schemas.microsoft.com/office/drawing/2014/main" id="{99E34800-CCB7-4092-B9A9-C1774AC8C3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8" name="直線コネクタ 118037">
                    <a:extLst>
                      <a:ext uri="{FF2B5EF4-FFF2-40B4-BE49-F238E27FC236}">
                        <a16:creationId xmlns:a16="http://schemas.microsoft.com/office/drawing/2014/main" id="{23EEF0C7-8049-4746-8D2D-2B6BD3B7E8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39" name="直線コネクタ 118038">
                    <a:extLst>
                      <a:ext uri="{FF2B5EF4-FFF2-40B4-BE49-F238E27FC236}">
                        <a16:creationId xmlns:a16="http://schemas.microsoft.com/office/drawing/2014/main" id="{8B2689FE-AEA1-4A71-A5ED-A5A2504601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40" name="直線コネクタ 118039">
                    <a:extLst>
                      <a:ext uri="{FF2B5EF4-FFF2-40B4-BE49-F238E27FC236}">
                        <a16:creationId xmlns:a16="http://schemas.microsoft.com/office/drawing/2014/main" id="{0DB37488-C626-49AB-89D2-7B65FA66A3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41" name="直線コネクタ 118040">
                    <a:extLst>
                      <a:ext uri="{FF2B5EF4-FFF2-40B4-BE49-F238E27FC236}">
                        <a16:creationId xmlns:a16="http://schemas.microsoft.com/office/drawing/2014/main" id="{39EF2F4A-C2FF-48C4-AAB0-D43114CB4D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042" name="直線コネクタ 118041">
                    <a:extLst>
                      <a:ext uri="{FF2B5EF4-FFF2-40B4-BE49-F238E27FC236}">
                        <a16:creationId xmlns:a16="http://schemas.microsoft.com/office/drawing/2014/main" id="{90A98FE5-D316-48B3-8CF5-2FBF25A400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8043" name="グループ化 118042">
                    <a:extLst>
                      <a:ext uri="{FF2B5EF4-FFF2-40B4-BE49-F238E27FC236}">
                        <a16:creationId xmlns:a16="http://schemas.microsoft.com/office/drawing/2014/main" id="{0673537B-92D9-4BFD-8B64-3C9DCFCB94FD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219" name="直線コネクタ 118218">
                      <a:extLst>
                        <a:ext uri="{FF2B5EF4-FFF2-40B4-BE49-F238E27FC236}">
                          <a16:creationId xmlns:a16="http://schemas.microsoft.com/office/drawing/2014/main" id="{604C0F18-2732-4400-9FC7-72592B8E79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0" name="直線コネクタ 118219">
                      <a:extLst>
                        <a:ext uri="{FF2B5EF4-FFF2-40B4-BE49-F238E27FC236}">
                          <a16:creationId xmlns:a16="http://schemas.microsoft.com/office/drawing/2014/main" id="{D2FEDBEA-FB2A-47DD-9E17-E3B4B7B413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1" name="直線コネクタ 118220">
                      <a:extLst>
                        <a:ext uri="{FF2B5EF4-FFF2-40B4-BE49-F238E27FC236}">
                          <a16:creationId xmlns:a16="http://schemas.microsoft.com/office/drawing/2014/main" id="{B008F0BC-6E82-4A9F-B066-6AD8F2071A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2" name="直線コネクタ 118221">
                      <a:extLst>
                        <a:ext uri="{FF2B5EF4-FFF2-40B4-BE49-F238E27FC236}">
                          <a16:creationId xmlns:a16="http://schemas.microsoft.com/office/drawing/2014/main" id="{974D1402-4B8E-42CE-84D4-BC440A0CB9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3" name="直線コネクタ 118222">
                      <a:extLst>
                        <a:ext uri="{FF2B5EF4-FFF2-40B4-BE49-F238E27FC236}">
                          <a16:creationId xmlns:a16="http://schemas.microsoft.com/office/drawing/2014/main" id="{C5CA7780-4E43-45D8-BF54-277BC240D4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4" name="直線コネクタ 118223">
                      <a:extLst>
                        <a:ext uri="{FF2B5EF4-FFF2-40B4-BE49-F238E27FC236}">
                          <a16:creationId xmlns:a16="http://schemas.microsoft.com/office/drawing/2014/main" id="{1887BF63-179E-4FA3-BD5D-4A16DE230F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5" name="直線コネクタ 118224">
                      <a:extLst>
                        <a:ext uri="{FF2B5EF4-FFF2-40B4-BE49-F238E27FC236}">
                          <a16:creationId xmlns:a16="http://schemas.microsoft.com/office/drawing/2014/main" id="{0F6EA30C-A592-43EB-86F0-4FD842CD9A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6" name="直線コネクタ 118225">
                      <a:extLst>
                        <a:ext uri="{FF2B5EF4-FFF2-40B4-BE49-F238E27FC236}">
                          <a16:creationId xmlns:a16="http://schemas.microsoft.com/office/drawing/2014/main" id="{5680BE58-5D3A-4E53-80B5-73A8FD1D35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7" name="直線コネクタ 118226">
                      <a:extLst>
                        <a:ext uri="{FF2B5EF4-FFF2-40B4-BE49-F238E27FC236}">
                          <a16:creationId xmlns:a16="http://schemas.microsoft.com/office/drawing/2014/main" id="{C65D531F-45EA-467F-9A10-AA83AB16B7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8" name="直線コネクタ 118227">
                      <a:extLst>
                        <a:ext uri="{FF2B5EF4-FFF2-40B4-BE49-F238E27FC236}">
                          <a16:creationId xmlns:a16="http://schemas.microsoft.com/office/drawing/2014/main" id="{4E47E27F-46BC-47E0-8005-B2CC432A8F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29" name="直線コネクタ 118228">
                      <a:extLst>
                        <a:ext uri="{FF2B5EF4-FFF2-40B4-BE49-F238E27FC236}">
                          <a16:creationId xmlns:a16="http://schemas.microsoft.com/office/drawing/2014/main" id="{4E8A3721-36CB-440D-8A34-245FD0B793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0" name="直線コネクタ 118229">
                      <a:extLst>
                        <a:ext uri="{FF2B5EF4-FFF2-40B4-BE49-F238E27FC236}">
                          <a16:creationId xmlns:a16="http://schemas.microsoft.com/office/drawing/2014/main" id="{88F5D9C5-2FF4-4F22-975B-D528AF2634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1" name="直線コネクタ 118230">
                      <a:extLst>
                        <a:ext uri="{FF2B5EF4-FFF2-40B4-BE49-F238E27FC236}">
                          <a16:creationId xmlns:a16="http://schemas.microsoft.com/office/drawing/2014/main" id="{2C15A49F-8D19-4F02-B591-10B432F4D4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2" name="直線コネクタ 118231">
                      <a:extLst>
                        <a:ext uri="{FF2B5EF4-FFF2-40B4-BE49-F238E27FC236}">
                          <a16:creationId xmlns:a16="http://schemas.microsoft.com/office/drawing/2014/main" id="{9AF42F6B-FC16-4F14-8338-F9CFAC4E92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3" name="直線コネクタ 118232">
                      <a:extLst>
                        <a:ext uri="{FF2B5EF4-FFF2-40B4-BE49-F238E27FC236}">
                          <a16:creationId xmlns:a16="http://schemas.microsoft.com/office/drawing/2014/main" id="{04C15EB7-E6E1-4FC8-BB73-020CF51AFA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4" name="直線コネクタ 118233">
                      <a:extLst>
                        <a:ext uri="{FF2B5EF4-FFF2-40B4-BE49-F238E27FC236}">
                          <a16:creationId xmlns:a16="http://schemas.microsoft.com/office/drawing/2014/main" id="{66B4A3F5-B7D0-43AD-A21B-C63738BA09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5" name="直線コネクタ 118234">
                      <a:extLst>
                        <a:ext uri="{FF2B5EF4-FFF2-40B4-BE49-F238E27FC236}">
                          <a16:creationId xmlns:a16="http://schemas.microsoft.com/office/drawing/2014/main" id="{66595DC3-9431-4557-8A5B-5988AB1F61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6" name="直線コネクタ 118235">
                      <a:extLst>
                        <a:ext uri="{FF2B5EF4-FFF2-40B4-BE49-F238E27FC236}">
                          <a16:creationId xmlns:a16="http://schemas.microsoft.com/office/drawing/2014/main" id="{B71CF060-A812-4DB5-85B4-49D45D7D38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7" name="直線コネクタ 118236">
                      <a:extLst>
                        <a:ext uri="{FF2B5EF4-FFF2-40B4-BE49-F238E27FC236}">
                          <a16:creationId xmlns:a16="http://schemas.microsoft.com/office/drawing/2014/main" id="{C0209553-B5CA-4EB0-BD89-539833D8AA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8" name="直線コネクタ 118237">
                      <a:extLst>
                        <a:ext uri="{FF2B5EF4-FFF2-40B4-BE49-F238E27FC236}">
                          <a16:creationId xmlns:a16="http://schemas.microsoft.com/office/drawing/2014/main" id="{2292E54E-73DA-453B-BF5A-E6106CEF3E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39" name="直線コネクタ 118238">
                      <a:extLst>
                        <a:ext uri="{FF2B5EF4-FFF2-40B4-BE49-F238E27FC236}">
                          <a16:creationId xmlns:a16="http://schemas.microsoft.com/office/drawing/2014/main" id="{C554CED6-8F24-4507-ADB7-44F08993A1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0" name="直線コネクタ 118239">
                      <a:extLst>
                        <a:ext uri="{FF2B5EF4-FFF2-40B4-BE49-F238E27FC236}">
                          <a16:creationId xmlns:a16="http://schemas.microsoft.com/office/drawing/2014/main" id="{576EEAD0-6C48-4484-9BF6-76C9F33A95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1" name="直線コネクタ 118240">
                      <a:extLst>
                        <a:ext uri="{FF2B5EF4-FFF2-40B4-BE49-F238E27FC236}">
                          <a16:creationId xmlns:a16="http://schemas.microsoft.com/office/drawing/2014/main" id="{C7717ACA-FA07-43FA-8F07-FF32E1067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2" name="直線コネクタ 118241">
                      <a:extLst>
                        <a:ext uri="{FF2B5EF4-FFF2-40B4-BE49-F238E27FC236}">
                          <a16:creationId xmlns:a16="http://schemas.microsoft.com/office/drawing/2014/main" id="{9C4B327B-BA32-4725-953C-5A683C99A3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3" name="直線コネクタ 118242">
                      <a:extLst>
                        <a:ext uri="{FF2B5EF4-FFF2-40B4-BE49-F238E27FC236}">
                          <a16:creationId xmlns:a16="http://schemas.microsoft.com/office/drawing/2014/main" id="{E1CE7A60-BE1A-4CB6-AF57-BE49A9350C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4" name="直線コネクタ 118243">
                      <a:extLst>
                        <a:ext uri="{FF2B5EF4-FFF2-40B4-BE49-F238E27FC236}">
                          <a16:creationId xmlns:a16="http://schemas.microsoft.com/office/drawing/2014/main" id="{52926B1D-E0F8-4CB9-A153-6509AB52B1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5" name="直線コネクタ 118244">
                      <a:extLst>
                        <a:ext uri="{FF2B5EF4-FFF2-40B4-BE49-F238E27FC236}">
                          <a16:creationId xmlns:a16="http://schemas.microsoft.com/office/drawing/2014/main" id="{A2CEBDEA-3AEF-4F60-8A78-11BD0B29FE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6" name="直線コネクタ 118245">
                      <a:extLst>
                        <a:ext uri="{FF2B5EF4-FFF2-40B4-BE49-F238E27FC236}">
                          <a16:creationId xmlns:a16="http://schemas.microsoft.com/office/drawing/2014/main" id="{EB431A4C-AF44-4136-B79E-62331F2055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7" name="直線コネクタ 118246">
                      <a:extLst>
                        <a:ext uri="{FF2B5EF4-FFF2-40B4-BE49-F238E27FC236}">
                          <a16:creationId xmlns:a16="http://schemas.microsoft.com/office/drawing/2014/main" id="{F0818DF9-7AE8-4CBC-B4B3-E2446256CB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8" name="直線コネクタ 118247">
                      <a:extLst>
                        <a:ext uri="{FF2B5EF4-FFF2-40B4-BE49-F238E27FC236}">
                          <a16:creationId xmlns:a16="http://schemas.microsoft.com/office/drawing/2014/main" id="{A9B59C9A-E7ED-4DB6-A0B8-BB1050C181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49" name="直線コネクタ 118248">
                      <a:extLst>
                        <a:ext uri="{FF2B5EF4-FFF2-40B4-BE49-F238E27FC236}">
                          <a16:creationId xmlns:a16="http://schemas.microsoft.com/office/drawing/2014/main" id="{62EFCEFF-4F08-4087-97A3-B5A96A7A2E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0" name="直線コネクタ 118249">
                      <a:extLst>
                        <a:ext uri="{FF2B5EF4-FFF2-40B4-BE49-F238E27FC236}">
                          <a16:creationId xmlns:a16="http://schemas.microsoft.com/office/drawing/2014/main" id="{05ED8141-4D5B-4B99-8190-97F6164ACE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1" name="直線コネクタ 118250">
                      <a:extLst>
                        <a:ext uri="{FF2B5EF4-FFF2-40B4-BE49-F238E27FC236}">
                          <a16:creationId xmlns:a16="http://schemas.microsoft.com/office/drawing/2014/main" id="{6EE931F6-F930-4385-A300-1CD780CE96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2" name="直線コネクタ 118251">
                      <a:extLst>
                        <a:ext uri="{FF2B5EF4-FFF2-40B4-BE49-F238E27FC236}">
                          <a16:creationId xmlns:a16="http://schemas.microsoft.com/office/drawing/2014/main" id="{949BBF74-5B4E-40D3-86EC-FC290B6469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3" name="直線コネクタ 118252">
                      <a:extLst>
                        <a:ext uri="{FF2B5EF4-FFF2-40B4-BE49-F238E27FC236}">
                          <a16:creationId xmlns:a16="http://schemas.microsoft.com/office/drawing/2014/main" id="{910AC9C0-49EE-4ECA-9E13-EDAE38FF6C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4" name="直線コネクタ 118253">
                      <a:extLst>
                        <a:ext uri="{FF2B5EF4-FFF2-40B4-BE49-F238E27FC236}">
                          <a16:creationId xmlns:a16="http://schemas.microsoft.com/office/drawing/2014/main" id="{7772F419-4D68-4940-AEBE-30D0D6B8B8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5" name="直線コネクタ 118254">
                      <a:extLst>
                        <a:ext uri="{FF2B5EF4-FFF2-40B4-BE49-F238E27FC236}">
                          <a16:creationId xmlns:a16="http://schemas.microsoft.com/office/drawing/2014/main" id="{E947BD83-7DF8-4E39-AA66-ABD164005A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6" name="直線コネクタ 118255">
                      <a:extLst>
                        <a:ext uri="{FF2B5EF4-FFF2-40B4-BE49-F238E27FC236}">
                          <a16:creationId xmlns:a16="http://schemas.microsoft.com/office/drawing/2014/main" id="{501A241F-260F-4D76-8976-337C5031BD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7" name="直線コネクタ 118256">
                      <a:extLst>
                        <a:ext uri="{FF2B5EF4-FFF2-40B4-BE49-F238E27FC236}">
                          <a16:creationId xmlns:a16="http://schemas.microsoft.com/office/drawing/2014/main" id="{4345519C-0F18-4E49-9AA1-69161A0CD6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8" name="直線コネクタ 118257">
                      <a:extLst>
                        <a:ext uri="{FF2B5EF4-FFF2-40B4-BE49-F238E27FC236}">
                          <a16:creationId xmlns:a16="http://schemas.microsoft.com/office/drawing/2014/main" id="{E863400C-370B-4E9E-9F15-AF46474EF0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59" name="直線コネクタ 118258">
                      <a:extLst>
                        <a:ext uri="{FF2B5EF4-FFF2-40B4-BE49-F238E27FC236}">
                          <a16:creationId xmlns:a16="http://schemas.microsoft.com/office/drawing/2014/main" id="{A2D357D8-D64C-4113-B930-64C8A10C29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60" name="直線コネクタ 118259">
                      <a:extLst>
                        <a:ext uri="{FF2B5EF4-FFF2-40B4-BE49-F238E27FC236}">
                          <a16:creationId xmlns:a16="http://schemas.microsoft.com/office/drawing/2014/main" id="{BC03617C-6EF4-4E05-A94F-0CF004227E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044" name="グループ化 118043">
                    <a:extLst>
                      <a:ext uri="{FF2B5EF4-FFF2-40B4-BE49-F238E27FC236}">
                        <a16:creationId xmlns:a16="http://schemas.microsoft.com/office/drawing/2014/main" id="{9C9FF59D-7959-4FC4-BF24-8D52D6FA56DD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8210" name="正方形/長方形 118209">
                      <a:extLst>
                        <a:ext uri="{FF2B5EF4-FFF2-40B4-BE49-F238E27FC236}">
                          <a16:creationId xmlns:a16="http://schemas.microsoft.com/office/drawing/2014/main" id="{3F0C309D-CCE6-4C39-B6FB-511EEC8705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211" name="正方形/長方形 118210">
                      <a:extLst>
                        <a:ext uri="{FF2B5EF4-FFF2-40B4-BE49-F238E27FC236}">
                          <a16:creationId xmlns:a16="http://schemas.microsoft.com/office/drawing/2014/main" id="{135B05FA-9EF6-414A-8EBB-675FE2D5B7F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212" name="正方形/長方形 118211">
                      <a:extLst>
                        <a:ext uri="{FF2B5EF4-FFF2-40B4-BE49-F238E27FC236}">
                          <a16:creationId xmlns:a16="http://schemas.microsoft.com/office/drawing/2014/main" id="{761D317C-2C62-443A-960D-F6FE5AD320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213" name="正方形/長方形 118212">
                      <a:extLst>
                        <a:ext uri="{FF2B5EF4-FFF2-40B4-BE49-F238E27FC236}">
                          <a16:creationId xmlns:a16="http://schemas.microsoft.com/office/drawing/2014/main" id="{3EAB1467-EB20-41A2-976F-BC840D42B1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214" name="正方形/長方形 118213">
                      <a:extLst>
                        <a:ext uri="{FF2B5EF4-FFF2-40B4-BE49-F238E27FC236}">
                          <a16:creationId xmlns:a16="http://schemas.microsoft.com/office/drawing/2014/main" id="{BF65FA14-7E2B-4C35-B33A-FD2BC235397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215" name="正方形/長方形 118214">
                      <a:extLst>
                        <a:ext uri="{FF2B5EF4-FFF2-40B4-BE49-F238E27FC236}">
                          <a16:creationId xmlns:a16="http://schemas.microsoft.com/office/drawing/2014/main" id="{E882D5E8-9B05-46D8-8051-C3188E06CDC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216" name="正方形/長方形 118215">
                      <a:extLst>
                        <a:ext uri="{FF2B5EF4-FFF2-40B4-BE49-F238E27FC236}">
                          <a16:creationId xmlns:a16="http://schemas.microsoft.com/office/drawing/2014/main" id="{7D4B4EFF-9540-48BC-A6A4-770770675C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217" name="正方形/長方形 118216">
                      <a:extLst>
                        <a:ext uri="{FF2B5EF4-FFF2-40B4-BE49-F238E27FC236}">
                          <a16:creationId xmlns:a16="http://schemas.microsoft.com/office/drawing/2014/main" id="{4613E372-95A4-4CA0-A8A4-D5F64631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8218" name="正方形/長方形 118217">
                      <a:extLst>
                        <a:ext uri="{FF2B5EF4-FFF2-40B4-BE49-F238E27FC236}">
                          <a16:creationId xmlns:a16="http://schemas.microsoft.com/office/drawing/2014/main" id="{42A22C5B-5839-4E67-88B6-4FAD9044A5E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8045" name="グループ化 118044">
                    <a:extLst>
                      <a:ext uri="{FF2B5EF4-FFF2-40B4-BE49-F238E27FC236}">
                        <a16:creationId xmlns:a16="http://schemas.microsoft.com/office/drawing/2014/main" id="{87E9F10E-567C-4827-9797-A60705CBBE80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8202" name="直線コネクタ 118201">
                      <a:extLst>
                        <a:ext uri="{FF2B5EF4-FFF2-40B4-BE49-F238E27FC236}">
                          <a16:creationId xmlns:a16="http://schemas.microsoft.com/office/drawing/2014/main" id="{9C7ED718-A7DE-4FFD-AA5E-88EF3C4509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3" name="直線コネクタ 118202">
                      <a:extLst>
                        <a:ext uri="{FF2B5EF4-FFF2-40B4-BE49-F238E27FC236}">
                          <a16:creationId xmlns:a16="http://schemas.microsoft.com/office/drawing/2014/main" id="{788AB7CE-63DA-451F-9A38-B226CB8A16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4" name="直線コネクタ 118203">
                      <a:extLst>
                        <a:ext uri="{FF2B5EF4-FFF2-40B4-BE49-F238E27FC236}">
                          <a16:creationId xmlns:a16="http://schemas.microsoft.com/office/drawing/2014/main" id="{7812D333-680E-470F-AD77-C965B36FA6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5" name="直線コネクタ 118204">
                      <a:extLst>
                        <a:ext uri="{FF2B5EF4-FFF2-40B4-BE49-F238E27FC236}">
                          <a16:creationId xmlns:a16="http://schemas.microsoft.com/office/drawing/2014/main" id="{38A7096B-2845-4E09-93FF-EEA51CCC89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6" name="直線コネクタ 118205">
                      <a:extLst>
                        <a:ext uri="{FF2B5EF4-FFF2-40B4-BE49-F238E27FC236}">
                          <a16:creationId xmlns:a16="http://schemas.microsoft.com/office/drawing/2014/main" id="{1691BFCA-004B-45B6-A60A-1AF64B419C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7" name="直線コネクタ 118206">
                      <a:extLst>
                        <a:ext uri="{FF2B5EF4-FFF2-40B4-BE49-F238E27FC236}">
                          <a16:creationId xmlns:a16="http://schemas.microsoft.com/office/drawing/2014/main" id="{0284847C-8B00-4197-A550-DDCFA84954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8" name="直線コネクタ 118207">
                      <a:extLst>
                        <a:ext uri="{FF2B5EF4-FFF2-40B4-BE49-F238E27FC236}">
                          <a16:creationId xmlns:a16="http://schemas.microsoft.com/office/drawing/2014/main" id="{15C74590-358A-4BE8-BF08-A7A7945CA2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9" name="直線コネクタ 118208">
                      <a:extLst>
                        <a:ext uri="{FF2B5EF4-FFF2-40B4-BE49-F238E27FC236}">
                          <a16:creationId xmlns:a16="http://schemas.microsoft.com/office/drawing/2014/main" id="{68E2FD5F-8664-4131-A727-F9E85C8088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046" name="グループ化 118045">
                    <a:extLst>
                      <a:ext uri="{FF2B5EF4-FFF2-40B4-BE49-F238E27FC236}">
                        <a16:creationId xmlns:a16="http://schemas.microsoft.com/office/drawing/2014/main" id="{9A9AE381-0CC5-4B29-A1BE-76D37E0339E8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8194" name="直線コネクタ 118193">
                      <a:extLst>
                        <a:ext uri="{FF2B5EF4-FFF2-40B4-BE49-F238E27FC236}">
                          <a16:creationId xmlns:a16="http://schemas.microsoft.com/office/drawing/2014/main" id="{B6C1D940-928D-4D45-8D14-0EC4FB2C21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5" name="直線コネクタ 118194">
                      <a:extLst>
                        <a:ext uri="{FF2B5EF4-FFF2-40B4-BE49-F238E27FC236}">
                          <a16:creationId xmlns:a16="http://schemas.microsoft.com/office/drawing/2014/main" id="{D34C5DE4-C19C-426D-A5D5-6E386FCD6F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6" name="直線コネクタ 118195">
                      <a:extLst>
                        <a:ext uri="{FF2B5EF4-FFF2-40B4-BE49-F238E27FC236}">
                          <a16:creationId xmlns:a16="http://schemas.microsoft.com/office/drawing/2014/main" id="{21AE472E-9CFD-4BFF-B12A-D39E458FFA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7" name="直線コネクタ 118196">
                      <a:extLst>
                        <a:ext uri="{FF2B5EF4-FFF2-40B4-BE49-F238E27FC236}">
                          <a16:creationId xmlns:a16="http://schemas.microsoft.com/office/drawing/2014/main" id="{DAE44FED-442B-4F8A-BA8C-55A0190BCA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8" name="直線コネクタ 118197">
                      <a:extLst>
                        <a:ext uri="{FF2B5EF4-FFF2-40B4-BE49-F238E27FC236}">
                          <a16:creationId xmlns:a16="http://schemas.microsoft.com/office/drawing/2014/main" id="{01FCECDA-62D7-492B-A851-9B4690157E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9" name="直線コネクタ 118198">
                      <a:extLst>
                        <a:ext uri="{FF2B5EF4-FFF2-40B4-BE49-F238E27FC236}">
                          <a16:creationId xmlns:a16="http://schemas.microsoft.com/office/drawing/2014/main" id="{07CD9721-AB66-42B8-AF84-E15E9568BB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0" name="直線コネクタ 118199">
                      <a:extLst>
                        <a:ext uri="{FF2B5EF4-FFF2-40B4-BE49-F238E27FC236}">
                          <a16:creationId xmlns:a16="http://schemas.microsoft.com/office/drawing/2014/main" id="{CC7145DE-0CC5-4E7A-B131-5FB51869F8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201" name="直線コネクタ 118200">
                      <a:extLst>
                        <a:ext uri="{FF2B5EF4-FFF2-40B4-BE49-F238E27FC236}">
                          <a16:creationId xmlns:a16="http://schemas.microsoft.com/office/drawing/2014/main" id="{6E119CA8-67F4-4976-B45B-E4F729EE3B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047" name="グループ化 118046">
                    <a:extLst>
                      <a:ext uri="{FF2B5EF4-FFF2-40B4-BE49-F238E27FC236}">
                        <a16:creationId xmlns:a16="http://schemas.microsoft.com/office/drawing/2014/main" id="{094058A8-E744-4D73-8CC3-DE505BF4D1FA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152" name="直線コネクタ 118151">
                      <a:extLst>
                        <a:ext uri="{FF2B5EF4-FFF2-40B4-BE49-F238E27FC236}">
                          <a16:creationId xmlns:a16="http://schemas.microsoft.com/office/drawing/2014/main" id="{29ACF105-2EE2-4FBC-9159-77645C7B49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3" name="直線コネクタ 118152">
                      <a:extLst>
                        <a:ext uri="{FF2B5EF4-FFF2-40B4-BE49-F238E27FC236}">
                          <a16:creationId xmlns:a16="http://schemas.microsoft.com/office/drawing/2014/main" id="{8660DA2A-F29A-4C7D-B241-3479F34FD1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4" name="直線コネクタ 118153">
                      <a:extLst>
                        <a:ext uri="{FF2B5EF4-FFF2-40B4-BE49-F238E27FC236}">
                          <a16:creationId xmlns:a16="http://schemas.microsoft.com/office/drawing/2014/main" id="{9C18CEF1-4E22-4E1F-BD17-D900F975BF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5" name="直線コネクタ 118154">
                      <a:extLst>
                        <a:ext uri="{FF2B5EF4-FFF2-40B4-BE49-F238E27FC236}">
                          <a16:creationId xmlns:a16="http://schemas.microsoft.com/office/drawing/2014/main" id="{5587B2BD-0943-464A-BEF2-CDB180F81F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6" name="直線コネクタ 118155">
                      <a:extLst>
                        <a:ext uri="{FF2B5EF4-FFF2-40B4-BE49-F238E27FC236}">
                          <a16:creationId xmlns:a16="http://schemas.microsoft.com/office/drawing/2014/main" id="{5887DDBD-52EE-403C-A493-0D55774342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7" name="直線コネクタ 118156">
                      <a:extLst>
                        <a:ext uri="{FF2B5EF4-FFF2-40B4-BE49-F238E27FC236}">
                          <a16:creationId xmlns:a16="http://schemas.microsoft.com/office/drawing/2014/main" id="{E0CB28FC-E79F-49D9-9606-4C0EB73067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8" name="直線コネクタ 118157">
                      <a:extLst>
                        <a:ext uri="{FF2B5EF4-FFF2-40B4-BE49-F238E27FC236}">
                          <a16:creationId xmlns:a16="http://schemas.microsoft.com/office/drawing/2014/main" id="{24E3A7F0-835D-4688-ABFB-3546887E08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9" name="直線コネクタ 118158">
                      <a:extLst>
                        <a:ext uri="{FF2B5EF4-FFF2-40B4-BE49-F238E27FC236}">
                          <a16:creationId xmlns:a16="http://schemas.microsoft.com/office/drawing/2014/main" id="{2A38A6D6-59D4-4EB6-A19E-7A0BD38FE5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0" name="直線コネクタ 118159">
                      <a:extLst>
                        <a:ext uri="{FF2B5EF4-FFF2-40B4-BE49-F238E27FC236}">
                          <a16:creationId xmlns:a16="http://schemas.microsoft.com/office/drawing/2014/main" id="{9E9FFF57-742B-46BE-85B5-E111A282FA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1" name="直線コネクタ 118160">
                      <a:extLst>
                        <a:ext uri="{FF2B5EF4-FFF2-40B4-BE49-F238E27FC236}">
                          <a16:creationId xmlns:a16="http://schemas.microsoft.com/office/drawing/2014/main" id="{032DE96D-5244-47A6-B400-747A53F886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2" name="直線コネクタ 118161">
                      <a:extLst>
                        <a:ext uri="{FF2B5EF4-FFF2-40B4-BE49-F238E27FC236}">
                          <a16:creationId xmlns:a16="http://schemas.microsoft.com/office/drawing/2014/main" id="{2F56CB8A-FA3F-4801-BB45-D6421AD4F9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3" name="直線コネクタ 118162">
                      <a:extLst>
                        <a:ext uri="{FF2B5EF4-FFF2-40B4-BE49-F238E27FC236}">
                          <a16:creationId xmlns:a16="http://schemas.microsoft.com/office/drawing/2014/main" id="{C5EDF41E-A466-4150-8892-C038C8461C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4" name="直線コネクタ 118163">
                      <a:extLst>
                        <a:ext uri="{FF2B5EF4-FFF2-40B4-BE49-F238E27FC236}">
                          <a16:creationId xmlns:a16="http://schemas.microsoft.com/office/drawing/2014/main" id="{8555F163-64A6-471F-846D-EAE91B528E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5" name="直線コネクタ 118164">
                      <a:extLst>
                        <a:ext uri="{FF2B5EF4-FFF2-40B4-BE49-F238E27FC236}">
                          <a16:creationId xmlns:a16="http://schemas.microsoft.com/office/drawing/2014/main" id="{49C1FC33-D6D9-42F4-A685-8E1416F61E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6" name="直線コネクタ 118165">
                      <a:extLst>
                        <a:ext uri="{FF2B5EF4-FFF2-40B4-BE49-F238E27FC236}">
                          <a16:creationId xmlns:a16="http://schemas.microsoft.com/office/drawing/2014/main" id="{4EF03A0F-AE81-4755-8A8E-9F967E95E1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7" name="直線コネクタ 118166">
                      <a:extLst>
                        <a:ext uri="{FF2B5EF4-FFF2-40B4-BE49-F238E27FC236}">
                          <a16:creationId xmlns:a16="http://schemas.microsoft.com/office/drawing/2014/main" id="{4F775875-F77E-4CF3-99A5-025FE60EC3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8" name="直線コネクタ 118167">
                      <a:extLst>
                        <a:ext uri="{FF2B5EF4-FFF2-40B4-BE49-F238E27FC236}">
                          <a16:creationId xmlns:a16="http://schemas.microsoft.com/office/drawing/2014/main" id="{1A2EBF47-ACF7-4322-ABF6-AD8B8E9E29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69" name="直線コネクタ 118168">
                      <a:extLst>
                        <a:ext uri="{FF2B5EF4-FFF2-40B4-BE49-F238E27FC236}">
                          <a16:creationId xmlns:a16="http://schemas.microsoft.com/office/drawing/2014/main" id="{A87B7010-AED7-4179-B67E-5B5FFF45B0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0" name="直線コネクタ 118169">
                      <a:extLst>
                        <a:ext uri="{FF2B5EF4-FFF2-40B4-BE49-F238E27FC236}">
                          <a16:creationId xmlns:a16="http://schemas.microsoft.com/office/drawing/2014/main" id="{EF8F06F3-063A-4842-ABF7-4E874EB110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1" name="直線コネクタ 118170">
                      <a:extLst>
                        <a:ext uri="{FF2B5EF4-FFF2-40B4-BE49-F238E27FC236}">
                          <a16:creationId xmlns:a16="http://schemas.microsoft.com/office/drawing/2014/main" id="{86D1FDEB-10E8-43EE-812D-70C1CA3552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2" name="直線コネクタ 118171">
                      <a:extLst>
                        <a:ext uri="{FF2B5EF4-FFF2-40B4-BE49-F238E27FC236}">
                          <a16:creationId xmlns:a16="http://schemas.microsoft.com/office/drawing/2014/main" id="{DCEECB6C-4A0A-45AD-8925-263E623DE0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3" name="直線コネクタ 118172">
                      <a:extLst>
                        <a:ext uri="{FF2B5EF4-FFF2-40B4-BE49-F238E27FC236}">
                          <a16:creationId xmlns:a16="http://schemas.microsoft.com/office/drawing/2014/main" id="{71A85284-D481-462D-AEF9-CEB02300C6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4" name="直線コネクタ 118173">
                      <a:extLst>
                        <a:ext uri="{FF2B5EF4-FFF2-40B4-BE49-F238E27FC236}">
                          <a16:creationId xmlns:a16="http://schemas.microsoft.com/office/drawing/2014/main" id="{645AC68C-1C4A-4D23-92A6-E2556680FB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5" name="直線コネクタ 118174">
                      <a:extLst>
                        <a:ext uri="{FF2B5EF4-FFF2-40B4-BE49-F238E27FC236}">
                          <a16:creationId xmlns:a16="http://schemas.microsoft.com/office/drawing/2014/main" id="{9F5F15E6-C0AD-4D18-B6A2-3AFA3505D8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6" name="直線コネクタ 118175">
                      <a:extLst>
                        <a:ext uri="{FF2B5EF4-FFF2-40B4-BE49-F238E27FC236}">
                          <a16:creationId xmlns:a16="http://schemas.microsoft.com/office/drawing/2014/main" id="{FD11CC6F-9B2B-4ABE-B382-0D484F29E6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7" name="直線コネクタ 118176">
                      <a:extLst>
                        <a:ext uri="{FF2B5EF4-FFF2-40B4-BE49-F238E27FC236}">
                          <a16:creationId xmlns:a16="http://schemas.microsoft.com/office/drawing/2014/main" id="{C8252E65-0497-457D-915C-86A3E9C1F4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8" name="直線コネクタ 118177">
                      <a:extLst>
                        <a:ext uri="{FF2B5EF4-FFF2-40B4-BE49-F238E27FC236}">
                          <a16:creationId xmlns:a16="http://schemas.microsoft.com/office/drawing/2014/main" id="{36FB2C66-EC28-454D-8971-BD0716C253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79" name="直線コネクタ 118178">
                      <a:extLst>
                        <a:ext uri="{FF2B5EF4-FFF2-40B4-BE49-F238E27FC236}">
                          <a16:creationId xmlns:a16="http://schemas.microsoft.com/office/drawing/2014/main" id="{D793A27E-9BE4-4D46-AE3F-2666F14F60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0" name="直線コネクタ 118179">
                      <a:extLst>
                        <a:ext uri="{FF2B5EF4-FFF2-40B4-BE49-F238E27FC236}">
                          <a16:creationId xmlns:a16="http://schemas.microsoft.com/office/drawing/2014/main" id="{F075B475-B06D-42F9-BC83-CCAAA15162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1" name="直線コネクタ 118180">
                      <a:extLst>
                        <a:ext uri="{FF2B5EF4-FFF2-40B4-BE49-F238E27FC236}">
                          <a16:creationId xmlns:a16="http://schemas.microsoft.com/office/drawing/2014/main" id="{67E8A495-B63C-4F12-9850-9A96FE0EBF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2" name="直線コネクタ 118181">
                      <a:extLst>
                        <a:ext uri="{FF2B5EF4-FFF2-40B4-BE49-F238E27FC236}">
                          <a16:creationId xmlns:a16="http://schemas.microsoft.com/office/drawing/2014/main" id="{B0AF5487-97E7-42CF-BF2F-9B4F747C75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3" name="直線コネクタ 118182">
                      <a:extLst>
                        <a:ext uri="{FF2B5EF4-FFF2-40B4-BE49-F238E27FC236}">
                          <a16:creationId xmlns:a16="http://schemas.microsoft.com/office/drawing/2014/main" id="{CEB53C74-E469-4C8B-A3AF-82FD4BDA54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4" name="直線コネクタ 118183">
                      <a:extLst>
                        <a:ext uri="{FF2B5EF4-FFF2-40B4-BE49-F238E27FC236}">
                          <a16:creationId xmlns:a16="http://schemas.microsoft.com/office/drawing/2014/main" id="{BD2B10B1-BAC1-4BAD-BD04-92718836E4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5" name="直線コネクタ 118184">
                      <a:extLst>
                        <a:ext uri="{FF2B5EF4-FFF2-40B4-BE49-F238E27FC236}">
                          <a16:creationId xmlns:a16="http://schemas.microsoft.com/office/drawing/2014/main" id="{D6A706C1-3964-473C-BB8D-DC92A9E1E8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6" name="直線コネクタ 118185">
                      <a:extLst>
                        <a:ext uri="{FF2B5EF4-FFF2-40B4-BE49-F238E27FC236}">
                          <a16:creationId xmlns:a16="http://schemas.microsoft.com/office/drawing/2014/main" id="{49311DAE-DBFC-4ACB-AC67-2462F48FBE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7" name="直線コネクタ 118186">
                      <a:extLst>
                        <a:ext uri="{FF2B5EF4-FFF2-40B4-BE49-F238E27FC236}">
                          <a16:creationId xmlns:a16="http://schemas.microsoft.com/office/drawing/2014/main" id="{2D40D241-A7C1-49F9-9D69-3EF230FE72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8" name="直線コネクタ 118187">
                      <a:extLst>
                        <a:ext uri="{FF2B5EF4-FFF2-40B4-BE49-F238E27FC236}">
                          <a16:creationId xmlns:a16="http://schemas.microsoft.com/office/drawing/2014/main" id="{BB7E80FA-4A90-4186-8078-B57BB8F6B1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89" name="直線コネクタ 118188">
                      <a:extLst>
                        <a:ext uri="{FF2B5EF4-FFF2-40B4-BE49-F238E27FC236}">
                          <a16:creationId xmlns:a16="http://schemas.microsoft.com/office/drawing/2014/main" id="{4FEFD3CC-0C3E-4598-87D7-4FD5CB0AC7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0" name="直線コネクタ 118189">
                      <a:extLst>
                        <a:ext uri="{FF2B5EF4-FFF2-40B4-BE49-F238E27FC236}">
                          <a16:creationId xmlns:a16="http://schemas.microsoft.com/office/drawing/2014/main" id="{1C0A1C3C-1510-4619-BEE5-C206A3A0A4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1" name="直線コネクタ 118190">
                      <a:extLst>
                        <a:ext uri="{FF2B5EF4-FFF2-40B4-BE49-F238E27FC236}">
                          <a16:creationId xmlns:a16="http://schemas.microsoft.com/office/drawing/2014/main" id="{6AEFDDE1-055F-4024-B812-161DE5DDCC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2" name="直線コネクタ 118191">
                      <a:extLst>
                        <a:ext uri="{FF2B5EF4-FFF2-40B4-BE49-F238E27FC236}">
                          <a16:creationId xmlns:a16="http://schemas.microsoft.com/office/drawing/2014/main" id="{25546622-AC8A-479E-A120-EE78A164BC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93" name="直線コネクタ 118192">
                      <a:extLst>
                        <a:ext uri="{FF2B5EF4-FFF2-40B4-BE49-F238E27FC236}">
                          <a16:creationId xmlns:a16="http://schemas.microsoft.com/office/drawing/2014/main" id="{DEF05B28-01F2-4B49-A8F0-6AF5A50361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048" name="グループ化 118047">
                    <a:extLst>
                      <a:ext uri="{FF2B5EF4-FFF2-40B4-BE49-F238E27FC236}">
                        <a16:creationId xmlns:a16="http://schemas.microsoft.com/office/drawing/2014/main" id="{3D110144-EF43-4AF3-837E-CD2690A926E6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110" name="直線コネクタ 118109">
                      <a:extLst>
                        <a:ext uri="{FF2B5EF4-FFF2-40B4-BE49-F238E27FC236}">
                          <a16:creationId xmlns:a16="http://schemas.microsoft.com/office/drawing/2014/main" id="{5333532E-FB23-4B36-B4E7-8A152BC753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1" name="直線コネクタ 118110">
                      <a:extLst>
                        <a:ext uri="{FF2B5EF4-FFF2-40B4-BE49-F238E27FC236}">
                          <a16:creationId xmlns:a16="http://schemas.microsoft.com/office/drawing/2014/main" id="{74B516D2-4C06-475F-B3D2-64B1F6D21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2" name="直線コネクタ 118111">
                      <a:extLst>
                        <a:ext uri="{FF2B5EF4-FFF2-40B4-BE49-F238E27FC236}">
                          <a16:creationId xmlns:a16="http://schemas.microsoft.com/office/drawing/2014/main" id="{10AF29D5-C990-47C1-B42D-C1D0316CD7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3" name="直線コネクタ 118112">
                      <a:extLst>
                        <a:ext uri="{FF2B5EF4-FFF2-40B4-BE49-F238E27FC236}">
                          <a16:creationId xmlns:a16="http://schemas.microsoft.com/office/drawing/2014/main" id="{98BC5759-8867-4AD6-A4A6-C318B0767C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4" name="直線コネクタ 118113">
                      <a:extLst>
                        <a:ext uri="{FF2B5EF4-FFF2-40B4-BE49-F238E27FC236}">
                          <a16:creationId xmlns:a16="http://schemas.microsoft.com/office/drawing/2014/main" id="{1D438FFD-FBEB-4E84-A6ED-43BDCAB8C7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5" name="直線コネクタ 118114">
                      <a:extLst>
                        <a:ext uri="{FF2B5EF4-FFF2-40B4-BE49-F238E27FC236}">
                          <a16:creationId xmlns:a16="http://schemas.microsoft.com/office/drawing/2014/main" id="{5AA78386-0CCC-4A4E-9BDD-F3D20755BF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6" name="直線コネクタ 118115">
                      <a:extLst>
                        <a:ext uri="{FF2B5EF4-FFF2-40B4-BE49-F238E27FC236}">
                          <a16:creationId xmlns:a16="http://schemas.microsoft.com/office/drawing/2014/main" id="{0CEB38E8-E705-4E26-A8F0-A5D4E2E91E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7" name="直線コネクタ 118116">
                      <a:extLst>
                        <a:ext uri="{FF2B5EF4-FFF2-40B4-BE49-F238E27FC236}">
                          <a16:creationId xmlns:a16="http://schemas.microsoft.com/office/drawing/2014/main" id="{67F8901F-69BE-4C22-9D2A-BDFDD24875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8" name="直線コネクタ 118117">
                      <a:extLst>
                        <a:ext uri="{FF2B5EF4-FFF2-40B4-BE49-F238E27FC236}">
                          <a16:creationId xmlns:a16="http://schemas.microsoft.com/office/drawing/2014/main" id="{FF798E13-8C7F-418F-A18B-85BBFA44E2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19" name="直線コネクタ 118118">
                      <a:extLst>
                        <a:ext uri="{FF2B5EF4-FFF2-40B4-BE49-F238E27FC236}">
                          <a16:creationId xmlns:a16="http://schemas.microsoft.com/office/drawing/2014/main" id="{B496EB12-2208-4808-9850-3F8037E22A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0" name="直線コネクタ 118119">
                      <a:extLst>
                        <a:ext uri="{FF2B5EF4-FFF2-40B4-BE49-F238E27FC236}">
                          <a16:creationId xmlns:a16="http://schemas.microsoft.com/office/drawing/2014/main" id="{37BDB35E-EC6E-4046-B8AE-A83F57D5FB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1" name="直線コネクタ 118120">
                      <a:extLst>
                        <a:ext uri="{FF2B5EF4-FFF2-40B4-BE49-F238E27FC236}">
                          <a16:creationId xmlns:a16="http://schemas.microsoft.com/office/drawing/2014/main" id="{680C8B95-F6DF-4563-94F6-5ABC3FEB1E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2" name="直線コネクタ 118121">
                      <a:extLst>
                        <a:ext uri="{FF2B5EF4-FFF2-40B4-BE49-F238E27FC236}">
                          <a16:creationId xmlns:a16="http://schemas.microsoft.com/office/drawing/2014/main" id="{D0B4AB60-AE21-41A6-8015-CCE50CCD1C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3" name="直線コネクタ 118122">
                      <a:extLst>
                        <a:ext uri="{FF2B5EF4-FFF2-40B4-BE49-F238E27FC236}">
                          <a16:creationId xmlns:a16="http://schemas.microsoft.com/office/drawing/2014/main" id="{979E7988-002E-4331-9486-3EE2DBFA12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4" name="直線コネクタ 118123">
                      <a:extLst>
                        <a:ext uri="{FF2B5EF4-FFF2-40B4-BE49-F238E27FC236}">
                          <a16:creationId xmlns:a16="http://schemas.microsoft.com/office/drawing/2014/main" id="{61D9A654-E4F3-4429-8AA4-DE007564C3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5" name="直線コネクタ 118124">
                      <a:extLst>
                        <a:ext uri="{FF2B5EF4-FFF2-40B4-BE49-F238E27FC236}">
                          <a16:creationId xmlns:a16="http://schemas.microsoft.com/office/drawing/2014/main" id="{1EEDBE83-3B53-4321-89E4-74010A6C14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6" name="直線コネクタ 118125">
                      <a:extLst>
                        <a:ext uri="{FF2B5EF4-FFF2-40B4-BE49-F238E27FC236}">
                          <a16:creationId xmlns:a16="http://schemas.microsoft.com/office/drawing/2014/main" id="{CCE3C4CD-7E33-4FAF-A474-B2D6C7402F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7" name="直線コネクタ 118126">
                      <a:extLst>
                        <a:ext uri="{FF2B5EF4-FFF2-40B4-BE49-F238E27FC236}">
                          <a16:creationId xmlns:a16="http://schemas.microsoft.com/office/drawing/2014/main" id="{77422508-A223-4918-99BF-E013CC94C4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8" name="直線コネクタ 118127">
                      <a:extLst>
                        <a:ext uri="{FF2B5EF4-FFF2-40B4-BE49-F238E27FC236}">
                          <a16:creationId xmlns:a16="http://schemas.microsoft.com/office/drawing/2014/main" id="{D093B826-AF64-4F6A-AB53-FA482C732B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29" name="直線コネクタ 118128">
                      <a:extLst>
                        <a:ext uri="{FF2B5EF4-FFF2-40B4-BE49-F238E27FC236}">
                          <a16:creationId xmlns:a16="http://schemas.microsoft.com/office/drawing/2014/main" id="{29C60415-4601-4169-8592-B87290321F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0" name="直線コネクタ 118129">
                      <a:extLst>
                        <a:ext uri="{FF2B5EF4-FFF2-40B4-BE49-F238E27FC236}">
                          <a16:creationId xmlns:a16="http://schemas.microsoft.com/office/drawing/2014/main" id="{2BB244A5-5AB8-4D4A-A04F-FA9EAF2993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1" name="直線コネクタ 118130">
                      <a:extLst>
                        <a:ext uri="{FF2B5EF4-FFF2-40B4-BE49-F238E27FC236}">
                          <a16:creationId xmlns:a16="http://schemas.microsoft.com/office/drawing/2014/main" id="{3C1839DA-0B82-4BF1-8F4C-93E788535E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2" name="直線コネクタ 118131">
                      <a:extLst>
                        <a:ext uri="{FF2B5EF4-FFF2-40B4-BE49-F238E27FC236}">
                          <a16:creationId xmlns:a16="http://schemas.microsoft.com/office/drawing/2014/main" id="{707B57A0-6AE8-461B-B4C8-1CE05ADF7C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3" name="直線コネクタ 118132">
                      <a:extLst>
                        <a:ext uri="{FF2B5EF4-FFF2-40B4-BE49-F238E27FC236}">
                          <a16:creationId xmlns:a16="http://schemas.microsoft.com/office/drawing/2014/main" id="{43E47E3F-BC42-4172-904B-805A7D0774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4" name="直線コネクタ 118133">
                      <a:extLst>
                        <a:ext uri="{FF2B5EF4-FFF2-40B4-BE49-F238E27FC236}">
                          <a16:creationId xmlns:a16="http://schemas.microsoft.com/office/drawing/2014/main" id="{CE7A7EAB-6112-48D3-9ECF-F371EC26EA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5" name="直線コネクタ 118134">
                      <a:extLst>
                        <a:ext uri="{FF2B5EF4-FFF2-40B4-BE49-F238E27FC236}">
                          <a16:creationId xmlns:a16="http://schemas.microsoft.com/office/drawing/2014/main" id="{08C29543-0175-4C45-BC66-23067F6A00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6" name="直線コネクタ 118135">
                      <a:extLst>
                        <a:ext uri="{FF2B5EF4-FFF2-40B4-BE49-F238E27FC236}">
                          <a16:creationId xmlns:a16="http://schemas.microsoft.com/office/drawing/2014/main" id="{76F55E02-C01E-4BB0-B687-949A8DB0F3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7" name="直線コネクタ 118136">
                      <a:extLst>
                        <a:ext uri="{FF2B5EF4-FFF2-40B4-BE49-F238E27FC236}">
                          <a16:creationId xmlns:a16="http://schemas.microsoft.com/office/drawing/2014/main" id="{EDC86951-C0BC-46FB-9EDE-356A8D6065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8" name="直線コネクタ 118137">
                      <a:extLst>
                        <a:ext uri="{FF2B5EF4-FFF2-40B4-BE49-F238E27FC236}">
                          <a16:creationId xmlns:a16="http://schemas.microsoft.com/office/drawing/2014/main" id="{DDA21B50-ADA8-4298-9A28-54A107F1C4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39" name="直線コネクタ 118138">
                      <a:extLst>
                        <a:ext uri="{FF2B5EF4-FFF2-40B4-BE49-F238E27FC236}">
                          <a16:creationId xmlns:a16="http://schemas.microsoft.com/office/drawing/2014/main" id="{06F63389-CD8B-40CA-8677-37D0EB4A9B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0" name="直線コネクタ 118139">
                      <a:extLst>
                        <a:ext uri="{FF2B5EF4-FFF2-40B4-BE49-F238E27FC236}">
                          <a16:creationId xmlns:a16="http://schemas.microsoft.com/office/drawing/2014/main" id="{A5729D75-3DA4-4CF9-91AD-07BB83CD5D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1" name="直線コネクタ 118140">
                      <a:extLst>
                        <a:ext uri="{FF2B5EF4-FFF2-40B4-BE49-F238E27FC236}">
                          <a16:creationId xmlns:a16="http://schemas.microsoft.com/office/drawing/2014/main" id="{91F20A5A-A33E-4CEE-A511-458B38C1D2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2" name="直線コネクタ 118141">
                      <a:extLst>
                        <a:ext uri="{FF2B5EF4-FFF2-40B4-BE49-F238E27FC236}">
                          <a16:creationId xmlns:a16="http://schemas.microsoft.com/office/drawing/2014/main" id="{DAEF5E6B-7046-405C-A1DA-CBE46CA922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3" name="直線コネクタ 118142">
                      <a:extLst>
                        <a:ext uri="{FF2B5EF4-FFF2-40B4-BE49-F238E27FC236}">
                          <a16:creationId xmlns:a16="http://schemas.microsoft.com/office/drawing/2014/main" id="{2B43299D-A818-4259-9C60-A8104E9CAC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4" name="直線コネクタ 118143">
                      <a:extLst>
                        <a:ext uri="{FF2B5EF4-FFF2-40B4-BE49-F238E27FC236}">
                          <a16:creationId xmlns:a16="http://schemas.microsoft.com/office/drawing/2014/main" id="{C4CC1F78-CF1A-415F-9A87-B4F115FCF3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5" name="直線コネクタ 118144">
                      <a:extLst>
                        <a:ext uri="{FF2B5EF4-FFF2-40B4-BE49-F238E27FC236}">
                          <a16:creationId xmlns:a16="http://schemas.microsoft.com/office/drawing/2014/main" id="{09F8D197-4462-459A-B7F4-7AF6732ED7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6" name="直線コネクタ 118145">
                      <a:extLst>
                        <a:ext uri="{FF2B5EF4-FFF2-40B4-BE49-F238E27FC236}">
                          <a16:creationId xmlns:a16="http://schemas.microsoft.com/office/drawing/2014/main" id="{4E218A94-84BA-4FA0-910E-06458110DE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7" name="直線コネクタ 118146">
                      <a:extLst>
                        <a:ext uri="{FF2B5EF4-FFF2-40B4-BE49-F238E27FC236}">
                          <a16:creationId xmlns:a16="http://schemas.microsoft.com/office/drawing/2014/main" id="{74C22EFB-9855-4A32-BA2C-CCA89F68C3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8" name="直線コネクタ 118147">
                      <a:extLst>
                        <a:ext uri="{FF2B5EF4-FFF2-40B4-BE49-F238E27FC236}">
                          <a16:creationId xmlns:a16="http://schemas.microsoft.com/office/drawing/2014/main" id="{49EA7149-280E-4BE4-92EB-5954C11613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49" name="直線コネクタ 118148">
                      <a:extLst>
                        <a:ext uri="{FF2B5EF4-FFF2-40B4-BE49-F238E27FC236}">
                          <a16:creationId xmlns:a16="http://schemas.microsoft.com/office/drawing/2014/main" id="{8243CD8F-4B6C-4A38-8F6D-D61293291E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0" name="直線コネクタ 118149">
                      <a:extLst>
                        <a:ext uri="{FF2B5EF4-FFF2-40B4-BE49-F238E27FC236}">
                          <a16:creationId xmlns:a16="http://schemas.microsoft.com/office/drawing/2014/main" id="{B96EC204-6BBE-455D-8A44-651ECFCACB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51" name="直線コネクタ 118150">
                      <a:extLst>
                        <a:ext uri="{FF2B5EF4-FFF2-40B4-BE49-F238E27FC236}">
                          <a16:creationId xmlns:a16="http://schemas.microsoft.com/office/drawing/2014/main" id="{4B2CA02D-F10C-4357-B28F-56108B6185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049" name="グループ化 118048">
                    <a:extLst>
                      <a:ext uri="{FF2B5EF4-FFF2-40B4-BE49-F238E27FC236}">
                        <a16:creationId xmlns:a16="http://schemas.microsoft.com/office/drawing/2014/main" id="{04CB1A73-1AAE-4FD6-B6D8-0C1C6328CEBB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8102" name="直線コネクタ 118101">
                      <a:extLst>
                        <a:ext uri="{FF2B5EF4-FFF2-40B4-BE49-F238E27FC236}">
                          <a16:creationId xmlns:a16="http://schemas.microsoft.com/office/drawing/2014/main" id="{53FCFAF2-4882-4B18-A850-E1C23FD2C6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3" name="直線コネクタ 118102">
                      <a:extLst>
                        <a:ext uri="{FF2B5EF4-FFF2-40B4-BE49-F238E27FC236}">
                          <a16:creationId xmlns:a16="http://schemas.microsoft.com/office/drawing/2014/main" id="{9643363C-A2C8-4F9A-800F-A8C9005075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4" name="直線コネクタ 118103">
                      <a:extLst>
                        <a:ext uri="{FF2B5EF4-FFF2-40B4-BE49-F238E27FC236}">
                          <a16:creationId xmlns:a16="http://schemas.microsoft.com/office/drawing/2014/main" id="{5CA06946-6597-42ED-942B-06BD395554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5" name="直線コネクタ 118104">
                      <a:extLst>
                        <a:ext uri="{FF2B5EF4-FFF2-40B4-BE49-F238E27FC236}">
                          <a16:creationId xmlns:a16="http://schemas.microsoft.com/office/drawing/2014/main" id="{9C770F26-7DF7-4225-9B77-65BEDC6FFD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6" name="直線コネクタ 118105">
                      <a:extLst>
                        <a:ext uri="{FF2B5EF4-FFF2-40B4-BE49-F238E27FC236}">
                          <a16:creationId xmlns:a16="http://schemas.microsoft.com/office/drawing/2014/main" id="{CF21FE39-907D-4C09-8AC5-ABE11728DE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7" name="直線コネクタ 118106">
                      <a:extLst>
                        <a:ext uri="{FF2B5EF4-FFF2-40B4-BE49-F238E27FC236}">
                          <a16:creationId xmlns:a16="http://schemas.microsoft.com/office/drawing/2014/main" id="{663A07FD-8A8B-402E-897C-1A9FF90C0F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8" name="直線コネクタ 118107">
                      <a:extLst>
                        <a:ext uri="{FF2B5EF4-FFF2-40B4-BE49-F238E27FC236}">
                          <a16:creationId xmlns:a16="http://schemas.microsoft.com/office/drawing/2014/main" id="{679944D8-FD7E-421C-A38A-FFA255844A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9" name="直線コネクタ 118108">
                      <a:extLst>
                        <a:ext uri="{FF2B5EF4-FFF2-40B4-BE49-F238E27FC236}">
                          <a16:creationId xmlns:a16="http://schemas.microsoft.com/office/drawing/2014/main" id="{F7DE2B27-63A1-4958-9B9C-2A6B968940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050" name="グループ化 118049">
                    <a:extLst>
                      <a:ext uri="{FF2B5EF4-FFF2-40B4-BE49-F238E27FC236}">
                        <a16:creationId xmlns:a16="http://schemas.microsoft.com/office/drawing/2014/main" id="{9E482E3C-3484-48D8-8EB7-414BBB6E454E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8094" name="直線コネクタ 118093">
                      <a:extLst>
                        <a:ext uri="{FF2B5EF4-FFF2-40B4-BE49-F238E27FC236}">
                          <a16:creationId xmlns:a16="http://schemas.microsoft.com/office/drawing/2014/main" id="{D231E7C2-934D-47A7-BEC4-BFEB6495CC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5" name="直線コネクタ 118094">
                      <a:extLst>
                        <a:ext uri="{FF2B5EF4-FFF2-40B4-BE49-F238E27FC236}">
                          <a16:creationId xmlns:a16="http://schemas.microsoft.com/office/drawing/2014/main" id="{130DEB3A-8329-4E26-B603-0A5DA7B20F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6" name="直線コネクタ 118095">
                      <a:extLst>
                        <a:ext uri="{FF2B5EF4-FFF2-40B4-BE49-F238E27FC236}">
                          <a16:creationId xmlns:a16="http://schemas.microsoft.com/office/drawing/2014/main" id="{CCF53AA4-9F74-4C4D-A9A3-704A94F877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7" name="直線コネクタ 118096">
                      <a:extLst>
                        <a:ext uri="{FF2B5EF4-FFF2-40B4-BE49-F238E27FC236}">
                          <a16:creationId xmlns:a16="http://schemas.microsoft.com/office/drawing/2014/main" id="{8ED34DEE-6E81-4466-B8CD-5AA44185CC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8" name="直線コネクタ 118097">
                      <a:extLst>
                        <a:ext uri="{FF2B5EF4-FFF2-40B4-BE49-F238E27FC236}">
                          <a16:creationId xmlns:a16="http://schemas.microsoft.com/office/drawing/2014/main" id="{B503BDB2-0CEA-4A01-A47C-BAE0EFC7DE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9" name="直線コネクタ 118098">
                      <a:extLst>
                        <a:ext uri="{FF2B5EF4-FFF2-40B4-BE49-F238E27FC236}">
                          <a16:creationId xmlns:a16="http://schemas.microsoft.com/office/drawing/2014/main" id="{91F355B8-211D-422C-8291-731E0C348B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0" name="直線コネクタ 118099">
                      <a:extLst>
                        <a:ext uri="{FF2B5EF4-FFF2-40B4-BE49-F238E27FC236}">
                          <a16:creationId xmlns:a16="http://schemas.microsoft.com/office/drawing/2014/main" id="{0B8E75F6-C7DF-44AA-8AA2-F956C3CF88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101" name="直線コネクタ 118100">
                      <a:extLst>
                        <a:ext uri="{FF2B5EF4-FFF2-40B4-BE49-F238E27FC236}">
                          <a16:creationId xmlns:a16="http://schemas.microsoft.com/office/drawing/2014/main" id="{7A52835E-DC34-42B4-B399-9B31B50C26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8051" name="グループ化 118050">
                    <a:extLst>
                      <a:ext uri="{FF2B5EF4-FFF2-40B4-BE49-F238E27FC236}">
                        <a16:creationId xmlns:a16="http://schemas.microsoft.com/office/drawing/2014/main" id="{07B7A7AB-BDE7-4707-82CF-4190A585EE9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8052" name="直線コネクタ 118051">
                      <a:extLst>
                        <a:ext uri="{FF2B5EF4-FFF2-40B4-BE49-F238E27FC236}">
                          <a16:creationId xmlns:a16="http://schemas.microsoft.com/office/drawing/2014/main" id="{154A3C4A-AE3F-474E-8CF0-358A3B6C00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53" name="直線コネクタ 118052">
                      <a:extLst>
                        <a:ext uri="{FF2B5EF4-FFF2-40B4-BE49-F238E27FC236}">
                          <a16:creationId xmlns:a16="http://schemas.microsoft.com/office/drawing/2014/main" id="{054D2C60-08A4-43D4-B98F-BB86AC3F92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54" name="直線コネクタ 118053">
                      <a:extLst>
                        <a:ext uri="{FF2B5EF4-FFF2-40B4-BE49-F238E27FC236}">
                          <a16:creationId xmlns:a16="http://schemas.microsoft.com/office/drawing/2014/main" id="{3121FB71-41D6-4430-833E-FBBB75AABB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55" name="直線コネクタ 118054">
                      <a:extLst>
                        <a:ext uri="{FF2B5EF4-FFF2-40B4-BE49-F238E27FC236}">
                          <a16:creationId xmlns:a16="http://schemas.microsoft.com/office/drawing/2014/main" id="{392D9521-C1C6-4A99-A5EA-C4F2EB5CCF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56" name="直線コネクタ 118055">
                      <a:extLst>
                        <a:ext uri="{FF2B5EF4-FFF2-40B4-BE49-F238E27FC236}">
                          <a16:creationId xmlns:a16="http://schemas.microsoft.com/office/drawing/2014/main" id="{F14CAD39-3D3F-47B6-9190-B689194952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57" name="直線コネクタ 118056">
                      <a:extLst>
                        <a:ext uri="{FF2B5EF4-FFF2-40B4-BE49-F238E27FC236}">
                          <a16:creationId xmlns:a16="http://schemas.microsoft.com/office/drawing/2014/main" id="{55ED0B23-0CD8-4768-A37E-4BE74CE1D3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58" name="直線コネクタ 118057">
                      <a:extLst>
                        <a:ext uri="{FF2B5EF4-FFF2-40B4-BE49-F238E27FC236}">
                          <a16:creationId xmlns:a16="http://schemas.microsoft.com/office/drawing/2014/main" id="{D3890E3A-6402-44F8-8663-39FC3F833A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59" name="直線コネクタ 118058">
                      <a:extLst>
                        <a:ext uri="{FF2B5EF4-FFF2-40B4-BE49-F238E27FC236}">
                          <a16:creationId xmlns:a16="http://schemas.microsoft.com/office/drawing/2014/main" id="{E160F6A8-512A-4EF8-A1C5-39451CE8C1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0" name="直線コネクタ 118059">
                      <a:extLst>
                        <a:ext uri="{FF2B5EF4-FFF2-40B4-BE49-F238E27FC236}">
                          <a16:creationId xmlns:a16="http://schemas.microsoft.com/office/drawing/2014/main" id="{4BDD56DC-2C1A-4CE4-B8F6-16B2D6A428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1" name="直線コネクタ 118060">
                      <a:extLst>
                        <a:ext uri="{FF2B5EF4-FFF2-40B4-BE49-F238E27FC236}">
                          <a16:creationId xmlns:a16="http://schemas.microsoft.com/office/drawing/2014/main" id="{2AB4A928-0FA3-403E-9472-9628162E45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2" name="直線コネクタ 118061">
                      <a:extLst>
                        <a:ext uri="{FF2B5EF4-FFF2-40B4-BE49-F238E27FC236}">
                          <a16:creationId xmlns:a16="http://schemas.microsoft.com/office/drawing/2014/main" id="{A72F46F0-E5B1-4F49-A950-5045CF593F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3" name="直線コネクタ 118062">
                      <a:extLst>
                        <a:ext uri="{FF2B5EF4-FFF2-40B4-BE49-F238E27FC236}">
                          <a16:creationId xmlns:a16="http://schemas.microsoft.com/office/drawing/2014/main" id="{B5F00D16-616E-45E4-BD97-9EF02AE3D0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4" name="直線コネクタ 118063">
                      <a:extLst>
                        <a:ext uri="{FF2B5EF4-FFF2-40B4-BE49-F238E27FC236}">
                          <a16:creationId xmlns:a16="http://schemas.microsoft.com/office/drawing/2014/main" id="{23B4037E-8FC9-4B81-A682-632BE0C04A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5" name="直線コネクタ 118064">
                      <a:extLst>
                        <a:ext uri="{FF2B5EF4-FFF2-40B4-BE49-F238E27FC236}">
                          <a16:creationId xmlns:a16="http://schemas.microsoft.com/office/drawing/2014/main" id="{01F229E9-35ED-49EB-A974-75CF255930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6" name="直線コネクタ 118065">
                      <a:extLst>
                        <a:ext uri="{FF2B5EF4-FFF2-40B4-BE49-F238E27FC236}">
                          <a16:creationId xmlns:a16="http://schemas.microsoft.com/office/drawing/2014/main" id="{C9C3F9D5-8DCA-4342-8A01-796AC943E6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7" name="直線コネクタ 118066">
                      <a:extLst>
                        <a:ext uri="{FF2B5EF4-FFF2-40B4-BE49-F238E27FC236}">
                          <a16:creationId xmlns:a16="http://schemas.microsoft.com/office/drawing/2014/main" id="{CC11F21A-83D4-4EA0-88C9-59F1AA0F8D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8" name="直線コネクタ 118067">
                      <a:extLst>
                        <a:ext uri="{FF2B5EF4-FFF2-40B4-BE49-F238E27FC236}">
                          <a16:creationId xmlns:a16="http://schemas.microsoft.com/office/drawing/2014/main" id="{3F2C7F27-ED1D-4AF7-98AA-FE229DBF48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69" name="直線コネクタ 118068">
                      <a:extLst>
                        <a:ext uri="{FF2B5EF4-FFF2-40B4-BE49-F238E27FC236}">
                          <a16:creationId xmlns:a16="http://schemas.microsoft.com/office/drawing/2014/main" id="{3D49CD64-BCD5-4F0D-91BA-605CF7A552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0" name="直線コネクタ 118069">
                      <a:extLst>
                        <a:ext uri="{FF2B5EF4-FFF2-40B4-BE49-F238E27FC236}">
                          <a16:creationId xmlns:a16="http://schemas.microsoft.com/office/drawing/2014/main" id="{401F8348-A2CA-491B-AE9B-BD6B4CBFAE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1" name="直線コネクタ 118070">
                      <a:extLst>
                        <a:ext uri="{FF2B5EF4-FFF2-40B4-BE49-F238E27FC236}">
                          <a16:creationId xmlns:a16="http://schemas.microsoft.com/office/drawing/2014/main" id="{E862005B-3733-4F31-92EB-FE298DEA68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2" name="直線コネクタ 118071">
                      <a:extLst>
                        <a:ext uri="{FF2B5EF4-FFF2-40B4-BE49-F238E27FC236}">
                          <a16:creationId xmlns:a16="http://schemas.microsoft.com/office/drawing/2014/main" id="{6573039A-A9BB-4A14-8C9F-142A9B244B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3" name="直線コネクタ 118072">
                      <a:extLst>
                        <a:ext uri="{FF2B5EF4-FFF2-40B4-BE49-F238E27FC236}">
                          <a16:creationId xmlns:a16="http://schemas.microsoft.com/office/drawing/2014/main" id="{6490C08E-6278-4B72-9318-E6D453ECBA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4" name="直線コネクタ 118073">
                      <a:extLst>
                        <a:ext uri="{FF2B5EF4-FFF2-40B4-BE49-F238E27FC236}">
                          <a16:creationId xmlns:a16="http://schemas.microsoft.com/office/drawing/2014/main" id="{26256201-62F3-4CE1-A925-CEE8D218B0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5" name="直線コネクタ 118074">
                      <a:extLst>
                        <a:ext uri="{FF2B5EF4-FFF2-40B4-BE49-F238E27FC236}">
                          <a16:creationId xmlns:a16="http://schemas.microsoft.com/office/drawing/2014/main" id="{E0E7FABB-E41C-495E-82E9-54C3BDCA15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6" name="直線コネクタ 118075">
                      <a:extLst>
                        <a:ext uri="{FF2B5EF4-FFF2-40B4-BE49-F238E27FC236}">
                          <a16:creationId xmlns:a16="http://schemas.microsoft.com/office/drawing/2014/main" id="{84704B32-8677-48F9-8DA9-5916B12A98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7" name="直線コネクタ 118076">
                      <a:extLst>
                        <a:ext uri="{FF2B5EF4-FFF2-40B4-BE49-F238E27FC236}">
                          <a16:creationId xmlns:a16="http://schemas.microsoft.com/office/drawing/2014/main" id="{73167DD2-B929-4F4E-B248-04095C22E7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8" name="直線コネクタ 118077">
                      <a:extLst>
                        <a:ext uri="{FF2B5EF4-FFF2-40B4-BE49-F238E27FC236}">
                          <a16:creationId xmlns:a16="http://schemas.microsoft.com/office/drawing/2014/main" id="{C3A6E984-FA6C-4C60-925A-1D38BCDD6D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79" name="直線コネクタ 118078">
                      <a:extLst>
                        <a:ext uri="{FF2B5EF4-FFF2-40B4-BE49-F238E27FC236}">
                          <a16:creationId xmlns:a16="http://schemas.microsoft.com/office/drawing/2014/main" id="{7275384F-75B6-411A-8080-F1D3061704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0" name="直線コネクタ 118079">
                      <a:extLst>
                        <a:ext uri="{FF2B5EF4-FFF2-40B4-BE49-F238E27FC236}">
                          <a16:creationId xmlns:a16="http://schemas.microsoft.com/office/drawing/2014/main" id="{E156FDC6-1A93-4CF7-AFA4-4E4DC405E1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1" name="直線コネクタ 118080">
                      <a:extLst>
                        <a:ext uri="{FF2B5EF4-FFF2-40B4-BE49-F238E27FC236}">
                          <a16:creationId xmlns:a16="http://schemas.microsoft.com/office/drawing/2014/main" id="{F8880A4B-B1B8-4696-90D3-C5D86F125C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2" name="直線コネクタ 118081">
                      <a:extLst>
                        <a:ext uri="{FF2B5EF4-FFF2-40B4-BE49-F238E27FC236}">
                          <a16:creationId xmlns:a16="http://schemas.microsoft.com/office/drawing/2014/main" id="{990912BB-F82B-44CE-A5BF-04FD696D5D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3" name="直線コネクタ 118082">
                      <a:extLst>
                        <a:ext uri="{FF2B5EF4-FFF2-40B4-BE49-F238E27FC236}">
                          <a16:creationId xmlns:a16="http://schemas.microsoft.com/office/drawing/2014/main" id="{39E7BC0C-4331-495C-A69B-6008C91C20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4" name="直線コネクタ 118083">
                      <a:extLst>
                        <a:ext uri="{FF2B5EF4-FFF2-40B4-BE49-F238E27FC236}">
                          <a16:creationId xmlns:a16="http://schemas.microsoft.com/office/drawing/2014/main" id="{E7F7748B-CC78-4BCD-A9F2-2DDC858F58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5" name="直線コネクタ 118084">
                      <a:extLst>
                        <a:ext uri="{FF2B5EF4-FFF2-40B4-BE49-F238E27FC236}">
                          <a16:creationId xmlns:a16="http://schemas.microsoft.com/office/drawing/2014/main" id="{4E6BCD73-18F2-462B-AEF2-AE04D2FECF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6" name="直線コネクタ 118085">
                      <a:extLst>
                        <a:ext uri="{FF2B5EF4-FFF2-40B4-BE49-F238E27FC236}">
                          <a16:creationId xmlns:a16="http://schemas.microsoft.com/office/drawing/2014/main" id="{2AD535C8-D0FF-4322-A799-63C464EE7D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7" name="直線コネクタ 118086">
                      <a:extLst>
                        <a:ext uri="{FF2B5EF4-FFF2-40B4-BE49-F238E27FC236}">
                          <a16:creationId xmlns:a16="http://schemas.microsoft.com/office/drawing/2014/main" id="{371E72D9-9CAD-4166-A1C8-7CF936B701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8" name="直線コネクタ 118087">
                      <a:extLst>
                        <a:ext uri="{FF2B5EF4-FFF2-40B4-BE49-F238E27FC236}">
                          <a16:creationId xmlns:a16="http://schemas.microsoft.com/office/drawing/2014/main" id="{AF80F152-D326-4994-A394-E74D4D543C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89" name="直線コネクタ 118088">
                      <a:extLst>
                        <a:ext uri="{FF2B5EF4-FFF2-40B4-BE49-F238E27FC236}">
                          <a16:creationId xmlns:a16="http://schemas.microsoft.com/office/drawing/2014/main" id="{708200F9-8B26-49B6-AF6D-16DCB40EDE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0" name="直線コネクタ 118089">
                      <a:extLst>
                        <a:ext uri="{FF2B5EF4-FFF2-40B4-BE49-F238E27FC236}">
                          <a16:creationId xmlns:a16="http://schemas.microsoft.com/office/drawing/2014/main" id="{2E99D361-52BB-4709-98A8-CFFFB951E1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1" name="直線コネクタ 118090">
                      <a:extLst>
                        <a:ext uri="{FF2B5EF4-FFF2-40B4-BE49-F238E27FC236}">
                          <a16:creationId xmlns:a16="http://schemas.microsoft.com/office/drawing/2014/main" id="{B6CA99F8-60F0-4884-9EFC-1BCD81D78A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2" name="直線コネクタ 118091">
                      <a:extLst>
                        <a:ext uri="{FF2B5EF4-FFF2-40B4-BE49-F238E27FC236}">
                          <a16:creationId xmlns:a16="http://schemas.microsoft.com/office/drawing/2014/main" id="{8C1B19EE-A89C-49AF-8B64-FF18CE420A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8093" name="直線コネクタ 118092">
                      <a:extLst>
                        <a:ext uri="{FF2B5EF4-FFF2-40B4-BE49-F238E27FC236}">
                          <a16:creationId xmlns:a16="http://schemas.microsoft.com/office/drawing/2014/main" id="{CA0F51EA-4A1D-4F39-A32E-5603E1D6A0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42" name="グループ化 113641">
                  <a:extLst>
                    <a:ext uri="{FF2B5EF4-FFF2-40B4-BE49-F238E27FC236}">
                      <a16:creationId xmlns:a16="http://schemas.microsoft.com/office/drawing/2014/main" id="{799C6D0D-8695-4C15-BB28-82A0CB1E753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712664" y="4712281"/>
                  <a:ext cx="1374434" cy="1375200"/>
                  <a:chOff x="4287481" y="4286224"/>
                  <a:chExt cx="2227978" cy="2229219"/>
                </a:xfrm>
              </p:grpSpPr>
              <p:cxnSp>
                <p:nvCxnSpPr>
                  <p:cNvPr id="117493" name="直線コネクタ 117492">
                    <a:extLst>
                      <a:ext uri="{FF2B5EF4-FFF2-40B4-BE49-F238E27FC236}">
                        <a16:creationId xmlns:a16="http://schemas.microsoft.com/office/drawing/2014/main" id="{5DC48C48-D1BB-4A1E-83C7-C78420D300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494" name="直線コネクタ 117493">
                    <a:extLst>
                      <a:ext uri="{FF2B5EF4-FFF2-40B4-BE49-F238E27FC236}">
                        <a16:creationId xmlns:a16="http://schemas.microsoft.com/office/drawing/2014/main" id="{AACF0EEE-8858-4861-828F-C87CCF91EF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495" name="直線コネクタ 117494">
                    <a:extLst>
                      <a:ext uri="{FF2B5EF4-FFF2-40B4-BE49-F238E27FC236}">
                        <a16:creationId xmlns:a16="http://schemas.microsoft.com/office/drawing/2014/main" id="{A20F5E77-F86E-4A31-9EFC-E10ADA583B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496" name="直線コネクタ 117495">
                    <a:extLst>
                      <a:ext uri="{FF2B5EF4-FFF2-40B4-BE49-F238E27FC236}">
                        <a16:creationId xmlns:a16="http://schemas.microsoft.com/office/drawing/2014/main" id="{0C1DB0E8-C3CA-4E7B-935E-4F1C539030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497" name="直線コネクタ 117496">
                    <a:extLst>
                      <a:ext uri="{FF2B5EF4-FFF2-40B4-BE49-F238E27FC236}">
                        <a16:creationId xmlns:a16="http://schemas.microsoft.com/office/drawing/2014/main" id="{82861A7F-731A-4AAF-91AA-28351A7DF9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498" name="直線コネクタ 117497">
                    <a:extLst>
                      <a:ext uri="{FF2B5EF4-FFF2-40B4-BE49-F238E27FC236}">
                        <a16:creationId xmlns:a16="http://schemas.microsoft.com/office/drawing/2014/main" id="{3BC9AC8F-0380-453E-A647-6599771932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499" name="直線コネクタ 117498">
                    <a:extLst>
                      <a:ext uri="{FF2B5EF4-FFF2-40B4-BE49-F238E27FC236}">
                        <a16:creationId xmlns:a16="http://schemas.microsoft.com/office/drawing/2014/main" id="{E8B5B841-BEB4-40E2-887B-034B240ED2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0" name="直線コネクタ 117499">
                    <a:extLst>
                      <a:ext uri="{FF2B5EF4-FFF2-40B4-BE49-F238E27FC236}">
                        <a16:creationId xmlns:a16="http://schemas.microsoft.com/office/drawing/2014/main" id="{E342C9A5-3BB4-411D-A82F-EC6B95AFFB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1" name="直線コネクタ 117500">
                    <a:extLst>
                      <a:ext uri="{FF2B5EF4-FFF2-40B4-BE49-F238E27FC236}">
                        <a16:creationId xmlns:a16="http://schemas.microsoft.com/office/drawing/2014/main" id="{05CAEB67-C807-458E-91EF-39A22C1D3F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2" name="直線コネクタ 117501">
                    <a:extLst>
                      <a:ext uri="{FF2B5EF4-FFF2-40B4-BE49-F238E27FC236}">
                        <a16:creationId xmlns:a16="http://schemas.microsoft.com/office/drawing/2014/main" id="{6AAAF93F-D58A-4A46-B17B-89516A18EF2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3" name="直線コネクタ 117502">
                    <a:extLst>
                      <a:ext uri="{FF2B5EF4-FFF2-40B4-BE49-F238E27FC236}">
                        <a16:creationId xmlns:a16="http://schemas.microsoft.com/office/drawing/2014/main" id="{1209E58B-4CAB-4238-BECE-164A532F0E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4" name="直線コネクタ 117503">
                    <a:extLst>
                      <a:ext uri="{FF2B5EF4-FFF2-40B4-BE49-F238E27FC236}">
                        <a16:creationId xmlns:a16="http://schemas.microsoft.com/office/drawing/2014/main" id="{BD1AF5BE-E563-497E-8138-AE8EFBE63B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5" name="直線コネクタ 117504">
                    <a:extLst>
                      <a:ext uri="{FF2B5EF4-FFF2-40B4-BE49-F238E27FC236}">
                        <a16:creationId xmlns:a16="http://schemas.microsoft.com/office/drawing/2014/main" id="{2476EE89-5B2F-4052-BAE1-09BF65161D5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6" name="直線コネクタ 117505">
                    <a:extLst>
                      <a:ext uri="{FF2B5EF4-FFF2-40B4-BE49-F238E27FC236}">
                        <a16:creationId xmlns:a16="http://schemas.microsoft.com/office/drawing/2014/main" id="{4F48533C-6C99-4D3A-BCAC-967B0A2A33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7" name="直線コネクタ 117506">
                    <a:extLst>
                      <a:ext uri="{FF2B5EF4-FFF2-40B4-BE49-F238E27FC236}">
                        <a16:creationId xmlns:a16="http://schemas.microsoft.com/office/drawing/2014/main" id="{DB346B45-8A4B-412D-BC78-9E63B844D6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8" name="直線コネクタ 117507">
                    <a:extLst>
                      <a:ext uri="{FF2B5EF4-FFF2-40B4-BE49-F238E27FC236}">
                        <a16:creationId xmlns:a16="http://schemas.microsoft.com/office/drawing/2014/main" id="{7D0B8277-FE4C-4220-86EA-F683C4DC63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09" name="直線コネクタ 117508">
                    <a:extLst>
                      <a:ext uri="{FF2B5EF4-FFF2-40B4-BE49-F238E27FC236}">
                        <a16:creationId xmlns:a16="http://schemas.microsoft.com/office/drawing/2014/main" id="{5F1F8906-396B-44D1-AA5C-C6DD63A79D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0" name="直線コネクタ 117509">
                    <a:extLst>
                      <a:ext uri="{FF2B5EF4-FFF2-40B4-BE49-F238E27FC236}">
                        <a16:creationId xmlns:a16="http://schemas.microsoft.com/office/drawing/2014/main" id="{ACEAF91C-61B6-4405-AFC1-DEE32267D7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1" name="直線コネクタ 117510">
                    <a:extLst>
                      <a:ext uri="{FF2B5EF4-FFF2-40B4-BE49-F238E27FC236}">
                        <a16:creationId xmlns:a16="http://schemas.microsoft.com/office/drawing/2014/main" id="{5B4E5DD5-90EE-417D-80B7-B7BB9EFC04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2" name="直線コネクタ 117511">
                    <a:extLst>
                      <a:ext uri="{FF2B5EF4-FFF2-40B4-BE49-F238E27FC236}">
                        <a16:creationId xmlns:a16="http://schemas.microsoft.com/office/drawing/2014/main" id="{FE542BFF-992D-4D01-B725-3DC38C36AB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3" name="直線コネクタ 117512">
                    <a:extLst>
                      <a:ext uri="{FF2B5EF4-FFF2-40B4-BE49-F238E27FC236}">
                        <a16:creationId xmlns:a16="http://schemas.microsoft.com/office/drawing/2014/main" id="{A7C8BCCB-70B5-4AAC-B8D9-C109400706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4" name="直線コネクタ 117513">
                    <a:extLst>
                      <a:ext uri="{FF2B5EF4-FFF2-40B4-BE49-F238E27FC236}">
                        <a16:creationId xmlns:a16="http://schemas.microsoft.com/office/drawing/2014/main" id="{5217CAD0-A4EF-4560-8F5B-3220BF9CD8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5" name="直線コネクタ 117514">
                    <a:extLst>
                      <a:ext uri="{FF2B5EF4-FFF2-40B4-BE49-F238E27FC236}">
                        <a16:creationId xmlns:a16="http://schemas.microsoft.com/office/drawing/2014/main" id="{C5AFF409-CC0E-4C0E-AD9D-1B2497C0E2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6" name="直線コネクタ 117515">
                    <a:extLst>
                      <a:ext uri="{FF2B5EF4-FFF2-40B4-BE49-F238E27FC236}">
                        <a16:creationId xmlns:a16="http://schemas.microsoft.com/office/drawing/2014/main" id="{4B6CCF32-1113-424C-98C3-D87D5EEF36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7" name="直線コネクタ 117516">
                    <a:extLst>
                      <a:ext uri="{FF2B5EF4-FFF2-40B4-BE49-F238E27FC236}">
                        <a16:creationId xmlns:a16="http://schemas.microsoft.com/office/drawing/2014/main" id="{E88B6E44-1C6F-47BD-9266-D3B4515CC8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8" name="直線コネクタ 117517">
                    <a:extLst>
                      <a:ext uri="{FF2B5EF4-FFF2-40B4-BE49-F238E27FC236}">
                        <a16:creationId xmlns:a16="http://schemas.microsoft.com/office/drawing/2014/main" id="{85AB3D62-3366-490E-8E37-81546E56BF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19" name="直線コネクタ 117518">
                    <a:extLst>
                      <a:ext uri="{FF2B5EF4-FFF2-40B4-BE49-F238E27FC236}">
                        <a16:creationId xmlns:a16="http://schemas.microsoft.com/office/drawing/2014/main" id="{6C212009-C75A-46C0-B2BD-0C0DCA67A0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0" name="直線コネクタ 117519">
                    <a:extLst>
                      <a:ext uri="{FF2B5EF4-FFF2-40B4-BE49-F238E27FC236}">
                        <a16:creationId xmlns:a16="http://schemas.microsoft.com/office/drawing/2014/main" id="{B783CD67-DC02-445A-8627-81591AC344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1" name="直線コネクタ 117520">
                    <a:extLst>
                      <a:ext uri="{FF2B5EF4-FFF2-40B4-BE49-F238E27FC236}">
                        <a16:creationId xmlns:a16="http://schemas.microsoft.com/office/drawing/2014/main" id="{4022B4C6-7076-4E9B-9537-2E1696EB80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2" name="直線コネクタ 117521">
                    <a:extLst>
                      <a:ext uri="{FF2B5EF4-FFF2-40B4-BE49-F238E27FC236}">
                        <a16:creationId xmlns:a16="http://schemas.microsoft.com/office/drawing/2014/main" id="{82DF6F60-8DCC-46F7-8123-1269846535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3" name="直線コネクタ 117522">
                    <a:extLst>
                      <a:ext uri="{FF2B5EF4-FFF2-40B4-BE49-F238E27FC236}">
                        <a16:creationId xmlns:a16="http://schemas.microsoft.com/office/drawing/2014/main" id="{D4CA1800-8797-409B-9A13-81CF31E6D0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4" name="直線コネクタ 117523">
                    <a:extLst>
                      <a:ext uri="{FF2B5EF4-FFF2-40B4-BE49-F238E27FC236}">
                        <a16:creationId xmlns:a16="http://schemas.microsoft.com/office/drawing/2014/main" id="{2ADEC33A-C497-48C2-BBF2-C512C531A6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5" name="直線コネクタ 117524">
                    <a:extLst>
                      <a:ext uri="{FF2B5EF4-FFF2-40B4-BE49-F238E27FC236}">
                        <a16:creationId xmlns:a16="http://schemas.microsoft.com/office/drawing/2014/main" id="{9D062F9A-A1AB-489F-8BA2-6139ED42F4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6" name="直線コネクタ 117525">
                    <a:extLst>
                      <a:ext uri="{FF2B5EF4-FFF2-40B4-BE49-F238E27FC236}">
                        <a16:creationId xmlns:a16="http://schemas.microsoft.com/office/drawing/2014/main" id="{356D2352-C884-431D-9D64-FABE3CDD9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7" name="直線コネクタ 117526">
                    <a:extLst>
                      <a:ext uri="{FF2B5EF4-FFF2-40B4-BE49-F238E27FC236}">
                        <a16:creationId xmlns:a16="http://schemas.microsoft.com/office/drawing/2014/main" id="{0E10310E-126F-4EA5-8140-D5BAEFF31A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8" name="直線コネクタ 117527">
                    <a:extLst>
                      <a:ext uri="{FF2B5EF4-FFF2-40B4-BE49-F238E27FC236}">
                        <a16:creationId xmlns:a16="http://schemas.microsoft.com/office/drawing/2014/main" id="{124AF6B8-C2D0-4150-A6BC-02CBD23DB8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29" name="直線コネクタ 117528">
                    <a:extLst>
                      <a:ext uri="{FF2B5EF4-FFF2-40B4-BE49-F238E27FC236}">
                        <a16:creationId xmlns:a16="http://schemas.microsoft.com/office/drawing/2014/main" id="{B0E235EF-CF76-4CAE-89CC-FC6B892465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0" name="直線コネクタ 117529">
                    <a:extLst>
                      <a:ext uri="{FF2B5EF4-FFF2-40B4-BE49-F238E27FC236}">
                        <a16:creationId xmlns:a16="http://schemas.microsoft.com/office/drawing/2014/main" id="{F0A64C90-961C-4E49-801A-4D45840799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1" name="直線コネクタ 117530">
                    <a:extLst>
                      <a:ext uri="{FF2B5EF4-FFF2-40B4-BE49-F238E27FC236}">
                        <a16:creationId xmlns:a16="http://schemas.microsoft.com/office/drawing/2014/main" id="{9D6600AF-AD46-4219-91B5-3732039F80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2" name="直線コネクタ 117531">
                    <a:extLst>
                      <a:ext uri="{FF2B5EF4-FFF2-40B4-BE49-F238E27FC236}">
                        <a16:creationId xmlns:a16="http://schemas.microsoft.com/office/drawing/2014/main" id="{1B0D525B-EF5E-4259-8366-33599B2BF0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3" name="直線コネクタ 117532">
                    <a:extLst>
                      <a:ext uri="{FF2B5EF4-FFF2-40B4-BE49-F238E27FC236}">
                        <a16:creationId xmlns:a16="http://schemas.microsoft.com/office/drawing/2014/main" id="{3030847E-0631-4DE7-8398-44163FC2EC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4" name="直線コネクタ 117533">
                    <a:extLst>
                      <a:ext uri="{FF2B5EF4-FFF2-40B4-BE49-F238E27FC236}">
                        <a16:creationId xmlns:a16="http://schemas.microsoft.com/office/drawing/2014/main" id="{B3207C76-F317-40A4-BFA7-7F08670E7E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5" name="直線コネクタ 117534">
                    <a:extLst>
                      <a:ext uri="{FF2B5EF4-FFF2-40B4-BE49-F238E27FC236}">
                        <a16:creationId xmlns:a16="http://schemas.microsoft.com/office/drawing/2014/main" id="{CA0170C8-BB29-43F1-A3CB-F9DB9A167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6" name="直線コネクタ 117535">
                    <a:extLst>
                      <a:ext uri="{FF2B5EF4-FFF2-40B4-BE49-F238E27FC236}">
                        <a16:creationId xmlns:a16="http://schemas.microsoft.com/office/drawing/2014/main" id="{D3BA6B38-CE0F-483D-A614-F2200B47CAF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7" name="直線コネクタ 117536">
                    <a:extLst>
                      <a:ext uri="{FF2B5EF4-FFF2-40B4-BE49-F238E27FC236}">
                        <a16:creationId xmlns:a16="http://schemas.microsoft.com/office/drawing/2014/main" id="{3B3B4217-90E8-4131-9EDF-16BED938B12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8" name="直線コネクタ 117537">
                    <a:extLst>
                      <a:ext uri="{FF2B5EF4-FFF2-40B4-BE49-F238E27FC236}">
                        <a16:creationId xmlns:a16="http://schemas.microsoft.com/office/drawing/2014/main" id="{C5ED040C-FB13-4667-91C8-47AF1C66F0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39" name="直線コネクタ 117538">
                    <a:extLst>
                      <a:ext uri="{FF2B5EF4-FFF2-40B4-BE49-F238E27FC236}">
                        <a16:creationId xmlns:a16="http://schemas.microsoft.com/office/drawing/2014/main" id="{65803A30-5307-4516-AADB-D81AE8FB1B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0" name="直線コネクタ 117539">
                    <a:extLst>
                      <a:ext uri="{FF2B5EF4-FFF2-40B4-BE49-F238E27FC236}">
                        <a16:creationId xmlns:a16="http://schemas.microsoft.com/office/drawing/2014/main" id="{9C7F4BF8-B6CB-45CF-A736-9C72766EF87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1" name="直線コネクタ 117540">
                    <a:extLst>
                      <a:ext uri="{FF2B5EF4-FFF2-40B4-BE49-F238E27FC236}">
                        <a16:creationId xmlns:a16="http://schemas.microsoft.com/office/drawing/2014/main" id="{E2076E2F-E620-4096-8C9C-4EBA157C7BD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2" name="直線コネクタ 117541">
                    <a:extLst>
                      <a:ext uri="{FF2B5EF4-FFF2-40B4-BE49-F238E27FC236}">
                        <a16:creationId xmlns:a16="http://schemas.microsoft.com/office/drawing/2014/main" id="{CD3735A5-2002-4FD7-8AAA-371756B3901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3" name="直線コネクタ 117542">
                    <a:extLst>
                      <a:ext uri="{FF2B5EF4-FFF2-40B4-BE49-F238E27FC236}">
                        <a16:creationId xmlns:a16="http://schemas.microsoft.com/office/drawing/2014/main" id="{BC98F727-8EBD-4E86-846B-FFD8AC6333A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4" name="直線コネクタ 117543">
                    <a:extLst>
                      <a:ext uri="{FF2B5EF4-FFF2-40B4-BE49-F238E27FC236}">
                        <a16:creationId xmlns:a16="http://schemas.microsoft.com/office/drawing/2014/main" id="{20A814E1-CDE2-4D93-92B9-6F4119E698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5" name="直線コネクタ 117544">
                    <a:extLst>
                      <a:ext uri="{FF2B5EF4-FFF2-40B4-BE49-F238E27FC236}">
                        <a16:creationId xmlns:a16="http://schemas.microsoft.com/office/drawing/2014/main" id="{32B24C9F-4D3C-429E-8788-24428EF28E2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6" name="直線コネクタ 117545">
                    <a:extLst>
                      <a:ext uri="{FF2B5EF4-FFF2-40B4-BE49-F238E27FC236}">
                        <a16:creationId xmlns:a16="http://schemas.microsoft.com/office/drawing/2014/main" id="{04B21519-9303-483F-965F-20D3CC9C24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7" name="直線コネクタ 117546">
                    <a:extLst>
                      <a:ext uri="{FF2B5EF4-FFF2-40B4-BE49-F238E27FC236}">
                        <a16:creationId xmlns:a16="http://schemas.microsoft.com/office/drawing/2014/main" id="{E4A4EFED-E6A9-49EF-90BE-2397F4165E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8" name="直線コネクタ 117547">
                    <a:extLst>
                      <a:ext uri="{FF2B5EF4-FFF2-40B4-BE49-F238E27FC236}">
                        <a16:creationId xmlns:a16="http://schemas.microsoft.com/office/drawing/2014/main" id="{6A7E7479-95B1-4FD1-A659-391A21303F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49" name="直線コネクタ 117548">
                    <a:extLst>
                      <a:ext uri="{FF2B5EF4-FFF2-40B4-BE49-F238E27FC236}">
                        <a16:creationId xmlns:a16="http://schemas.microsoft.com/office/drawing/2014/main" id="{8C5C1DB9-CA7A-41FD-986A-917823DB47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0" name="直線コネクタ 117549">
                    <a:extLst>
                      <a:ext uri="{FF2B5EF4-FFF2-40B4-BE49-F238E27FC236}">
                        <a16:creationId xmlns:a16="http://schemas.microsoft.com/office/drawing/2014/main" id="{CF2B2303-2329-48F1-A096-8EAC5552D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1" name="直線コネクタ 117550">
                    <a:extLst>
                      <a:ext uri="{FF2B5EF4-FFF2-40B4-BE49-F238E27FC236}">
                        <a16:creationId xmlns:a16="http://schemas.microsoft.com/office/drawing/2014/main" id="{DCC58C4F-6279-445F-B79D-19767548D4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2" name="直線コネクタ 117551">
                    <a:extLst>
                      <a:ext uri="{FF2B5EF4-FFF2-40B4-BE49-F238E27FC236}">
                        <a16:creationId xmlns:a16="http://schemas.microsoft.com/office/drawing/2014/main" id="{D6312AAB-A994-4772-8AB3-840851DEB8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3" name="直線コネクタ 117552">
                    <a:extLst>
                      <a:ext uri="{FF2B5EF4-FFF2-40B4-BE49-F238E27FC236}">
                        <a16:creationId xmlns:a16="http://schemas.microsoft.com/office/drawing/2014/main" id="{7313BB1A-B19B-4C14-B638-9197E081B6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4" name="直線コネクタ 117553">
                    <a:extLst>
                      <a:ext uri="{FF2B5EF4-FFF2-40B4-BE49-F238E27FC236}">
                        <a16:creationId xmlns:a16="http://schemas.microsoft.com/office/drawing/2014/main" id="{98F9914C-FFB0-4E00-BECF-7E9631E2AA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5" name="直線コネクタ 117554">
                    <a:extLst>
                      <a:ext uri="{FF2B5EF4-FFF2-40B4-BE49-F238E27FC236}">
                        <a16:creationId xmlns:a16="http://schemas.microsoft.com/office/drawing/2014/main" id="{D6BA6DCE-651A-4024-B3C5-5623C42F13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6" name="直線コネクタ 117555">
                    <a:extLst>
                      <a:ext uri="{FF2B5EF4-FFF2-40B4-BE49-F238E27FC236}">
                        <a16:creationId xmlns:a16="http://schemas.microsoft.com/office/drawing/2014/main" id="{AF800FE4-ADDE-4E09-ACF2-04B0BA4B4E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7" name="直線コネクタ 117556">
                    <a:extLst>
                      <a:ext uri="{FF2B5EF4-FFF2-40B4-BE49-F238E27FC236}">
                        <a16:creationId xmlns:a16="http://schemas.microsoft.com/office/drawing/2014/main" id="{F06D9B09-BF8B-40FF-8675-B091E35587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8" name="直線コネクタ 117557">
                    <a:extLst>
                      <a:ext uri="{FF2B5EF4-FFF2-40B4-BE49-F238E27FC236}">
                        <a16:creationId xmlns:a16="http://schemas.microsoft.com/office/drawing/2014/main" id="{9A20A4B1-A6B5-4E60-8829-B0993B46A3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59" name="直線コネクタ 117558">
                    <a:extLst>
                      <a:ext uri="{FF2B5EF4-FFF2-40B4-BE49-F238E27FC236}">
                        <a16:creationId xmlns:a16="http://schemas.microsoft.com/office/drawing/2014/main" id="{4A1E6F63-2A2C-4232-981A-3E9C556587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0" name="直線コネクタ 117559">
                    <a:extLst>
                      <a:ext uri="{FF2B5EF4-FFF2-40B4-BE49-F238E27FC236}">
                        <a16:creationId xmlns:a16="http://schemas.microsoft.com/office/drawing/2014/main" id="{F58FE38B-9015-4536-A450-13A4300611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1" name="直線コネクタ 117560">
                    <a:extLst>
                      <a:ext uri="{FF2B5EF4-FFF2-40B4-BE49-F238E27FC236}">
                        <a16:creationId xmlns:a16="http://schemas.microsoft.com/office/drawing/2014/main" id="{59EC0FA0-17F5-4A7B-BA7E-05ECDA7EAB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2" name="直線コネクタ 117561">
                    <a:extLst>
                      <a:ext uri="{FF2B5EF4-FFF2-40B4-BE49-F238E27FC236}">
                        <a16:creationId xmlns:a16="http://schemas.microsoft.com/office/drawing/2014/main" id="{091DFD51-4635-48ED-9C26-79A02319E0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3" name="直線コネクタ 117562">
                    <a:extLst>
                      <a:ext uri="{FF2B5EF4-FFF2-40B4-BE49-F238E27FC236}">
                        <a16:creationId xmlns:a16="http://schemas.microsoft.com/office/drawing/2014/main" id="{561B9864-B232-45EE-A3B7-DF24A8B88E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4" name="直線コネクタ 117563">
                    <a:extLst>
                      <a:ext uri="{FF2B5EF4-FFF2-40B4-BE49-F238E27FC236}">
                        <a16:creationId xmlns:a16="http://schemas.microsoft.com/office/drawing/2014/main" id="{772D5B9E-F730-46F9-9C85-EC1B39409E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5" name="直線コネクタ 117564">
                    <a:extLst>
                      <a:ext uri="{FF2B5EF4-FFF2-40B4-BE49-F238E27FC236}">
                        <a16:creationId xmlns:a16="http://schemas.microsoft.com/office/drawing/2014/main" id="{2E1EF9B1-5035-4006-B7B9-256B5E8381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6" name="直線コネクタ 117565">
                    <a:extLst>
                      <a:ext uri="{FF2B5EF4-FFF2-40B4-BE49-F238E27FC236}">
                        <a16:creationId xmlns:a16="http://schemas.microsoft.com/office/drawing/2014/main" id="{EDBD8A53-A116-4F22-9EB5-A90B57ED15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7" name="直線コネクタ 117566">
                    <a:extLst>
                      <a:ext uri="{FF2B5EF4-FFF2-40B4-BE49-F238E27FC236}">
                        <a16:creationId xmlns:a16="http://schemas.microsoft.com/office/drawing/2014/main" id="{CF61EED6-2CC8-411E-8858-AE1A03F80E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8" name="直線コネクタ 117567">
                    <a:extLst>
                      <a:ext uri="{FF2B5EF4-FFF2-40B4-BE49-F238E27FC236}">
                        <a16:creationId xmlns:a16="http://schemas.microsoft.com/office/drawing/2014/main" id="{4BD18FBC-6F6B-4DCC-85A5-79DD017C17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69" name="直線コネクタ 117568">
                    <a:extLst>
                      <a:ext uri="{FF2B5EF4-FFF2-40B4-BE49-F238E27FC236}">
                        <a16:creationId xmlns:a16="http://schemas.microsoft.com/office/drawing/2014/main" id="{249DD7AA-3263-4E37-87B1-790B0BAE44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0" name="直線コネクタ 117569">
                    <a:extLst>
                      <a:ext uri="{FF2B5EF4-FFF2-40B4-BE49-F238E27FC236}">
                        <a16:creationId xmlns:a16="http://schemas.microsoft.com/office/drawing/2014/main" id="{1D54E310-776E-49CB-BD6A-52E94E01EA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1" name="直線コネクタ 117570">
                    <a:extLst>
                      <a:ext uri="{FF2B5EF4-FFF2-40B4-BE49-F238E27FC236}">
                        <a16:creationId xmlns:a16="http://schemas.microsoft.com/office/drawing/2014/main" id="{05CD8406-99BF-467E-BF19-984679E023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2" name="直線コネクタ 117571">
                    <a:extLst>
                      <a:ext uri="{FF2B5EF4-FFF2-40B4-BE49-F238E27FC236}">
                        <a16:creationId xmlns:a16="http://schemas.microsoft.com/office/drawing/2014/main" id="{34AED3AE-7E6B-4745-90E9-4565672709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3" name="直線コネクタ 117572">
                    <a:extLst>
                      <a:ext uri="{FF2B5EF4-FFF2-40B4-BE49-F238E27FC236}">
                        <a16:creationId xmlns:a16="http://schemas.microsoft.com/office/drawing/2014/main" id="{69B4779E-308A-49E1-B959-AE405AF613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4" name="直線コネクタ 117573">
                    <a:extLst>
                      <a:ext uri="{FF2B5EF4-FFF2-40B4-BE49-F238E27FC236}">
                        <a16:creationId xmlns:a16="http://schemas.microsoft.com/office/drawing/2014/main" id="{AA9ACE58-6DEE-4041-A22F-BC88A58687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5" name="直線コネクタ 117574">
                    <a:extLst>
                      <a:ext uri="{FF2B5EF4-FFF2-40B4-BE49-F238E27FC236}">
                        <a16:creationId xmlns:a16="http://schemas.microsoft.com/office/drawing/2014/main" id="{542D784A-70EF-4FE0-A8B0-C470870D18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6" name="直線コネクタ 117575">
                    <a:extLst>
                      <a:ext uri="{FF2B5EF4-FFF2-40B4-BE49-F238E27FC236}">
                        <a16:creationId xmlns:a16="http://schemas.microsoft.com/office/drawing/2014/main" id="{8FA3C736-462D-4C1F-8FB4-5F1714BAFA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7" name="直線コネクタ 117576">
                    <a:extLst>
                      <a:ext uri="{FF2B5EF4-FFF2-40B4-BE49-F238E27FC236}">
                        <a16:creationId xmlns:a16="http://schemas.microsoft.com/office/drawing/2014/main" id="{A073788D-DE71-4C40-AC4E-448F293532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8" name="直線コネクタ 117577">
                    <a:extLst>
                      <a:ext uri="{FF2B5EF4-FFF2-40B4-BE49-F238E27FC236}">
                        <a16:creationId xmlns:a16="http://schemas.microsoft.com/office/drawing/2014/main" id="{8908AA48-9DD8-4D5D-AF94-D95C8E62AF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79" name="直線コネクタ 117578">
                    <a:extLst>
                      <a:ext uri="{FF2B5EF4-FFF2-40B4-BE49-F238E27FC236}">
                        <a16:creationId xmlns:a16="http://schemas.microsoft.com/office/drawing/2014/main" id="{26D7FD2B-0AFF-4C20-B11E-C49725029A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0" name="直線コネクタ 117579">
                    <a:extLst>
                      <a:ext uri="{FF2B5EF4-FFF2-40B4-BE49-F238E27FC236}">
                        <a16:creationId xmlns:a16="http://schemas.microsoft.com/office/drawing/2014/main" id="{C03211D4-1CB5-4D32-86F6-72706C727A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1" name="直線コネクタ 117580">
                    <a:extLst>
                      <a:ext uri="{FF2B5EF4-FFF2-40B4-BE49-F238E27FC236}">
                        <a16:creationId xmlns:a16="http://schemas.microsoft.com/office/drawing/2014/main" id="{CC6D464E-8548-4D57-9CCC-4C2453562B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2" name="直線コネクタ 117581">
                    <a:extLst>
                      <a:ext uri="{FF2B5EF4-FFF2-40B4-BE49-F238E27FC236}">
                        <a16:creationId xmlns:a16="http://schemas.microsoft.com/office/drawing/2014/main" id="{A3DA744C-530D-48EF-95F2-7925E437C0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3" name="直線コネクタ 117582">
                    <a:extLst>
                      <a:ext uri="{FF2B5EF4-FFF2-40B4-BE49-F238E27FC236}">
                        <a16:creationId xmlns:a16="http://schemas.microsoft.com/office/drawing/2014/main" id="{37A7C754-05A2-458C-A08F-719FE38642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4" name="直線コネクタ 117583">
                    <a:extLst>
                      <a:ext uri="{FF2B5EF4-FFF2-40B4-BE49-F238E27FC236}">
                        <a16:creationId xmlns:a16="http://schemas.microsoft.com/office/drawing/2014/main" id="{4789B979-DB0C-4D1D-8028-620014243B1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5" name="直線コネクタ 117584">
                    <a:extLst>
                      <a:ext uri="{FF2B5EF4-FFF2-40B4-BE49-F238E27FC236}">
                        <a16:creationId xmlns:a16="http://schemas.microsoft.com/office/drawing/2014/main" id="{9F564CF2-38AC-4F99-B121-2ACB6AD2D2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6" name="直線コネクタ 117585">
                    <a:extLst>
                      <a:ext uri="{FF2B5EF4-FFF2-40B4-BE49-F238E27FC236}">
                        <a16:creationId xmlns:a16="http://schemas.microsoft.com/office/drawing/2014/main" id="{8805ACFA-D9C5-42F8-B1E2-92D703DCA42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7" name="直線コネクタ 117586">
                    <a:extLst>
                      <a:ext uri="{FF2B5EF4-FFF2-40B4-BE49-F238E27FC236}">
                        <a16:creationId xmlns:a16="http://schemas.microsoft.com/office/drawing/2014/main" id="{364E5516-0091-4783-B7B4-918A1CC0597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8" name="直線コネクタ 117587">
                    <a:extLst>
                      <a:ext uri="{FF2B5EF4-FFF2-40B4-BE49-F238E27FC236}">
                        <a16:creationId xmlns:a16="http://schemas.microsoft.com/office/drawing/2014/main" id="{0A4D1F41-82CF-4EC7-9E8B-853BD2F3175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89" name="直線コネクタ 117588">
                    <a:extLst>
                      <a:ext uri="{FF2B5EF4-FFF2-40B4-BE49-F238E27FC236}">
                        <a16:creationId xmlns:a16="http://schemas.microsoft.com/office/drawing/2014/main" id="{B1C2E644-5FCD-483E-ACBE-05E39D4A6C6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0" name="直線コネクタ 117589">
                    <a:extLst>
                      <a:ext uri="{FF2B5EF4-FFF2-40B4-BE49-F238E27FC236}">
                        <a16:creationId xmlns:a16="http://schemas.microsoft.com/office/drawing/2014/main" id="{6B1B6C89-8FB5-43D3-8800-D1367BEAE98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1" name="直線コネクタ 117590">
                    <a:extLst>
                      <a:ext uri="{FF2B5EF4-FFF2-40B4-BE49-F238E27FC236}">
                        <a16:creationId xmlns:a16="http://schemas.microsoft.com/office/drawing/2014/main" id="{3C2F8DE6-DAD7-4B0F-A2FC-98D959F9C25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2" name="直線コネクタ 117591">
                    <a:extLst>
                      <a:ext uri="{FF2B5EF4-FFF2-40B4-BE49-F238E27FC236}">
                        <a16:creationId xmlns:a16="http://schemas.microsoft.com/office/drawing/2014/main" id="{0F64B2DD-5298-41F4-BCCD-171BC9D934E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3" name="直線コネクタ 117592">
                    <a:extLst>
                      <a:ext uri="{FF2B5EF4-FFF2-40B4-BE49-F238E27FC236}">
                        <a16:creationId xmlns:a16="http://schemas.microsoft.com/office/drawing/2014/main" id="{50EA6DF9-6C7A-45CB-AE85-93BAFE2E545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4" name="直線コネクタ 117593">
                    <a:extLst>
                      <a:ext uri="{FF2B5EF4-FFF2-40B4-BE49-F238E27FC236}">
                        <a16:creationId xmlns:a16="http://schemas.microsoft.com/office/drawing/2014/main" id="{C64A5124-1C54-49D5-A863-A90DCCE7ACB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5" name="直線コネクタ 117594">
                    <a:extLst>
                      <a:ext uri="{FF2B5EF4-FFF2-40B4-BE49-F238E27FC236}">
                        <a16:creationId xmlns:a16="http://schemas.microsoft.com/office/drawing/2014/main" id="{0E9D8196-49AB-43BC-82F2-4DD7471A37E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6" name="直線コネクタ 117595">
                    <a:extLst>
                      <a:ext uri="{FF2B5EF4-FFF2-40B4-BE49-F238E27FC236}">
                        <a16:creationId xmlns:a16="http://schemas.microsoft.com/office/drawing/2014/main" id="{AC6095A0-CCDB-40D3-A4AF-D471CA479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7" name="直線コネクタ 117596">
                    <a:extLst>
                      <a:ext uri="{FF2B5EF4-FFF2-40B4-BE49-F238E27FC236}">
                        <a16:creationId xmlns:a16="http://schemas.microsoft.com/office/drawing/2014/main" id="{D7386633-4F3E-49E2-A69F-BE11F00E72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8" name="直線コネクタ 117597">
                    <a:extLst>
                      <a:ext uri="{FF2B5EF4-FFF2-40B4-BE49-F238E27FC236}">
                        <a16:creationId xmlns:a16="http://schemas.microsoft.com/office/drawing/2014/main" id="{1EA49541-B900-4ECC-828F-04EA718AC6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599" name="直線コネクタ 117598">
                    <a:extLst>
                      <a:ext uri="{FF2B5EF4-FFF2-40B4-BE49-F238E27FC236}">
                        <a16:creationId xmlns:a16="http://schemas.microsoft.com/office/drawing/2014/main" id="{8EE539F9-8D88-4C18-8FC7-DBD3E4F4A9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0" name="直線コネクタ 117599">
                    <a:extLst>
                      <a:ext uri="{FF2B5EF4-FFF2-40B4-BE49-F238E27FC236}">
                        <a16:creationId xmlns:a16="http://schemas.microsoft.com/office/drawing/2014/main" id="{89C52570-E560-4FB0-8F1A-69A4F8E78F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1" name="直線コネクタ 117600">
                    <a:extLst>
                      <a:ext uri="{FF2B5EF4-FFF2-40B4-BE49-F238E27FC236}">
                        <a16:creationId xmlns:a16="http://schemas.microsoft.com/office/drawing/2014/main" id="{738A4571-F59D-428D-8733-6592213B80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2" name="直線コネクタ 117601">
                    <a:extLst>
                      <a:ext uri="{FF2B5EF4-FFF2-40B4-BE49-F238E27FC236}">
                        <a16:creationId xmlns:a16="http://schemas.microsoft.com/office/drawing/2014/main" id="{17EFC7BC-B83D-473F-9459-C3872AD67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3" name="直線コネクタ 117602">
                    <a:extLst>
                      <a:ext uri="{FF2B5EF4-FFF2-40B4-BE49-F238E27FC236}">
                        <a16:creationId xmlns:a16="http://schemas.microsoft.com/office/drawing/2014/main" id="{035F0DD7-5E74-4259-AB91-8E3292B418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4" name="直線コネクタ 117603">
                    <a:extLst>
                      <a:ext uri="{FF2B5EF4-FFF2-40B4-BE49-F238E27FC236}">
                        <a16:creationId xmlns:a16="http://schemas.microsoft.com/office/drawing/2014/main" id="{8F4BE16A-8F34-4508-9883-EE989D2188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5" name="直線コネクタ 117604">
                    <a:extLst>
                      <a:ext uri="{FF2B5EF4-FFF2-40B4-BE49-F238E27FC236}">
                        <a16:creationId xmlns:a16="http://schemas.microsoft.com/office/drawing/2014/main" id="{CED82E6C-DE4B-45EF-B440-6E8DA6E241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6" name="直線コネクタ 117605">
                    <a:extLst>
                      <a:ext uri="{FF2B5EF4-FFF2-40B4-BE49-F238E27FC236}">
                        <a16:creationId xmlns:a16="http://schemas.microsoft.com/office/drawing/2014/main" id="{88F4888F-7C52-40D7-ACF8-C5A1D092BF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7" name="直線コネクタ 117606">
                    <a:extLst>
                      <a:ext uri="{FF2B5EF4-FFF2-40B4-BE49-F238E27FC236}">
                        <a16:creationId xmlns:a16="http://schemas.microsoft.com/office/drawing/2014/main" id="{10C95F55-523F-45BF-B338-898F06FA10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8" name="直線コネクタ 117607">
                    <a:extLst>
                      <a:ext uri="{FF2B5EF4-FFF2-40B4-BE49-F238E27FC236}">
                        <a16:creationId xmlns:a16="http://schemas.microsoft.com/office/drawing/2014/main" id="{3FCB50D0-FAAF-4395-8362-3E1394A0E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09" name="直線コネクタ 117608">
                    <a:extLst>
                      <a:ext uri="{FF2B5EF4-FFF2-40B4-BE49-F238E27FC236}">
                        <a16:creationId xmlns:a16="http://schemas.microsoft.com/office/drawing/2014/main" id="{88D46FBC-C10D-4D4C-84CF-ED706CAC20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0" name="直線コネクタ 117609">
                    <a:extLst>
                      <a:ext uri="{FF2B5EF4-FFF2-40B4-BE49-F238E27FC236}">
                        <a16:creationId xmlns:a16="http://schemas.microsoft.com/office/drawing/2014/main" id="{D38BC1E9-C16C-4D2C-9BA1-4BD340726A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1" name="直線コネクタ 117610">
                    <a:extLst>
                      <a:ext uri="{FF2B5EF4-FFF2-40B4-BE49-F238E27FC236}">
                        <a16:creationId xmlns:a16="http://schemas.microsoft.com/office/drawing/2014/main" id="{9C434EB6-F2AB-4ADB-8DED-5869051AFF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2" name="直線コネクタ 117611">
                    <a:extLst>
                      <a:ext uri="{FF2B5EF4-FFF2-40B4-BE49-F238E27FC236}">
                        <a16:creationId xmlns:a16="http://schemas.microsoft.com/office/drawing/2014/main" id="{B824105D-75E4-4E2C-A7FE-6ABF3BD783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3" name="直線コネクタ 117612">
                    <a:extLst>
                      <a:ext uri="{FF2B5EF4-FFF2-40B4-BE49-F238E27FC236}">
                        <a16:creationId xmlns:a16="http://schemas.microsoft.com/office/drawing/2014/main" id="{EE28DFB1-E4C5-44D2-A571-B4C81D8D38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4" name="直線コネクタ 117613">
                    <a:extLst>
                      <a:ext uri="{FF2B5EF4-FFF2-40B4-BE49-F238E27FC236}">
                        <a16:creationId xmlns:a16="http://schemas.microsoft.com/office/drawing/2014/main" id="{0ED323BA-BB0F-4538-B82B-BAEFA20310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5" name="直線コネクタ 117614">
                    <a:extLst>
                      <a:ext uri="{FF2B5EF4-FFF2-40B4-BE49-F238E27FC236}">
                        <a16:creationId xmlns:a16="http://schemas.microsoft.com/office/drawing/2014/main" id="{2F815C3A-6D61-456E-AFDA-0B984262D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6" name="直線コネクタ 117615">
                    <a:extLst>
                      <a:ext uri="{FF2B5EF4-FFF2-40B4-BE49-F238E27FC236}">
                        <a16:creationId xmlns:a16="http://schemas.microsoft.com/office/drawing/2014/main" id="{6A35DE07-06B1-44FD-9EE2-00E304D2ED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7" name="直線コネクタ 117616">
                    <a:extLst>
                      <a:ext uri="{FF2B5EF4-FFF2-40B4-BE49-F238E27FC236}">
                        <a16:creationId xmlns:a16="http://schemas.microsoft.com/office/drawing/2014/main" id="{BF1AF47E-3E04-4E35-9337-E34F75AC82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8" name="直線コネクタ 117617">
                    <a:extLst>
                      <a:ext uri="{FF2B5EF4-FFF2-40B4-BE49-F238E27FC236}">
                        <a16:creationId xmlns:a16="http://schemas.microsoft.com/office/drawing/2014/main" id="{B7066522-E768-4165-B09B-65CC96037D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19" name="直線コネクタ 117618">
                    <a:extLst>
                      <a:ext uri="{FF2B5EF4-FFF2-40B4-BE49-F238E27FC236}">
                        <a16:creationId xmlns:a16="http://schemas.microsoft.com/office/drawing/2014/main" id="{77237A3E-B56A-49AC-954A-796D3EA974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0" name="直線コネクタ 117619">
                    <a:extLst>
                      <a:ext uri="{FF2B5EF4-FFF2-40B4-BE49-F238E27FC236}">
                        <a16:creationId xmlns:a16="http://schemas.microsoft.com/office/drawing/2014/main" id="{9F24A75C-D084-459D-8729-B0123DCA90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1" name="直線コネクタ 117620">
                    <a:extLst>
                      <a:ext uri="{FF2B5EF4-FFF2-40B4-BE49-F238E27FC236}">
                        <a16:creationId xmlns:a16="http://schemas.microsoft.com/office/drawing/2014/main" id="{B2355FEC-7D06-44D1-8C8D-49CE7C6A81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2" name="直線コネクタ 117621">
                    <a:extLst>
                      <a:ext uri="{FF2B5EF4-FFF2-40B4-BE49-F238E27FC236}">
                        <a16:creationId xmlns:a16="http://schemas.microsoft.com/office/drawing/2014/main" id="{14EFC2FC-4835-4597-9DE6-50B5606E08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3" name="直線コネクタ 117622">
                    <a:extLst>
                      <a:ext uri="{FF2B5EF4-FFF2-40B4-BE49-F238E27FC236}">
                        <a16:creationId xmlns:a16="http://schemas.microsoft.com/office/drawing/2014/main" id="{48E1B034-5D72-4727-B177-98C9C1555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4" name="直線コネクタ 117623">
                    <a:extLst>
                      <a:ext uri="{FF2B5EF4-FFF2-40B4-BE49-F238E27FC236}">
                        <a16:creationId xmlns:a16="http://schemas.microsoft.com/office/drawing/2014/main" id="{7614120B-364D-4A59-838D-DAC3882D87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5" name="直線コネクタ 117624">
                    <a:extLst>
                      <a:ext uri="{FF2B5EF4-FFF2-40B4-BE49-F238E27FC236}">
                        <a16:creationId xmlns:a16="http://schemas.microsoft.com/office/drawing/2014/main" id="{4B4F28B7-A020-4F18-AD4A-338942E979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6" name="直線コネクタ 117625">
                    <a:extLst>
                      <a:ext uri="{FF2B5EF4-FFF2-40B4-BE49-F238E27FC236}">
                        <a16:creationId xmlns:a16="http://schemas.microsoft.com/office/drawing/2014/main" id="{2C266FEB-E5B5-4DB3-8FDA-0661CB5677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7" name="直線コネクタ 117626">
                    <a:extLst>
                      <a:ext uri="{FF2B5EF4-FFF2-40B4-BE49-F238E27FC236}">
                        <a16:creationId xmlns:a16="http://schemas.microsoft.com/office/drawing/2014/main" id="{A411D254-A973-471E-985C-C26CDB0611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8" name="直線コネクタ 117627">
                    <a:extLst>
                      <a:ext uri="{FF2B5EF4-FFF2-40B4-BE49-F238E27FC236}">
                        <a16:creationId xmlns:a16="http://schemas.microsoft.com/office/drawing/2014/main" id="{B29A8C5F-18AA-45E0-B4DF-17F5C46F23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29" name="直線コネクタ 117628">
                    <a:extLst>
                      <a:ext uri="{FF2B5EF4-FFF2-40B4-BE49-F238E27FC236}">
                        <a16:creationId xmlns:a16="http://schemas.microsoft.com/office/drawing/2014/main" id="{B94C6415-0BA3-4F12-979D-0BBCBAD15C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0" name="直線コネクタ 117629">
                    <a:extLst>
                      <a:ext uri="{FF2B5EF4-FFF2-40B4-BE49-F238E27FC236}">
                        <a16:creationId xmlns:a16="http://schemas.microsoft.com/office/drawing/2014/main" id="{CD04FDC1-0982-4CEF-983E-73B1E051AD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1" name="直線コネクタ 117630">
                    <a:extLst>
                      <a:ext uri="{FF2B5EF4-FFF2-40B4-BE49-F238E27FC236}">
                        <a16:creationId xmlns:a16="http://schemas.microsoft.com/office/drawing/2014/main" id="{8B8CE10A-F7B1-45ED-BF2F-9C9E1E082C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2" name="直線コネクタ 117631">
                    <a:extLst>
                      <a:ext uri="{FF2B5EF4-FFF2-40B4-BE49-F238E27FC236}">
                        <a16:creationId xmlns:a16="http://schemas.microsoft.com/office/drawing/2014/main" id="{637F0B74-3139-4D5A-BD4D-89F4FDDAF7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3" name="直線コネクタ 117632">
                    <a:extLst>
                      <a:ext uri="{FF2B5EF4-FFF2-40B4-BE49-F238E27FC236}">
                        <a16:creationId xmlns:a16="http://schemas.microsoft.com/office/drawing/2014/main" id="{DCF81F25-A0AA-48EB-8784-ED1853AB79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4" name="直線コネクタ 117633">
                    <a:extLst>
                      <a:ext uri="{FF2B5EF4-FFF2-40B4-BE49-F238E27FC236}">
                        <a16:creationId xmlns:a16="http://schemas.microsoft.com/office/drawing/2014/main" id="{008B1694-1DAF-4D30-AA2D-EB8424EBC0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5" name="直線コネクタ 117634">
                    <a:extLst>
                      <a:ext uri="{FF2B5EF4-FFF2-40B4-BE49-F238E27FC236}">
                        <a16:creationId xmlns:a16="http://schemas.microsoft.com/office/drawing/2014/main" id="{74EF1621-C74A-4023-B521-283F190F64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6" name="直線コネクタ 117635">
                    <a:extLst>
                      <a:ext uri="{FF2B5EF4-FFF2-40B4-BE49-F238E27FC236}">
                        <a16:creationId xmlns:a16="http://schemas.microsoft.com/office/drawing/2014/main" id="{1791A45E-07A3-490A-9179-BAC5D317DA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7" name="直線コネクタ 117636">
                    <a:extLst>
                      <a:ext uri="{FF2B5EF4-FFF2-40B4-BE49-F238E27FC236}">
                        <a16:creationId xmlns:a16="http://schemas.microsoft.com/office/drawing/2014/main" id="{E0B26908-DEC2-4C3F-AB97-54847147B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8" name="直線コネクタ 117637">
                    <a:extLst>
                      <a:ext uri="{FF2B5EF4-FFF2-40B4-BE49-F238E27FC236}">
                        <a16:creationId xmlns:a16="http://schemas.microsoft.com/office/drawing/2014/main" id="{C4A3A72F-CC6D-4BF8-A462-6586E4A7D3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39" name="直線コネクタ 117638">
                    <a:extLst>
                      <a:ext uri="{FF2B5EF4-FFF2-40B4-BE49-F238E27FC236}">
                        <a16:creationId xmlns:a16="http://schemas.microsoft.com/office/drawing/2014/main" id="{DE1F4C12-F550-4519-9CAA-86EFFED3FA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0" name="直線コネクタ 117639">
                    <a:extLst>
                      <a:ext uri="{FF2B5EF4-FFF2-40B4-BE49-F238E27FC236}">
                        <a16:creationId xmlns:a16="http://schemas.microsoft.com/office/drawing/2014/main" id="{0B64A59D-29A2-4D77-92ED-1B15BED1D5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1" name="直線コネクタ 117640">
                    <a:extLst>
                      <a:ext uri="{FF2B5EF4-FFF2-40B4-BE49-F238E27FC236}">
                        <a16:creationId xmlns:a16="http://schemas.microsoft.com/office/drawing/2014/main" id="{FB6F6C50-8B63-447F-8EA7-52BE79578E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2" name="直線コネクタ 117641">
                    <a:extLst>
                      <a:ext uri="{FF2B5EF4-FFF2-40B4-BE49-F238E27FC236}">
                        <a16:creationId xmlns:a16="http://schemas.microsoft.com/office/drawing/2014/main" id="{3A649446-ECBE-40A9-8E83-E7748D4296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3" name="直線コネクタ 117642">
                    <a:extLst>
                      <a:ext uri="{FF2B5EF4-FFF2-40B4-BE49-F238E27FC236}">
                        <a16:creationId xmlns:a16="http://schemas.microsoft.com/office/drawing/2014/main" id="{4E82686E-E619-4D67-B937-14E80401D3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4" name="直線コネクタ 117643">
                    <a:extLst>
                      <a:ext uri="{FF2B5EF4-FFF2-40B4-BE49-F238E27FC236}">
                        <a16:creationId xmlns:a16="http://schemas.microsoft.com/office/drawing/2014/main" id="{A2D33737-C08F-49EA-BD89-FCD06C946F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5" name="直線コネクタ 117644">
                    <a:extLst>
                      <a:ext uri="{FF2B5EF4-FFF2-40B4-BE49-F238E27FC236}">
                        <a16:creationId xmlns:a16="http://schemas.microsoft.com/office/drawing/2014/main" id="{496D7525-C4A9-4A05-B3CC-BC08787FF3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6" name="直線コネクタ 117645">
                    <a:extLst>
                      <a:ext uri="{FF2B5EF4-FFF2-40B4-BE49-F238E27FC236}">
                        <a16:creationId xmlns:a16="http://schemas.microsoft.com/office/drawing/2014/main" id="{D10D0AC7-0CF0-4F89-B14A-B015016818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7" name="直線コネクタ 117646">
                    <a:extLst>
                      <a:ext uri="{FF2B5EF4-FFF2-40B4-BE49-F238E27FC236}">
                        <a16:creationId xmlns:a16="http://schemas.microsoft.com/office/drawing/2014/main" id="{46473A0D-1EAF-4980-8BDC-39365ABE46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8" name="直線コネクタ 117647">
                    <a:extLst>
                      <a:ext uri="{FF2B5EF4-FFF2-40B4-BE49-F238E27FC236}">
                        <a16:creationId xmlns:a16="http://schemas.microsoft.com/office/drawing/2014/main" id="{C3608992-FE11-4139-BD85-EF39BD04D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49" name="直線コネクタ 117648">
                    <a:extLst>
                      <a:ext uri="{FF2B5EF4-FFF2-40B4-BE49-F238E27FC236}">
                        <a16:creationId xmlns:a16="http://schemas.microsoft.com/office/drawing/2014/main" id="{3AC040A6-2BD6-4388-BC68-46C18B21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0" name="直線コネクタ 117649">
                    <a:extLst>
                      <a:ext uri="{FF2B5EF4-FFF2-40B4-BE49-F238E27FC236}">
                        <a16:creationId xmlns:a16="http://schemas.microsoft.com/office/drawing/2014/main" id="{149A13B0-EDDD-4532-B54C-00A7F4851E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1" name="直線コネクタ 117650">
                    <a:extLst>
                      <a:ext uri="{FF2B5EF4-FFF2-40B4-BE49-F238E27FC236}">
                        <a16:creationId xmlns:a16="http://schemas.microsoft.com/office/drawing/2014/main" id="{06000A81-5D1E-47BF-B045-09B3735A7F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2" name="直線コネクタ 117651">
                    <a:extLst>
                      <a:ext uri="{FF2B5EF4-FFF2-40B4-BE49-F238E27FC236}">
                        <a16:creationId xmlns:a16="http://schemas.microsoft.com/office/drawing/2014/main" id="{0423FA6A-C56D-44F8-BD8F-6DC1CA2327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3" name="直線コネクタ 117652">
                    <a:extLst>
                      <a:ext uri="{FF2B5EF4-FFF2-40B4-BE49-F238E27FC236}">
                        <a16:creationId xmlns:a16="http://schemas.microsoft.com/office/drawing/2014/main" id="{E5ECB483-3964-43EA-9417-618E8F38C1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4" name="直線コネクタ 117653">
                    <a:extLst>
                      <a:ext uri="{FF2B5EF4-FFF2-40B4-BE49-F238E27FC236}">
                        <a16:creationId xmlns:a16="http://schemas.microsoft.com/office/drawing/2014/main" id="{67EAAC79-FF24-41A7-AF3E-53D7ED11FD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5" name="直線コネクタ 117654">
                    <a:extLst>
                      <a:ext uri="{FF2B5EF4-FFF2-40B4-BE49-F238E27FC236}">
                        <a16:creationId xmlns:a16="http://schemas.microsoft.com/office/drawing/2014/main" id="{F9D29B94-FAA6-4F07-9790-A020FF61F6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6" name="直線コネクタ 117655">
                    <a:extLst>
                      <a:ext uri="{FF2B5EF4-FFF2-40B4-BE49-F238E27FC236}">
                        <a16:creationId xmlns:a16="http://schemas.microsoft.com/office/drawing/2014/main" id="{C1805594-D9C4-4EB8-B90E-848BF9920D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7" name="直線コネクタ 117656">
                    <a:extLst>
                      <a:ext uri="{FF2B5EF4-FFF2-40B4-BE49-F238E27FC236}">
                        <a16:creationId xmlns:a16="http://schemas.microsoft.com/office/drawing/2014/main" id="{B5CC5006-466B-4D31-9436-70BD50A245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658" name="直線コネクタ 117657">
                    <a:extLst>
                      <a:ext uri="{FF2B5EF4-FFF2-40B4-BE49-F238E27FC236}">
                        <a16:creationId xmlns:a16="http://schemas.microsoft.com/office/drawing/2014/main" id="{2D82C195-F992-46FE-B6EF-549543E2B4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7659" name="グループ化 117658">
                    <a:extLst>
                      <a:ext uri="{FF2B5EF4-FFF2-40B4-BE49-F238E27FC236}">
                        <a16:creationId xmlns:a16="http://schemas.microsoft.com/office/drawing/2014/main" id="{9F538876-7ECD-4114-A01E-491323D16682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835" name="直線コネクタ 117834">
                      <a:extLst>
                        <a:ext uri="{FF2B5EF4-FFF2-40B4-BE49-F238E27FC236}">
                          <a16:creationId xmlns:a16="http://schemas.microsoft.com/office/drawing/2014/main" id="{E0ACAEFA-DBEF-4677-A380-4F8A25140E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36" name="直線コネクタ 117835">
                      <a:extLst>
                        <a:ext uri="{FF2B5EF4-FFF2-40B4-BE49-F238E27FC236}">
                          <a16:creationId xmlns:a16="http://schemas.microsoft.com/office/drawing/2014/main" id="{97F9EEA4-59A8-4754-BFAE-1A555CA474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37" name="直線コネクタ 117836">
                      <a:extLst>
                        <a:ext uri="{FF2B5EF4-FFF2-40B4-BE49-F238E27FC236}">
                          <a16:creationId xmlns:a16="http://schemas.microsoft.com/office/drawing/2014/main" id="{C9C6C32A-65A1-4FA6-94E0-2405C8E760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38" name="直線コネクタ 117837">
                      <a:extLst>
                        <a:ext uri="{FF2B5EF4-FFF2-40B4-BE49-F238E27FC236}">
                          <a16:creationId xmlns:a16="http://schemas.microsoft.com/office/drawing/2014/main" id="{AADC5273-E313-44F2-9A3C-71B6686685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39" name="直線コネクタ 117838">
                      <a:extLst>
                        <a:ext uri="{FF2B5EF4-FFF2-40B4-BE49-F238E27FC236}">
                          <a16:creationId xmlns:a16="http://schemas.microsoft.com/office/drawing/2014/main" id="{84329BD8-D944-43B0-B39E-B3F1CF8D02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0" name="直線コネクタ 117839">
                      <a:extLst>
                        <a:ext uri="{FF2B5EF4-FFF2-40B4-BE49-F238E27FC236}">
                          <a16:creationId xmlns:a16="http://schemas.microsoft.com/office/drawing/2014/main" id="{958919EF-A543-42BA-AB30-E18D6BAEF5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1" name="直線コネクタ 117840">
                      <a:extLst>
                        <a:ext uri="{FF2B5EF4-FFF2-40B4-BE49-F238E27FC236}">
                          <a16:creationId xmlns:a16="http://schemas.microsoft.com/office/drawing/2014/main" id="{1A5BFA38-BD2A-4AD4-8FC6-6A890A5843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2" name="直線コネクタ 117841">
                      <a:extLst>
                        <a:ext uri="{FF2B5EF4-FFF2-40B4-BE49-F238E27FC236}">
                          <a16:creationId xmlns:a16="http://schemas.microsoft.com/office/drawing/2014/main" id="{67FCC327-51CA-4A5A-AB58-7EF9166BB9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3" name="直線コネクタ 117842">
                      <a:extLst>
                        <a:ext uri="{FF2B5EF4-FFF2-40B4-BE49-F238E27FC236}">
                          <a16:creationId xmlns:a16="http://schemas.microsoft.com/office/drawing/2014/main" id="{26006E46-BDF1-431F-BF5F-3F9E43EBCC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4" name="直線コネクタ 117843">
                      <a:extLst>
                        <a:ext uri="{FF2B5EF4-FFF2-40B4-BE49-F238E27FC236}">
                          <a16:creationId xmlns:a16="http://schemas.microsoft.com/office/drawing/2014/main" id="{05ADB001-639C-40E8-B66F-72D90E9B72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5" name="直線コネクタ 117844">
                      <a:extLst>
                        <a:ext uri="{FF2B5EF4-FFF2-40B4-BE49-F238E27FC236}">
                          <a16:creationId xmlns:a16="http://schemas.microsoft.com/office/drawing/2014/main" id="{7A1D72B4-ADDB-4B44-940A-A48FEA691E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6" name="直線コネクタ 117845">
                      <a:extLst>
                        <a:ext uri="{FF2B5EF4-FFF2-40B4-BE49-F238E27FC236}">
                          <a16:creationId xmlns:a16="http://schemas.microsoft.com/office/drawing/2014/main" id="{14B1E751-4C2C-4046-BCFC-612EFD5739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7" name="直線コネクタ 117846">
                      <a:extLst>
                        <a:ext uri="{FF2B5EF4-FFF2-40B4-BE49-F238E27FC236}">
                          <a16:creationId xmlns:a16="http://schemas.microsoft.com/office/drawing/2014/main" id="{150DCDFF-016E-44B1-A7CE-45A30D5C5C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8" name="直線コネクタ 117847">
                      <a:extLst>
                        <a:ext uri="{FF2B5EF4-FFF2-40B4-BE49-F238E27FC236}">
                          <a16:creationId xmlns:a16="http://schemas.microsoft.com/office/drawing/2014/main" id="{249E047F-38AA-4522-B7EC-1781FCF189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49" name="直線コネクタ 117848">
                      <a:extLst>
                        <a:ext uri="{FF2B5EF4-FFF2-40B4-BE49-F238E27FC236}">
                          <a16:creationId xmlns:a16="http://schemas.microsoft.com/office/drawing/2014/main" id="{EBB168A3-FC77-4B3A-AE10-D1A7F243E5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0" name="直線コネクタ 117849">
                      <a:extLst>
                        <a:ext uri="{FF2B5EF4-FFF2-40B4-BE49-F238E27FC236}">
                          <a16:creationId xmlns:a16="http://schemas.microsoft.com/office/drawing/2014/main" id="{0BE01E16-EA99-4778-B6EF-31BCFD4FBF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1" name="直線コネクタ 117850">
                      <a:extLst>
                        <a:ext uri="{FF2B5EF4-FFF2-40B4-BE49-F238E27FC236}">
                          <a16:creationId xmlns:a16="http://schemas.microsoft.com/office/drawing/2014/main" id="{CC962725-8AFA-40F4-9655-014C58A66E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2" name="直線コネクタ 117851">
                      <a:extLst>
                        <a:ext uri="{FF2B5EF4-FFF2-40B4-BE49-F238E27FC236}">
                          <a16:creationId xmlns:a16="http://schemas.microsoft.com/office/drawing/2014/main" id="{A10283A5-DE95-43BC-B5C3-CC8E131DA8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3" name="直線コネクタ 117852">
                      <a:extLst>
                        <a:ext uri="{FF2B5EF4-FFF2-40B4-BE49-F238E27FC236}">
                          <a16:creationId xmlns:a16="http://schemas.microsoft.com/office/drawing/2014/main" id="{8801FD8A-B4C0-4E38-81A3-FC0C681471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4" name="直線コネクタ 117853">
                      <a:extLst>
                        <a:ext uri="{FF2B5EF4-FFF2-40B4-BE49-F238E27FC236}">
                          <a16:creationId xmlns:a16="http://schemas.microsoft.com/office/drawing/2014/main" id="{77308862-9E8C-4294-86A3-783ADB08C4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5" name="直線コネクタ 117854">
                      <a:extLst>
                        <a:ext uri="{FF2B5EF4-FFF2-40B4-BE49-F238E27FC236}">
                          <a16:creationId xmlns:a16="http://schemas.microsoft.com/office/drawing/2014/main" id="{64BCAB74-9C41-4A8E-B0CD-9FD35166D8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6" name="直線コネクタ 117855">
                      <a:extLst>
                        <a:ext uri="{FF2B5EF4-FFF2-40B4-BE49-F238E27FC236}">
                          <a16:creationId xmlns:a16="http://schemas.microsoft.com/office/drawing/2014/main" id="{831B787A-3527-43FB-985A-67B249CD8C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7" name="直線コネクタ 117856">
                      <a:extLst>
                        <a:ext uri="{FF2B5EF4-FFF2-40B4-BE49-F238E27FC236}">
                          <a16:creationId xmlns:a16="http://schemas.microsoft.com/office/drawing/2014/main" id="{2029A374-1BA0-40C2-A54F-9E974D54E5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8" name="直線コネクタ 117857">
                      <a:extLst>
                        <a:ext uri="{FF2B5EF4-FFF2-40B4-BE49-F238E27FC236}">
                          <a16:creationId xmlns:a16="http://schemas.microsoft.com/office/drawing/2014/main" id="{4AA8BCA8-4846-490F-A0CA-999B7ACE28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59" name="直線コネクタ 117858">
                      <a:extLst>
                        <a:ext uri="{FF2B5EF4-FFF2-40B4-BE49-F238E27FC236}">
                          <a16:creationId xmlns:a16="http://schemas.microsoft.com/office/drawing/2014/main" id="{44DA1D63-BFFB-43A4-9A94-9664C08B1A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0" name="直線コネクタ 117859">
                      <a:extLst>
                        <a:ext uri="{FF2B5EF4-FFF2-40B4-BE49-F238E27FC236}">
                          <a16:creationId xmlns:a16="http://schemas.microsoft.com/office/drawing/2014/main" id="{1DB44882-C57E-4B6C-8F9C-B3490D0525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1" name="直線コネクタ 117860">
                      <a:extLst>
                        <a:ext uri="{FF2B5EF4-FFF2-40B4-BE49-F238E27FC236}">
                          <a16:creationId xmlns:a16="http://schemas.microsoft.com/office/drawing/2014/main" id="{80392620-5C49-4F42-8453-40B2720C04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2" name="直線コネクタ 117861">
                      <a:extLst>
                        <a:ext uri="{FF2B5EF4-FFF2-40B4-BE49-F238E27FC236}">
                          <a16:creationId xmlns:a16="http://schemas.microsoft.com/office/drawing/2014/main" id="{BB28F0CC-E698-4F5C-823C-52ECE555D1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3" name="直線コネクタ 117862">
                      <a:extLst>
                        <a:ext uri="{FF2B5EF4-FFF2-40B4-BE49-F238E27FC236}">
                          <a16:creationId xmlns:a16="http://schemas.microsoft.com/office/drawing/2014/main" id="{683D24B0-4337-4D51-96EB-96FD573401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4" name="直線コネクタ 117863">
                      <a:extLst>
                        <a:ext uri="{FF2B5EF4-FFF2-40B4-BE49-F238E27FC236}">
                          <a16:creationId xmlns:a16="http://schemas.microsoft.com/office/drawing/2014/main" id="{64A5FD47-4102-4075-B030-D0D0274001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5" name="直線コネクタ 117864">
                      <a:extLst>
                        <a:ext uri="{FF2B5EF4-FFF2-40B4-BE49-F238E27FC236}">
                          <a16:creationId xmlns:a16="http://schemas.microsoft.com/office/drawing/2014/main" id="{C7931B68-A04A-4CA3-98B6-74290D944B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6" name="直線コネクタ 117865">
                      <a:extLst>
                        <a:ext uri="{FF2B5EF4-FFF2-40B4-BE49-F238E27FC236}">
                          <a16:creationId xmlns:a16="http://schemas.microsoft.com/office/drawing/2014/main" id="{7087DC7B-EC81-4168-BCC1-B42F79A99A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7" name="直線コネクタ 117866">
                      <a:extLst>
                        <a:ext uri="{FF2B5EF4-FFF2-40B4-BE49-F238E27FC236}">
                          <a16:creationId xmlns:a16="http://schemas.microsoft.com/office/drawing/2014/main" id="{09B851F9-F009-4F91-AD34-AEB78E46E4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8" name="直線コネクタ 117867">
                      <a:extLst>
                        <a:ext uri="{FF2B5EF4-FFF2-40B4-BE49-F238E27FC236}">
                          <a16:creationId xmlns:a16="http://schemas.microsoft.com/office/drawing/2014/main" id="{4A0B209D-EE16-410B-B46A-76B1EFD3AE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69" name="直線コネクタ 117868">
                      <a:extLst>
                        <a:ext uri="{FF2B5EF4-FFF2-40B4-BE49-F238E27FC236}">
                          <a16:creationId xmlns:a16="http://schemas.microsoft.com/office/drawing/2014/main" id="{76F332DF-FEB1-441F-A209-49D693E9C7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70" name="直線コネクタ 117869">
                      <a:extLst>
                        <a:ext uri="{FF2B5EF4-FFF2-40B4-BE49-F238E27FC236}">
                          <a16:creationId xmlns:a16="http://schemas.microsoft.com/office/drawing/2014/main" id="{94ECD4AA-4ACB-4E2E-9C92-EFEBA95692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71" name="直線コネクタ 117870">
                      <a:extLst>
                        <a:ext uri="{FF2B5EF4-FFF2-40B4-BE49-F238E27FC236}">
                          <a16:creationId xmlns:a16="http://schemas.microsoft.com/office/drawing/2014/main" id="{52D6B8E8-A78A-4E93-9E5A-39779A9B7B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72" name="直線コネクタ 117871">
                      <a:extLst>
                        <a:ext uri="{FF2B5EF4-FFF2-40B4-BE49-F238E27FC236}">
                          <a16:creationId xmlns:a16="http://schemas.microsoft.com/office/drawing/2014/main" id="{3D4AEA1B-CF96-4B1F-8BB2-2DCFA33B63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73" name="直線コネクタ 117872">
                      <a:extLst>
                        <a:ext uri="{FF2B5EF4-FFF2-40B4-BE49-F238E27FC236}">
                          <a16:creationId xmlns:a16="http://schemas.microsoft.com/office/drawing/2014/main" id="{058C976A-C2A7-41FF-B85B-3CFF5C6D83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74" name="直線コネクタ 117873">
                      <a:extLst>
                        <a:ext uri="{FF2B5EF4-FFF2-40B4-BE49-F238E27FC236}">
                          <a16:creationId xmlns:a16="http://schemas.microsoft.com/office/drawing/2014/main" id="{50E298F0-E569-4DBC-96AF-646A8D576A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75" name="直線コネクタ 117874">
                      <a:extLst>
                        <a:ext uri="{FF2B5EF4-FFF2-40B4-BE49-F238E27FC236}">
                          <a16:creationId xmlns:a16="http://schemas.microsoft.com/office/drawing/2014/main" id="{6C9CDED5-F58E-49A5-8DF6-2117076EC8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76" name="直線コネクタ 117875">
                      <a:extLst>
                        <a:ext uri="{FF2B5EF4-FFF2-40B4-BE49-F238E27FC236}">
                          <a16:creationId xmlns:a16="http://schemas.microsoft.com/office/drawing/2014/main" id="{0FAC3F8B-1D96-456B-A313-4BEBEA9569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660" name="グループ化 117659">
                    <a:extLst>
                      <a:ext uri="{FF2B5EF4-FFF2-40B4-BE49-F238E27FC236}">
                        <a16:creationId xmlns:a16="http://schemas.microsoft.com/office/drawing/2014/main" id="{0C930088-96C6-4A2D-B576-0285B0A4A89E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7826" name="正方形/長方形 117825">
                      <a:extLst>
                        <a:ext uri="{FF2B5EF4-FFF2-40B4-BE49-F238E27FC236}">
                          <a16:creationId xmlns:a16="http://schemas.microsoft.com/office/drawing/2014/main" id="{D79BD48E-5655-4CC0-84FE-25BF0E435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827" name="正方形/長方形 117826">
                      <a:extLst>
                        <a:ext uri="{FF2B5EF4-FFF2-40B4-BE49-F238E27FC236}">
                          <a16:creationId xmlns:a16="http://schemas.microsoft.com/office/drawing/2014/main" id="{320295C9-1FB6-4F2E-B7EA-C558206B53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828" name="正方形/長方形 117827">
                      <a:extLst>
                        <a:ext uri="{FF2B5EF4-FFF2-40B4-BE49-F238E27FC236}">
                          <a16:creationId xmlns:a16="http://schemas.microsoft.com/office/drawing/2014/main" id="{FC4D8D97-E8F2-46BA-8997-EAD6AB7C68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829" name="正方形/長方形 117828">
                      <a:extLst>
                        <a:ext uri="{FF2B5EF4-FFF2-40B4-BE49-F238E27FC236}">
                          <a16:creationId xmlns:a16="http://schemas.microsoft.com/office/drawing/2014/main" id="{925CC387-CE76-4DC4-907C-066659407F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830" name="正方形/長方形 117829">
                      <a:extLst>
                        <a:ext uri="{FF2B5EF4-FFF2-40B4-BE49-F238E27FC236}">
                          <a16:creationId xmlns:a16="http://schemas.microsoft.com/office/drawing/2014/main" id="{4C123247-B6E5-4632-96F8-C929A407F1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831" name="正方形/長方形 117830">
                      <a:extLst>
                        <a:ext uri="{FF2B5EF4-FFF2-40B4-BE49-F238E27FC236}">
                          <a16:creationId xmlns:a16="http://schemas.microsoft.com/office/drawing/2014/main" id="{29323316-F722-47E6-A30C-3B6F57C0E2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832" name="正方形/長方形 117831">
                      <a:extLst>
                        <a:ext uri="{FF2B5EF4-FFF2-40B4-BE49-F238E27FC236}">
                          <a16:creationId xmlns:a16="http://schemas.microsoft.com/office/drawing/2014/main" id="{4F45BFFA-00BC-4332-9AF9-E480BF5DD0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833" name="正方形/長方形 117832">
                      <a:extLst>
                        <a:ext uri="{FF2B5EF4-FFF2-40B4-BE49-F238E27FC236}">
                          <a16:creationId xmlns:a16="http://schemas.microsoft.com/office/drawing/2014/main" id="{F62C2F8F-6463-4AF4-BAE4-471DBC4F70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834" name="正方形/長方形 117833">
                      <a:extLst>
                        <a:ext uri="{FF2B5EF4-FFF2-40B4-BE49-F238E27FC236}">
                          <a16:creationId xmlns:a16="http://schemas.microsoft.com/office/drawing/2014/main" id="{D1A54530-7667-42BE-8CB5-9BD81E8C59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7661" name="グループ化 117660">
                    <a:extLst>
                      <a:ext uri="{FF2B5EF4-FFF2-40B4-BE49-F238E27FC236}">
                        <a16:creationId xmlns:a16="http://schemas.microsoft.com/office/drawing/2014/main" id="{BBC5A000-7B05-4431-9144-DDCED4E4F92E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818" name="直線コネクタ 117817">
                      <a:extLst>
                        <a:ext uri="{FF2B5EF4-FFF2-40B4-BE49-F238E27FC236}">
                          <a16:creationId xmlns:a16="http://schemas.microsoft.com/office/drawing/2014/main" id="{9007C2F1-A644-49D9-9659-297F658296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19" name="直線コネクタ 117818">
                      <a:extLst>
                        <a:ext uri="{FF2B5EF4-FFF2-40B4-BE49-F238E27FC236}">
                          <a16:creationId xmlns:a16="http://schemas.microsoft.com/office/drawing/2014/main" id="{47917722-4FFE-44A7-A6BF-22E73D4C1C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20" name="直線コネクタ 117819">
                      <a:extLst>
                        <a:ext uri="{FF2B5EF4-FFF2-40B4-BE49-F238E27FC236}">
                          <a16:creationId xmlns:a16="http://schemas.microsoft.com/office/drawing/2014/main" id="{E309F560-6052-4F49-BEEC-84314A02D1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21" name="直線コネクタ 117820">
                      <a:extLst>
                        <a:ext uri="{FF2B5EF4-FFF2-40B4-BE49-F238E27FC236}">
                          <a16:creationId xmlns:a16="http://schemas.microsoft.com/office/drawing/2014/main" id="{2DBC40E8-8CBB-49FF-B766-DDF738F2BA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22" name="直線コネクタ 117821">
                      <a:extLst>
                        <a:ext uri="{FF2B5EF4-FFF2-40B4-BE49-F238E27FC236}">
                          <a16:creationId xmlns:a16="http://schemas.microsoft.com/office/drawing/2014/main" id="{706E4450-E9EF-4FCB-990B-F55B308921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23" name="直線コネクタ 117822">
                      <a:extLst>
                        <a:ext uri="{FF2B5EF4-FFF2-40B4-BE49-F238E27FC236}">
                          <a16:creationId xmlns:a16="http://schemas.microsoft.com/office/drawing/2014/main" id="{2AB6A873-E43F-4BC7-9A7C-39BBB5F71E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24" name="直線コネクタ 117823">
                      <a:extLst>
                        <a:ext uri="{FF2B5EF4-FFF2-40B4-BE49-F238E27FC236}">
                          <a16:creationId xmlns:a16="http://schemas.microsoft.com/office/drawing/2014/main" id="{9B2F345B-40B9-4AAA-94F8-8E2FA5BC52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25" name="直線コネクタ 117824">
                      <a:extLst>
                        <a:ext uri="{FF2B5EF4-FFF2-40B4-BE49-F238E27FC236}">
                          <a16:creationId xmlns:a16="http://schemas.microsoft.com/office/drawing/2014/main" id="{AAC51CC9-076A-43DD-A7D9-A5234F8B98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662" name="グループ化 117661">
                    <a:extLst>
                      <a:ext uri="{FF2B5EF4-FFF2-40B4-BE49-F238E27FC236}">
                        <a16:creationId xmlns:a16="http://schemas.microsoft.com/office/drawing/2014/main" id="{AAF5C360-6F52-4C66-B7AE-2B3589E3D493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810" name="直線コネクタ 117809">
                      <a:extLst>
                        <a:ext uri="{FF2B5EF4-FFF2-40B4-BE49-F238E27FC236}">
                          <a16:creationId xmlns:a16="http://schemas.microsoft.com/office/drawing/2014/main" id="{A1DA9DD3-D65E-4CF6-89FB-16F484F2D3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11" name="直線コネクタ 117810">
                      <a:extLst>
                        <a:ext uri="{FF2B5EF4-FFF2-40B4-BE49-F238E27FC236}">
                          <a16:creationId xmlns:a16="http://schemas.microsoft.com/office/drawing/2014/main" id="{02D418AE-3B20-4A49-8ED5-AB44CF26BD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12" name="直線コネクタ 117811">
                      <a:extLst>
                        <a:ext uri="{FF2B5EF4-FFF2-40B4-BE49-F238E27FC236}">
                          <a16:creationId xmlns:a16="http://schemas.microsoft.com/office/drawing/2014/main" id="{3830661B-0CBA-4407-8D62-B456C19E19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13" name="直線コネクタ 117812">
                      <a:extLst>
                        <a:ext uri="{FF2B5EF4-FFF2-40B4-BE49-F238E27FC236}">
                          <a16:creationId xmlns:a16="http://schemas.microsoft.com/office/drawing/2014/main" id="{A7668E7D-3966-4CE4-AF4F-DDCEB429B5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14" name="直線コネクタ 117813">
                      <a:extLst>
                        <a:ext uri="{FF2B5EF4-FFF2-40B4-BE49-F238E27FC236}">
                          <a16:creationId xmlns:a16="http://schemas.microsoft.com/office/drawing/2014/main" id="{5B48945C-BBCF-441C-965F-3BE9132544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15" name="直線コネクタ 117814">
                      <a:extLst>
                        <a:ext uri="{FF2B5EF4-FFF2-40B4-BE49-F238E27FC236}">
                          <a16:creationId xmlns:a16="http://schemas.microsoft.com/office/drawing/2014/main" id="{A1B740A7-A8A4-4242-A765-A6BF95C1CA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16" name="直線コネクタ 117815">
                      <a:extLst>
                        <a:ext uri="{FF2B5EF4-FFF2-40B4-BE49-F238E27FC236}">
                          <a16:creationId xmlns:a16="http://schemas.microsoft.com/office/drawing/2014/main" id="{39315117-B3DC-4E8F-93A3-B22D3A1868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17" name="直線コネクタ 117816">
                      <a:extLst>
                        <a:ext uri="{FF2B5EF4-FFF2-40B4-BE49-F238E27FC236}">
                          <a16:creationId xmlns:a16="http://schemas.microsoft.com/office/drawing/2014/main" id="{AC9A3E60-403E-48B3-B8C0-398E2B4614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663" name="グループ化 117662">
                    <a:extLst>
                      <a:ext uri="{FF2B5EF4-FFF2-40B4-BE49-F238E27FC236}">
                        <a16:creationId xmlns:a16="http://schemas.microsoft.com/office/drawing/2014/main" id="{0E28BA0C-EA59-4C4C-933B-C8CA62E57FF9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768" name="直線コネクタ 117767">
                      <a:extLst>
                        <a:ext uri="{FF2B5EF4-FFF2-40B4-BE49-F238E27FC236}">
                          <a16:creationId xmlns:a16="http://schemas.microsoft.com/office/drawing/2014/main" id="{1B1011F7-6FEF-404A-B7D9-339A9FE682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9" name="直線コネクタ 117768">
                      <a:extLst>
                        <a:ext uri="{FF2B5EF4-FFF2-40B4-BE49-F238E27FC236}">
                          <a16:creationId xmlns:a16="http://schemas.microsoft.com/office/drawing/2014/main" id="{22481AB8-3303-4376-B720-B279C4401D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0" name="直線コネクタ 117769">
                      <a:extLst>
                        <a:ext uri="{FF2B5EF4-FFF2-40B4-BE49-F238E27FC236}">
                          <a16:creationId xmlns:a16="http://schemas.microsoft.com/office/drawing/2014/main" id="{548490D7-C77B-46D6-B479-CF101CAA00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1" name="直線コネクタ 117770">
                      <a:extLst>
                        <a:ext uri="{FF2B5EF4-FFF2-40B4-BE49-F238E27FC236}">
                          <a16:creationId xmlns:a16="http://schemas.microsoft.com/office/drawing/2014/main" id="{477F6A97-AA7D-4A9D-BCD4-1B9A8F8C98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2" name="直線コネクタ 117771">
                      <a:extLst>
                        <a:ext uri="{FF2B5EF4-FFF2-40B4-BE49-F238E27FC236}">
                          <a16:creationId xmlns:a16="http://schemas.microsoft.com/office/drawing/2014/main" id="{0AA36E91-3ADC-4058-AF5C-177526250C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3" name="直線コネクタ 117772">
                      <a:extLst>
                        <a:ext uri="{FF2B5EF4-FFF2-40B4-BE49-F238E27FC236}">
                          <a16:creationId xmlns:a16="http://schemas.microsoft.com/office/drawing/2014/main" id="{07C5FF54-8BC4-4120-9775-72E612DF86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4" name="直線コネクタ 117773">
                      <a:extLst>
                        <a:ext uri="{FF2B5EF4-FFF2-40B4-BE49-F238E27FC236}">
                          <a16:creationId xmlns:a16="http://schemas.microsoft.com/office/drawing/2014/main" id="{FEC7378E-C465-4A98-AD09-4EBAE4CE1D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5" name="直線コネクタ 117774">
                      <a:extLst>
                        <a:ext uri="{FF2B5EF4-FFF2-40B4-BE49-F238E27FC236}">
                          <a16:creationId xmlns:a16="http://schemas.microsoft.com/office/drawing/2014/main" id="{1205ED6B-4B83-4E50-A9B9-5AFCACBEC3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6" name="直線コネクタ 117775">
                      <a:extLst>
                        <a:ext uri="{FF2B5EF4-FFF2-40B4-BE49-F238E27FC236}">
                          <a16:creationId xmlns:a16="http://schemas.microsoft.com/office/drawing/2014/main" id="{FC821DF2-6A8D-4999-83B4-8668DCB8AC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7" name="直線コネクタ 117776">
                      <a:extLst>
                        <a:ext uri="{FF2B5EF4-FFF2-40B4-BE49-F238E27FC236}">
                          <a16:creationId xmlns:a16="http://schemas.microsoft.com/office/drawing/2014/main" id="{19BCE8F7-B698-44E3-8BA6-161B411C65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8" name="直線コネクタ 117777">
                      <a:extLst>
                        <a:ext uri="{FF2B5EF4-FFF2-40B4-BE49-F238E27FC236}">
                          <a16:creationId xmlns:a16="http://schemas.microsoft.com/office/drawing/2014/main" id="{ECF8915B-01AA-417D-972B-72FB308227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79" name="直線コネクタ 117778">
                      <a:extLst>
                        <a:ext uri="{FF2B5EF4-FFF2-40B4-BE49-F238E27FC236}">
                          <a16:creationId xmlns:a16="http://schemas.microsoft.com/office/drawing/2014/main" id="{56123DEE-7E21-491A-8763-744337FBA8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0" name="直線コネクタ 117779">
                      <a:extLst>
                        <a:ext uri="{FF2B5EF4-FFF2-40B4-BE49-F238E27FC236}">
                          <a16:creationId xmlns:a16="http://schemas.microsoft.com/office/drawing/2014/main" id="{6A5BE8EF-6F0A-4987-94CF-8EEE580B65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1" name="直線コネクタ 117780">
                      <a:extLst>
                        <a:ext uri="{FF2B5EF4-FFF2-40B4-BE49-F238E27FC236}">
                          <a16:creationId xmlns:a16="http://schemas.microsoft.com/office/drawing/2014/main" id="{9CDEAC87-7F52-4325-A689-6391AC6F9E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2" name="直線コネクタ 117781">
                      <a:extLst>
                        <a:ext uri="{FF2B5EF4-FFF2-40B4-BE49-F238E27FC236}">
                          <a16:creationId xmlns:a16="http://schemas.microsoft.com/office/drawing/2014/main" id="{7C978D16-6492-44EC-A1AC-DC880D2786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3" name="直線コネクタ 117782">
                      <a:extLst>
                        <a:ext uri="{FF2B5EF4-FFF2-40B4-BE49-F238E27FC236}">
                          <a16:creationId xmlns:a16="http://schemas.microsoft.com/office/drawing/2014/main" id="{503481EB-5C95-498F-9C9C-78168FF1C0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4" name="直線コネクタ 117783">
                      <a:extLst>
                        <a:ext uri="{FF2B5EF4-FFF2-40B4-BE49-F238E27FC236}">
                          <a16:creationId xmlns:a16="http://schemas.microsoft.com/office/drawing/2014/main" id="{DE062B3C-FB4A-41F2-8B53-BCF5A82F5D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5" name="直線コネクタ 117784">
                      <a:extLst>
                        <a:ext uri="{FF2B5EF4-FFF2-40B4-BE49-F238E27FC236}">
                          <a16:creationId xmlns:a16="http://schemas.microsoft.com/office/drawing/2014/main" id="{C326B820-71B2-4EA7-BE5B-8F5BC18D7B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6" name="直線コネクタ 117785">
                      <a:extLst>
                        <a:ext uri="{FF2B5EF4-FFF2-40B4-BE49-F238E27FC236}">
                          <a16:creationId xmlns:a16="http://schemas.microsoft.com/office/drawing/2014/main" id="{7670051E-D3DA-456E-804B-3BE53A14F7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7" name="直線コネクタ 117786">
                      <a:extLst>
                        <a:ext uri="{FF2B5EF4-FFF2-40B4-BE49-F238E27FC236}">
                          <a16:creationId xmlns:a16="http://schemas.microsoft.com/office/drawing/2014/main" id="{5AE5BEAD-ED8B-4A26-A10C-3F098E752F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8" name="直線コネクタ 117787">
                      <a:extLst>
                        <a:ext uri="{FF2B5EF4-FFF2-40B4-BE49-F238E27FC236}">
                          <a16:creationId xmlns:a16="http://schemas.microsoft.com/office/drawing/2014/main" id="{F765D9C4-8783-4296-B59A-F8D669FDD5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89" name="直線コネクタ 117788">
                      <a:extLst>
                        <a:ext uri="{FF2B5EF4-FFF2-40B4-BE49-F238E27FC236}">
                          <a16:creationId xmlns:a16="http://schemas.microsoft.com/office/drawing/2014/main" id="{59995C6D-DA19-49E0-8DC3-3B8122E5A6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0" name="直線コネクタ 117789">
                      <a:extLst>
                        <a:ext uri="{FF2B5EF4-FFF2-40B4-BE49-F238E27FC236}">
                          <a16:creationId xmlns:a16="http://schemas.microsoft.com/office/drawing/2014/main" id="{18B401FE-B4BB-49D6-94B0-7F47E6A9F4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1" name="直線コネクタ 117790">
                      <a:extLst>
                        <a:ext uri="{FF2B5EF4-FFF2-40B4-BE49-F238E27FC236}">
                          <a16:creationId xmlns:a16="http://schemas.microsoft.com/office/drawing/2014/main" id="{5C7C63FB-E189-430D-8622-4F770EB9F4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2" name="直線コネクタ 117791">
                      <a:extLst>
                        <a:ext uri="{FF2B5EF4-FFF2-40B4-BE49-F238E27FC236}">
                          <a16:creationId xmlns:a16="http://schemas.microsoft.com/office/drawing/2014/main" id="{5D320905-9048-4638-950D-9DE4E1B175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3" name="直線コネクタ 117792">
                      <a:extLst>
                        <a:ext uri="{FF2B5EF4-FFF2-40B4-BE49-F238E27FC236}">
                          <a16:creationId xmlns:a16="http://schemas.microsoft.com/office/drawing/2014/main" id="{9B59A10E-A300-4692-B82C-F19C6A1631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4" name="直線コネクタ 117793">
                      <a:extLst>
                        <a:ext uri="{FF2B5EF4-FFF2-40B4-BE49-F238E27FC236}">
                          <a16:creationId xmlns:a16="http://schemas.microsoft.com/office/drawing/2014/main" id="{3E374D9E-DAB7-41BA-8E3F-D92FB56305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5" name="直線コネクタ 117794">
                      <a:extLst>
                        <a:ext uri="{FF2B5EF4-FFF2-40B4-BE49-F238E27FC236}">
                          <a16:creationId xmlns:a16="http://schemas.microsoft.com/office/drawing/2014/main" id="{424AA823-D6FC-41E0-889E-6C577E32BB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6" name="直線コネクタ 117795">
                      <a:extLst>
                        <a:ext uri="{FF2B5EF4-FFF2-40B4-BE49-F238E27FC236}">
                          <a16:creationId xmlns:a16="http://schemas.microsoft.com/office/drawing/2014/main" id="{C71DB8BF-6729-4CAB-BC69-DECF26522D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7" name="直線コネクタ 117796">
                      <a:extLst>
                        <a:ext uri="{FF2B5EF4-FFF2-40B4-BE49-F238E27FC236}">
                          <a16:creationId xmlns:a16="http://schemas.microsoft.com/office/drawing/2014/main" id="{FD1DC897-3378-4B58-A05C-F0E97CA9E4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8" name="直線コネクタ 117797">
                      <a:extLst>
                        <a:ext uri="{FF2B5EF4-FFF2-40B4-BE49-F238E27FC236}">
                          <a16:creationId xmlns:a16="http://schemas.microsoft.com/office/drawing/2014/main" id="{907B3E7B-6D8E-4AAF-BDEA-B5D7AABFD4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99" name="直線コネクタ 117798">
                      <a:extLst>
                        <a:ext uri="{FF2B5EF4-FFF2-40B4-BE49-F238E27FC236}">
                          <a16:creationId xmlns:a16="http://schemas.microsoft.com/office/drawing/2014/main" id="{0A181F66-09D8-4400-932D-7C2DA3D1E7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0" name="直線コネクタ 117799">
                      <a:extLst>
                        <a:ext uri="{FF2B5EF4-FFF2-40B4-BE49-F238E27FC236}">
                          <a16:creationId xmlns:a16="http://schemas.microsoft.com/office/drawing/2014/main" id="{12AA2FE6-E8CA-491F-B6E1-0551F6D910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1" name="直線コネクタ 117800">
                      <a:extLst>
                        <a:ext uri="{FF2B5EF4-FFF2-40B4-BE49-F238E27FC236}">
                          <a16:creationId xmlns:a16="http://schemas.microsoft.com/office/drawing/2014/main" id="{83958C27-3DF9-469F-A308-3ABEEB5DE1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2" name="直線コネクタ 117801">
                      <a:extLst>
                        <a:ext uri="{FF2B5EF4-FFF2-40B4-BE49-F238E27FC236}">
                          <a16:creationId xmlns:a16="http://schemas.microsoft.com/office/drawing/2014/main" id="{E502D8A0-57FD-49C4-8B7C-B366ED6FF8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3" name="直線コネクタ 117802">
                      <a:extLst>
                        <a:ext uri="{FF2B5EF4-FFF2-40B4-BE49-F238E27FC236}">
                          <a16:creationId xmlns:a16="http://schemas.microsoft.com/office/drawing/2014/main" id="{F55930C1-5769-40AF-895F-179E09EB0E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4" name="直線コネクタ 117803">
                      <a:extLst>
                        <a:ext uri="{FF2B5EF4-FFF2-40B4-BE49-F238E27FC236}">
                          <a16:creationId xmlns:a16="http://schemas.microsoft.com/office/drawing/2014/main" id="{522190DC-39E4-43EE-9324-A4110F62D4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5" name="直線コネクタ 117804">
                      <a:extLst>
                        <a:ext uri="{FF2B5EF4-FFF2-40B4-BE49-F238E27FC236}">
                          <a16:creationId xmlns:a16="http://schemas.microsoft.com/office/drawing/2014/main" id="{CB230BC1-FF69-4D32-824F-40256943D1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6" name="直線コネクタ 117805">
                      <a:extLst>
                        <a:ext uri="{FF2B5EF4-FFF2-40B4-BE49-F238E27FC236}">
                          <a16:creationId xmlns:a16="http://schemas.microsoft.com/office/drawing/2014/main" id="{C4261A2B-FA52-4A27-B74F-BBF5B37357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7" name="直線コネクタ 117806">
                      <a:extLst>
                        <a:ext uri="{FF2B5EF4-FFF2-40B4-BE49-F238E27FC236}">
                          <a16:creationId xmlns:a16="http://schemas.microsoft.com/office/drawing/2014/main" id="{C877F4C6-5489-439D-A354-42EB9AD977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8" name="直線コネクタ 117807">
                      <a:extLst>
                        <a:ext uri="{FF2B5EF4-FFF2-40B4-BE49-F238E27FC236}">
                          <a16:creationId xmlns:a16="http://schemas.microsoft.com/office/drawing/2014/main" id="{A4F1B069-3DF5-4DB5-8305-B1F2031E43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809" name="直線コネクタ 117808">
                      <a:extLst>
                        <a:ext uri="{FF2B5EF4-FFF2-40B4-BE49-F238E27FC236}">
                          <a16:creationId xmlns:a16="http://schemas.microsoft.com/office/drawing/2014/main" id="{B87080F5-4725-447B-BDF3-9A590016D2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664" name="グループ化 117663">
                    <a:extLst>
                      <a:ext uri="{FF2B5EF4-FFF2-40B4-BE49-F238E27FC236}">
                        <a16:creationId xmlns:a16="http://schemas.microsoft.com/office/drawing/2014/main" id="{9158FAAB-9B23-42B5-AA70-01AEF127B521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726" name="直線コネクタ 117725">
                      <a:extLst>
                        <a:ext uri="{FF2B5EF4-FFF2-40B4-BE49-F238E27FC236}">
                          <a16:creationId xmlns:a16="http://schemas.microsoft.com/office/drawing/2014/main" id="{0488A967-E642-4702-8D31-3FD8761064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7" name="直線コネクタ 117726">
                      <a:extLst>
                        <a:ext uri="{FF2B5EF4-FFF2-40B4-BE49-F238E27FC236}">
                          <a16:creationId xmlns:a16="http://schemas.microsoft.com/office/drawing/2014/main" id="{5EDBB2B5-2775-457E-BB8C-4E872F2120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8" name="直線コネクタ 117727">
                      <a:extLst>
                        <a:ext uri="{FF2B5EF4-FFF2-40B4-BE49-F238E27FC236}">
                          <a16:creationId xmlns:a16="http://schemas.microsoft.com/office/drawing/2014/main" id="{4EFFD718-6D33-4AC1-B6E6-F52A2ACC84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9" name="直線コネクタ 117728">
                      <a:extLst>
                        <a:ext uri="{FF2B5EF4-FFF2-40B4-BE49-F238E27FC236}">
                          <a16:creationId xmlns:a16="http://schemas.microsoft.com/office/drawing/2014/main" id="{0610EBB3-834F-4BD9-801C-B0976F6E65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0" name="直線コネクタ 117729">
                      <a:extLst>
                        <a:ext uri="{FF2B5EF4-FFF2-40B4-BE49-F238E27FC236}">
                          <a16:creationId xmlns:a16="http://schemas.microsoft.com/office/drawing/2014/main" id="{EF2CDB4C-FCB3-403C-8118-7B61189027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1" name="直線コネクタ 117730">
                      <a:extLst>
                        <a:ext uri="{FF2B5EF4-FFF2-40B4-BE49-F238E27FC236}">
                          <a16:creationId xmlns:a16="http://schemas.microsoft.com/office/drawing/2014/main" id="{C3ECE09D-1601-4E8D-982F-C4EBC36FEE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2" name="直線コネクタ 117731">
                      <a:extLst>
                        <a:ext uri="{FF2B5EF4-FFF2-40B4-BE49-F238E27FC236}">
                          <a16:creationId xmlns:a16="http://schemas.microsoft.com/office/drawing/2014/main" id="{CF78A4A0-279F-4732-B148-569FC5A07E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3" name="直線コネクタ 117732">
                      <a:extLst>
                        <a:ext uri="{FF2B5EF4-FFF2-40B4-BE49-F238E27FC236}">
                          <a16:creationId xmlns:a16="http://schemas.microsoft.com/office/drawing/2014/main" id="{F5CB98E5-966E-42C6-9D87-88562DC707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4" name="直線コネクタ 117733">
                      <a:extLst>
                        <a:ext uri="{FF2B5EF4-FFF2-40B4-BE49-F238E27FC236}">
                          <a16:creationId xmlns:a16="http://schemas.microsoft.com/office/drawing/2014/main" id="{A309F50A-05BC-498B-92F8-F39D72D7C1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5" name="直線コネクタ 117734">
                      <a:extLst>
                        <a:ext uri="{FF2B5EF4-FFF2-40B4-BE49-F238E27FC236}">
                          <a16:creationId xmlns:a16="http://schemas.microsoft.com/office/drawing/2014/main" id="{2DD90827-297E-4156-8B4D-67093BFF9B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6" name="直線コネクタ 117735">
                      <a:extLst>
                        <a:ext uri="{FF2B5EF4-FFF2-40B4-BE49-F238E27FC236}">
                          <a16:creationId xmlns:a16="http://schemas.microsoft.com/office/drawing/2014/main" id="{B047FCC9-059D-4AC2-B501-933B795149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7" name="直線コネクタ 117736">
                      <a:extLst>
                        <a:ext uri="{FF2B5EF4-FFF2-40B4-BE49-F238E27FC236}">
                          <a16:creationId xmlns:a16="http://schemas.microsoft.com/office/drawing/2014/main" id="{DDE4F623-9615-40EC-8B33-00C40D2EAF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8" name="直線コネクタ 117737">
                      <a:extLst>
                        <a:ext uri="{FF2B5EF4-FFF2-40B4-BE49-F238E27FC236}">
                          <a16:creationId xmlns:a16="http://schemas.microsoft.com/office/drawing/2014/main" id="{9D638126-D013-4E6D-8037-9F9C2165A0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39" name="直線コネクタ 117738">
                      <a:extLst>
                        <a:ext uri="{FF2B5EF4-FFF2-40B4-BE49-F238E27FC236}">
                          <a16:creationId xmlns:a16="http://schemas.microsoft.com/office/drawing/2014/main" id="{35BA705B-990C-421B-9515-DFF14991B1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0" name="直線コネクタ 117739">
                      <a:extLst>
                        <a:ext uri="{FF2B5EF4-FFF2-40B4-BE49-F238E27FC236}">
                          <a16:creationId xmlns:a16="http://schemas.microsoft.com/office/drawing/2014/main" id="{CDB56CA0-59AA-40DD-B5B8-626B5D76E3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1" name="直線コネクタ 117740">
                      <a:extLst>
                        <a:ext uri="{FF2B5EF4-FFF2-40B4-BE49-F238E27FC236}">
                          <a16:creationId xmlns:a16="http://schemas.microsoft.com/office/drawing/2014/main" id="{6E7EC831-2A0C-4CF0-835D-6560DB70AF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2" name="直線コネクタ 117741">
                      <a:extLst>
                        <a:ext uri="{FF2B5EF4-FFF2-40B4-BE49-F238E27FC236}">
                          <a16:creationId xmlns:a16="http://schemas.microsoft.com/office/drawing/2014/main" id="{49C6F8DB-986F-4339-A048-CBE8EBFCFC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3" name="直線コネクタ 117742">
                      <a:extLst>
                        <a:ext uri="{FF2B5EF4-FFF2-40B4-BE49-F238E27FC236}">
                          <a16:creationId xmlns:a16="http://schemas.microsoft.com/office/drawing/2014/main" id="{ED5D6CE5-ADB4-4C80-8698-F4981771F1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4" name="直線コネクタ 117743">
                      <a:extLst>
                        <a:ext uri="{FF2B5EF4-FFF2-40B4-BE49-F238E27FC236}">
                          <a16:creationId xmlns:a16="http://schemas.microsoft.com/office/drawing/2014/main" id="{6275BB29-C898-4F42-875B-48C9C3A0FF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5" name="直線コネクタ 117744">
                      <a:extLst>
                        <a:ext uri="{FF2B5EF4-FFF2-40B4-BE49-F238E27FC236}">
                          <a16:creationId xmlns:a16="http://schemas.microsoft.com/office/drawing/2014/main" id="{0EBDDDBA-C3AD-48B9-AE25-CC1DD2A503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6" name="直線コネクタ 117745">
                      <a:extLst>
                        <a:ext uri="{FF2B5EF4-FFF2-40B4-BE49-F238E27FC236}">
                          <a16:creationId xmlns:a16="http://schemas.microsoft.com/office/drawing/2014/main" id="{61676D66-CE1E-42FF-8668-44DF21450F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7" name="直線コネクタ 117746">
                      <a:extLst>
                        <a:ext uri="{FF2B5EF4-FFF2-40B4-BE49-F238E27FC236}">
                          <a16:creationId xmlns:a16="http://schemas.microsoft.com/office/drawing/2014/main" id="{280721DB-0714-462B-9BCF-7CF66EBD81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8" name="直線コネクタ 117747">
                      <a:extLst>
                        <a:ext uri="{FF2B5EF4-FFF2-40B4-BE49-F238E27FC236}">
                          <a16:creationId xmlns:a16="http://schemas.microsoft.com/office/drawing/2014/main" id="{DE1CC45A-9C08-42D8-AAAA-DEFF8AF594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49" name="直線コネクタ 117748">
                      <a:extLst>
                        <a:ext uri="{FF2B5EF4-FFF2-40B4-BE49-F238E27FC236}">
                          <a16:creationId xmlns:a16="http://schemas.microsoft.com/office/drawing/2014/main" id="{073CC3B9-CF61-486A-BAC8-DBCCFDD283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0" name="直線コネクタ 117749">
                      <a:extLst>
                        <a:ext uri="{FF2B5EF4-FFF2-40B4-BE49-F238E27FC236}">
                          <a16:creationId xmlns:a16="http://schemas.microsoft.com/office/drawing/2014/main" id="{A85A6CFF-609A-40B8-AB36-9080D853BD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1" name="直線コネクタ 117750">
                      <a:extLst>
                        <a:ext uri="{FF2B5EF4-FFF2-40B4-BE49-F238E27FC236}">
                          <a16:creationId xmlns:a16="http://schemas.microsoft.com/office/drawing/2014/main" id="{383BEF81-ADCE-4C20-923F-9E08C000B0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2" name="直線コネクタ 117751">
                      <a:extLst>
                        <a:ext uri="{FF2B5EF4-FFF2-40B4-BE49-F238E27FC236}">
                          <a16:creationId xmlns:a16="http://schemas.microsoft.com/office/drawing/2014/main" id="{BA0EAC3F-BB3A-4465-A721-6E60BE9D15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3" name="直線コネクタ 117752">
                      <a:extLst>
                        <a:ext uri="{FF2B5EF4-FFF2-40B4-BE49-F238E27FC236}">
                          <a16:creationId xmlns:a16="http://schemas.microsoft.com/office/drawing/2014/main" id="{4E779895-BD50-4929-8313-5479A7979C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4" name="直線コネクタ 117753">
                      <a:extLst>
                        <a:ext uri="{FF2B5EF4-FFF2-40B4-BE49-F238E27FC236}">
                          <a16:creationId xmlns:a16="http://schemas.microsoft.com/office/drawing/2014/main" id="{AFF5F210-527D-4EA1-81AF-8CBDE3323B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5" name="直線コネクタ 117754">
                      <a:extLst>
                        <a:ext uri="{FF2B5EF4-FFF2-40B4-BE49-F238E27FC236}">
                          <a16:creationId xmlns:a16="http://schemas.microsoft.com/office/drawing/2014/main" id="{6556C133-40F2-4561-97DC-9D479E81E3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6" name="直線コネクタ 117755">
                      <a:extLst>
                        <a:ext uri="{FF2B5EF4-FFF2-40B4-BE49-F238E27FC236}">
                          <a16:creationId xmlns:a16="http://schemas.microsoft.com/office/drawing/2014/main" id="{132280AD-64B6-4E9E-8C10-1C1DFF5186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7" name="直線コネクタ 117756">
                      <a:extLst>
                        <a:ext uri="{FF2B5EF4-FFF2-40B4-BE49-F238E27FC236}">
                          <a16:creationId xmlns:a16="http://schemas.microsoft.com/office/drawing/2014/main" id="{8A65D3D3-4B00-464A-9694-9A8E6E4BA3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8" name="直線コネクタ 117757">
                      <a:extLst>
                        <a:ext uri="{FF2B5EF4-FFF2-40B4-BE49-F238E27FC236}">
                          <a16:creationId xmlns:a16="http://schemas.microsoft.com/office/drawing/2014/main" id="{8BE208F9-3D65-4E2B-A3B9-86A8A285C7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59" name="直線コネクタ 117758">
                      <a:extLst>
                        <a:ext uri="{FF2B5EF4-FFF2-40B4-BE49-F238E27FC236}">
                          <a16:creationId xmlns:a16="http://schemas.microsoft.com/office/drawing/2014/main" id="{FC2CE0E8-2CB6-4268-B7B1-38D39C11A5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0" name="直線コネクタ 117759">
                      <a:extLst>
                        <a:ext uri="{FF2B5EF4-FFF2-40B4-BE49-F238E27FC236}">
                          <a16:creationId xmlns:a16="http://schemas.microsoft.com/office/drawing/2014/main" id="{890854DB-6C40-4447-B157-D62E98F3BF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1" name="直線コネクタ 117760">
                      <a:extLst>
                        <a:ext uri="{FF2B5EF4-FFF2-40B4-BE49-F238E27FC236}">
                          <a16:creationId xmlns:a16="http://schemas.microsoft.com/office/drawing/2014/main" id="{57136B77-A1BC-4F69-880A-9BD41790BF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2" name="直線コネクタ 117761">
                      <a:extLst>
                        <a:ext uri="{FF2B5EF4-FFF2-40B4-BE49-F238E27FC236}">
                          <a16:creationId xmlns:a16="http://schemas.microsoft.com/office/drawing/2014/main" id="{B2CF0BEE-BEFF-4E38-8FBB-22E008B6E9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3" name="直線コネクタ 117762">
                      <a:extLst>
                        <a:ext uri="{FF2B5EF4-FFF2-40B4-BE49-F238E27FC236}">
                          <a16:creationId xmlns:a16="http://schemas.microsoft.com/office/drawing/2014/main" id="{A88D0874-9E57-475F-8C50-76CACC50AC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4" name="直線コネクタ 117763">
                      <a:extLst>
                        <a:ext uri="{FF2B5EF4-FFF2-40B4-BE49-F238E27FC236}">
                          <a16:creationId xmlns:a16="http://schemas.microsoft.com/office/drawing/2014/main" id="{028A3DB5-5F1D-4E40-8090-384157856A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5" name="直線コネクタ 117764">
                      <a:extLst>
                        <a:ext uri="{FF2B5EF4-FFF2-40B4-BE49-F238E27FC236}">
                          <a16:creationId xmlns:a16="http://schemas.microsoft.com/office/drawing/2014/main" id="{55E0A4B1-6FF4-44A6-B2BB-0BC82EBC03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6" name="直線コネクタ 117765">
                      <a:extLst>
                        <a:ext uri="{FF2B5EF4-FFF2-40B4-BE49-F238E27FC236}">
                          <a16:creationId xmlns:a16="http://schemas.microsoft.com/office/drawing/2014/main" id="{3BBCDC63-D521-4937-9A11-2BFAA55569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67" name="直線コネクタ 117766">
                      <a:extLst>
                        <a:ext uri="{FF2B5EF4-FFF2-40B4-BE49-F238E27FC236}">
                          <a16:creationId xmlns:a16="http://schemas.microsoft.com/office/drawing/2014/main" id="{6A20A725-DDE3-4CB7-918A-AEF86B76B3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665" name="グループ化 117664">
                    <a:extLst>
                      <a:ext uri="{FF2B5EF4-FFF2-40B4-BE49-F238E27FC236}">
                        <a16:creationId xmlns:a16="http://schemas.microsoft.com/office/drawing/2014/main" id="{995D8269-E3F2-4767-B71B-A8C050DF64F4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718" name="直線コネクタ 117717">
                      <a:extLst>
                        <a:ext uri="{FF2B5EF4-FFF2-40B4-BE49-F238E27FC236}">
                          <a16:creationId xmlns:a16="http://schemas.microsoft.com/office/drawing/2014/main" id="{2A10BE67-10E9-4C6A-8910-D56EA2568E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19" name="直線コネクタ 117718">
                      <a:extLst>
                        <a:ext uri="{FF2B5EF4-FFF2-40B4-BE49-F238E27FC236}">
                          <a16:creationId xmlns:a16="http://schemas.microsoft.com/office/drawing/2014/main" id="{C03D4FBA-9037-4199-955C-5D0BAC7DA5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0" name="直線コネクタ 117719">
                      <a:extLst>
                        <a:ext uri="{FF2B5EF4-FFF2-40B4-BE49-F238E27FC236}">
                          <a16:creationId xmlns:a16="http://schemas.microsoft.com/office/drawing/2014/main" id="{104C80ED-46F1-41A4-BC95-371DB11665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1" name="直線コネクタ 117720">
                      <a:extLst>
                        <a:ext uri="{FF2B5EF4-FFF2-40B4-BE49-F238E27FC236}">
                          <a16:creationId xmlns:a16="http://schemas.microsoft.com/office/drawing/2014/main" id="{AC4B1FAF-ED74-4CB4-85AE-A797B3F71F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2" name="直線コネクタ 117721">
                      <a:extLst>
                        <a:ext uri="{FF2B5EF4-FFF2-40B4-BE49-F238E27FC236}">
                          <a16:creationId xmlns:a16="http://schemas.microsoft.com/office/drawing/2014/main" id="{6965E7A0-733D-4EB9-8618-090C4689E3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3" name="直線コネクタ 117722">
                      <a:extLst>
                        <a:ext uri="{FF2B5EF4-FFF2-40B4-BE49-F238E27FC236}">
                          <a16:creationId xmlns:a16="http://schemas.microsoft.com/office/drawing/2014/main" id="{790E310C-4180-4DFD-AD48-5916F5C6D7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4" name="直線コネクタ 117723">
                      <a:extLst>
                        <a:ext uri="{FF2B5EF4-FFF2-40B4-BE49-F238E27FC236}">
                          <a16:creationId xmlns:a16="http://schemas.microsoft.com/office/drawing/2014/main" id="{E45F151D-6913-4A4D-AE8B-DCB53CA545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25" name="直線コネクタ 117724">
                      <a:extLst>
                        <a:ext uri="{FF2B5EF4-FFF2-40B4-BE49-F238E27FC236}">
                          <a16:creationId xmlns:a16="http://schemas.microsoft.com/office/drawing/2014/main" id="{F0BC37D2-D73A-4B7C-9D9F-B78E2CAAD8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666" name="グループ化 117665">
                    <a:extLst>
                      <a:ext uri="{FF2B5EF4-FFF2-40B4-BE49-F238E27FC236}">
                        <a16:creationId xmlns:a16="http://schemas.microsoft.com/office/drawing/2014/main" id="{50B99AF3-96CE-478E-925D-DBC68D93379C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710" name="直線コネクタ 117709">
                      <a:extLst>
                        <a:ext uri="{FF2B5EF4-FFF2-40B4-BE49-F238E27FC236}">
                          <a16:creationId xmlns:a16="http://schemas.microsoft.com/office/drawing/2014/main" id="{04559708-A9B4-46C0-8DFE-021038CC6F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11" name="直線コネクタ 117710">
                      <a:extLst>
                        <a:ext uri="{FF2B5EF4-FFF2-40B4-BE49-F238E27FC236}">
                          <a16:creationId xmlns:a16="http://schemas.microsoft.com/office/drawing/2014/main" id="{2951DFFB-7E3A-44C5-A724-737642F465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12" name="直線コネクタ 117711">
                      <a:extLst>
                        <a:ext uri="{FF2B5EF4-FFF2-40B4-BE49-F238E27FC236}">
                          <a16:creationId xmlns:a16="http://schemas.microsoft.com/office/drawing/2014/main" id="{B45355C4-F301-49A6-B81B-DA7F14326A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13" name="直線コネクタ 117712">
                      <a:extLst>
                        <a:ext uri="{FF2B5EF4-FFF2-40B4-BE49-F238E27FC236}">
                          <a16:creationId xmlns:a16="http://schemas.microsoft.com/office/drawing/2014/main" id="{3701E5AE-E210-4DB1-851E-02EF35C8DC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14" name="直線コネクタ 117713">
                      <a:extLst>
                        <a:ext uri="{FF2B5EF4-FFF2-40B4-BE49-F238E27FC236}">
                          <a16:creationId xmlns:a16="http://schemas.microsoft.com/office/drawing/2014/main" id="{4901A7F4-3A50-4E66-B8E6-20FF9EB918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15" name="直線コネクタ 117714">
                      <a:extLst>
                        <a:ext uri="{FF2B5EF4-FFF2-40B4-BE49-F238E27FC236}">
                          <a16:creationId xmlns:a16="http://schemas.microsoft.com/office/drawing/2014/main" id="{52457BB9-0A11-48E4-B05D-0F76CAA605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16" name="直線コネクタ 117715">
                      <a:extLst>
                        <a:ext uri="{FF2B5EF4-FFF2-40B4-BE49-F238E27FC236}">
                          <a16:creationId xmlns:a16="http://schemas.microsoft.com/office/drawing/2014/main" id="{03319CA6-81CC-4A2C-8549-1ABA4F583D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17" name="直線コネクタ 117716">
                      <a:extLst>
                        <a:ext uri="{FF2B5EF4-FFF2-40B4-BE49-F238E27FC236}">
                          <a16:creationId xmlns:a16="http://schemas.microsoft.com/office/drawing/2014/main" id="{D12E54D5-6C29-48DE-8DCC-3718BD6B60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667" name="グループ化 117666">
                    <a:extLst>
                      <a:ext uri="{FF2B5EF4-FFF2-40B4-BE49-F238E27FC236}">
                        <a16:creationId xmlns:a16="http://schemas.microsoft.com/office/drawing/2014/main" id="{9B48FAC9-9ED9-4D90-8104-D258F2D8FF11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668" name="直線コネクタ 117667">
                      <a:extLst>
                        <a:ext uri="{FF2B5EF4-FFF2-40B4-BE49-F238E27FC236}">
                          <a16:creationId xmlns:a16="http://schemas.microsoft.com/office/drawing/2014/main" id="{29BBBABB-84A0-495C-99CE-2CC7759F8B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69" name="直線コネクタ 117668">
                      <a:extLst>
                        <a:ext uri="{FF2B5EF4-FFF2-40B4-BE49-F238E27FC236}">
                          <a16:creationId xmlns:a16="http://schemas.microsoft.com/office/drawing/2014/main" id="{D92AD6FE-6548-4929-9406-87D1B70AAF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0" name="直線コネクタ 117669">
                      <a:extLst>
                        <a:ext uri="{FF2B5EF4-FFF2-40B4-BE49-F238E27FC236}">
                          <a16:creationId xmlns:a16="http://schemas.microsoft.com/office/drawing/2014/main" id="{BBBA033C-A750-449C-89CD-89F42F5010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1" name="直線コネクタ 117670">
                      <a:extLst>
                        <a:ext uri="{FF2B5EF4-FFF2-40B4-BE49-F238E27FC236}">
                          <a16:creationId xmlns:a16="http://schemas.microsoft.com/office/drawing/2014/main" id="{1DA2BCF6-4398-40A7-92ED-684D0B4219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2" name="直線コネクタ 117671">
                      <a:extLst>
                        <a:ext uri="{FF2B5EF4-FFF2-40B4-BE49-F238E27FC236}">
                          <a16:creationId xmlns:a16="http://schemas.microsoft.com/office/drawing/2014/main" id="{E0A63709-109C-45CF-BA5E-4C74275B38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3" name="直線コネクタ 117672">
                      <a:extLst>
                        <a:ext uri="{FF2B5EF4-FFF2-40B4-BE49-F238E27FC236}">
                          <a16:creationId xmlns:a16="http://schemas.microsoft.com/office/drawing/2014/main" id="{AF2694E4-CD8A-488A-9E1C-EEC2FC75AC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4" name="直線コネクタ 117673">
                      <a:extLst>
                        <a:ext uri="{FF2B5EF4-FFF2-40B4-BE49-F238E27FC236}">
                          <a16:creationId xmlns:a16="http://schemas.microsoft.com/office/drawing/2014/main" id="{2EDF9B42-863A-4131-967B-5A318D32F20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5" name="直線コネクタ 117674">
                      <a:extLst>
                        <a:ext uri="{FF2B5EF4-FFF2-40B4-BE49-F238E27FC236}">
                          <a16:creationId xmlns:a16="http://schemas.microsoft.com/office/drawing/2014/main" id="{FB78AC8F-EAAC-4278-B3D9-4990EC35AE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6" name="直線コネクタ 117675">
                      <a:extLst>
                        <a:ext uri="{FF2B5EF4-FFF2-40B4-BE49-F238E27FC236}">
                          <a16:creationId xmlns:a16="http://schemas.microsoft.com/office/drawing/2014/main" id="{60482AAE-D9C7-4EEB-A417-EE6E131985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7" name="直線コネクタ 117676">
                      <a:extLst>
                        <a:ext uri="{FF2B5EF4-FFF2-40B4-BE49-F238E27FC236}">
                          <a16:creationId xmlns:a16="http://schemas.microsoft.com/office/drawing/2014/main" id="{841A5108-2FE6-4A4C-B817-6E991EAFF4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8" name="直線コネクタ 117677">
                      <a:extLst>
                        <a:ext uri="{FF2B5EF4-FFF2-40B4-BE49-F238E27FC236}">
                          <a16:creationId xmlns:a16="http://schemas.microsoft.com/office/drawing/2014/main" id="{6587E7E9-E530-4B24-AB91-E7D278545C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79" name="直線コネクタ 117678">
                      <a:extLst>
                        <a:ext uri="{FF2B5EF4-FFF2-40B4-BE49-F238E27FC236}">
                          <a16:creationId xmlns:a16="http://schemas.microsoft.com/office/drawing/2014/main" id="{1C744966-AFE2-481E-842C-42402A6090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0" name="直線コネクタ 117679">
                      <a:extLst>
                        <a:ext uri="{FF2B5EF4-FFF2-40B4-BE49-F238E27FC236}">
                          <a16:creationId xmlns:a16="http://schemas.microsoft.com/office/drawing/2014/main" id="{13B65CE7-E8BD-467D-97FB-DAF8CEC8A7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1" name="直線コネクタ 117680">
                      <a:extLst>
                        <a:ext uri="{FF2B5EF4-FFF2-40B4-BE49-F238E27FC236}">
                          <a16:creationId xmlns:a16="http://schemas.microsoft.com/office/drawing/2014/main" id="{29139224-664D-4363-B0FA-2B82F7F0A8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2" name="直線コネクタ 117681">
                      <a:extLst>
                        <a:ext uri="{FF2B5EF4-FFF2-40B4-BE49-F238E27FC236}">
                          <a16:creationId xmlns:a16="http://schemas.microsoft.com/office/drawing/2014/main" id="{B64D9CDB-A4C2-435E-AE1E-E4AB6679D7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3" name="直線コネクタ 117682">
                      <a:extLst>
                        <a:ext uri="{FF2B5EF4-FFF2-40B4-BE49-F238E27FC236}">
                          <a16:creationId xmlns:a16="http://schemas.microsoft.com/office/drawing/2014/main" id="{86CF4D07-E5D6-4596-9653-4CFB423E53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4" name="直線コネクタ 117683">
                      <a:extLst>
                        <a:ext uri="{FF2B5EF4-FFF2-40B4-BE49-F238E27FC236}">
                          <a16:creationId xmlns:a16="http://schemas.microsoft.com/office/drawing/2014/main" id="{AB11798C-80D2-4254-A8D5-35E6D1F47D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5" name="直線コネクタ 117684">
                      <a:extLst>
                        <a:ext uri="{FF2B5EF4-FFF2-40B4-BE49-F238E27FC236}">
                          <a16:creationId xmlns:a16="http://schemas.microsoft.com/office/drawing/2014/main" id="{FD0527C6-3D06-427A-99E7-6ED3C8BE33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6" name="直線コネクタ 117685">
                      <a:extLst>
                        <a:ext uri="{FF2B5EF4-FFF2-40B4-BE49-F238E27FC236}">
                          <a16:creationId xmlns:a16="http://schemas.microsoft.com/office/drawing/2014/main" id="{09C166F9-5518-42B0-8129-59432C39FD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7" name="直線コネクタ 117686">
                      <a:extLst>
                        <a:ext uri="{FF2B5EF4-FFF2-40B4-BE49-F238E27FC236}">
                          <a16:creationId xmlns:a16="http://schemas.microsoft.com/office/drawing/2014/main" id="{BCE0E8AC-D6E7-43A3-8196-E37025DEFB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8" name="直線コネクタ 117687">
                      <a:extLst>
                        <a:ext uri="{FF2B5EF4-FFF2-40B4-BE49-F238E27FC236}">
                          <a16:creationId xmlns:a16="http://schemas.microsoft.com/office/drawing/2014/main" id="{80CAD8B3-6842-4605-BE71-744B8727CD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89" name="直線コネクタ 117688">
                      <a:extLst>
                        <a:ext uri="{FF2B5EF4-FFF2-40B4-BE49-F238E27FC236}">
                          <a16:creationId xmlns:a16="http://schemas.microsoft.com/office/drawing/2014/main" id="{3C832735-D584-4E21-91DE-118027C48D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0" name="直線コネクタ 117689">
                      <a:extLst>
                        <a:ext uri="{FF2B5EF4-FFF2-40B4-BE49-F238E27FC236}">
                          <a16:creationId xmlns:a16="http://schemas.microsoft.com/office/drawing/2014/main" id="{65D6E7F5-661C-4FB2-B657-987824645A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1" name="直線コネクタ 117690">
                      <a:extLst>
                        <a:ext uri="{FF2B5EF4-FFF2-40B4-BE49-F238E27FC236}">
                          <a16:creationId xmlns:a16="http://schemas.microsoft.com/office/drawing/2014/main" id="{8E8F8B5A-3164-4583-AC22-B95DEC55FB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2" name="直線コネクタ 117691">
                      <a:extLst>
                        <a:ext uri="{FF2B5EF4-FFF2-40B4-BE49-F238E27FC236}">
                          <a16:creationId xmlns:a16="http://schemas.microsoft.com/office/drawing/2014/main" id="{6148B7D4-CE27-4268-B7FA-501C8E2F6A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3" name="直線コネクタ 117692">
                      <a:extLst>
                        <a:ext uri="{FF2B5EF4-FFF2-40B4-BE49-F238E27FC236}">
                          <a16:creationId xmlns:a16="http://schemas.microsoft.com/office/drawing/2014/main" id="{8CF20A1B-DBC4-4F65-9CD2-E684F25F48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4" name="直線コネクタ 117693">
                      <a:extLst>
                        <a:ext uri="{FF2B5EF4-FFF2-40B4-BE49-F238E27FC236}">
                          <a16:creationId xmlns:a16="http://schemas.microsoft.com/office/drawing/2014/main" id="{E67B510B-3A2E-4D9E-9194-66CFEE0CA4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5" name="直線コネクタ 117694">
                      <a:extLst>
                        <a:ext uri="{FF2B5EF4-FFF2-40B4-BE49-F238E27FC236}">
                          <a16:creationId xmlns:a16="http://schemas.microsoft.com/office/drawing/2014/main" id="{C805790F-023D-48AF-A3FD-74188FDDA2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6" name="直線コネクタ 117695">
                      <a:extLst>
                        <a:ext uri="{FF2B5EF4-FFF2-40B4-BE49-F238E27FC236}">
                          <a16:creationId xmlns:a16="http://schemas.microsoft.com/office/drawing/2014/main" id="{3130C19E-DC52-4846-AB22-85026C77C4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7" name="直線コネクタ 117696">
                      <a:extLst>
                        <a:ext uri="{FF2B5EF4-FFF2-40B4-BE49-F238E27FC236}">
                          <a16:creationId xmlns:a16="http://schemas.microsoft.com/office/drawing/2014/main" id="{4178FD4A-EDAF-4A03-80AE-51D1748831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8" name="直線コネクタ 117697">
                      <a:extLst>
                        <a:ext uri="{FF2B5EF4-FFF2-40B4-BE49-F238E27FC236}">
                          <a16:creationId xmlns:a16="http://schemas.microsoft.com/office/drawing/2014/main" id="{33E4F475-5483-487B-A8A0-9A4802B46B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699" name="直線コネクタ 117698">
                      <a:extLst>
                        <a:ext uri="{FF2B5EF4-FFF2-40B4-BE49-F238E27FC236}">
                          <a16:creationId xmlns:a16="http://schemas.microsoft.com/office/drawing/2014/main" id="{687B9F99-F3BE-44AE-BF74-C59A5BC8DC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0" name="直線コネクタ 117699">
                      <a:extLst>
                        <a:ext uri="{FF2B5EF4-FFF2-40B4-BE49-F238E27FC236}">
                          <a16:creationId xmlns:a16="http://schemas.microsoft.com/office/drawing/2014/main" id="{9AA1160A-08F8-4B7F-B629-98190922C6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1" name="直線コネクタ 117700">
                      <a:extLst>
                        <a:ext uri="{FF2B5EF4-FFF2-40B4-BE49-F238E27FC236}">
                          <a16:creationId xmlns:a16="http://schemas.microsoft.com/office/drawing/2014/main" id="{C5F4C4AE-9A71-4360-9AE5-3979521DF8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2" name="直線コネクタ 117701">
                      <a:extLst>
                        <a:ext uri="{FF2B5EF4-FFF2-40B4-BE49-F238E27FC236}">
                          <a16:creationId xmlns:a16="http://schemas.microsoft.com/office/drawing/2014/main" id="{6E5BE4B7-51DB-4740-A78A-C963EDE6AD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3" name="直線コネクタ 117702">
                      <a:extLst>
                        <a:ext uri="{FF2B5EF4-FFF2-40B4-BE49-F238E27FC236}">
                          <a16:creationId xmlns:a16="http://schemas.microsoft.com/office/drawing/2014/main" id="{D81D9C34-A2DC-4698-A626-8BBE376E1A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4" name="直線コネクタ 117703">
                      <a:extLst>
                        <a:ext uri="{FF2B5EF4-FFF2-40B4-BE49-F238E27FC236}">
                          <a16:creationId xmlns:a16="http://schemas.microsoft.com/office/drawing/2014/main" id="{30B7B19F-8E25-422E-894E-EA7DB8F44C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5" name="直線コネクタ 117704">
                      <a:extLst>
                        <a:ext uri="{FF2B5EF4-FFF2-40B4-BE49-F238E27FC236}">
                          <a16:creationId xmlns:a16="http://schemas.microsoft.com/office/drawing/2014/main" id="{A57B8C50-CD36-4B65-964B-F2AC6B3F93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6" name="直線コネクタ 117705">
                      <a:extLst>
                        <a:ext uri="{FF2B5EF4-FFF2-40B4-BE49-F238E27FC236}">
                          <a16:creationId xmlns:a16="http://schemas.microsoft.com/office/drawing/2014/main" id="{E197EC0D-0CAF-4403-94BB-DA81027F56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7" name="直線コネクタ 117706">
                      <a:extLst>
                        <a:ext uri="{FF2B5EF4-FFF2-40B4-BE49-F238E27FC236}">
                          <a16:creationId xmlns:a16="http://schemas.microsoft.com/office/drawing/2014/main" id="{B030DC9B-DD2B-428B-A570-4DEA170381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8" name="直線コネクタ 117707">
                      <a:extLst>
                        <a:ext uri="{FF2B5EF4-FFF2-40B4-BE49-F238E27FC236}">
                          <a16:creationId xmlns:a16="http://schemas.microsoft.com/office/drawing/2014/main" id="{10791FCD-4850-4D90-A84F-8AE860390C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709" name="直線コネクタ 117708">
                      <a:extLst>
                        <a:ext uri="{FF2B5EF4-FFF2-40B4-BE49-F238E27FC236}">
                          <a16:creationId xmlns:a16="http://schemas.microsoft.com/office/drawing/2014/main" id="{50B1666A-3E67-48C9-B71F-803C2F2A2C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43" name="グループ化 113642">
                  <a:extLst>
                    <a:ext uri="{FF2B5EF4-FFF2-40B4-BE49-F238E27FC236}">
                      <a16:creationId xmlns:a16="http://schemas.microsoft.com/office/drawing/2014/main" id="{CFB0585A-E840-4C0D-954F-DD583CC9C03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4975318" y="4975081"/>
                  <a:ext cx="849127" cy="849600"/>
                  <a:chOff x="4287481" y="4286224"/>
                  <a:chExt cx="2227978" cy="2229219"/>
                </a:xfrm>
              </p:grpSpPr>
              <p:cxnSp>
                <p:nvCxnSpPr>
                  <p:cNvPr id="117109" name="直線コネクタ 117108">
                    <a:extLst>
                      <a:ext uri="{FF2B5EF4-FFF2-40B4-BE49-F238E27FC236}">
                        <a16:creationId xmlns:a16="http://schemas.microsoft.com/office/drawing/2014/main" id="{2AD22E15-BD6C-4D64-B187-9E711B716B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0" name="直線コネクタ 117109">
                    <a:extLst>
                      <a:ext uri="{FF2B5EF4-FFF2-40B4-BE49-F238E27FC236}">
                        <a16:creationId xmlns:a16="http://schemas.microsoft.com/office/drawing/2014/main" id="{735146AE-EAB0-4195-B285-EF62E566C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1" name="直線コネクタ 117110">
                    <a:extLst>
                      <a:ext uri="{FF2B5EF4-FFF2-40B4-BE49-F238E27FC236}">
                        <a16:creationId xmlns:a16="http://schemas.microsoft.com/office/drawing/2014/main" id="{D9A1557C-3C4D-4FFD-BF23-BA533EEE7D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2" name="直線コネクタ 117111">
                    <a:extLst>
                      <a:ext uri="{FF2B5EF4-FFF2-40B4-BE49-F238E27FC236}">
                        <a16:creationId xmlns:a16="http://schemas.microsoft.com/office/drawing/2014/main" id="{32649469-0F78-45E6-8B8C-68B663714E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3" name="直線コネクタ 117112">
                    <a:extLst>
                      <a:ext uri="{FF2B5EF4-FFF2-40B4-BE49-F238E27FC236}">
                        <a16:creationId xmlns:a16="http://schemas.microsoft.com/office/drawing/2014/main" id="{D4D947B4-A350-4392-8FDE-AE95E1E8FE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4" name="直線コネクタ 117113">
                    <a:extLst>
                      <a:ext uri="{FF2B5EF4-FFF2-40B4-BE49-F238E27FC236}">
                        <a16:creationId xmlns:a16="http://schemas.microsoft.com/office/drawing/2014/main" id="{1D28ECB4-9354-4B64-9B80-FFAA5168CB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5" name="直線コネクタ 117114">
                    <a:extLst>
                      <a:ext uri="{FF2B5EF4-FFF2-40B4-BE49-F238E27FC236}">
                        <a16:creationId xmlns:a16="http://schemas.microsoft.com/office/drawing/2014/main" id="{960AAB89-1457-4C89-B462-0A3C195FF4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6" name="直線コネクタ 117115">
                    <a:extLst>
                      <a:ext uri="{FF2B5EF4-FFF2-40B4-BE49-F238E27FC236}">
                        <a16:creationId xmlns:a16="http://schemas.microsoft.com/office/drawing/2014/main" id="{0E7AF870-0C11-43F4-977E-9FFF62700B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7" name="直線コネクタ 117116">
                    <a:extLst>
                      <a:ext uri="{FF2B5EF4-FFF2-40B4-BE49-F238E27FC236}">
                        <a16:creationId xmlns:a16="http://schemas.microsoft.com/office/drawing/2014/main" id="{33DB02D0-79B9-4E25-B138-6E4FEA2822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8" name="直線コネクタ 117117">
                    <a:extLst>
                      <a:ext uri="{FF2B5EF4-FFF2-40B4-BE49-F238E27FC236}">
                        <a16:creationId xmlns:a16="http://schemas.microsoft.com/office/drawing/2014/main" id="{8067442C-96A1-4120-A200-6DCC51093B0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19" name="直線コネクタ 117118">
                    <a:extLst>
                      <a:ext uri="{FF2B5EF4-FFF2-40B4-BE49-F238E27FC236}">
                        <a16:creationId xmlns:a16="http://schemas.microsoft.com/office/drawing/2014/main" id="{D134BB51-ED58-45AA-BADF-2D636E0CCEE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0" name="直線コネクタ 117119">
                    <a:extLst>
                      <a:ext uri="{FF2B5EF4-FFF2-40B4-BE49-F238E27FC236}">
                        <a16:creationId xmlns:a16="http://schemas.microsoft.com/office/drawing/2014/main" id="{B5E41AA7-62B0-4ABD-860A-729F2F58B6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1" name="直線コネクタ 117120">
                    <a:extLst>
                      <a:ext uri="{FF2B5EF4-FFF2-40B4-BE49-F238E27FC236}">
                        <a16:creationId xmlns:a16="http://schemas.microsoft.com/office/drawing/2014/main" id="{B6C4A6E2-A4F2-4A4E-998B-FBE38E46519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2" name="直線コネクタ 117121">
                    <a:extLst>
                      <a:ext uri="{FF2B5EF4-FFF2-40B4-BE49-F238E27FC236}">
                        <a16:creationId xmlns:a16="http://schemas.microsoft.com/office/drawing/2014/main" id="{15198DA1-4BFD-4913-9106-C3A5AA684C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3" name="直線コネクタ 117122">
                    <a:extLst>
                      <a:ext uri="{FF2B5EF4-FFF2-40B4-BE49-F238E27FC236}">
                        <a16:creationId xmlns:a16="http://schemas.microsoft.com/office/drawing/2014/main" id="{42D64197-08D8-4961-AB85-9F94C2A356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4" name="直線コネクタ 117123">
                    <a:extLst>
                      <a:ext uri="{FF2B5EF4-FFF2-40B4-BE49-F238E27FC236}">
                        <a16:creationId xmlns:a16="http://schemas.microsoft.com/office/drawing/2014/main" id="{3557CA12-2E58-431B-B9CA-04E4C006BA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5" name="直線コネクタ 117124">
                    <a:extLst>
                      <a:ext uri="{FF2B5EF4-FFF2-40B4-BE49-F238E27FC236}">
                        <a16:creationId xmlns:a16="http://schemas.microsoft.com/office/drawing/2014/main" id="{A7CF43B2-6D7A-487E-AD34-D44A30DB0A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6" name="直線コネクタ 117125">
                    <a:extLst>
                      <a:ext uri="{FF2B5EF4-FFF2-40B4-BE49-F238E27FC236}">
                        <a16:creationId xmlns:a16="http://schemas.microsoft.com/office/drawing/2014/main" id="{18F4DBD2-EB58-483A-BE96-31BFE43331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7" name="直線コネクタ 117126">
                    <a:extLst>
                      <a:ext uri="{FF2B5EF4-FFF2-40B4-BE49-F238E27FC236}">
                        <a16:creationId xmlns:a16="http://schemas.microsoft.com/office/drawing/2014/main" id="{C1B3FD4F-3380-4126-882A-EBB8021F31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8" name="直線コネクタ 117127">
                    <a:extLst>
                      <a:ext uri="{FF2B5EF4-FFF2-40B4-BE49-F238E27FC236}">
                        <a16:creationId xmlns:a16="http://schemas.microsoft.com/office/drawing/2014/main" id="{472DF802-8685-48DD-B33B-3AC593F4DA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29" name="直線コネクタ 117128">
                    <a:extLst>
                      <a:ext uri="{FF2B5EF4-FFF2-40B4-BE49-F238E27FC236}">
                        <a16:creationId xmlns:a16="http://schemas.microsoft.com/office/drawing/2014/main" id="{78FF4FC3-D71E-4CC9-B0DA-39ED17DD45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0" name="直線コネクタ 117129">
                    <a:extLst>
                      <a:ext uri="{FF2B5EF4-FFF2-40B4-BE49-F238E27FC236}">
                        <a16:creationId xmlns:a16="http://schemas.microsoft.com/office/drawing/2014/main" id="{3DF60012-5555-4AE6-BE72-2E15339E61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1" name="直線コネクタ 117130">
                    <a:extLst>
                      <a:ext uri="{FF2B5EF4-FFF2-40B4-BE49-F238E27FC236}">
                        <a16:creationId xmlns:a16="http://schemas.microsoft.com/office/drawing/2014/main" id="{E8BE4EFB-EBC5-4190-AC7B-2B140660EB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2" name="直線コネクタ 117131">
                    <a:extLst>
                      <a:ext uri="{FF2B5EF4-FFF2-40B4-BE49-F238E27FC236}">
                        <a16:creationId xmlns:a16="http://schemas.microsoft.com/office/drawing/2014/main" id="{93C52F0C-0463-4693-95D5-DBC6B91A7B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3" name="直線コネクタ 117132">
                    <a:extLst>
                      <a:ext uri="{FF2B5EF4-FFF2-40B4-BE49-F238E27FC236}">
                        <a16:creationId xmlns:a16="http://schemas.microsoft.com/office/drawing/2014/main" id="{085CE295-F7B2-42A1-9D38-9CCD3DA13B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4" name="直線コネクタ 117133">
                    <a:extLst>
                      <a:ext uri="{FF2B5EF4-FFF2-40B4-BE49-F238E27FC236}">
                        <a16:creationId xmlns:a16="http://schemas.microsoft.com/office/drawing/2014/main" id="{8BD82A6E-8201-45DE-ADA1-C41153B7E2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5" name="直線コネクタ 117134">
                    <a:extLst>
                      <a:ext uri="{FF2B5EF4-FFF2-40B4-BE49-F238E27FC236}">
                        <a16:creationId xmlns:a16="http://schemas.microsoft.com/office/drawing/2014/main" id="{A2D8FB1E-B472-4988-A599-B3EFDDF84F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6" name="直線コネクタ 117135">
                    <a:extLst>
                      <a:ext uri="{FF2B5EF4-FFF2-40B4-BE49-F238E27FC236}">
                        <a16:creationId xmlns:a16="http://schemas.microsoft.com/office/drawing/2014/main" id="{7E04B38B-18FF-40B9-9332-F7C15D6F8C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7" name="直線コネクタ 117136">
                    <a:extLst>
                      <a:ext uri="{FF2B5EF4-FFF2-40B4-BE49-F238E27FC236}">
                        <a16:creationId xmlns:a16="http://schemas.microsoft.com/office/drawing/2014/main" id="{5DA90519-5E45-4063-9509-0A2D28AED5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8" name="直線コネクタ 117137">
                    <a:extLst>
                      <a:ext uri="{FF2B5EF4-FFF2-40B4-BE49-F238E27FC236}">
                        <a16:creationId xmlns:a16="http://schemas.microsoft.com/office/drawing/2014/main" id="{4C61F1B6-0A03-434B-BC7C-D2F8B2E4C2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39" name="直線コネクタ 117138">
                    <a:extLst>
                      <a:ext uri="{FF2B5EF4-FFF2-40B4-BE49-F238E27FC236}">
                        <a16:creationId xmlns:a16="http://schemas.microsoft.com/office/drawing/2014/main" id="{99655352-2E63-4D3B-8BCD-E01CAA6EAD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0" name="直線コネクタ 117139">
                    <a:extLst>
                      <a:ext uri="{FF2B5EF4-FFF2-40B4-BE49-F238E27FC236}">
                        <a16:creationId xmlns:a16="http://schemas.microsoft.com/office/drawing/2014/main" id="{B135DAB7-E0FE-4AF1-A553-5A2E41E3DE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1" name="直線コネクタ 117140">
                    <a:extLst>
                      <a:ext uri="{FF2B5EF4-FFF2-40B4-BE49-F238E27FC236}">
                        <a16:creationId xmlns:a16="http://schemas.microsoft.com/office/drawing/2014/main" id="{F4ECC661-9934-42CD-A14E-A6344BA982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2" name="直線コネクタ 117141">
                    <a:extLst>
                      <a:ext uri="{FF2B5EF4-FFF2-40B4-BE49-F238E27FC236}">
                        <a16:creationId xmlns:a16="http://schemas.microsoft.com/office/drawing/2014/main" id="{BD3B57FD-CBBE-4BC0-9E86-2DEA3A9D62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3" name="直線コネクタ 117142">
                    <a:extLst>
                      <a:ext uri="{FF2B5EF4-FFF2-40B4-BE49-F238E27FC236}">
                        <a16:creationId xmlns:a16="http://schemas.microsoft.com/office/drawing/2014/main" id="{A30B84F4-8903-41CE-9CE2-3AF660894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4" name="直線コネクタ 117143">
                    <a:extLst>
                      <a:ext uri="{FF2B5EF4-FFF2-40B4-BE49-F238E27FC236}">
                        <a16:creationId xmlns:a16="http://schemas.microsoft.com/office/drawing/2014/main" id="{D6C2CB72-2917-4E81-A6AC-3AC7532079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5" name="直線コネクタ 117144">
                    <a:extLst>
                      <a:ext uri="{FF2B5EF4-FFF2-40B4-BE49-F238E27FC236}">
                        <a16:creationId xmlns:a16="http://schemas.microsoft.com/office/drawing/2014/main" id="{46C0192E-75DC-4224-B95E-56396158BE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6" name="直線コネクタ 117145">
                    <a:extLst>
                      <a:ext uri="{FF2B5EF4-FFF2-40B4-BE49-F238E27FC236}">
                        <a16:creationId xmlns:a16="http://schemas.microsoft.com/office/drawing/2014/main" id="{1F200A03-6F57-4C4C-AD3A-11D54775AD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7" name="直線コネクタ 117146">
                    <a:extLst>
                      <a:ext uri="{FF2B5EF4-FFF2-40B4-BE49-F238E27FC236}">
                        <a16:creationId xmlns:a16="http://schemas.microsoft.com/office/drawing/2014/main" id="{E78B4400-4CB1-4156-A630-597E5E1A31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8" name="直線コネクタ 117147">
                    <a:extLst>
                      <a:ext uri="{FF2B5EF4-FFF2-40B4-BE49-F238E27FC236}">
                        <a16:creationId xmlns:a16="http://schemas.microsoft.com/office/drawing/2014/main" id="{F38E18E8-69A5-42ED-A6A4-4B1CB66478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49" name="直線コネクタ 117148">
                    <a:extLst>
                      <a:ext uri="{FF2B5EF4-FFF2-40B4-BE49-F238E27FC236}">
                        <a16:creationId xmlns:a16="http://schemas.microsoft.com/office/drawing/2014/main" id="{7FCAFFD6-B8FB-46BA-8F38-34FD07797F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0" name="直線コネクタ 117149">
                    <a:extLst>
                      <a:ext uri="{FF2B5EF4-FFF2-40B4-BE49-F238E27FC236}">
                        <a16:creationId xmlns:a16="http://schemas.microsoft.com/office/drawing/2014/main" id="{B17E8AE7-5A3B-45D3-A01B-29AB904D92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1" name="直線コネクタ 117150">
                    <a:extLst>
                      <a:ext uri="{FF2B5EF4-FFF2-40B4-BE49-F238E27FC236}">
                        <a16:creationId xmlns:a16="http://schemas.microsoft.com/office/drawing/2014/main" id="{DBE1751A-B2AC-4691-AB6D-D948DF0323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2" name="直線コネクタ 117151">
                    <a:extLst>
                      <a:ext uri="{FF2B5EF4-FFF2-40B4-BE49-F238E27FC236}">
                        <a16:creationId xmlns:a16="http://schemas.microsoft.com/office/drawing/2014/main" id="{99378599-84CC-4EFA-830C-CBAE3348AF2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3" name="直線コネクタ 117152">
                    <a:extLst>
                      <a:ext uri="{FF2B5EF4-FFF2-40B4-BE49-F238E27FC236}">
                        <a16:creationId xmlns:a16="http://schemas.microsoft.com/office/drawing/2014/main" id="{95AAD2E9-038F-4180-968E-9F7D0937349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4" name="直線コネクタ 117153">
                    <a:extLst>
                      <a:ext uri="{FF2B5EF4-FFF2-40B4-BE49-F238E27FC236}">
                        <a16:creationId xmlns:a16="http://schemas.microsoft.com/office/drawing/2014/main" id="{AE4E7472-7F14-4910-A02D-269BF0C921B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5" name="直線コネクタ 117154">
                    <a:extLst>
                      <a:ext uri="{FF2B5EF4-FFF2-40B4-BE49-F238E27FC236}">
                        <a16:creationId xmlns:a16="http://schemas.microsoft.com/office/drawing/2014/main" id="{E9B00E65-2943-4A4A-A78A-E4EF0CFD317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6" name="直線コネクタ 117155">
                    <a:extLst>
                      <a:ext uri="{FF2B5EF4-FFF2-40B4-BE49-F238E27FC236}">
                        <a16:creationId xmlns:a16="http://schemas.microsoft.com/office/drawing/2014/main" id="{A50824A3-FB97-4842-BE57-847B373D0E4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7" name="直線コネクタ 117156">
                    <a:extLst>
                      <a:ext uri="{FF2B5EF4-FFF2-40B4-BE49-F238E27FC236}">
                        <a16:creationId xmlns:a16="http://schemas.microsoft.com/office/drawing/2014/main" id="{E40D5F3B-EDE7-4DA0-ADFD-D6DC0038B5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8" name="直線コネクタ 117157">
                    <a:extLst>
                      <a:ext uri="{FF2B5EF4-FFF2-40B4-BE49-F238E27FC236}">
                        <a16:creationId xmlns:a16="http://schemas.microsoft.com/office/drawing/2014/main" id="{F098FACD-D02E-4ABD-980D-5DA8FEB94AF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59" name="直線コネクタ 117158">
                    <a:extLst>
                      <a:ext uri="{FF2B5EF4-FFF2-40B4-BE49-F238E27FC236}">
                        <a16:creationId xmlns:a16="http://schemas.microsoft.com/office/drawing/2014/main" id="{FBF5BDFF-E157-4126-AA43-1CA96D71C39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0" name="直線コネクタ 117159">
                    <a:extLst>
                      <a:ext uri="{FF2B5EF4-FFF2-40B4-BE49-F238E27FC236}">
                        <a16:creationId xmlns:a16="http://schemas.microsoft.com/office/drawing/2014/main" id="{DBE7D6E0-CD25-4868-A314-8A20300F5A5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1" name="直線コネクタ 117160">
                    <a:extLst>
                      <a:ext uri="{FF2B5EF4-FFF2-40B4-BE49-F238E27FC236}">
                        <a16:creationId xmlns:a16="http://schemas.microsoft.com/office/drawing/2014/main" id="{93F750A1-1A96-4FB8-BF70-2EDEABC019A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2" name="直線コネクタ 117161">
                    <a:extLst>
                      <a:ext uri="{FF2B5EF4-FFF2-40B4-BE49-F238E27FC236}">
                        <a16:creationId xmlns:a16="http://schemas.microsoft.com/office/drawing/2014/main" id="{C259B833-0FA0-4A09-BF40-0E9DE6ADC5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3" name="直線コネクタ 117162">
                    <a:extLst>
                      <a:ext uri="{FF2B5EF4-FFF2-40B4-BE49-F238E27FC236}">
                        <a16:creationId xmlns:a16="http://schemas.microsoft.com/office/drawing/2014/main" id="{4516EC3E-FC0F-4E3D-9156-F3E087EE10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4" name="直線コネクタ 117163">
                    <a:extLst>
                      <a:ext uri="{FF2B5EF4-FFF2-40B4-BE49-F238E27FC236}">
                        <a16:creationId xmlns:a16="http://schemas.microsoft.com/office/drawing/2014/main" id="{AD6A2A4E-4EC1-45C3-A38C-136F51F8EC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5" name="直線コネクタ 117164">
                    <a:extLst>
                      <a:ext uri="{FF2B5EF4-FFF2-40B4-BE49-F238E27FC236}">
                        <a16:creationId xmlns:a16="http://schemas.microsoft.com/office/drawing/2014/main" id="{539607B4-3D6D-4934-8426-376AA49069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6" name="直線コネクタ 117165">
                    <a:extLst>
                      <a:ext uri="{FF2B5EF4-FFF2-40B4-BE49-F238E27FC236}">
                        <a16:creationId xmlns:a16="http://schemas.microsoft.com/office/drawing/2014/main" id="{34F8E9BA-4C84-4FC7-953B-3B4F41DEE5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7" name="直線コネクタ 117166">
                    <a:extLst>
                      <a:ext uri="{FF2B5EF4-FFF2-40B4-BE49-F238E27FC236}">
                        <a16:creationId xmlns:a16="http://schemas.microsoft.com/office/drawing/2014/main" id="{FD512B26-4701-4A9F-8AE0-0D9226BF51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8" name="直線コネクタ 117167">
                    <a:extLst>
                      <a:ext uri="{FF2B5EF4-FFF2-40B4-BE49-F238E27FC236}">
                        <a16:creationId xmlns:a16="http://schemas.microsoft.com/office/drawing/2014/main" id="{19E555F5-9ABA-4AF7-B645-39D2D758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69" name="直線コネクタ 117168">
                    <a:extLst>
                      <a:ext uri="{FF2B5EF4-FFF2-40B4-BE49-F238E27FC236}">
                        <a16:creationId xmlns:a16="http://schemas.microsoft.com/office/drawing/2014/main" id="{4EE3C507-2FAF-47C5-A05D-8F08783745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0" name="直線コネクタ 117169">
                    <a:extLst>
                      <a:ext uri="{FF2B5EF4-FFF2-40B4-BE49-F238E27FC236}">
                        <a16:creationId xmlns:a16="http://schemas.microsoft.com/office/drawing/2014/main" id="{D1A47FCB-8989-48A6-BE6B-57E55EB241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1" name="直線コネクタ 117170">
                    <a:extLst>
                      <a:ext uri="{FF2B5EF4-FFF2-40B4-BE49-F238E27FC236}">
                        <a16:creationId xmlns:a16="http://schemas.microsoft.com/office/drawing/2014/main" id="{1E0A3975-A8AC-488B-A461-E6B322E600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2" name="直線コネクタ 117171">
                    <a:extLst>
                      <a:ext uri="{FF2B5EF4-FFF2-40B4-BE49-F238E27FC236}">
                        <a16:creationId xmlns:a16="http://schemas.microsoft.com/office/drawing/2014/main" id="{33AC67A9-9140-4DD9-BE03-3C3977E41D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3" name="直線コネクタ 117172">
                    <a:extLst>
                      <a:ext uri="{FF2B5EF4-FFF2-40B4-BE49-F238E27FC236}">
                        <a16:creationId xmlns:a16="http://schemas.microsoft.com/office/drawing/2014/main" id="{8C7396AE-8A7D-4A6B-BF07-345800F735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4" name="直線コネクタ 117173">
                    <a:extLst>
                      <a:ext uri="{FF2B5EF4-FFF2-40B4-BE49-F238E27FC236}">
                        <a16:creationId xmlns:a16="http://schemas.microsoft.com/office/drawing/2014/main" id="{F3B3A7B7-58B3-41D9-A554-25E6F82935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5" name="直線コネクタ 117174">
                    <a:extLst>
                      <a:ext uri="{FF2B5EF4-FFF2-40B4-BE49-F238E27FC236}">
                        <a16:creationId xmlns:a16="http://schemas.microsoft.com/office/drawing/2014/main" id="{967FD467-3D77-46D6-8D50-391A35BCF0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6" name="直線コネクタ 117175">
                    <a:extLst>
                      <a:ext uri="{FF2B5EF4-FFF2-40B4-BE49-F238E27FC236}">
                        <a16:creationId xmlns:a16="http://schemas.microsoft.com/office/drawing/2014/main" id="{8CECEBE0-B639-4C72-A4E4-6EE947BA12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7" name="直線コネクタ 117176">
                    <a:extLst>
                      <a:ext uri="{FF2B5EF4-FFF2-40B4-BE49-F238E27FC236}">
                        <a16:creationId xmlns:a16="http://schemas.microsoft.com/office/drawing/2014/main" id="{7C600F5C-8224-4C29-83B2-FCB0082CCD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8" name="直線コネクタ 117177">
                    <a:extLst>
                      <a:ext uri="{FF2B5EF4-FFF2-40B4-BE49-F238E27FC236}">
                        <a16:creationId xmlns:a16="http://schemas.microsoft.com/office/drawing/2014/main" id="{0F5D9923-E9BA-45DA-A9D2-12E38372DE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79" name="直線コネクタ 117178">
                    <a:extLst>
                      <a:ext uri="{FF2B5EF4-FFF2-40B4-BE49-F238E27FC236}">
                        <a16:creationId xmlns:a16="http://schemas.microsoft.com/office/drawing/2014/main" id="{90771808-2164-49D5-BCEE-75699B8D5B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0" name="直線コネクタ 117179">
                    <a:extLst>
                      <a:ext uri="{FF2B5EF4-FFF2-40B4-BE49-F238E27FC236}">
                        <a16:creationId xmlns:a16="http://schemas.microsoft.com/office/drawing/2014/main" id="{3DBB4D0E-C142-45E3-ABE7-F5B37E2349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1" name="直線コネクタ 117180">
                    <a:extLst>
                      <a:ext uri="{FF2B5EF4-FFF2-40B4-BE49-F238E27FC236}">
                        <a16:creationId xmlns:a16="http://schemas.microsoft.com/office/drawing/2014/main" id="{83625B4F-305F-406F-A071-DCD6B73256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2" name="直線コネクタ 117181">
                    <a:extLst>
                      <a:ext uri="{FF2B5EF4-FFF2-40B4-BE49-F238E27FC236}">
                        <a16:creationId xmlns:a16="http://schemas.microsoft.com/office/drawing/2014/main" id="{08AA72A3-51EE-4C41-8CB2-600932C901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3" name="直線コネクタ 117182">
                    <a:extLst>
                      <a:ext uri="{FF2B5EF4-FFF2-40B4-BE49-F238E27FC236}">
                        <a16:creationId xmlns:a16="http://schemas.microsoft.com/office/drawing/2014/main" id="{7BE271CD-B75E-4800-9825-6D2EEFAAEF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4" name="直線コネクタ 117183">
                    <a:extLst>
                      <a:ext uri="{FF2B5EF4-FFF2-40B4-BE49-F238E27FC236}">
                        <a16:creationId xmlns:a16="http://schemas.microsoft.com/office/drawing/2014/main" id="{6926198A-B597-42EE-9DE6-F74C505721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5" name="直線コネクタ 117184">
                    <a:extLst>
                      <a:ext uri="{FF2B5EF4-FFF2-40B4-BE49-F238E27FC236}">
                        <a16:creationId xmlns:a16="http://schemas.microsoft.com/office/drawing/2014/main" id="{5065AEF2-CC1B-4FCD-A0E6-A735DF9CA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6" name="直線コネクタ 117185">
                    <a:extLst>
                      <a:ext uri="{FF2B5EF4-FFF2-40B4-BE49-F238E27FC236}">
                        <a16:creationId xmlns:a16="http://schemas.microsoft.com/office/drawing/2014/main" id="{37062F48-33B4-43F9-92C4-E9241CD82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7" name="直線コネクタ 117186">
                    <a:extLst>
                      <a:ext uri="{FF2B5EF4-FFF2-40B4-BE49-F238E27FC236}">
                        <a16:creationId xmlns:a16="http://schemas.microsoft.com/office/drawing/2014/main" id="{F430C310-E5CF-4544-8647-22199DEA62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8" name="直線コネクタ 117187">
                    <a:extLst>
                      <a:ext uri="{FF2B5EF4-FFF2-40B4-BE49-F238E27FC236}">
                        <a16:creationId xmlns:a16="http://schemas.microsoft.com/office/drawing/2014/main" id="{A5D7260A-83E2-4CDD-B572-F480045E4B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89" name="直線コネクタ 117188">
                    <a:extLst>
                      <a:ext uri="{FF2B5EF4-FFF2-40B4-BE49-F238E27FC236}">
                        <a16:creationId xmlns:a16="http://schemas.microsoft.com/office/drawing/2014/main" id="{57C12D02-7981-4297-BB36-7083F7F306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0" name="直線コネクタ 117189">
                    <a:extLst>
                      <a:ext uri="{FF2B5EF4-FFF2-40B4-BE49-F238E27FC236}">
                        <a16:creationId xmlns:a16="http://schemas.microsoft.com/office/drawing/2014/main" id="{AB864C46-BF60-4C97-AAD6-3E4CE34D7D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1" name="直線コネクタ 117190">
                    <a:extLst>
                      <a:ext uri="{FF2B5EF4-FFF2-40B4-BE49-F238E27FC236}">
                        <a16:creationId xmlns:a16="http://schemas.microsoft.com/office/drawing/2014/main" id="{A5934806-03DC-4C01-9D2C-6943470971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2" name="直線コネクタ 117191">
                    <a:extLst>
                      <a:ext uri="{FF2B5EF4-FFF2-40B4-BE49-F238E27FC236}">
                        <a16:creationId xmlns:a16="http://schemas.microsoft.com/office/drawing/2014/main" id="{0D6DCC9F-194B-4153-9E06-79C011DC0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3" name="直線コネクタ 117192">
                    <a:extLst>
                      <a:ext uri="{FF2B5EF4-FFF2-40B4-BE49-F238E27FC236}">
                        <a16:creationId xmlns:a16="http://schemas.microsoft.com/office/drawing/2014/main" id="{5C61B926-236B-4CD6-A0F6-C829A94671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4" name="直線コネクタ 117193">
                    <a:extLst>
                      <a:ext uri="{FF2B5EF4-FFF2-40B4-BE49-F238E27FC236}">
                        <a16:creationId xmlns:a16="http://schemas.microsoft.com/office/drawing/2014/main" id="{B4411451-2691-40E9-A737-9E58002C8A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5" name="直線コネクタ 117194">
                    <a:extLst>
                      <a:ext uri="{FF2B5EF4-FFF2-40B4-BE49-F238E27FC236}">
                        <a16:creationId xmlns:a16="http://schemas.microsoft.com/office/drawing/2014/main" id="{A4A76B8D-7778-4596-93FB-269B503E3F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6" name="直線コネクタ 117195">
                    <a:extLst>
                      <a:ext uri="{FF2B5EF4-FFF2-40B4-BE49-F238E27FC236}">
                        <a16:creationId xmlns:a16="http://schemas.microsoft.com/office/drawing/2014/main" id="{DB2B484D-B4D9-4A09-9E58-71DC49EFB5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7" name="直線コネクタ 117196">
                    <a:extLst>
                      <a:ext uri="{FF2B5EF4-FFF2-40B4-BE49-F238E27FC236}">
                        <a16:creationId xmlns:a16="http://schemas.microsoft.com/office/drawing/2014/main" id="{8047BB0D-42EE-4788-9277-9BCB4DF2A3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8" name="直線コネクタ 117197">
                    <a:extLst>
                      <a:ext uri="{FF2B5EF4-FFF2-40B4-BE49-F238E27FC236}">
                        <a16:creationId xmlns:a16="http://schemas.microsoft.com/office/drawing/2014/main" id="{623D0D12-A644-4FBF-BB1B-CE350970C2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199" name="直線コネクタ 117198">
                    <a:extLst>
                      <a:ext uri="{FF2B5EF4-FFF2-40B4-BE49-F238E27FC236}">
                        <a16:creationId xmlns:a16="http://schemas.microsoft.com/office/drawing/2014/main" id="{09B804A6-393E-43EE-87F2-5A63158ABA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0" name="直線コネクタ 117199">
                    <a:extLst>
                      <a:ext uri="{FF2B5EF4-FFF2-40B4-BE49-F238E27FC236}">
                        <a16:creationId xmlns:a16="http://schemas.microsoft.com/office/drawing/2014/main" id="{7125D107-B65C-49AA-A1E8-AAA786482DB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1" name="直線コネクタ 117200">
                    <a:extLst>
                      <a:ext uri="{FF2B5EF4-FFF2-40B4-BE49-F238E27FC236}">
                        <a16:creationId xmlns:a16="http://schemas.microsoft.com/office/drawing/2014/main" id="{E5CA47F0-4CCA-4FB1-99BE-A1E485E8F5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2" name="直線コネクタ 117201">
                    <a:extLst>
                      <a:ext uri="{FF2B5EF4-FFF2-40B4-BE49-F238E27FC236}">
                        <a16:creationId xmlns:a16="http://schemas.microsoft.com/office/drawing/2014/main" id="{2E0A1101-66B4-41C7-9E61-898A46F07A2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3" name="直線コネクタ 117202">
                    <a:extLst>
                      <a:ext uri="{FF2B5EF4-FFF2-40B4-BE49-F238E27FC236}">
                        <a16:creationId xmlns:a16="http://schemas.microsoft.com/office/drawing/2014/main" id="{4C627075-7577-4613-A730-FF34DA4CD37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4" name="直線コネクタ 117203">
                    <a:extLst>
                      <a:ext uri="{FF2B5EF4-FFF2-40B4-BE49-F238E27FC236}">
                        <a16:creationId xmlns:a16="http://schemas.microsoft.com/office/drawing/2014/main" id="{2DA3DF96-62DB-48F0-B2E2-9B90F00476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5" name="直線コネクタ 117204">
                    <a:extLst>
                      <a:ext uri="{FF2B5EF4-FFF2-40B4-BE49-F238E27FC236}">
                        <a16:creationId xmlns:a16="http://schemas.microsoft.com/office/drawing/2014/main" id="{861AD236-2FAE-45F2-A1A3-81A3627E7FF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6" name="直線コネクタ 117205">
                    <a:extLst>
                      <a:ext uri="{FF2B5EF4-FFF2-40B4-BE49-F238E27FC236}">
                        <a16:creationId xmlns:a16="http://schemas.microsoft.com/office/drawing/2014/main" id="{903ED034-1925-4ECB-9950-8FD5EA08606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7" name="直線コネクタ 117206">
                    <a:extLst>
                      <a:ext uri="{FF2B5EF4-FFF2-40B4-BE49-F238E27FC236}">
                        <a16:creationId xmlns:a16="http://schemas.microsoft.com/office/drawing/2014/main" id="{3C020D98-BFB0-4201-BDE4-075941C1B67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8" name="直線コネクタ 117207">
                    <a:extLst>
                      <a:ext uri="{FF2B5EF4-FFF2-40B4-BE49-F238E27FC236}">
                        <a16:creationId xmlns:a16="http://schemas.microsoft.com/office/drawing/2014/main" id="{347BB63A-069F-4C28-AACF-FD73DFD9B1D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09" name="直線コネクタ 117208">
                    <a:extLst>
                      <a:ext uri="{FF2B5EF4-FFF2-40B4-BE49-F238E27FC236}">
                        <a16:creationId xmlns:a16="http://schemas.microsoft.com/office/drawing/2014/main" id="{5B0F1721-EA9C-47EB-AE6A-87BC42CD4BA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0" name="直線コネクタ 117209">
                    <a:extLst>
                      <a:ext uri="{FF2B5EF4-FFF2-40B4-BE49-F238E27FC236}">
                        <a16:creationId xmlns:a16="http://schemas.microsoft.com/office/drawing/2014/main" id="{72D101B8-1431-4787-9220-651E0F8D864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1" name="直線コネクタ 117210">
                    <a:extLst>
                      <a:ext uri="{FF2B5EF4-FFF2-40B4-BE49-F238E27FC236}">
                        <a16:creationId xmlns:a16="http://schemas.microsoft.com/office/drawing/2014/main" id="{4BF714A3-7ECD-4D7D-ACCE-A1021FDC39E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2" name="直線コネクタ 117211">
                    <a:extLst>
                      <a:ext uri="{FF2B5EF4-FFF2-40B4-BE49-F238E27FC236}">
                        <a16:creationId xmlns:a16="http://schemas.microsoft.com/office/drawing/2014/main" id="{946A6A89-F00B-425E-A877-10F2195F1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3" name="直線コネクタ 117212">
                    <a:extLst>
                      <a:ext uri="{FF2B5EF4-FFF2-40B4-BE49-F238E27FC236}">
                        <a16:creationId xmlns:a16="http://schemas.microsoft.com/office/drawing/2014/main" id="{D46183C3-4814-4B99-9BED-DE1B70DAEA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4" name="直線コネクタ 117213">
                    <a:extLst>
                      <a:ext uri="{FF2B5EF4-FFF2-40B4-BE49-F238E27FC236}">
                        <a16:creationId xmlns:a16="http://schemas.microsoft.com/office/drawing/2014/main" id="{61B8D239-CD78-408F-B87C-95F3D409B4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5" name="直線コネクタ 117214">
                    <a:extLst>
                      <a:ext uri="{FF2B5EF4-FFF2-40B4-BE49-F238E27FC236}">
                        <a16:creationId xmlns:a16="http://schemas.microsoft.com/office/drawing/2014/main" id="{2DAB5530-668A-4319-9BCD-4CE0EF9640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6" name="直線コネクタ 117215">
                    <a:extLst>
                      <a:ext uri="{FF2B5EF4-FFF2-40B4-BE49-F238E27FC236}">
                        <a16:creationId xmlns:a16="http://schemas.microsoft.com/office/drawing/2014/main" id="{623192EC-D3D2-456E-A4E9-CF351E4F31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7" name="直線コネクタ 117216">
                    <a:extLst>
                      <a:ext uri="{FF2B5EF4-FFF2-40B4-BE49-F238E27FC236}">
                        <a16:creationId xmlns:a16="http://schemas.microsoft.com/office/drawing/2014/main" id="{E13C42B8-56AA-4602-B363-5BFEDC4286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8" name="直線コネクタ 117217">
                    <a:extLst>
                      <a:ext uri="{FF2B5EF4-FFF2-40B4-BE49-F238E27FC236}">
                        <a16:creationId xmlns:a16="http://schemas.microsoft.com/office/drawing/2014/main" id="{3400A5AA-01A1-4747-AABD-2DD3901827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19" name="直線コネクタ 117218">
                    <a:extLst>
                      <a:ext uri="{FF2B5EF4-FFF2-40B4-BE49-F238E27FC236}">
                        <a16:creationId xmlns:a16="http://schemas.microsoft.com/office/drawing/2014/main" id="{17DD755E-822B-4839-A4D7-CE0AA862BE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0" name="直線コネクタ 117219">
                    <a:extLst>
                      <a:ext uri="{FF2B5EF4-FFF2-40B4-BE49-F238E27FC236}">
                        <a16:creationId xmlns:a16="http://schemas.microsoft.com/office/drawing/2014/main" id="{154CAD1A-D470-412E-BA85-634AACF63A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1" name="直線コネクタ 117220">
                    <a:extLst>
                      <a:ext uri="{FF2B5EF4-FFF2-40B4-BE49-F238E27FC236}">
                        <a16:creationId xmlns:a16="http://schemas.microsoft.com/office/drawing/2014/main" id="{84CBDAC4-1A65-4756-A5EF-69919499D5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2" name="直線コネクタ 117221">
                    <a:extLst>
                      <a:ext uri="{FF2B5EF4-FFF2-40B4-BE49-F238E27FC236}">
                        <a16:creationId xmlns:a16="http://schemas.microsoft.com/office/drawing/2014/main" id="{5356F62A-BDD8-415C-BD9C-982C08C031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3" name="直線コネクタ 117222">
                    <a:extLst>
                      <a:ext uri="{FF2B5EF4-FFF2-40B4-BE49-F238E27FC236}">
                        <a16:creationId xmlns:a16="http://schemas.microsoft.com/office/drawing/2014/main" id="{D31FCB43-4FD6-4FEC-A79E-DF5FDCA415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4" name="直線コネクタ 117223">
                    <a:extLst>
                      <a:ext uri="{FF2B5EF4-FFF2-40B4-BE49-F238E27FC236}">
                        <a16:creationId xmlns:a16="http://schemas.microsoft.com/office/drawing/2014/main" id="{9B0F6012-E59B-4E9B-BCE0-47A06B0E29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5" name="直線コネクタ 117224">
                    <a:extLst>
                      <a:ext uri="{FF2B5EF4-FFF2-40B4-BE49-F238E27FC236}">
                        <a16:creationId xmlns:a16="http://schemas.microsoft.com/office/drawing/2014/main" id="{91310411-1CDC-454E-99B6-78912CA694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6" name="直線コネクタ 117225">
                    <a:extLst>
                      <a:ext uri="{FF2B5EF4-FFF2-40B4-BE49-F238E27FC236}">
                        <a16:creationId xmlns:a16="http://schemas.microsoft.com/office/drawing/2014/main" id="{CB183A6B-092F-46E9-9F76-980E53429C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7" name="直線コネクタ 117226">
                    <a:extLst>
                      <a:ext uri="{FF2B5EF4-FFF2-40B4-BE49-F238E27FC236}">
                        <a16:creationId xmlns:a16="http://schemas.microsoft.com/office/drawing/2014/main" id="{3C300166-023F-44E9-9AB8-CDD0EBDB7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8" name="直線コネクタ 117227">
                    <a:extLst>
                      <a:ext uri="{FF2B5EF4-FFF2-40B4-BE49-F238E27FC236}">
                        <a16:creationId xmlns:a16="http://schemas.microsoft.com/office/drawing/2014/main" id="{F9512039-FA93-4562-A204-1D0FF2168F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29" name="直線コネクタ 117228">
                    <a:extLst>
                      <a:ext uri="{FF2B5EF4-FFF2-40B4-BE49-F238E27FC236}">
                        <a16:creationId xmlns:a16="http://schemas.microsoft.com/office/drawing/2014/main" id="{C3F1ED02-8E85-4F93-8DFB-4992B803B7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0" name="直線コネクタ 117229">
                    <a:extLst>
                      <a:ext uri="{FF2B5EF4-FFF2-40B4-BE49-F238E27FC236}">
                        <a16:creationId xmlns:a16="http://schemas.microsoft.com/office/drawing/2014/main" id="{B656523F-4B46-4A10-9FB4-1E1F00B540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1" name="直線コネクタ 117230">
                    <a:extLst>
                      <a:ext uri="{FF2B5EF4-FFF2-40B4-BE49-F238E27FC236}">
                        <a16:creationId xmlns:a16="http://schemas.microsoft.com/office/drawing/2014/main" id="{DA3214DC-E369-4E37-8634-658A98AD83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2" name="直線コネクタ 117231">
                    <a:extLst>
                      <a:ext uri="{FF2B5EF4-FFF2-40B4-BE49-F238E27FC236}">
                        <a16:creationId xmlns:a16="http://schemas.microsoft.com/office/drawing/2014/main" id="{AB09A508-1839-4260-A155-62A7E83099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3" name="直線コネクタ 117232">
                    <a:extLst>
                      <a:ext uri="{FF2B5EF4-FFF2-40B4-BE49-F238E27FC236}">
                        <a16:creationId xmlns:a16="http://schemas.microsoft.com/office/drawing/2014/main" id="{6DC93F77-D1CC-45EE-B6C9-C97146BDDE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4" name="直線コネクタ 117233">
                    <a:extLst>
                      <a:ext uri="{FF2B5EF4-FFF2-40B4-BE49-F238E27FC236}">
                        <a16:creationId xmlns:a16="http://schemas.microsoft.com/office/drawing/2014/main" id="{105C0B94-4816-4E86-9F91-7963372899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5" name="直線コネクタ 117234">
                    <a:extLst>
                      <a:ext uri="{FF2B5EF4-FFF2-40B4-BE49-F238E27FC236}">
                        <a16:creationId xmlns:a16="http://schemas.microsoft.com/office/drawing/2014/main" id="{C9098400-74DE-4E38-8033-B6FBCAF42B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6" name="直線コネクタ 117235">
                    <a:extLst>
                      <a:ext uri="{FF2B5EF4-FFF2-40B4-BE49-F238E27FC236}">
                        <a16:creationId xmlns:a16="http://schemas.microsoft.com/office/drawing/2014/main" id="{665087C2-FFDD-4CB3-84E3-9E8FFCAF68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7" name="直線コネクタ 117236">
                    <a:extLst>
                      <a:ext uri="{FF2B5EF4-FFF2-40B4-BE49-F238E27FC236}">
                        <a16:creationId xmlns:a16="http://schemas.microsoft.com/office/drawing/2014/main" id="{4C5BF93B-71E6-4E6A-84F8-D88CA4F5D7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8" name="直線コネクタ 117237">
                    <a:extLst>
                      <a:ext uri="{FF2B5EF4-FFF2-40B4-BE49-F238E27FC236}">
                        <a16:creationId xmlns:a16="http://schemas.microsoft.com/office/drawing/2014/main" id="{DD27A57A-B4D6-484C-B78A-42D73BCB16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39" name="直線コネクタ 117238">
                    <a:extLst>
                      <a:ext uri="{FF2B5EF4-FFF2-40B4-BE49-F238E27FC236}">
                        <a16:creationId xmlns:a16="http://schemas.microsoft.com/office/drawing/2014/main" id="{47EE188B-2F50-43F8-92C0-7286F41C26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0" name="直線コネクタ 117239">
                    <a:extLst>
                      <a:ext uri="{FF2B5EF4-FFF2-40B4-BE49-F238E27FC236}">
                        <a16:creationId xmlns:a16="http://schemas.microsoft.com/office/drawing/2014/main" id="{F4537CF9-E72B-4AEA-BF9B-2F8CD67550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1" name="直線コネクタ 117240">
                    <a:extLst>
                      <a:ext uri="{FF2B5EF4-FFF2-40B4-BE49-F238E27FC236}">
                        <a16:creationId xmlns:a16="http://schemas.microsoft.com/office/drawing/2014/main" id="{E71D9119-B35D-462E-B369-7F2B5956EB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2" name="直線コネクタ 117241">
                    <a:extLst>
                      <a:ext uri="{FF2B5EF4-FFF2-40B4-BE49-F238E27FC236}">
                        <a16:creationId xmlns:a16="http://schemas.microsoft.com/office/drawing/2014/main" id="{1EA4A647-E6C0-48D1-90B4-4B9DFCDB2B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3" name="直線コネクタ 117242">
                    <a:extLst>
                      <a:ext uri="{FF2B5EF4-FFF2-40B4-BE49-F238E27FC236}">
                        <a16:creationId xmlns:a16="http://schemas.microsoft.com/office/drawing/2014/main" id="{E89B0401-CD29-4EDA-9267-06BDE0C852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4" name="直線コネクタ 117243">
                    <a:extLst>
                      <a:ext uri="{FF2B5EF4-FFF2-40B4-BE49-F238E27FC236}">
                        <a16:creationId xmlns:a16="http://schemas.microsoft.com/office/drawing/2014/main" id="{B2906F13-D6AA-4D6D-A9A5-FD586C304E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5" name="直線コネクタ 117244">
                    <a:extLst>
                      <a:ext uri="{FF2B5EF4-FFF2-40B4-BE49-F238E27FC236}">
                        <a16:creationId xmlns:a16="http://schemas.microsoft.com/office/drawing/2014/main" id="{201BB686-F5FE-4AFF-93C7-500D69ABDB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6" name="直線コネクタ 117245">
                    <a:extLst>
                      <a:ext uri="{FF2B5EF4-FFF2-40B4-BE49-F238E27FC236}">
                        <a16:creationId xmlns:a16="http://schemas.microsoft.com/office/drawing/2014/main" id="{8BA68515-18FA-43A9-9606-A10654ADF2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7" name="直線コネクタ 117246">
                    <a:extLst>
                      <a:ext uri="{FF2B5EF4-FFF2-40B4-BE49-F238E27FC236}">
                        <a16:creationId xmlns:a16="http://schemas.microsoft.com/office/drawing/2014/main" id="{5E16BBE4-583C-47EB-B57A-0F2174228A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8" name="直線コネクタ 117247">
                    <a:extLst>
                      <a:ext uri="{FF2B5EF4-FFF2-40B4-BE49-F238E27FC236}">
                        <a16:creationId xmlns:a16="http://schemas.microsoft.com/office/drawing/2014/main" id="{54BAC728-09CA-4215-8FEA-FD07DBF464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49" name="直線コネクタ 117248">
                    <a:extLst>
                      <a:ext uri="{FF2B5EF4-FFF2-40B4-BE49-F238E27FC236}">
                        <a16:creationId xmlns:a16="http://schemas.microsoft.com/office/drawing/2014/main" id="{4C470CD9-D11C-41BA-98DF-44CBA2FEEA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0" name="直線コネクタ 117249">
                    <a:extLst>
                      <a:ext uri="{FF2B5EF4-FFF2-40B4-BE49-F238E27FC236}">
                        <a16:creationId xmlns:a16="http://schemas.microsoft.com/office/drawing/2014/main" id="{3AA31274-1CF4-43EF-972D-8DE2D876CD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1" name="直線コネクタ 117250">
                    <a:extLst>
                      <a:ext uri="{FF2B5EF4-FFF2-40B4-BE49-F238E27FC236}">
                        <a16:creationId xmlns:a16="http://schemas.microsoft.com/office/drawing/2014/main" id="{C32C0D82-8AE2-4B01-8BCC-B6CA0AF10D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2" name="直線コネクタ 117251">
                    <a:extLst>
                      <a:ext uri="{FF2B5EF4-FFF2-40B4-BE49-F238E27FC236}">
                        <a16:creationId xmlns:a16="http://schemas.microsoft.com/office/drawing/2014/main" id="{C174E342-4161-4D48-8BC2-83950DBDCB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3" name="直線コネクタ 117252">
                    <a:extLst>
                      <a:ext uri="{FF2B5EF4-FFF2-40B4-BE49-F238E27FC236}">
                        <a16:creationId xmlns:a16="http://schemas.microsoft.com/office/drawing/2014/main" id="{1B5797C6-031C-4397-B7BD-D7A2BCF71B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4" name="直線コネクタ 117253">
                    <a:extLst>
                      <a:ext uri="{FF2B5EF4-FFF2-40B4-BE49-F238E27FC236}">
                        <a16:creationId xmlns:a16="http://schemas.microsoft.com/office/drawing/2014/main" id="{0DC9652C-3995-42F9-A420-94270726E1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5" name="直線コネクタ 117254">
                    <a:extLst>
                      <a:ext uri="{FF2B5EF4-FFF2-40B4-BE49-F238E27FC236}">
                        <a16:creationId xmlns:a16="http://schemas.microsoft.com/office/drawing/2014/main" id="{5F6BECB4-AA60-4A7A-97C7-A20885505B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6" name="直線コネクタ 117255">
                    <a:extLst>
                      <a:ext uri="{FF2B5EF4-FFF2-40B4-BE49-F238E27FC236}">
                        <a16:creationId xmlns:a16="http://schemas.microsoft.com/office/drawing/2014/main" id="{71453E2E-F007-449D-AC84-9B0B1A6C9B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7" name="直線コネクタ 117256">
                    <a:extLst>
                      <a:ext uri="{FF2B5EF4-FFF2-40B4-BE49-F238E27FC236}">
                        <a16:creationId xmlns:a16="http://schemas.microsoft.com/office/drawing/2014/main" id="{7A9318F0-C754-4821-B93B-41866383C8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8" name="直線コネクタ 117257">
                    <a:extLst>
                      <a:ext uri="{FF2B5EF4-FFF2-40B4-BE49-F238E27FC236}">
                        <a16:creationId xmlns:a16="http://schemas.microsoft.com/office/drawing/2014/main" id="{2245847B-1B2B-4DDB-A39E-304031A33B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59" name="直線コネクタ 117258">
                    <a:extLst>
                      <a:ext uri="{FF2B5EF4-FFF2-40B4-BE49-F238E27FC236}">
                        <a16:creationId xmlns:a16="http://schemas.microsoft.com/office/drawing/2014/main" id="{62962593-DEDD-420F-B0E0-2CFA03BFC0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0" name="直線コネクタ 117259">
                    <a:extLst>
                      <a:ext uri="{FF2B5EF4-FFF2-40B4-BE49-F238E27FC236}">
                        <a16:creationId xmlns:a16="http://schemas.microsoft.com/office/drawing/2014/main" id="{5FAE04E4-4BDC-4E22-B30C-C2990B41FB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1" name="直線コネクタ 117260">
                    <a:extLst>
                      <a:ext uri="{FF2B5EF4-FFF2-40B4-BE49-F238E27FC236}">
                        <a16:creationId xmlns:a16="http://schemas.microsoft.com/office/drawing/2014/main" id="{C47C7CA9-2EAD-4496-8FEE-E41B1E99E8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2" name="直線コネクタ 117261">
                    <a:extLst>
                      <a:ext uri="{FF2B5EF4-FFF2-40B4-BE49-F238E27FC236}">
                        <a16:creationId xmlns:a16="http://schemas.microsoft.com/office/drawing/2014/main" id="{C2C13C5F-A823-4768-938E-848288CC9B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3" name="直線コネクタ 117262">
                    <a:extLst>
                      <a:ext uri="{FF2B5EF4-FFF2-40B4-BE49-F238E27FC236}">
                        <a16:creationId xmlns:a16="http://schemas.microsoft.com/office/drawing/2014/main" id="{9E290923-8C90-4CD0-8C89-0F49936A88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4" name="直線コネクタ 117263">
                    <a:extLst>
                      <a:ext uri="{FF2B5EF4-FFF2-40B4-BE49-F238E27FC236}">
                        <a16:creationId xmlns:a16="http://schemas.microsoft.com/office/drawing/2014/main" id="{AFE6E6CD-38F0-465E-84E0-B43AF8EF31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5" name="直線コネクタ 117264">
                    <a:extLst>
                      <a:ext uri="{FF2B5EF4-FFF2-40B4-BE49-F238E27FC236}">
                        <a16:creationId xmlns:a16="http://schemas.microsoft.com/office/drawing/2014/main" id="{10FE6B46-B50B-4EBA-A698-AB233C10DE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6" name="直線コネクタ 117265">
                    <a:extLst>
                      <a:ext uri="{FF2B5EF4-FFF2-40B4-BE49-F238E27FC236}">
                        <a16:creationId xmlns:a16="http://schemas.microsoft.com/office/drawing/2014/main" id="{7646A2EA-5DAD-40E8-8D21-069C63F04F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7" name="直線コネクタ 117266">
                    <a:extLst>
                      <a:ext uri="{FF2B5EF4-FFF2-40B4-BE49-F238E27FC236}">
                        <a16:creationId xmlns:a16="http://schemas.microsoft.com/office/drawing/2014/main" id="{3671C1D4-BDDF-481B-BC93-BB70AC1132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8" name="直線コネクタ 117267">
                    <a:extLst>
                      <a:ext uri="{FF2B5EF4-FFF2-40B4-BE49-F238E27FC236}">
                        <a16:creationId xmlns:a16="http://schemas.microsoft.com/office/drawing/2014/main" id="{6BD6D310-AF4E-41DB-83C9-B696960BA6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69" name="直線コネクタ 117268">
                    <a:extLst>
                      <a:ext uri="{FF2B5EF4-FFF2-40B4-BE49-F238E27FC236}">
                        <a16:creationId xmlns:a16="http://schemas.microsoft.com/office/drawing/2014/main" id="{0DBACD4D-391A-4365-9C2B-A8CDA4E8E7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70" name="直線コネクタ 117269">
                    <a:extLst>
                      <a:ext uri="{FF2B5EF4-FFF2-40B4-BE49-F238E27FC236}">
                        <a16:creationId xmlns:a16="http://schemas.microsoft.com/office/drawing/2014/main" id="{AB67D12C-94E1-4982-BD6F-CFE69982F2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71" name="直線コネクタ 117270">
                    <a:extLst>
                      <a:ext uri="{FF2B5EF4-FFF2-40B4-BE49-F238E27FC236}">
                        <a16:creationId xmlns:a16="http://schemas.microsoft.com/office/drawing/2014/main" id="{672B596E-D415-46B1-9E77-E7577DF116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72" name="直線コネクタ 117271">
                    <a:extLst>
                      <a:ext uri="{FF2B5EF4-FFF2-40B4-BE49-F238E27FC236}">
                        <a16:creationId xmlns:a16="http://schemas.microsoft.com/office/drawing/2014/main" id="{BA88BDE0-5DD2-402B-9113-CE9D0EF2B0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73" name="直線コネクタ 117272">
                    <a:extLst>
                      <a:ext uri="{FF2B5EF4-FFF2-40B4-BE49-F238E27FC236}">
                        <a16:creationId xmlns:a16="http://schemas.microsoft.com/office/drawing/2014/main" id="{A2D88580-F7EC-42C0-8C7B-FB2019EAA4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274" name="直線コネクタ 117273">
                    <a:extLst>
                      <a:ext uri="{FF2B5EF4-FFF2-40B4-BE49-F238E27FC236}">
                        <a16:creationId xmlns:a16="http://schemas.microsoft.com/office/drawing/2014/main" id="{A187E70D-4A57-41E7-BA48-AF541CC37A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7275" name="グループ化 117274">
                    <a:extLst>
                      <a:ext uri="{FF2B5EF4-FFF2-40B4-BE49-F238E27FC236}">
                        <a16:creationId xmlns:a16="http://schemas.microsoft.com/office/drawing/2014/main" id="{52ED236E-1E81-432A-BBC2-A629566648A1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451" name="直線コネクタ 117450">
                      <a:extLst>
                        <a:ext uri="{FF2B5EF4-FFF2-40B4-BE49-F238E27FC236}">
                          <a16:creationId xmlns:a16="http://schemas.microsoft.com/office/drawing/2014/main" id="{93B0B716-AF22-4D76-92BA-279AC9A05D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52" name="直線コネクタ 117451">
                      <a:extLst>
                        <a:ext uri="{FF2B5EF4-FFF2-40B4-BE49-F238E27FC236}">
                          <a16:creationId xmlns:a16="http://schemas.microsoft.com/office/drawing/2014/main" id="{8034A09A-7563-41CE-B26B-8CDAA38555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53" name="直線コネクタ 117452">
                      <a:extLst>
                        <a:ext uri="{FF2B5EF4-FFF2-40B4-BE49-F238E27FC236}">
                          <a16:creationId xmlns:a16="http://schemas.microsoft.com/office/drawing/2014/main" id="{F520056D-3AE6-4708-A0F1-CB02E93ED5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54" name="直線コネクタ 117453">
                      <a:extLst>
                        <a:ext uri="{FF2B5EF4-FFF2-40B4-BE49-F238E27FC236}">
                          <a16:creationId xmlns:a16="http://schemas.microsoft.com/office/drawing/2014/main" id="{951136AF-6377-4E6A-8078-A76B5B0B50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55" name="直線コネクタ 117454">
                      <a:extLst>
                        <a:ext uri="{FF2B5EF4-FFF2-40B4-BE49-F238E27FC236}">
                          <a16:creationId xmlns:a16="http://schemas.microsoft.com/office/drawing/2014/main" id="{5954BF85-4F2E-48B1-9EA3-EACDF2F48D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56" name="直線コネクタ 117455">
                      <a:extLst>
                        <a:ext uri="{FF2B5EF4-FFF2-40B4-BE49-F238E27FC236}">
                          <a16:creationId xmlns:a16="http://schemas.microsoft.com/office/drawing/2014/main" id="{9F694D2A-FBF4-42D8-8C36-37242FD7E6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57" name="直線コネクタ 117456">
                      <a:extLst>
                        <a:ext uri="{FF2B5EF4-FFF2-40B4-BE49-F238E27FC236}">
                          <a16:creationId xmlns:a16="http://schemas.microsoft.com/office/drawing/2014/main" id="{AD9180AC-A828-4B7B-BD6E-3FCB3BFFF6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58" name="直線コネクタ 117457">
                      <a:extLst>
                        <a:ext uri="{FF2B5EF4-FFF2-40B4-BE49-F238E27FC236}">
                          <a16:creationId xmlns:a16="http://schemas.microsoft.com/office/drawing/2014/main" id="{9CEE8547-F310-4031-AEE4-AE1C9C3318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59" name="直線コネクタ 117458">
                      <a:extLst>
                        <a:ext uri="{FF2B5EF4-FFF2-40B4-BE49-F238E27FC236}">
                          <a16:creationId xmlns:a16="http://schemas.microsoft.com/office/drawing/2014/main" id="{4DFB0083-7C56-4BEB-8A4C-D3E07278EC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0" name="直線コネクタ 117459">
                      <a:extLst>
                        <a:ext uri="{FF2B5EF4-FFF2-40B4-BE49-F238E27FC236}">
                          <a16:creationId xmlns:a16="http://schemas.microsoft.com/office/drawing/2014/main" id="{D920DD51-688D-40F0-B68C-CA344B6753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1" name="直線コネクタ 117460">
                      <a:extLst>
                        <a:ext uri="{FF2B5EF4-FFF2-40B4-BE49-F238E27FC236}">
                          <a16:creationId xmlns:a16="http://schemas.microsoft.com/office/drawing/2014/main" id="{77143B60-7E17-451D-8B5F-C363764612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2" name="直線コネクタ 117461">
                      <a:extLst>
                        <a:ext uri="{FF2B5EF4-FFF2-40B4-BE49-F238E27FC236}">
                          <a16:creationId xmlns:a16="http://schemas.microsoft.com/office/drawing/2014/main" id="{B35624C7-9030-4AFD-96F1-F29BB9BE5E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3" name="直線コネクタ 117462">
                      <a:extLst>
                        <a:ext uri="{FF2B5EF4-FFF2-40B4-BE49-F238E27FC236}">
                          <a16:creationId xmlns:a16="http://schemas.microsoft.com/office/drawing/2014/main" id="{113CF724-C0D8-48F5-834A-6B027EF750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4" name="直線コネクタ 117463">
                      <a:extLst>
                        <a:ext uri="{FF2B5EF4-FFF2-40B4-BE49-F238E27FC236}">
                          <a16:creationId xmlns:a16="http://schemas.microsoft.com/office/drawing/2014/main" id="{5663BD72-A817-4C1A-A19A-0E08A4E318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5" name="直線コネクタ 117464">
                      <a:extLst>
                        <a:ext uri="{FF2B5EF4-FFF2-40B4-BE49-F238E27FC236}">
                          <a16:creationId xmlns:a16="http://schemas.microsoft.com/office/drawing/2014/main" id="{B6AF365A-6D39-415E-AF51-A09BBD25E7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6" name="直線コネクタ 117465">
                      <a:extLst>
                        <a:ext uri="{FF2B5EF4-FFF2-40B4-BE49-F238E27FC236}">
                          <a16:creationId xmlns:a16="http://schemas.microsoft.com/office/drawing/2014/main" id="{54599AC3-87E1-493A-BEF9-A8397BC87D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7" name="直線コネクタ 117466">
                      <a:extLst>
                        <a:ext uri="{FF2B5EF4-FFF2-40B4-BE49-F238E27FC236}">
                          <a16:creationId xmlns:a16="http://schemas.microsoft.com/office/drawing/2014/main" id="{1F71C4F2-F7D8-4020-8B7F-4F7E10BF5F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8" name="直線コネクタ 117467">
                      <a:extLst>
                        <a:ext uri="{FF2B5EF4-FFF2-40B4-BE49-F238E27FC236}">
                          <a16:creationId xmlns:a16="http://schemas.microsoft.com/office/drawing/2014/main" id="{1BFF3F25-4CB9-41D4-9BDA-074CCD1603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69" name="直線コネクタ 117468">
                      <a:extLst>
                        <a:ext uri="{FF2B5EF4-FFF2-40B4-BE49-F238E27FC236}">
                          <a16:creationId xmlns:a16="http://schemas.microsoft.com/office/drawing/2014/main" id="{B232A1B2-AD0A-488A-98E0-CF85252F18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0" name="直線コネクタ 117469">
                      <a:extLst>
                        <a:ext uri="{FF2B5EF4-FFF2-40B4-BE49-F238E27FC236}">
                          <a16:creationId xmlns:a16="http://schemas.microsoft.com/office/drawing/2014/main" id="{333CC4C2-7016-4C9D-BF5B-12C48EA71D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1" name="直線コネクタ 117470">
                      <a:extLst>
                        <a:ext uri="{FF2B5EF4-FFF2-40B4-BE49-F238E27FC236}">
                          <a16:creationId xmlns:a16="http://schemas.microsoft.com/office/drawing/2014/main" id="{A09668F9-4AEC-480A-B45D-BCCFD7AEC2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2" name="直線コネクタ 117471">
                      <a:extLst>
                        <a:ext uri="{FF2B5EF4-FFF2-40B4-BE49-F238E27FC236}">
                          <a16:creationId xmlns:a16="http://schemas.microsoft.com/office/drawing/2014/main" id="{8697ACDE-82F3-4ACE-8DE8-64C4F48865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3" name="直線コネクタ 117472">
                      <a:extLst>
                        <a:ext uri="{FF2B5EF4-FFF2-40B4-BE49-F238E27FC236}">
                          <a16:creationId xmlns:a16="http://schemas.microsoft.com/office/drawing/2014/main" id="{617302B3-3770-4A67-B90A-BCC793D3A6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4" name="直線コネクタ 117473">
                      <a:extLst>
                        <a:ext uri="{FF2B5EF4-FFF2-40B4-BE49-F238E27FC236}">
                          <a16:creationId xmlns:a16="http://schemas.microsoft.com/office/drawing/2014/main" id="{F8342EB3-17F4-4841-9BD7-413EE96F0A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5" name="直線コネクタ 117474">
                      <a:extLst>
                        <a:ext uri="{FF2B5EF4-FFF2-40B4-BE49-F238E27FC236}">
                          <a16:creationId xmlns:a16="http://schemas.microsoft.com/office/drawing/2014/main" id="{D8AFC635-A242-42C7-8FFC-20FA2EBEB2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6" name="直線コネクタ 117475">
                      <a:extLst>
                        <a:ext uri="{FF2B5EF4-FFF2-40B4-BE49-F238E27FC236}">
                          <a16:creationId xmlns:a16="http://schemas.microsoft.com/office/drawing/2014/main" id="{EB318E2C-7593-490F-A17B-5E4DC93068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7" name="直線コネクタ 117476">
                      <a:extLst>
                        <a:ext uri="{FF2B5EF4-FFF2-40B4-BE49-F238E27FC236}">
                          <a16:creationId xmlns:a16="http://schemas.microsoft.com/office/drawing/2014/main" id="{A86A44E6-CCED-41E9-B3CC-D50AA9D863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8" name="直線コネクタ 117477">
                      <a:extLst>
                        <a:ext uri="{FF2B5EF4-FFF2-40B4-BE49-F238E27FC236}">
                          <a16:creationId xmlns:a16="http://schemas.microsoft.com/office/drawing/2014/main" id="{983F93D6-DEA8-4582-A20E-6E44457E60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79" name="直線コネクタ 117478">
                      <a:extLst>
                        <a:ext uri="{FF2B5EF4-FFF2-40B4-BE49-F238E27FC236}">
                          <a16:creationId xmlns:a16="http://schemas.microsoft.com/office/drawing/2014/main" id="{654C9FE5-64C6-4260-9872-172685CF17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0" name="直線コネクタ 117479">
                      <a:extLst>
                        <a:ext uri="{FF2B5EF4-FFF2-40B4-BE49-F238E27FC236}">
                          <a16:creationId xmlns:a16="http://schemas.microsoft.com/office/drawing/2014/main" id="{FE40E546-BBCF-49D9-930D-F3B07E76FC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1" name="直線コネクタ 117480">
                      <a:extLst>
                        <a:ext uri="{FF2B5EF4-FFF2-40B4-BE49-F238E27FC236}">
                          <a16:creationId xmlns:a16="http://schemas.microsoft.com/office/drawing/2014/main" id="{79FECC14-6986-4D79-97F1-5FE2FC7A3C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2" name="直線コネクタ 117481">
                      <a:extLst>
                        <a:ext uri="{FF2B5EF4-FFF2-40B4-BE49-F238E27FC236}">
                          <a16:creationId xmlns:a16="http://schemas.microsoft.com/office/drawing/2014/main" id="{7A42851E-443D-4C7A-9105-5B254A4F5D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3" name="直線コネクタ 117482">
                      <a:extLst>
                        <a:ext uri="{FF2B5EF4-FFF2-40B4-BE49-F238E27FC236}">
                          <a16:creationId xmlns:a16="http://schemas.microsoft.com/office/drawing/2014/main" id="{80C9B870-E108-4677-A1BE-2B8EFA7B87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4" name="直線コネクタ 117483">
                      <a:extLst>
                        <a:ext uri="{FF2B5EF4-FFF2-40B4-BE49-F238E27FC236}">
                          <a16:creationId xmlns:a16="http://schemas.microsoft.com/office/drawing/2014/main" id="{1CF28632-9FF1-45DD-9B6E-2930C7372C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5" name="直線コネクタ 117484">
                      <a:extLst>
                        <a:ext uri="{FF2B5EF4-FFF2-40B4-BE49-F238E27FC236}">
                          <a16:creationId xmlns:a16="http://schemas.microsoft.com/office/drawing/2014/main" id="{81B6F669-52CC-4FC9-868E-40F45E0D00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6" name="直線コネクタ 117485">
                      <a:extLst>
                        <a:ext uri="{FF2B5EF4-FFF2-40B4-BE49-F238E27FC236}">
                          <a16:creationId xmlns:a16="http://schemas.microsoft.com/office/drawing/2014/main" id="{69B3648D-F197-4235-B2F8-14B4C06B03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7" name="直線コネクタ 117486">
                      <a:extLst>
                        <a:ext uri="{FF2B5EF4-FFF2-40B4-BE49-F238E27FC236}">
                          <a16:creationId xmlns:a16="http://schemas.microsoft.com/office/drawing/2014/main" id="{D35F8C3D-3D84-4002-A10B-7E5B7E1A25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8" name="直線コネクタ 117487">
                      <a:extLst>
                        <a:ext uri="{FF2B5EF4-FFF2-40B4-BE49-F238E27FC236}">
                          <a16:creationId xmlns:a16="http://schemas.microsoft.com/office/drawing/2014/main" id="{1DB77EF7-5B41-4E60-B96E-B068E175F0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89" name="直線コネクタ 117488">
                      <a:extLst>
                        <a:ext uri="{FF2B5EF4-FFF2-40B4-BE49-F238E27FC236}">
                          <a16:creationId xmlns:a16="http://schemas.microsoft.com/office/drawing/2014/main" id="{13D40669-A759-4574-B619-CFED51A768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90" name="直線コネクタ 117489">
                      <a:extLst>
                        <a:ext uri="{FF2B5EF4-FFF2-40B4-BE49-F238E27FC236}">
                          <a16:creationId xmlns:a16="http://schemas.microsoft.com/office/drawing/2014/main" id="{5686E864-C866-4F59-BDC5-31323C5E73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91" name="直線コネクタ 117490">
                      <a:extLst>
                        <a:ext uri="{FF2B5EF4-FFF2-40B4-BE49-F238E27FC236}">
                          <a16:creationId xmlns:a16="http://schemas.microsoft.com/office/drawing/2014/main" id="{1C42694A-6A47-489D-ADA7-3F7E661325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92" name="直線コネクタ 117491">
                      <a:extLst>
                        <a:ext uri="{FF2B5EF4-FFF2-40B4-BE49-F238E27FC236}">
                          <a16:creationId xmlns:a16="http://schemas.microsoft.com/office/drawing/2014/main" id="{1395FAFE-8A16-4D65-9150-6CA956AD27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276" name="グループ化 117275">
                    <a:extLst>
                      <a:ext uri="{FF2B5EF4-FFF2-40B4-BE49-F238E27FC236}">
                        <a16:creationId xmlns:a16="http://schemas.microsoft.com/office/drawing/2014/main" id="{2BADF4E0-BD5C-4E56-8F6D-4F535FD4C5AB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7442" name="正方形/長方形 117441">
                      <a:extLst>
                        <a:ext uri="{FF2B5EF4-FFF2-40B4-BE49-F238E27FC236}">
                          <a16:creationId xmlns:a16="http://schemas.microsoft.com/office/drawing/2014/main" id="{ED315F2E-35DF-4162-B4AC-E0A6F4D304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443" name="正方形/長方形 117442">
                      <a:extLst>
                        <a:ext uri="{FF2B5EF4-FFF2-40B4-BE49-F238E27FC236}">
                          <a16:creationId xmlns:a16="http://schemas.microsoft.com/office/drawing/2014/main" id="{743D35BA-1547-4075-80BA-61D534B4CC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444" name="正方形/長方形 117443">
                      <a:extLst>
                        <a:ext uri="{FF2B5EF4-FFF2-40B4-BE49-F238E27FC236}">
                          <a16:creationId xmlns:a16="http://schemas.microsoft.com/office/drawing/2014/main" id="{E37ED92A-840A-4B33-BF90-F2E30F47EF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445" name="正方形/長方形 117444">
                      <a:extLst>
                        <a:ext uri="{FF2B5EF4-FFF2-40B4-BE49-F238E27FC236}">
                          <a16:creationId xmlns:a16="http://schemas.microsoft.com/office/drawing/2014/main" id="{EEF6D88E-FF6F-4685-8E1A-F2096DFFC7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446" name="正方形/長方形 117445">
                      <a:extLst>
                        <a:ext uri="{FF2B5EF4-FFF2-40B4-BE49-F238E27FC236}">
                          <a16:creationId xmlns:a16="http://schemas.microsoft.com/office/drawing/2014/main" id="{CFB8DA66-3F6E-4C3F-AAEA-90EE6513C4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447" name="正方形/長方形 117446">
                      <a:extLst>
                        <a:ext uri="{FF2B5EF4-FFF2-40B4-BE49-F238E27FC236}">
                          <a16:creationId xmlns:a16="http://schemas.microsoft.com/office/drawing/2014/main" id="{C789A84F-2E85-4734-8CFC-FA2DEE7582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448" name="正方形/長方形 117447">
                      <a:extLst>
                        <a:ext uri="{FF2B5EF4-FFF2-40B4-BE49-F238E27FC236}">
                          <a16:creationId xmlns:a16="http://schemas.microsoft.com/office/drawing/2014/main" id="{1FA3401C-0573-40AF-BC0C-954F5FD7B1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449" name="正方形/長方形 117448">
                      <a:extLst>
                        <a:ext uri="{FF2B5EF4-FFF2-40B4-BE49-F238E27FC236}">
                          <a16:creationId xmlns:a16="http://schemas.microsoft.com/office/drawing/2014/main" id="{0966F80A-D715-4107-AC12-4972D04E0E0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450" name="正方形/長方形 117449">
                      <a:extLst>
                        <a:ext uri="{FF2B5EF4-FFF2-40B4-BE49-F238E27FC236}">
                          <a16:creationId xmlns:a16="http://schemas.microsoft.com/office/drawing/2014/main" id="{E32AE6E3-B149-4B75-B120-E8C0782203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7277" name="グループ化 117276">
                    <a:extLst>
                      <a:ext uri="{FF2B5EF4-FFF2-40B4-BE49-F238E27FC236}">
                        <a16:creationId xmlns:a16="http://schemas.microsoft.com/office/drawing/2014/main" id="{6BBF452B-0BF8-42CA-96B0-8C4C85FBCB24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434" name="直線コネクタ 117433">
                      <a:extLst>
                        <a:ext uri="{FF2B5EF4-FFF2-40B4-BE49-F238E27FC236}">
                          <a16:creationId xmlns:a16="http://schemas.microsoft.com/office/drawing/2014/main" id="{444DB4D2-FA70-451C-A370-6D4D42D208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5" name="直線コネクタ 117434">
                      <a:extLst>
                        <a:ext uri="{FF2B5EF4-FFF2-40B4-BE49-F238E27FC236}">
                          <a16:creationId xmlns:a16="http://schemas.microsoft.com/office/drawing/2014/main" id="{52EDC204-AE53-4B13-A9C5-7F0050136D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6" name="直線コネクタ 117435">
                      <a:extLst>
                        <a:ext uri="{FF2B5EF4-FFF2-40B4-BE49-F238E27FC236}">
                          <a16:creationId xmlns:a16="http://schemas.microsoft.com/office/drawing/2014/main" id="{44C694BF-276C-4281-A801-6BF284E063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7" name="直線コネクタ 117436">
                      <a:extLst>
                        <a:ext uri="{FF2B5EF4-FFF2-40B4-BE49-F238E27FC236}">
                          <a16:creationId xmlns:a16="http://schemas.microsoft.com/office/drawing/2014/main" id="{5C227531-32D1-48FA-9426-7CDACC015C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8" name="直線コネクタ 117437">
                      <a:extLst>
                        <a:ext uri="{FF2B5EF4-FFF2-40B4-BE49-F238E27FC236}">
                          <a16:creationId xmlns:a16="http://schemas.microsoft.com/office/drawing/2014/main" id="{CDFF7076-E40D-4453-B208-131610BD27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9" name="直線コネクタ 117438">
                      <a:extLst>
                        <a:ext uri="{FF2B5EF4-FFF2-40B4-BE49-F238E27FC236}">
                          <a16:creationId xmlns:a16="http://schemas.microsoft.com/office/drawing/2014/main" id="{C2BD0166-09E0-46E8-BDAA-F5B9CB9F6D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40" name="直線コネクタ 117439">
                      <a:extLst>
                        <a:ext uri="{FF2B5EF4-FFF2-40B4-BE49-F238E27FC236}">
                          <a16:creationId xmlns:a16="http://schemas.microsoft.com/office/drawing/2014/main" id="{482746A4-82FE-4A75-8FC6-C54DD6106E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41" name="直線コネクタ 117440">
                      <a:extLst>
                        <a:ext uri="{FF2B5EF4-FFF2-40B4-BE49-F238E27FC236}">
                          <a16:creationId xmlns:a16="http://schemas.microsoft.com/office/drawing/2014/main" id="{340C84FE-894B-4938-878C-3FCC0BD026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278" name="グループ化 117277">
                    <a:extLst>
                      <a:ext uri="{FF2B5EF4-FFF2-40B4-BE49-F238E27FC236}">
                        <a16:creationId xmlns:a16="http://schemas.microsoft.com/office/drawing/2014/main" id="{35A66E75-BC44-4D7C-9A03-1C235BE3CDA1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426" name="直線コネクタ 117425">
                      <a:extLst>
                        <a:ext uri="{FF2B5EF4-FFF2-40B4-BE49-F238E27FC236}">
                          <a16:creationId xmlns:a16="http://schemas.microsoft.com/office/drawing/2014/main" id="{A9972E7B-B4B2-4BD1-8482-E494546AA9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7" name="直線コネクタ 117426">
                      <a:extLst>
                        <a:ext uri="{FF2B5EF4-FFF2-40B4-BE49-F238E27FC236}">
                          <a16:creationId xmlns:a16="http://schemas.microsoft.com/office/drawing/2014/main" id="{5B3D9466-4214-4D2D-9DF8-89D13A4437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8" name="直線コネクタ 117427">
                      <a:extLst>
                        <a:ext uri="{FF2B5EF4-FFF2-40B4-BE49-F238E27FC236}">
                          <a16:creationId xmlns:a16="http://schemas.microsoft.com/office/drawing/2014/main" id="{654650F1-7FF9-45F3-9F21-2659B25D1C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9" name="直線コネクタ 117428">
                      <a:extLst>
                        <a:ext uri="{FF2B5EF4-FFF2-40B4-BE49-F238E27FC236}">
                          <a16:creationId xmlns:a16="http://schemas.microsoft.com/office/drawing/2014/main" id="{76E32EA3-997E-4319-A2DB-FDDF0B1305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0" name="直線コネクタ 117429">
                      <a:extLst>
                        <a:ext uri="{FF2B5EF4-FFF2-40B4-BE49-F238E27FC236}">
                          <a16:creationId xmlns:a16="http://schemas.microsoft.com/office/drawing/2014/main" id="{961E17C2-330F-4FAE-8797-9CCD177EC5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1" name="直線コネクタ 117430">
                      <a:extLst>
                        <a:ext uri="{FF2B5EF4-FFF2-40B4-BE49-F238E27FC236}">
                          <a16:creationId xmlns:a16="http://schemas.microsoft.com/office/drawing/2014/main" id="{3516D6D8-0A9A-4BEF-BD92-F21FAC1598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2" name="直線コネクタ 117431">
                      <a:extLst>
                        <a:ext uri="{FF2B5EF4-FFF2-40B4-BE49-F238E27FC236}">
                          <a16:creationId xmlns:a16="http://schemas.microsoft.com/office/drawing/2014/main" id="{857B371E-66E7-4561-AC30-A8AE11A4AA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33" name="直線コネクタ 117432">
                      <a:extLst>
                        <a:ext uri="{FF2B5EF4-FFF2-40B4-BE49-F238E27FC236}">
                          <a16:creationId xmlns:a16="http://schemas.microsoft.com/office/drawing/2014/main" id="{91B34F99-6430-4CED-A85C-A59C9EDFE4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279" name="グループ化 117278">
                    <a:extLst>
                      <a:ext uri="{FF2B5EF4-FFF2-40B4-BE49-F238E27FC236}">
                        <a16:creationId xmlns:a16="http://schemas.microsoft.com/office/drawing/2014/main" id="{54CEEE2A-936D-46EC-B01D-8D433A901C2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384" name="直線コネクタ 117383">
                      <a:extLst>
                        <a:ext uri="{FF2B5EF4-FFF2-40B4-BE49-F238E27FC236}">
                          <a16:creationId xmlns:a16="http://schemas.microsoft.com/office/drawing/2014/main" id="{5A118058-EE52-468A-B643-0EB2BF59D4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5" name="直線コネクタ 117384">
                      <a:extLst>
                        <a:ext uri="{FF2B5EF4-FFF2-40B4-BE49-F238E27FC236}">
                          <a16:creationId xmlns:a16="http://schemas.microsoft.com/office/drawing/2014/main" id="{5C86C4C6-0939-4210-8B10-9B2CE42C1E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6" name="直線コネクタ 117385">
                      <a:extLst>
                        <a:ext uri="{FF2B5EF4-FFF2-40B4-BE49-F238E27FC236}">
                          <a16:creationId xmlns:a16="http://schemas.microsoft.com/office/drawing/2014/main" id="{4DB5A6C7-DA0A-4B16-8B0F-3974878BB2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7" name="直線コネクタ 117386">
                      <a:extLst>
                        <a:ext uri="{FF2B5EF4-FFF2-40B4-BE49-F238E27FC236}">
                          <a16:creationId xmlns:a16="http://schemas.microsoft.com/office/drawing/2014/main" id="{B764F7D6-0E4B-4B93-9F9F-67B327DCA8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8" name="直線コネクタ 117387">
                      <a:extLst>
                        <a:ext uri="{FF2B5EF4-FFF2-40B4-BE49-F238E27FC236}">
                          <a16:creationId xmlns:a16="http://schemas.microsoft.com/office/drawing/2014/main" id="{AE00E954-3F02-4F0A-A284-48469C8837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9" name="直線コネクタ 117388">
                      <a:extLst>
                        <a:ext uri="{FF2B5EF4-FFF2-40B4-BE49-F238E27FC236}">
                          <a16:creationId xmlns:a16="http://schemas.microsoft.com/office/drawing/2014/main" id="{ECFE4F1F-5C96-443D-8A3F-A9AE0572B6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0" name="直線コネクタ 117389">
                      <a:extLst>
                        <a:ext uri="{FF2B5EF4-FFF2-40B4-BE49-F238E27FC236}">
                          <a16:creationId xmlns:a16="http://schemas.microsoft.com/office/drawing/2014/main" id="{DAB7E3E3-AAEF-4340-B23B-33BB5A3B60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1" name="直線コネクタ 117390">
                      <a:extLst>
                        <a:ext uri="{FF2B5EF4-FFF2-40B4-BE49-F238E27FC236}">
                          <a16:creationId xmlns:a16="http://schemas.microsoft.com/office/drawing/2014/main" id="{9FAF7A06-E2E6-43FB-AB42-82A1CFF2EA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2" name="直線コネクタ 117391">
                      <a:extLst>
                        <a:ext uri="{FF2B5EF4-FFF2-40B4-BE49-F238E27FC236}">
                          <a16:creationId xmlns:a16="http://schemas.microsoft.com/office/drawing/2014/main" id="{F696BF57-B009-4991-BBE5-0ACF624C4D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3" name="直線コネクタ 117392">
                      <a:extLst>
                        <a:ext uri="{FF2B5EF4-FFF2-40B4-BE49-F238E27FC236}">
                          <a16:creationId xmlns:a16="http://schemas.microsoft.com/office/drawing/2014/main" id="{6340A7C4-8312-4DAD-A51F-B56CE06FEB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4" name="直線コネクタ 117393">
                      <a:extLst>
                        <a:ext uri="{FF2B5EF4-FFF2-40B4-BE49-F238E27FC236}">
                          <a16:creationId xmlns:a16="http://schemas.microsoft.com/office/drawing/2014/main" id="{E40A5600-5D14-44AF-B689-44D8E3F574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5" name="直線コネクタ 117394">
                      <a:extLst>
                        <a:ext uri="{FF2B5EF4-FFF2-40B4-BE49-F238E27FC236}">
                          <a16:creationId xmlns:a16="http://schemas.microsoft.com/office/drawing/2014/main" id="{491246E7-D8C9-4869-A41B-D336D1818C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6" name="直線コネクタ 117395">
                      <a:extLst>
                        <a:ext uri="{FF2B5EF4-FFF2-40B4-BE49-F238E27FC236}">
                          <a16:creationId xmlns:a16="http://schemas.microsoft.com/office/drawing/2014/main" id="{A84F39C0-9A55-4450-89FA-CBF54D2113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7" name="直線コネクタ 117396">
                      <a:extLst>
                        <a:ext uri="{FF2B5EF4-FFF2-40B4-BE49-F238E27FC236}">
                          <a16:creationId xmlns:a16="http://schemas.microsoft.com/office/drawing/2014/main" id="{0E7F0FA9-D5D6-4100-BE21-B46188BEB2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8" name="直線コネクタ 117397">
                      <a:extLst>
                        <a:ext uri="{FF2B5EF4-FFF2-40B4-BE49-F238E27FC236}">
                          <a16:creationId xmlns:a16="http://schemas.microsoft.com/office/drawing/2014/main" id="{BABECFE9-CBF5-44FE-BDE5-06E0F26708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99" name="直線コネクタ 117398">
                      <a:extLst>
                        <a:ext uri="{FF2B5EF4-FFF2-40B4-BE49-F238E27FC236}">
                          <a16:creationId xmlns:a16="http://schemas.microsoft.com/office/drawing/2014/main" id="{6F3F6246-2BAE-45EB-9FC1-D4A49A9855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0" name="直線コネクタ 117399">
                      <a:extLst>
                        <a:ext uri="{FF2B5EF4-FFF2-40B4-BE49-F238E27FC236}">
                          <a16:creationId xmlns:a16="http://schemas.microsoft.com/office/drawing/2014/main" id="{5B3082E8-B580-4639-8F8E-966FCC0712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1" name="直線コネクタ 117400">
                      <a:extLst>
                        <a:ext uri="{FF2B5EF4-FFF2-40B4-BE49-F238E27FC236}">
                          <a16:creationId xmlns:a16="http://schemas.microsoft.com/office/drawing/2014/main" id="{EF0491E0-FA89-4D4C-BB92-6B6967E0A4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2" name="直線コネクタ 117401">
                      <a:extLst>
                        <a:ext uri="{FF2B5EF4-FFF2-40B4-BE49-F238E27FC236}">
                          <a16:creationId xmlns:a16="http://schemas.microsoft.com/office/drawing/2014/main" id="{839EC927-AFDD-4EFF-90EF-84CF56A4BB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3" name="直線コネクタ 117402">
                      <a:extLst>
                        <a:ext uri="{FF2B5EF4-FFF2-40B4-BE49-F238E27FC236}">
                          <a16:creationId xmlns:a16="http://schemas.microsoft.com/office/drawing/2014/main" id="{C9A475EF-7F1E-4ABE-A30E-4F49D7AEFB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4" name="直線コネクタ 117403">
                      <a:extLst>
                        <a:ext uri="{FF2B5EF4-FFF2-40B4-BE49-F238E27FC236}">
                          <a16:creationId xmlns:a16="http://schemas.microsoft.com/office/drawing/2014/main" id="{78B28675-8F14-4C0E-B754-8C6DACA8A2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5" name="直線コネクタ 117404">
                      <a:extLst>
                        <a:ext uri="{FF2B5EF4-FFF2-40B4-BE49-F238E27FC236}">
                          <a16:creationId xmlns:a16="http://schemas.microsoft.com/office/drawing/2014/main" id="{77A30288-2A50-4F82-83BD-721C446D01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6" name="直線コネクタ 117405">
                      <a:extLst>
                        <a:ext uri="{FF2B5EF4-FFF2-40B4-BE49-F238E27FC236}">
                          <a16:creationId xmlns:a16="http://schemas.microsoft.com/office/drawing/2014/main" id="{0C808DCC-065A-4832-AD08-34666A78E0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7" name="直線コネクタ 117406">
                      <a:extLst>
                        <a:ext uri="{FF2B5EF4-FFF2-40B4-BE49-F238E27FC236}">
                          <a16:creationId xmlns:a16="http://schemas.microsoft.com/office/drawing/2014/main" id="{FD24CA95-7C80-4CBD-B0CB-380C489D01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8" name="直線コネクタ 117407">
                      <a:extLst>
                        <a:ext uri="{FF2B5EF4-FFF2-40B4-BE49-F238E27FC236}">
                          <a16:creationId xmlns:a16="http://schemas.microsoft.com/office/drawing/2014/main" id="{C3AFD2DD-E8DE-4591-B506-3803A24A0E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09" name="直線コネクタ 117408">
                      <a:extLst>
                        <a:ext uri="{FF2B5EF4-FFF2-40B4-BE49-F238E27FC236}">
                          <a16:creationId xmlns:a16="http://schemas.microsoft.com/office/drawing/2014/main" id="{723B111C-B82A-44D5-A4FA-A6543C4450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0" name="直線コネクタ 117409">
                      <a:extLst>
                        <a:ext uri="{FF2B5EF4-FFF2-40B4-BE49-F238E27FC236}">
                          <a16:creationId xmlns:a16="http://schemas.microsoft.com/office/drawing/2014/main" id="{3FBD7F51-D05E-46BF-A840-44ABF73DAC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1" name="直線コネクタ 117410">
                      <a:extLst>
                        <a:ext uri="{FF2B5EF4-FFF2-40B4-BE49-F238E27FC236}">
                          <a16:creationId xmlns:a16="http://schemas.microsoft.com/office/drawing/2014/main" id="{CD99626A-590A-489D-B2A9-3449F452EA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2" name="直線コネクタ 117411">
                      <a:extLst>
                        <a:ext uri="{FF2B5EF4-FFF2-40B4-BE49-F238E27FC236}">
                          <a16:creationId xmlns:a16="http://schemas.microsoft.com/office/drawing/2014/main" id="{A3E2C040-0461-466D-AA21-CB10DE961A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3" name="直線コネクタ 117412">
                      <a:extLst>
                        <a:ext uri="{FF2B5EF4-FFF2-40B4-BE49-F238E27FC236}">
                          <a16:creationId xmlns:a16="http://schemas.microsoft.com/office/drawing/2014/main" id="{E17CE987-4BC5-469A-8296-41AFD8907C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4" name="直線コネクタ 117413">
                      <a:extLst>
                        <a:ext uri="{FF2B5EF4-FFF2-40B4-BE49-F238E27FC236}">
                          <a16:creationId xmlns:a16="http://schemas.microsoft.com/office/drawing/2014/main" id="{8D26D1D0-E3B6-4BF2-842A-CD34F82BD3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5" name="直線コネクタ 117414">
                      <a:extLst>
                        <a:ext uri="{FF2B5EF4-FFF2-40B4-BE49-F238E27FC236}">
                          <a16:creationId xmlns:a16="http://schemas.microsoft.com/office/drawing/2014/main" id="{745C9F62-F886-4289-A45D-65E043409E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6" name="直線コネクタ 117415">
                      <a:extLst>
                        <a:ext uri="{FF2B5EF4-FFF2-40B4-BE49-F238E27FC236}">
                          <a16:creationId xmlns:a16="http://schemas.microsoft.com/office/drawing/2014/main" id="{130063AF-FC25-4707-95C4-FE7252B024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7" name="直線コネクタ 117416">
                      <a:extLst>
                        <a:ext uri="{FF2B5EF4-FFF2-40B4-BE49-F238E27FC236}">
                          <a16:creationId xmlns:a16="http://schemas.microsoft.com/office/drawing/2014/main" id="{68581FBB-26D7-46CE-917C-E86D614987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8" name="直線コネクタ 117417">
                      <a:extLst>
                        <a:ext uri="{FF2B5EF4-FFF2-40B4-BE49-F238E27FC236}">
                          <a16:creationId xmlns:a16="http://schemas.microsoft.com/office/drawing/2014/main" id="{4F916D39-BC3A-43E8-9A79-AB10AF2793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19" name="直線コネクタ 117418">
                      <a:extLst>
                        <a:ext uri="{FF2B5EF4-FFF2-40B4-BE49-F238E27FC236}">
                          <a16:creationId xmlns:a16="http://schemas.microsoft.com/office/drawing/2014/main" id="{1A87D527-D77C-43D4-919A-64B5CBFA57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0" name="直線コネクタ 117419">
                      <a:extLst>
                        <a:ext uri="{FF2B5EF4-FFF2-40B4-BE49-F238E27FC236}">
                          <a16:creationId xmlns:a16="http://schemas.microsoft.com/office/drawing/2014/main" id="{B91F58F9-D478-4F63-9E16-E746DD0417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1" name="直線コネクタ 117420">
                      <a:extLst>
                        <a:ext uri="{FF2B5EF4-FFF2-40B4-BE49-F238E27FC236}">
                          <a16:creationId xmlns:a16="http://schemas.microsoft.com/office/drawing/2014/main" id="{FDA66266-2A7F-4246-B727-1919DE9549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2" name="直線コネクタ 117421">
                      <a:extLst>
                        <a:ext uri="{FF2B5EF4-FFF2-40B4-BE49-F238E27FC236}">
                          <a16:creationId xmlns:a16="http://schemas.microsoft.com/office/drawing/2014/main" id="{C3146D43-ED10-42D8-BD7B-6F6C1D4ACB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3" name="直線コネクタ 117422">
                      <a:extLst>
                        <a:ext uri="{FF2B5EF4-FFF2-40B4-BE49-F238E27FC236}">
                          <a16:creationId xmlns:a16="http://schemas.microsoft.com/office/drawing/2014/main" id="{296769F2-2790-4B64-A007-8544891791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4" name="直線コネクタ 117423">
                      <a:extLst>
                        <a:ext uri="{FF2B5EF4-FFF2-40B4-BE49-F238E27FC236}">
                          <a16:creationId xmlns:a16="http://schemas.microsoft.com/office/drawing/2014/main" id="{3762DA84-DC73-4A2C-AA43-3B71774EF2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425" name="直線コネクタ 117424">
                      <a:extLst>
                        <a:ext uri="{FF2B5EF4-FFF2-40B4-BE49-F238E27FC236}">
                          <a16:creationId xmlns:a16="http://schemas.microsoft.com/office/drawing/2014/main" id="{FFE67AA8-AF0E-4E8E-8140-7D3EE84BDD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280" name="グループ化 117279">
                    <a:extLst>
                      <a:ext uri="{FF2B5EF4-FFF2-40B4-BE49-F238E27FC236}">
                        <a16:creationId xmlns:a16="http://schemas.microsoft.com/office/drawing/2014/main" id="{A5F464D9-133A-449F-8541-6BA5C95176F8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342" name="直線コネクタ 117341">
                      <a:extLst>
                        <a:ext uri="{FF2B5EF4-FFF2-40B4-BE49-F238E27FC236}">
                          <a16:creationId xmlns:a16="http://schemas.microsoft.com/office/drawing/2014/main" id="{30D71309-2D4E-44C8-B590-B13BFAA90F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3" name="直線コネクタ 117342">
                      <a:extLst>
                        <a:ext uri="{FF2B5EF4-FFF2-40B4-BE49-F238E27FC236}">
                          <a16:creationId xmlns:a16="http://schemas.microsoft.com/office/drawing/2014/main" id="{3496E162-3898-4B10-A630-E684A3EDE3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4" name="直線コネクタ 117343">
                      <a:extLst>
                        <a:ext uri="{FF2B5EF4-FFF2-40B4-BE49-F238E27FC236}">
                          <a16:creationId xmlns:a16="http://schemas.microsoft.com/office/drawing/2014/main" id="{D2E8A7A8-BA17-4F29-AABC-DB6796F574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5" name="直線コネクタ 117344">
                      <a:extLst>
                        <a:ext uri="{FF2B5EF4-FFF2-40B4-BE49-F238E27FC236}">
                          <a16:creationId xmlns:a16="http://schemas.microsoft.com/office/drawing/2014/main" id="{C20EE71A-0361-427B-9690-2759817C4F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6" name="直線コネクタ 117345">
                      <a:extLst>
                        <a:ext uri="{FF2B5EF4-FFF2-40B4-BE49-F238E27FC236}">
                          <a16:creationId xmlns:a16="http://schemas.microsoft.com/office/drawing/2014/main" id="{1A44DA24-3D3E-40F4-A71B-650C2739AF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7" name="直線コネクタ 117346">
                      <a:extLst>
                        <a:ext uri="{FF2B5EF4-FFF2-40B4-BE49-F238E27FC236}">
                          <a16:creationId xmlns:a16="http://schemas.microsoft.com/office/drawing/2014/main" id="{CEAEAEC7-6584-43F2-A9A1-D4331DEA4C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8" name="直線コネクタ 117347">
                      <a:extLst>
                        <a:ext uri="{FF2B5EF4-FFF2-40B4-BE49-F238E27FC236}">
                          <a16:creationId xmlns:a16="http://schemas.microsoft.com/office/drawing/2014/main" id="{FB1CFD11-F738-41C0-961B-B3E78173A5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9" name="直線コネクタ 117348">
                      <a:extLst>
                        <a:ext uri="{FF2B5EF4-FFF2-40B4-BE49-F238E27FC236}">
                          <a16:creationId xmlns:a16="http://schemas.microsoft.com/office/drawing/2014/main" id="{ED2618D2-0A62-47E8-A17C-2307BA0656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0" name="直線コネクタ 117349">
                      <a:extLst>
                        <a:ext uri="{FF2B5EF4-FFF2-40B4-BE49-F238E27FC236}">
                          <a16:creationId xmlns:a16="http://schemas.microsoft.com/office/drawing/2014/main" id="{41EB755C-893A-4697-A84E-CC58B8B2C8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1" name="直線コネクタ 117350">
                      <a:extLst>
                        <a:ext uri="{FF2B5EF4-FFF2-40B4-BE49-F238E27FC236}">
                          <a16:creationId xmlns:a16="http://schemas.microsoft.com/office/drawing/2014/main" id="{ADD61256-4EB1-4BC6-877B-07662FAD5B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2" name="直線コネクタ 117351">
                      <a:extLst>
                        <a:ext uri="{FF2B5EF4-FFF2-40B4-BE49-F238E27FC236}">
                          <a16:creationId xmlns:a16="http://schemas.microsoft.com/office/drawing/2014/main" id="{9D46D185-E723-439B-A916-BB9AFE04E9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3" name="直線コネクタ 117352">
                      <a:extLst>
                        <a:ext uri="{FF2B5EF4-FFF2-40B4-BE49-F238E27FC236}">
                          <a16:creationId xmlns:a16="http://schemas.microsoft.com/office/drawing/2014/main" id="{1D41679A-2AB5-4007-A758-CF894CABF5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4" name="直線コネクタ 117353">
                      <a:extLst>
                        <a:ext uri="{FF2B5EF4-FFF2-40B4-BE49-F238E27FC236}">
                          <a16:creationId xmlns:a16="http://schemas.microsoft.com/office/drawing/2014/main" id="{2C77F6CB-1553-442B-9A3D-7952F6BCE7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5" name="直線コネクタ 117354">
                      <a:extLst>
                        <a:ext uri="{FF2B5EF4-FFF2-40B4-BE49-F238E27FC236}">
                          <a16:creationId xmlns:a16="http://schemas.microsoft.com/office/drawing/2014/main" id="{CD7D7C47-B5A4-473A-A251-EE5F5020DC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6" name="直線コネクタ 117355">
                      <a:extLst>
                        <a:ext uri="{FF2B5EF4-FFF2-40B4-BE49-F238E27FC236}">
                          <a16:creationId xmlns:a16="http://schemas.microsoft.com/office/drawing/2014/main" id="{EA344EFB-99A7-4F97-8E98-ABE3085A38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7" name="直線コネクタ 117356">
                      <a:extLst>
                        <a:ext uri="{FF2B5EF4-FFF2-40B4-BE49-F238E27FC236}">
                          <a16:creationId xmlns:a16="http://schemas.microsoft.com/office/drawing/2014/main" id="{4356A3F9-A4CD-420F-8A54-6D5132210F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8" name="直線コネクタ 117357">
                      <a:extLst>
                        <a:ext uri="{FF2B5EF4-FFF2-40B4-BE49-F238E27FC236}">
                          <a16:creationId xmlns:a16="http://schemas.microsoft.com/office/drawing/2014/main" id="{2E10370A-4F36-4CCC-9871-D4D098B131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59" name="直線コネクタ 117358">
                      <a:extLst>
                        <a:ext uri="{FF2B5EF4-FFF2-40B4-BE49-F238E27FC236}">
                          <a16:creationId xmlns:a16="http://schemas.microsoft.com/office/drawing/2014/main" id="{069E90D3-2158-4C87-B5E1-973ED178A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0" name="直線コネクタ 117359">
                      <a:extLst>
                        <a:ext uri="{FF2B5EF4-FFF2-40B4-BE49-F238E27FC236}">
                          <a16:creationId xmlns:a16="http://schemas.microsoft.com/office/drawing/2014/main" id="{F2158F96-B1EE-49AF-A25E-AE68FAEF6A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1" name="直線コネクタ 117360">
                      <a:extLst>
                        <a:ext uri="{FF2B5EF4-FFF2-40B4-BE49-F238E27FC236}">
                          <a16:creationId xmlns:a16="http://schemas.microsoft.com/office/drawing/2014/main" id="{197C167C-09F7-46D5-8B4D-60A803A65D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2" name="直線コネクタ 117361">
                      <a:extLst>
                        <a:ext uri="{FF2B5EF4-FFF2-40B4-BE49-F238E27FC236}">
                          <a16:creationId xmlns:a16="http://schemas.microsoft.com/office/drawing/2014/main" id="{4A29679B-AD61-426B-A211-95F105BCA4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3" name="直線コネクタ 117362">
                      <a:extLst>
                        <a:ext uri="{FF2B5EF4-FFF2-40B4-BE49-F238E27FC236}">
                          <a16:creationId xmlns:a16="http://schemas.microsoft.com/office/drawing/2014/main" id="{045EA70F-DEC2-441C-9BAE-15424F9BDC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4" name="直線コネクタ 117363">
                      <a:extLst>
                        <a:ext uri="{FF2B5EF4-FFF2-40B4-BE49-F238E27FC236}">
                          <a16:creationId xmlns:a16="http://schemas.microsoft.com/office/drawing/2014/main" id="{44A7930A-D6F8-432E-B0E9-150647C3D0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5" name="直線コネクタ 117364">
                      <a:extLst>
                        <a:ext uri="{FF2B5EF4-FFF2-40B4-BE49-F238E27FC236}">
                          <a16:creationId xmlns:a16="http://schemas.microsoft.com/office/drawing/2014/main" id="{AF0E8042-E566-4AF3-9B62-BAA519A6B8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6" name="直線コネクタ 117365">
                      <a:extLst>
                        <a:ext uri="{FF2B5EF4-FFF2-40B4-BE49-F238E27FC236}">
                          <a16:creationId xmlns:a16="http://schemas.microsoft.com/office/drawing/2014/main" id="{F8ED9969-D4A1-41C3-84ED-B4E5CE142C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7" name="直線コネクタ 117366">
                      <a:extLst>
                        <a:ext uri="{FF2B5EF4-FFF2-40B4-BE49-F238E27FC236}">
                          <a16:creationId xmlns:a16="http://schemas.microsoft.com/office/drawing/2014/main" id="{CD281511-6CDB-498C-8FD4-ED587A10EF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8" name="直線コネクタ 117367">
                      <a:extLst>
                        <a:ext uri="{FF2B5EF4-FFF2-40B4-BE49-F238E27FC236}">
                          <a16:creationId xmlns:a16="http://schemas.microsoft.com/office/drawing/2014/main" id="{436C591B-8B57-4A47-B0B0-E463ABCF30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69" name="直線コネクタ 117368">
                      <a:extLst>
                        <a:ext uri="{FF2B5EF4-FFF2-40B4-BE49-F238E27FC236}">
                          <a16:creationId xmlns:a16="http://schemas.microsoft.com/office/drawing/2014/main" id="{961F7631-68D0-45EA-BD50-418AB6D244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0" name="直線コネクタ 117369">
                      <a:extLst>
                        <a:ext uri="{FF2B5EF4-FFF2-40B4-BE49-F238E27FC236}">
                          <a16:creationId xmlns:a16="http://schemas.microsoft.com/office/drawing/2014/main" id="{EA3FBF6B-F51B-4064-B23F-CE385B50DD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1" name="直線コネクタ 117370">
                      <a:extLst>
                        <a:ext uri="{FF2B5EF4-FFF2-40B4-BE49-F238E27FC236}">
                          <a16:creationId xmlns:a16="http://schemas.microsoft.com/office/drawing/2014/main" id="{042CA834-AB3D-4FDA-83F3-F1068521BA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2" name="直線コネクタ 117371">
                      <a:extLst>
                        <a:ext uri="{FF2B5EF4-FFF2-40B4-BE49-F238E27FC236}">
                          <a16:creationId xmlns:a16="http://schemas.microsoft.com/office/drawing/2014/main" id="{E28D2FB7-0FB9-4E68-9564-EB4FCB40E8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3" name="直線コネクタ 117372">
                      <a:extLst>
                        <a:ext uri="{FF2B5EF4-FFF2-40B4-BE49-F238E27FC236}">
                          <a16:creationId xmlns:a16="http://schemas.microsoft.com/office/drawing/2014/main" id="{55BF9B69-20D3-4AA2-8D08-8EA1B31C58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4" name="直線コネクタ 117373">
                      <a:extLst>
                        <a:ext uri="{FF2B5EF4-FFF2-40B4-BE49-F238E27FC236}">
                          <a16:creationId xmlns:a16="http://schemas.microsoft.com/office/drawing/2014/main" id="{115F0861-0B01-4256-86D1-7D714D4843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5" name="直線コネクタ 117374">
                      <a:extLst>
                        <a:ext uri="{FF2B5EF4-FFF2-40B4-BE49-F238E27FC236}">
                          <a16:creationId xmlns:a16="http://schemas.microsoft.com/office/drawing/2014/main" id="{8AFBBE12-757F-434A-A733-421FF15908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6" name="直線コネクタ 117375">
                      <a:extLst>
                        <a:ext uri="{FF2B5EF4-FFF2-40B4-BE49-F238E27FC236}">
                          <a16:creationId xmlns:a16="http://schemas.microsoft.com/office/drawing/2014/main" id="{7B07C5E3-9649-4436-B665-048975249B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7" name="直線コネクタ 117376">
                      <a:extLst>
                        <a:ext uri="{FF2B5EF4-FFF2-40B4-BE49-F238E27FC236}">
                          <a16:creationId xmlns:a16="http://schemas.microsoft.com/office/drawing/2014/main" id="{CB578B90-D299-4C0C-8363-BA63F74419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8" name="直線コネクタ 117377">
                      <a:extLst>
                        <a:ext uri="{FF2B5EF4-FFF2-40B4-BE49-F238E27FC236}">
                          <a16:creationId xmlns:a16="http://schemas.microsoft.com/office/drawing/2014/main" id="{FA487B12-4581-46E6-BB33-5E0AA3CC19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79" name="直線コネクタ 117378">
                      <a:extLst>
                        <a:ext uri="{FF2B5EF4-FFF2-40B4-BE49-F238E27FC236}">
                          <a16:creationId xmlns:a16="http://schemas.microsoft.com/office/drawing/2014/main" id="{FC77E7AB-B951-4110-ABAB-45CF4D1139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0" name="直線コネクタ 117379">
                      <a:extLst>
                        <a:ext uri="{FF2B5EF4-FFF2-40B4-BE49-F238E27FC236}">
                          <a16:creationId xmlns:a16="http://schemas.microsoft.com/office/drawing/2014/main" id="{E7F81959-7387-49C3-A5C2-8F47C681CD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1" name="直線コネクタ 117380">
                      <a:extLst>
                        <a:ext uri="{FF2B5EF4-FFF2-40B4-BE49-F238E27FC236}">
                          <a16:creationId xmlns:a16="http://schemas.microsoft.com/office/drawing/2014/main" id="{C680C759-3A94-40B5-936E-62A2534985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2" name="直線コネクタ 117381">
                      <a:extLst>
                        <a:ext uri="{FF2B5EF4-FFF2-40B4-BE49-F238E27FC236}">
                          <a16:creationId xmlns:a16="http://schemas.microsoft.com/office/drawing/2014/main" id="{DF100BC7-FD18-4FE6-8A24-D7918B1D56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83" name="直線コネクタ 117382">
                      <a:extLst>
                        <a:ext uri="{FF2B5EF4-FFF2-40B4-BE49-F238E27FC236}">
                          <a16:creationId xmlns:a16="http://schemas.microsoft.com/office/drawing/2014/main" id="{8A436D1E-DF8A-403B-82DE-47D99F993E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281" name="グループ化 117280">
                    <a:extLst>
                      <a:ext uri="{FF2B5EF4-FFF2-40B4-BE49-F238E27FC236}">
                        <a16:creationId xmlns:a16="http://schemas.microsoft.com/office/drawing/2014/main" id="{0D1037AA-E120-4F59-AD22-0E7FCFCF5C48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334" name="直線コネクタ 117333">
                      <a:extLst>
                        <a:ext uri="{FF2B5EF4-FFF2-40B4-BE49-F238E27FC236}">
                          <a16:creationId xmlns:a16="http://schemas.microsoft.com/office/drawing/2014/main" id="{82ADE615-E372-4117-BB84-0AF7897C40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5" name="直線コネクタ 117334">
                      <a:extLst>
                        <a:ext uri="{FF2B5EF4-FFF2-40B4-BE49-F238E27FC236}">
                          <a16:creationId xmlns:a16="http://schemas.microsoft.com/office/drawing/2014/main" id="{3EC97301-E6F1-4206-8C70-1EE2F80C0D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6" name="直線コネクタ 117335">
                      <a:extLst>
                        <a:ext uri="{FF2B5EF4-FFF2-40B4-BE49-F238E27FC236}">
                          <a16:creationId xmlns:a16="http://schemas.microsoft.com/office/drawing/2014/main" id="{BEE98DD0-BA3A-4A5A-BF0D-16612B060F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7" name="直線コネクタ 117336">
                      <a:extLst>
                        <a:ext uri="{FF2B5EF4-FFF2-40B4-BE49-F238E27FC236}">
                          <a16:creationId xmlns:a16="http://schemas.microsoft.com/office/drawing/2014/main" id="{9232FA91-7088-4443-A07C-48F5C3BCB6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8" name="直線コネクタ 117337">
                      <a:extLst>
                        <a:ext uri="{FF2B5EF4-FFF2-40B4-BE49-F238E27FC236}">
                          <a16:creationId xmlns:a16="http://schemas.microsoft.com/office/drawing/2014/main" id="{AF0790D0-6C37-4CD1-9413-33536B8014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9" name="直線コネクタ 117338">
                      <a:extLst>
                        <a:ext uri="{FF2B5EF4-FFF2-40B4-BE49-F238E27FC236}">
                          <a16:creationId xmlns:a16="http://schemas.microsoft.com/office/drawing/2014/main" id="{5B15E829-F503-4CA3-A59A-14B5013222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0" name="直線コネクタ 117339">
                      <a:extLst>
                        <a:ext uri="{FF2B5EF4-FFF2-40B4-BE49-F238E27FC236}">
                          <a16:creationId xmlns:a16="http://schemas.microsoft.com/office/drawing/2014/main" id="{ECDA5CE7-17BF-4E02-8985-84E4288250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41" name="直線コネクタ 117340">
                      <a:extLst>
                        <a:ext uri="{FF2B5EF4-FFF2-40B4-BE49-F238E27FC236}">
                          <a16:creationId xmlns:a16="http://schemas.microsoft.com/office/drawing/2014/main" id="{2E25D3D2-3EBB-4040-BDBD-AD450D5097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282" name="グループ化 117281">
                    <a:extLst>
                      <a:ext uri="{FF2B5EF4-FFF2-40B4-BE49-F238E27FC236}">
                        <a16:creationId xmlns:a16="http://schemas.microsoft.com/office/drawing/2014/main" id="{376A3141-22EF-4ACF-A74B-953219EBC3EC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326" name="直線コネクタ 117325">
                      <a:extLst>
                        <a:ext uri="{FF2B5EF4-FFF2-40B4-BE49-F238E27FC236}">
                          <a16:creationId xmlns:a16="http://schemas.microsoft.com/office/drawing/2014/main" id="{646A6649-0CA8-4D57-B3F0-B79900B828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7" name="直線コネクタ 117326">
                      <a:extLst>
                        <a:ext uri="{FF2B5EF4-FFF2-40B4-BE49-F238E27FC236}">
                          <a16:creationId xmlns:a16="http://schemas.microsoft.com/office/drawing/2014/main" id="{E2D63A1B-E40C-4CF5-88D7-821FE530A1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8" name="直線コネクタ 117327">
                      <a:extLst>
                        <a:ext uri="{FF2B5EF4-FFF2-40B4-BE49-F238E27FC236}">
                          <a16:creationId xmlns:a16="http://schemas.microsoft.com/office/drawing/2014/main" id="{E4F567BB-1FB7-4AAE-B898-C8F220D297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9" name="直線コネクタ 117328">
                      <a:extLst>
                        <a:ext uri="{FF2B5EF4-FFF2-40B4-BE49-F238E27FC236}">
                          <a16:creationId xmlns:a16="http://schemas.microsoft.com/office/drawing/2014/main" id="{AF74FC32-2DD1-464F-A3D0-7C2D1CA189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0" name="直線コネクタ 117329">
                      <a:extLst>
                        <a:ext uri="{FF2B5EF4-FFF2-40B4-BE49-F238E27FC236}">
                          <a16:creationId xmlns:a16="http://schemas.microsoft.com/office/drawing/2014/main" id="{282FB4DC-5B01-4C9C-924D-C69622B353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1" name="直線コネクタ 117330">
                      <a:extLst>
                        <a:ext uri="{FF2B5EF4-FFF2-40B4-BE49-F238E27FC236}">
                          <a16:creationId xmlns:a16="http://schemas.microsoft.com/office/drawing/2014/main" id="{9DDEE0CB-12FE-482D-82BA-DC032F8BB7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2" name="直線コネクタ 117331">
                      <a:extLst>
                        <a:ext uri="{FF2B5EF4-FFF2-40B4-BE49-F238E27FC236}">
                          <a16:creationId xmlns:a16="http://schemas.microsoft.com/office/drawing/2014/main" id="{D63D5EE1-7173-431B-B0F3-ABA44CFEB7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33" name="直線コネクタ 117332">
                      <a:extLst>
                        <a:ext uri="{FF2B5EF4-FFF2-40B4-BE49-F238E27FC236}">
                          <a16:creationId xmlns:a16="http://schemas.microsoft.com/office/drawing/2014/main" id="{ED7DBACC-C2FC-405D-A9FA-127421B3FF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7283" name="グループ化 117282">
                    <a:extLst>
                      <a:ext uri="{FF2B5EF4-FFF2-40B4-BE49-F238E27FC236}">
                        <a16:creationId xmlns:a16="http://schemas.microsoft.com/office/drawing/2014/main" id="{9D5A2C2D-072A-4EF8-AB54-6B8538D8877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284" name="直線コネクタ 117283">
                      <a:extLst>
                        <a:ext uri="{FF2B5EF4-FFF2-40B4-BE49-F238E27FC236}">
                          <a16:creationId xmlns:a16="http://schemas.microsoft.com/office/drawing/2014/main" id="{5C7B58C1-7FC9-402B-BF47-D372EE0154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85" name="直線コネクタ 117284">
                      <a:extLst>
                        <a:ext uri="{FF2B5EF4-FFF2-40B4-BE49-F238E27FC236}">
                          <a16:creationId xmlns:a16="http://schemas.microsoft.com/office/drawing/2014/main" id="{A2D40760-EB45-4092-B257-1F8B051059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86" name="直線コネクタ 117285">
                      <a:extLst>
                        <a:ext uri="{FF2B5EF4-FFF2-40B4-BE49-F238E27FC236}">
                          <a16:creationId xmlns:a16="http://schemas.microsoft.com/office/drawing/2014/main" id="{0E8DCCA7-DDEE-4D36-B3FA-BD3CEBC0F0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87" name="直線コネクタ 117286">
                      <a:extLst>
                        <a:ext uri="{FF2B5EF4-FFF2-40B4-BE49-F238E27FC236}">
                          <a16:creationId xmlns:a16="http://schemas.microsoft.com/office/drawing/2014/main" id="{9100184D-B15A-49CE-876B-04D87ACAB4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88" name="直線コネクタ 117287">
                      <a:extLst>
                        <a:ext uri="{FF2B5EF4-FFF2-40B4-BE49-F238E27FC236}">
                          <a16:creationId xmlns:a16="http://schemas.microsoft.com/office/drawing/2014/main" id="{9BB311C4-88AC-4104-AAD0-CAA6CCA248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89" name="直線コネクタ 117288">
                      <a:extLst>
                        <a:ext uri="{FF2B5EF4-FFF2-40B4-BE49-F238E27FC236}">
                          <a16:creationId xmlns:a16="http://schemas.microsoft.com/office/drawing/2014/main" id="{AFBB81AB-9F3C-423A-9945-D884F6EA3D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0" name="直線コネクタ 117289">
                      <a:extLst>
                        <a:ext uri="{FF2B5EF4-FFF2-40B4-BE49-F238E27FC236}">
                          <a16:creationId xmlns:a16="http://schemas.microsoft.com/office/drawing/2014/main" id="{F4959458-1049-409B-8809-0998A314BD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1" name="直線コネクタ 117290">
                      <a:extLst>
                        <a:ext uri="{FF2B5EF4-FFF2-40B4-BE49-F238E27FC236}">
                          <a16:creationId xmlns:a16="http://schemas.microsoft.com/office/drawing/2014/main" id="{C838703F-6C0D-4A07-88A1-6EAC03F009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2" name="直線コネクタ 117291">
                      <a:extLst>
                        <a:ext uri="{FF2B5EF4-FFF2-40B4-BE49-F238E27FC236}">
                          <a16:creationId xmlns:a16="http://schemas.microsoft.com/office/drawing/2014/main" id="{24D3AC97-9545-4B64-8C02-B57496431B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3" name="直線コネクタ 117292">
                      <a:extLst>
                        <a:ext uri="{FF2B5EF4-FFF2-40B4-BE49-F238E27FC236}">
                          <a16:creationId xmlns:a16="http://schemas.microsoft.com/office/drawing/2014/main" id="{E5B977EF-6140-45C5-8661-838DF50335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4" name="直線コネクタ 117293">
                      <a:extLst>
                        <a:ext uri="{FF2B5EF4-FFF2-40B4-BE49-F238E27FC236}">
                          <a16:creationId xmlns:a16="http://schemas.microsoft.com/office/drawing/2014/main" id="{1B429C9B-159C-4F9C-93AB-8FF4BEE20C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5" name="直線コネクタ 117294">
                      <a:extLst>
                        <a:ext uri="{FF2B5EF4-FFF2-40B4-BE49-F238E27FC236}">
                          <a16:creationId xmlns:a16="http://schemas.microsoft.com/office/drawing/2014/main" id="{DA32334F-6456-4ABE-AECE-C4FEF57358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6" name="直線コネクタ 117295">
                      <a:extLst>
                        <a:ext uri="{FF2B5EF4-FFF2-40B4-BE49-F238E27FC236}">
                          <a16:creationId xmlns:a16="http://schemas.microsoft.com/office/drawing/2014/main" id="{AB590779-2787-451B-9B75-C6E4BEB8E5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7" name="直線コネクタ 117296">
                      <a:extLst>
                        <a:ext uri="{FF2B5EF4-FFF2-40B4-BE49-F238E27FC236}">
                          <a16:creationId xmlns:a16="http://schemas.microsoft.com/office/drawing/2014/main" id="{00F3AC0E-FB98-451C-AE82-8DC96254F6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8" name="直線コネクタ 117297">
                      <a:extLst>
                        <a:ext uri="{FF2B5EF4-FFF2-40B4-BE49-F238E27FC236}">
                          <a16:creationId xmlns:a16="http://schemas.microsoft.com/office/drawing/2014/main" id="{AC006BFC-BA50-4F30-9883-0A265D5214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299" name="直線コネクタ 117298">
                      <a:extLst>
                        <a:ext uri="{FF2B5EF4-FFF2-40B4-BE49-F238E27FC236}">
                          <a16:creationId xmlns:a16="http://schemas.microsoft.com/office/drawing/2014/main" id="{F667AB91-CA2E-4C70-AB1A-56F94681EF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0" name="直線コネクタ 117299">
                      <a:extLst>
                        <a:ext uri="{FF2B5EF4-FFF2-40B4-BE49-F238E27FC236}">
                          <a16:creationId xmlns:a16="http://schemas.microsoft.com/office/drawing/2014/main" id="{13F43B23-71AB-4E65-80DB-031D94D1F2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1" name="直線コネクタ 117300">
                      <a:extLst>
                        <a:ext uri="{FF2B5EF4-FFF2-40B4-BE49-F238E27FC236}">
                          <a16:creationId xmlns:a16="http://schemas.microsoft.com/office/drawing/2014/main" id="{BE2D3DA0-CDBF-45C1-B77F-8223A8B375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2" name="直線コネクタ 117301">
                      <a:extLst>
                        <a:ext uri="{FF2B5EF4-FFF2-40B4-BE49-F238E27FC236}">
                          <a16:creationId xmlns:a16="http://schemas.microsoft.com/office/drawing/2014/main" id="{B970284E-AB04-42EB-BDDA-B7AD0A2DCC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3" name="直線コネクタ 117302">
                      <a:extLst>
                        <a:ext uri="{FF2B5EF4-FFF2-40B4-BE49-F238E27FC236}">
                          <a16:creationId xmlns:a16="http://schemas.microsoft.com/office/drawing/2014/main" id="{45856C93-4C21-4590-8C7D-DA38ED61A7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4" name="直線コネクタ 117303">
                      <a:extLst>
                        <a:ext uri="{FF2B5EF4-FFF2-40B4-BE49-F238E27FC236}">
                          <a16:creationId xmlns:a16="http://schemas.microsoft.com/office/drawing/2014/main" id="{629FC075-C26C-440E-B225-0DBC922E3E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5" name="直線コネクタ 117304">
                      <a:extLst>
                        <a:ext uri="{FF2B5EF4-FFF2-40B4-BE49-F238E27FC236}">
                          <a16:creationId xmlns:a16="http://schemas.microsoft.com/office/drawing/2014/main" id="{FB7A1EB0-6796-47CE-A065-5BB989C4E9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6" name="直線コネクタ 117305">
                      <a:extLst>
                        <a:ext uri="{FF2B5EF4-FFF2-40B4-BE49-F238E27FC236}">
                          <a16:creationId xmlns:a16="http://schemas.microsoft.com/office/drawing/2014/main" id="{CCB3D2BD-BAF6-4EEC-A67D-6D91D30B02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7" name="直線コネクタ 117306">
                      <a:extLst>
                        <a:ext uri="{FF2B5EF4-FFF2-40B4-BE49-F238E27FC236}">
                          <a16:creationId xmlns:a16="http://schemas.microsoft.com/office/drawing/2014/main" id="{671E772C-6E8F-473E-8DC1-44BC90B10A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8" name="直線コネクタ 117307">
                      <a:extLst>
                        <a:ext uri="{FF2B5EF4-FFF2-40B4-BE49-F238E27FC236}">
                          <a16:creationId xmlns:a16="http://schemas.microsoft.com/office/drawing/2014/main" id="{DD4D469D-967C-4EE4-9638-D148573C37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09" name="直線コネクタ 117308">
                      <a:extLst>
                        <a:ext uri="{FF2B5EF4-FFF2-40B4-BE49-F238E27FC236}">
                          <a16:creationId xmlns:a16="http://schemas.microsoft.com/office/drawing/2014/main" id="{CC4DEC6D-6056-4EE8-9FEC-AB348E2E86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0" name="直線コネクタ 117309">
                      <a:extLst>
                        <a:ext uri="{FF2B5EF4-FFF2-40B4-BE49-F238E27FC236}">
                          <a16:creationId xmlns:a16="http://schemas.microsoft.com/office/drawing/2014/main" id="{311E9874-9079-4473-8070-E3086E0D80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1" name="直線コネクタ 117310">
                      <a:extLst>
                        <a:ext uri="{FF2B5EF4-FFF2-40B4-BE49-F238E27FC236}">
                          <a16:creationId xmlns:a16="http://schemas.microsoft.com/office/drawing/2014/main" id="{31E16791-CA19-4EA8-8D8B-3805527AA7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2" name="直線コネクタ 117311">
                      <a:extLst>
                        <a:ext uri="{FF2B5EF4-FFF2-40B4-BE49-F238E27FC236}">
                          <a16:creationId xmlns:a16="http://schemas.microsoft.com/office/drawing/2014/main" id="{0722E091-E3F8-4DA6-8648-10AC484CF0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3" name="直線コネクタ 117312">
                      <a:extLst>
                        <a:ext uri="{FF2B5EF4-FFF2-40B4-BE49-F238E27FC236}">
                          <a16:creationId xmlns:a16="http://schemas.microsoft.com/office/drawing/2014/main" id="{1E81F138-B69C-4AAF-9B35-61134B8C18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4" name="直線コネクタ 117313">
                      <a:extLst>
                        <a:ext uri="{FF2B5EF4-FFF2-40B4-BE49-F238E27FC236}">
                          <a16:creationId xmlns:a16="http://schemas.microsoft.com/office/drawing/2014/main" id="{196993E6-60F4-4EAC-982F-3FA7B834C8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5" name="直線コネクタ 117314">
                      <a:extLst>
                        <a:ext uri="{FF2B5EF4-FFF2-40B4-BE49-F238E27FC236}">
                          <a16:creationId xmlns:a16="http://schemas.microsoft.com/office/drawing/2014/main" id="{179AF43B-38FC-40C4-A509-2B94A757B4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6" name="直線コネクタ 117315">
                      <a:extLst>
                        <a:ext uri="{FF2B5EF4-FFF2-40B4-BE49-F238E27FC236}">
                          <a16:creationId xmlns:a16="http://schemas.microsoft.com/office/drawing/2014/main" id="{FEE5040E-FCFD-4843-A7D4-880B63A7AD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7" name="直線コネクタ 117316">
                      <a:extLst>
                        <a:ext uri="{FF2B5EF4-FFF2-40B4-BE49-F238E27FC236}">
                          <a16:creationId xmlns:a16="http://schemas.microsoft.com/office/drawing/2014/main" id="{C9DEBD54-D0E2-42AD-AF98-807FE61BC3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8" name="直線コネクタ 117317">
                      <a:extLst>
                        <a:ext uri="{FF2B5EF4-FFF2-40B4-BE49-F238E27FC236}">
                          <a16:creationId xmlns:a16="http://schemas.microsoft.com/office/drawing/2014/main" id="{ED455B5C-16E3-4EEC-931F-1A84C8A218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19" name="直線コネクタ 117318">
                      <a:extLst>
                        <a:ext uri="{FF2B5EF4-FFF2-40B4-BE49-F238E27FC236}">
                          <a16:creationId xmlns:a16="http://schemas.microsoft.com/office/drawing/2014/main" id="{EB837EC2-D39E-40DE-B148-ADD65F5DC7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0" name="直線コネクタ 117319">
                      <a:extLst>
                        <a:ext uri="{FF2B5EF4-FFF2-40B4-BE49-F238E27FC236}">
                          <a16:creationId xmlns:a16="http://schemas.microsoft.com/office/drawing/2014/main" id="{54E16991-06C4-4B94-BF82-296FBCF562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1" name="直線コネクタ 117320">
                      <a:extLst>
                        <a:ext uri="{FF2B5EF4-FFF2-40B4-BE49-F238E27FC236}">
                          <a16:creationId xmlns:a16="http://schemas.microsoft.com/office/drawing/2014/main" id="{0E735D10-AC1C-4AB9-926F-04250F4D5A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2" name="直線コネクタ 117321">
                      <a:extLst>
                        <a:ext uri="{FF2B5EF4-FFF2-40B4-BE49-F238E27FC236}">
                          <a16:creationId xmlns:a16="http://schemas.microsoft.com/office/drawing/2014/main" id="{1A2B2E85-65A4-47E1-8DFE-517614BCB5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3" name="直線コネクタ 117322">
                      <a:extLst>
                        <a:ext uri="{FF2B5EF4-FFF2-40B4-BE49-F238E27FC236}">
                          <a16:creationId xmlns:a16="http://schemas.microsoft.com/office/drawing/2014/main" id="{6AC9D318-ADB8-43A6-AB91-0980103FDE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4" name="直線コネクタ 117323">
                      <a:extLst>
                        <a:ext uri="{FF2B5EF4-FFF2-40B4-BE49-F238E27FC236}">
                          <a16:creationId xmlns:a16="http://schemas.microsoft.com/office/drawing/2014/main" id="{FFAD4D6A-6246-423F-B37F-C61F8B07EF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325" name="直線コネクタ 117324">
                      <a:extLst>
                        <a:ext uri="{FF2B5EF4-FFF2-40B4-BE49-F238E27FC236}">
                          <a16:creationId xmlns:a16="http://schemas.microsoft.com/office/drawing/2014/main" id="{93EC7164-FBBB-4EF7-AA5F-CDE25DC136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44" name="グループ化 113643">
                  <a:extLst>
                    <a:ext uri="{FF2B5EF4-FFF2-40B4-BE49-F238E27FC236}">
                      <a16:creationId xmlns:a16="http://schemas.microsoft.com/office/drawing/2014/main" id="{84A0B79C-BCE6-4EAD-9E09-E39EFDD7FCD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137228" y="5137081"/>
                  <a:ext cx="525307" cy="525600"/>
                  <a:chOff x="4287481" y="4286224"/>
                  <a:chExt cx="2227978" cy="2229219"/>
                </a:xfrm>
              </p:grpSpPr>
              <p:cxnSp>
                <p:nvCxnSpPr>
                  <p:cNvPr id="116725" name="直線コネクタ 116724">
                    <a:extLst>
                      <a:ext uri="{FF2B5EF4-FFF2-40B4-BE49-F238E27FC236}">
                        <a16:creationId xmlns:a16="http://schemas.microsoft.com/office/drawing/2014/main" id="{3E968EE8-57C6-4D47-9B27-7268C5071C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26" name="直線コネクタ 116725">
                    <a:extLst>
                      <a:ext uri="{FF2B5EF4-FFF2-40B4-BE49-F238E27FC236}">
                        <a16:creationId xmlns:a16="http://schemas.microsoft.com/office/drawing/2014/main" id="{23F594C3-08F9-403E-A8BC-B45A26814D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27" name="直線コネクタ 116726">
                    <a:extLst>
                      <a:ext uri="{FF2B5EF4-FFF2-40B4-BE49-F238E27FC236}">
                        <a16:creationId xmlns:a16="http://schemas.microsoft.com/office/drawing/2014/main" id="{E422A108-365F-4DC1-9D12-90F34943AC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28" name="直線コネクタ 116727">
                    <a:extLst>
                      <a:ext uri="{FF2B5EF4-FFF2-40B4-BE49-F238E27FC236}">
                        <a16:creationId xmlns:a16="http://schemas.microsoft.com/office/drawing/2014/main" id="{3957BA81-3635-44C3-9859-DE1E358089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29" name="直線コネクタ 116728">
                    <a:extLst>
                      <a:ext uri="{FF2B5EF4-FFF2-40B4-BE49-F238E27FC236}">
                        <a16:creationId xmlns:a16="http://schemas.microsoft.com/office/drawing/2014/main" id="{A51C773B-AB54-4252-B4FA-5468A04208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0" name="直線コネクタ 116729">
                    <a:extLst>
                      <a:ext uri="{FF2B5EF4-FFF2-40B4-BE49-F238E27FC236}">
                        <a16:creationId xmlns:a16="http://schemas.microsoft.com/office/drawing/2014/main" id="{79B6D145-B4D1-4E9D-9551-92EF6D9BD7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1" name="直線コネクタ 116730">
                    <a:extLst>
                      <a:ext uri="{FF2B5EF4-FFF2-40B4-BE49-F238E27FC236}">
                        <a16:creationId xmlns:a16="http://schemas.microsoft.com/office/drawing/2014/main" id="{D6511C76-2558-4137-9577-6C5AE093D1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2" name="直線コネクタ 116731">
                    <a:extLst>
                      <a:ext uri="{FF2B5EF4-FFF2-40B4-BE49-F238E27FC236}">
                        <a16:creationId xmlns:a16="http://schemas.microsoft.com/office/drawing/2014/main" id="{D4E19308-8317-4A73-B9C3-3C4F4F28D2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3" name="直線コネクタ 116732">
                    <a:extLst>
                      <a:ext uri="{FF2B5EF4-FFF2-40B4-BE49-F238E27FC236}">
                        <a16:creationId xmlns:a16="http://schemas.microsoft.com/office/drawing/2014/main" id="{907E291C-1214-44AC-B8C5-90B723DBA4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4" name="直線コネクタ 116733">
                    <a:extLst>
                      <a:ext uri="{FF2B5EF4-FFF2-40B4-BE49-F238E27FC236}">
                        <a16:creationId xmlns:a16="http://schemas.microsoft.com/office/drawing/2014/main" id="{A4BC8110-C3F0-4509-A0BE-5D0A0FACE4E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5" name="直線コネクタ 116734">
                    <a:extLst>
                      <a:ext uri="{FF2B5EF4-FFF2-40B4-BE49-F238E27FC236}">
                        <a16:creationId xmlns:a16="http://schemas.microsoft.com/office/drawing/2014/main" id="{C06C53E3-66E1-4AFF-A13B-5C729261250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6" name="直線コネクタ 116735">
                    <a:extLst>
                      <a:ext uri="{FF2B5EF4-FFF2-40B4-BE49-F238E27FC236}">
                        <a16:creationId xmlns:a16="http://schemas.microsoft.com/office/drawing/2014/main" id="{A54786EC-0BAD-43F1-B9F1-17F238513D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7" name="直線コネクタ 116736">
                    <a:extLst>
                      <a:ext uri="{FF2B5EF4-FFF2-40B4-BE49-F238E27FC236}">
                        <a16:creationId xmlns:a16="http://schemas.microsoft.com/office/drawing/2014/main" id="{1A8C8695-2DD3-4AEB-A39E-96405B1C37C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8" name="直線コネクタ 116737">
                    <a:extLst>
                      <a:ext uri="{FF2B5EF4-FFF2-40B4-BE49-F238E27FC236}">
                        <a16:creationId xmlns:a16="http://schemas.microsoft.com/office/drawing/2014/main" id="{AA264F41-57AB-44C1-A619-E2A23EAF08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39" name="直線コネクタ 116738">
                    <a:extLst>
                      <a:ext uri="{FF2B5EF4-FFF2-40B4-BE49-F238E27FC236}">
                        <a16:creationId xmlns:a16="http://schemas.microsoft.com/office/drawing/2014/main" id="{8136BF7A-CA3C-4BA7-8DD0-415DE3FD04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0" name="直線コネクタ 116739">
                    <a:extLst>
                      <a:ext uri="{FF2B5EF4-FFF2-40B4-BE49-F238E27FC236}">
                        <a16:creationId xmlns:a16="http://schemas.microsoft.com/office/drawing/2014/main" id="{6738B386-F2BE-43ED-A60C-59CE71B8F7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1" name="直線コネクタ 116740">
                    <a:extLst>
                      <a:ext uri="{FF2B5EF4-FFF2-40B4-BE49-F238E27FC236}">
                        <a16:creationId xmlns:a16="http://schemas.microsoft.com/office/drawing/2014/main" id="{D4A7DAE8-B6D7-402D-B693-9F9A06D463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2" name="直線コネクタ 116741">
                    <a:extLst>
                      <a:ext uri="{FF2B5EF4-FFF2-40B4-BE49-F238E27FC236}">
                        <a16:creationId xmlns:a16="http://schemas.microsoft.com/office/drawing/2014/main" id="{6F736D6E-C1A1-4C13-BC29-10D3C12B91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3" name="直線コネクタ 116742">
                    <a:extLst>
                      <a:ext uri="{FF2B5EF4-FFF2-40B4-BE49-F238E27FC236}">
                        <a16:creationId xmlns:a16="http://schemas.microsoft.com/office/drawing/2014/main" id="{0A3D5836-9D1E-4C60-96F2-FB414ABEAF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4" name="直線コネクタ 116743">
                    <a:extLst>
                      <a:ext uri="{FF2B5EF4-FFF2-40B4-BE49-F238E27FC236}">
                        <a16:creationId xmlns:a16="http://schemas.microsoft.com/office/drawing/2014/main" id="{35803C3E-FC03-4BA5-9A0D-1905AB630F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5" name="直線コネクタ 116744">
                    <a:extLst>
                      <a:ext uri="{FF2B5EF4-FFF2-40B4-BE49-F238E27FC236}">
                        <a16:creationId xmlns:a16="http://schemas.microsoft.com/office/drawing/2014/main" id="{4F2D34E1-A698-4A9C-9CE5-31AB160986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6" name="直線コネクタ 116745">
                    <a:extLst>
                      <a:ext uri="{FF2B5EF4-FFF2-40B4-BE49-F238E27FC236}">
                        <a16:creationId xmlns:a16="http://schemas.microsoft.com/office/drawing/2014/main" id="{80E5C862-886A-40F7-BDEF-8051292D22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7" name="直線コネクタ 116746">
                    <a:extLst>
                      <a:ext uri="{FF2B5EF4-FFF2-40B4-BE49-F238E27FC236}">
                        <a16:creationId xmlns:a16="http://schemas.microsoft.com/office/drawing/2014/main" id="{F736AF70-D41F-4E6A-AD2A-87F87A4219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8" name="直線コネクタ 116747">
                    <a:extLst>
                      <a:ext uri="{FF2B5EF4-FFF2-40B4-BE49-F238E27FC236}">
                        <a16:creationId xmlns:a16="http://schemas.microsoft.com/office/drawing/2014/main" id="{466EFB51-CDE5-4208-841F-35EB3F1A0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49" name="直線コネクタ 116748">
                    <a:extLst>
                      <a:ext uri="{FF2B5EF4-FFF2-40B4-BE49-F238E27FC236}">
                        <a16:creationId xmlns:a16="http://schemas.microsoft.com/office/drawing/2014/main" id="{811718FB-6D71-4BC7-8AB4-8C153F5310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0" name="直線コネクタ 116749">
                    <a:extLst>
                      <a:ext uri="{FF2B5EF4-FFF2-40B4-BE49-F238E27FC236}">
                        <a16:creationId xmlns:a16="http://schemas.microsoft.com/office/drawing/2014/main" id="{DA5CC854-E7D3-4EAC-A8F8-4706591353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1" name="直線コネクタ 116750">
                    <a:extLst>
                      <a:ext uri="{FF2B5EF4-FFF2-40B4-BE49-F238E27FC236}">
                        <a16:creationId xmlns:a16="http://schemas.microsoft.com/office/drawing/2014/main" id="{A9CB7C38-D145-4B6B-A63E-222A1A5ECB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2" name="直線コネクタ 116751">
                    <a:extLst>
                      <a:ext uri="{FF2B5EF4-FFF2-40B4-BE49-F238E27FC236}">
                        <a16:creationId xmlns:a16="http://schemas.microsoft.com/office/drawing/2014/main" id="{5A0D988E-98C3-4C23-A33D-5A1E26E696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3" name="直線コネクタ 116752">
                    <a:extLst>
                      <a:ext uri="{FF2B5EF4-FFF2-40B4-BE49-F238E27FC236}">
                        <a16:creationId xmlns:a16="http://schemas.microsoft.com/office/drawing/2014/main" id="{1EFAF09D-89AB-4BB0-BE47-21E37C6146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4" name="直線コネクタ 116753">
                    <a:extLst>
                      <a:ext uri="{FF2B5EF4-FFF2-40B4-BE49-F238E27FC236}">
                        <a16:creationId xmlns:a16="http://schemas.microsoft.com/office/drawing/2014/main" id="{8098CECD-82A5-4ABF-B236-5D1ED53044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5" name="直線コネクタ 116754">
                    <a:extLst>
                      <a:ext uri="{FF2B5EF4-FFF2-40B4-BE49-F238E27FC236}">
                        <a16:creationId xmlns:a16="http://schemas.microsoft.com/office/drawing/2014/main" id="{364B983F-9952-4379-9F73-7EBF6FA704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6" name="直線コネクタ 116755">
                    <a:extLst>
                      <a:ext uri="{FF2B5EF4-FFF2-40B4-BE49-F238E27FC236}">
                        <a16:creationId xmlns:a16="http://schemas.microsoft.com/office/drawing/2014/main" id="{CF914DAB-F8BB-49C0-8AFA-8738CE0A99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7" name="直線コネクタ 116756">
                    <a:extLst>
                      <a:ext uri="{FF2B5EF4-FFF2-40B4-BE49-F238E27FC236}">
                        <a16:creationId xmlns:a16="http://schemas.microsoft.com/office/drawing/2014/main" id="{97A5DCB4-0B96-4E3C-8186-FF414CE2D3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8" name="直線コネクタ 116757">
                    <a:extLst>
                      <a:ext uri="{FF2B5EF4-FFF2-40B4-BE49-F238E27FC236}">
                        <a16:creationId xmlns:a16="http://schemas.microsoft.com/office/drawing/2014/main" id="{9A240CB3-0068-4B30-A9BD-F9D085880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59" name="直線コネクタ 116758">
                    <a:extLst>
                      <a:ext uri="{FF2B5EF4-FFF2-40B4-BE49-F238E27FC236}">
                        <a16:creationId xmlns:a16="http://schemas.microsoft.com/office/drawing/2014/main" id="{05FB3209-EAE7-47D4-80D0-B70A648246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0" name="直線コネクタ 116759">
                    <a:extLst>
                      <a:ext uri="{FF2B5EF4-FFF2-40B4-BE49-F238E27FC236}">
                        <a16:creationId xmlns:a16="http://schemas.microsoft.com/office/drawing/2014/main" id="{DDD8AB85-56FD-4859-A063-4F944C4A0B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1" name="直線コネクタ 116760">
                    <a:extLst>
                      <a:ext uri="{FF2B5EF4-FFF2-40B4-BE49-F238E27FC236}">
                        <a16:creationId xmlns:a16="http://schemas.microsoft.com/office/drawing/2014/main" id="{1E6D23F5-DBF0-4904-82EB-51328946C3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2" name="直線コネクタ 116761">
                    <a:extLst>
                      <a:ext uri="{FF2B5EF4-FFF2-40B4-BE49-F238E27FC236}">
                        <a16:creationId xmlns:a16="http://schemas.microsoft.com/office/drawing/2014/main" id="{8D79AB43-C83A-407B-B099-998129F4B2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3" name="直線コネクタ 116762">
                    <a:extLst>
                      <a:ext uri="{FF2B5EF4-FFF2-40B4-BE49-F238E27FC236}">
                        <a16:creationId xmlns:a16="http://schemas.microsoft.com/office/drawing/2014/main" id="{ABE1D88B-D562-46AB-A9B1-10F3316D1F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4" name="直線コネクタ 116763">
                    <a:extLst>
                      <a:ext uri="{FF2B5EF4-FFF2-40B4-BE49-F238E27FC236}">
                        <a16:creationId xmlns:a16="http://schemas.microsoft.com/office/drawing/2014/main" id="{4BA73C95-F200-4CE1-8D4A-F40BF20A69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5" name="直線コネクタ 116764">
                    <a:extLst>
                      <a:ext uri="{FF2B5EF4-FFF2-40B4-BE49-F238E27FC236}">
                        <a16:creationId xmlns:a16="http://schemas.microsoft.com/office/drawing/2014/main" id="{055D8A23-58C8-45D3-BA24-4A31BAEB68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6" name="直線コネクタ 116765">
                    <a:extLst>
                      <a:ext uri="{FF2B5EF4-FFF2-40B4-BE49-F238E27FC236}">
                        <a16:creationId xmlns:a16="http://schemas.microsoft.com/office/drawing/2014/main" id="{DCA7F44C-3E26-43EC-85D2-622DDD19B5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7" name="直線コネクタ 116766">
                    <a:extLst>
                      <a:ext uri="{FF2B5EF4-FFF2-40B4-BE49-F238E27FC236}">
                        <a16:creationId xmlns:a16="http://schemas.microsoft.com/office/drawing/2014/main" id="{A9E4F066-17B5-4516-8391-27C4F93FD4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8" name="直線コネクタ 116767">
                    <a:extLst>
                      <a:ext uri="{FF2B5EF4-FFF2-40B4-BE49-F238E27FC236}">
                        <a16:creationId xmlns:a16="http://schemas.microsoft.com/office/drawing/2014/main" id="{68D56DFB-34A4-48FB-8C58-B9E056D464C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69" name="直線コネクタ 116768">
                    <a:extLst>
                      <a:ext uri="{FF2B5EF4-FFF2-40B4-BE49-F238E27FC236}">
                        <a16:creationId xmlns:a16="http://schemas.microsoft.com/office/drawing/2014/main" id="{F4237DE6-A531-4CA4-9ED4-4EA681B1AA1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0" name="直線コネクタ 116769">
                    <a:extLst>
                      <a:ext uri="{FF2B5EF4-FFF2-40B4-BE49-F238E27FC236}">
                        <a16:creationId xmlns:a16="http://schemas.microsoft.com/office/drawing/2014/main" id="{163A4E94-4AA3-4843-BE52-E9D1EE03441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1" name="直線コネクタ 116770">
                    <a:extLst>
                      <a:ext uri="{FF2B5EF4-FFF2-40B4-BE49-F238E27FC236}">
                        <a16:creationId xmlns:a16="http://schemas.microsoft.com/office/drawing/2014/main" id="{0405727B-813E-40B9-BB5E-F3BA26208BE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2" name="直線コネクタ 116771">
                    <a:extLst>
                      <a:ext uri="{FF2B5EF4-FFF2-40B4-BE49-F238E27FC236}">
                        <a16:creationId xmlns:a16="http://schemas.microsoft.com/office/drawing/2014/main" id="{1EF2A191-FBDA-4FC5-BE62-13DC6AEAD22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3" name="直線コネクタ 116772">
                    <a:extLst>
                      <a:ext uri="{FF2B5EF4-FFF2-40B4-BE49-F238E27FC236}">
                        <a16:creationId xmlns:a16="http://schemas.microsoft.com/office/drawing/2014/main" id="{0F1248E7-B3D7-4A22-9298-5446D3FFE40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4" name="直線コネクタ 116773">
                    <a:extLst>
                      <a:ext uri="{FF2B5EF4-FFF2-40B4-BE49-F238E27FC236}">
                        <a16:creationId xmlns:a16="http://schemas.microsoft.com/office/drawing/2014/main" id="{8ACE5B43-953F-4450-877D-D01FCD4A70C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5" name="直線コネクタ 116774">
                    <a:extLst>
                      <a:ext uri="{FF2B5EF4-FFF2-40B4-BE49-F238E27FC236}">
                        <a16:creationId xmlns:a16="http://schemas.microsoft.com/office/drawing/2014/main" id="{108271A5-AB1D-4BE6-9125-2944EA731A7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6" name="直線コネクタ 116775">
                    <a:extLst>
                      <a:ext uri="{FF2B5EF4-FFF2-40B4-BE49-F238E27FC236}">
                        <a16:creationId xmlns:a16="http://schemas.microsoft.com/office/drawing/2014/main" id="{5AD3D8CD-3892-49C2-BC6E-A7F44DEF1A8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7" name="直線コネクタ 116776">
                    <a:extLst>
                      <a:ext uri="{FF2B5EF4-FFF2-40B4-BE49-F238E27FC236}">
                        <a16:creationId xmlns:a16="http://schemas.microsoft.com/office/drawing/2014/main" id="{22415823-66CB-4B16-810E-F645BB0A725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8" name="直線コネクタ 116777">
                    <a:extLst>
                      <a:ext uri="{FF2B5EF4-FFF2-40B4-BE49-F238E27FC236}">
                        <a16:creationId xmlns:a16="http://schemas.microsoft.com/office/drawing/2014/main" id="{A0C83F6F-7A6D-4E96-86C9-7583D01E97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79" name="直線コネクタ 116778">
                    <a:extLst>
                      <a:ext uri="{FF2B5EF4-FFF2-40B4-BE49-F238E27FC236}">
                        <a16:creationId xmlns:a16="http://schemas.microsoft.com/office/drawing/2014/main" id="{D429BB28-48C3-478A-81B8-32AF1922C6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0" name="直線コネクタ 116779">
                    <a:extLst>
                      <a:ext uri="{FF2B5EF4-FFF2-40B4-BE49-F238E27FC236}">
                        <a16:creationId xmlns:a16="http://schemas.microsoft.com/office/drawing/2014/main" id="{68B45741-D528-436F-860A-1DA2A4159D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1" name="直線コネクタ 116780">
                    <a:extLst>
                      <a:ext uri="{FF2B5EF4-FFF2-40B4-BE49-F238E27FC236}">
                        <a16:creationId xmlns:a16="http://schemas.microsoft.com/office/drawing/2014/main" id="{B5CB7E61-5BA0-40AF-BD4B-39496BC6D2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2" name="直線コネクタ 116781">
                    <a:extLst>
                      <a:ext uri="{FF2B5EF4-FFF2-40B4-BE49-F238E27FC236}">
                        <a16:creationId xmlns:a16="http://schemas.microsoft.com/office/drawing/2014/main" id="{800EED66-E0BF-4768-AE6D-91C1D0E794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3" name="直線コネクタ 116782">
                    <a:extLst>
                      <a:ext uri="{FF2B5EF4-FFF2-40B4-BE49-F238E27FC236}">
                        <a16:creationId xmlns:a16="http://schemas.microsoft.com/office/drawing/2014/main" id="{259DBF4E-A373-45F4-8215-B00135168D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4" name="直線コネクタ 116783">
                    <a:extLst>
                      <a:ext uri="{FF2B5EF4-FFF2-40B4-BE49-F238E27FC236}">
                        <a16:creationId xmlns:a16="http://schemas.microsoft.com/office/drawing/2014/main" id="{08BE0938-7B77-461F-BF78-699B176FF3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5" name="直線コネクタ 116784">
                    <a:extLst>
                      <a:ext uri="{FF2B5EF4-FFF2-40B4-BE49-F238E27FC236}">
                        <a16:creationId xmlns:a16="http://schemas.microsoft.com/office/drawing/2014/main" id="{4214AAA1-513D-47BE-AAA6-0CE5BB7562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6" name="直線コネクタ 116785">
                    <a:extLst>
                      <a:ext uri="{FF2B5EF4-FFF2-40B4-BE49-F238E27FC236}">
                        <a16:creationId xmlns:a16="http://schemas.microsoft.com/office/drawing/2014/main" id="{EB2E6A93-ECDD-4D65-82A5-E235F05BC1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7" name="直線コネクタ 116786">
                    <a:extLst>
                      <a:ext uri="{FF2B5EF4-FFF2-40B4-BE49-F238E27FC236}">
                        <a16:creationId xmlns:a16="http://schemas.microsoft.com/office/drawing/2014/main" id="{B80C445C-A407-4F86-967A-076109C3F1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8" name="直線コネクタ 116787">
                    <a:extLst>
                      <a:ext uri="{FF2B5EF4-FFF2-40B4-BE49-F238E27FC236}">
                        <a16:creationId xmlns:a16="http://schemas.microsoft.com/office/drawing/2014/main" id="{EAA1DBDB-575B-45AD-902B-3A8CCC0372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89" name="直線コネクタ 116788">
                    <a:extLst>
                      <a:ext uri="{FF2B5EF4-FFF2-40B4-BE49-F238E27FC236}">
                        <a16:creationId xmlns:a16="http://schemas.microsoft.com/office/drawing/2014/main" id="{493F2218-B7ED-4A2D-8A56-12C3249BA4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0" name="直線コネクタ 116789">
                    <a:extLst>
                      <a:ext uri="{FF2B5EF4-FFF2-40B4-BE49-F238E27FC236}">
                        <a16:creationId xmlns:a16="http://schemas.microsoft.com/office/drawing/2014/main" id="{A17527F6-D92B-4913-80B5-ADDFE76817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1" name="直線コネクタ 116790">
                    <a:extLst>
                      <a:ext uri="{FF2B5EF4-FFF2-40B4-BE49-F238E27FC236}">
                        <a16:creationId xmlns:a16="http://schemas.microsoft.com/office/drawing/2014/main" id="{E75BB5D4-62A9-4AD9-90F1-A130072FBD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2" name="直線コネクタ 116791">
                    <a:extLst>
                      <a:ext uri="{FF2B5EF4-FFF2-40B4-BE49-F238E27FC236}">
                        <a16:creationId xmlns:a16="http://schemas.microsoft.com/office/drawing/2014/main" id="{5C3404E0-F435-44AD-9A89-E822FA160D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3" name="直線コネクタ 116792">
                    <a:extLst>
                      <a:ext uri="{FF2B5EF4-FFF2-40B4-BE49-F238E27FC236}">
                        <a16:creationId xmlns:a16="http://schemas.microsoft.com/office/drawing/2014/main" id="{25F32260-617D-431C-B702-1E4285F264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4" name="直線コネクタ 116793">
                    <a:extLst>
                      <a:ext uri="{FF2B5EF4-FFF2-40B4-BE49-F238E27FC236}">
                        <a16:creationId xmlns:a16="http://schemas.microsoft.com/office/drawing/2014/main" id="{4EF61200-587C-41C8-894F-493087E916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5" name="直線コネクタ 116794">
                    <a:extLst>
                      <a:ext uri="{FF2B5EF4-FFF2-40B4-BE49-F238E27FC236}">
                        <a16:creationId xmlns:a16="http://schemas.microsoft.com/office/drawing/2014/main" id="{672FE530-339B-455A-8D6A-9244C8FB9C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6" name="直線コネクタ 116795">
                    <a:extLst>
                      <a:ext uri="{FF2B5EF4-FFF2-40B4-BE49-F238E27FC236}">
                        <a16:creationId xmlns:a16="http://schemas.microsoft.com/office/drawing/2014/main" id="{2DF77FFA-AA01-44B0-9CF9-61E87D8A70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7" name="直線コネクタ 116796">
                    <a:extLst>
                      <a:ext uri="{FF2B5EF4-FFF2-40B4-BE49-F238E27FC236}">
                        <a16:creationId xmlns:a16="http://schemas.microsoft.com/office/drawing/2014/main" id="{1468674B-56FE-417A-B89F-6304F87B3E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8" name="直線コネクタ 116797">
                    <a:extLst>
                      <a:ext uri="{FF2B5EF4-FFF2-40B4-BE49-F238E27FC236}">
                        <a16:creationId xmlns:a16="http://schemas.microsoft.com/office/drawing/2014/main" id="{DAB625CE-3FDD-4103-B0B9-6E623AD59F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799" name="直線コネクタ 116798">
                    <a:extLst>
                      <a:ext uri="{FF2B5EF4-FFF2-40B4-BE49-F238E27FC236}">
                        <a16:creationId xmlns:a16="http://schemas.microsoft.com/office/drawing/2014/main" id="{4E49ED65-812D-4143-84EF-1791E54732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0" name="直線コネクタ 116799">
                    <a:extLst>
                      <a:ext uri="{FF2B5EF4-FFF2-40B4-BE49-F238E27FC236}">
                        <a16:creationId xmlns:a16="http://schemas.microsoft.com/office/drawing/2014/main" id="{2E5D6665-D29E-4F19-A322-0D3E352104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1" name="直線コネクタ 116800">
                    <a:extLst>
                      <a:ext uri="{FF2B5EF4-FFF2-40B4-BE49-F238E27FC236}">
                        <a16:creationId xmlns:a16="http://schemas.microsoft.com/office/drawing/2014/main" id="{05DDE6E4-164E-4890-BC13-3C2708B911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2" name="直線コネクタ 116801">
                    <a:extLst>
                      <a:ext uri="{FF2B5EF4-FFF2-40B4-BE49-F238E27FC236}">
                        <a16:creationId xmlns:a16="http://schemas.microsoft.com/office/drawing/2014/main" id="{328AE620-BC56-4D3E-9D63-DF1E8B019F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3" name="直線コネクタ 116802">
                    <a:extLst>
                      <a:ext uri="{FF2B5EF4-FFF2-40B4-BE49-F238E27FC236}">
                        <a16:creationId xmlns:a16="http://schemas.microsoft.com/office/drawing/2014/main" id="{C7BAEA54-392A-4DA4-9BB1-6D4BC722B0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4" name="直線コネクタ 116803">
                    <a:extLst>
                      <a:ext uri="{FF2B5EF4-FFF2-40B4-BE49-F238E27FC236}">
                        <a16:creationId xmlns:a16="http://schemas.microsoft.com/office/drawing/2014/main" id="{F65BAFB9-ED5A-45B6-B099-15D9795A94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5" name="直線コネクタ 116804">
                    <a:extLst>
                      <a:ext uri="{FF2B5EF4-FFF2-40B4-BE49-F238E27FC236}">
                        <a16:creationId xmlns:a16="http://schemas.microsoft.com/office/drawing/2014/main" id="{59DDB615-2BC8-457C-BAF4-C1A3524CC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6" name="直線コネクタ 116805">
                    <a:extLst>
                      <a:ext uri="{FF2B5EF4-FFF2-40B4-BE49-F238E27FC236}">
                        <a16:creationId xmlns:a16="http://schemas.microsoft.com/office/drawing/2014/main" id="{CE8F08CE-B611-40B7-B596-6B412CE7EC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7" name="直線コネクタ 116806">
                    <a:extLst>
                      <a:ext uri="{FF2B5EF4-FFF2-40B4-BE49-F238E27FC236}">
                        <a16:creationId xmlns:a16="http://schemas.microsoft.com/office/drawing/2014/main" id="{6CFF00B6-2CDA-493E-8AF0-B3E3899E54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8" name="直線コネクタ 116807">
                    <a:extLst>
                      <a:ext uri="{FF2B5EF4-FFF2-40B4-BE49-F238E27FC236}">
                        <a16:creationId xmlns:a16="http://schemas.microsoft.com/office/drawing/2014/main" id="{E1F01447-0EDA-4CB1-90D6-B972C1C3F4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09" name="直線コネクタ 116808">
                    <a:extLst>
                      <a:ext uri="{FF2B5EF4-FFF2-40B4-BE49-F238E27FC236}">
                        <a16:creationId xmlns:a16="http://schemas.microsoft.com/office/drawing/2014/main" id="{805CC138-2273-4D1B-9EF9-9F61BC7230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0" name="直線コネクタ 116809">
                    <a:extLst>
                      <a:ext uri="{FF2B5EF4-FFF2-40B4-BE49-F238E27FC236}">
                        <a16:creationId xmlns:a16="http://schemas.microsoft.com/office/drawing/2014/main" id="{409AC998-DE32-4C79-9842-005467763A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1" name="直線コネクタ 116810">
                    <a:extLst>
                      <a:ext uri="{FF2B5EF4-FFF2-40B4-BE49-F238E27FC236}">
                        <a16:creationId xmlns:a16="http://schemas.microsoft.com/office/drawing/2014/main" id="{3569FD6E-50EF-40BC-8655-427EF08C1D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2" name="直線コネクタ 116811">
                    <a:extLst>
                      <a:ext uri="{FF2B5EF4-FFF2-40B4-BE49-F238E27FC236}">
                        <a16:creationId xmlns:a16="http://schemas.microsoft.com/office/drawing/2014/main" id="{C84FDB37-FC65-4993-8B00-892C0AF41B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3" name="直線コネクタ 116812">
                    <a:extLst>
                      <a:ext uri="{FF2B5EF4-FFF2-40B4-BE49-F238E27FC236}">
                        <a16:creationId xmlns:a16="http://schemas.microsoft.com/office/drawing/2014/main" id="{94C4B29E-150E-4B45-8853-E6C377B280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4" name="直線コネクタ 116813">
                    <a:extLst>
                      <a:ext uri="{FF2B5EF4-FFF2-40B4-BE49-F238E27FC236}">
                        <a16:creationId xmlns:a16="http://schemas.microsoft.com/office/drawing/2014/main" id="{7CA0062A-7EBE-4E28-A56E-15A368AEDC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5" name="直線コネクタ 116814">
                    <a:extLst>
                      <a:ext uri="{FF2B5EF4-FFF2-40B4-BE49-F238E27FC236}">
                        <a16:creationId xmlns:a16="http://schemas.microsoft.com/office/drawing/2014/main" id="{546C6641-0D6D-4F7A-BC71-B3A51440C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6" name="直線コネクタ 116815">
                    <a:extLst>
                      <a:ext uri="{FF2B5EF4-FFF2-40B4-BE49-F238E27FC236}">
                        <a16:creationId xmlns:a16="http://schemas.microsoft.com/office/drawing/2014/main" id="{FC2EAE44-17FB-46FA-905C-74BDF5DCEF8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7" name="直線コネクタ 116816">
                    <a:extLst>
                      <a:ext uri="{FF2B5EF4-FFF2-40B4-BE49-F238E27FC236}">
                        <a16:creationId xmlns:a16="http://schemas.microsoft.com/office/drawing/2014/main" id="{24DDEE7E-1068-4546-B314-0D4302A7ED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8" name="直線コネクタ 116817">
                    <a:extLst>
                      <a:ext uri="{FF2B5EF4-FFF2-40B4-BE49-F238E27FC236}">
                        <a16:creationId xmlns:a16="http://schemas.microsoft.com/office/drawing/2014/main" id="{2CB43B76-0005-4902-9BED-A73CD07167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19" name="直線コネクタ 116818">
                    <a:extLst>
                      <a:ext uri="{FF2B5EF4-FFF2-40B4-BE49-F238E27FC236}">
                        <a16:creationId xmlns:a16="http://schemas.microsoft.com/office/drawing/2014/main" id="{DD9FF22E-A7D2-4717-9F82-3F4966B2CA5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0" name="直線コネクタ 116819">
                    <a:extLst>
                      <a:ext uri="{FF2B5EF4-FFF2-40B4-BE49-F238E27FC236}">
                        <a16:creationId xmlns:a16="http://schemas.microsoft.com/office/drawing/2014/main" id="{FAE3695A-DBEB-4988-9BC8-9182E635130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1" name="直線コネクタ 116820">
                    <a:extLst>
                      <a:ext uri="{FF2B5EF4-FFF2-40B4-BE49-F238E27FC236}">
                        <a16:creationId xmlns:a16="http://schemas.microsoft.com/office/drawing/2014/main" id="{FAE595B7-D6A9-49E1-B1F3-5A885EA2A27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2" name="直線コネクタ 116821">
                    <a:extLst>
                      <a:ext uri="{FF2B5EF4-FFF2-40B4-BE49-F238E27FC236}">
                        <a16:creationId xmlns:a16="http://schemas.microsoft.com/office/drawing/2014/main" id="{AC66A69F-BA25-406B-B4B4-8A077A3A628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3" name="直線コネクタ 116822">
                    <a:extLst>
                      <a:ext uri="{FF2B5EF4-FFF2-40B4-BE49-F238E27FC236}">
                        <a16:creationId xmlns:a16="http://schemas.microsoft.com/office/drawing/2014/main" id="{A16D1B59-A5B4-4666-99F7-59E039576B8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4" name="直線コネクタ 116823">
                    <a:extLst>
                      <a:ext uri="{FF2B5EF4-FFF2-40B4-BE49-F238E27FC236}">
                        <a16:creationId xmlns:a16="http://schemas.microsoft.com/office/drawing/2014/main" id="{572E75F2-3D38-45D6-9FD2-DBA147A0AB7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5" name="直線コネクタ 116824">
                    <a:extLst>
                      <a:ext uri="{FF2B5EF4-FFF2-40B4-BE49-F238E27FC236}">
                        <a16:creationId xmlns:a16="http://schemas.microsoft.com/office/drawing/2014/main" id="{5EA8F557-8C6D-43E6-853B-3EC3E102335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6" name="直線コネクタ 116825">
                    <a:extLst>
                      <a:ext uri="{FF2B5EF4-FFF2-40B4-BE49-F238E27FC236}">
                        <a16:creationId xmlns:a16="http://schemas.microsoft.com/office/drawing/2014/main" id="{414BC774-F036-4BBC-8C37-65DA0961157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7" name="直線コネクタ 116826">
                    <a:extLst>
                      <a:ext uri="{FF2B5EF4-FFF2-40B4-BE49-F238E27FC236}">
                        <a16:creationId xmlns:a16="http://schemas.microsoft.com/office/drawing/2014/main" id="{CFEEF72C-4222-41FC-99C2-4B075298BF5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8" name="直線コネクタ 116827">
                    <a:extLst>
                      <a:ext uri="{FF2B5EF4-FFF2-40B4-BE49-F238E27FC236}">
                        <a16:creationId xmlns:a16="http://schemas.microsoft.com/office/drawing/2014/main" id="{57167CED-2042-4890-AA9D-71520E6DB3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29" name="直線コネクタ 116828">
                    <a:extLst>
                      <a:ext uri="{FF2B5EF4-FFF2-40B4-BE49-F238E27FC236}">
                        <a16:creationId xmlns:a16="http://schemas.microsoft.com/office/drawing/2014/main" id="{5C7077CE-ADEC-4C05-939E-E273632749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0" name="直線コネクタ 116829">
                    <a:extLst>
                      <a:ext uri="{FF2B5EF4-FFF2-40B4-BE49-F238E27FC236}">
                        <a16:creationId xmlns:a16="http://schemas.microsoft.com/office/drawing/2014/main" id="{2DD0712D-8EB2-4164-9B9A-0342432922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1" name="直線コネクタ 116830">
                    <a:extLst>
                      <a:ext uri="{FF2B5EF4-FFF2-40B4-BE49-F238E27FC236}">
                        <a16:creationId xmlns:a16="http://schemas.microsoft.com/office/drawing/2014/main" id="{A669672A-442B-4EA5-96CD-197A77667A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2" name="直線コネクタ 116831">
                    <a:extLst>
                      <a:ext uri="{FF2B5EF4-FFF2-40B4-BE49-F238E27FC236}">
                        <a16:creationId xmlns:a16="http://schemas.microsoft.com/office/drawing/2014/main" id="{C448EC47-BDDD-426E-ADBA-2B6B0B4005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3" name="直線コネクタ 116832">
                    <a:extLst>
                      <a:ext uri="{FF2B5EF4-FFF2-40B4-BE49-F238E27FC236}">
                        <a16:creationId xmlns:a16="http://schemas.microsoft.com/office/drawing/2014/main" id="{1641549A-F32D-4DD3-B1BE-5FA36DDA02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4" name="直線コネクタ 116833">
                    <a:extLst>
                      <a:ext uri="{FF2B5EF4-FFF2-40B4-BE49-F238E27FC236}">
                        <a16:creationId xmlns:a16="http://schemas.microsoft.com/office/drawing/2014/main" id="{D80B575D-6D70-464E-AFA7-86A3A9BFA4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5" name="直線コネクタ 116834">
                    <a:extLst>
                      <a:ext uri="{FF2B5EF4-FFF2-40B4-BE49-F238E27FC236}">
                        <a16:creationId xmlns:a16="http://schemas.microsoft.com/office/drawing/2014/main" id="{43EF7EA9-1F7B-4FDC-AE72-321999B54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6" name="直線コネクタ 116835">
                    <a:extLst>
                      <a:ext uri="{FF2B5EF4-FFF2-40B4-BE49-F238E27FC236}">
                        <a16:creationId xmlns:a16="http://schemas.microsoft.com/office/drawing/2014/main" id="{E1813E2F-FE28-4347-8E4D-593A9C155B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7" name="直線コネクタ 116836">
                    <a:extLst>
                      <a:ext uri="{FF2B5EF4-FFF2-40B4-BE49-F238E27FC236}">
                        <a16:creationId xmlns:a16="http://schemas.microsoft.com/office/drawing/2014/main" id="{AAA6C652-63FA-4660-A941-C1A89EFBAA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8" name="直線コネクタ 116837">
                    <a:extLst>
                      <a:ext uri="{FF2B5EF4-FFF2-40B4-BE49-F238E27FC236}">
                        <a16:creationId xmlns:a16="http://schemas.microsoft.com/office/drawing/2014/main" id="{673711D9-E90F-41F0-AFFD-3FB9F2D966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39" name="直線コネクタ 116838">
                    <a:extLst>
                      <a:ext uri="{FF2B5EF4-FFF2-40B4-BE49-F238E27FC236}">
                        <a16:creationId xmlns:a16="http://schemas.microsoft.com/office/drawing/2014/main" id="{288D32C6-E98A-4740-B0DB-75C03C33D7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0" name="直線コネクタ 116839">
                    <a:extLst>
                      <a:ext uri="{FF2B5EF4-FFF2-40B4-BE49-F238E27FC236}">
                        <a16:creationId xmlns:a16="http://schemas.microsoft.com/office/drawing/2014/main" id="{BE0D6E14-44A1-43C7-8D77-80DCDA3DD8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1" name="直線コネクタ 116840">
                    <a:extLst>
                      <a:ext uri="{FF2B5EF4-FFF2-40B4-BE49-F238E27FC236}">
                        <a16:creationId xmlns:a16="http://schemas.microsoft.com/office/drawing/2014/main" id="{01DC9E28-2C03-4E34-A5BC-8DD9B2C65E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2" name="直線コネクタ 116841">
                    <a:extLst>
                      <a:ext uri="{FF2B5EF4-FFF2-40B4-BE49-F238E27FC236}">
                        <a16:creationId xmlns:a16="http://schemas.microsoft.com/office/drawing/2014/main" id="{2B569559-49A9-4833-9329-F8D5EF0C30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3" name="直線コネクタ 116842">
                    <a:extLst>
                      <a:ext uri="{FF2B5EF4-FFF2-40B4-BE49-F238E27FC236}">
                        <a16:creationId xmlns:a16="http://schemas.microsoft.com/office/drawing/2014/main" id="{E44E6060-2197-44B6-A864-ACB770F1B9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4" name="直線コネクタ 116843">
                    <a:extLst>
                      <a:ext uri="{FF2B5EF4-FFF2-40B4-BE49-F238E27FC236}">
                        <a16:creationId xmlns:a16="http://schemas.microsoft.com/office/drawing/2014/main" id="{83CE02CF-1756-4281-ADE2-FB8F0121BF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5" name="直線コネクタ 116844">
                    <a:extLst>
                      <a:ext uri="{FF2B5EF4-FFF2-40B4-BE49-F238E27FC236}">
                        <a16:creationId xmlns:a16="http://schemas.microsoft.com/office/drawing/2014/main" id="{976EAA1B-3060-44E3-B0D5-28F69A4569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6" name="直線コネクタ 116845">
                    <a:extLst>
                      <a:ext uri="{FF2B5EF4-FFF2-40B4-BE49-F238E27FC236}">
                        <a16:creationId xmlns:a16="http://schemas.microsoft.com/office/drawing/2014/main" id="{60C6AB53-63F6-47AB-883C-38DA044A47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7" name="直線コネクタ 116846">
                    <a:extLst>
                      <a:ext uri="{FF2B5EF4-FFF2-40B4-BE49-F238E27FC236}">
                        <a16:creationId xmlns:a16="http://schemas.microsoft.com/office/drawing/2014/main" id="{3BC7FFD2-3BA2-4EEB-91EF-29956AEA43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8" name="直線コネクタ 116847">
                    <a:extLst>
                      <a:ext uri="{FF2B5EF4-FFF2-40B4-BE49-F238E27FC236}">
                        <a16:creationId xmlns:a16="http://schemas.microsoft.com/office/drawing/2014/main" id="{389FAE8E-4BC1-4988-8FD8-F7CD929D6F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49" name="直線コネクタ 116848">
                    <a:extLst>
                      <a:ext uri="{FF2B5EF4-FFF2-40B4-BE49-F238E27FC236}">
                        <a16:creationId xmlns:a16="http://schemas.microsoft.com/office/drawing/2014/main" id="{26E8B88F-4340-4F97-91D6-1AA6AE4130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0" name="直線コネクタ 116849">
                    <a:extLst>
                      <a:ext uri="{FF2B5EF4-FFF2-40B4-BE49-F238E27FC236}">
                        <a16:creationId xmlns:a16="http://schemas.microsoft.com/office/drawing/2014/main" id="{929F5A13-B553-4CB2-9219-459DD56D16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1" name="直線コネクタ 116850">
                    <a:extLst>
                      <a:ext uri="{FF2B5EF4-FFF2-40B4-BE49-F238E27FC236}">
                        <a16:creationId xmlns:a16="http://schemas.microsoft.com/office/drawing/2014/main" id="{E9F658C0-DD47-4916-A3C7-CA82890C07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2" name="直線コネクタ 116851">
                    <a:extLst>
                      <a:ext uri="{FF2B5EF4-FFF2-40B4-BE49-F238E27FC236}">
                        <a16:creationId xmlns:a16="http://schemas.microsoft.com/office/drawing/2014/main" id="{D491C709-63AB-4918-82EF-723B7EB33C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3" name="直線コネクタ 116852">
                    <a:extLst>
                      <a:ext uri="{FF2B5EF4-FFF2-40B4-BE49-F238E27FC236}">
                        <a16:creationId xmlns:a16="http://schemas.microsoft.com/office/drawing/2014/main" id="{E1EB7349-D638-4180-AA4C-81A56D1218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4" name="直線コネクタ 116853">
                    <a:extLst>
                      <a:ext uri="{FF2B5EF4-FFF2-40B4-BE49-F238E27FC236}">
                        <a16:creationId xmlns:a16="http://schemas.microsoft.com/office/drawing/2014/main" id="{7068FBBA-E153-4B36-A74E-B0F480EA51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5" name="直線コネクタ 116854">
                    <a:extLst>
                      <a:ext uri="{FF2B5EF4-FFF2-40B4-BE49-F238E27FC236}">
                        <a16:creationId xmlns:a16="http://schemas.microsoft.com/office/drawing/2014/main" id="{1ECFF208-A822-4FBE-821A-34F3481281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6" name="直線コネクタ 116855">
                    <a:extLst>
                      <a:ext uri="{FF2B5EF4-FFF2-40B4-BE49-F238E27FC236}">
                        <a16:creationId xmlns:a16="http://schemas.microsoft.com/office/drawing/2014/main" id="{AE9F8002-4440-496E-81D4-571A9824B0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7" name="直線コネクタ 116856">
                    <a:extLst>
                      <a:ext uri="{FF2B5EF4-FFF2-40B4-BE49-F238E27FC236}">
                        <a16:creationId xmlns:a16="http://schemas.microsoft.com/office/drawing/2014/main" id="{2A1A8FA8-5419-4C1D-ADD5-576144CBFC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8" name="直線コネクタ 116857">
                    <a:extLst>
                      <a:ext uri="{FF2B5EF4-FFF2-40B4-BE49-F238E27FC236}">
                        <a16:creationId xmlns:a16="http://schemas.microsoft.com/office/drawing/2014/main" id="{A451B4BD-A368-4A1B-AF96-C26EE36E66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59" name="直線コネクタ 116858">
                    <a:extLst>
                      <a:ext uri="{FF2B5EF4-FFF2-40B4-BE49-F238E27FC236}">
                        <a16:creationId xmlns:a16="http://schemas.microsoft.com/office/drawing/2014/main" id="{2447B1E6-6287-4373-A2F7-F89EC2183F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0" name="直線コネクタ 116859">
                    <a:extLst>
                      <a:ext uri="{FF2B5EF4-FFF2-40B4-BE49-F238E27FC236}">
                        <a16:creationId xmlns:a16="http://schemas.microsoft.com/office/drawing/2014/main" id="{119B6A03-7DD8-4B12-AD0E-F705DF3334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1" name="直線コネクタ 116860">
                    <a:extLst>
                      <a:ext uri="{FF2B5EF4-FFF2-40B4-BE49-F238E27FC236}">
                        <a16:creationId xmlns:a16="http://schemas.microsoft.com/office/drawing/2014/main" id="{C3E2639E-239C-4465-8222-C891922968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2" name="直線コネクタ 116861">
                    <a:extLst>
                      <a:ext uri="{FF2B5EF4-FFF2-40B4-BE49-F238E27FC236}">
                        <a16:creationId xmlns:a16="http://schemas.microsoft.com/office/drawing/2014/main" id="{4F620389-90E2-4A99-9F6C-1C77E06ACF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3" name="直線コネクタ 116862">
                    <a:extLst>
                      <a:ext uri="{FF2B5EF4-FFF2-40B4-BE49-F238E27FC236}">
                        <a16:creationId xmlns:a16="http://schemas.microsoft.com/office/drawing/2014/main" id="{B2E43054-942E-485A-8043-F1D6DC0362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4" name="直線コネクタ 116863">
                    <a:extLst>
                      <a:ext uri="{FF2B5EF4-FFF2-40B4-BE49-F238E27FC236}">
                        <a16:creationId xmlns:a16="http://schemas.microsoft.com/office/drawing/2014/main" id="{62E78124-D166-42F5-94C5-DC9D26D147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5" name="直線コネクタ 116864">
                    <a:extLst>
                      <a:ext uri="{FF2B5EF4-FFF2-40B4-BE49-F238E27FC236}">
                        <a16:creationId xmlns:a16="http://schemas.microsoft.com/office/drawing/2014/main" id="{14AC977D-1078-4CF6-A847-C30D1B8128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6" name="直線コネクタ 116865">
                    <a:extLst>
                      <a:ext uri="{FF2B5EF4-FFF2-40B4-BE49-F238E27FC236}">
                        <a16:creationId xmlns:a16="http://schemas.microsoft.com/office/drawing/2014/main" id="{9C2759BD-BB6C-4553-AF43-61BC9E3CED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7" name="直線コネクタ 116866">
                    <a:extLst>
                      <a:ext uri="{FF2B5EF4-FFF2-40B4-BE49-F238E27FC236}">
                        <a16:creationId xmlns:a16="http://schemas.microsoft.com/office/drawing/2014/main" id="{4E1C801A-A372-419C-BCC0-A434BBF345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8" name="直線コネクタ 116867">
                    <a:extLst>
                      <a:ext uri="{FF2B5EF4-FFF2-40B4-BE49-F238E27FC236}">
                        <a16:creationId xmlns:a16="http://schemas.microsoft.com/office/drawing/2014/main" id="{9AEF7E37-7B93-4BF6-B785-42D0BDD2C6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69" name="直線コネクタ 116868">
                    <a:extLst>
                      <a:ext uri="{FF2B5EF4-FFF2-40B4-BE49-F238E27FC236}">
                        <a16:creationId xmlns:a16="http://schemas.microsoft.com/office/drawing/2014/main" id="{11819C38-56FF-426B-BD76-2DD1418375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0" name="直線コネクタ 116869">
                    <a:extLst>
                      <a:ext uri="{FF2B5EF4-FFF2-40B4-BE49-F238E27FC236}">
                        <a16:creationId xmlns:a16="http://schemas.microsoft.com/office/drawing/2014/main" id="{7879975A-83E9-48C0-A22A-94399F4342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1" name="直線コネクタ 116870">
                    <a:extLst>
                      <a:ext uri="{FF2B5EF4-FFF2-40B4-BE49-F238E27FC236}">
                        <a16:creationId xmlns:a16="http://schemas.microsoft.com/office/drawing/2014/main" id="{F36C8D62-E6E1-4FCB-B35D-1BAD29223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2" name="直線コネクタ 116871">
                    <a:extLst>
                      <a:ext uri="{FF2B5EF4-FFF2-40B4-BE49-F238E27FC236}">
                        <a16:creationId xmlns:a16="http://schemas.microsoft.com/office/drawing/2014/main" id="{487A8106-2D0C-4B89-AA2C-8E950F0693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3" name="直線コネクタ 116872">
                    <a:extLst>
                      <a:ext uri="{FF2B5EF4-FFF2-40B4-BE49-F238E27FC236}">
                        <a16:creationId xmlns:a16="http://schemas.microsoft.com/office/drawing/2014/main" id="{8536495B-6421-4CF0-93E0-F53B2292C1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4" name="直線コネクタ 116873">
                    <a:extLst>
                      <a:ext uri="{FF2B5EF4-FFF2-40B4-BE49-F238E27FC236}">
                        <a16:creationId xmlns:a16="http://schemas.microsoft.com/office/drawing/2014/main" id="{3968395D-C072-440E-B711-D3652958BE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5" name="直線コネクタ 116874">
                    <a:extLst>
                      <a:ext uri="{FF2B5EF4-FFF2-40B4-BE49-F238E27FC236}">
                        <a16:creationId xmlns:a16="http://schemas.microsoft.com/office/drawing/2014/main" id="{BDCEDCBC-D7E5-480F-A7F6-F7CE169554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6" name="直線コネクタ 116875">
                    <a:extLst>
                      <a:ext uri="{FF2B5EF4-FFF2-40B4-BE49-F238E27FC236}">
                        <a16:creationId xmlns:a16="http://schemas.microsoft.com/office/drawing/2014/main" id="{20594D18-751D-42CE-B0BA-61D949F524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7" name="直線コネクタ 116876">
                    <a:extLst>
                      <a:ext uri="{FF2B5EF4-FFF2-40B4-BE49-F238E27FC236}">
                        <a16:creationId xmlns:a16="http://schemas.microsoft.com/office/drawing/2014/main" id="{15BF0769-DEEF-4768-BA71-160C029108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8" name="直線コネクタ 116877">
                    <a:extLst>
                      <a:ext uri="{FF2B5EF4-FFF2-40B4-BE49-F238E27FC236}">
                        <a16:creationId xmlns:a16="http://schemas.microsoft.com/office/drawing/2014/main" id="{D347A273-6EBF-4EDD-8345-B978ADF8D0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79" name="直線コネクタ 116878">
                    <a:extLst>
                      <a:ext uri="{FF2B5EF4-FFF2-40B4-BE49-F238E27FC236}">
                        <a16:creationId xmlns:a16="http://schemas.microsoft.com/office/drawing/2014/main" id="{1D48044C-F6A3-4C25-86B8-84606C6558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0" name="直線コネクタ 116879">
                    <a:extLst>
                      <a:ext uri="{FF2B5EF4-FFF2-40B4-BE49-F238E27FC236}">
                        <a16:creationId xmlns:a16="http://schemas.microsoft.com/office/drawing/2014/main" id="{73BD2F77-C1EE-4DB0-B14B-28B32A2DEF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1" name="直線コネクタ 116880">
                    <a:extLst>
                      <a:ext uri="{FF2B5EF4-FFF2-40B4-BE49-F238E27FC236}">
                        <a16:creationId xmlns:a16="http://schemas.microsoft.com/office/drawing/2014/main" id="{E27BE87D-04B2-4ACB-A0B1-561E356035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2" name="直線コネクタ 116881">
                    <a:extLst>
                      <a:ext uri="{FF2B5EF4-FFF2-40B4-BE49-F238E27FC236}">
                        <a16:creationId xmlns:a16="http://schemas.microsoft.com/office/drawing/2014/main" id="{CFAC5AE9-4068-4B75-9BC6-AA41F1A2E2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3" name="直線コネクタ 116882">
                    <a:extLst>
                      <a:ext uri="{FF2B5EF4-FFF2-40B4-BE49-F238E27FC236}">
                        <a16:creationId xmlns:a16="http://schemas.microsoft.com/office/drawing/2014/main" id="{398A4032-B6F6-4AAC-A924-42827F44B4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4" name="直線コネクタ 116883">
                    <a:extLst>
                      <a:ext uri="{FF2B5EF4-FFF2-40B4-BE49-F238E27FC236}">
                        <a16:creationId xmlns:a16="http://schemas.microsoft.com/office/drawing/2014/main" id="{2F364327-3414-4AB7-9E46-322B72A47E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5" name="直線コネクタ 116884">
                    <a:extLst>
                      <a:ext uri="{FF2B5EF4-FFF2-40B4-BE49-F238E27FC236}">
                        <a16:creationId xmlns:a16="http://schemas.microsoft.com/office/drawing/2014/main" id="{25E4D28C-5816-4F10-9C09-36BAB1E7ED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6" name="直線コネクタ 116885">
                    <a:extLst>
                      <a:ext uri="{FF2B5EF4-FFF2-40B4-BE49-F238E27FC236}">
                        <a16:creationId xmlns:a16="http://schemas.microsoft.com/office/drawing/2014/main" id="{186684A7-EB06-4F54-AE6E-F1E7FA8188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7" name="直線コネクタ 116886">
                    <a:extLst>
                      <a:ext uri="{FF2B5EF4-FFF2-40B4-BE49-F238E27FC236}">
                        <a16:creationId xmlns:a16="http://schemas.microsoft.com/office/drawing/2014/main" id="{A7218B7A-DCD1-4D3B-B89C-DFE916467A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8" name="直線コネクタ 116887">
                    <a:extLst>
                      <a:ext uri="{FF2B5EF4-FFF2-40B4-BE49-F238E27FC236}">
                        <a16:creationId xmlns:a16="http://schemas.microsoft.com/office/drawing/2014/main" id="{120F50AF-6A06-4C89-9184-BAE4C37EEF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89" name="直線コネクタ 116888">
                    <a:extLst>
                      <a:ext uri="{FF2B5EF4-FFF2-40B4-BE49-F238E27FC236}">
                        <a16:creationId xmlns:a16="http://schemas.microsoft.com/office/drawing/2014/main" id="{978C8644-EE5C-43F4-87A5-3E21742265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890" name="直線コネクタ 116889">
                    <a:extLst>
                      <a:ext uri="{FF2B5EF4-FFF2-40B4-BE49-F238E27FC236}">
                        <a16:creationId xmlns:a16="http://schemas.microsoft.com/office/drawing/2014/main" id="{355C0FFF-562D-4F6C-B3D2-954CB88AA4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6891" name="グループ化 116890">
                    <a:extLst>
                      <a:ext uri="{FF2B5EF4-FFF2-40B4-BE49-F238E27FC236}">
                        <a16:creationId xmlns:a16="http://schemas.microsoft.com/office/drawing/2014/main" id="{853C5383-5F62-4062-AF64-D25CB9F9246F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067" name="直線コネクタ 117066">
                      <a:extLst>
                        <a:ext uri="{FF2B5EF4-FFF2-40B4-BE49-F238E27FC236}">
                          <a16:creationId xmlns:a16="http://schemas.microsoft.com/office/drawing/2014/main" id="{DBE84EEB-F517-41AB-9B96-1CEB9223AF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68" name="直線コネクタ 117067">
                      <a:extLst>
                        <a:ext uri="{FF2B5EF4-FFF2-40B4-BE49-F238E27FC236}">
                          <a16:creationId xmlns:a16="http://schemas.microsoft.com/office/drawing/2014/main" id="{0089AD85-DB52-4BE1-90C4-AAFCBC2096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69" name="直線コネクタ 117068">
                      <a:extLst>
                        <a:ext uri="{FF2B5EF4-FFF2-40B4-BE49-F238E27FC236}">
                          <a16:creationId xmlns:a16="http://schemas.microsoft.com/office/drawing/2014/main" id="{6A3F69A1-DF4C-4415-9828-49FB5D56ED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0" name="直線コネクタ 117069">
                      <a:extLst>
                        <a:ext uri="{FF2B5EF4-FFF2-40B4-BE49-F238E27FC236}">
                          <a16:creationId xmlns:a16="http://schemas.microsoft.com/office/drawing/2014/main" id="{6C8B5ADE-AE2C-4398-93E8-D219B95E3F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1" name="直線コネクタ 117070">
                      <a:extLst>
                        <a:ext uri="{FF2B5EF4-FFF2-40B4-BE49-F238E27FC236}">
                          <a16:creationId xmlns:a16="http://schemas.microsoft.com/office/drawing/2014/main" id="{45BA544F-6B72-4925-9E72-61FC97DDEE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2" name="直線コネクタ 117071">
                      <a:extLst>
                        <a:ext uri="{FF2B5EF4-FFF2-40B4-BE49-F238E27FC236}">
                          <a16:creationId xmlns:a16="http://schemas.microsoft.com/office/drawing/2014/main" id="{EE92631C-9635-4E53-9A82-736F5B1C9F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3" name="直線コネクタ 117072">
                      <a:extLst>
                        <a:ext uri="{FF2B5EF4-FFF2-40B4-BE49-F238E27FC236}">
                          <a16:creationId xmlns:a16="http://schemas.microsoft.com/office/drawing/2014/main" id="{F3892A96-67F8-4150-9A69-C26B4A1DD7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4" name="直線コネクタ 117073">
                      <a:extLst>
                        <a:ext uri="{FF2B5EF4-FFF2-40B4-BE49-F238E27FC236}">
                          <a16:creationId xmlns:a16="http://schemas.microsoft.com/office/drawing/2014/main" id="{9E8A606F-A720-424C-8462-D3CEE3F67A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5" name="直線コネクタ 117074">
                      <a:extLst>
                        <a:ext uri="{FF2B5EF4-FFF2-40B4-BE49-F238E27FC236}">
                          <a16:creationId xmlns:a16="http://schemas.microsoft.com/office/drawing/2014/main" id="{DFF264F8-E96A-438C-8AC4-FBE75B240E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6" name="直線コネクタ 117075">
                      <a:extLst>
                        <a:ext uri="{FF2B5EF4-FFF2-40B4-BE49-F238E27FC236}">
                          <a16:creationId xmlns:a16="http://schemas.microsoft.com/office/drawing/2014/main" id="{AD435513-5CB1-42D3-9D5D-9509DBCD47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7" name="直線コネクタ 117076">
                      <a:extLst>
                        <a:ext uri="{FF2B5EF4-FFF2-40B4-BE49-F238E27FC236}">
                          <a16:creationId xmlns:a16="http://schemas.microsoft.com/office/drawing/2014/main" id="{6AD8F515-39AD-431C-AE27-8B70C10418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8" name="直線コネクタ 117077">
                      <a:extLst>
                        <a:ext uri="{FF2B5EF4-FFF2-40B4-BE49-F238E27FC236}">
                          <a16:creationId xmlns:a16="http://schemas.microsoft.com/office/drawing/2014/main" id="{C05AD4D9-0DAB-46E0-B040-F79B6D9F29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79" name="直線コネクタ 117078">
                      <a:extLst>
                        <a:ext uri="{FF2B5EF4-FFF2-40B4-BE49-F238E27FC236}">
                          <a16:creationId xmlns:a16="http://schemas.microsoft.com/office/drawing/2014/main" id="{BC7BF3EB-53DA-45C9-95ED-2D7A6A92C3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0" name="直線コネクタ 117079">
                      <a:extLst>
                        <a:ext uri="{FF2B5EF4-FFF2-40B4-BE49-F238E27FC236}">
                          <a16:creationId xmlns:a16="http://schemas.microsoft.com/office/drawing/2014/main" id="{FF933F98-8BEB-4622-A40B-5CFA42C137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1" name="直線コネクタ 117080">
                      <a:extLst>
                        <a:ext uri="{FF2B5EF4-FFF2-40B4-BE49-F238E27FC236}">
                          <a16:creationId xmlns:a16="http://schemas.microsoft.com/office/drawing/2014/main" id="{01628A62-090A-4456-89DA-625C3D8616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2" name="直線コネクタ 117081">
                      <a:extLst>
                        <a:ext uri="{FF2B5EF4-FFF2-40B4-BE49-F238E27FC236}">
                          <a16:creationId xmlns:a16="http://schemas.microsoft.com/office/drawing/2014/main" id="{FA729D16-543A-4136-8C1A-1F79B9771F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3" name="直線コネクタ 117082">
                      <a:extLst>
                        <a:ext uri="{FF2B5EF4-FFF2-40B4-BE49-F238E27FC236}">
                          <a16:creationId xmlns:a16="http://schemas.microsoft.com/office/drawing/2014/main" id="{E23D4522-252B-4C26-9147-54E9D4A7F6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4" name="直線コネクタ 117083">
                      <a:extLst>
                        <a:ext uri="{FF2B5EF4-FFF2-40B4-BE49-F238E27FC236}">
                          <a16:creationId xmlns:a16="http://schemas.microsoft.com/office/drawing/2014/main" id="{F33C80CF-61DD-4833-A3C8-C40FDE1A62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5" name="直線コネクタ 117084">
                      <a:extLst>
                        <a:ext uri="{FF2B5EF4-FFF2-40B4-BE49-F238E27FC236}">
                          <a16:creationId xmlns:a16="http://schemas.microsoft.com/office/drawing/2014/main" id="{86F49047-79A7-462D-B691-230949E5F9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6" name="直線コネクタ 117085">
                      <a:extLst>
                        <a:ext uri="{FF2B5EF4-FFF2-40B4-BE49-F238E27FC236}">
                          <a16:creationId xmlns:a16="http://schemas.microsoft.com/office/drawing/2014/main" id="{8526CE5B-0A61-4893-B164-9468876255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7" name="直線コネクタ 117086">
                      <a:extLst>
                        <a:ext uri="{FF2B5EF4-FFF2-40B4-BE49-F238E27FC236}">
                          <a16:creationId xmlns:a16="http://schemas.microsoft.com/office/drawing/2014/main" id="{1BF27ECE-26AC-43BB-930A-2434A705C2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8" name="直線コネクタ 117087">
                      <a:extLst>
                        <a:ext uri="{FF2B5EF4-FFF2-40B4-BE49-F238E27FC236}">
                          <a16:creationId xmlns:a16="http://schemas.microsoft.com/office/drawing/2014/main" id="{EC47FD6D-5289-4EE3-A8B8-7568111E07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89" name="直線コネクタ 117088">
                      <a:extLst>
                        <a:ext uri="{FF2B5EF4-FFF2-40B4-BE49-F238E27FC236}">
                          <a16:creationId xmlns:a16="http://schemas.microsoft.com/office/drawing/2014/main" id="{65B03191-B05E-47A9-AF43-9354B21EDB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0" name="直線コネクタ 117089">
                      <a:extLst>
                        <a:ext uri="{FF2B5EF4-FFF2-40B4-BE49-F238E27FC236}">
                          <a16:creationId xmlns:a16="http://schemas.microsoft.com/office/drawing/2014/main" id="{002151F4-A7D4-454E-84C5-1BF3D0CCD2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1" name="直線コネクタ 117090">
                      <a:extLst>
                        <a:ext uri="{FF2B5EF4-FFF2-40B4-BE49-F238E27FC236}">
                          <a16:creationId xmlns:a16="http://schemas.microsoft.com/office/drawing/2014/main" id="{A310A1A3-E5E3-4334-8FCF-3B9D11583D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2" name="直線コネクタ 117091">
                      <a:extLst>
                        <a:ext uri="{FF2B5EF4-FFF2-40B4-BE49-F238E27FC236}">
                          <a16:creationId xmlns:a16="http://schemas.microsoft.com/office/drawing/2014/main" id="{CF398382-3846-44A5-ADA5-27289EC7B2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3" name="直線コネクタ 117092">
                      <a:extLst>
                        <a:ext uri="{FF2B5EF4-FFF2-40B4-BE49-F238E27FC236}">
                          <a16:creationId xmlns:a16="http://schemas.microsoft.com/office/drawing/2014/main" id="{BB5BA001-6121-4E76-8CBD-C9A3410BCC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4" name="直線コネクタ 117093">
                      <a:extLst>
                        <a:ext uri="{FF2B5EF4-FFF2-40B4-BE49-F238E27FC236}">
                          <a16:creationId xmlns:a16="http://schemas.microsoft.com/office/drawing/2014/main" id="{8D9495E1-B0A6-49A2-8F85-04AABFAF56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5" name="直線コネクタ 117094">
                      <a:extLst>
                        <a:ext uri="{FF2B5EF4-FFF2-40B4-BE49-F238E27FC236}">
                          <a16:creationId xmlns:a16="http://schemas.microsoft.com/office/drawing/2014/main" id="{DA09DAC9-94AD-43DA-B168-A76273794B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6" name="直線コネクタ 117095">
                      <a:extLst>
                        <a:ext uri="{FF2B5EF4-FFF2-40B4-BE49-F238E27FC236}">
                          <a16:creationId xmlns:a16="http://schemas.microsoft.com/office/drawing/2014/main" id="{61494D53-5028-4E5C-A57A-08B8CA53E2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7" name="直線コネクタ 117096">
                      <a:extLst>
                        <a:ext uri="{FF2B5EF4-FFF2-40B4-BE49-F238E27FC236}">
                          <a16:creationId xmlns:a16="http://schemas.microsoft.com/office/drawing/2014/main" id="{F6744FA8-5989-4564-8E8C-737CBD5809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8" name="直線コネクタ 117097">
                      <a:extLst>
                        <a:ext uri="{FF2B5EF4-FFF2-40B4-BE49-F238E27FC236}">
                          <a16:creationId xmlns:a16="http://schemas.microsoft.com/office/drawing/2014/main" id="{8F41F47F-AD14-4CE1-9954-63B802B4F5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99" name="直線コネクタ 117098">
                      <a:extLst>
                        <a:ext uri="{FF2B5EF4-FFF2-40B4-BE49-F238E27FC236}">
                          <a16:creationId xmlns:a16="http://schemas.microsoft.com/office/drawing/2014/main" id="{654FFEB5-CAD3-4AD8-AEA2-18A69E7969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0" name="直線コネクタ 117099">
                      <a:extLst>
                        <a:ext uri="{FF2B5EF4-FFF2-40B4-BE49-F238E27FC236}">
                          <a16:creationId xmlns:a16="http://schemas.microsoft.com/office/drawing/2014/main" id="{A7FB16D9-7A65-4263-97D0-2B795FFA4F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1" name="直線コネクタ 117100">
                      <a:extLst>
                        <a:ext uri="{FF2B5EF4-FFF2-40B4-BE49-F238E27FC236}">
                          <a16:creationId xmlns:a16="http://schemas.microsoft.com/office/drawing/2014/main" id="{D330CB96-BF89-4C5D-9FC4-8995AACA82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2" name="直線コネクタ 117101">
                      <a:extLst>
                        <a:ext uri="{FF2B5EF4-FFF2-40B4-BE49-F238E27FC236}">
                          <a16:creationId xmlns:a16="http://schemas.microsoft.com/office/drawing/2014/main" id="{9DB2A15D-CD44-4F58-A488-A7135D6370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3" name="直線コネクタ 117102">
                      <a:extLst>
                        <a:ext uri="{FF2B5EF4-FFF2-40B4-BE49-F238E27FC236}">
                          <a16:creationId xmlns:a16="http://schemas.microsoft.com/office/drawing/2014/main" id="{B89E6368-BB1D-412F-A039-68A489D7BB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4" name="直線コネクタ 117103">
                      <a:extLst>
                        <a:ext uri="{FF2B5EF4-FFF2-40B4-BE49-F238E27FC236}">
                          <a16:creationId xmlns:a16="http://schemas.microsoft.com/office/drawing/2014/main" id="{2D40E5B3-3818-4A14-9FC9-DCBFB7966B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5" name="直線コネクタ 117104">
                      <a:extLst>
                        <a:ext uri="{FF2B5EF4-FFF2-40B4-BE49-F238E27FC236}">
                          <a16:creationId xmlns:a16="http://schemas.microsoft.com/office/drawing/2014/main" id="{810EE7C6-B3B4-4C9D-9440-5E403671F8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6" name="直線コネクタ 117105">
                      <a:extLst>
                        <a:ext uri="{FF2B5EF4-FFF2-40B4-BE49-F238E27FC236}">
                          <a16:creationId xmlns:a16="http://schemas.microsoft.com/office/drawing/2014/main" id="{07D78D48-2402-4FD2-BF17-E64B9E0D03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7" name="直線コネクタ 117106">
                      <a:extLst>
                        <a:ext uri="{FF2B5EF4-FFF2-40B4-BE49-F238E27FC236}">
                          <a16:creationId xmlns:a16="http://schemas.microsoft.com/office/drawing/2014/main" id="{CF3BAF7F-3C7A-4EDB-B7C6-62B9984861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108" name="直線コネクタ 117107">
                      <a:extLst>
                        <a:ext uri="{FF2B5EF4-FFF2-40B4-BE49-F238E27FC236}">
                          <a16:creationId xmlns:a16="http://schemas.microsoft.com/office/drawing/2014/main" id="{61523F68-FE90-47FD-A1E6-F5FCC7074D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892" name="グループ化 116891">
                    <a:extLst>
                      <a:ext uri="{FF2B5EF4-FFF2-40B4-BE49-F238E27FC236}">
                        <a16:creationId xmlns:a16="http://schemas.microsoft.com/office/drawing/2014/main" id="{EBC1D8AC-B2E1-4F46-B140-767455414257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7058" name="正方形/長方形 117057">
                      <a:extLst>
                        <a:ext uri="{FF2B5EF4-FFF2-40B4-BE49-F238E27FC236}">
                          <a16:creationId xmlns:a16="http://schemas.microsoft.com/office/drawing/2014/main" id="{9A2C801A-C532-4D11-8B18-770C2299B9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059" name="正方形/長方形 117058">
                      <a:extLst>
                        <a:ext uri="{FF2B5EF4-FFF2-40B4-BE49-F238E27FC236}">
                          <a16:creationId xmlns:a16="http://schemas.microsoft.com/office/drawing/2014/main" id="{3464ED61-D71F-4CB6-91BE-A9ABDBC427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060" name="正方形/長方形 117059">
                      <a:extLst>
                        <a:ext uri="{FF2B5EF4-FFF2-40B4-BE49-F238E27FC236}">
                          <a16:creationId xmlns:a16="http://schemas.microsoft.com/office/drawing/2014/main" id="{70863B81-FD82-40C7-BDB0-F2CD791316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061" name="正方形/長方形 117060">
                      <a:extLst>
                        <a:ext uri="{FF2B5EF4-FFF2-40B4-BE49-F238E27FC236}">
                          <a16:creationId xmlns:a16="http://schemas.microsoft.com/office/drawing/2014/main" id="{8D7F36D7-CE6F-4135-B769-717021D5C5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062" name="正方形/長方形 117061">
                      <a:extLst>
                        <a:ext uri="{FF2B5EF4-FFF2-40B4-BE49-F238E27FC236}">
                          <a16:creationId xmlns:a16="http://schemas.microsoft.com/office/drawing/2014/main" id="{C4A597F5-4D4F-4A82-878A-A9E2D54F1B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063" name="正方形/長方形 117062">
                      <a:extLst>
                        <a:ext uri="{FF2B5EF4-FFF2-40B4-BE49-F238E27FC236}">
                          <a16:creationId xmlns:a16="http://schemas.microsoft.com/office/drawing/2014/main" id="{E6E7682F-3D7F-468F-A961-192CD7996B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064" name="正方形/長方形 117063">
                      <a:extLst>
                        <a:ext uri="{FF2B5EF4-FFF2-40B4-BE49-F238E27FC236}">
                          <a16:creationId xmlns:a16="http://schemas.microsoft.com/office/drawing/2014/main" id="{40F5F8DB-ACD4-468C-A2A7-C2DA1AFA7A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065" name="正方形/長方形 117064">
                      <a:extLst>
                        <a:ext uri="{FF2B5EF4-FFF2-40B4-BE49-F238E27FC236}">
                          <a16:creationId xmlns:a16="http://schemas.microsoft.com/office/drawing/2014/main" id="{F1E27A02-1EFA-4BF6-973A-EECF0D77A2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7066" name="正方形/長方形 117065">
                      <a:extLst>
                        <a:ext uri="{FF2B5EF4-FFF2-40B4-BE49-F238E27FC236}">
                          <a16:creationId xmlns:a16="http://schemas.microsoft.com/office/drawing/2014/main" id="{709A377B-6359-4FE3-A5A0-36940E7DD2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6893" name="グループ化 116892">
                    <a:extLst>
                      <a:ext uri="{FF2B5EF4-FFF2-40B4-BE49-F238E27FC236}">
                        <a16:creationId xmlns:a16="http://schemas.microsoft.com/office/drawing/2014/main" id="{42649D6D-45D3-44D1-815E-92ECEA5A7A11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050" name="直線コネクタ 117049">
                      <a:extLst>
                        <a:ext uri="{FF2B5EF4-FFF2-40B4-BE49-F238E27FC236}">
                          <a16:creationId xmlns:a16="http://schemas.microsoft.com/office/drawing/2014/main" id="{53C200D9-F128-436F-8293-F47CD3FC0B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51" name="直線コネクタ 117050">
                      <a:extLst>
                        <a:ext uri="{FF2B5EF4-FFF2-40B4-BE49-F238E27FC236}">
                          <a16:creationId xmlns:a16="http://schemas.microsoft.com/office/drawing/2014/main" id="{B03A51C0-191C-4B31-8E62-4392B54FD7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52" name="直線コネクタ 117051">
                      <a:extLst>
                        <a:ext uri="{FF2B5EF4-FFF2-40B4-BE49-F238E27FC236}">
                          <a16:creationId xmlns:a16="http://schemas.microsoft.com/office/drawing/2014/main" id="{FEE5EBFC-397E-496C-A2E8-2F7BE287B7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53" name="直線コネクタ 117052">
                      <a:extLst>
                        <a:ext uri="{FF2B5EF4-FFF2-40B4-BE49-F238E27FC236}">
                          <a16:creationId xmlns:a16="http://schemas.microsoft.com/office/drawing/2014/main" id="{E0FBED8F-3E22-4B70-9DAC-8998DCAD24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54" name="直線コネクタ 117053">
                      <a:extLst>
                        <a:ext uri="{FF2B5EF4-FFF2-40B4-BE49-F238E27FC236}">
                          <a16:creationId xmlns:a16="http://schemas.microsoft.com/office/drawing/2014/main" id="{99E79A8D-8999-4D4C-A26D-A01F784805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55" name="直線コネクタ 117054">
                      <a:extLst>
                        <a:ext uri="{FF2B5EF4-FFF2-40B4-BE49-F238E27FC236}">
                          <a16:creationId xmlns:a16="http://schemas.microsoft.com/office/drawing/2014/main" id="{1EF6BBA3-5C39-4D09-AC36-242D652EBC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56" name="直線コネクタ 117055">
                      <a:extLst>
                        <a:ext uri="{FF2B5EF4-FFF2-40B4-BE49-F238E27FC236}">
                          <a16:creationId xmlns:a16="http://schemas.microsoft.com/office/drawing/2014/main" id="{DF35A30B-A28E-4349-BC09-959AE60A7A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57" name="直線コネクタ 117056">
                      <a:extLst>
                        <a:ext uri="{FF2B5EF4-FFF2-40B4-BE49-F238E27FC236}">
                          <a16:creationId xmlns:a16="http://schemas.microsoft.com/office/drawing/2014/main" id="{253B627F-03DC-4050-B9F0-0F7738544B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894" name="グループ化 116893">
                    <a:extLst>
                      <a:ext uri="{FF2B5EF4-FFF2-40B4-BE49-F238E27FC236}">
                        <a16:creationId xmlns:a16="http://schemas.microsoft.com/office/drawing/2014/main" id="{37741895-B1AB-4291-987E-AA5796BA6302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7042" name="直線コネクタ 117041">
                      <a:extLst>
                        <a:ext uri="{FF2B5EF4-FFF2-40B4-BE49-F238E27FC236}">
                          <a16:creationId xmlns:a16="http://schemas.microsoft.com/office/drawing/2014/main" id="{C660B15E-7BFC-47BF-B751-EAE19E97EB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3" name="直線コネクタ 117042">
                      <a:extLst>
                        <a:ext uri="{FF2B5EF4-FFF2-40B4-BE49-F238E27FC236}">
                          <a16:creationId xmlns:a16="http://schemas.microsoft.com/office/drawing/2014/main" id="{042043CF-69D7-49E9-A1B6-B7C750E1E1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4" name="直線コネクタ 117043">
                      <a:extLst>
                        <a:ext uri="{FF2B5EF4-FFF2-40B4-BE49-F238E27FC236}">
                          <a16:creationId xmlns:a16="http://schemas.microsoft.com/office/drawing/2014/main" id="{F2C5627F-80DB-47C2-9DF2-253D97720F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5" name="直線コネクタ 117044">
                      <a:extLst>
                        <a:ext uri="{FF2B5EF4-FFF2-40B4-BE49-F238E27FC236}">
                          <a16:creationId xmlns:a16="http://schemas.microsoft.com/office/drawing/2014/main" id="{A8B47C1B-CEA8-41F4-ADBB-03A90E93DC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6" name="直線コネクタ 117045">
                      <a:extLst>
                        <a:ext uri="{FF2B5EF4-FFF2-40B4-BE49-F238E27FC236}">
                          <a16:creationId xmlns:a16="http://schemas.microsoft.com/office/drawing/2014/main" id="{86DDC608-37F2-45C7-A5B1-D740FE9437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7" name="直線コネクタ 117046">
                      <a:extLst>
                        <a:ext uri="{FF2B5EF4-FFF2-40B4-BE49-F238E27FC236}">
                          <a16:creationId xmlns:a16="http://schemas.microsoft.com/office/drawing/2014/main" id="{8F327793-5373-4A8C-85E3-FC5A08B054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8" name="直線コネクタ 117047">
                      <a:extLst>
                        <a:ext uri="{FF2B5EF4-FFF2-40B4-BE49-F238E27FC236}">
                          <a16:creationId xmlns:a16="http://schemas.microsoft.com/office/drawing/2014/main" id="{FB47F66D-5839-4033-99F7-79E41DDEAC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9" name="直線コネクタ 117048">
                      <a:extLst>
                        <a:ext uri="{FF2B5EF4-FFF2-40B4-BE49-F238E27FC236}">
                          <a16:creationId xmlns:a16="http://schemas.microsoft.com/office/drawing/2014/main" id="{5579C187-2B2D-4A77-B6AE-A9BF56A83F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895" name="グループ化 116894">
                    <a:extLst>
                      <a:ext uri="{FF2B5EF4-FFF2-40B4-BE49-F238E27FC236}">
                        <a16:creationId xmlns:a16="http://schemas.microsoft.com/office/drawing/2014/main" id="{520FFEE6-0295-4586-8394-A6C378B989C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7000" name="直線コネクタ 116999">
                      <a:extLst>
                        <a:ext uri="{FF2B5EF4-FFF2-40B4-BE49-F238E27FC236}">
                          <a16:creationId xmlns:a16="http://schemas.microsoft.com/office/drawing/2014/main" id="{E0AD9C39-29D2-4D59-9598-E8D35A4A5A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1" name="直線コネクタ 117000">
                      <a:extLst>
                        <a:ext uri="{FF2B5EF4-FFF2-40B4-BE49-F238E27FC236}">
                          <a16:creationId xmlns:a16="http://schemas.microsoft.com/office/drawing/2014/main" id="{B0ACF4F1-D88A-4C6F-9994-1FBEE99C44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2" name="直線コネクタ 117001">
                      <a:extLst>
                        <a:ext uri="{FF2B5EF4-FFF2-40B4-BE49-F238E27FC236}">
                          <a16:creationId xmlns:a16="http://schemas.microsoft.com/office/drawing/2014/main" id="{C90F087E-A1BD-442E-BFB0-9FCE79C32B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3" name="直線コネクタ 117002">
                      <a:extLst>
                        <a:ext uri="{FF2B5EF4-FFF2-40B4-BE49-F238E27FC236}">
                          <a16:creationId xmlns:a16="http://schemas.microsoft.com/office/drawing/2014/main" id="{C9A51E5A-7C40-40D6-9ADB-897F8C6CC2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4" name="直線コネクタ 117003">
                      <a:extLst>
                        <a:ext uri="{FF2B5EF4-FFF2-40B4-BE49-F238E27FC236}">
                          <a16:creationId xmlns:a16="http://schemas.microsoft.com/office/drawing/2014/main" id="{8773E21D-E4F5-4369-ADDF-B84F817D19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5" name="直線コネクタ 117004">
                      <a:extLst>
                        <a:ext uri="{FF2B5EF4-FFF2-40B4-BE49-F238E27FC236}">
                          <a16:creationId xmlns:a16="http://schemas.microsoft.com/office/drawing/2014/main" id="{7E137EAC-F08C-4661-AE4E-7CEF8D0BCE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6" name="直線コネクタ 117005">
                      <a:extLst>
                        <a:ext uri="{FF2B5EF4-FFF2-40B4-BE49-F238E27FC236}">
                          <a16:creationId xmlns:a16="http://schemas.microsoft.com/office/drawing/2014/main" id="{76815246-213A-4EFC-B62C-309498D01B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7" name="直線コネクタ 117006">
                      <a:extLst>
                        <a:ext uri="{FF2B5EF4-FFF2-40B4-BE49-F238E27FC236}">
                          <a16:creationId xmlns:a16="http://schemas.microsoft.com/office/drawing/2014/main" id="{442DCC91-761D-4D1E-A428-DC1A03F39B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8" name="直線コネクタ 117007">
                      <a:extLst>
                        <a:ext uri="{FF2B5EF4-FFF2-40B4-BE49-F238E27FC236}">
                          <a16:creationId xmlns:a16="http://schemas.microsoft.com/office/drawing/2014/main" id="{6F8C53AF-CBD3-4841-AB4F-BB9303DE67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09" name="直線コネクタ 117008">
                      <a:extLst>
                        <a:ext uri="{FF2B5EF4-FFF2-40B4-BE49-F238E27FC236}">
                          <a16:creationId xmlns:a16="http://schemas.microsoft.com/office/drawing/2014/main" id="{13EED819-02BE-4D73-996C-CBE7D9812E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0" name="直線コネクタ 117009">
                      <a:extLst>
                        <a:ext uri="{FF2B5EF4-FFF2-40B4-BE49-F238E27FC236}">
                          <a16:creationId xmlns:a16="http://schemas.microsoft.com/office/drawing/2014/main" id="{3CEB29B3-FED0-49AF-9483-D7F241192B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1" name="直線コネクタ 117010">
                      <a:extLst>
                        <a:ext uri="{FF2B5EF4-FFF2-40B4-BE49-F238E27FC236}">
                          <a16:creationId xmlns:a16="http://schemas.microsoft.com/office/drawing/2014/main" id="{4A43FB76-A8F8-4719-889F-FA3E00DD15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2" name="直線コネクタ 117011">
                      <a:extLst>
                        <a:ext uri="{FF2B5EF4-FFF2-40B4-BE49-F238E27FC236}">
                          <a16:creationId xmlns:a16="http://schemas.microsoft.com/office/drawing/2014/main" id="{3C28F954-5A22-4BA2-9125-8410A39156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3" name="直線コネクタ 117012">
                      <a:extLst>
                        <a:ext uri="{FF2B5EF4-FFF2-40B4-BE49-F238E27FC236}">
                          <a16:creationId xmlns:a16="http://schemas.microsoft.com/office/drawing/2014/main" id="{82A80801-FB51-46B7-88FC-6FAA8B9EE3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4" name="直線コネクタ 117013">
                      <a:extLst>
                        <a:ext uri="{FF2B5EF4-FFF2-40B4-BE49-F238E27FC236}">
                          <a16:creationId xmlns:a16="http://schemas.microsoft.com/office/drawing/2014/main" id="{349652B1-E395-404E-8238-20D12D43C0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5" name="直線コネクタ 117014">
                      <a:extLst>
                        <a:ext uri="{FF2B5EF4-FFF2-40B4-BE49-F238E27FC236}">
                          <a16:creationId xmlns:a16="http://schemas.microsoft.com/office/drawing/2014/main" id="{CF277A8D-58FF-4603-A1C6-B17094ADFA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6" name="直線コネクタ 117015">
                      <a:extLst>
                        <a:ext uri="{FF2B5EF4-FFF2-40B4-BE49-F238E27FC236}">
                          <a16:creationId xmlns:a16="http://schemas.microsoft.com/office/drawing/2014/main" id="{CE782A75-B575-4508-AEF8-A0E82AF444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7" name="直線コネクタ 117016">
                      <a:extLst>
                        <a:ext uri="{FF2B5EF4-FFF2-40B4-BE49-F238E27FC236}">
                          <a16:creationId xmlns:a16="http://schemas.microsoft.com/office/drawing/2014/main" id="{178C9821-3436-46EB-B5CA-3909400D1B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8" name="直線コネクタ 117017">
                      <a:extLst>
                        <a:ext uri="{FF2B5EF4-FFF2-40B4-BE49-F238E27FC236}">
                          <a16:creationId xmlns:a16="http://schemas.microsoft.com/office/drawing/2014/main" id="{CF1FF4AC-E44F-4591-9DDC-74896E7D5E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19" name="直線コネクタ 117018">
                      <a:extLst>
                        <a:ext uri="{FF2B5EF4-FFF2-40B4-BE49-F238E27FC236}">
                          <a16:creationId xmlns:a16="http://schemas.microsoft.com/office/drawing/2014/main" id="{D3ACC699-8163-4A3A-B1D5-DDABB19DFF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0" name="直線コネクタ 117019">
                      <a:extLst>
                        <a:ext uri="{FF2B5EF4-FFF2-40B4-BE49-F238E27FC236}">
                          <a16:creationId xmlns:a16="http://schemas.microsoft.com/office/drawing/2014/main" id="{12C90AFB-6A59-4093-8FCA-C2AE50F13A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1" name="直線コネクタ 117020">
                      <a:extLst>
                        <a:ext uri="{FF2B5EF4-FFF2-40B4-BE49-F238E27FC236}">
                          <a16:creationId xmlns:a16="http://schemas.microsoft.com/office/drawing/2014/main" id="{9E72217A-3C54-45AB-9492-E7F3133782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2" name="直線コネクタ 117021">
                      <a:extLst>
                        <a:ext uri="{FF2B5EF4-FFF2-40B4-BE49-F238E27FC236}">
                          <a16:creationId xmlns:a16="http://schemas.microsoft.com/office/drawing/2014/main" id="{C6E6542A-88FF-486B-B678-92DA5DD447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3" name="直線コネクタ 117022">
                      <a:extLst>
                        <a:ext uri="{FF2B5EF4-FFF2-40B4-BE49-F238E27FC236}">
                          <a16:creationId xmlns:a16="http://schemas.microsoft.com/office/drawing/2014/main" id="{1EDB8168-CCAD-4F3C-A50A-5D34C4BBB2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4" name="直線コネクタ 117023">
                      <a:extLst>
                        <a:ext uri="{FF2B5EF4-FFF2-40B4-BE49-F238E27FC236}">
                          <a16:creationId xmlns:a16="http://schemas.microsoft.com/office/drawing/2014/main" id="{5E8C06CA-94BC-4634-B4FB-F89A6730F1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5" name="直線コネクタ 117024">
                      <a:extLst>
                        <a:ext uri="{FF2B5EF4-FFF2-40B4-BE49-F238E27FC236}">
                          <a16:creationId xmlns:a16="http://schemas.microsoft.com/office/drawing/2014/main" id="{FE22C24B-41D7-41BB-BD58-20BAFB8C23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6" name="直線コネクタ 117025">
                      <a:extLst>
                        <a:ext uri="{FF2B5EF4-FFF2-40B4-BE49-F238E27FC236}">
                          <a16:creationId xmlns:a16="http://schemas.microsoft.com/office/drawing/2014/main" id="{03622EDC-73C3-4D90-B9D4-53E3E6E1B3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7" name="直線コネクタ 117026">
                      <a:extLst>
                        <a:ext uri="{FF2B5EF4-FFF2-40B4-BE49-F238E27FC236}">
                          <a16:creationId xmlns:a16="http://schemas.microsoft.com/office/drawing/2014/main" id="{AC4A515D-1E02-4C39-997C-E0F05F135C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8" name="直線コネクタ 117027">
                      <a:extLst>
                        <a:ext uri="{FF2B5EF4-FFF2-40B4-BE49-F238E27FC236}">
                          <a16:creationId xmlns:a16="http://schemas.microsoft.com/office/drawing/2014/main" id="{934163B3-0950-4A09-98C9-8A113965DA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29" name="直線コネクタ 117028">
                      <a:extLst>
                        <a:ext uri="{FF2B5EF4-FFF2-40B4-BE49-F238E27FC236}">
                          <a16:creationId xmlns:a16="http://schemas.microsoft.com/office/drawing/2014/main" id="{D505D5E1-8642-4671-A586-0C9DEE6240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0" name="直線コネクタ 117029">
                      <a:extLst>
                        <a:ext uri="{FF2B5EF4-FFF2-40B4-BE49-F238E27FC236}">
                          <a16:creationId xmlns:a16="http://schemas.microsoft.com/office/drawing/2014/main" id="{02527663-8FEC-4800-A9F2-EE7B87977E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1" name="直線コネクタ 117030">
                      <a:extLst>
                        <a:ext uri="{FF2B5EF4-FFF2-40B4-BE49-F238E27FC236}">
                          <a16:creationId xmlns:a16="http://schemas.microsoft.com/office/drawing/2014/main" id="{DBD7D647-0650-4144-BDEB-D383BB1445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2" name="直線コネクタ 117031">
                      <a:extLst>
                        <a:ext uri="{FF2B5EF4-FFF2-40B4-BE49-F238E27FC236}">
                          <a16:creationId xmlns:a16="http://schemas.microsoft.com/office/drawing/2014/main" id="{DDB02D48-511F-4C20-900E-7E9A10CA05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3" name="直線コネクタ 117032">
                      <a:extLst>
                        <a:ext uri="{FF2B5EF4-FFF2-40B4-BE49-F238E27FC236}">
                          <a16:creationId xmlns:a16="http://schemas.microsoft.com/office/drawing/2014/main" id="{ACF9C1AA-6A39-4710-B87D-EAE8296F5E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4" name="直線コネクタ 117033">
                      <a:extLst>
                        <a:ext uri="{FF2B5EF4-FFF2-40B4-BE49-F238E27FC236}">
                          <a16:creationId xmlns:a16="http://schemas.microsoft.com/office/drawing/2014/main" id="{C1D056E5-DDDC-4288-8A1F-F169E72769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5" name="直線コネクタ 117034">
                      <a:extLst>
                        <a:ext uri="{FF2B5EF4-FFF2-40B4-BE49-F238E27FC236}">
                          <a16:creationId xmlns:a16="http://schemas.microsoft.com/office/drawing/2014/main" id="{4EEF38C1-C0B6-4BDC-A10B-10DB07461C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6" name="直線コネクタ 117035">
                      <a:extLst>
                        <a:ext uri="{FF2B5EF4-FFF2-40B4-BE49-F238E27FC236}">
                          <a16:creationId xmlns:a16="http://schemas.microsoft.com/office/drawing/2014/main" id="{82C6CD5E-7B02-46FB-A08C-EEB729DCC3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7" name="直線コネクタ 117036">
                      <a:extLst>
                        <a:ext uri="{FF2B5EF4-FFF2-40B4-BE49-F238E27FC236}">
                          <a16:creationId xmlns:a16="http://schemas.microsoft.com/office/drawing/2014/main" id="{65E38DB3-396E-4608-BD0E-F3AA65A427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8" name="直線コネクタ 117037">
                      <a:extLst>
                        <a:ext uri="{FF2B5EF4-FFF2-40B4-BE49-F238E27FC236}">
                          <a16:creationId xmlns:a16="http://schemas.microsoft.com/office/drawing/2014/main" id="{19ECEDED-E439-4D83-ABE1-302D8DA259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39" name="直線コネクタ 117038">
                      <a:extLst>
                        <a:ext uri="{FF2B5EF4-FFF2-40B4-BE49-F238E27FC236}">
                          <a16:creationId xmlns:a16="http://schemas.microsoft.com/office/drawing/2014/main" id="{41F5F378-ECF8-4348-986E-84680037FA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0" name="直線コネクタ 117039">
                      <a:extLst>
                        <a:ext uri="{FF2B5EF4-FFF2-40B4-BE49-F238E27FC236}">
                          <a16:creationId xmlns:a16="http://schemas.microsoft.com/office/drawing/2014/main" id="{007821AE-1E2A-46D2-A6B6-4B8C7B640E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7041" name="直線コネクタ 117040">
                      <a:extLst>
                        <a:ext uri="{FF2B5EF4-FFF2-40B4-BE49-F238E27FC236}">
                          <a16:creationId xmlns:a16="http://schemas.microsoft.com/office/drawing/2014/main" id="{26A1EF72-5591-4BAC-99E7-80430C4F35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896" name="グループ化 116895">
                    <a:extLst>
                      <a:ext uri="{FF2B5EF4-FFF2-40B4-BE49-F238E27FC236}">
                        <a16:creationId xmlns:a16="http://schemas.microsoft.com/office/drawing/2014/main" id="{DC5CD628-81A2-46B0-B827-B5F1855ACD6B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958" name="直線コネクタ 116957">
                      <a:extLst>
                        <a:ext uri="{FF2B5EF4-FFF2-40B4-BE49-F238E27FC236}">
                          <a16:creationId xmlns:a16="http://schemas.microsoft.com/office/drawing/2014/main" id="{1A09A796-1F6B-4CB8-B5C2-DDF11A02AE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59" name="直線コネクタ 116958">
                      <a:extLst>
                        <a:ext uri="{FF2B5EF4-FFF2-40B4-BE49-F238E27FC236}">
                          <a16:creationId xmlns:a16="http://schemas.microsoft.com/office/drawing/2014/main" id="{AC147060-F9F7-443F-90AC-0BA9DE2996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0" name="直線コネクタ 116959">
                      <a:extLst>
                        <a:ext uri="{FF2B5EF4-FFF2-40B4-BE49-F238E27FC236}">
                          <a16:creationId xmlns:a16="http://schemas.microsoft.com/office/drawing/2014/main" id="{85212045-5967-4BC7-8A5B-28BCDD14E6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1" name="直線コネクタ 116960">
                      <a:extLst>
                        <a:ext uri="{FF2B5EF4-FFF2-40B4-BE49-F238E27FC236}">
                          <a16:creationId xmlns:a16="http://schemas.microsoft.com/office/drawing/2014/main" id="{73F3A8E1-EF26-473E-95AB-25BB368F99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2" name="直線コネクタ 116961">
                      <a:extLst>
                        <a:ext uri="{FF2B5EF4-FFF2-40B4-BE49-F238E27FC236}">
                          <a16:creationId xmlns:a16="http://schemas.microsoft.com/office/drawing/2014/main" id="{DE7A8F8A-4586-468C-9D32-77CF3B6AA4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3" name="直線コネクタ 116962">
                      <a:extLst>
                        <a:ext uri="{FF2B5EF4-FFF2-40B4-BE49-F238E27FC236}">
                          <a16:creationId xmlns:a16="http://schemas.microsoft.com/office/drawing/2014/main" id="{5A4F125F-C80D-4DF8-8968-7485CF6BD6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4" name="直線コネクタ 116963">
                      <a:extLst>
                        <a:ext uri="{FF2B5EF4-FFF2-40B4-BE49-F238E27FC236}">
                          <a16:creationId xmlns:a16="http://schemas.microsoft.com/office/drawing/2014/main" id="{C89A613E-4E55-46E9-B66B-0008541B73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5" name="直線コネクタ 116964">
                      <a:extLst>
                        <a:ext uri="{FF2B5EF4-FFF2-40B4-BE49-F238E27FC236}">
                          <a16:creationId xmlns:a16="http://schemas.microsoft.com/office/drawing/2014/main" id="{279A86F8-2C9D-42BF-9690-71AAE16C91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6" name="直線コネクタ 116965">
                      <a:extLst>
                        <a:ext uri="{FF2B5EF4-FFF2-40B4-BE49-F238E27FC236}">
                          <a16:creationId xmlns:a16="http://schemas.microsoft.com/office/drawing/2014/main" id="{844E1D1B-5F6C-4440-BDFE-7BA1E1C1D0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7" name="直線コネクタ 116966">
                      <a:extLst>
                        <a:ext uri="{FF2B5EF4-FFF2-40B4-BE49-F238E27FC236}">
                          <a16:creationId xmlns:a16="http://schemas.microsoft.com/office/drawing/2014/main" id="{C5C2678E-25DC-4D0B-B6B1-EE688BB7B7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8" name="直線コネクタ 116967">
                      <a:extLst>
                        <a:ext uri="{FF2B5EF4-FFF2-40B4-BE49-F238E27FC236}">
                          <a16:creationId xmlns:a16="http://schemas.microsoft.com/office/drawing/2014/main" id="{D95E3284-F543-43EB-9733-FEFFED2A2D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69" name="直線コネクタ 116968">
                      <a:extLst>
                        <a:ext uri="{FF2B5EF4-FFF2-40B4-BE49-F238E27FC236}">
                          <a16:creationId xmlns:a16="http://schemas.microsoft.com/office/drawing/2014/main" id="{FF7E6869-3F8B-4140-B4C2-7C74DBED86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0" name="直線コネクタ 116969">
                      <a:extLst>
                        <a:ext uri="{FF2B5EF4-FFF2-40B4-BE49-F238E27FC236}">
                          <a16:creationId xmlns:a16="http://schemas.microsoft.com/office/drawing/2014/main" id="{58F5B62C-BB1B-468B-BD27-E0F9FE8829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1" name="直線コネクタ 116970">
                      <a:extLst>
                        <a:ext uri="{FF2B5EF4-FFF2-40B4-BE49-F238E27FC236}">
                          <a16:creationId xmlns:a16="http://schemas.microsoft.com/office/drawing/2014/main" id="{F8651CB5-CCBA-4464-B2B2-352115517C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2" name="直線コネクタ 116971">
                      <a:extLst>
                        <a:ext uri="{FF2B5EF4-FFF2-40B4-BE49-F238E27FC236}">
                          <a16:creationId xmlns:a16="http://schemas.microsoft.com/office/drawing/2014/main" id="{61D1FB26-981C-4342-B0AC-31800F7E4B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3" name="直線コネクタ 116972">
                      <a:extLst>
                        <a:ext uri="{FF2B5EF4-FFF2-40B4-BE49-F238E27FC236}">
                          <a16:creationId xmlns:a16="http://schemas.microsoft.com/office/drawing/2014/main" id="{49E25861-E8E1-4E68-BEB5-13509F3503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4" name="直線コネクタ 116973">
                      <a:extLst>
                        <a:ext uri="{FF2B5EF4-FFF2-40B4-BE49-F238E27FC236}">
                          <a16:creationId xmlns:a16="http://schemas.microsoft.com/office/drawing/2014/main" id="{E7E0B0EA-EE6E-4B6C-BF9E-CE230C56EE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5" name="直線コネクタ 116974">
                      <a:extLst>
                        <a:ext uri="{FF2B5EF4-FFF2-40B4-BE49-F238E27FC236}">
                          <a16:creationId xmlns:a16="http://schemas.microsoft.com/office/drawing/2014/main" id="{F2A8BDB3-0EA0-4F5B-B987-A7C3913CA5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6" name="直線コネクタ 116975">
                      <a:extLst>
                        <a:ext uri="{FF2B5EF4-FFF2-40B4-BE49-F238E27FC236}">
                          <a16:creationId xmlns:a16="http://schemas.microsoft.com/office/drawing/2014/main" id="{729AC339-9AE1-47E9-AEB5-BDBF16BADE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7" name="直線コネクタ 116976">
                      <a:extLst>
                        <a:ext uri="{FF2B5EF4-FFF2-40B4-BE49-F238E27FC236}">
                          <a16:creationId xmlns:a16="http://schemas.microsoft.com/office/drawing/2014/main" id="{38B9DE6B-7390-46A7-86BC-3900069217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8" name="直線コネクタ 116977">
                      <a:extLst>
                        <a:ext uri="{FF2B5EF4-FFF2-40B4-BE49-F238E27FC236}">
                          <a16:creationId xmlns:a16="http://schemas.microsoft.com/office/drawing/2014/main" id="{006A9459-77E7-4607-AF9E-8C4FA5F46A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79" name="直線コネクタ 116978">
                      <a:extLst>
                        <a:ext uri="{FF2B5EF4-FFF2-40B4-BE49-F238E27FC236}">
                          <a16:creationId xmlns:a16="http://schemas.microsoft.com/office/drawing/2014/main" id="{F5AFAB8D-E316-465E-A3F6-1D176D63B2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0" name="直線コネクタ 116979">
                      <a:extLst>
                        <a:ext uri="{FF2B5EF4-FFF2-40B4-BE49-F238E27FC236}">
                          <a16:creationId xmlns:a16="http://schemas.microsoft.com/office/drawing/2014/main" id="{AE6D0EB2-C31E-422A-AB58-1180153B22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1" name="直線コネクタ 116980">
                      <a:extLst>
                        <a:ext uri="{FF2B5EF4-FFF2-40B4-BE49-F238E27FC236}">
                          <a16:creationId xmlns:a16="http://schemas.microsoft.com/office/drawing/2014/main" id="{8A1AF052-B108-4912-A7B0-5448D43386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2" name="直線コネクタ 116981">
                      <a:extLst>
                        <a:ext uri="{FF2B5EF4-FFF2-40B4-BE49-F238E27FC236}">
                          <a16:creationId xmlns:a16="http://schemas.microsoft.com/office/drawing/2014/main" id="{310BA32A-2F55-463E-A876-AF2903E8F9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3" name="直線コネクタ 116982">
                      <a:extLst>
                        <a:ext uri="{FF2B5EF4-FFF2-40B4-BE49-F238E27FC236}">
                          <a16:creationId xmlns:a16="http://schemas.microsoft.com/office/drawing/2014/main" id="{86A83155-23DF-4A8D-B11A-1614399504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4" name="直線コネクタ 116983">
                      <a:extLst>
                        <a:ext uri="{FF2B5EF4-FFF2-40B4-BE49-F238E27FC236}">
                          <a16:creationId xmlns:a16="http://schemas.microsoft.com/office/drawing/2014/main" id="{549A92A4-3B3D-4176-AF57-F5EC5D5655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5" name="直線コネクタ 116984">
                      <a:extLst>
                        <a:ext uri="{FF2B5EF4-FFF2-40B4-BE49-F238E27FC236}">
                          <a16:creationId xmlns:a16="http://schemas.microsoft.com/office/drawing/2014/main" id="{A29034F9-B160-464A-A13A-C4D6EE34D8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6" name="直線コネクタ 116985">
                      <a:extLst>
                        <a:ext uri="{FF2B5EF4-FFF2-40B4-BE49-F238E27FC236}">
                          <a16:creationId xmlns:a16="http://schemas.microsoft.com/office/drawing/2014/main" id="{74E2912D-777C-4FFB-B54A-36EB043CBA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7" name="直線コネクタ 116986">
                      <a:extLst>
                        <a:ext uri="{FF2B5EF4-FFF2-40B4-BE49-F238E27FC236}">
                          <a16:creationId xmlns:a16="http://schemas.microsoft.com/office/drawing/2014/main" id="{1E8E283F-01E0-4C3C-9588-6899FD08CA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8" name="直線コネクタ 116987">
                      <a:extLst>
                        <a:ext uri="{FF2B5EF4-FFF2-40B4-BE49-F238E27FC236}">
                          <a16:creationId xmlns:a16="http://schemas.microsoft.com/office/drawing/2014/main" id="{B3D4235E-1391-42FB-ACF7-416E90EA7C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89" name="直線コネクタ 116988">
                      <a:extLst>
                        <a:ext uri="{FF2B5EF4-FFF2-40B4-BE49-F238E27FC236}">
                          <a16:creationId xmlns:a16="http://schemas.microsoft.com/office/drawing/2014/main" id="{123F5504-A9CD-4941-8259-06AF4F6906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0" name="直線コネクタ 116989">
                      <a:extLst>
                        <a:ext uri="{FF2B5EF4-FFF2-40B4-BE49-F238E27FC236}">
                          <a16:creationId xmlns:a16="http://schemas.microsoft.com/office/drawing/2014/main" id="{7ECCED58-6444-4620-B650-EBF5827699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1" name="直線コネクタ 116990">
                      <a:extLst>
                        <a:ext uri="{FF2B5EF4-FFF2-40B4-BE49-F238E27FC236}">
                          <a16:creationId xmlns:a16="http://schemas.microsoft.com/office/drawing/2014/main" id="{095C0A9B-DFC0-4CD3-8D2B-510070246C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2" name="直線コネクタ 116991">
                      <a:extLst>
                        <a:ext uri="{FF2B5EF4-FFF2-40B4-BE49-F238E27FC236}">
                          <a16:creationId xmlns:a16="http://schemas.microsoft.com/office/drawing/2014/main" id="{0C7CD2DF-5001-48AF-B41B-8C9EB73ACC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3" name="直線コネクタ 116992">
                      <a:extLst>
                        <a:ext uri="{FF2B5EF4-FFF2-40B4-BE49-F238E27FC236}">
                          <a16:creationId xmlns:a16="http://schemas.microsoft.com/office/drawing/2014/main" id="{18C41642-6369-4CD7-9E4E-19D7B9FD1C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4" name="直線コネクタ 116993">
                      <a:extLst>
                        <a:ext uri="{FF2B5EF4-FFF2-40B4-BE49-F238E27FC236}">
                          <a16:creationId xmlns:a16="http://schemas.microsoft.com/office/drawing/2014/main" id="{8BCB0FAC-3C9F-40EF-8A55-19FB5E1F9D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5" name="直線コネクタ 116994">
                      <a:extLst>
                        <a:ext uri="{FF2B5EF4-FFF2-40B4-BE49-F238E27FC236}">
                          <a16:creationId xmlns:a16="http://schemas.microsoft.com/office/drawing/2014/main" id="{CA3FA30F-490C-408C-8965-35878C44FA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6" name="直線コネクタ 116995">
                      <a:extLst>
                        <a:ext uri="{FF2B5EF4-FFF2-40B4-BE49-F238E27FC236}">
                          <a16:creationId xmlns:a16="http://schemas.microsoft.com/office/drawing/2014/main" id="{0518A52F-2281-4205-AA79-FCE1273ADB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7" name="直線コネクタ 116996">
                      <a:extLst>
                        <a:ext uri="{FF2B5EF4-FFF2-40B4-BE49-F238E27FC236}">
                          <a16:creationId xmlns:a16="http://schemas.microsoft.com/office/drawing/2014/main" id="{A907555F-1C8A-4D23-A075-D610B0F060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8" name="直線コネクタ 116997">
                      <a:extLst>
                        <a:ext uri="{FF2B5EF4-FFF2-40B4-BE49-F238E27FC236}">
                          <a16:creationId xmlns:a16="http://schemas.microsoft.com/office/drawing/2014/main" id="{E897DC04-2911-4D07-BFA6-9D328A3E17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99" name="直線コネクタ 116998">
                      <a:extLst>
                        <a:ext uri="{FF2B5EF4-FFF2-40B4-BE49-F238E27FC236}">
                          <a16:creationId xmlns:a16="http://schemas.microsoft.com/office/drawing/2014/main" id="{8C9CD379-B908-4727-A113-38A88193AC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897" name="グループ化 116896">
                    <a:extLst>
                      <a:ext uri="{FF2B5EF4-FFF2-40B4-BE49-F238E27FC236}">
                        <a16:creationId xmlns:a16="http://schemas.microsoft.com/office/drawing/2014/main" id="{35DDABD9-E0BB-4AAE-8BB7-8B19D67CA199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950" name="直線コネクタ 116949">
                      <a:extLst>
                        <a:ext uri="{FF2B5EF4-FFF2-40B4-BE49-F238E27FC236}">
                          <a16:creationId xmlns:a16="http://schemas.microsoft.com/office/drawing/2014/main" id="{B0761B5B-9394-43CE-ACA4-3706F09DEF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51" name="直線コネクタ 116950">
                      <a:extLst>
                        <a:ext uri="{FF2B5EF4-FFF2-40B4-BE49-F238E27FC236}">
                          <a16:creationId xmlns:a16="http://schemas.microsoft.com/office/drawing/2014/main" id="{1AD35E0C-B565-40BF-A4C3-C5623A4B77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52" name="直線コネクタ 116951">
                      <a:extLst>
                        <a:ext uri="{FF2B5EF4-FFF2-40B4-BE49-F238E27FC236}">
                          <a16:creationId xmlns:a16="http://schemas.microsoft.com/office/drawing/2014/main" id="{04A63398-055D-4BAF-AFCC-3E841AABED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53" name="直線コネクタ 116952">
                      <a:extLst>
                        <a:ext uri="{FF2B5EF4-FFF2-40B4-BE49-F238E27FC236}">
                          <a16:creationId xmlns:a16="http://schemas.microsoft.com/office/drawing/2014/main" id="{16CB18E5-3B8B-499E-87E1-952AAD9853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54" name="直線コネクタ 116953">
                      <a:extLst>
                        <a:ext uri="{FF2B5EF4-FFF2-40B4-BE49-F238E27FC236}">
                          <a16:creationId xmlns:a16="http://schemas.microsoft.com/office/drawing/2014/main" id="{B87946BD-98CC-424C-ABCF-6E30F59696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55" name="直線コネクタ 116954">
                      <a:extLst>
                        <a:ext uri="{FF2B5EF4-FFF2-40B4-BE49-F238E27FC236}">
                          <a16:creationId xmlns:a16="http://schemas.microsoft.com/office/drawing/2014/main" id="{EAE75341-295E-420A-A161-72054B4D25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56" name="直線コネクタ 116955">
                      <a:extLst>
                        <a:ext uri="{FF2B5EF4-FFF2-40B4-BE49-F238E27FC236}">
                          <a16:creationId xmlns:a16="http://schemas.microsoft.com/office/drawing/2014/main" id="{449C8950-6CA6-4FB3-A5EB-B5BDC167BF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57" name="直線コネクタ 116956">
                      <a:extLst>
                        <a:ext uri="{FF2B5EF4-FFF2-40B4-BE49-F238E27FC236}">
                          <a16:creationId xmlns:a16="http://schemas.microsoft.com/office/drawing/2014/main" id="{175250A8-8AD8-4C1E-959E-AF98FE6AD1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898" name="グループ化 116897">
                    <a:extLst>
                      <a:ext uri="{FF2B5EF4-FFF2-40B4-BE49-F238E27FC236}">
                        <a16:creationId xmlns:a16="http://schemas.microsoft.com/office/drawing/2014/main" id="{DDCE6613-CF1E-4AC0-AB6D-377416915B63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942" name="直線コネクタ 116941">
                      <a:extLst>
                        <a:ext uri="{FF2B5EF4-FFF2-40B4-BE49-F238E27FC236}">
                          <a16:creationId xmlns:a16="http://schemas.microsoft.com/office/drawing/2014/main" id="{F6C0D3A8-7A53-44D3-8C49-ED99D162AD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3" name="直線コネクタ 116942">
                      <a:extLst>
                        <a:ext uri="{FF2B5EF4-FFF2-40B4-BE49-F238E27FC236}">
                          <a16:creationId xmlns:a16="http://schemas.microsoft.com/office/drawing/2014/main" id="{76CF24C0-1771-46CC-98B5-B970B84D12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4" name="直線コネクタ 116943">
                      <a:extLst>
                        <a:ext uri="{FF2B5EF4-FFF2-40B4-BE49-F238E27FC236}">
                          <a16:creationId xmlns:a16="http://schemas.microsoft.com/office/drawing/2014/main" id="{F8CFE0C4-93AC-4076-857C-B2FE13C439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5" name="直線コネクタ 116944">
                      <a:extLst>
                        <a:ext uri="{FF2B5EF4-FFF2-40B4-BE49-F238E27FC236}">
                          <a16:creationId xmlns:a16="http://schemas.microsoft.com/office/drawing/2014/main" id="{9C202F41-1D36-4364-8DCA-B3B8068749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6" name="直線コネクタ 116945">
                      <a:extLst>
                        <a:ext uri="{FF2B5EF4-FFF2-40B4-BE49-F238E27FC236}">
                          <a16:creationId xmlns:a16="http://schemas.microsoft.com/office/drawing/2014/main" id="{52D4E8B4-6510-47D1-BA87-F65487BC41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7" name="直線コネクタ 116946">
                      <a:extLst>
                        <a:ext uri="{FF2B5EF4-FFF2-40B4-BE49-F238E27FC236}">
                          <a16:creationId xmlns:a16="http://schemas.microsoft.com/office/drawing/2014/main" id="{4D8B9CE2-F21B-41E4-8FA1-A8D50FEB2C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8" name="直線コネクタ 116947">
                      <a:extLst>
                        <a:ext uri="{FF2B5EF4-FFF2-40B4-BE49-F238E27FC236}">
                          <a16:creationId xmlns:a16="http://schemas.microsoft.com/office/drawing/2014/main" id="{AC337535-D06A-4C55-9A2F-C48744AD5A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9" name="直線コネクタ 116948">
                      <a:extLst>
                        <a:ext uri="{FF2B5EF4-FFF2-40B4-BE49-F238E27FC236}">
                          <a16:creationId xmlns:a16="http://schemas.microsoft.com/office/drawing/2014/main" id="{5F39F075-A963-4E6D-8DA6-AE00E9F4E8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899" name="グループ化 116898">
                    <a:extLst>
                      <a:ext uri="{FF2B5EF4-FFF2-40B4-BE49-F238E27FC236}">
                        <a16:creationId xmlns:a16="http://schemas.microsoft.com/office/drawing/2014/main" id="{EA90957F-8E8F-4368-A332-D9C5C75956A8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900" name="直線コネクタ 116899">
                      <a:extLst>
                        <a:ext uri="{FF2B5EF4-FFF2-40B4-BE49-F238E27FC236}">
                          <a16:creationId xmlns:a16="http://schemas.microsoft.com/office/drawing/2014/main" id="{97E0C21F-5208-47DA-8CA6-89A7B7AA07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1" name="直線コネクタ 116900">
                      <a:extLst>
                        <a:ext uri="{FF2B5EF4-FFF2-40B4-BE49-F238E27FC236}">
                          <a16:creationId xmlns:a16="http://schemas.microsoft.com/office/drawing/2014/main" id="{1AF51423-8337-426F-A424-847482771C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2" name="直線コネクタ 116901">
                      <a:extLst>
                        <a:ext uri="{FF2B5EF4-FFF2-40B4-BE49-F238E27FC236}">
                          <a16:creationId xmlns:a16="http://schemas.microsoft.com/office/drawing/2014/main" id="{FB10350E-09DA-477C-9986-892C806EDB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3" name="直線コネクタ 116902">
                      <a:extLst>
                        <a:ext uri="{FF2B5EF4-FFF2-40B4-BE49-F238E27FC236}">
                          <a16:creationId xmlns:a16="http://schemas.microsoft.com/office/drawing/2014/main" id="{54765DDA-C572-4AB3-A3DD-47964532CB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4" name="直線コネクタ 116903">
                      <a:extLst>
                        <a:ext uri="{FF2B5EF4-FFF2-40B4-BE49-F238E27FC236}">
                          <a16:creationId xmlns:a16="http://schemas.microsoft.com/office/drawing/2014/main" id="{EEA1D727-BC08-4689-BE48-4FC56A6404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5" name="直線コネクタ 116904">
                      <a:extLst>
                        <a:ext uri="{FF2B5EF4-FFF2-40B4-BE49-F238E27FC236}">
                          <a16:creationId xmlns:a16="http://schemas.microsoft.com/office/drawing/2014/main" id="{449BE930-4E20-45E1-AA53-D429FA06DB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6" name="直線コネクタ 116905">
                      <a:extLst>
                        <a:ext uri="{FF2B5EF4-FFF2-40B4-BE49-F238E27FC236}">
                          <a16:creationId xmlns:a16="http://schemas.microsoft.com/office/drawing/2014/main" id="{73B47033-5083-4061-8DF7-E28FFA0C0C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7" name="直線コネクタ 116906">
                      <a:extLst>
                        <a:ext uri="{FF2B5EF4-FFF2-40B4-BE49-F238E27FC236}">
                          <a16:creationId xmlns:a16="http://schemas.microsoft.com/office/drawing/2014/main" id="{B219E3A5-D9EB-4DEF-ABDE-67D151D252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8" name="直線コネクタ 116907">
                      <a:extLst>
                        <a:ext uri="{FF2B5EF4-FFF2-40B4-BE49-F238E27FC236}">
                          <a16:creationId xmlns:a16="http://schemas.microsoft.com/office/drawing/2014/main" id="{0FEE25DF-39C1-4508-BC0A-28DFCD4177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09" name="直線コネクタ 116908">
                      <a:extLst>
                        <a:ext uri="{FF2B5EF4-FFF2-40B4-BE49-F238E27FC236}">
                          <a16:creationId xmlns:a16="http://schemas.microsoft.com/office/drawing/2014/main" id="{3A24739B-E6B3-465E-8DAF-D84F61699F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0" name="直線コネクタ 116909">
                      <a:extLst>
                        <a:ext uri="{FF2B5EF4-FFF2-40B4-BE49-F238E27FC236}">
                          <a16:creationId xmlns:a16="http://schemas.microsoft.com/office/drawing/2014/main" id="{11B521F6-1405-4771-86EA-053089EEC5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1" name="直線コネクタ 116910">
                      <a:extLst>
                        <a:ext uri="{FF2B5EF4-FFF2-40B4-BE49-F238E27FC236}">
                          <a16:creationId xmlns:a16="http://schemas.microsoft.com/office/drawing/2014/main" id="{62B44230-9366-4DF0-9A95-D9C80B60D5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2" name="直線コネクタ 116911">
                      <a:extLst>
                        <a:ext uri="{FF2B5EF4-FFF2-40B4-BE49-F238E27FC236}">
                          <a16:creationId xmlns:a16="http://schemas.microsoft.com/office/drawing/2014/main" id="{25BD30D8-2D21-4E8F-80D4-001EA58126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3" name="直線コネクタ 116912">
                      <a:extLst>
                        <a:ext uri="{FF2B5EF4-FFF2-40B4-BE49-F238E27FC236}">
                          <a16:creationId xmlns:a16="http://schemas.microsoft.com/office/drawing/2014/main" id="{225A9451-0C84-42C0-9EA2-B43614D670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4" name="直線コネクタ 116913">
                      <a:extLst>
                        <a:ext uri="{FF2B5EF4-FFF2-40B4-BE49-F238E27FC236}">
                          <a16:creationId xmlns:a16="http://schemas.microsoft.com/office/drawing/2014/main" id="{DF380E9E-CDAE-4BA6-A644-90D926CFF2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5" name="直線コネクタ 116914">
                      <a:extLst>
                        <a:ext uri="{FF2B5EF4-FFF2-40B4-BE49-F238E27FC236}">
                          <a16:creationId xmlns:a16="http://schemas.microsoft.com/office/drawing/2014/main" id="{55EF376F-56D7-41ED-9C74-DFF8C4C0D2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6" name="直線コネクタ 116915">
                      <a:extLst>
                        <a:ext uri="{FF2B5EF4-FFF2-40B4-BE49-F238E27FC236}">
                          <a16:creationId xmlns:a16="http://schemas.microsoft.com/office/drawing/2014/main" id="{E5556C7B-41D2-4061-8756-A441EB0498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7" name="直線コネクタ 116916">
                      <a:extLst>
                        <a:ext uri="{FF2B5EF4-FFF2-40B4-BE49-F238E27FC236}">
                          <a16:creationId xmlns:a16="http://schemas.microsoft.com/office/drawing/2014/main" id="{35771C3C-DE64-47F9-BBA5-D2260A2132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8" name="直線コネクタ 116917">
                      <a:extLst>
                        <a:ext uri="{FF2B5EF4-FFF2-40B4-BE49-F238E27FC236}">
                          <a16:creationId xmlns:a16="http://schemas.microsoft.com/office/drawing/2014/main" id="{3D885D5A-398A-486F-8556-E68A198C3E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19" name="直線コネクタ 116918">
                      <a:extLst>
                        <a:ext uri="{FF2B5EF4-FFF2-40B4-BE49-F238E27FC236}">
                          <a16:creationId xmlns:a16="http://schemas.microsoft.com/office/drawing/2014/main" id="{41D09CD2-5EDB-4A11-B073-D939469DD8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0" name="直線コネクタ 116919">
                      <a:extLst>
                        <a:ext uri="{FF2B5EF4-FFF2-40B4-BE49-F238E27FC236}">
                          <a16:creationId xmlns:a16="http://schemas.microsoft.com/office/drawing/2014/main" id="{C214B30D-62D4-4675-90CB-10B7A195DC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1" name="直線コネクタ 116920">
                      <a:extLst>
                        <a:ext uri="{FF2B5EF4-FFF2-40B4-BE49-F238E27FC236}">
                          <a16:creationId xmlns:a16="http://schemas.microsoft.com/office/drawing/2014/main" id="{431648B6-20FC-4246-BA0D-96D9D51E8B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2" name="直線コネクタ 116921">
                      <a:extLst>
                        <a:ext uri="{FF2B5EF4-FFF2-40B4-BE49-F238E27FC236}">
                          <a16:creationId xmlns:a16="http://schemas.microsoft.com/office/drawing/2014/main" id="{7AAE5D0B-5542-45D3-BD74-9D51BC3702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3" name="直線コネクタ 116922">
                      <a:extLst>
                        <a:ext uri="{FF2B5EF4-FFF2-40B4-BE49-F238E27FC236}">
                          <a16:creationId xmlns:a16="http://schemas.microsoft.com/office/drawing/2014/main" id="{725DC751-9DF9-47CE-B496-53FB2FAAE1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4" name="直線コネクタ 116923">
                      <a:extLst>
                        <a:ext uri="{FF2B5EF4-FFF2-40B4-BE49-F238E27FC236}">
                          <a16:creationId xmlns:a16="http://schemas.microsoft.com/office/drawing/2014/main" id="{E5360503-8361-405E-B643-40785B182C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5" name="直線コネクタ 116924">
                      <a:extLst>
                        <a:ext uri="{FF2B5EF4-FFF2-40B4-BE49-F238E27FC236}">
                          <a16:creationId xmlns:a16="http://schemas.microsoft.com/office/drawing/2014/main" id="{0E24B9CA-177F-4F18-A7EC-6AC827EC3D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6" name="直線コネクタ 116925">
                      <a:extLst>
                        <a:ext uri="{FF2B5EF4-FFF2-40B4-BE49-F238E27FC236}">
                          <a16:creationId xmlns:a16="http://schemas.microsoft.com/office/drawing/2014/main" id="{5F742909-560A-4DCD-8DC8-292CCD2556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7" name="直線コネクタ 116926">
                      <a:extLst>
                        <a:ext uri="{FF2B5EF4-FFF2-40B4-BE49-F238E27FC236}">
                          <a16:creationId xmlns:a16="http://schemas.microsoft.com/office/drawing/2014/main" id="{49B09FE5-F2FC-4E93-85C9-01C661A96A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8" name="直線コネクタ 116927">
                      <a:extLst>
                        <a:ext uri="{FF2B5EF4-FFF2-40B4-BE49-F238E27FC236}">
                          <a16:creationId xmlns:a16="http://schemas.microsoft.com/office/drawing/2014/main" id="{6F97F075-EE43-4BB0-9C26-5E34752CBB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29" name="直線コネクタ 116928">
                      <a:extLst>
                        <a:ext uri="{FF2B5EF4-FFF2-40B4-BE49-F238E27FC236}">
                          <a16:creationId xmlns:a16="http://schemas.microsoft.com/office/drawing/2014/main" id="{5F0AA501-7C7C-4C9B-A6DB-BFA8A2C728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0" name="直線コネクタ 116929">
                      <a:extLst>
                        <a:ext uri="{FF2B5EF4-FFF2-40B4-BE49-F238E27FC236}">
                          <a16:creationId xmlns:a16="http://schemas.microsoft.com/office/drawing/2014/main" id="{44A73CB2-DE64-4AD6-85AA-66A0AF96F9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1" name="直線コネクタ 116930">
                      <a:extLst>
                        <a:ext uri="{FF2B5EF4-FFF2-40B4-BE49-F238E27FC236}">
                          <a16:creationId xmlns:a16="http://schemas.microsoft.com/office/drawing/2014/main" id="{8A336BA0-981A-41D2-9710-309E1188AF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2" name="直線コネクタ 116931">
                      <a:extLst>
                        <a:ext uri="{FF2B5EF4-FFF2-40B4-BE49-F238E27FC236}">
                          <a16:creationId xmlns:a16="http://schemas.microsoft.com/office/drawing/2014/main" id="{A081A35F-2A24-4ECE-B937-40509A6299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3" name="直線コネクタ 116932">
                      <a:extLst>
                        <a:ext uri="{FF2B5EF4-FFF2-40B4-BE49-F238E27FC236}">
                          <a16:creationId xmlns:a16="http://schemas.microsoft.com/office/drawing/2014/main" id="{57FD5911-02DA-4020-BFA5-74237F2810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4" name="直線コネクタ 116933">
                      <a:extLst>
                        <a:ext uri="{FF2B5EF4-FFF2-40B4-BE49-F238E27FC236}">
                          <a16:creationId xmlns:a16="http://schemas.microsoft.com/office/drawing/2014/main" id="{888D8224-8D27-4D15-8FAB-B89CD94766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5" name="直線コネクタ 116934">
                      <a:extLst>
                        <a:ext uri="{FF2B5EF4-FFF2-40B4-BE49-F238E27FC236}">
                          <a16:creationId xmlns:a16="http://schemas.microsoft.com/office/drawing/2014/main" id="{8B013776-082D-4F6E-BADE-6622DBECDE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6" name="直線コネクタ 116935">
                      <a:extLst>
                        <a:ext uri="{FF2B5EF4-FFF2-40B4-BE49-F238E27FC236}">
                          <a16:creationId xmlns:a16="http://schemas.microsoft.com/office/drawing/2014/main" id="{5FD8BEC1-5A13-40CE-8147-1ED115CEEB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7" name="直線コネクタ 116936">
                      <a:extLst>
                        <a:ext uri="{FF2B5EF4-FFF2-40B4-BE49-F238E27FC236}">
                          <a16:creationId xmlns:a16="http://schemas.microsoft.com/office/drawing/2014/main" id="{2D84D415-4686-41B7-9718-9CDF66C931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8" name="直線コネクタ 116937">
                      <a:extLst>
                        <a:ext uri="{FF2B5EF4-FFF2-40B4-BE49-F238E27FC236}">
                          <a16:creationId xmlns:a16="http://schemas.microsoft.com/office/drawing/2014/main" id="{823DF89D-2ABB-4129-B97D-8E98AA27F2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39" name="直線コネクタ 116938">
                      <a:extLst>
                        <a:ext uri="{FF2B5EF4-FFF2-40B4-BE49-F238E27FC236}">
                          <a16:creationId xmlns:a16="http://schemas.microsoft.com/office/drawing/2014/main" id="{1F61DD3A-05C5-4C21-AA19-AD2C016791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0" name="直線コネクタ 116939">
                      <a:extLst>
                        <a:ext uri="{FF2B5EF4-FFF2-40B4-BE49-F238E27FC236}">
                          <a16:creationId xmlns:a16="http://schemas.microsoft.com/office/drawing/2014/main" id="{3565EAB2-75D8-4523-982B-AE214557FA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941" name="直線コネクタ 116940">
                      <a:extLst>
                        <a:ext uri="{FF2B5EF4-FFF2-40B4-BE49-F238E27FC236}">
                          <a16:creationId xmlns:a16="http://schemas.microsoft.com/office/drawing/2014/main" id="{3EACEB3C-87D6-43E7-B206-BA19656292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45" name="グループ化 113644">
                  <a:extLst>
                    <a:ext uri="{FF2B5EF4-FFF2-40B4-BE49-F238E27FC236}">
                      <a16:creationId xmlns:a16="http://schemas.microsoft.com/office/drawing/2014/main" id="{5254F4CA-D2F1-42B9-9B78-05C5DE5C10B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37972" y="5237881"/>
                  <a:ext cx="323819" cy="324000"/>
                  <a:chOff x="4287481" y="4286224"/>
                  <a:chExt cx="2227978" cy="2229219"/>
                </a:xfrm>
              </p:grpSpPr>
              <p:cxnSp>
                <p:nvCxnSpPr>
                  <p:cNvPr id="116341" name="直線コネクタ 116340">
                    <a:extLst>
                      <a:ext uri="{FF2B5EF4-FFF2-40B4-BE49-F238E27FC236}">
                        <a16:creationId xmlns:a16="http://schemas.microsoft.com/office/drawing/2014/main" id="{A8CC6D4C-5163-443E-904E-1D74D93B76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42" name="直線コネクタ 116341">
                    <a:extLst>
                      <a:ext uri="{FF2B5EF4-FFF2-40B4-BE49-F238E27FC236}">
                        <a16:creationId xmlns:a16="http://schemas.microsoft.com/office/drawing/2014/main" id="{077C0EAF-B3E1-420D-BF11-711F3C39D0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43" name="直線コネクタ 116342">
                    <a:extLst>
                      <a:ext uri="{FF2B5EF4-FFF2-40B4-BE49-F238E27FC236}">
                        <a16:creationId xmlns:a16="http://schemas.microsoft.com/office/drawing/2014/main" id="{AA5B490A-360C-49D4-99EE-39E233C87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44" name="直線コネクタ 116343">
                    <a:extLst>
                      <a:ext uri="{FF2B5EF4-FFF2-40B4-BE49-F238E27FC236}">
                        <a16:creationId xmlns:a16="http://schemas.microsoft.com/office/drawing/2014/main" id="{1EE040DA-BC84-45D4-8797-31E31A484E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45" name="直線コネクタ 116344">
                    <a:extLst>
                      <a:ext uri="{FF2B5EF4-FFF2-40B4-BE49-F238E27FC236}">
                        <a16:creationId xmlns:a16="http://schemas.microsoft.com/office/drawing/2014/main" id="{AAC5C0C6-FE70-4A56-A985-768B3E20EE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46" name="直線コネクタ 116345">
                    <a:extLst>
                      <a:ext uri="{FF2B5EF4-FFF2-40B4-BE49-F238E27FC236}">
                        <a16:creationId xmlns:a16="http://schemas.microsoft.com/office/drawing/2014/main" id="{594AD5B2-77B9-43BB-A6E6-A89062F479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47" name="直線コネクタ 116346">
                    <a:extLst>
                      <a:ext uri="{FF2B5EF4-FFF2-40B4-BE49-F238E27FC236}">
                        <a16:creationId xmlns:a16="http://schemas.microsoft.com/office/drawing/2014/main" id="{A108C80F-E87C-4089-98D2-7FE55BFCD3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48" name="直線コネクタ 116347">
                    <a:extLst>
                      <a:ext uri="{FF2B5EF4-FFF2-40B4-BE49-F238E27FC236}">
                        <a16:creationId xmlns:a16="http://schemas.microsoft.com/office/drawing/2014/main" id="{65D74BA0-4196-43A3-80CA-416A97E41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49" name="直線コネクタ 116348">
                    <a:extLst>
                      <a:ext uri="{FF2B5EF4-FFF2-40B4-BE49-F238E27FC236}">
                        <a16:creationId xmlns:a16="http://schemas.microsoft.com/office/drawing/2014/main" id="{46BE7EDF-3080-4AEE-BF5E-A38CD3D914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0" name="直線コネクタ 116349">
                    <a:extLst>
                      <a:ext uri="{FF2B5EF4-FFF2-40B4-BE49-F238E27FC236}">
                        <a16:creationId xmlns:a16="http://schemas.microsoft.com/office/drawing/2014/main" id="{2A7A6F4F-8B1A-412C-AD10-C96E9CEA395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1" name="直線コネクタ 116350">
                    <a:extLst>
                      <a:ext uri="{FF2B5EF4-FFF2-40B4-BE49-F238E27FC236}">
                        <a16:creationId xmlns:a16="http://schemas.microsoft.com/office/drawing/2014/main" id="{52773070-9121-43FC-B1BA-DA92758692B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2" name="直線コネクタ 116351">
                    <a:extLst>
                      <a:ext uri="{FF2B5EF4-FFF2-40B4-BE49-F238E27FC236}">
                        <a16:creationId xmlns:a16="http://schemas.microsoft.com/office/drawing/2014/main" id="{43B1608A-AFE2-4D17-9330-154D76C273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3" name="直線コネクタ 116352">
                    <a:extLst>
                      <a:ext uri="{FF2B5EF4-FFF2-40B4-BE49-F238E27FC236}">
                        <a16:creationId xmlns:a16="http://schemas.microsoft.com/office/drawing/2014/main" id="{0890B460-AEDD-4299-A877-47F28C9F5BB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4" name="直線コネクタ 116353">
                    <a:extLst>
                      <a:ext uri="{FF2B5EF4-FFF2-40B4-BE49-F238E27FC236}">
                        <a16:creationId xmlns:a16="http://schemas.microsoft.com/office/drawing/2014/main" id="{ED91643D-E355-4FFD-9EC4-37B873F78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5" name="直線コネクタ 116354">
                    <a:extLst>
                      <a:ext uri="{FF2B5EF4-FFF2-40B4-BE49-F238E27FC236}">
                        <a16:creationId xmlns:a16="http://schemas.microsoft.com/office/drawing/2014/main" id="{73D51A30-501E-4E71-87E8-FCB7549C3E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6" name="直線コネクタ 116355">
                    <a:extLst>
                      <a:ext uri="{FF2B5EF4-FFF2-40B4-BE49-F238E27FC236}">
                        <a16:creationId xmlns:a16="http://schemas.microsoft.com/office/drawing/2014/main" id="{B6C987A9-4262-40CF-A034-32E4283AA3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7" name="直線コネクタ 116356">
                    <a:extLst>
                      <a:ext uri="{FF2B5EF4-FFF2-40B4-BE49-F238E27FC236}">
                        <a16:creationId xmlns:a16="http://schemas.microsoft.com/office/drawing/2014/main" id="{77A87B61-0F84-4E29-B4A8-DE16253ADA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8" name="直線コネクタ 116357">
                    <a:extLst>
                      <a:ext uri="{FF2B5EF4-FFF2-40B4-BE49-F238E27FC236}">
                        <a16:creationId xmlns:a16="http://schemas.microsoft.com/office/drawing/2014/main" id="{39BA3778-A359-45AF-BD86-17E81D9215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59" name="直線コネクタ 116358">
                    <a:extLst>
                      <a:ext uri="{FF2B5EF4-FFF2-40B4-BE49-F238E27FC236}">
                        <a16:creationId xmlns:a16="http://schemas.microsoft.com/office/drawing/2014/main" id="{D40831D0-295A-461C-BFF0-14815ADD3A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0" name="直線コネクタ 116359">
                    <a:extLst>
                      <a:ext uri="{FF2B5EF4-FFF2-40B4-BE49-F238E27FC236}">
                        <a16:creationId xmlns:a16="http://schemas.microsoft.com/office/drawing/2014/main" id="{1BE5F823-B3CF-4551-B293-308D856DC6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1" name="直線コネクタ 116360">
                    <a:extLst>
                      <a:ext uri="{FF2B5EF4-FFF2-40B4-BE49-F238E27FC236}">
                        <a16:creationId xmlns:a16="http://schemas.microsoft.com/office/drawing/2014/main" id="{5E282AFC-0E26-447B-A978-A8990BA3F8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2" name="直線コネクタ 116361">
                    <a:extLst>
                      <a:ext uri="{FF2B5EF4-FFF2-40B4-BE49-F238E27FC236}">
                        <a16:creationId xmlns:a16="http://schemas.microsoft.com/office/drawing/2014/main" id="{80DF094B-9E96-4FF5-8910-8685DAD38C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3" name="直線コネクタ 116362">
                    <a:extLst>
                      <a:ext uri="{FF2B5EF4-FFF2-40B4-BE49-F238E27FC236}">
                        <a16:creationId xmlns:a16="http://schemas.microsoft.com/office/drawing/2014/main" id="{C66B2A4E-66E3-4C69-A27F-F88D4A122E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4" name="直線コネクタ 116363">
                    <a:extLst>
                      <a:ext uri="{FF2B5EF4-FFF2-40B4-BE49-F238E27FC236}">
                        <a16:creationId xmlns:a16="http://schemas.microsoft.com/office/drawing/2014/main" id="{788A7CF6-A8E8-47B4-A15A-075AC95CDC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5" name="直線コネクタ 116364">
                    <a:extLst>
                      <a:ext uri="{FF2B5EF4-FFF2-40B4-BE49-F238E27FC236}">
                        <a16:creationId xmlns:a16="http://schemas.microsoft.com/office/drawing/2014/main" id="{831878B9-8E70-4612-A6C1-99D01D63BD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6" name="直線コネクタ 116365">
                    <a:extLst>
                      <a:ext uri="{FF2B5EF4-FFF2-40B4-BE49-F238E27FC236}">
                        <a16:creationId xmlns:a16="http://schemas.microsoft.com/office/drawing/2014/main" id="{0E9BFCE3-A8A5-4CA2-B46D-806F5BEFFE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7" name="直線コネクタ 116366">
                    <a:extLst>
                      <a:ext uri="{FF2B5EF4-FFF2-40B4-BE49-F238E27FC236}">
                        <a16:creationId xmlns:a16="http://schemas.microsoft.com/office/drawing/2014/main" id="{04F4B07E-3189-4645-986D-2EED7EDEA4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8" name="直線コネクタ 116367">
                    <a:extLst>
                      <a:ext uri="{FF2B5EF4-FFF2-40B4-BE49-F238E27FC236}">
                        <a16:creationId xmlns:a16="http://schemas.microsoft.com/office/drawing/2014/main" id="{AE2143B8-54A4-4341-A45C-D2910A9A83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69" name="直線コネクタ 116368">
                    <a:extLst>
                      <a:ext uri="{FF2B5EF4-FFF2-40B4-BE49-F238E27FC236}">
                        <a16:creationId xmlns:a16="http://schemas.microsoft.com/office/drawing/2014/main" id="{81C6F2D4-A087-4EE6-B6AD-74163DF084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0" name="直線コネクタ 116369">
                    <a:extLst>
                      <a:ext uri="{FF2B5EF4-FFF2-40B4-BE49-F238E27FC236}">
                        <a16:creationId xmlns:a16="http://schemas.microsoft.com/office/drawing/2014/main" id="{CC6F438E-C432-4341-ABAC-13BFFA7F6C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1" name="直線コネクタ 116370">
                    <a:extLst>
                      <a:ext uri="{FF2B5EF4-FFF2-40B4-BE49-F238E27FC236}">
                        <a16:creationId xmlns:a16="http://schemas.microsoft.com/office/drawing/2014/main" id="{1D82B0FB-94C2-4C83-979B-3D06F8DB23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2" name="直線コネクタ 116371">
                    <a:extLst>
                      <a:ext uri="{FF2B5EF4-FFF2-40B4-BE49-F238E27FC236}">
                        <a16:creationId xmlns:a16="http://schemas.microsoft.com/office/drawing/2014/main" id="{78DEEDB8-3F1C-4BFF-BCA7-481CA271E1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3" name="直線コネクタ 116372">
                    <a:extLst>
                      <a:ext uri="{FF2B5EF4-FFF2-40B4-BE49-F238E27FC236}">
                        <a16:creationId xmlns:a16="http://schemas.microsoft.com/office/drawing/2014/main" id="{1420DB42-32C2-4DE0-85E0-38AA6FF4C6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4" name="直線コネクタ 116373">
                    <a:extLst>
                      <a:ext uri="{FF2B5EF4-FFF2-40B4-BE49-F238E27FC236}">
                        <a16:creationId xmlns:a16="http://schemas.microsoft.com/office/drawing/2014/main" id="{4ACCC23A-AD40-4E93-818A-C7A5D163DC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5" name="直線コネクタ 116374">
                    <a:extLst>
                      <a:ext uri="{FF2B5EF4-FFF2-40B4-BE49-F238E27FC236}">
                        <a16:creationId xmlns:a16="http://schemas.microsoft.com/office/drawing/2014/main" id="{31704278-A529-4430-86FB-7B1CB6F3CC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6" name="直線コネクタ 116375">
                    <a:extLst>
                      <a:ext uri="{FF2B5EF4-FFF2-40B4-BE49-F238E27FC236}">
                        <a16:creationId xmlns:a16="http://schemas.microsoft.com/office/drawing/2014/main" id="{D3EFFCF4-002E-46A7-9BFD-88297A22B5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7" name="直線コネクタ 116376">
                    <a:extLst>
                      <a:ext uri="{FF2B5EF4-FFF2-40B4-BE49-F238E27FC236}">
                        <a16:creationId xmlns:a16="http://schemas.microsoft.com/office/drawing/2014/main" id="{680206FB-19D8-4313-BCF8-05BA489DB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8" name="直線コネクタ 116377">
                    <a:extLst>
                      <a:ext uri="{FF2B5EF4-FFF2-40B4-BE49-F238E27FC236}">
                        <a16:creationId xmlns:a16="http://schemas.microsoft.com/office/drawing/2014/main" id="{168C309C-9485-436E-BA22-2102B31F89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79" name="直線コネクタ 116378">
                    <a:extLst>
                      <a:ext uri="{FF2B5EF4-FFF2-40B4-BE49-F238E27FC236}">
                        <a16:creationId xmlns:a16="http://schemas.microsoft.com/office/drawing/2014/main" id="{6B0C1955-4E7F-4307-AFF2-A3CB023761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0" name="直線コネクタ 116379">
                    <a:extLst>
                      <a:ext uri="{FF2B5EF4-FFF2-40B4-BE49-F238E27FC236}">
                        <a16:creationId xmlns:a16="http://schemas.microsoft.com/office/drawing/2014/main" id="{5312C3B5-3822-45A8-8C0B-A005897B73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1" name="直線コネクタ 116380">
                    <a:extLst>
                      <a:ext uri="{FF2B5EF4-FFF2-40B4-BE49-F238E27FC236}">
                        <a16:creationId xmlns:a16="http://schemas.microsoft.com/office/drawing/2014/main" id="{913AD765-469E-48EF-AAF4-C029E84A75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2" name="直線コネクタ 116381">
                    <a:extLst>
                      <a:ext uri="{FF2B5EF4-FFF2-40B4-BE49-F238E27FC236}">
                        <a16:creationId xmlns:a16="http://schemas.microsoft.com/office/drawing/2014/main" id="{FD58BCF0-0D9A-4A51-B4B5-20F2D80D0F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3" name="直線コネクタ 116382">
                    <a:extLst>
                      <a:ext uri="{FF2B5EF4-FFF2-40B4-BE49-F238E27FC236}">
                        <a16:creationId xmlns:a16="http://schemas.microsoft.com/office/drawing/2014/main" id="{DC4DEB37-F5EC-4BCC-AE48-348500E51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4" name="直線コネクタ 116383">
                    <a:extLst>
                      <a:ext uri="{FF2B5EF4-FFF2-40B4-BE49-F238E27FC236}">
                        <a16:creationId xmlns:a16="http://schemas.microsoft.com/office/drawing/2014/main" id="{5BD5C95B-B41B-4096-9F21-697BDF28C1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5" name="直線コネクタ 116384">
                    <a:extLst>
                      <a:ext uri="{FF2B5EF4-FFF2-40B4-BE49-F238E27FC236}">
                        <a16:creationId xmlns:a16="http://schemas.microsoft.com/office/drawing/2014/main" id="{AAA5E253-1853-4DB0-842D-4123AF7E798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6" name="直線コネクタ 116385">
                    <a:extLst>
                      <a:ext uri="{FF2B5EF4-FFF2-40B4-BE49-F238E27FC236}">
                        <a16:creationId xmlns:a16="http://schemas.microsoft.com/office/drawing/2014/main" id="{4885E222-9B26-4872-BBC2-3471C54FDFC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7" name="直線コネクタ 116386">
                    <a:extLst>
                      <a:ext uri="{FF2B5EF4-FFF2-40B4-BE49-F238E27FC236}">
                        <a16:creationId xmlns:a16="http://schemas.microsoft.com/office/drawing/2014/main" id="{765864AE-6F30-45D6-9153-9A599C723C2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8" name="直線コネクタ 116387">
                    <a:extLst>
                      <a:ext uri="{FF2B5EF4-FFF2-40B4-BE49-F238E27FC236}">
                        <a16:creationId xmlns:a16="http://schemas.microsoft.com/office/drawing/2014/main" id="{D9606F9B-C770-4826-93F1-DDA44137041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89" name="直線コネクタ 116388">
                    <a:extLst>
                      <a:ext uri="{FF2B5EF4-FFF2-40B4-BE49-F238E27FC236}">
                        <a16:creationId xmlns:a16="http://schemas.microsoft.com/office/drawing/2014/main" id="{59073833-03DE-4D2A-89DC-5BE92D64CB7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0" name="直線コネクタ 116389">
                    <a:extLst>
                      <a:ext uri="{FF2B5EF4-FFF2-40B4-BE49-F238E27FC236}">
                        <a16:creationId xmlns:a16="http://schemas.microsoft.com/office/drawing/2014/main" id="{B018B82E-653B-4DFF-904E-0FF15BEEF35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1" name="直線コネクタ 116390">
                    <a:extLst>
                      <a:ext uri="{FF2B5EF4-FFF2-40B4-BE49-F238E27FC236}">
                        <a16:creationId xmlns:a16="http://schemas.microsoft.com/office/drawing/2014/main" id="{C862E738-022B-4CFA-9154-DB6DFE94B64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2" name="直線コネクタ 116391">
                    <a:extLst>
                      <a:ext uri="{FF2B5EF4-FFF2-40B4-BE49-F238E27FC236}">
                        <a16:creationId xmlns:a16="http://schemas.microsoft.com/office/drawing/2014/main" id="{B73CD454-6333-4547-B298-A5F5EA18F2C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3" name="直線コネクタ 116392">
                    <a:extLst>
                      <a:ext uri="{FF2B5EF4-FFF2-40B4-BE49-F238E27FC236}">
                        <a16:creationId xmlns:a16="http://schemas.microsoft.com/office/drawing/2014/main" id="{1CC82F59-2367-4B49-BE13-53D6AB5C566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4" name="直線コネクタ 116393">
                    <a:extLst>
                      <a:ext uri="{FF2B5EF4-FFF2-40B4-BE49-F238E27FC236}">
                        <a16:creationId xmlns:a16="http://schemas.microsoft.com/office/drawing/2014/main" id="{C532A856-5704-4DA1-9F93-F153CF6D7D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5" name="直線コネクタ 116394">
                    <a:extLst>
                      <a:ext uri="{FF2B5EF4-FFF2-40B4-BE49-F238E27FC236}">
                        <a16:creationId xmlns:a16="http://schemas.microsoft.com/office/drawing/2014/main" id="{0D926838-78B6-46F8-809B-47C061447A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6" name="直線コネクタ 116395">
                    <a:extLst>
                      <a:ext uri="{FF2B5EF4-FFF2-40B4-BE49-F238E27FC236}">
                        <a16:creationId xmlns:a16="http://schemas.microsoft.com/office/drawing/2014/main" id="{B0D82CEE-DF5F-457F-855C-2E53319829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7" name="直線コネクタ 116396">
                    <a:extLst>
                      <a:ext uri="{FF2B5EF4-FFF2-40B4-BE49-F238E27FC236}">
                        <a16:creationId xmlns:a16="http://schemas.microsoft.com/office/drawing/2014/main" id="{F8B951EA-B006-4693-8BB7-7FD78EC860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8" name="直線コネクタ 116397">
                    <a:extLst>
                      <a:ext uri="{FF2B5EF4-FFF2-40B4-BE49-F238E27FC236}">
                        <a16:creationId xmlns:a16="http://schemas.microsoft.com/office/drawing/2014/main" id="{D34A0DCE-AF86-414D-94A0-9B185C62F1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399" name="直線コネクタ 116398">
                    <a:extLst>
                      <a:ext uri="{FF2B5EF4-FFF2-40B4-BE49-F238E27FC236}">
                        <a16:creationId xmlns:a16="http://schemas.microsoft.com/office/drawing/2014/main" id="{C2BAE752-F9AB-4DA7-A69F-30DEC2B609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0" name="直線コネクタ 116399">
                    <a:extLst>
                      <a:ext uri="{FF2B5EF4-FFF2-40B4-BE49-F238E27FC236}">
                        <a16:creationId xmlns:a16="http://schemas.microsoft.com/office/drawing/2014/main" id="{4FB01470-A310-40CF-9F8B-8DAF94FBAF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1" name="直線コネクタ 116400">
                    <a:extLst>
                      <a:ext uri="{FF2B5EF4-FFF2-40B4-BE49-F238E27FC236}">
                        <a16:creationId xmlns:a16="http://schemas.microsoft.com/office/drawing/2014/main" id="{30330B67-457C-4431-8249-F4D945918B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2" name="直線コネクタ 116401">
                    <a:extLst>
                      <a:ext uri="{FF2B5EF4-FFF2-40B4-BE49-F238E27FC236}">
                        <a16:creationId xmlns:a16="http://schemas.microsoft.com/office/drawing/2014/main" id="{FF184899-3F50-44DC-A964-D5A04B9304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3" name="直線コネクタ 116402">
                    <a:extLst>
                      <a:ext uri="{FF2B5EF4-FFF2-40B4-BE49-F238E27FC236}">
                        <a16:creationId xmlns:a16="http://schemas.microsoft.com/office/drawing/2014/main" id="{0FED43A3-5AE0-43AE-89A6-52130426AD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4" name="直線コネクタ 116403">
                    <a:extLst>
                      <a:ext uri="{FF2B5EF4-FFF2-40B4-BE49-F238E27FC236}">
                        <a16:creationId xmlns:a16="http://schemas.microsoft.com/office/drawing/2014/main" id="{58B5C317-76F1-4944-9105-6B489083E7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5" name="直線コネクタ 116404">
                    <a:extLst>
                      <a:ext uri="{FF2B5EF4-FFF2-40B4-BE49-F238E27FC236}">
                        <a16:creationId xmlns:a16="http://schemas.microsoft.com/office/drawing/2014/main" id="{95A347B9-C2F8-4D7A-9AFF-4D421AB425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6" name="直線コネクタ 116405">
                    <a:extLst>
                      <a:ext uri="{FF2B5EF4-FFF2-40B4-BE49-F238E27FC236}">
                        <a16:creationId xmlns:a16="http://schemas.microsoft.com/office/drawing/2014/main" id="{EDFF06A3-43BA-451A-AA73-2F17365D28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7" name="直線コネクタ 116406">
                    <a:extLst>
                      <a:ext uri="{FF2B5EF4-FFF2-40B4-BE49-F238E27FC236}">
                        <a16:creationId xmlns:a16="http://schemas.microsoft.com/office/drawing/2014/main" id="{BB73FD13-AE8D-4F2D-AF61-59A382F546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8" name="直線コネクタ 116407">
                    <a:extLst>
                      <a:ext uri="{FF2B5EF4-FFF2-40B4-BE49-F238E27FC236}">
                        <a16:creationId xmlns:a16="http://schemas.microsoft.com/office/drawing/2014/main" id="{9D10D629-EC80-4B18-931B-232A071EEA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09" name="直線コネクタ 116408">
                    <a:extLst>
                      <a:ext uri="{FF2B5EF4-FFF2-40B4-BE49-F238E27FC236}">
                        <a16:creationId xmlns:a16="http://schemas.microsoft.com/office/drawing/2014/main" id="{42DCB09F-2162-485E-B524-E9DF84DB3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0" name="直線コネクタ 116409">
                    <a:extLst>
                      <a:ext uri="{FF2B5EF4-FFF2-40B4-BE49-F238E27FC236}">
                        <a16:creationId xmlns:a16="http://schemas.microsoft.com/office/drawing/2014/main" id="{7A1F96E8-44E0-4A13-AFC7-0E0217542A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1" name="直線コネクタ 116410">
                    <a:extLst>
                      <a:ext uri="{FF2B5EF4-FFF2-40B4-BE49-F238E27FC236}">
                        <a16:creationId xmlns:a16="http://schemas.microsoft.com/office/drawing/2014/main" id="{FF1430A5-B9F6-42D3-A8A7-B3D3DE6C53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2" name="直線コネクタ 116411">
                    <a:extLst>
                      <a:ext uri="{FF2B5EF4-FFF2-40B4-BE49-F238E27FC236}">
                        <a16:creationId xmlns:a16="http://schemas.microsoft.com/office/drawing/2014/main" id="{E2CBB632-B640-4C19-B6E5-03E7E254EC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3" name="直線コネクタ 116412">
                    <a:extLst>
                      <a:ext uri="{FF2B5EF4-FFF2-40B4-BE49-F238E27FC236}">
                        <a16:creationId xmlns:a16="http://schemas.microsoft.com/office/drawing/2014/main" id="{D210DF11-CEFA-48CE-BBC4-7AE8AE50D5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4" name="直線コネクタ 116413">
                    <a:extLst>
                      <a:ext uri="{FF2B5EF4-FFF2-40B4-BE49-F238E27FC236}">
                        <a16:creationId xmlns:a16="http://schemas.microsoft.com/office/drawing/2014/main" id="{EF77EBAF-1A69-498E-BB1B-FE3578C7BC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5" name="直線コネクタ 116414">
                    <a:extLst>
                      <a:ext uri="{FF2B5EF4-FFF2-40B4-BE49-F238E27FC236}">
                        <a16:creationId xmlns:a16="http://schemas.microsoft.com/office/drawing/2014/main" id="{0E7859C9-FBBD-4A25-9FA6-5B11D53E78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6" name="直線コネクタ 116415">
                    <a:extLst>
                      <a:ext uri="{FF2B5EF4-FFF2-40B4-BE49-F238E27FC236}">
                        <a16:creationId xmlns:a16="http://schemas.microsoft.com/office/drawing/2014/main" id="{A46591A2-2359-453A-9B0E-54A69A3A9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7" name="直線コネクタ 116416">
                    <a:extLst>
                      <a:ext uri="{FF2B5EF4-FFF2-40B4-BE49-F238E27FC236}">
                        <a16:creationId xmlns:a16="http://schemas.microsoft.com/office/drawing/2014/main" id="{CC1AD4B8-A7BD-4A52-81BA-F12504E30D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8" name="直線コネクタ 116417">
                    <a:extLst>
                      <a:ext uri="{FF2B5EF4-FFF2-40B4-BE49-F238E27FC236}">
                        <a16:creationId xmlns:a16="http://schemas.microsoft.com/office/drawing/2014/main" id="{8D0D252F-AE25-4E97-AACC-9B1E064DCB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19" name="直線コネクタ 116418">
                    <a:extLst>
                      <a:ext uri="{FF2B5EF4-FFF2-40B4-BE49-F238E27FC236}">
                        <a16:creationId xmlns:a16="http://schemas.microsoft.com/office/drawing/2014/main" id="{4478606B-DEFC-4522-9572-03B0AC37E9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0" name="直線コネクタ 116419">
                    <a:extLst>
                      <a:ext uri="{FF2B5EF4-FFF2-40B4-BE49-F238E27FC236}">
                        <a16:creationId xmlns:a16="http://schemas.microsoft.com/office/drawing/2014/main" id="{DA572CF8-D973-435F-B703-2444913F65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1" name="直線コネクタ 116420">
                    <a:extLst>
                      <a:ext uri="{FF2B5EF4-FFF2-40B4-BE49-F238E27FC236}">
                        <a16:creationId xmlns:a16="http://schemas.microsoft.com/office/drawing/2014/main" id="{ECEE882B-C84A-40EC-B1E3-14A04E4A9C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2" name="直線コネクタ 116421">
                    <a:extLst>
                      <a:ext uri="{FF2B5EF4-FFF2-40B4-BE49-F238E27FC236}">
                        <a16:creationId xmlns:a16="http://schemas.microsoft.com/office/drawing/2014/main" id="{F8D56D80-9AE6-4F78-8D64-B317F87AF4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3" name="直線コネクタ 116422">
                    <a:extLst>
                      <a:ext uri="{FF2B5EF4-FFF2-40B4-BE49-F238E27FC236}">
                        <a16:creationId xmlns:a16="http://schemas.microsoft.com/office/drawing/2014/main" id="{5565B24E-46E6-474B-9231-D3EE2A2C4D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4" name="直線コネクタ 116423">
                    <a:extLst>
                      <a:ext uri="{FF2B5EF4-FFF2-40B4-BE49-F238E27FC236}">
                        <a16:creationId xmlns:a16="http://schemas.microsoft.com/office/drawing/2014/main" id="{DC3226B3-D6B8-4947-A7AF-E73003663F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5" name="直線コネクタ 116424">
                    <a:extLst>
                      <a:ext uri="{FF2B5EF4-FFF2-40B4-BE49-F238E27FC236}">
                        <a16:creationId xmlns:a16="http://schemas.microsoft.com/office/drawing/2014/main" id="{935ACD90-02FB-4E87-A129-76A5B16696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6" name="直線コネクタ 116425">
                    <a:extLst>
                      <a:ext uri="{FF2B5EF4-FFF2-40B4-BE49-F238E27FC236}">
                        <a16:creationId xmlns:a16="http://schemas.microsoft.com/office/drawing/2014/main" id="{F1922558-478E-4F9E-9415-C46E9FC204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7" name="直線コネクタ 116426">
                    <a:extLst>
                      <a:ext uri="{FF2B5EF4-FFF2-40B4-BE49-F238E27FC236}">
                        <a16:creationId xmlns:a16="http://schemas.microsoft.com/office/drawing/2014/main" id="{9EC68C12-9B50-4960-8420-9534586D80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8" name="直線コネクタ 116427">
                    <a:extLst>
                      <a:ext uri="{FF2B5EF4-FFF2-40B4-BE49-F238E27FC236}">
                        <a16:creationId xmlns:a16="http://schemas.microsoft.com/office/drawing/2014/main" id="{5A98280E-1572-4686-B74A-C87A48DA24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29" name="直線コネクタ 116428">
                    <a:extLst>
                      <a:ext uri="{FF2B5EF4-FFF2-40B4-BE49-F238E27FC236}">
                        <a16:creationId xmlns:a16="http://schemas.microsoft.com/office/drawing/2014/main" id="{10D63CF4-BA95-4886-BE8E-C66D0B355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0" name="直線コネクタ 116429">
                    <a:extLst>
                      <a:ext uri="{FF2B5EF4-FFF2-40B4-BE49-F238E27FC236}">
                        <a16:creationId xmlns:a16="http://schemas.microsoft.com/office/drawing/2014/main" id="{07EFA7CC-1FDC-4F80-89B5-D47A4B258E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1" name="直線コネクタ 116430">
                    <a:extLst>
                      <a:ext uri="{FF2B5EF4-FFF2-40B4-BE49-F238E27FC236}">
                        <a16:creationId xmlns:a16="http://schemas.microsoft.com/office/drawing/2014/main" id="{86811123-247F-42CF-81AD-0F64F3BFD3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2" name="直線コネクタ 116431">
                    <a:extLst>
                      <a:ext uri="{FF2B5EF4-FFF2-40B4-BE49-F238E27FC236}">
                        <a16:creationId xmlns:a16="http://schemas.microsoft.com/office/drawing/2014/main" id="{FD4F83EA-93C7-4D15-8F3F-BC220EFE4A3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3" name="直線コネクタ 116432">
                    <a:extLst>
                      <a:ext uri="{FF2B5EF4-FFF2-40B4-BE49-F238E27FC236}">
                        <a16:creationId xmlns:a16="http://schemas.microsoft.com/office/drawing/2014/main" id="{6167D3BD-20B2-46BF-9701-1610B1112F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4" name="直線コネクタ 116433">
                    <a:extLst>
                      <a:ext uri="{FF2B5EF4-FFF2-40B4-BE49-F238E27FC236}">
                        <a16:creationId xmlns:a16="http://schemas.microsoft.com/office/drawing/2014/main" id="{01BF5B23-51C9-4F92-8DC3-FA012B2321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5" name="直線コネクタ 116434">
                    <a:extLst>
                      <a:ext uri="{FF2B5EF4-FFF2-40B4-BE49-F238E27FC236}">
                        <a16:creationId xmlns:a16="http://schemas.microsoft.com/office/drawing/2014/main" id="{9CA2A3EF-61D6-4FBE-835C-22D71110A73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6" name="直線コネクタ 116435">
                    <a:extLst>
                      <a:ext uri="{FF2B5EF4-FFF2-40B4-BE49-F238E27FC236}">
                        <a16:creationId xmlns:a16="http://schemas.microsoft.com/office/drawing/2014/main" id="{572A880C-501B-412D-90D2-7B46D204AD4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7" name="直線コネクタ 116436">
                    <a:extLst>
                      <a:ext uri="{FF2B5EF4-FFF2-40B4-BE49-F238E27FC236}">
                        <a16:creationId xmlns:a16="http://schemas.microsoft.com/office/drawing/2014/main" id="{BC5CA41D-CCE9-4811-A805-96B5EF43B55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8" name="直線コネクタ 116437">
                    <a:extLst>
                      <a:ext uri="{FF2B5EF4-FFF2-40B4-BE49-F238E27FC236}">
                        <a16:creationId xmlns:a16="http://schemas.microsoft.com/office/drawing/2014/main" id="{22E2D5BC-80DD-44D5-BEDB-B0E98865284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39" name="直線コネクタ 116438">
                    <a:extLst>
                      <a:ext uri="{FF2B5EF4-FFF2-40B4-BE49-F238E27FC236}">
                        <a16:creationId xmlns:a16="http://schemas.microsoft.com/office/drawing/2014/main" id="{7D90C47E-49BC-4143-B387-477AF250561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0" name="直線コネクタ 116439">
                    <a:extLst>
                      <a:ext uri="{FF2B5EF4-FFF2-40B4-BE49-F238E27FC236}">
                        <a16:creationId xmlns:a16="http://schemas.microsoft.com/office/drawing/2014/main" id="{16F6BA7E-EA79-448A-A022-7160E112AAB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1" name="直線コネクタ 116440">
                    <a:extLst>
                      <a:ext uri="{FF2B5EF4-FFF2-40B4-BE49-F238E27FC236}">
                        <a16:creationId xmlns:a16="http://schemas.microsoft.com/office/drawing/2014/main" id="{4BFC0F8C-D1F9-4683-BBCA-C1DA42F85C0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2" name="直線コネクタ 116441">
                    <a:extLst>
                      <a:ext uri="{FF2B5EF4-FFF2-40B4-BE49-F238E27FC236}">
                        <a16:creationId xmlns:a16="http://schemas.microsoft.com/office/drawing/2014/main" id="{4432C4A6-0181-4A14-A797-06DEA279141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3" name="直線コネクタ 116442">
                    <a:extLst>
                      <a:ext uri="{FF2B5EF4-FFF2-40B4-BE49-F238E27FC236}">
                        <a16:creationId xmlns:a16="http://schemas.microsoft.com/office/drawing/2014/main" id="{762944A2-B443-4688-BBFD-A21A257FF77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4" name="直線コネクタ 116443">
                    <a:extLst>
                      <a:ext uri="{FF2B5EF4-FFF2-40B4-BE49-F238E27FC236}">
                        <a16:creationId xmlns:a16="http://schemas.microsoft.com/office/drawing/2014/main" id="{FCEE25D2-0C90-426B-A35D-ACD5C70451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5" name="直線コネクタ 116444">
                    <a:extLst>
                      <a:ext uri="{FF2B5EF4-FFF2-40B4-BE49-F238E27FC236}">
                        <a16:creationId xmlns:a16="http://schemas.microsoft.com/office/drawing/2014/main" id="{B5CEF7CF-590C-43A9-86E4-683A73F8D1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6" name="直線コネクタ 116445">
                    <a:extLst>
                      <a:ext uri="{FF2B5EF4-FFF2-40B4-BE49-F238E27FC236}">
                        <a16:creationId xmlns:a16="http://schemas.microsoft.com/office/drawing/2014/main" id="{B38A3744-C4BC-40C8-94E3-9CEF70702B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7" name="直線コネクタ 116446">
                    <a:extLst>
                      <a:ext uri="{FF2B5EF4-FFF2-40B4-BE49-F238E27FC236}">
                        <a16:creationId xmlns:a16="http://schemas.microsoft.com/office/drawing/2014/main" id="{BF1D1B11-A47F-47E1-A899-7AD02BD873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8" name="直線コネクタ 116447">
                    <a:extLst>
                      <a:ext uri="{FF2B5EF4-FFF2-40B4-BE49-F238E27FC236}">
                        <a16:creationId xmlns:a16="http://schemas.microsoft.com/office/drawing/2014/main" id="{A23D3D75-A764-4B9D-A1E7-EBE30260A4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49" name="直線コネクタ 116448">
                    <a:extLst>
                      <a:ext uri="{FF2B5EF4-FFF2-40B4-BE49-F238E27FC236}">
                        <a16:creationId xmlns:a16="http://schemas.microsoft.com/office/drawing/2014/main" id="{0C0BAFCA-E463-40BF-BF63-87966EDEE4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0" name="直線コネクタ 116449">
                    <a:extLst>
                      <a:ext uri="{FF2B5EF4-FFF2-40B4-BE49-F238E27FC236}">
                        <a16:creationId xmlns:a16="http://schemas.microsoft.com/office/drawing/2014/main" id="{7E5E76ED-AB0D-4FE1-AE76-E723933F09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1" name="直線コネクタ 116450">
                    <a:extLst>
                      <a:ext uri="{FF2B5EF4-FFF2-40B4-BE49-F238E27FC236}">
                        <a16:creationId xmlns:a16="http://schemas.microsoft.com/office/drawing/2014/main" id="{A3F79BCC-03DA-4BA9-8F18-AC197DA7A0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2" name="直線コネクタ 116451">
                    <a:extLst>
                      <a:ext uri="{FF2B5EF4-FFF2-40B4-BE49-F238E27FC236}">
                        <a16:creationId xmlns:a16="http://schemas.microsoft.com/office/drawing/2014/main" id="{C4C47313-7CF7-4453-A8BB-427615FEE9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3" name="直線コネクタ 116452">
                    <a:extLst>
                      <a:ext uri="{FF2B5EF4-FFF2-40B4-BE49-F238E27FC236}">
                        <a16:creationId xmlns:a16="http://schemas.microsoft.com/office/drawing/2014/main" id="{25A719FA-D378-43F9-9A55-2EE66404CB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4" name="直線コネクタ 116453">
                    <a:extLst>
                      <a:ext uri="{FF2B5EF4-FFF2-40B4-BE49-F238E27FC236}">
                        <a16:creationId xmlns:a16="http://schemas.microsoft.com/office/drawing/2014/main" id="{B4AC9894-F12B-4AAB-B8EE-CAD823AF7B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5" name="直線コネクタ 116454">
                    <a:extLst>
                      <a:ext uri="{FF2B5EF4-FFF2-40B4-BE49-F238E27FC236}">
                        <a16:creationId xmlns:a16="http://schemas.microsoft.com/office/drawing/2014/main" id="{29E9BA24-1A38-470E-8870-7DCEE3A27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6" name="直線コネクタ 116455">
                    <a:extLst>
                      <a:ext uri="{FF2B5EF4-FFF2-40B4-BE49-F238E27FC236}">
                        <a16:creationId xmlns:a16="http://schemas.microsoft.com/office/drawing/2014/main" id="{B4AA087F-25CD-4DED-982C-17E1B60BC3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7" name="直線コネクタ 116456">
                    <a:extLst>
                      <a:ext uri="{FF2B5EF4-FFF2-40B4-BE49-F238E27FC236}">
                        <a16:creationId xmlns:a16="http://schemas.microsoft.com/office/drawing/2014/main" id="{8BBED021-BD04-45DE-8529-B7307CEB1C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8" name="直線コネクタ 116457">
                    <a:extLst>
                      <a:ext uri="{FF2B5EF4-FFF2-40B4-BE49-F238E27FC236}">
                        <a16:creationId xmlns:a16="http://schemas.microsoft.com/office/drawing/2014/main" id="{147499E1-7CAB-41A0-823B-580F35FC10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59" name="直線コネクタ 116458">
                    <a:extLst>
                      <a:ext uri="{FF2B5EF4-FFF2-40B4-BE49-F238E27FC236}">
                        <a16:creationId xmlns:a16="http://schemas.microsoft.com/office/drawing/2014/main" id="{439CEB89-D9F4-4B09-B282-FBD1B47BE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0" name="直線コネクタ 116459">
                    <a:extLst>
                      <a:ext uri="{FF2B5EF4-FFF2-40B4-BE49-F238E27FC236}">
                        <a16:creationId xmlns:a16="http://schemas.microsoft.com/office/drawing/2014/main" id="{B9CA44DD-D32A-4353-B191-2620D23701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1" name="直線コネクタ 116460">
                    <a:extLst>
                      <a:ext uri="{FF2B5EF4-FFF2-40B4-BE49-F238E27FC236}">
                        <a16:creationId xmlns:a16="http://schemas.microsoft.com/office/drawing/2014/main" id="{07048EA3-1089-4D7B-AD94-75BF9478C4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2" name="直線コネクタ 116461">
                    <a:extLst>
                      <a:ext uri="{FF2B5EF4-FFF2-40B4-BE49-F238E27FC236}">
                        <a16:creationId xmlns:a16="http://schemas.microsoft.com/office/drawing/2014/main" id="{200F6C31-C111-4276-853C-EB777D6FB1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3" name="直線コネクタ 116462">
                    <a:extLst>
                      <a:ext uri="{FF2B5EF4-FFF2-40B4-BE49-F238E27FC236}">
                        <a16:creationId xmlns:a16="http://schemas.microsoft.com/office/drawing/2014/main" id="{BF804CB5-0C98-47E6-AE2C-AF50C4B211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4" name="直線コネクタ 116463">
                    <a:extLst>
                      <a:ext uri="{FF2B5EF4-FFF2-40B4-BE49-F238E27FC236}">
                        <a16:creationId xmlns:a16="http://schemas.microsoft.com/office/drawing/2014/main" id="{923BDA50-5131-4A07-ABE9-6B24EB366E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5" name="直線コネクタ 116464">
                    <a:extLst>
                      <a:ext uri="{FF2B5EF4-FFF2-40B4-BE49-F238E27FC236}">
                        <a16:creationId xmlns:a16="http://schemas.microsoft.com/office/drawing/2014/main" id="{54A1177A-0896-4C23-BD7D-217D2BB864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6" name="直線コネクタ 116465">
                    <a:extLst>
                      <a:ext uri="{FF2B5EF4-FFF2-40B4-BE49-F238E27FC236}">
                        <a16:creationId xmlns:a16="http://schemas.microsoft.com/office/drawing/2014/main" id="{6E3B1E90-29EE-4D34-9C4E-5D0E068E30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7" name="直線コネクタ 116466">
                    <a:extLst>
                      <a:ext uri="{FF2B5EF4-FFF2-40B4-BE49-F238E27FC236}">
                        <a16:creationId xmlns:a16="http://schemas.microsoft.com/office/drawing/2014/main" id="{4CF80CC1-304E-42AE-BE03-2CCA02017A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8" name="直線コネクタ 116467">
                    <a:extLst>
                      <a:ext uri="{FF2B5EF4-FFF2-40B4-BE49-F238E27FC236}">
                        <a16:creationId xmlns:a16="http://schemas.microsoft.com/office/drawing/2014/main" id="{DC4BF11B-273A-4AE1-A363-8BD3EBF354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69" name="直線コネクタ 116468">
                    <a:extLst>
                      <a:ext uri="{FF2B5EF4-FFF2-40B4-BE49-F238E27FC236}">
                        <a16:creationId xmlns:a16="http://schemas.microsoft.com/office/drawing/2014/main" id="{4B220787-9421-4C5C-9B43-C21BD56425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0" name="直線コネクタ 116469">
                    <a:extLst>
                      <a:ext uri="{FF2B5EF4-FFF2-40B4-BE49-F238E27FC236}">
                        <a16:creationId xmlns:a16="http://schemas.microsoft.com/office/drawing/2014/main" id="{A69BA36F-ABA3-4DD8-8ADD-6A6C8F4CCB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1" name="直線コネクタ 116470">
                    <a:extLst>
                      <a:ext uri="{FF2B5EF4-FFF2-40B4-BE49-F238E27FC236}">
                        <a16:creationId xmlns:a16="http://schemas.microsoft.com/office/drawing/2014/main" id="{35367A8B-FC34-44D1-A95A-E74F68B413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2" name="直線コネクタ 116471">
                    <a:extLst>
                      <a:ext uri="{FF2B5EF4-FFF2-40B4-BE49-F238E27FC236}">
                        <a16:creationId xmlns:a16="http://schemas.microsoft.com/office/drawing/2014/main" id="{8A77B901-2328-4E05-8B94-5DB5C3CB79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3" name="直線コネクタ 116472">
                    <a:extLst>
                      <a:ext uri="{FF2B5EF4-FFF2-40B4-BE49-F238E27FC236}">
                        <a16:creationId xmlns:a16="http://schemas.microsoft.com/office/drawing/2014/main" id="{B0F0219C-DAC5-467C-ACDA-7273E20A70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4" name="直線コネクタ 116473">
                    <a:extLst>
                      <a:ext uri="{FF2B5EF4-FFF2-40B4-BE49-F238E27FC236}">
                        <a16:creationId xmlns:a16="http://schemas.microsoft.com/office/drawing/2014/main" id="{5C53ACA9-734C-4775-B603-01A86E13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5" name="直線コネクタ 116474">
                    <a:extLst>
                      <a:ext uri="{FF2B5EF4-FFF2-40B4-BE49-F238E27FC236}">
                        <a16:creationId xmlns:a16="http://schemas.microsoft.com/office/drawing/2014/main" id="{A85346A9-2412-45DC-B5F8-6BD5CFA252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6" name="直線コネクタ 116475">
                    <a:extLst>
                      <a:ext uri="{FF2B5EF4-FFF2-40B4-BE49-F238E27FC236}">
                        <a16:creationId xmlns:a16="http://schemas.microsoft.com/office/drawing/2014/main" id="{713DE0B5-FE62-4289-AE95-DBEC86406B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7" name="直線コネクタ 116476">
                    <a:extLst>
                      <a:ext uri="{FF2B5EF4-FFF2-40B4-BE49-F238E27FC236}">
                        <a16:creationId xmlns:a16="http://schemas.microsoft.com/office/drawing/2014/main" id="{8CEDD5CB-EC4D-4E3B-A1CD-2DA253A820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8" name="直線コネクタ 116477">
                    <a:extLst>
                      <a:ext uri="{FF2B5EF4-FFF2-40B4-BE49-F238E27FC236}">
                        <a16:creationId xmlns:a16="http://schemas.microsoft.com/office/drawing/2014/main" id="{49A3A470-8A09-4B59-98E5-DE74047B66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79" name="直線コネクタ 116478">
                    <a:extLst>
                      <a:ext uri="{FF2B5EF4-FFF2-40B4-BE49-F238E27FC236}">
                        <a16:creationId xmlns:a16="http://schemas.microsoft.com/office/drawing/2014/main" id="{82A6913F-6188-4D09-A4C5-1E54D03106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0" name="直線コネクタ 116479">
                    <a:extLst>
                      <a:ext uri="{FF2B5EF4-FFF2-40B4-BE49-F238E27FC236}">
                        <a16:creationId xmlns:a16="http://schemas.microsoft.com/office/drawing/2014/main" id="{B426A330-B272-4638-AAB0-AB6FA9392E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1" name="直線コネクタ 116480">
                    <a:extLst>
                      <a:ext uri="{FF2B5EF4-FFF2-40B4-BE49-F238E27FC236}">
                        <a16:creationId xmlns:a16="http://schemas.microsoft.com/office/drawing/2014/main" id="{727BB8C9-0011-42DD-B5FF-BE1E2C6AA8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2" name="直線コネクタ 116481">
                    <a:extLst>
                      <a:ext uri="{FF2B5EF4-FFF2-40B4-BE49-F238E27FC236}">
                        <a16:creationId xmlns:a16="http://schemas.microsoft.com/office/drawing/2014/main" id="{0F4406D5-82E8-4E67-938F-C0D28B4EBA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3" name="直線コネクタ 116482">
                    <a:extLst>
                      <a:ext uri="{FF2B5EF4-FFF2-40B4-BE49-F238E27FC236}">
                        <a16:creationId xmlns:a16="http://schemas.microsoft.com/office/drawing/2014/main" id="{3FF07ABB-5A54-40AC-8DCB-1ED99AF89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4" name="直線コネクタ 116483">
                    <a:extLst>
                      <a:ext uri="{FF2B5EF4-FFF2-40B4-BE49-F238E27FC236}">
                        <a16:creationId xmlns:a16="http://schemas.microsoft.com/office/drawing/2014/main" id="{A5F1BA88-DDDA-4199-B2F4-4DC57F9A44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5" name="直線コネクタ 116484">
                    <a:extLst>
                      <a:ext uri="{FF2B5EF4-FFF2-40B4-BE49-F238E27FC236}">
                        <a16:creationId xmlns:a16="http://schemas.microsoft.com/office/drawing/2014/main" id="{DD4DA6EC-38BB-415F-A29A-F23E51EF3B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6" name="直線コネクタ 116485">
                    <a:extLst>
                      <a:ext uri="{FF2B5EF4-FFF2-40B4-BE49-F238E27FC236}">
                        <a16:creationId xmlns:a16="http://schemas.microsoft.com/office/drawing/2014/main" id="{F106D512-88FF-4011-ADE7-CCCA497116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7" name="直線コネクタ 116486">
                    <a:extLst>
                      <a:ext uri="{FF2B5EF4-FFF2-40B4-BE49-F238E27FC236}">
                        <a16:creationId xmlns:a16="http://schemas.microsoft.com/office/drawing/2014/main" id="{F90AB4D5-9BFD-47A4-98A4-6327C9C55E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8" name="直線コネクタ 116487">
                    <a:extLst>
                      <a:ext uri="{FF2B5EF4-FFF2-40B4-BE49-F238E27FC236}">
                        <a16:creationId xmlns:a16="http://schemas.microsoft.com/office/drawing/2014/main" id="{6B9D387C-E9D6-4388-8FE7-EF7C531D6D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89" name="直線コネクタ 116488">
                    <a:extLst>
                      <a:ext uri="{FF2B5EF4-FFF2-40B4-BE49-F238E27FC236}">
                        <a16:creationId xmlns:a16="http://schemas.microsoft.com/office/drawing/2014/main" id="{D4A5041E-7D3A-4478-8AC3-9EF542D656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0" name="直線コネクタ 116489">
                    <a:extLst>
                      <a:ext uri="{FF2B5EF4-FFF2-40B4-BE49-F238E27FC236}">
                        <a16:creationId xmlns:a16="http://schemas.microsoft.com/office/drawing/2014/main" id="{007FE700-2F89-4A49-AD77-3405EB1928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1" name="直線コネクタ 116490">
                    <a:extLst>
                      <a:ext uri="{FF2B5EF4-FFF2-40B4-BE49-F238E27FC236}">
                        <a16:creationId xmlns:a16="http://schemas.microsoft.com/office/drawing/2014/main" id="{ECF378EF-53D2-46DF-8FDC-D16DBD3CA9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2" name="直線コネクタ 116491">
                    <a:extLst>
                      <a:ext uri="{FF2B5EF4-FFF2-40B4-BE49-F238E27FC236}">
                        <a16:creationId xmlns:a16="http://schemas.microsoft.com/office/drawing/2014/main" id="{CC1CD2C8-04C7-499B-800E-374A5AC20C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3" name="直線コネクタ 116492">
                    <a:extLst>
                      <a:ext uri="{FF2B5EF4-FFF2-40B4-BE49-F238E27FC236}">
                        <a16:creationId xmlns:a16="http://schemas.microsoft.com/office/drawing/2014/main" id="{3BB98801-7CDC-4742-9D79-ADAEB3D795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4" name="直線コネクタ 116493">
                    <a:extLst>
                      <a:ext uri="{FF2B5EF4-FFF2-40B4-BE49-F238E27FC236}">
                        <a16:creationId xmlns:a16="http://schemas.microsoft.com/office/drawing/2014/main" id="{19A35FD5-8447-432A-B663-999808590C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5" name="直線コネクタ 116494">
                    <a:extLst>
                      <a:ext uri="{FF2B5EF4-FFF2-40B4-BE49-F238E27FC236}">
                        <a16:creationId xmlns:a16="http://schemas.microsoft.com/office/drawing/2014/main" id="{BD815443-8CA9-4A51-A883-0BA8B9DB42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6" name="直線コネクタ 116495">
                    <a:extLst>
                      <a:ext uri="{FF2B5EF4-FFF2-40B4-BE49-F238E27FC236}">
                        <a16:creationId xmlns:a16="http://schemas.microsoft.com/office/drawing/2014/main" id="{545FDD28-0ECF-4E51-9F72-9212569BA1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7" name="直線コネクタ 116496">
                    <a:extLst>
                      <a:ext uri="{FF2B5EF4-FFF2-40B4-BE49-F238E27FC236}">
                        <a16:creationId xmlns:a16="http://schemas.microsoft.com/office/drawing/2014/main" id="{A714D685-FCAD-428F-B086-F665015872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8" name="直線コネクタ 116497">
                    <a:extLst>
                      <a:ext uri="{FF2B5EF4-FFF2-40B4-BE49-F238E27FC236}">
                        <a16:creationId xmlns:a16="http://schemas.microsoft.com/office/drawing/2014/main" id="{A1197FE1-D1A4-4552-A16F-028991944A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499" name="直線コネクタ 116498">
                    <a:extLst>
                      <a:ext uri="{FF2B5EF4-FFF2-40B4-BE49-F238E27FC236}">
                        <a16:creationId xmlns:a16="http://schemas.microsoft.com/office/drawing/2014/main" id="{09778ACF-AA5C-4CD1-BEE1-9B913F5558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500" name="直線コネクタ 116499">
                    <a:extLst>
                      <a:ext uri="{FF2B5EF4-FFF2-40B4-BE49-F238E27FC236}">
                        <a16:creationId xmlns:a16="http://schemas.microsoft.com/office/drawing/2014/main" id="{67732C21-4943-4A67-AA80-8051C7DD5E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501" name="直線コネクタ 116500">
                    <a:extLst>
                      <a:ext uri="{FF2B5EF4-FFF2-40B4-BE49-F238E27FC236}">
                        <a16:creationId xmlns:a16="http://schemas.microsoft.com/office/drawing/2014/main" id="{D8F7AA5C-50B4-4F19-8382-4CA9D1A8A1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502" name="直線コネクタ 116501">
                    <a:extLst>
                      <a:ext uri="{FF2B5EF4-FFF2-40B4-BE49-F238E27FC236}">
                        <a16:creationId xmlns:a16="http://schemas.microsoft.com/office/drawing/2014/main" id="{CA4EB1EE-ABA8-47F3-80BF-50068A3A8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503" name="直線コネクタ 116502">
                    <a:extLst>
                      <a:ext uri="{FF2B5EF4-FFF2-40B4-BE49-F238E27FC236}">
                        <a16:creationId xmlns:a16="http://schemas.microsoft.com/office/drawing/2014/main" id="{F8AD039D-1FE7-4D2A-BA49-AF6B1D65EC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504" name="直線コネクタ 116503">
                    <a:extLst>
                      <a:ext uri="{FF2B5EF4-FFF2-40B4-BE49-F238E27FC236}">
                        <a16:creationId xmlns:a16="http://schemas.microsoft.com/office/drawing/2014/main" id="{EACBDA7E-0606-4009-966F-A3422461FD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505" name="直線コネクタ 116504">
                    <a:extLst>
                      <a:ext uri="{FF2B5EF4-FFF2-40B4-BE49-F238E27FC236}">
                        <a16:creationId xmlns:a16="http://schemas.microsoft.com/office/drawing/2014/main" id="{97CDD31D-8A53-4D26-8C01-9F64E27A49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506" name="直線コネクタ 116505">
                    <a:extLst>
                      <a:ext uri="{FF2B5EF4-FFF2-40B4-BE49-F238E27FC236}">
                        <a16:creationId xmlns:a16="http://schemas.microsoft.com/office/drawing/2014/main" id="{77F5C81A-75D4-49C5-88F5-E8F617F46A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6507" name="グループ化 116506">
                    <a:extLst>
                      <a:ext uri="{FF2B5EF4-FFF2-40B4-BE49-F238E27FC236}">
                        <a16:creationId xmlns:a16="http://schemas.microsoft.com/office/drawing/2014/main" id="{338C4FD4-A95C-4037-90AE-5F868A112CEF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683" name="直線コネクタ 116682">
                      <a:extLst>
                        <a:ext uri="{FF2B5EF4-FFF2-40B4-BE49-F238E27FC236}">
                          <a16:creationId xmlns:a16="http://schemas.microsoft.com/office/drawing/2014/main" id="{A47ACAD7-8BB6-488D-B7B2-73636E2799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84" name="直線コネクタ 116683">
                      <a:extLst>
                        <a:ext uri="{FF2B5EF4-FFF2-40B4-BE49-F238E27FC236}">
                          <a16:creationId xmlns:a16="http://schemas.microsoft.com/office/drawing/2014/main" id="{64FAD4FF-00C9-4CDD-AE66-5DA97488E8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85" name="直線コネクタ 116684">
                      <a:extLst>
                        <a:ext uri="{FF2B5EF4-FFF2-40B4-BE49-F238E27FC236}">
                          <a16:creationId xmlns:a16="http://schemas.microsoft.com/office/drawing/2014/main" id="{16A95497-48FF-4CD9-AC9E-37BCCEE6B9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86" name="直線コネクタ 116685">
                      <a:extLst>
                        <a:ext uri="{FF2B5EF4-FFF2-40B4-BE49-F238E27FC236}">
                          <a16:creationId xmlns:a16="http://schemas.microsoft.com/office/drawing/2014/main" id="{296D7CFD-AFFA-48EB-8283-D2D6DB8EF0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87" name="直線コネクタ 116686">
                      <a:extLst>
                        <a:ext uri="{FF2B5EF4-FFF2-40B4-BE49-F238E27FC236}">
                          <a16:creationId xmlns:a16="http://schemas.microsoft.com/office/drawing/2014/main" id="{D792AEA5-1906-4B8F-B13A-7A461D184B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88" name="直線コネクタ 116687">
                      <a:extLst>
                        <a:ext uri="{FF2B5EF4-FFF2-40B4-BE49-F238E27FC236}">
                          <a16:creationId xmlns:a16="http://schemas.microsoft.com/office/drawing/2014/main" id="{E3C714C8-A213-42CF-8F80-351D2D9BED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89" name="直線コネクタ 116688">
                      <a:extLst>
                        <a:ext uri="{FF2B5EF4-FFF2-40B4-BE49-F238E27FC236}">
                          <a16:creationId xmlns:a16="http://schemas.microsoft.com/office/drawing/2014/main" id="{F38AB0DA-31F9-4BBB-862F-24A5810B18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0" name="直線コネクタ 116689">
                      <a:extLst>
                        <a:ext uri="{FF2B5EF4-FFF2-40B4-BE49-F238E27FC236}">
                          <a16:creationId xmlns:a16="http://schemas.microsoft.com/office/drawing/2014/main" id="{6BFF6A29-0ED9-4E70-AD17-8DDE196081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1" name="直線コネクタ 116690">
                      <a:extLst>
                        <a:ext uri="{FF2B5EF4-FFF2-40B4-BE49-F238E27FC236}">
                          <a16:creationId xmlns:a16="http://schemas.microsoft.com/office/drawing/2014/main" id="{39166FF0-D7CB-46E2-8CD4-4123376C98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2" name="直線コネクタ 116691">
                      <a:extLst>
                        <a:ext uri="{FF2B5EF4-FFF2-40B4-BE49-F238E27FC236}">
                          <a16:creationId xmlns:a16="http://schemas.microsoft.com/office/drawing/2014/main" id="{E958DD0B-BC6D-4A5C-AADA-1A664AA4B7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3" name="直線コネクタ 116692">
                      <a:extLst>
                        <a:ext uri="{FF2B5EF4-FFF2-40B4-BE49-F238E27FC236}">
                          <a16:creationId xmlns:a16="http://schemas.microsoft.com/office/drawing/2014/main" id="{9521F36F-2FEC-4282-ADA3-0038B2C078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4" name="直線コネクタ 116693">
                      <a:extLst>
                        <a:ext uri="{FF2B5EF4-FFF2-40B4-BE49-F238E27FC236}">
                          <a16:creationId xmlns:a16="http://schemas.microsoft.com/office/drawing/2014/main" id="{1AFC1F2B-0A75-4AFC-B848-327F8CE090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5" name="直線コネクタ 116694">
                      <a:extLst>
                        <a:ext uri="{FF2B5EF4-FFF2-40B4-BE49-F238E27FC236}">
                          <a16:creationId xmlns:a16="http://schemas.microsoft.com/office/drawing/2014/main" id="{E25B648F-9B54-422E-A286-028734C444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6" name="直線コネクタ 116695">
                      <a:extLst>
                        <a:ext uri="{FF2B5EF4-FFF2-40B4-BE49-F238E27FC236}">
                          <a16:creationId xmlns:a16="http://schemas.microsoft.com/office/drawing/2014/main" id="{359ECBAF-A7B1-421F-A8E3-A297D478B1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7" name="直線コネクタ 116696">
                      <a:extLst>
                        <a:ext uri="{FF2B5EF4-FFF2-40B4-BE49-F238E27FC236}">
                          <a16:creationId xmlns:a16="http://schemas.microsoft.com/office/drawing/2014/main" id="{D59875CF-E85D-4D54-934E-E764B70A38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8" name="直線コネクタ 116697">
                      <a:extLst>
                        <a:ext uri="{FF2B5EF4-FFF2-40B4-BE49-F238E27FC236}">
                          <a16:creationId xmlns:a16="http://schemas.microsoft.com/office/drawing/2014/main" id="{9DF9687F-1166-40E7-B8E9-71041FF28B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99" name="直線コネクタ 116698">
                      <a:extLst>
                        <a:ext uri="{FF2B5EF4-FFF2-40B4-BE49-F238E27FC236}">
                          <a16:creationId xmlns:a16="http://schemas.microsoft.com/office/drawing/2014/main" id="{E836DA4B-118B-49A2-82AB-4619558AF4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0" name="直線コネクタ 116699">
                      <a:extLst>
                        <a:ext uri="{FF2B5EF4-FFF2-40B4-BE49-F238E27FC236}">
                          <a16:creationId xmlns:a16="http://schemas.microsoft.com/office/drawing/2014/main" id="{F5911948-21C2-4DCA-B4C1-AF33A184DD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1" name="直線コネクタ 116700">
                      <a:extLst>
                        <a:ext uri="{FF2B5EF4-FFF2-40B4-BE49-F238E27FC236}">
                          <a16:creationId xmlns:a16="http://schemas.microsoft.com/office/drawing/2014/main" id="{B88F4E5B-8BB0-4C1F-9C8E-C61CB8AE3A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2" name="直線コネクタ 116701">
                      <a:extLst>
                        <a:ext uri="{FF2B5EF4-FFF2-40B4-BE49-F238E27FC236}">
                          <a16:creationId xmlns:a16="http://schemas.microsoft.com/office/drawing/2014/main" id="{C8AAB1E4-389B-4A0B-9CE5-0DC948A89E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3" name="直線コネクタ 116702">
                      <a:extLst>
                        <a:ext uri="{FF2B5EF4-FFF2-40B4-BE49-F238E27FC236}">
                          <a16:creationId xmlns:a16="http://schemas.microsoft.com/office/drawing/2014/main" id="{C2997EF3-A7C5-4262-B4C9-6B83CC7985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4" name="直線コネクタ 116703">
                      <a:extLst>
                        <a:ext uri="{FF2B5EF4-FFF2-40B4-BE49-F238E27FC236}">
                          <a16:creationId xmlns:a16="http://schemas.microsoft.com/office/drawing/2014/main" id="{7F0FD412-BD90-444B-9630-BDD1C94F9C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5" name="直線コネクタ 116704">
                      <a:extLst>
                        <a:ext uri="{FF2B5EF4-FFF2-40B4-BE49-F238E27FC236}">
                          <a16:creationId xmlns:a16="http://schemas.microsoft.com/office/drawing/2014/main" id="{01F49695-552C-4E2A-B8CD-D83FFC8A91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6" name="直線コネクタ 116705">
                      <a:extLst>
                        <a:ext uri="{FF2B5EF4-FFF2-40B4-BE49-F238E27FC236}">
                          <a16:creationId xmlns:a16="http://schemas.microsoft.com/office/drawing/2014/main" id="{1777B805-A546-4DA6-A113-67CCB4F60A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7" name="直線コネクタ 116706">
                      <a:extLst>
                        <a:ext uri="{FF2B5EF4-FFF2-40B4-BE49-F238E27FC236}">
                          <a16:creationId xmlns:a16="http://schemas.microsoft.com/office/drawing/2014/main" id="{2365C656-A0CE-4D93-8742-8FEFB52D25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8" name="直線コネクタ 116707">
                      <a:extLst>
                        <a:ext uri="{FF2B5EF4-FFF2-40B4-BE49-F238E27FC236}">
                          <a16:creationId xmlns:a16="http://schemas.microsoft.com/office/drawing/2014/main" id="{2CB26D57-83A3-43CA-B1E7-29D9C35367D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09" name="直線コネクタ 116708">
                      <a:extLst>
                        <a:ext uri="{FF2B5EF4-FFF2-40B4-BE49-F238E27FC236}">
                          <a16:creationId xmlns:a16="http://schemas.microsoft.com/office/drawing/2014/main" id="{F185479E-1D03-4613-9CC2-0CED62AC4A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0" name="直線コネクタ 116709">
                      <a:extLst>
                        <a:ext uri="{FF2B5EF4-FFF2-40B4-BE49-F238E27FC236}">
                          <a16:creationId xmlns:a16="http://schemas.microsoft.com/office/drawing/2014/main" id="{AB330C4C-2E77-422B-85C3-838C789B31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1" name="直線コネクタ 116710">
                      <a:extLst>
                        <a:ext uri="{FF2B5EF4-FFF2-40B4-BE49-F238E27FC236}">
                          <a16:creationId xmlns:a16="http://schemas.microsoft.com/office/drawing/2014/main" id="{3BA8B353-DF71-4E5E-8484-195EAF6428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2" name="直線コネクタ 116711">
                      <a:extLst>
                        <a:ext uri="{FF2B5EF4-FFF2-40B4-BE49-F238E27FC236}">
                          <a16:creationId xmlns:a16="http://schemas.microsoft.com/office/drawing/2014/main" id="{9E29B17B-F2A7-4A61-883A-44078D150C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3" name="直線コネクタ 116712">
                      <a:extLst>
                        <a:ext uri="{FF2B5EF4-FFF2-40B4-BE49-F238E27FC236}">
                          <a16:creationId xmlns:a16="http://schemas.microsoft.com/office/drawing/2014/main" id="{A5B4737C-A76B-4356-AD1C-77753A8D04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4" name="直線コネクタ 116713">
                      <a:extLst>
                        <a:ext uri="{FF2B5EF4-FFF2-40B4-BE49-F238E27FC236}">
                          <a16:creationId xmlns:a16="http://schemas.microsoft.com/office/drawing/2014/main" id="{3BF52415-76C0-4620-87C2-B222EC16D5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5" name="直線コネクタ 116714">
                      <a:extLst>
                        <a:ext uri="{FF2B5EF4-FFF2-40B4-BE49-F238E27FC236}">
                          <a16:creationId xmlns:a16="http://schemas.microsoft.com/office/drawing/2014/main" id="{FFB4F0E6-D139-43DA-8B37-E7069B7D68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6" name="直線コネクタ 116715">
                      <a:extLst>
                        <a:ext uri="{FF2B5EF4-FFF2-40B4-BE49-F238E27FC236}">
                          <a16:creationId xmlns:a16="http://schemas.microsoft.com/office/drawing/2014/main" id="{EFB1BC25-2C8C-4DB8-8FE0-B720C02236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7" name="直線コネクタ 116716">
                      <a:extLst>
                        <a:ext uri="{FF2B5EF4-FFF2-40B4-BE49-F238E27FC236}">
                          <a16:creationId xmlns:a16="http://schemas.microsoft.com/office/drawing/2014/main" id="{30D8BFF3-491C-4FA6-93BA-F67C39FE31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8" name="直線コネクタ 116717">
                      <a:extLst>
                        <a:ext uri="{FF2B5EF4-FFF2-40B4-BE49-F238E27FC236}">
                          <a16:creationId xmlns:a16="http://schemas.microsoft.com/office/drawing/2014/main" id="{80B656CF-2B77-4321-B238-BF17A8F937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19" name="直線コネクタ 116718">
                      <a:extLst>
                        <a:ext uri="{FF2B5EF4-FFF2-40B4-BE49-F238E27FC236}">
                          <a16:creationId xmlns:a16="http://schemas.microsoft.com/office/drawing/2014/main" id="{02D68534-CA7C-4234-BD0F-345A1963BE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20" name="直線コネクタ 116719">
                      <a:extLst>
                        <a:ext uri="{FF2B5EF4-FFF2-40B4-BE49-F238E27FC236}">
                          <a16:creationId xmlns:a16="http://schemas.microsoft.com/office/drawing/2014/main" id="{36F15C4E-541A-401E-8FBD-BCF45931A5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21" name="直線コネクタ 116720">
                      <a:extLst>
                        <a:ext uri="{FF2B5EF4-FFF2-40B4-BE49-F238E27FC236}">
                          <a16:creationId xmlns:a16="http://schemas.microsoft.com/office/drawing/2014/main" id="{5766E38C-1AD3-4720-ADA0-AB0ED38CF0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22" name="直線コネクタ 116721">
                      <a:extLst>
                        <a:ext uri="{FF2B5EF4-FFF2-40B4-BE49-F238E27FC236}">
                          <a16:creationId xmlns:a16="http://schemas.microsoft.com/office/drawing/2014/main" id="{49F055E4-2FD3-4832-AD33-76131DA362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23" name="直線コネクタ 116722">
                      <a:extLst>
                        <a:ext uri="{FF2B5EF4-FFF2-40B4-BE49-F238E27FC236}">
                          <a16:creationId xmlns:a16="http://schemas.microsoft.com/office/drawing/2014/main" id="{5EDCDC76-C834-4F9D-AC3D-7367A5B7AA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724" name="直線コネクタ 116723">
                      <a:extLst>
                        <a:ext uri="{FF2B5EF4-FFF2-40B4-BE49-F238E27FC236}">
                          <a16:creationId xmlns:a16="http://schemas.microsoft.com/office/drawing/2014/main" id="{200D838C-F285-4DA6-B9C1-4EE64F36A6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508" name="グループ化 116507">
                    <a:extLst>
                      <a:ext uri="{FF2B5EF4-FFF2-40B4-BE49-F238E27FC236}">
                        <a16:creationId xmlns:a16="http://schemas.microsoft.com/office/drawing/2014/main" id="{06E1D33E-FE8D-4336-AA3C-83E8463AA25B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6674" name="正方形/長方形 116673">
                      <a:extLst>
                        <a:ext uri="{FF2B5EF4-FFF2-40B4-BE49-F238E27FC236}">
                          <a16:creationId xmlns:a16="http://schemas.microsoft.com/office/drawing/2014/main" id="{6BCF4E9F-E10F-47EB-B2E2-EEB0B6463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675" name="正方形/長方形 116674">
                      <a:extLst>
                        <a:ext uri="{FF2B5EF4-FFF2-40B4-BE49-F238E27FC236}">
                          <a16:creationId xmlns:a16="http://schemas.microsoft.com/office/drawing/2014/main" id="{2C853F6F-CCE6-4802-A709-C546AEC83F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676" name="正方形/長方形 116675">
                      <a:extLst>
                        <a:ext uri="{FF2B5EF4-FFF2-40B4-BE49-F238E27FC236}">
                          <a16:creationId xmlns:a16="http://schemas.microsoft.com/office/drawing/2014/main" id="{CB8095EF-7420-4A06-B201-6924612926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677" name="正方形/長方形 116676">
                      <a:extLst>
                        <a:ext uri="{FF2B5EF4-FFF2-40B4-BE49-F238E27FC236}">
                          <a16:creationId xmlns:a16="http://schemas.microsoft.com/office/drawing/2014/main" id="{1320EDAC-40C4-4D76-B2BA-2C2AAAA31D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678" name="正方形/長方形 116677">
                      <a:extLst>
                        <a:ext uri="{FF2B5EF4-FFF2-40B4-BE49-F238E27FC236}">
                          <a16:creationId xmlns:a16="http://schemas.microsoft.com/office/drawing/2014/main" id="{E6F8182D-576B-449F-B000-CA6499FD4F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679" name="正方形/長方形 116678">
                      <a:extLst>
                        <a:ext uri="{FF2B5EF4-FFF2-40B4-BE49-F238E27FC236}">
                          <a16:creationId xmlns:a16="http://schemas.microsoft.com/office/drawing/2014/main" id="{3B568F84-1671-4337-B0A0-A950CC4BD11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680" name="正方形/長方形 116679">
                      <a:extLst>
                        <a:ext uri="{FF2B5EF4-FFF2-40B4-BE49-F238E27FC236}">
                          <a16:creationId xmlns:a16="http://schemas.microsoft.com/office/drawing/2014/main" id="{387AECF0-8BD7-4D3B-AC74-3ED74DE186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681" name="正方形/長方形 116680">
                      <a:extLst>
                        <a:ext uri="{FF2B5EF4-FFF2-40B4-BE49-F238E27FC236}">
                          <a16:creationId xmlns:a16="http://schemas.microsoft.com/office/drawing/2014/main" id="{6FCA26D3-3C60-468F-BBBB-BE581D870F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682" name="正方形/長方形 116681">
                      <a:extLst>
                        <a:ext uri="{FF2B5EF4-FFF2-40B4-BE49-F238E27FC236}">
                          <a16:creationId xmlns:a16="http://schemas.microsoft.com/office/drawing/2014/main" id="{B56B7757-9C01-419D-9FC4-EC506F3EEF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6509" name="グループ化 116508">
                    <a:extLst>
                      <a:ext uri="{FF2B5EF4-FFF2-40B4-BE49-F238E27FC236}">
                        <a16:creationId xmlns:a16="http://schemas.microsoft.com/office/drawing/2014/main" id="{34672A20-D5E6-4F97-9894-95DE34B36646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666" name="直線コネクタ 116665">
                      <a:extLst>
                        <a:ext uri="{FF2B5EF4-FFF2-40B4-BE49-F238E27FC236}">
                          <a16:creationId xmlns:a16="http://schemas.microsoft.com/office/drawing/2014/main" id="{8BB2A3EE-E703-4FF1-8B7A-D29CA08F40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7" name="直線コネクタ 116666">
                      <a:extLst>
                        <a:ext uri="{FF2B5EF4-FFF2-40B4-BE49-F238E27FC236}">
                          <a16:creationId xmlns:a16="http://schemas.microsoft.com/office/drawing/2014/main" id="{9D0A1D26-7D31-408D-BFB0-28BB1317DB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8" name="直線コネクタ 116667">
                      <a:extLst>
                        <a:ext uri="{FF2B5EF4-FFF2-40B4-BE49-F238E27FC236}">
                          <a16:creationId xmlns:a16="http://schemas.microsoft.com/office/drawing/2014/main" id="{35A2FF34-60C7-46A0-92CC-A79ED7D437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9" name="直線コネクタ 116668">
                      <a:extLst>
                        <a:ext uri="{FF2B5EF4-FFF2-40B4-BE49-F238E27FC236}">
                          <a16:creationId xmlns:a16="http://schemas.microsoft.com/office/drawing/2014/main" id="{D4FB86B5-3620-4CE7-925D-EEF6E4284F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70" name="直線コネクタ 116669">
                      <a:extLst>
                        <a:ext uri="{FF2B5EF4-FFF2-40B4-BE49-F238E27FC236}">
                          <a16:creationId xmlns:a16="http://schemas.microsoft.com/office/drawing/2014/main" id="{9C8A6166-AD7E-477A-85F4-B388F8FEB2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71" name="直線コネクタ 116670">
                      <a:extLst>
                        <a:ext uri="{FF2B5EF4-FFF2-40B4-BE49-F238E27FC236}">
                          <a16:creationId xmlns:a16="http://schemas.microsoft.com/office/drawing/2014/main" id="{F6CDB022-D368-47BB-B15F-60AB46D637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72" name="直線コネクタ 116671">
                      <a:extLst>
                        <a:ext uri="{FF2B5EF4-FFF2-40B4-BE49-F238E27FC236}">
                          <a16:creationId xmlns:a16="http://schemas.microsoft.com/office/drawing/2014/main" id="{1EBAE306-A632-4999-A227-806A4B2F93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73" name="直線コネクタ 116672">
                      <a:extLst>
                        <a:ext uri="{FF2B5EF4-FFF2-40B4-BE49-F238E27FC236}">
                          <a16:creationId xmlns:a16="http://schemas.microsoft.com/office/drawing/2014/main" id="{2CD26F3C-96D3-4347-819D-6825718C19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510" name="グループ化 116509">
                    <a:extLst>
                      <a:ext uri="{FF2B5EF4-FFF2-40B4-BE49-F238E27FC236}">
                        <a16:creationId xmlns:a16="http://schemas.microsoft.com/office/drawing/2014/main" id="{1C67C2E0-A85B-436F-A8FA-7DA2344C35F3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658" name="直線コネクタ 116657">
                      <a:extLst>
                        <a:ext uri="{FF2B5EF4-FFF2-40B4-BE49-F238E27FC236}">
                          <a16:creationId xmlns:a16="http://schemas.microsoft.com/office/drawing/2014/main" id="{E227E3D2-34D7-453B-AE77-8961553396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9" name="直線コネクタ 116658">
                      <a:extLst>
                        <a:ext uri="{FF2B5EF4-FFF2-40B4-BE49-F238E27FC236}">
                          <a16:creationId xmlns:a16="http://schemas.microsoft.com/office/drawing/2014/main" id="{63C8DB06-5EF6-4899-BB95-435DF69D8B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0" name="直線コネクタ 116659">
                      <a:extLst>
                        <a:ext uri="{FF2B5EF4-FFF2-40B4-BE49-F238E27FC236}">
                          <a16:creationId xmlns:a16="http://schemas.microsoft.com/office/drawing/2014/main" id="{34F9DCCC-C394-4B12-8B7D-E22B6EED8D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1" name="直線コネクタ 116660">
                      <a:extLst>
                        <a:ext uri="{FF2B5EF4-FFF2-40B4-BE49-F238E27FC236}">
                          <a16:creationId xmlns:a16="http://schemas.microsoft.com/office/drawing/2014/main" id="{57E0161E-8232-4418-8D11-2C05ED03DA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2" name="直線コネクタ 116661">
                      <a:extLst>
                        <a:ext uri="{FF2B5EF4-FFF2-40B4-BE49-F238E27FC236}">
                          <a16:creationId xmlns:a16="http://schemas.microsoft.com/office/drawing/2014/main" id="{89EB089F-6F1D-45F9-8C8E-D9FEB55BAD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3" name="直線コネクタ 116662">
                      <a:extLst>
                        <a:ext uri="{FF2B5EF4-FFF2-40B4-BE49-F238E27FC236}">
                          <a16:creationId xmlns:a16="http://schemas.microsoft.com/office/drawing/2014/main" id="{13BD1767-9E9D-45C5-9326-1E79FCBB58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4" name="直線コネクタ 116663">
                      <a:extLst>
                        <a:ext uri="{FF2B5EF4-FFF2-40B4-BE49-F238E27FC236}">
                          <a16:creationId xmlns:a16="http://schemas.microsoft.com/office/drawing/2014/main" id="{9739C0D0-4420-4F34-A09E-0105907C2C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65" name="直線コネクタ 116664">
                      <a:extLst>
                        <a:ext uri="{FF2B5EF4-FFF2-40B4-BE49-F238E27FC236}">
                          <a16:creationId xmlns:a16="http://schemas.microsoft.com/office/drawing/2014/main" id="{B58631A0-B6C2-4944-894C-813A5A2851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511" name="グループ化 116510">
                    <a:extLst>
                      <a:ext uri="{FF2B5EF4-FFF2-40B4-BE49-F238E27FC236}">
                        <a16:creationId xmlns:a16="http://schemas.microsoft.com/office/drawing/2014/main" id="{7D428DE1-BB2D-4BC9-89F7-07DDE91AC04C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616" name="直線コネクタ 116615">
                      <a:extLst>
                        <a:ext uri="{FF2B5EF4-FFF2-40B4-BE49-F238E27FC236}">
                          <a16:creationId xmlns:a16="http://schemas.microsoft.com/office/drawing/2014/main" id="{CD663ACD-8BFF-4A59-A15D-23F35547C5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7" name="直線コネクタ 116616">
                      <a:extLst>
                        <a:ext uri="{FF2B5EF4-FFF2-40B4-BE49-F238E27FC236}">
                          <a16:creationId xmlns:a16="http://schemas.microsoft.com/office/drawing/2014/main" id="{25242116-BDA6-4836-A005-12640AFF90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8" name="直線コネクタ 116617">
                      <a:extLst>
                        <a:ext uri="{FF2B5EF4-FFF2-40B4-BE49-F238E27FC236}">
                          <a16:creationId xmlns:a16="http://schemas.microsoft.com/office/drawing/2014/main" id="{6E825B3F-C9B2-4AF1-A620-1ACC1FBC5B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9" name="直線コネクタ 116618">
                      <a:extLst>
                        <a:ext uri="{FF2B5EF4-FFF2-40B4-BE49-F238E27FC236}">
                          <a16:creationId xmlns:a16="http://schemas.microsoft.com/office/drawing/2014/main" id="{60AF3993-26A8-4496-84C1-274B1E2F5C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0" name="直線コネクタ 116619">
                      <a:extLst>
                        <a:ext uri="{FF2B5EF4-FFF2-40B4-BE49-F238E27FC236}">
                          <a16:creationId xmlns:a16="http://schemas.microsoft.com/office/drawing/2014/main" id="{95A07C14-6F2D-4F94-96C5-83613C5888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1" name="直線コネクタ 116620">
                      <a:extLst>
                        <a:ext uri="{FF2B5EF4-FFF2-40B4-BE49-F238E27FC236}">
                          <a16:creationId xmlns:a16="http://schemas.microsoft.com/office/drawing/2014/main" id="{223D6CA2-FB63-43E7-80DD-082CD0E320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2" name="直線コネクタ 116621">
                      <a:extLst>
                        <a:ext uri="{FF2B5EF4-FFF2-40B4-BE49-F238E27FC236}">
                          <a16:creationId xmlns:a16="http://schemas.microsoft.com/office/drawing/2014/main" id="{74326756-C115-42F4-A8CB-B32AE07BA7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3" name="直線コネクタ 116622">
                      <a:extLst>
                        <a:ext uri="{FF2B5EF4-FFF2-40B4-BE49-F238E27FC236}">
                          <a16:creationId xmlns:a16="http://schemas.microsoft.com/office/drawing/2014/main" id="{C37DEBCB-669A-4737-BEF7-3A3B389C96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4" name="直線コネクタ 116623">
                      <a:extLst>
                        <a:ext uri="{FF2B5EF4-FFF2-40B4-BE49-F238E27FC236}">
                          <a16:creationId xmlns:a16="http://schemas.microsoft.com/office/drawing/2014/main" id="{CCBBC897-DC78-4F07-8EBA-1B4FFF4991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5" name="直線コネクタ 116624">
                      <a:extLst>
                        <a:ext uri="{FF2B5EF4-FFF2-40B4-BE49-F238E27FC236}">
                          <a16:creationId xmlns:a16="http://schemas.microsoft.com/office/drawing/2014/main" id="{0938CB27-5577-44D1-8027-3732926B8A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6" name="直線コネクタ 116625">
                      <a:extLst>
                        <a:ext uri="{FF2B5EF4-FFF2-40B4-BE49-F238E27FC236}">
                          <a16:creationId xmlns:a16="http://schemas.microsoft.com/office/drawing/2014/main" id="{BBD99C73-3FC3-4A63-9336-BA3A4B2566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7" name="直線コネクタ 116626">
                      <a:extLst>
                        <a:ext uri="{FF2B5EF4-FFF2-40B4-BE49-F238E27FC236}">
                          <a16:creationId xmlns:a16="http://schemas.microsoft.com/office/drawing/2014/main" id="{ED1ECE11-4E8E-42FA-A155-90CAB82F68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8" name="直線コネクタ 116627">
                      <a:extLst>
                        <a:ext uri="{FF2B5EF4-FFF2-40B4-BE49-F238E27FC236}">
                          <a16:creationId xmlns:a16="http://schemas.microsoft.com/office/drawing/2014/main" id="{80C45280-90B1-4AB7-8006-C0CA14DDE9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29" name="直線コネクタ 116628">
                      <a:extLst>
                        <a:ext uri="{FF2B5EF4-FFF2-40B4-BE49-F238E27FC236}">
                          <a16:creationId xmlns:a16="http://schemas.microsoft.com/office/drawing/2014/main" id="{C9621D64-B544-4399-AD44-B0E41655D3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0" name="直線コネクタ 116629">
                      <a:extLst>
                        <a:ext uri="{FF2B5EF4-FFF2-40B4-BE49-F238E27FC236}">
                          <a16:creationId xmlns:a16="http://schemas.microsoft.com/office/drawing/2014/main" id="{C664B041-8978-488E-A146-2BDC621DAF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1" name="直線コネクタ 116630">
                      <a:extLst>
                        <a:ext uri="{FF2B5EF4-FFF2-40B4-BE49-F238E27FC236}">
                          <a16:creationId xmlns:a16="http://schemas.microsoft.com/office/drawing/2014/main" id="{B3915E57-8893-49EC-94EA-ADA5474D08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2" name="直線コネクタ 116631">
                      <a:extLst>
                        <a:ext uri="{FF2B5EF4-FFF2-40B4-BE49-F238E27FC236}">
                          <a16:creationId xmlns:a16="http://schemas.microsoft.com/office/drawing/2014/main" id="{C1CA794F-DCC8-4169-BFE3-4FD0BF66F1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3" name="直線コネクタ 116632">
                      <a:extLst>
                        <a:ext uri="{FF2B5EF4-FFF2-40B4-BE49-F238E27FC236}">
                          <a16:creationId xmlns:a16="http://schemas.microsoft.com/office/drawing/2014/main" id="{520BF1FC-2F45-4569-96A0-9DDD3DE289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4" name="直線コネクタ 116633">
                      <a:extLst>
                        <a:ext uri="{FF2B5EF4-FFF2-40B4-BE49-F238E27FC236}">
                          <a16:creationId xmlns:a16="http://schemas.microsoft.com/office/drawing/2014/main" id="{97DF6ED1-9D12-4C25-97AE-DFEDDA1E8B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5" name="直線コネクタ 116634">
                      <a:extLst>
                        <a:ext uri="{FF2B5EF4-FFF2-40B4-BE49-F238E27FC236}">
                          <a16:creationId xmlns:a16="http://schemas.microsoft.com/office/drawing/2014/main" id="{6BF07809-AE55-41C6-827A-39A8FCF98F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6" name="直線コネクタ 116635">
                      <a:extLst>
                        <a:ext uri="{FF2B5EF4-FFF2-40B4-BE49-F238E27FC236}">
                          <a16:creationId xmlns:a16="http://schemas.microsoft.com/office/drawing/2014/main" id="{B8AFB62C-0815-4169-9189-9962E82003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7" name="直線コネクタ 116636">
                      <a:extLst>
                        <a:ext uri="{FF2B5EF4-FFF2-40B4-BE49-F238E27FC236}">
                          <a16:creationId xmlns:a16="http://schemas.microsoft.com/office/drawing/2014/main" id="{3262B733-F1BF-47CB-BCBA-728C26D927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8" name="直線コネクタ 116637">
                      <a:extLst>
                        <a:ext uri="{FF2B5EF4-FFF2-40B4-BE49-F238E27FC236}">
                          <a16:creationId xmlns:a16="http://schemas.microsoft.com/office/drawing/2014/main" id="{1E8EA175-C77A-40EB-9AFF-4F4A96D113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39" name="直線コネクタ 116638">
                      <a:extLst>
                        <a:ext uri="{FF2B5EF4-FFF2-40B4-BE49-F238E27FC236}">
                          <a16:creationId xmlns:a16="http://schemas.microsoft.com/office/drawing/2014/main" id="{78D5E261-E582-465A-839B-C95CD66DFE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0" name="直線コネクタ 116639">
                      <a:extLst>
                        <a:ext uri="{FF2B5EF4-FFF2-40B4-BE49-F238E27FC236}">
                          <a16:creationId xmlns:a16="http://schemas.microsoft.com/office/drawing/2014/main" id="{9F110A86-A67C-4B5B-8163-D08601F6C2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1" name="直線コネクタ 116640">
                      <a:extLst>
                        <a:ext uri="{FF2B5EF4-FFF2-40B4-BE49-F238E27FC236}">
                          <a16:creationId xmlns:a16="http://schemas.microsoft.com/office/drawing/2014/main" id="{002F6651-2008-4325-A2E6-6958816481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2" name="直線コネクタ 116641">
                      <a:extLst>
                        <a:ext uri="{FF2B5EF4-FFF2-40B4-BE49-F238E27FC236}">
                          <a16:creationId xmlns:a16="http://schemas.microsoft.com/office/drawing/2014/main" id="{4AA17BC8-B7E2-45B3-8FF1-C2AD08E534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3" name="直線コネクタ 116642">
                      <a:extLst>
                        <a:ext uri="{FF2B5EF4-FFF2-40B4-BE49-F238E27FC236}">
                          <a16:creationId xmlns:a16="http://schemas.microsoft.com/office/drawing/2014/main" id="{FBCF17EE-E47D-4885-9C9B-42B2A2D7EC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4" name="直線コネクタ 116643">
                      <a:extLst>
                        <a:ext uri="{FF2B5EF4-FFF2-40B4-BE49-F238E27FC236}">
                          <a16:creationId xmlns:a16="http://schemas.microsoft.com/office/drawing/2014/main" id="{314B21F2-9894-47AE-B006-1CA78C85EF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5" name="直線コネクタ 116644">
                      <a:extLst>
                        <a:ext uri="{FF2B5EF4-FFF2-40B4-BE49-F238E27FC236}">
                          <a16:creationId xmlns:a16="http://schemas.microsoft.com/office/drawing/2014/main" id="{DAD45523-D2BD-4F05-BC59-2EF90546F0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6" name="直線コネクタ 116645">
                      <a:extLst>
                        <a:ext uri="{FF2B5EF4-FFF2-40B4-BE49-F238E27FC236}">
                          <a16:creationId xmlns:a16="http://schemas.microsoft.com/office/drawing/2014/main" id="{DFF7D531-E225-411C-97A1-22C1A450DC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7" name="直線コネクタ 116646">
                      <a:extLst>
                        <a:ext uri="{FF2B5EF4-FFF2-40B4-BE49-F238E27FC236}">
                          <a16:creationId xmlns:a16="http://schemas.microsoft.com/office/drawing/2014/main" id="{5455CF42-69F2-4BC2-A426-E26C9E1F92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8" name="直線コネクタ 116647">
                      <a:extLst>
                        <a:ext uri="{FF2B5EF4-FFF2-40B4-BE49-F238E27FC236}">
                          <a16:creationId xmlns:a16="http://schemas.microsoft.com/office/drawing/2014/main" id="{95267744-926C-4528-BFCB-1A34EEF7A15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49" name="直線コネクタ 116648">
                      <a:extLst>
                        <a:ext uri="{FF2B5EF4-FFF2-40B4-BE49-F238E27FC236}">
                          <a16:creationId xmlns:a16="http://schemas.microsoft.com/office/drawing/2014/main" id="{3B299911-DEB1-4EB3-8D35-3D978174B3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0" name="直線コネクタ 116649">
                      <a:extLst>
                        <a:ext uri="{FF2B5EF4-FFF2-40B4-BE49-F238E27FC236}">
                          <a16:creationId xmlns:a16="http://schemas.microsoft.com/office/drawing/2014/main" id="{28A24F1A-F073-406E-84B4-86E18E9BAA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1" name="直線コネクタ 116650">
                      <a:extLst>
                        <a:ext uri="{FF2B5EF4-FFF2-40B4-BE49-F238E27FC236}">
                          <a16:creationId xmlns:a16="http://schemas.microsoft.com/office/drawing/2014/main" id="{34E2CAA4-1C30-408E-9EA5-4DF27B2903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2" name="直線コネクタ 116651">
                      <a:extLst>
                        <a:ext uri="{FF2B5EF4-FFF2-40B4-BE49-F238E27FC236}">
                          <a16:creationId xmlns:a16="http://schemas.microsoft.com/office/drawing/2014/main" id="{74FB8B22-930A-468E-B0DD-B2CF468824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3" name="直線コネクタ 116652">
                      <a:extLst>
                        <a:ext uri="{FF2B5EF4-FFF2-40B4-BE49-F238E27FC236}">
                          <a16:creationId xmlns:a16="http://schemas.microsoft.com/office/drawing/2014/main" id="{907FA787-6417-435F-8BAD-FFD643C7B7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4" name="直線コネクタ 116653">
                      <a:extLst>
                        <a:ext uri="{FF2B5EF4-FFF2-40B4-BE49-F238E27FC236}">
                          <a16:creationId xmlns:a16="http://schemas.microsoft.com/office/drawing/2014/main" id="{8386DFD1-A0B6-4ABB-8E7A-0177F0C14C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5" name="直線コネクタ 116654">
                      <a:extLst>
                        <a:ext uri="{FF2B5EF4-FFF2-40B4-BE49-F238E27FC236}">
                          <a16:creationId xmlns:a16="http://schemas.microsoft.com/office/drawing/2014/main" id="{BCA738B1-171E-4AF7-A434-2DD43D20B9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6" name="直線コネクタ 116655">
                      <a:extLst>
                        <a:ext uri="{FF2B5EF4-FFF2-40B4-BE49-F238E27FC236}">
                          <a16:creationId xmlns:a16="http://schemas.microsoft.com/office/drawing/2014/main" id="{FE7F97EB-B743-474F-A568-6E37ED29FB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57" name="直線コネクタ 116656">
                      <a:extLst>
                        <a:ext uri="{FF2B5EF4-FFF2-40B4-BE49-F238E27FC236}">
                          <a16:creationId xmlns:a16="http://schemas.microsoft.com/office/drawing/2014/main" id="{2E51BA5B-88C3-4708-A21E-FF474323B4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512" name="グループ化 116511">
                    <a:extLst>
                      <a:ext uri="{FF2B5EF4-FFF2-40B4-BE49-F238E27FC236}">
                        <a16:creationId xmlns:a16="http://schemas.microsoft.com/office/drawing/2014/main" id="{DB05E98A-2213-462F-8EFF-C7274502228A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574" name="直線コネクタ 116573">
                      <a:extLst>
                        <a:ext uri="{FF2B5EF4-FFF2-40B4-BE49-F238E27FC236}">
                          <a16:creationId xmlns:a16="http://schemas.microsoft.com/office/drawing/2014/main" id="{871D4040-F27A-40D5-8F9A-60366D2D5A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5" name="直線コネクタ 116574">
                      <a:extLst>
                        <a:ext uri="{FF2B5EF4-FFF2-40B4-BE49-F238E27FC236}">
                          <a16:creationId xmlns:a16="http://schemas.microsoft.com/office/drawing/2014/main" id="{A0403357-4B5B-4ECE-B2F1-AA0F31E1B7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6" name="直線コネクタ 116575">
                      <a:extLst>
                        <a:ext uri="{FF2B5EF4-FFF2-40B4-BE49-F238E27FC236}">
                          <a16:creationId xmlns:a16="http://schemas.microsoft.com/office/drawing/2014/main" id="{A3D5671E-3A67-4ED6-B32E-8F1CC0E6C0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7" name="直線コネクタ 116576">
                      <a:extLst>
                        <a:ext uri="{FF2B5EF4-FFF2-40B4-BE49-F238E27FC236}">
                          <a16:creationId xmlns:a16="http://schemas.microsoft.com/office/drawing/2014/main" id="{0673573E-17E4-4E65-924E-CD0EC23C55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8" name="直線コネクタ 116577">
                      <a:extLst>
                        <a:ext uri="{FF2B5EF4-FFF2-40B4-BE49-F238E27FC236}">
                          <a16:creationId xmlns:a16="http://schemas.microsoft.com/office/drawing/2014/main" id="{BB301603-1BD7-4222-B61D-6E824CB3DC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9" name="直線コネクタ 116578">
                      <a:extLst>
                        <a:ext uri="{FF2B5EF4-FFF2-40B4-BE49-F238E27FC236}">
                          <a16:creationId xmlns:a16="http://schemas.microsoft.com/office/drawing/2014/main" id="{1DEA2904-F406-4394-A61A-BF6C169792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0" name="直線コネクタ 116579">
                      <a:extLst>
                        <a:ext uri="{FF2B5EF4-FFF2-40B4-BE49-F238E27FC236}">
                          <a16:creationId xmlns:a16="http://schemas.microsoft.com/office/drawing/2014/main" id="{4A228BF3-C6B5-4368-ABCB-EEAF6FC6AD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1" name="直線コネクタ 116580">
                      <a:extLst>
                        <a:ext uri="{FF2B5EF4-FFF2-40B4-BE49-F238E27FC236}">
                          <a16:creationId xmlns:a16="http://schemas.microsoft.com/office/drawing/2014/main" id="{8EF676BC-6021-437E-870E-CBAF1F2B92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2" name="直線コネクタ 116581">
                      <a:extLst>
                        <a:ext uri="{FF2B5EF4-FFF2-40B4-BE49-F238E27FC236}">
                          <a16:creationId xmlns:a16="http://schemas.microsoft.com/office/drawing/2014/main" id="{B1CCBCFF-4F0B-4D36-A41C-DEEBF12045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3" name="直線コネクタ 116582">
                      <a:extLst>
                        <a:ext uri="{FF2B5EF4-FFF2-40B4-BE49-F238E27FC236}">
                          <a16:creationId xmlns:a16="http://schemas.microsoft.com/office/drawing/2014/main" id="{A4CAAC3C-DA9B-4458-A68A-E9FE7FAB75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4" name="直線コネクタ 116583">
                      <a:extLst>
                        <a:ext uri="{FF2B5EF4-FFF2-40B4-BE49-F238E27FC236}">
                          <a16:creationId xmlns:a16="http://schemas.microsoft.com/office/drawing/2014/main" id="{CD8F4219-6C0C-477F-BDB8-E0B7EE1962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5" name="直線コネクタ 116584">
                      <a:extLst>
                        <a:ext uri="{FF2B5EF4-FFF2-40B4-BE49-F238E27FC236}">
                          <a16:creationId xmlns:a16="http://schemas.microsoft.com/office/drawing/2014/main" id="{9230CCBB-A3F6-454A-927C-738B9AA174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6" name="直線コネクタ 116585">
                      <a:extLst>
                        <a:ext uri="{FF2B5EF4-FFF2-40B4-BE49-F238E27FC236}">
                          <a16:creationId xmlns:a16="http://schemas.microsoft.com/office/drawing/2014/main" id="{D4CD8019-3649-46D6-9204-C50B8EA54A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7" name="直線コネクタ 116586">
                      <a:extLst>
                        <a:ext uri="{FF2B5EF4-FFF2-40B4-BE49-F238E27FC236}">
                          <a16:creationId xmlns:a16="http://schemas.microsoft.com/office/drawing/2014/main" id="{DC01A3B1-D2FA-4D13-A745-62F5D20EAA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8" name="直線コネクタ 116587">
                      <a:extLst>
                        <a:ext uri="{FF2B5EF4-FFF2-40B4-BE49-F238E27FC236}">
                          <a16:creationId xmlns:a16="http://schemas.microsoft.com/office/drawing/2014/main" id="{C447376E-8215-47ED-8630-CF50CD8928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89" name="直線コネクタ 116588">
                      <a:extLst>
                        <a:ext uri="{FF2B5EF4-FFF2-40B4-BE49-F238E27FC236}">
                          <a16:creationId xmlns:a16="http://schemas.microsoft.com/office/drawing/2014/main" id="{CCFB18CD-7484-4FDE-9B6A-36FC1A7926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0" name="直線コネクタ 116589">
                      <a:extLst>
                        <a:ext uri="{FF2B5EF4-FFF2-40B4-BE49-F238E27FC236}">
                          <a16:creationId xmlns:a16="http://schemas.microsoft.com/office/drawing/2014/main" id="{4C906367-045D-4D84-94A4-9FA1CD62ED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1" name="直線コネクタ 116590">
                      <a:extLst>
                        <a:ext uri="{FF2B5EF4-FFF2-40B4-BE49-F238E27FC236}">
                          <a16:creationId xmlns:a16="http://schemas.microsoft.com/office/drawing/2014/main" id="{6605B900-E8C6-4461-932B-6B45848BAF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2" name="直線コネクタ 116591">
                      <a:extLst>
                        <a:ext uri="{FF2B5EF4-FFF2-40B4-BE49-F238E27FC236}">
                          <a16:creationId xmlns:a16="http://schemas.microsoft.com/office/drawing/2014/main" id="{7137B12D-C13A-427A-B7AE-1DF01539BC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3" name="直線コネクタ 116592">
                      <a:extLst>
                        <a:ext uri="{FF2B5EF4-FFF2-40B4-BE49-F238E27FC236}">
                          <a16:creationId xmlns:a16="http://schemas.microsoft.com/office/drawing/2014/main" id="{A346C4D0-BC0C-4FED-AF38-ADE60CD041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4" name="直線コネクタ 116593">
                      <a:extLst>
                        <a:ext uri="{FF2B5EF4-FFF2-40B4-BE49-F238E27FC236}">
                          <a16:creationId xmlns:a16="http://schemas.microsoft.com/office/drawing/2014/main" id="{9581A08A-6B76-402E-B9C6-0A2BA73971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5" name="直線コネクタ 116594">
                      <a:extLst>
                        <a:ext uri="{FF2B5EF4-FFF2-40B4-BE49-F238E27FC236}">
                          <a16:creationId xmlns:a16="http://schemas.microsoft.com/office/drawing/2014/main" id="{51611B0B-ED06-42A0-9500-9E28AB50DF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6" name="直線コネクタ 116595">
                      <a:extLst>
                        <a:ext uri="{FF2B5EF4-FFF2-40B4-BE49-F238E27FC236}">
                          <a16:creationId xmlns:a16="http://schemas.microsoft.com/office/drawing/2014/main" id="{B2F8672C-8FE4-45F0-B56D-212023AD84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7" name="直線コネクタ 116596">
                      <a:extLst>
                        <a:ext uri="{FF2B5EF4-FFF2-40B4-BE49-F238E27FC236}">
                          <a16:creationId xmlns:a16="http://schemas.microsoft.com/office/drawing/2014/main" id="{EFC158AF-1BED-4F27-BA41-7D2EE3FFD8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8" name="直線コネクタ 116597">
                      <a:extLst>
                        <a:ext uri="{FF2B5EF4-FFF2-40B4-BE49-F238E27FC236}">
                          <a16:creationId xmlns:a16="http://schemas.microsoft.com/office/drawing/2014/main" id="{76F1C383-4E41-48C1-A575-8C437829EB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99" name="直線コネクタ 116598">
                      <a:extLst>
                        <a:ext uri="{FF2B5EF4-FFF2-40B4-BE49-F238E27FC236}">
                          <a16:creationId xmlns:a16="http://schemas.microsoft.com/office/drawing/2014/main" id="{491C5A0B-D569-4A7D-9632-6A61DBF35A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0" name="直線コネクタ 116599">
                      <a:extLst>
                        <a:ext uri="{FF2B5EF4-FFF2-40B4-BE49-F238E27FC236}">
                          <a16:creationId xmlns:a16="http://schemas.microsoft.com/office/drawing/2014/main" id="{1F5B3499-C4DB-4C29-A50C-BE7C117C65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1" name="直線コネクタ 116600">
                      <a:extLst>
                        <a:ext uri="{FF2B5EF4-FFF2-40B4-BE49-F238E27FC236}">
                          <a16:creationId xmlns:a16="http://schemas.microsoft.com/office/drawing/2014/main" id="{622BA2BA-B734-4F9B-85A4-9C406595C0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2" name="直線コネクタ 116601">
                      <a:extLst>
                        <a:ext uri="{FF2B5EF4-FFF2-40B4-BE49-F238E27FC236}">
                          <a16:creationId xmlns:a16="http://schemas.microsoft.com/office/drawing/2014/main" id="{F73339D4-B09E-48BB-8893-0FF238DB7D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3" name="直線コネクタ 116602">
                      <a:extLst>
                        <a:ext uri="{FF2B5EF4-FFF2-40B4-BE49-F238E27FC236}">
                          <a16:creationId xmlns:a16="http://schemas.microsoft.com/office/drawing/2014/main" id="{F8C652EE-CAD4-40E9-BC1C-1AE81FFF94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4" name="直線コネクタ 116603">
                      <a:extLst>
                        <a:ext uri="{FF2B5EF4-FFF2-40B4-BE49-F238E27FC236}">
                          <a16:creationId xmlns:a16="http://schemas.microsoft.com/office/drawing/2014/main" id="{7B187CF4-71CB-4086-946E-6A5D9D4B0A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5" name="直線コネクタ 116604">
                      <a:extLst>
                        <a:ext uri="{FF2B5EF4-FFF2-40B4-BE49-F238E27FC236}">
                          <a16:creationId xmlns:a16="http://schemas.microsoft.com/office/drawing/2014/main" id="{C9A6FB43-B98B-4157-BB95-5627378EE6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6" name="直線コネクタ 116605">
                      <a:extLst>
                        <a:ext uri="{FF2B5EF4-FFF2-40B4-BE49-F238E27FC236}">
                          <a16:creationId xmlns:a16="http://schemas.microsoft.com/office/drawing/2014/main" id="{F09724CE-FD3E-4F03-A0AF-FD4B21ACC2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7" name="直線コネクタ 116606">
                      <a:extLst>
                        <a:ext uri="{FF2B5EF4-FFF2-40B4-BE49-F238E27FC236}">
                          <a16:creationId xmlns:a16="http://schemas.microsoft.com/office/drawing/2014/main" id="{03F937E4-837B-4AFB-8B5C-96EA8D3492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8" name="直線コネクタ 116607">
                      <a:extLst>
                        <a:ext uri="{FF2B5EF4-FFF2-40B4-BE49-F238E27FC236}">
                          <a16:creationId xmlns:a16="http://schemas.microsoft.com/office/drawing/2014/main" id="{9A42FB9C-A6D7-4C4A-93AB-16746A0BD8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09" name="直線コネクタ 116608">
                      <a:extLst>
                        <a:ext uri="{FF2B5EF4-FFF2-40B4-BE49-F238E27FC236}">
                          <a16:creationId xmlns:a16="http://schemas.microsoft.com/office/drawing/2014/main" id="{BC24940E-9AF8-4FDE-A537-E5BCE31722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0" name="直線コネクタ 116609">
                      <a:extLst>
                        <a:ext uri="{FF2B5EF4-FFF2-40B4-BE49-F238E27FC236}">
                          <a16:creationId xmlns:a16="http://schemas.microsoft.com/office/drawing/2014/main" id="{A987058F-EBA8-4ABA-A803-7428F3258C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1" name="直線コネクタ 116610">
                      <a:extLst>
                        <a:ext uri="{FF2B5EF4-FFF2-40B4-BE49-F238E27FC236}">
                          <a16:creationId xmlns:a16="http://schemas.microsoft.com/office/drawing/2014/main" id="{050905F1-8C5C-482C-BE81-0C709FFFA3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2" name="直線コネクタ 116611">
                      <a:extLst>
                        <a:ext uri="{FF2B5EF4-FFF2-40B4-BE49-F238E27FC236}">
                          <a16:creationId xmlns:a16="http://schemas.microsoft.com/office/drawing/2014/main" id="{E8CDBF08-5F02-4986-91AD-23DBEB06EC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3" name="直線コネクタ 116612">
                      <a:extLst>
                        <a:ext uri="{FF2B5EF4-FFF2-40B4-BE49-F238E27FC236}">
                          <a16:creationId xmlns:a16="http://schemas.microsoft.com/office/drawing/2014/main" id="{A226C5DD-A715-4F87-AD4B-1216EADB23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4" name="直線コネクタ 116613">
                      <a:extLst>
                        <a:ext uri="{FF2B5EF4-FFF2-40B4-BE49-F238E27FC236}">
                          <a16:creationId xmlns:a16="http://schemas.microsoft.com/office/drawing/2014/main" id="{AE4D427A-FA9A-4033-A8A9-D00A23909E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615" name="直線コネクタ 116614">
                      <a:extLst>
                        <a:ext uri="{FF2B5EF4-FFF2-40B4-BE49-F238E27FC236}">
                          <a16:creationId xmlns:a16="http://schemas.microsoft.com/office/drawing/2014/main" id="{910ACB17-D8B5-4AF6-8643-9F7712BA54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513" name="グループ化 116512">
                    <a:extLst>
                      <a:ext uri="{FF2B5EF4-FFF2-40B4-BE49-F238E27FC236}">
                        <a16:creationId xmlns:a16="http://schemas.microsoft.com/office/drawing/2014/main" id="{BB83B5BF-6FEF-433A-98EB-A9A36C7B08BE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566" name="直線コネクタ 116565">
                      <a:extLst>
                        <a:ext uri="{FF2B5EF4-FFF2-40B4-BE49-F238E27FC236}">
                          <a16:creationId xmlns:a16="http://schemas.microsoft.com/office/drawing/2014/main" id="{DCD414C9-4964-4A35-8821-E21A70727B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7" name="直線コネクタ 116566">
                      <a:extLst>
                        <a:ext uri="{FF2B5EF4-FFF2-40B4-BE49-F238E27FC236}">
                          <a16:creationId xmlns:a16="http://schemas.microsoft.com/office/drawing/2014/main" id="{31DEC277-3FBD-4E61-BD5D-E16C73946E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8" name="直線コネクタ 116567">
                      <a:extLst>
                        <a:ext uri="{FF2B5EF4-FFF2-40B4-BE49-F238E27FC236}">
                          <a16:creationId xmlns:a16="http://schemas.microsoft.com/office/drawing/2014/main" id="{751418B7-8B06-4136-A178-50FDED4D2C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9" name="直線コネクタ 116568">
                      <a:extLst>
                        <a:ext uri="{FF2B5EF4-FFF2-40B4-BE49-F238E27FC236}">
                          <a16:creationId xmlns:a16="http://schemas.microsoft.com/office/drawing/2014/main" id="{A385FC1D-A30B-40F2-AD84-5E6A3FD564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0" name="直線コネクタ 116569">
                      <a:extLst>
                        <a:ext uri="{FF2B5EF4-FFF2-40B4-BE49-F238E27FC236}">
                          <a16:creationId xmlns:a16="http://schemas.microsoft.com/office/drawing/2014/main" id="{28FFCD24-BE8D-4E29-82C8-4731421B58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1" name="直線コネクタ 116570">
                      <a:extLst>
                        <a:ext uri="{FF2B5EF4-FFF2-40B4-BE49-F238E27FC236}">
                          <a16:creationId xmlns:a16="http://schemas.microsoft.com/office/drawing/2014/main" id="{0E5D23C4-A3CB-48A3-ACDE-39B4561263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2" name="直線コネクタ 116571">
                      <a:extLst>
                        <a:ext uri="{FF2B5EF4-FFF2-40B4-BE49-F238E27FC236}">
                          <a16:creationId xmlns:a16="http://schemas.microsoft.com/office/drawing/2014/main" id="{8F4079EC-894D-45C4-A6CB-6E05A1A336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73" name="直線コネクタ 116572">
                      <a:extLst>
                        <a:ext uri="{FF2B5EF4-FFF2-40B4-BE49-F238E27FC236}">
                          <a16:creationId xmlns:a16="http://schemas.microsoft.com/office/drawing/2014/main" id="{0D456551-821F-47ED-91BB-7612AE9F20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514" name="グループ化 116513">
                    <a:extLst>
                      <a:ext uri="{FF2B5EF4-FFF2-40B4-BE49-F238E27FC236}">
                        <a16:creationId xmlns:a16="http://schemas.microsoft.com/office/drawing/2014/main" id="{B0797C4B-8791-4611-9122-08C82336DCA9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558" name="直線コネクタ 116557">
                      <a:extLst>
                        <a:ext uri="{FF2B5EF4-FFF2-40B4-BE49-F238E27FC236}">
                          <a16:creationId xmlns:a16="http://schemas.microsoft.com/office/drawing/2014/main" id="{90733A25-B91E-4E4C-A4F7-EBA323F594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9" name="直線コネクタ 116558">
                      <a:extLst>
                        <a:ext uri="{FF2B5EF4-FFF2-40B4-BE49-F238E27FC236}">
                          <a16:creationId xmlns:a16="http://schemas.microsoft.com/office/drawing/2014/main" id="{AF1B8C8E-AA65-45A6-8E83-BB8FE14A44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0" name="直線コネクタ 116559">
                      <a:extLst>
                        <a:ext uri="{FF2B5EF4-FFF2-40B4-BE49-F238E27FC236}">
                          <a16:creationId xmlns:a16="http://schemas.microsoft.com/office/drawing/2014/main" id="{C014C824-DE92-4D2D-ADC4-023EAAD0F4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1" name="直線コネクタ 116560">
                      <a:extLst>
                        <a:ext uri="{FF2B5EF4-FFF2-40B4-BE49-F238E27FC236}">
                          <a16:creationId xmlns:a16="http://schemas.microsoft.com/office/drawing/2014/main" id="{B874CAE9-4645-419D-908B-CC7D6D34DA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2" name="直線コネクタ 116561">
                      <a:extLst>
                        <a:ext uri="{FF2B5EF4-FFF2-40B4-BE49-F238E27FC236}">
                          <a16:creationId xmlns:a16="http://schemas.microsoft.com/office/drawing/2014/main" id="{D9BE112D-E50E-4630-8BB6-8CFCB8F2F3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3" name="直線コネクタ 116562">
                      <a:extLst>
                        <a:ext uri="{FF2B5EF4-FFF2-40B4-BE49-F238E27FC236}">
                          <a16:creationId xmlns:a16="http://schemas.microsoft.com/office/drawing/2014/main" id="{9B648107-B0E9-46D0-BBB7-C4C271FF79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4" name="直線コネクタ 116563">
                      <a:extLst>
                        <a:ext uri="{FF2B5EF4-FFF2-40B4-BE49-F238E27FC236}">
                          <a16:creationId xmlns:a16="http://schemas.microsoft.com/office/drawing/2014/main" id="{39EC0F2F-EF5B-456F-BFFD-50CCDD990E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65" name="直線コネクタ 116564">
                      <a:extLst>
                        <a:ext uri="{FF2B5EF4-FFF2-40B4-BE49-F238E27FC236}">
                          <a16:creationId xmlns:a16="http://schemas.microsoft.com/office/drawing/2014/main" id="{B4438F4A-832D-4F59-AC68-8D3BEE6317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515" name="グループ化 116514">
                    <a:extLst>
                      <a:ext uri="{FF2B5EF4-FFF2-40B4-BE49-F238E27FC236}">
                        <a16:creationId xmlns:a16="http://schemas.microsoft.com/office/drawing/2014/main" id="{7668AE28-1123-46B3-96B0-1D27988FB3AE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516" name="直線コネクタ 116515">
                      <a:extLst>
                        <a:ext uri="{FF2B5EF4-FFF2-40B4-BE49-F238E27FC236}">
                          <a16:creationId xmlns:a16="http://schemas.microsoft.com/office/drawing/2014/main" id="{487F63BF-0F28-4084-9C53-FFEE58A515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17" name="直線コネクタ 116516">
                      <a:extLst>
                        <a:ext uri="{FF2B5EF4-FFF2-40B4-BE49-F238E27FC236}">
                          <a16:creationId xmlns:a16="http://schemas.microsoft.com/office/drawing/2014/main" id="{960702FD-63FD-44A8-99E7-E0533B5BE1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18" name="直線コネクタ 116517">
                      <a:extLst>
                        <a:ext uri="{FF2B5EF4-FFF2-40B4-BE49-F238E27FC236}">
                          <a16:creationId xmlns:a16="http://schemas.microsoft.com/office/drawing/2014/main" id="{292D1814-8C53-4831-A2BB-C712F21E8A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19" name="直線コネクタ 116518">
                      <a:extLst>
                        <a:ext uri="{FF2B5EF4-FFF2-40B4-BE49-F238E27FC236}">
                          <a16:creationId xmlns:a16="http://schemas.microsoft.com/office/drawing/2014/main" id="{243CC2C9-52B2-46FE-8A65-610065F986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0" name="直線コネクタ 116519">
                      <a:extLst>
                        <a:ext uri="{FF2B5EF4-FFF2-40B4-BE49-F238E27FC236}">
                          <a16:creationId xmlns:a16="http://schemas.microsoft.com/office/drawing/2014/main" id="{053B6D33-4C82-41F4-8943-3819F3FF84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1" name="直線コネクタ 116520">
                      <a:extLst>
                        <a:ext uri="{FF2B5EF4-FFF2-40B4-BE49-F238E27FC236}">
                          <a16:creationId xmlns:a16="http://schemas.microsoft.com/office/drawing/2014/main" id="{58FA61C7-0466-4962-928D-A069FF7F64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2" name="直線コネクタ 116521">
                      <a:extLst>
                        <a:ext uri="{FF2B5EF4-FFF2-40B4-BE49-F238E27FC236}">
                          <a16:creationId xmlns:a16="http://schemas.microsoft.com/office/drawing/2014/main" id="{862197A1-5FC2-4C7E-9DF6-B9774E393E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3" name="直線コネクタ 116522">
                      <a:extLst>
                        <a:ext uri="{FF2B5EF4-FFF2-40B4-BE49-F238E27FC236}">
                          <a16:creationId xmlns:a16="http://schemas.microsoft.com/office/drawing/2014/main" id="{A73D1F0C-5394-4D5A-A3C2-F066E5B5BF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4" name="直線コネクタ 116523">
                      <a:extLst>
                        <a:ext uri="{FF2B5EF4-FFF2-40B4-BE49-F238E27FC236}">
                          <a16:creationId xmlns:a16="http://schemas.microsoft.com/office/drawing/2014/main" id="{C943D8F5-9257-463F-A41C-73D0AE92FA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5" name="直線コネクタ 116524">
                      <a:extLst>
                        <a:ext uri="{FF2B5EF4-FFF2-40B4-BE49-F238E27FC236}">
                          <a16:creationId xmlns:a16="http://schemas.microsoft.com/office/drawing/2014/main" id="{8407ADA3-DD87-416E-8633-FDC963BB4B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6" name="直線コネクタ 116525">
                      <a:extLst>
                        <a:ext uri="{FF2B5EF4-FFF2-40B4-BE49-F238E27FC236}">
                          <a16:creationId xmlns:a16="http://schemas.microsoft.com/office/drawing/2014/main" id="{3896F2BA-23C6-45E0-8179-1555158E49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7" name="直線コネクタ 116526">
                      <a:extLst>
                        <a:ext uri="{FF2B5EF4-FFF2-40B4-BE49-F238E27FC236}">
                          <a16:creationId xmlns:a16="http://schemas.microsoft.com/office/drawing/2014/main" id="{DE73089D-717E-4A5E-A718-B83ACB767F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8" name="直線コネクタ 116527">
                      <a:extLst>
                        <a:ext uri="{FF2B5EF4-FFF2-40B4-BE49-F238E27FC236}">
                          <a16:creationId xmlns:a16="http://schemas.microsoft.com/office/drawing/2014/main" id="{6D8F5DAA-F71A-4A20-A5F0-313538C553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29" name="直線コネクタ 116528">
                      <a:extLst>
                        <a:ext uri="{FF2B5EF4-FFF2-40B4-BE49-F238E27FC236}">
                          <a16:creationId xmlns:a16="http://schemas.microsoft.com/office/drawing/2014/main" id="{9E6CFFFD-840A-4522-AAF3-CF1461CE3D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0" name="直線コネクタ 116529">
                      <a:extLst>
                        <a:ext uri="{FF2B5EF4-FFF2-40B4-BE49-F238E27FC236}">
                          <a16:creationId xmlns:a16="http://schemas.microsoft.com/office/drawing/2014/main" id="{35B20183-C85C-4CA5-BE98-E94F93A19E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1" name="直線コネクタ 116530">
                      <a:extLst>
                        <a:ext uri="{FF2B5EF4-FFF2-40B4-BE49-F238E27FC236}">
                          <a16:creationId xmlns:a16="http://schemas.microsoft.com/office/drawing/2014/main" id="{CD3F9E8A-99F6-4ECA-9D07-903C7862E4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2" name="直線コネクタ 116531">
                      <a:extLst>
                        <a:ext uri="{FF2B5EF4-FFF2-40B4-BE49-F238E27FC236}">
                          <a16:creationId xmlns:a16="http://schemas.microsoft.com/office/drawing/2014/main" id="{74D7458A-9819-4884-8D2D-F0DC0ED38B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3" name="直線コネクタ 116532">
                      <a:extLst>
                        <a:ext uri="{FF2B5EF4-FFF2-40B4-BE49-F238E27FC236}">
                          <a16:creationId xmlns:a16="http://schemas.microsoft.com/office/drawing/2014/main" id="{EF41B1F9-F522-4488-BB9E-8140473ADC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4" name="直線コネクタ 116533">
                      <a:extLst>
                        <a:ext uri="{FF2B5EF4-FFF2-40B4-BE49-F238E27FC236}">
                          <a16:creationId xmlns:a16="http://schemas.microsoft.com/office/drawing/2014/main" id="{F9E389F5-4637-4106-9F1E-4A5656F385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5" name="直線コネクタ 116534">
                      <a:extLst>
                        <a:ext uri="{FF2B5EF4-FFF2-40B4-BE49-F238E27FC236}">
                          <a16:creationId xmlns:a16="http://schemas.microsoft.com/office/drawing/2014/main" id="{C7CA11FB-2698-42C5-AAF1-CAF28D6449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6" name="直線コネクタ 116535">
                      <a:extLst>
                        <a:ext uri="{FF2B5EF4-FFF2-40B4-BE49-F238E27FC236}">
                          <a16:creationId xmlns:a16="http://schemas.microsoft.com/office/drawing/2014/main" id="{417F18FA-1184-4694-8769-33A2E66EB0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7" name="直線コネクタ 116536">
                      <a:extLst>
                        <a:ext uri="{FF2B5EF4-FFF2-40B4-BE49-F238E27FC236}">
                          <a16:creationId xmlns:a16="http://schemas.microsoft.com/office/drawing/2014/main" id="{4F547CA9-E3F6-4DE8-B723-281950A05A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8" name="直線コネクタ 116537">
                      <a:extLst>
                        <a:ext uri="{FF2B5EF4-FFF2-40B4-BE49-F238E27FC236}">
                          <a16:creationId xmlns:a16="http://schemas.microsoft.com/office/drawing/2014/main" id="{ACDFE48B-340B-4724-BA30-508AD95B54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39" name="直線コネクタ 116538">
                      <a:extLst>
                        <a:ext uri="{FF2B5EF4-FFF2-40B4-BE49-F238E27FC236}">
                          <a16:creationId xmlns:a16="http://schemas.microsoft.com/office/drawing/2014/main" id="{4E78C047-53A5-4E98-A4CB-AFBBE4D642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0" name="直線コネクタ 116539">
                      <a:extLst>
                        <a:ext uri="{FF2B5EF4-FFF2-40B4-BE49-F238E27FC236}">
                          <a16:creationId xmlns:a16="http://schemas.microsoft.com/office/drawing/2014/main" id="{394BE3B2-BE70-424A-9F43-392949A2B9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1" name="直線コネクタ 116540">
                      <a:extLst>
                        <a:ext uri="{FF2B5EF4-FFF2-40B4-BE49-F238E27FC236}">
                          <a16:creationId xmlns:a16="http://schemas.microsoft.com/office/drawing/2014/main" id="{D643A7DB-4792-43A4-8679-16318FFD82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2" name="直線コネクタ 116541">
                      <a:extLst>
                        <a:ext uri="{FF2B5EF4-FFF2-40B4-BE49-F238E27FC236}">
                          <a16:creationId xmlns:a16="http://schemas.microsoft.com/office/drawing/2014/main" id="{E6754BFB-A1A5-458C-A641-2C9B00222C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3" name="直線コネクタ 116542">
                      <a:extLst>
                        <a:ext uri="{FF2B5EF4-FFF2-40B4-BE49-F238E27FC236}">
                          <a16:creationId xmlns:a16="http://schemas.microsoft.com/office/drawing/2014/main" id="{9BFA8D15-2C9A-47D0-AA9C-7E8BD8C5E8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4" name="直線コネクタ 116543">
                      <a:extLst>
                        <a:ext uri="{FF2B5EF4-FFF2-40B4-BE49-F238E27FC236}">
                          <a16:creationId xmlns:a16="http://schemas.microsoft.com/office/drawing/2014/main" id="{2356A3BE-24DE-476A-94E8-8F530B62C7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5" name="直線コネクタ 116544">
                      <a:extLst>
                        <a:ext uri="{FF2B5EF4-FFF2-40B4-BE49-F238E27FC236}">
                          <a16:creationId xmlns:a16="http://schemas.microsoft.com/office/drawing/2014/main" id="{689EED56-E897-4B9B-9C8A-CB2D9620D7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6" name="直線コネクタ 116545">
                      <a:extLst>
                        <a:ext uri="{FF2B5EF4-FFF2-40B4-BE49-F238E27FC236}">
                          <a16:creationId xmlns:a16="http://schemas.microsoft.com/office/drawing/2014/main" id="{A0F17132-D25C-4510-AC26-862C9C9676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7" name="直線コネクタ 116546">
                      <a:extLst>
                        <a:ext uri="{FF2B5EF4-FFF2-40B4-BE49-F238E27FC236}">
                          <a16:creationId xmlns:a16="http://schemas.microsoft.com/office/drawing/2014/main" id="{12C10DC2-D24E-4583-A63A-53791656F9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8" name="直線コネクタ 116547">
                      <a:extLst>
                        <a:ext uri="{FF2B5EF4-FFF2-40B4-BE49-F238E27FC236}">
                          <a16:creationId xmlns:a16="http://schemas.microsoft.com/office/drawing/2014/main" id="{2A59F0C9-9F11-41AF-AA51-AACD11989C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49" name="直線コネクタ 116548">
                      <a:extLst>
                        <a:ext uri="{FF2B5EF4-FFF2-40B4-BE49-F238E27FC236}">
                          <a16:creationId xmlns:a16="http://schemas.microsoft.com/office/drawing/2014/main" id="{E05F5D7C-CA52-4502-AE74-0DF7973717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0" name="直線コネクタ 116549">
                      <a:extLst>
                        <a:ext uri="{FF2B5EF4-FFF2-40B4-BE49-F238E27FC236}">
                          <a16:creationId xmlns:a16="http://schemas.microsoft.com/office/drawing/2014/main" id="{1851CF87-D04B-4B26-8888-1F1EF4F390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1" name="直線コネクタ 116550">
                      <a:extLst>
                        <a:ext uri="{FF2B5EF4-FFF2-40B4-BE49-F238E27FC236}">
                          <a16:creationId xmlns:a16="http://schemas.microsoft.com/office/drawing/2014/main" id="{4EF329F6-6125-462F-9711-E3035BE40A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2" name="直線コネクタ 116551">
                      <a:extLst>
                        <a:ext uri="{FF2B5EF4-FFF2-40B4-BE49-F238E27FC236}">
                          <a16:creationId xmlns:a16="http://schemas.microsoft.com/office/drawing/2014/main" id="{00A21432-229D-4808-8922-6D0E49C4E5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3" name="直線コネクタ 116552">
                      <a:extLst>
                        <a:ext uri="{FF2B5EF4-FFF2-40B4-BE49-F238E27FC236}">
                          <a16:creationId xmlns:a16="http://schemas.microsoft.com/office/drawing/2014/main" id="{7BB35A18-84B7-45F3-83D9-0482F879ED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4" name="直線コネクタ 116553">
                      <a:extLst>
                        <a:ext uri="{FF2B5EF4-FFF2-40B4-BE49-F238E27FC236}">
                          <a16:creationId xmlns:a16="http://schemas.microsoft.com/office/drawing/2014/main" id="{534CFCC8-AAF0-4BC6-85EA-A86AF4F030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5" name="直線コネクタ 116554">
                      <a:extLst>
                        <a:ext uri="{FF2B5EF4-FFF2-40B4-BE49-F238E27FC236}">
                          <a16:creationId xmlns:a16="http://schemas.microsoft.com/office/drawing/2014/main" id="{404AC2D8-D3CE-4A7F-BB60-9D6952A0AE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6" name="直線コネクタ 116555">
                      <a:extLst>
                        <a:ext uri="{FF2B5EF4-FFF2-40B4-BE49-F238E27FC236}">
                          <a16:creationId xmlns:a16="http://schemas.microsoft.com/office/drawing/2014/main" id="{7ACE6878-0F12-4292-983E-C62C150D4D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557" name="直線コネクタ 116556">
                      <a:extLst>
                        <a:ext uri="{FF2B5EF4-FFF2-40B4-BE49-F238E27FC236}">
                          <a16:creationId xmlns:a16="http://schemas.microsoft.com/office/drawing/2014/main" id="{73245C17-51BE-4FFC-B593-03167DBF1D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46" name="グループ化 113645">
                  <a:extLst>
                    <a:ext uri="{FF2B5EF4-FFF2-40B4-BE49-F238E27FC236}">
                      <a16:creationId xmlns:a16="http://schemas.microsoft.com/office/drawing/2014/main" id="{44A7A939-E826-4C8C-932C-D7E9837C3BC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99138" y="5299081"/>
                  <a:ext cx="201487" cy="201600"/>
                  <a:chOff x="4287481" y="4286224"/>
                  <a:chExt cx="2227978" cy="2229219"/>
                </a:xfrm>
              </p:grpSpPr>
              <p:cxnSp>
                <p:nvCxnSpPr>
                  <p:cNvPr id="115957" name="直線コネクタ 115956">
                    <a:extLst>
                      <a:ext uri="{FF2B5EF4-FFF2-40B4-BE49-F238E27FC236}">
                        <a16:creationId xmlns:a16="http://schemas.microsoft.com/office/drawing/2014/main" id="{E0868233-8617-484E-9FC1-E84F76F9E0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58" name="直線コネクタ 115957">
                    <a:extLst>
                      <a:ext uri="{FF2B5EF4-FFF2-40B4-BE49-F238E27FC236}">
                        <a16:creationId xmlns:a16="http://schemas.microsoft.com/office/drawing/2014/main" id="{1090C23C-DD6A-419F-A9C5-033560B8E7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59" name="直線コネクタ 115958">
                    <a:extLst>
                      <a:ext uri="{FF2B5EF4-FFF2-40B4-BE49-F238E27FC236}">
                        <a16:creationId xmlns:a16="http://schemas.microsoft.com/office/drawing/2014/main" id="{6B84D6B7-37FB-4D5C-BFF4-33092B5B33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0" name="直線コネクタ 115959">
                    <a:extLst>
                      <a:ext uri="{FF2B5EF4-FFF2-40B4-BE49-F238E27FC236}">
                        <a16:creationId xmlns:a16="http://schemas.microsoft.com/office/drawing/2014/main" id="{C2E3E6E5-9332-4D1B-ACBF-189FD035E6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1" name="直線コネクタ 115960">
                    <a:extLst>
                      <a:ext uri="{FF2B5EF4-FFF2-40B4-BE49-F238E27FC236}">
                        <a16:creationId xmlns:a16="http://schemas.microsoft.com/office/drawing/2014/main" id="{062C1AA5-9AC9-45F9-9CEF-686C0A3C17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2" name="直線コネクタ 115961">
                    <a:extLst>
                      <a:ext uri="{FF2B5EF4-FFF2-40B4-BE49-F238E27FC236}">
                        <a16:creationId xmlns:a16="http://schemas.microsoft.com/office/drawing/2014/main" id="{6BB46D4D-0C71-4697-95FC-078C31569F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3" name="直線コネクタ 115962">
                    <a:extLst>
                      <a:ext uri="{FF2B5EF4-FFF2-40B4-BE49-F238E27FC236}">
                        <a16:creationId xmlns:a16="http://schemas.microsoft.com/office/drawing/2014/main" id="{3EDA6032-B633-411F-9C42-D823839F20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4" name="直線コネクタ 115963">
                    <a:extLst>
                      <a:ext uri="{FF2B5EF4-FFF2-40B4-BE49-F238E27FC236}">
                        <a16:creationId xmlns:a16="http://schemas.microsoft.com/office/drawing/2014/main" id="{730EC782-A5EA-4B57-AAA5-8645912214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5" name="直線コネクタ 115964">
                    <a:extLst>
                      <a:ext uri="{FF2B5EF4-FFF2-40B4-BE49-F238E27FC236}">
                        <a16:creationId xmlns:a16="http://schemas.microsoft.com/office/drawing/2014/main" id="{6C502AA0-AA32-4E42-BA2B-4E6CE0DD7E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6" name="直線コネクタ 115965">
                    <a:extLst>
                      <a:ext uri="{FF2B5EF4-FFF2-40B4-BE49-F238E27FC236}">
                        <a16:creationId xmlns:a16="http://schemas.microsoft.com/office/drawing/2014/main" id="{56022AC8-82D6-45AB-9280-12ADC4ABB31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7" name="直線コネクタ 115966">
                    <a:extLst>
                      <a:ext uri="{FF2B5EF4-FFF2-40B4-BE49-F238E27FC236}">
                        <a16:creationId xmlns:a16="http://schemas.microsoft.com/office/drawing/2014/main" id="{92A02D98-7A91-4FC7-BAF1-558FB367809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8" name="直線コネクタ 115967">
                    <a:extLst>
                      <a:ext uri="{FF2B5EF4-FFF2-40B4-BE49-F238E27FC236}">
                        <a16:creationId xmlns:a16="http://schemas.microsoft.com/office/drawing/2014/main" id="{9EBF32BF-BC18-4A7B-A9D4-2A378D9110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69" name="直線コネクタ 115968">
                    <a:extLst>
                      <a:ext uri="{FF2B5EF4-FFF2-40B4-BE49-F238E27FC236}">
                        <a16:creationId xmlns:a16="http://schemas.microsoft.com/office/drawing/2014/main" id="{1BF811E4-1937-4842-931E-EA791B0EE91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0" name="直線コネクタ 115969">
                    <a:extLst>
                      <a:ext uri="{FF2B5EF4-FFF2-40B4-BE49-F238E27FC236}">
                        <a16:creationId xmlns:a16="http://schemas.microsoft.com/office/drawing/2014/main" id="{ECF18ABC-5022-4EC6-9340-9AA5B7D507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1" name="直線コネクタ 115970">
                    <a:extLst>
                      <a:ext uri="{FF2B5EF4-FFF2-40B4-BE49-F238E27FC236}">
                        <a16:creationId xmlns:a16="http://schemas.microsoft.com/office/drawing/2014/main" id="{41DB97B7-0926-4AAB-9251-1C3D773039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2" name="直線コネクタ 115971">
                    <a:extLst>
                      <a:ext uri="{FF2B5EF4-FFF2-40B4-BE49-F238E27FC236}">
                        <a16:creationId xmlns:a16="http://schemas.microsoft.com/office/drawing/2014/main" id="{82C0E875-FD08-4419-B1AA-93359FF03D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3" name="直線コネクタ 115972">
                    <a:extLst>
                      <a:ext uri="{FF2B5EF4-FFF2-40B4-BE49-F238E27FC236}">
                        <a16:creationId xmlns:a16="http://schemas.microsoft.com/office/drawing/2014/main" id="{29BDE40E-4603-44FB-8519-5A1986A7F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4" name="直線コネクタ 115973">
                    <a:extLst>
                      <a:ext uri="{FF2B5EF4-FFF2-40B4-BE49-F238E27FC236}">
                        <a16:creationId xmlns:a16="http://schemas.microsoft.com/office/drawing/2014/main" id="{B02E0612-2D5B-4BCA-B4E8-64BBED738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5" name="直線コネクタ 115974">
                    <a:extLst>
                      <a:ext uri="{FF2B5EF4-FFF2-40B4-BE49-F238E27FC236}">
                        <a16:creationId xmlns:a16="http://schemas.microsoft.com/office/drawing/2014/main" id="{74748356-AC6D-4137-B96C-2F19DE0D8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6" name="直線コネクタ 115975">
                    <a:extLst>
                      <a:ext uri="{FF2B5EF4-FFF2-40B4-BE49-F238E27FC236}">
                        <a16:creationId xmlns:a16="http://schemas.microsoft.com/office/drawing/2014/main" id="{11F7A0F7-BE94-456A-833E-DF9A304E1E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7" name="直線コネクタ 115976">
                    <a:extLst>
                      <a:ext uri="{FF2B5EF4-FFF2-40B4-BE49-F238E27FC236}">
                        <a16:creationId xmlns:a16="http://schemas.microsoft.com/office/drawing/2014/main" id="{1B3E370C-D1C5-4951-A2D9-2225E8094F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8" name="直線コネクタ 115977">
                    <a:extLst>
                      <a:ext uri="{FF2B5EF4-FFF2-40B4-BE49-F238E27FC236}">
                        <a16:creationId xmlns:a16="http://schemas.microsoft.com/office/drawing/2014/main" id="{ECD963EA-64EB-426B-B44E-C384C4CEE3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79" name="直線コネクタ 115978">
                    <a:extLst>
                      <a:ext uri="{FF2B5EF4-FFF2-40B4-BE49-F238E27FC236}">
                        <a16:creationId xmlns:a16="http://schemas.microsoft.com/office/drawing/2014/main" id="{95835687-CCFD-4244-B0BD-A65D61141A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0" name="直線コネクタ 115979">
                    <a:extLst>
                      <a:ext uri="{FF2B5EF4-FFF2-40B4-BE49-F238E27FC236}">
                        <a16:creationId xmlns:a16="http://schemas.microsoft.com/office/drawing/2014/main" id="{BEFBB9BB-2577-4B7E-A69F-008236D36D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1" name="直線コネクタ 115980">
                    <a:extLst>
                      <a:ext uri="{FF2B5EF4-FFF2-40B4-BE49-F238E27FC236}">
                        <a16:creationId xmlns:a16="http://schemas.microsoft.com/office/drawing/2014/main" id="{D69ABA6B-EFCB-4A62-A756-27FD83B8EC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2" name="直線コネクタ 115981">
                    <a:extLst>
                      <a:ext uri="{FF2B5EF4-FFF2-40B4-BE49-F238E27FC236}">
                        <a16:creationId xmlns:a16="http://schemas.microsoft.com/office/drawing/2014/main" id="{FDA04C48-09DE-4C11-B1F0-50B44E67F1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3" name="直線コネクタ 115982">
                    <a:extLst>
                      <a:ext uri="{FF2B5EF4-FFF2-40B4-BE49-F238E27FC236}">
                        <a16:creationId xmlns:a16="http://schemas.microsoft.com/office/drawing/2014/main" id="{74F82E53-3FB2-4E0F-8FEA-8C5BE14FC0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4" name="直線コネクタ 115983">
                    <a:extLst>
                      <a:ext uri="{FF2B5EF4-FFF2-40B4-BE49-F238E27FC236}">
                        <a16:creationId xmlns:a16="http://schemas.microsoft.com/office/drawing/2014/main" id="{FD546C60-F03B-4C2F-A8A9-0C076A06C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5" name="直線コネクタ 115984">
                    <a:extLst>
                      <a:ext uri="{FF2B5EF4-FFF2-40B4-BE49-F238E27FC236}">
                        <a16:creationId xmlns:a16="http://schemas.microsoft.com/office/drawing/2014/main" id="{667D8434-3589-4E56-8B10-E87F5FF144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6" name="直線コネクタ 115985">
                    <a:extLst>
                      <a:ext uri="{FF2B5EF4-FFF2-40B4-BE49-F238E27FC236}">
                        <a16:creationId xmlns:a16="http://schemas.microsoft.com/office/drawing/2014/main" id="{23D2A1E4-E41E-4409-B1BD-64631816F7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7" name="直線コネクタ 115986">
                    <a:extLst>
                      <a:ext uri="{FF2B5EF4-FFF2-40B4-BE49-F238E27FC236}">
                        <a16:creationId xmlns:a16="http://schemas.microsoft.com/office/drawing/2014/main" id="{56408C3E-1E47-432D-8CAF-2CFE1C74DB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8" name="直線コネクタ 115987">
                    <a:extLst>
                      <a:ext uri="{FF2B5EF4-FFF2-40B4-BE49-F238E27FC236}">
                        <a16:creationId xmlns:a16="http://schemas.microsoft.com/office/drawing/2014/main" id="{A35BFF26-EA2B-415B-8744-BF4F515884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89" name="直線コネクタ 115988">
                    <a:extLst>
                      <a:ext uri="{FF2B5EF4-FFF2-40B4-BE49-F238E27FC236}">
                        <a16:creationId xmlns:a16="http://schemas.microsoft.com/office/drawing/2014/main" id="{FE6E580E-6083-474A-A730-BD4EBD12DB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0" name="直線コネクタ 115989">
                    <a:extLst>
                      <a:ext uri="{FF2B5EF4-FFF2-40B4-BE49-F238E27FC236}">
                        <a16:creationId xmlns:a16="http://schemas.microsoft.com/office/drawing/2014/main" id="{11A3A3A2-8B32-41EF-9360-9E74075D37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1" name="直線コネクタ 115990">
                    <a:extLst>
                      <a:ext uri="{FF2B5EF4-FFF2-40B4-BE49-F238E27FC236}">
                        <a16:creationId xmlns:a16="http://schemas.microsoft.com/office/drawing/2014/main" id="{5C040128-D530-43D3-A66C-0F75895EF2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2" name="直線コネクタ 115991">
                    <a:extLst>
                      <a:ext uri="{FF2B5EF4-FFF2-40B4-BE49-F238E27FC236}">
                        <a16:creationId xmlns:a16="http://schemas.microsoft.com/office/drawing/2014/main" id="{20047170-DD39-4A4F-997B-081E52A1D8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3" name="直線コネクタ 115992">
                    <a:extLst>
                      <a:ext uri="{FF2B5EF4-FFF2-40B4-BE49-F238E27FC236}">
                        <a16:creationId xmlns:a16="http://schemas.microsoft.com/office/drawing/2014/main" id="{35289EF3-BE92-4C40-B332-4F7F8790CB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4" name="直線コネクタ 115993">
                    <a:extLst>
                      <a:ext uri="{FF2B5EF4-FFF2-40B4-BE49-F238E27FC236}">
                        <a16:creationId xmlns:a16="http://schemas.microsoft.com/office/drawing/2014/main" id="{A2893DA9-30A8-4269-AF41-5D9EAE96D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5" name="直線コネクタ 115994">
                    <a:extLst>
                      <a:ext uri="{FF2B5EF4-FFF2-40B4-BE49-F238E27FC236}">
                        <a16:creationId xmlns:a16="http://schemas.microsoft.com/office/drawing/2014/main" id="{1BE5F467-9F62-473D-A739-54195895C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6" name="直線コネクタ 115995">
                    <a:extLst>
                      <a:ext uri="{FF2B5EF4-FFF2-40B4-BE49-F238E27FC236}">
                        <a16:creationId xmlns:a16="http://schemas.microsoft.com/office/drawing/2014/main" id="{4CBC0746-EF35-4A08-ABAD-3655876989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7" name="直線コネクタ 115996">
                    <a:extLst>
                      <a:ext uri="{FF2B5EF4-FFF2-40B4-BE49-F238E27FC236}">
                        <a16:creationId xmlns:a16="http://schemas.microsoft.com/office/drawing/2014/main" id="{E6579010-CCFE-4C3B-A830-FAE26B500D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8" name="直線コネクタ 115997">
                    <a:extLst>
                      <a:ext uri="{FF2B5EF4-FFF2-40B4-BE49-F238E27FC236}">
                        <a16:creationId xmlns:a16="http://schemas.microsoft.com/office/drawing/2014/main" id="{065CDFD7-91EE-47F4-949C-AF8B405ADA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999" name="直線コネクタ 115998">
                    <a:extLst>
                      <a:ext uri="{FF2B5EF4-FFF2-40B4-BE49-F238E27FC236}">
                        <a16:creationId xmlns:a16="http://schemas.microsoft.com/office/drawing/2014/main" id="{BD374FBE-266C-471C-B323-D9F196E4F3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0" name="直線コネクタ 115999">
                    <a:extLst>
                      <a:ext uri="{FF2B5EF4-FFF2-40B4-BE49-F238E27FC236}">
                        <a16:creationId xmlns:a16="http://schemas.microsoft.com/office/drawing/2014/main" id="{33523D95-BD46-4A18-B2D0-7BBCD50D916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1" name="直線コネクタ 116000">
                    <a:extLst>
                      <a:ext uri="{FF2B5EF4-FFF2-40B4-BE49-F238E27FC236}">
                        <a16:creationId xmlns:a16="http://schemas.microsoft.com/office/drawing/2014/main" id="{086D6AA7-4EDB-42BC-BEEB-F453E0622DC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2" name="直線コネクタ 116001">
                    <a:extLst>
                      <a:ext uri="{FF2B5EF4-FFF2-40B4-BE49-F238E27FC236}">
                        <a16:creationId xmlns:a16="http://schemas.microsoft.com/office/drawing/2014/main" id="{A41EFAA8-BBD6-4093-A664-10F5A96386F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3" name="直線コネクタ 116002">
                    <a:extLst>
                      <a:ext uri="{FF2B5EF4-FFF2-40B4-BE49-F238E27FC236}">
                        <a16:creationId xmlns:a16="http://schemas.microsoft.com/office/drawing/2014/main" id="{933887A7-65B8-4F4B-8AAD-FDD0E1D86C4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4" name="直線コネクタ 116003">
                    <a:extLst>
                      <a:ext uri="{FF2B5EF4-FFF2-40B4-BE49-F238E27FC236}">
                        <a16:creationId xmlns:a16="http://schemas.microsoft.com/office/drawing/2014/main" id="{C91420D9-751C-44F0-A02D-F49861D0BBA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5" name="直線コネクタ 116004">
                    <a:extLst>
                      <a:ext uri="{FF2B5EF4-FFF2-40B4-BE49-F238E27FC236}">
                        <a16:creationId xmlns:a16="http://schemas.microsoft.com/office/drawing/2014/main" id="{2677898E-9748-46CA-85B6-3DA278BBE4B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6" name="直線コネクタ 116005">
                    <a:extLst>
                      <a:ext uri="{FF2B5EF4-FFF2-40B4-BE49-F238E27FC236}">
                        <a16:creationId xmlns:a16="http://schemas.microsoft.com/office/drawing/2014/main" id="{95C370A2-0F55-416A-9090-2ECE18D2394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7" name="直線コネクタ 116006">
                    <a:extLst>
                      <a:ext uri="{FF2B5EF4-FFF2-40B4-BE49-F238E27FC236}">
                        <a16:creationId xmlns:a16="http://schemas.microsoft.com/office/drawing/2014/main" id="{259C5F20-005E-4C4F-9DF8-2D961B44648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8" name="直線コネクタ 116007">
                    <a:extLst>
                      <a:ext uri="{FF2B5EF4-FFF2-40B4-BE49-F238E27FC236}">
                        <a16:creationId xmlns:a16="http://schemas.microsoft.com/office/drawing/2014/main" id="{82D45BD6-D455-4CD9-8126-24DDB3EFD72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09" name="直線コネクタ 116008">
                    <a:extLst>
                      <a:ext uri="{FF2B5EF4-FFF2-40B4-BE49-F238E27FC236}">
                        <a16:creationId xmlns:a16="http://schemas.microsoft.com/office/drawing/2014/main" id="{CE868350-2D58-4581-9A15-F6D47AF1A3A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0" name="直線コネクタ 116009">
                    <a:extLst>
                      <a:ext uri="{FF2B5EF4-FFF2-40B4-BE49-F238E27FC236}">
                        <a16:creationId xmlns:a16="http://schemas.microsoft.com/office/drawing/2014/main" id="{5B08F168-60A2-495B-9203-7587FD25F8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1" name="直線コネクタ 116010">
                    <a:extLst>
                      <a:ext uri="{FF2B5EF4-FFF2-40B4-BE49-F238E27FC236}">
                        <a16:creationId xmlns:a16="http://schemas.microsoft.com/office/drawing/2014/main" id="{63605292-909E-4F67-9832-2DB5D2D8D1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2" name="直線コネクタ 116011">
                    <a:extLst>
                      <a:ext uri="{FF2B5EF4-FFF2-40B4-BE49-F238E27FC236}">
                        <a16:creationId xmlns:a16="http://schemas.microsoft.com/office/drawing/2014/main" id="{0D4B49F7-8C46-4E05-A4CD-45DAFD591A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3" name="直線コネクタ 116012">
                    <a:extLst>
                      <a:ext uri="{FF2B5EF4-FFF2-40B4-BE49-F238E27FC236}">
                        <a16:creationId xmlns:a16="http://schemas.microsoft.com/office/drawing/2014/main" id="{877E51C7-8A94-404D-B76F-4F2B550474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4" name="直線コネクタ 116013">
                    <a:extLst>
                      <a:ext uri="{FF2B5EF4-FFF2-40B4-BE49-F238E27FC236}">
                        <a16:creationId xmlns:a16="http://schemas.microsoft.com/office/drawing/2014/main" id="{D4FC0029-DD53-4AB7-9AA8-9DC80ED82D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5" name="直線コネクタ 116014">
                    <a:extLst>
                      <a:ext uri="{FF2B5EF4-FFF2-40B4-BE49-F238E27FC236}">
                        <a16:creationId xmlns:a16="http://schemas.microsoft.com/office/drawing/2014/main" id="{632802D8-109C-406F-B03E-C30596C1B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6" name="直線コネクタ 116015">
                    <a:extLst>
                      <a:ext uri="{FF2B5EF4-FFF2-40B4-BE49-F238E27FC236}">
                        <a16:creationId xmlns:a16="http://schemas.microsoft.com/office/drawing/2014/main" id="{E6815D6B-3291-411E-BFF1-CB729CC546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7" name="直線コネクタ 116016">
                    <a:extLst>
                      <a:ext uri="{FF2B5EF4-FFF2-40B4-BE49-F238E27FC236}">
                        <a16:creationId xmlns:a16="http://schemas.microsoft.com/office/drawing/2014/main" id="{BE93F967-C738-4D83-B344-78FDA97A17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8" name="直線コネクタ 116017">
                    <a:extLst>
                      <a:ext uri="{FF2B5EF4-FFF2-40B4-BE49-F238E27FC236}">
                        <a16:creationId xmlns:a16="http://schemas.microsoft.com/office/drawing/2014/main" id="{4766C683-7701-44B7-ABC9-2D7C4DC9E5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19" name="直線コネクタ 116018">
                    <a:extLst>
                      <a:ext uri="{FF2B5EF4-FFF2-40B4-BE49-F238E27FC236}">
                        <a16:creationId xmlns:a16="http://schemas.microsoft.com/office/drawing/2014/main" id="{3DF602CD-DB30-4082-94C0-4BF6F8A7A3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0" name="直線コネクタ 116019">
                    <a:extLst>
                      <a:ext uri="{FF2B5EF4-FFF2-40B4-BE49-F238E27FC236}">
                        <a16:creationId xmlns:a16="http://schemas.microsoft.com/office/drawing/2014/main" id="{5992CCDF-5753-4714-B3A4-FB8971EBC9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1" name="直線コネクタ 116020">
                    <a:extLst>
                      <a:ext uri="{FF2B5EF4-FFF2-40B4-BE49-F238E27FC236}">
                        <a16:creationId xmlns:a16="http://schemas.microsoft.com/office/drawing/2014/main" id="{79803C2F-5F85-46EF-8F97-18301C637E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2" name="直線コネクタ 116021">
                    <a:extLst>
                      <a:ext uri="{FF2B5EF4-FFF2-40B4-BE49-F238E27FC236}">
                        <a16:creationId xmlns:a16="http://schemas.microsoft.com/office/drawing/2014/main" id="{13F22F40-5397-4D6D-89F5-6A1FFAE6A7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3" name="直線コネクタ 116022">
                    <a:extLst>
                      <a:ext uri="{FF2B5EF4-FFF2-40B4-BE49-F238E27FC236}">
                        <a16:creationId xmlns:a16="http://schemas.microsoft.com/office/drawing/2014/main" id="{2EB7DDF6-6EFD-48F3-BEA0-6F788E4C8A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4" name="直線コネクタ 116023">
                    <a:extLst>
                      <a:ext uri="{FF2B5EF4-FFF2-40B4-BE49-F238E27FC236}">
                        <a16:creationId xmlns:a16="http://schemas.microsoft.com/office/drawing/2014/main" id="{47A988EF-DB81-49E7-80B9-E23B512907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5" name="直線コネクタ 116024">
                    <a:extLst>
                      <a:ext uri="{FF2B5EF4-FFF2-40B4-BE49-F238E27FC236}">
                        <a16:creationId xmlns:a16="http://schemas.microsoft.com/office/drawing/2014/main" id="{04587DD4-9A24-4BBF-9517-D24BF3B063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6" name="直線コネクタ 116025">
                    <a:extLst>
                      <a:ext uri="{FF2B5EF4-FFF2-40B4-BE49-F238E27FC236}">
                        <a16:creationId xmlns:a16="http://schemas.microsoft.com/office/drawing/2014/main" id="{7A4EFB5E-1909-4F3A-B2EF-A629B84AD2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7" name="直線コネクタ 116026">
                    <a:extLst>
                      <a:ext uri="{FF2B5EF4-FFF2-40B4-BE49-F238E27FC236}">
                        <a16:creationId xmlns:a16="http://schemas.microsoft.com/office/drawing/2014/main" id="{6D7B26BF-5F1A-4D8D-A9A7-81FDDC25FB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8" name="直線コネクタ 116027">
                    <a:extLst>
                      <a:ext uri="{FF2B5EF4-FFF2-40B4-BE49-F238E27FC236}">
                        <a16:creationId xmlns:a16="http://schemas.microsoft.com/office/drawing/2014/main" id="{392B77C3-8E18-4630-90AE-E194E6AD9D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29" name="直線コネクタ 116028">
                    <a:extLst>
                      <a:ext uri="{FF2B5EF4-FFF2-40B4-BE49-F238E27FC236}">
                        <a16:creationId xmlns:a16="http://schemas.microsoft.com/office/drawing/2014/main" id="{69840935-A69A-4CDE-B735-C4051223BC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0" name="直線コネクタ 116029">
                    <a:extLst>
                      <a:ext uri="{FF2B5EF4-FFF2-40B4-BE49-F238E27FC236}">
                        <a16:creationId xmlns:a16="http://schemas.microsoft.com/office/drawing/2014/main" id="{DD2BDD99-58C9-4C2B-95EC-6574DE8269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1" name="直線コネクタ 116030">
                    <a:extLst>
                      <a:ext uri="{FF2B5EF4-FFF2-40B4-BE49-F238E27FC236}">
                        <a16:creationId xmlns:a16="http://schemas.microsoft.com/office/drawing/2014/main" id="{5D404291-71B0-44DF-B46A-7B6896873C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2" name="直線コネクタ 116031">
                    <a:extLst>
                      <a:ext uri="{FF2B5EF4-FFF2-40B4-BE49-F238E27FC236}">
                        <a16:creationId xmlns:a16="http://schemas.microsoft.com/office/drawing/2014/main" id="{663163F6-38BD-4609-A0AD-B61F339AB7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3" name="直線コネクタ 116032">
                    <a:extLst>
                      <a:ext uri="{FF2B5EF4-FFF2-40B4-BE49-F238E27FC236}">
                        <a16:creationId xmlns:a16="http://schemas.microsoft.com/office/drawing/2014/main" id="{EBFCA0EB-0A95-42C5-9650-E686713309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4" name="直線コネクタ 116033">
                    <a:extLst>
                      <a:ext uri="{FF2B5EF4-FFF2-40B4-BE49-F238E27FC236}">
                        <a16:creationId xmlns:a16="http://schemas.microsoft.com/office/drawing/2014/main" id="{5B41B06A-D4CB-4C3A-BA8D-FD0C729724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5" name="直線コネクタ 116034">
                    <a:extLst>
                      <a:ext uri="{FF2B5EF4-FFF2-40B4-BE49-F238E27FC236}">
                        <a16:creationId xmlns:a16="http://schemas.microsoft.com/office/drawing/2014/main" id="{2C4B0292-3AAE-41FE-99A2-DF63DCAFCA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6" name="直線コネクタ 116035">
                    <a:extLst>
                      <a:ext uri="{FF2B5EF4-FFF2-40B4-BE49-F238E27FC236}">
                        <a16:creationId xmlns:a16="http://schemas.microsoft.com/office/drawing/2014/main" id="{C8CAC1AE-BE08-45B0-BEDE-18A98CCDCC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7" name="直線コネクタ 116036">
                    <a:extLst>
                      <a:ext uri="{FF2B5EF4-FFF2-40B4-BE49-F238E27FC236}">
                        <a16:creationId xmlns:a16="http://schemas.microsoft.com/office/drawing/2014/main" id="{F62A623F-4C87-467B-B3B3-E203FFDBB0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8" name="直線コネクタ 116037">
                    <a:extLst>
                      <a:ext uri="{FF2B5EF4-FFF2-40B4-BE49-F238E27FC236}">
                        <a16:creationId xmlns:a16="http://schemas.microsoft.com/office/drawing/2014/main" id="{F66CFE9B-AEA4-4F84-9C26-AA9690DF39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39" name="直線コネクタ 116038">
                    <a:extLst>
                      <a:ext uri="{FF2B5EF4-FFF2-40B4-BE49-F238E27FC236}">
                        <a16:creationId xmlns:a16="http://schemas.microsoft.com/office/drawing/2014/main" id="{1CF97C50-FECF-4F50-9596-021078C829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0" name="直線コネクタ 116039">
                    <a:extLst>
                      <a:ext uri="{FF2B5EF4-FFF2-40B4-BE49-F238E27FC236}">
                        <a16:creationId xmlns:a16="http://schemas.microsoft.com/office/drawing/2014/main" id="{7AEB65BD-CC5C-42D5-B87A-5564BB23D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1" name="直線コネクタ 116040">
                    <a:extLst>
                      <a:ext uri="{FF2B5EF4-FFF2-40B4-BE49-F238E27FC236}">
                        <a16:creationId xmlns:a16="http://schemas.microsoft.com/office/drawing/2014/main" id="{2EBC255F-EC97-41F7-B474-D5425B9F8B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2" name="直線コネクタ 116041">
                    <a:extLst>
                      <a:ext uri="{FF2B5EF4-FFF2-40B4-BE49-F238E27FC236}">
                        <a16:creationId xmlns:a16="http://schemas.microsoft.com/office/drawing/2014/main" id="{DB28815C-BFEB-4386-A523-7325FEE36C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3" name="直線コネクタ 116042">
                    <a:extLst>
                      <a:ext uri="{FF2B5EF4-FFF2-40B4-BE49-F238E27FC236}">
                        <a16:creationId xmlns:a16="http://schemas.microsoft.com/office/drawing/2014/main" id="{074D24C5-C5C9-4586-9DA1-9BB3A7CE3E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4" name="直線コネクタ 116043">
                    <a:extLst>
                      <a:ext uri="{FF2B5EF4-FFF2-40B4-BE49-F238E27FC236}">
                        <a16:creationId xmlns:a16="http://schemas.microsoft.com/office/drawing/2014/main" id="{D7A08748-9001-407B-A914-2703608516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5" name="直線コネクタ 116044">
                    <a:extLst>
                      <a:ext uri="{FF2B5EF4-FFF2-40B4-BE49-F238E27FC236}">
                        <a16:creationId xmlns:a16="http://schemas.microsoft.com/office/drawing/2014/main" id="{1E1B44EF-9ECB-4988-B108-BD68EDC129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6" name="直線コネクタ 116045">
                    <a:extLst>
                      <a:ext uri="{FF2B5EF4-FFF2-40B4-BE49-F238E27FC236}">
                        <a16:creationId xmlns:a16="http://schemas.microsoft.com/office/drawing/2014/main" id="{2A637F44-BF56-4C86-857F-9ED597BD7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7" name="直線コネクタ 116046">
                    <a:extLst>
                      <a:ext uri="{FF2B5EF4-FFF2-40B4-BE49-F238E27FC236}">
                        <a16:creationId xmlns:a16="http://schemas.microsoft.com/office/drawing/2014/main" id="{D7391107-00DD-4B7D-B95D-34040979D2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8" name="直線コネクタ 116047">
                    <a:extLst>
                      <a:ext uri="{FF2B5EF4-FFF2-40B4-BE49-F238E27FC236}">
                        <a16:creationId xmlns:a16="http://schemas.microsoft.com/office/drawing/2014/main" id="{BDA825C9-88D7-4B02-B2FB-8A4619571E3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49" name="直線コネクタ 116048">
                    <a:extLst>
                      <a:ext uri="{FF2B5EF4-FFF2-40B4-BE49-F238E27FC236}">
                        <a16:creationId xmlns:a16="http://schemas.microsoft.com/office/drawing/2014/main" id="{F326FA4A-8533-4375-919F-343CF09682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0" name="直線コネクタ 116049">
                    <a:extLst>
                      <a:ext uri="{FF2B5EF4-FFF2-40B4-BE49-F238E27FC236}">
                        <a16:creationId xmlns:a16="http://schemas.microsoft.com/office/drawing/2014/main" id="{98CEFC76-219B-45F0-ABD9-16470E4C7E3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1" name="直線コネクタ 116050">
                    <a:extLst>
                      <a:ext uri="{FF2B5EF4-FFF2-40B4-BE49-F238E27FC236}">
                        <a16:creationId xmlns:a16="http://schemas.microsoft.com/office/drawing/2014/main" id="{83014BA4-5963-4E60-A8CD-46B9A8D039D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2" name="直線コネクタ 116051">
                    <a:extLst>
                      <a:ext uri="{FF2B5EF4-FFF2-40B4-BE49-F238E27FC236}">
                        <a16:creationId xmlns:a16="http://schemas.microsoft.com/office/drawing/2014/main" id="{2B0A5526-60A9-42F0-8D21-D8BE87143DF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3" name="直線コネクタ 116052">
                    <a:extLst>
                      <a:ext uri="{FF2B5EF4-FFF2-40B4-BE49-F238E27FC236}">
                        <a16:creationId xmlns:a16="http://schemas.microsoft.com/office/drawing/2014/main" id="{B6FC78AB-B4A3-4301-9065-4E3D7BF1A8A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4" name="直線コネクタ 116053">
                    <a:extLst>
                      <a:ext uri="{FF2B5EF4-FFF2-40B4-BE49-F238E27FC236}">
                        <a16:creationId xmlns:a16="http://schemas.microsoft.com/office/drawing/2014/main" id="{A2901E1A-B5B4-4CD6-BE3F-6E75F3FC582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5" name="直線コネクタ 116054">
                    <a:extLst>
                      <a:ext uri="{FF2B5EF4-FFF2-40B4-BE49-F238E27FC236}">
                        <a16:creationId xmlns:a16="http://schemas.microsoft.com/office/drawing/2014/main" id="{ED7E3592-8CD8-44B2-8E1C-1B436DBA015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6" name="直線コネクタ 116055">
                    <a:extLst>
                      <a:ext uri="{FF2B5EF4-FFF2-40B4-BE49-F238E27FC236}">
                        <a16:creationId xmlns:a16="http://schemas.microsoft.com/office/drawing/2014/main" id="{3EFE1C0A-68CD-4416-BB5D-77887839289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7" name="直線コネクタ 116056">
                    <a:extLst>
                      <a:ext uri="{FF2B5EF4-FFF2-40B4-BE49-F238E27FC236}">
                        <a16:creationId xmlns:a16="http://schemas.microsoft.com/office/drawing/2014/main" id="{5DD0BCDD-A7CF-402E-A9A0-FB4C191E867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8" name="直線コネクタ 116057">
                    <a:extLst>
                      <a:ext uri="{FF2B5EF4-FFF2-40B4-BE49-F238E27FC236}">
                        <a16:creationId xmlns:a16="http://schemas.microsoft.com/office/drawing/2014/main" id="{E6395F0C-0AC8-488F-AB6F-2EF2F65891E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59" name="直線コネクタ 116058">
                    <a:extLst>
                      <a:ext uri="{FF2B5EF4-FFF2-40B4-BE49-F238E27FC236}">
                        <a16:creationId xmlns:a16="http://schemas.microsoft.com/office/drawing/2014/main" id="{C1BD9807-1792-4BC9-B1EC-E962468F051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0" name="直線コネクタ 116059">
                    <a:extLst>
                      <a:ext uri="{FF2B5EF4-FFF2-40B4-BE49-F238E27FC236}">
                        <a16:creationId xmlns:a16="http://schemas.microsoft.com/office/drawing/2014/main" id="{E08BAE37-8F17-469D-91BD-F2416A3483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1" name="直線コネクタ 116060">
                    <a:extLst>
                      <a:ext uri="{FF2B5EF4-FFF2-40B4-BE49-F238E27FC236}">
                        <a16:creationId xmlns:a16="http://schemas.microsoft.com/office/drawing/2014/main" id="{0DDEC98E-333E-4E96-979E-CD54B895C8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2" name="直線コネクタ 116061">
                    <a:extLst>
                      <a:ext uri="{FF2B5EF4-FFF2-40B4-BE49-F238E27FC236}">
                        <a16:creationId xmlns:a16="http://schemas.microsoft.com/office/drawing/2014/main" id="{27D12859-BA2E-40C7-9D4A-8C7E8F47BA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3" name="直線コネクタ 116062">
                    <a:extLst>
                      <a:ext uri="{FF2B5EF4-FFF2-40B4-BE49-F238E27FC236}">
                        <a16:creationId xmlns:a16="http://schemas.microsoft.com/office/drawing/2014/main" id="{720221B6-36EA-4549-9732-0907F49444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4" name="直線コネクタ 116063">
                    <a:extLst>
                      <a:ext uri="{FF2B5EF4-FFF2-40B4-BE49-F238E27FC236}">
                        <a16:creationId xmlns:a16="http://schemas.microsoft.com/office/drawing/2014/main" id="{97235ADF-821A-46A0-B9FA-5ED320C08D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5" name="直線コネクタ 116064">
                    <a:extLst>
                      <a:ext uri="{FF2B5EF4-FFF2-40B4-BE49-F238E27FC236}">
                        <a16:creationId xmlns:a16="http://schemas.microsoft.com/office/drawing/2014/main" id="{56C59735-1F91-4B4D-94D2-B5BFCFAF6E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6" name="直線コネクタ 116065">
                    <a:extLst>
                      <a:ext uri="{FF2B5EF4-FFF2-40B4-BE49-F238E27FC236}">
                        <a16:creationId xmlns:a16="http://schemas.microsoft.com/office/drawing/2014/main" id="{AC5D83F9-AE0D-4D57-947D-A3E5D2CA24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7" name="直線コネクタ 116066">
                    <a:extLst>
                      <a:ext uri="{FF2B5EF4-FFF2-40B4-BE49-F238E27FC236}">
                        <a16:creationId xmlns:a16="http://schemas.microsoft.com/office/drawing/2014/main" id="{A22D00A9-127B-48B2-A6C6-888526C305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8" name="直線コネクタ 116067">
                    <a:extLst>
                      <a:ext uri="{FF2B5EF4-FFF2-40B4-BE49-F238E27FC236}">
                        <a16:creationId xmlns:a16="http://schemas.microsoft.com/office/drawing/2014/main" id="{DAFE81C2-6AC8-4469-9775-B8070CD091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69" name="直線コネクタ 116068">
                    <a:extLst>
                      <a:ext uri="{FF2B5EF4-FFF2-40B4-BE49-F238E27FC236}">
                        <a16:creationId xmlns:a16="http://schemas.microsoft.com/office/drawing/2014/main" id="{8FADDC0E-535C-49B2-B0D4-B2ED71FF31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0" name="直線コネクタ 116069">
                    <a:extLst>
                      <a:ext uri="{FF2B5EF4-FFF2-40B4-BE49-F238E27FC236}">
                        <a16:creationId xmlns:a16="http://schemas.microsoft.com/office/drawing/2014/main" id="{E956B09D-4790-4DE8-B7DD-FB9F32EB62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1" name="直線コネクタ 116070">
                    <a:extLst>
                      <a:ext uri="{FF2B5EF4-FFF2-40B4-BE49-F238E27FC236}">
                        <a16:creationId xmlns:a16="http://schemas.microsoft.com/office/drawing/2014/main" id="{4F6311B2-E7A6-497B-B328-B074B37DD6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2" name="直線コネクタ 116071">
                    <a:extLst>
                      <a:ext uri="{FF2B5EF4-FFF2-40B4-BE49-F238E27FC236}">
                        <a16:creationId xmlns:a16="http://schemas.microsoft.com/office/drawing/2014/main" id="{E023986D-8ED2-4B8B-9F6C-50D0F30A06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3" name="直線コネクタ 116072">
                    <a:extLst>
                      <a:ext uri="{FF2B5EF4-FFF2-40B4-BE49-F238E27FC236}">
                        <a16:creationId xmlns:a16="http://schemas.microsoft.com/office/drawing/2014/main" id="{C4F540DC-2D34-4AD5-B120-8CCECDDC43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4" name="直線コネクタ 116073">
                    <a:extLst>
                      <a:ext uri="{FF2B5EF4-FFF2-40B4-BE49-F238E27FC236}">
                        <a16:creationId xmlns:a16="http://schemas.microsoft.com/office/drawing/2014/main" id="{42244E6F-061F-4603-9B81-449EBD4761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5" name="直線コネクタ 116074">
                    <a:extLst>
                      <a:ext uri="{FF2B5EF4-FFF2-40B4-BE49-F238E27FC236}">
                        <a16:creationId xmlns:a16="http://schemas.microsoft.com/office/drawing/2014/main" id="{EC77F374-C596-4E22-8224-34F70FE5C7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6" name="直線コネクタ 116075">
                    <a:extLst>
                      <a:ext uri="{FF2B5EF4-FFF2-40B4-BE49-F238E27FC236}">
                        <a16:creationId xmlns:a16="http://schemas.microsoft.com/office/drawing/2014/main" id="{4FBCFAA9-5861-4FAB-84BE-BE7EB5F13C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7" name="直線コネクタ 116076">
                    <a:extLst>
                      <a:ext uri="{FF2B5EF4-FFF2-40B4-BE49-F238E27FC236}">
                        <a16:creationId xmlns:a16="http://schemas.microsoft.com/office/drawing/2014/main" id="{BE0C648B-5C18-4755-9640-10D6F956C1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8" name="直線コネクタ 116077">
                    <a:extLst>
                      <a:ext uri="{FF2B5EF4-FFF2-40B4-BE49-F238E27FC236}">
                        <a16:creationId xmlns:a16="http://schemas.microsoft.com/office/drawing/2014/main" id="{F342F43E-F5C0-410A-9085-95F4041464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79" name="直線コネクタ 116078">
                    <a:extLst>
                      <a:ext uri="{FF2B5EF4-FFF2-40B4-BE49-F238E27FC236}">
                        <a16:creationId xmlns:a16="http://schemas.microsoft.com/office/drawing/2014/main" id="{728B4E4D-BCDA-48DB-9FFD-26B96DE3D1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0" name="直線コネクタ 116079">
                    <a:extLst>
                      <a:ext uri="{FF2B5EF4-FFF2-40B4-BE49-F238E27FC236}">
                        <a16:creationId xmlns:a16="http://schemas.microsoft.com/office/drawing/2014/main" id="{25708352-162D-4BD5-80E6-1A3B4B36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1" name="直線コネクタ 116080">
                    <a:extLst>
                      <a:ext uri="{FF2B5EF4-FFF2-40B4-BE49-F238E27FC236}">
                        <a16:creationId xmlns:a16="http://schemas.microsoft.com/office/drawing/2014/main" id="{5B3ED446-7358-47D7-90D1-0598168EED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2" name="直線コネクタ 116081">
                    <a:extLst>
                      <a:ext uri="{FF2B5EF4-FFF2-40B4-BE49-F238E27FC236}">
                        <a16:creationId xmlns:a16="http://schemas.microsoft.com/office/drawing/2014/main" id="{3681024B-9190-4FBA-9CB7-973C6F8609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3" name="直線コネクタ 116082">
                    <a:extLst>
                      <a:ext uri="{FF2B5EF4-FFF2-40B4-BE49-F238E27FC236}">
                        <a16:creationId xmlns:a16="http://schemas.microsoft.com/office/drawing/2014/main" id="{FE266F0A-E567-4E2D-9995-694C955FFA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4" name="直線コネクタ 116083">
                    <a:extLst>
                      <a:ext uri="{FF2B5EF4-FFF2-40B4-BE49-F238E27FC236}">
                        <a16:creationId xmlns:a16="http://schemas.microsoft.com/office/drawing/2014/main" id="{FAFD0493-37B9-4795-BA86-3638B8F79E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5" name="直線コネクタ 116084">
                    <a:extLst>
                      <a:ext uri="{FF2B5EF4-FFF2-40B4-BE49-F238E27FC236}">
                        <a16:creationId xmlns:a16="http://schemas.microsoft.com/office/drawing/2014/main" id="{A06E00BA-8852-44D4-83E2-B0F26063F3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6" name="直線コネクタ 116085">
                    <a:extLst>
                      <a:ext uri="{FF2B5EF4-FFF2-40B4-BE49-F238E27FC236}">
                        <a16:creationId xmlns:a16="http://schemas.microsoft.com/office/drawing/2014/main" id="{B00DB77C-C4A9-4AE4-BCDA-40D5364739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7" name="直線コネクタ 116086">
                    <a:extLst>
                      <a:ext uri="{FF2B5EF4-FFF2-40B4-BE49-F238E27FC236}">
                        <a16:creationId xmlns:a16="http://schemas.microsoft.com/office/drawing/2014/main" id="{A85EDEDE-2832-4CE6-9E94-2C65962D2C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8" name="直線コネクタ 116087">
                    <a:extLst>
                      <a:ext uri="{FF2B5EF4-FFF2-40B4-BE49-F238E27FC236}">
                        <a16:creationId xmlns:a16="http://schemas.microsoft.com/office/drawing/2014/main" id="{8548E505-C3D2-4325-97DB-2205FA79FF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89" name="直線コネクタ 116088">
                    <a:extLst>
                      <a:ext uri="{FF2B5EF4-FFF2-40B4-BE49-F238E27FC236}">
                        <a16:creationId xmlns:a16="http://schemas.microsoft.com/office/drawing/2014/main" id="{C906FA82-3D61-40FA-AA00-96EA60AF09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0" name="直線コネクタ 116089">
                    <a:extLst>
                      <a:ext uri="{FF2B5EF4-FFF2-40B4-BE49-F238E27FC236}">
                        <a16:creationId xmlns:a16="http://schemas.microsoft.com/office/drawing/2014/main" id="{4F8099D4-899E-4531-97E4-8E443D4DE9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1" name="直線コネクタ 116090">
                    <a:extLst>
                      <a:ext uri="{FF2B5EF4-FFF2-40B4-BE49-F238E27FC236}">
                        <a16:creationId xmlns:a16="http://schemas.microsoft.com/office/drawing/2014/main" id="{2E042CB0-147B-4260-9111-5B56865208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2" name="直線コネクタ 116091">
                    <a:extLst>
                      <a:ext uri="{FF2B5EF4-FFF2-40B4-BE49-F238E27FC236}">
                        <a16:creationId xmlns:a16="http://schemas.microsoft.com/office/drawing/2014/main" id="{A5F673B8-E8D1-4364-90A5-C31DDAA32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3" name="直線コネクタ 116092">
                    <a:extLst>
                      <a:ext uri="{FF2B5EF4-FFF2-40B4-BE49-F238E27FC236}">
                        <a16:creationId xmlns:a16="http://schemas.microsoft.com/office/drawing/2014/main" id="{DDA646CB-1907-42BC-AC2F-ECAB7317A2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4" name="直線コネクタ 116093">
                    <a:extLst>
                      <a:ext uri="{FF2B5EF4-FFF2-40B4-BE49-F238E27FC236}">
                        <a16:creationId xmlns:a16="http://schemas.microsoft.com/office/drawing/2014/main" id="{1DC654D4-F3A4-4EDF-A69C-D5FF1108E4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5" name="直線コネクタ 116094">
                    <a:extLst>
                      <a:ext uri="{FF2B5EF4-FFF2-40B4-BE49-F238E27FC236}">
                        <a16:creationId xmlns:a16="http://schemas.microsoft.com/office/drawing/2014/main" id="{7515C039-5195-4E1A-979A-252D9D21FF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6" name="直線コネクタ 116095">
                    <a:extLst>
                      <a:ext uri="{FF2B5EF4-FFF2-40B4-BE49-F238E27FC236}">
                        <a16:creationId xmlns:a16="http://schemas.microsoft.com/office/drawing/2014/main" id="{21BD15D4-4DEC-41BB-8231-E7241E1376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7" name="直線コネクタ 116096">
                    <a:extLst>
                      <a:ext uri="{FF2B5EF4-FFF2-40B4-BE49-F238E27FC236}">
                        <a16:creationId xmlns:a16="http://schemas.microsoft.com/office/drawing/2014/main" id="{465A67C4-7109-444C-81F5-3B5D67E36C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8" name="直線コネクタ 116097">
                    <a:extLst>
                      <a:ext uri="{FF2B5EF4-FFF2-40B4-BE49-F238E27FC236}">
                        <a16:creationId xmlns:a16="http://schemas.microsoft.com/office/drawing/2014/main" id="{640CB9E2-4F44-4A6B-B4CD-4CF6AD4C45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099" name="直線コネクタ 116098">
                    <a:extLst>
                      <a:ext uri="{FF2B5EF4-FFF2-40B4-BE49-F238E27FC236}">
                        <a16:creationId xmlns:a16="http://schemas.microsoft.com/office/drawing/2014/main" id="{C7EA66D9-4F96-4194-B848-360A39504C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0" name="直線コネクタ 116099">
                    <a:extLst>
                      <a:ext uri="{FF2B5EF4-FFF2-40B4-BE49-F238E27FC236}">
                        <a16:creationId xmlns:a16="http://schemas.microsoft.com/office/drawing/2014/main" id="{FF1B9FBA-7DC6-4DBC-9C03-64E2AF9845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1" name="直線コネクタ 116100">
                    <a:extLst>
                      <a:ext uri="{FF2B5EF4-FFF2-40B4-BE49-F238E27FC236}">
                        <a16:creationId xmlns:a16="http://schemas.microsoft.com/office/drawing/2014/main" id="{ECD9E22F-6418-49C8-8D31-D049EBCFFC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2" name="直線コネクタ 116101">
                    <a:extLst>
                      <a:ext uri="{FF2B5EF4-FFF2-40B4-BE49-F238E27FC236}">
                        <a16:creationId xmlns:a16="http://schemas.microsoft.com/office/drawing/2014/main" id="{047C9E90-D6ED-4F43-BBE2-09B09623FB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3" name="直線コネクタ 116102">
                    <a:extLst>
                      <a:ext uri="{FF2B5EF4-FFF2-40B4-BE49-F238E27FC236}">
                        <a16:creationId xmlns:a16="http://schemas.microsoft.com/office/drawing/2014/main" id="{938EA5E0-BD75-4A7F-A504-7A0DEFFF65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4" name="直線コネクタ 116103">
                    <a:extLst>
                      <a:ext uri="{FF2B5EF4-FFF2-40B4-BE49-F238E27FC236}">
                        <a16:creationId xmlns:a16="http://schemas.microsoft.com/office/drawing/2014/main" id="{A2FE82B3-8F42-4B5A-B706-953DB42D49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5" name="直線コネクタ 116104">
                    <a:extLst>
                      <a:ext uri="{FF2B5EF4-FFF2-40B4-BE49-F238E27FC236}">
                        <a16:creationId xmlns:a16="http://schemas.microsoft.com/office/drawing/2014/main" id="{19B6F10E-4AF2-4ED7-A8B8-CFBC4CC8C4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6" name="直線コネクタ 116105">
                    <a:extLst>
                      <a:ext uri="{FF2B5EF4-FFF2-40B4-BE49-F238E27FC236}">
                        <a16:creationId xmlns:a16="http://schemas.microsoft.com/office/drawing/2014/main" id="{1C7BD395-EC54-407A-89CC-2CBB03774C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7" name="直線コネクタ 116106">
                    <a:extLst>
                      <a:ext uri="{FF2B5EF4-FFF2-40B4-BE49-F238E27FC236}">
                        <a16:creationId xmlns:a16="http://schemas.microsoft.com/office/drawing/2014/main" id="{A9FF2FC5-1D1E-49CC-AB0B-FCCD6B837E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8" name="直線コネクタ 116107">
                    <a:extLst>
                      <a:ext uri="{FF2B5EF4-FFF2-40B4-BE49-F238E27FC236}">
                        <a16:creationId xmlns:a16="http://schemas.microsoft.com/office/drawing/2014/main" id="{2250BF2F-5F8D-4D33-83D3-9F731C3604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09" name="直線コネクタ 116108">
                    <a:extLst>
                      <a:ext uri="{FF2B5EF4-FFF2-40B4-BE49-F238E27FC236}">
                        <a16:creationId xmlns:a16="http://schemas.microsoft.com/office/drawing/2014/main" id="{16476DE8-EB8F-4B75-B5BA-3855585A99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0" name="直線コネクタ 116109">
                    <a:extLst>
                      <a:ext uri="{FF2B5EF4-FFF2-40B4-BE49-F238E27FC236}">
                        <a16:creationId xmlns:a16="http://schemas.microsoft.com/office/drawing/2014/main" id="{0522FA7D-8E00-4C32-9889-AA29271518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1" name="直線コネクタ 116110">
                    <a:extLst>
                      <a:ext uri="{FF2B5EF4-FFF2-40B4-BE49-F238E27FC236}">
                        <a16:creationId xmlns:a16="http://schemas.microsoft.com/office/drawing/2014/main" id="{49FFEBD2-A873-4E85-B74A-968847FA1B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2" name="直線コネクタ 116111">
                    <a:extLst>
                      <a:ext uri="{FF2B5EF4-FFF2-40B4-BE49-F238E27FC236}">
                        <a16:creationId xmlns:a16="http://schemas.microsoft.com/office/drawing/2014/main" id="{ED817D68-DCB5-4253-B07C-0650163E89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3" name="直線コネクタ 116112">
                    <a:extLst>
                      <a:ext uri="{FF2B5EF4-FFF2-40B4-BE49-F238E27FC236}">
                        <a16:creationId xmlns:a16="http://schemas.microsoft.com/office/drawing/2014/main" id="{FA85B3E1-C597-4919-B77C-34A01ED113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4" name="直線コネクタ 116113">
                    <a:extLst>
                      <a:ext uri="{FF2B5EF4-FFF2-40B4-BE49-F238E27FC236}">
                        <a16:creationId xmlns:a16="http://schemas.microsoft.com/office/drawing/2014/main" id="{4DD24F4C-34C5-493A-A30D-89EC859659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5" name="直線コネクタ 116114">
                    <a:extLst>
                      <a:ext uri="{FF2B5EF4-FFF2-40B4-BE49-F238E27FC236}">
                        <a16:creationId xmlns:a16="http://schemas.microsoft.com/office/drawing/2014/main" id="{71BDE87D-AB78-4A4E-9A21-76077065F0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6" name="直線コネクタ 116115">
                    <a:extLst>
                      <a:ext uri="{FF2B5EF4-FFF2-40B4-BE49-F238E27FC236}">
                        <a16:creationId xmlns:a16="http://schemas.microsoft.com/office/drawing/2014/main" id="{2649E8B3-F22C-4339-B1D2-6595F2B38B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7" name="直線コネクタ 116116">
                    <a:extLst>
                      <a:ext uri="{FF2B5EF4-FFF2-40B4-BE49-F238E27FC236}">
                        <a16:creationId xmlns:a16="http://schemas.microsoft.com/office/drawing/2014/main" id="{6CD486C4-8736-42E1-BD1B-B242F81B8B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8" name="直線コネクタ 116117">
                    <a:extLst>
                      <a:ext uri="{FF2B5EF4-FFF2-40B4-BE49-F238E27FC236}">
                        <a16:creationId xmlns:a16="http://schemas.microsoft.com/office/drawing/2014/main" id="{64CEA53E-F8FE-4E2F-89AF-DBA3DE3931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19" name="直線コネクタ 116118">
                    <a:extLst>
                      <a:ext uri="{FF2B5EF4-FFF2-40B4-BE49-F238E27FC236}">
                        <a16:creationId xmlns:a16="http://schemas.microsoft.com/office/drawing/2014/main" id="{76E55B5F-B34E-4F62-B00E-17EDC3309D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20" name="直線コネクタ 116119">
                    <a:extLst>
                      <a:ext uri="{FF2B5EF4-FFF2-40B4-BE49-F238E27FC236}">
                        <a16:creationId xmlns:a16="http://schemas.microsoft.com/office/drawing/2014/main" id="{D9267422-4E77-4E8A-886D-58605AA4CB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21" name="直線コネクタ 116120">
                    <a:extLst>
                      <a:ext uri="{FF2B5EF4-FFF2-40B4-BE49-F238E27FC236}">
                        <a16:creationId xmlns:a16="http://schemas.microsoft.com/office/drawing/2014/main" id="{8A61B191-6342-4D72-A1B1-3276D41496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122" name="直線コネクタ 116121">
                    <a:extLst>
                      <a:ext uri="{FF2B5EF4-FFF2-40B4-BE49-F238E27FC236}">
                        <a16:creationId xmlns:a16="http://schemas.microsoft.com/office/drawing/2014/main" id="{C2232FF0-86D2-4B1D-8FFC-F71C022956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6123" name="グループ化 116122">
                    <a:extLst>
                      <a:ext uri="{FF2B5EF4-FFF2-40B4-BE49-F238E27FC236}">
                        <a16:creationId xmlns:a16="http://schemas.microsoft.com/office/drawing/2014/main" id="{5B005165-E701-427D-8C10-1B418718D9F3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299" name="直線コネクタ 116298">
                      <a:extLst>
                        <a:ext uri="{FF2B5EF4-FFF2-40B4-BE49-F238E27FC236}">
                          <a16:creationId xmlns:a16="http://schemas.microsoft.com/office/drawing/2014/main" id="{F5C6413D-6F00-46AA-B71B-EE2075DA10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0" name="直線コネクタ 116299">
                      <a:extLst>
                        <a:ext uri="{FF2B5EF4-FFF2-40B4-BE49-F238E27FC236}">
                          <a16:creationId xmlns:a16="http://schemas.microsoft.com/office/drawing/2014/main" id="{F9848A5B-87D7-42E5-A7F4-5FEC103FA2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1" name="直線コネクタ 116300">
                      <a:extLst>
                        <a:ext uri="{FF2B5EF4-FFF2-40B4-BE49-F238E27FC236}">
                          <a16:creationId xmlns:a16="http://schemas.microsoft.com/office/drawing/2014/main" id="{F5C7FE63-4780-4AC3-8A3D-FAD706A355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2" name="直線コネクタ 116301">
                      <a:extLst>
                        <a:ext uri="{FF2B5EF4-FFF2-40B4-BE49-F238E27FC236}">
                          <a16:creationId xmlns:a16="http://schemas.microsoft.com/office/drawing/2014/main" id="{A91DFE87-8432-42DD-8140-0B730707CE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3" name="直線コネクタ 116302">
                      <a:extLst>
                        <a:ext uri="{FF2B5EF4-FFF2-40B4-BE49-F238E27FC236}">
                          <a16:creationId xmlns:a16="http://schemas.microsoft.com/office/drawing/2014/main" id="{A78F35E1-CBEE-497E-BDA6-7E53E7D735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4" name="直線コネクタ 116303">
                      <a:extLst>
                        <a:ext uri="{FF2B5EF4-FFF2-40B4-BE49-F238E27FC236}">
                          <a16:creationId xmlns:a16="http://schemas.microsoft.com/office/drawing/2014/main" id="{E2F31BB7-4B42-4F54-A940-E36C97E0E6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5" name="直線コネクタ 116304">
                      <a:extLst>
                        <a:ext uri="{FF2B5EF4-FFF2-40B4-BE49-F238E27FC236}">
                          <a16:creationId xmlns:a16="http://schemas.microsoft.com/office/drawing/2014/main" id="{A887CF6A-A4A6-4577-A8A2-28E5C99373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6" name="直線コネクタ 116305">
                      <a:extLst>
                        <a:ext uri="{FF2B5EF4-FFF2-40B4-BE49-F238E27FC236}">
                          <a16:creationId xmlns:a16="http://schemas.microsoft.com/office/drawing/2014/main" id="{12A8EA64-E926-49CA-80D4-05BA3E3C82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7" name="直線コネクタ 116306">
                      <a:extLst>
                        <a:ext uri="{FF2B5EF4-FFF2-40B4-BE49-F238E27FC236}">
                          <a16:creationId xmlns:a16="http://schemas.microsoft.com/office/drawing/2014/main" id="{8C51A50D-DADB-4206-B661-815A35CD00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8" name="直線コネクタ 116307">
                      <a:extLst>
                        <a:ext uri="{FF2B5EF4-FFF2-40B4-BE49-F238E27FC236}">
                          <a16:creationId xmlns:a16="http://schemas.microsoft.com/office/drawing/2014/main" id="{81FD2359-C90B-4F59-B202-A39E545F89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09" name="直線コネクタ 116308">
                      <a:extLst>
                        <a:ext uri="{FF2B5EF4-FFF2-40B4-BE49-F238E27FC236}">
                          <a16:creationId xmlns:a16="http://schemas.microsoft.com/office/drawing/2014/main" id="{1E65B203-04CD-499C-A0B3-F6FB2234C8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0" name="直線コネクタ 116309">
                      <a:extLst>
                        <a:ext uri="{FF2B5EF4-FFF2-40B4-BE49-F238E27FC236}">
                          <a16:creationId xmlns:a16="http://schemas.microsoft.com/office/drawing/2014/main" id="{EDC65092-4193-408F-AA33-3781B42776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1" name="直線コネクタ 116310">
                      <a:extLst>
                        <a:ext uri="{FF2B5EF4-FFF2-40B4-BE49-F238E27FC236}">
                          <a16:creationId xmlns:a16="http://schemas.microsoft.com/office/drawing/2014/main" id="{32790147-FF32-46FD-A870-996979F438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2" name="直線コネクタ 116311">
                      <a:extLst>
                        <a:ext uri="{FF2B5EF4-FFF2-40B4-BE49-F238E27FC236}">
                          <a16:creationId xmlns:a16="http://schemas.microsoft.com/office/drawing/2014/main" id="{A600D833-2610-466D-B967-ED4A5772DB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3" name="直線コネクタ 116312">
                      <a:extLst>
                        <a:ext uri="{FF2B5EF4-FFF2-40B4-BE49-F238E27FC236}">
                          <a16:creationId xmlns:a16="http://schemas.microsoft.com/office/drawing/2014/main" id="{87180190-9567-4CCA-BFE8-FEE29979D4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4" name="直線コネクタ 116313">
                      <a:extLst>
                        <a:ext uri="{FF2B5EF4-FFF2-40B4-BE49-F238E27FC236}">
                          <a16:creationId xmlns:a16="http://schemas.microsoft.com/office/drawing/2014/main" id="{AEE43798-DD19-4EDC-8E07-3D48A3A111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5" name="直線コネクタ 116314">
                      <a:extLst>
                        <a:ext uri="{FF2B5EF4-FFF2-40B4-BE49-F238E27FC236}">
                          <a16:creationId xmlns:a16="http://schemas.microsoft.com/office/drawing/2014/main" id="{E873B24B-688D-4660-9783-3DC427D515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6" name="直線コネクタ 116315">
                      <a:extLst>
                        <a:ext uri="{FF2B5EF4-FFF2-40B4-BE49-F238E27FC236}">
                          <a16:creationId xmlns:a16="http://schemas.microsoft.com/office/drawing/2014/main" id="{BDA38C69-C38E-48E9-AE6A-B8A5FBACB9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7" name="直線コネクタ 116316">
                      <a:extLst>
                        <a:ext uri="{FF2B5EF4-FFF2-40B4-BE49-F238E27FC236}">
                          <a16:creationId xmlns:a16="http://schemas.microsoft.com/office/drawing/2014/main" id="{4F784BB1-419A-4B1E-B48C-1B5D9AD7AA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8" name="直線コネクタ 116317">
                      <a:extLst>
                        <a:ext uri="{FF2B5EF4-FFF2-40B4-BE49-F238E27FC236}">
                          <a16:creationId xmlns:a16="http://schemas.microsoft.com/office/drawing/2014/main" id="{551BD300-B103-4431-84FB-E331256807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19" name="直線コネクタ 116318">
                      <a:extLst>
                        <a:ext uri="{FF2B5EF4-FFF2-40B4-BE49-F238E27FC236}">
                          <a16:creationId xmlns:a16="http://schemas.microsoft.com/office/drawing/2014/main" id="{83D0498D-3BDE-4B34-ADF8-BDDD5A3E9B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0" name="直線コネクタ 116319">
                      <a:extLst>
                        <a:ext uri="{FF2B5EF4-FFF2-40B4-BE49-F238E27FC236}">
                          <a16:creationId xmlns:a16="http://schemas.microsoft.com/office/drawing/2014/main" id="{0A222C61-C85A-4571-8FF9-B57AF7D63C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1" name="直線コネクタ 116320">
                      <a:extLst>
                        <a:ext uri="{FF2B5EF4-FFF2-40B4-BE49-F238E27FC236}">
                          <a16:creationId xmlns:a16="http://schemas.microsoft.com/office/drawing/2014/main" id="{6591785B-8340-4F81-9A4A-4D50388050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2" name="直線コネクタ 116321">
                      <a:extLst>
                        <a:ext uri="{FF2B5EF4-FFF2-40B4-BE49-F238E27FC236}">
                          <a16:creationId xmlns:a16="http://schemas.microsoft.com/office/drawing/2014/main" id="{621586B4-2851-4EB3-A4D0-29D6835EB3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3" name="直線コネクタ 116322">
                      <a:extLst>
                        <a:ext uri="{FF2B5EF4-FFF2-40B4-BE49-F238E27FC236}">
                          <a16:creationId xmlns:a16="http://schemas.microsoft.com/office/drawing/2014/main" id="{0F6BB144-A575-43BD-BFB6-3F7C62AC76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4" name="直線コネクタ 116323">
                      <a:extLst>
                        <a:ext uri="{FF2B5EF4-FFF2-40B4-BE49-F238E27FC236}">
                          <a16:creationId xmlns:a16="http://schemas.microsoft.com/office/drawing/2014/main" id="{0E4FF31A-6882-4CA0-9B38-9767A6F461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5" name="直線コネクタ 116324">
                      <a:extLst>
                        <a:ext uri="{FF2B5EF4-FFF2-40B4-BE49-F238E27FC236}">
                          <a16:creationId xmlns:a16="http://schemas.microsoft.com/office/drawing/2014/main" id="{36FB0B8A-E14B-4E26-9624-5231BBFAAC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6" name="直線コネクタ 116325">
                      <a:extLst>
                        <a:ext uri="{FF2B5EF4-FFF2-40B4-BE49-F238E27FC236}">
                          <a16:creationId xmlns:a16="http://schemas.microsoft.com/office/drawing/2014/main" id="{EA83DEFC-D9E4-422A-8C82-9C0B70704E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7" name="直線コネクタ 116326">
                      <a:extLst>
                        <a:ext uri="{FF2B5EF4-FFF2-40B4-BE49-F238E27FC236}">
                          <a16:creationId xmlns:a16="http://schemas.microsoft.com/office/drawing/2014/main" id="{1F696AF0-98D4-41A8-9B67-2C4C18E8EB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8" name="直線コネクタ 116327">
                      <a:extLst>
                        <a:ext uri="{FF2B5EF4-FFF2-40B4-BE49-F238E27FC236}">
                          <a16:creationId xmlns:a16="http://schemas.microsoft.com/office/drawing/2014/main" id="{28DF45B7-5E78-4929-9298-CF24375F01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29" name="直線コネクタ 116328">
                      <a:extLst>
                        <a:ext uri="{FF2B5EF4-FFF2-40B4-BE49-F238E27FC236}">
                          <a16:creationId xmlns:a16="http://schemas.microsoft.com/office/drawing/2014/main" id="{2027D891-7F5E-4214-85CD-837B576CB3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0" name="直線コネクタ 116329">
                      <a:extLst>
                        <a:ext uri="{FF2B5EF4-FFF2-40B4-BE49-F238E27FC236}">
                          <a16:creationId xmlns:a16="http://schemas.microsoft.com/office/drawing/2014/main" id="{15825DDE-280A-41C6-973C-50D926415A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1" name="直線コネクタ 116330">
                      <a:extLst>
                        <a:ext uri="{FF2B5EF4-FFF2-40B4-BE49-F238E27FC236}">
                          <a16:creationId xmlns:a16="http://schemas.microsoft.com/office/drawing/2014/main" id="{7A5CB041-F9EA-4A32-9A3C-EE17E3D720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2" name="直線コネクタ 116331">
                      <a:extLst>
                        <a:ext uri="{FF2B5EF4-FFF2-40B4-BE49-F238E27FC236}">
                          <a16:creationId xmlns:a16="http://schemas.microsoft.com/office/drawing/2014/main" id="{9F92F083-684C-4EA2-8FD8-8CF2D9BD04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3" name="直線コネクタ 116332">
                      <a:extLst>
                        <a:ext uri="{FF2B5EF4-FFF2-40B4-BE49-F238E27FC236}">
                          <a16:creationId xmlns:a16="http://schemas.microsoft.com/office/drawing/2014/main" id="{52557930-92A6-49E8-B408-3F8EE1F4EA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4" name="直線コネクタ 116333">
                      <a:extLst>
                        <a:ext uri="{FF2B5EF4-FFF2-40B4-BE49-F238E27FC236}">
                          <a16:creationId xmlns:a16="http://schemas.microsoft.com/office/drawing/2014/main" id="{1C05E8DC-A165-437C-8826-DBAF587B25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5" name="直線コネクタ 116334">
                      <a:extLst>
                        <a:ext uri="{FF2B5EF4-FFF2-40B4-BE49-F238E27FC236}">
                          <a16:creationId xmlns:a16="http://schemas.microsoft.com/office/drawing/2014/main" id="{20546B14-BFBA-4E9B-9B82-F98B0EF092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6" name="直線コネクタ 116335">
                      <a:extLst>
                        <a:ext uri="{FF2B5EF4-FFF2-40B4-BE49-F238E27FC236}">
                          <a16:creationId xmlns:a16="http://schemas.microsoft.com/office/drawing/2014/main" id="{B527072E-ADAB-4725-A1E2-A317037D00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7" name="直線コネクタ 116336">
                      <a:extLst>
                        <a:ext uri="{FF2B5EF4-FFF2-40B4-BE49-F238E27FC236}">
                          <a16:creationId xmlns:a16="http://schemas.microsoft.com/office/drawing/2014/main" id="{EB3E7610-2058-4DC0-9751-0DA1DEB941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8" name="直線コネクタ 116337">
                      <a:extLst>
                        <a:ext uri="{FF2B5EF4-FFF2-40B4-BE49-F238E27FC236}">
                          <a16:creationId xmlns:a16="http://schemas.microsoft.com/office/drawing/2014/main" id="{98C2893A-11BE-46A5-BA12-7A382AD1BA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39" name="直線コネクタ 116338">
                      <a:extLst>
                        <a:ext uri="{FF2B5EF4-FFF2-40B4-BE49-F238E27FC236}">
                          <a16:creationId xmlns:a16="http://schemas.microsoft.com/office/drawing/2014/main" id="{FC312402-AAD5-4D41-B367-5512D174A7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340" name="直線コネクタ 116339">
                      <a:extLst>
                        <a:ext uri="{FF2B5EF4-FFF2-40B4-BE49-F238E27FC236}">
                          <a16:creationId xmlns:a16="http://schemas.microsoft.com/office/drawing/2014/main" id="{4885850D-5528-4E58-8689-9A449281C1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124" name="グループ化 116123">
                    <a:extLst>
                      <a:ext uri="{FF2B5EF4-FFF2-40B4-BE49-F238E27FC236}">
                        <a16:creationId xmlns:a16="http://schemas.microsoft.com/office/drawing/2014/main" id="{292023E7-E450-47AC-A634-C33A6FB699CD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6290" name="正方形/長方形 116289">
                      <a:extLst>
                        <a:ext uri="{FF2B5EF4-FFF2-40B4-BE49-F238E27FC236}">
                          <a16:creationId xmlns:a16="http://schemas.microsoft.com/office/drawing/2014/main" id="{F876E534-49FA-4640-ABEC-CC9E86DEC5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291" name="正方形/長方形 116290">
                      <a:extLst>
                        <a:ext uri="{FF2B5EF4-FFF2-40B4-BE49-F238E27FC236}">
                          <a16:creationId xmlns:a16="http://schemas.microsoft.com/office/drawing/2014/main" id="{061DF061-301A-4F43-BAA2-F6F4AE5556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292" name="正方形/長方形 116291">
                      <a:extLst>
                        <a:ext uri="{FF2B5EF4-FFF2-40B4-BE49-F238E27FC236}">
                          <a16:creationId xmlns:a16="http://schemas.microsoft.com/office/drawing/2014/main" id="{8CB9839C-4E84-4E20-A176-2482D874E7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293" name="正方形/長方形 116292">
                      <a:extLst>
                        <a:ext uri="{FF2B5EF4-FFF2-40B4-BE49-F238E27FC236}">
                          <a16:creationId xmlns:a16="http://schemas.microsoft.com/office/drawing/2014/main" id="{267638F5-18EA-4C55-8B66-BE7D5A087D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294" name="正方形/長方形 116293">
                      <a:extLst>
                        <a:ext uri="{FF2B5EF4-FFF2-40B4-BE49-F238E27FC236}">
                          <a16:creationId xmlns:a16="http://schemas.microsoft.com/office/drawing/2014/main" id="{386263D0-88FD-41C8-960A-D1A82FA8D5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295" name="正方形/長方形 116294">
                      <a:extLst>
                        <a:ext uri="{FF2B5EF4-FFF2-40B4-BE49-F238E27FC236}">
                          <a16:creationId xmlns:a16="http://schemas.microsoft.com/office/drawing/2014/main" id="{8EC13771-9729-40D0-A895-62EE723357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296" name="正方形/長方形 116295">
                      <a:extLst>
                        <a:ext uri="{FF2B5EF4-FFF2-40B4-BE49-F238E27FC236}">
                          <a16:creationId xmlns:a16="http://schemas.microsoft.com/office/drawing/2014/main" id="{C5C83567-D75A-4FD6-86F3-B4DDB3BFFB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297" name="正方形/長方形 116296">
                      <a:extLst>
                        <a:ext uri="{FF2B5EF4-FFF2-40B4-BE49-F238E27FC236}">
                          <a16:creationId xmlns:a16="http://schemas.microsoft.com/office/drawing/2014/main" id="{E66978E0-2A73-4654-9AB1-9B061BE0866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6298" name="正方形/長方形 116297">
                      <a:extLst>
                        <a:ext uri="{FF2B5EF4-FFF2-40B4-BE49-F238E27FC236}">
                          <a16:creationId xmlns:a16="http://schemas.microsoft.com/office/drawing/2014/main" id="{C95B4CCD-210B-4916-BE26-EF248064EE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6125" name="グループ化 116124">
                    <a:extLst>
                      <a:ext uri="{FF2B5EF4-FFF2-40B4-BE49-F238E27FC236}">
                        <a16:creationId xmlns:a16="http://schemas.microsoft.com/office/drawing/2014/main" id="{5955883F-3F4E-4F54-8068-A528F746709B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282" name="直線コネクタ 116281">
                      <a:extLst>
                        <a:ext uri="{FF2B5EF4-FFF2-40B4-BE49-F238E27FC236}">
                          <a16:creationId xmlns:a16="http://schemas.microsoft.com/office/drawing/2014/main" id="{734F2EA7-4F1C-473E-BBCC-B51F986A35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3" name="直線コネクタ 116282">
                      <a:extLst>
                        <a:ext uri="{FF2B5EF4-FFF2-40B4-BE49-F238E27FC236}">
                          <a16:creationId xmlns:a16="http://schemas.microsoft.com/office/drawing/2014/main" id="{843B5C56-FEC7-4FB9-AEFA-DCC3E1680E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4" name="直線コネクタ 116283">
                      <a:extLst>
                        <a:ext uri="{FF2B5EF4-FFF2-40B4-BE49-F238E27FC236}">
                          <a16:creationId xmlns:a16="http://schemas.microsoft.com/office/drawing/2014/main" id="{E7111E46-E27E-4C90-BA0A-724CF02578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5" name="直線コネクタ 116284">
                      <a:extLst>
                        <a:ext uri="{FF2B5EF4-FFF2-40B4-BE49-F238E27FC236}">
                          <a16:creationId xmlns:a16="http://schemas.microsoft.com/office/drawing/2014/main" id="{5E6B5242-AFE8-4E38-95E2-D0560DFD32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6" name="直線コネクタ 116285">
                      <a:extLst>
                        <a:ext uri="{FF2B5EF4-FFF2-40B4-BE49-F238E27FC236}">
                          <a16:creationId xmlns:a16="http://schemas.microsoft.com/office/drawing/2014/main" id="{FCBE67B6-78F5-45D2-B47D-AA2774F4E3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7" name="直線コネクタ 116286">
                      <a:extLst>
                        <a:ext uri="{FF2B5EF4-FFF2-40B4-BE49-F238E27FC236}">
                          <a16:creationId xmlns:a16="http://schemas.microsoft.com/office/drawing/2014/main" id="{D3A379DF-01C1-49CB-A513-964B04EEF2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8" name="直線コネクタ 116287">
                      <a:extLst>
                        <a:ext uri="{FF2B5EF4-FFF2-40B4-BE49-F238E27FC236}">
                          <a16:creationId xmlns:a16="http://schemas.microsoft.com/office/drawing/2014/main" id="{3436B5CC-8A69-4ACE-8828-0B1612C333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9" name="直線コネクタ 116288">
                      <a:extLst>
                        <a:ext uri="{FF2B5EF4-FFF2-40B4-BE49-F238E27FC236}">
                          <a16:creationId xmlns:a16="http://schemas.microsoft.com/office/drawing/2014/main" id="{38776E88-0800-44EA-8955-35A75B7C14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126" name="グループ化 116125">
                    <a:extLst>
                      <a:ext uri="{FF2B5EF4-FFF2-40B4-BE49-F238E27FC236}">
                        <a16:creationId xmlns:a16="http://schemas.microsoft.com/office/drawing/2014/main" id="{AEBB2E11-2BD0-442E-9BE3-0E2AD2F8F060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274" name="直線コネクタ 116273">
                      <a:extLst>
                        <a:ext uri="{FF2B5EF4-FFF2-40B4-BE49-F238E27FC236}">
                          <a16:creationId xmlns:a16="http://schemas.microsoft.com/office/drawing/2014/main" id="{C7B5B8B4-D881-44DD-9112-960285770E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5" name="直線コネクタ 116274">
                      <a:extLst>
                        <a:ext uri="{FF2B5EF4-FFF2-40B4-BE49-F238E27FC236}">
                          <a16:creationId xmlns:a16="http://schemas.microsoft.com/office/drawing/2014/main" id="{472B359B-874E-4BD4-99AC-C8A22C3C2B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6" name="直線コネクタ 116275">
                      <a:extLst>
                        <a:ext uri="{FF2B5EF4-FFF2-40B4-BE49-F238E27FC236}">
                          <a16:creationId xmlns:a16="http://schemas.microsoft.com/office/drawing/2014/main" id="{50A2EFAD-F0B8-4467-A72D-29F0E60C1F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7" name="直線コネクタ 116276">
                      <a:extLst>
                        <a:ext uri="{FF2B5EF4-FFF2-40B4-BE49-F238E27FC236}">
                          <a16:creationId xmlns:a16="http://schemas.microsoft.com/office/drawing/2014/main" id="{FAED1770-2B19-4D23-A6E4-6734D1D8C1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8" name="直線コネクタ 116277">
                      <a:extLst>
                        <a:ext uri="{FF2B5EF4-FFF2-40B4-BE49-F238E27FC236}">
                          <a16:creationId xmlns:a16="http://schemas.microsoft.com/office/drawing/2014/main" id="{7E2066FB-3A58-4E7E-A610-4FD043DED4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9" name="直線コネクタ 116278">
                      <a:extLst>
                        <a:ext uri="{FF2B5EF4-FFF2-40B4-BE49-F238E27FC236}">
                          <a16:creationId xmlns:a16="http://schemas.microsoft.com/office/drawing/2014/main" id="{98A76E2A-38F3-4505-B72C-68952D62CE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0" name="直線コネクタ 116279">
                      <a:extLst>
                        <a:ext uri="{FF2B5EF4-FFF2-40B4-BE49-F238E27FC236}">
                          <a16:creationId xmlns:a16="http://schemas.microsoft.com/office/drawing/2014/main" id="{3D9C1459-4B1C-428F-AAF3-501921E63B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81" name="直線コネクタ 116280">
                      <a:extLst>
                        <a:ext uri="{FF2B5EF4-FFF2-40B4-BE49-F238E27FC236}">
                          <a16:creationId xmlns:a16="http://schemas.microsoft.com/office/drawing/2014/main" id="{374EB1FC-32A1-4A9C-A752-1F12D20C1E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127" name="グループ化 116126">
                    <a:extLst>
                      <a:ext uri="{FF2B5EF4-FFF2-40B4-BE49-F238E27FC236}">
                        <a16:creationId xmlns:a16="http://schemas.microsoft.com/office/drawing/2014/main" id="{850492E9-A635-4DDC-99FC-2DBD39C8CD7E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232" name="直線コネクタ 116231">
                      <a:extLst>
                        <a:ext uri="{FF2B5EF4-FFF2-40B4-BE49-F238E27FC236}">
                          <a16:creationId xmlns:a16="http://schemas.microsoft.com/office/drawing/2014/main" id="{2CF6BA65-E899-4996-BC22-E4D00354BD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3" name="直線コネクタ 116232">
                      <a:extLst>
                        <a:ext uri="{FF2B5EF4-FFF2-40B4-BE49-F238E27FC236}">
                          <a16:creationId xmlns:a16="http://schemas.microsoft.com/office/drawing/2014/main" id="{F3DFE380-F4DF-4B3E-B9F4-5E5649D439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4" name="直線コネクタ 116233">
                      <a:extLst>
                        <a:ext uri="{FF2B5EF4-FFF2-40B4-BE49-F238E27FC236}">
                          <a16:creationId xmlns:a16="http://schemas.microsoft.com/office/drawing/2014/main" id="{499112C6-6407-45EC-95FE-1B18CD1A64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5" name="直線コネクタ 116234">
                      <a:extLst>
                        <a:ext uri="{FF2B5EF4-FFF2-40B4-BE49-F238E27FC236}">
                          <a16:creationId xmlns:a16="http://schemas.microsoft.com/office/drawing/2014/main" id="{75A8649F-1810-48D3-923F-733FE3FF3B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6" name="直線コネクタ 116235">
                      <a:extLst>
                        <a:ext uri="{FF2B5EF4-FFF2-40B4-BE49-F238E27FC236}">
                          <a16:creationId xmlns:a16="http://schemas.microsoft.com/office/drawing/2014/main" id="{46BE12DA-3CF8-4F04-A87A-83A52179F6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7" name="直線コネクタ 116236">
                      <a:extLst>
                        <a:ext uri="{FF2B5EF4-FFF2-40B4-BE49-F238E27FC236}">
                          <a16:creationId xmlns:a16="http://schemas.microsoft.com/office/drawing/2014/main" id="{6ED1E7A3-8EA4-442B-8D14-DF33962096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8" name="直線コネクタ 116237">
                      <a:extLst>
                        <a:ext uri="{FF2B5EF4-FFF2-40B4-BE49-F238E27FC236}">
                          <a16:creationId xmlns:a16="http://schemas.microsoft.com/office/drawing/2014/main" id="{3DB95721-2348-45AF-8BF0-1E87BCC0CE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9" name="直線コネクタ 116238">
                      <a:extLst>
                        <a:ext uri="{FF2B5EF4-FFF2-40B4-BE49-F238E27FC236}">
                          <a16:creationId xmlns:a16="http://schemas.microsoft.com/office/drawing/2014/main" id="{533C7151-4395-4184-89B7-351ED47B81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0" name="直線コネクタ 116239">
                      <a:extLst>
                        <a:ext uri="{FF2B5EF4-FFF2-40B4-BE49-F238E27FC236}">
                          <a16:creationId xmlns:a16="http://schemas.microsoft.com/office/drawing/2014/main" id="{A030E650-06FD-433A-A429-C23C54251B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1" name="直線コネクタ 116240">
                      <a:extLst>
                        <a:ext uri="{FF2B5EF4-FFF2-40B4-BE49-F238E27FC236}">
                          <a16:creationId xmlns:a16="http://schemas.microsoft.com/office/drawing/2014/main" id="{88B51EA0-5C79-40F5-A1B6-95DF7BE6E3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2" name="直線コネクタ 116241">
                      <a:extLst>
                        <a:ext uri="{FF2B5EF4-FFF2-40B4-BE49-F238E27FC236}">
                          <a16:creationId xmlns:a16="http://schemas.microsoft.com/office/drawing/2014/main" id="{3E4F0316-7BA2-4C94-B888-4A19CE6248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3" name="直線コネクタ 116242">
                      <a:extLst>
                        <a:ext uri="{FF2B5EF4-FFF2-40B4-BE49-F238E27FC236}">
                          <a16:creationId xmlns:a16="http://schemas.microsoft.com/office/drawing/2014/main" id="{26941BC7-2F50-4F80-BAA0-52515B7BAC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4" name="直線コネクタ 116243">
                      <a:extLst>
                        <a:ext uri="{FF2B5EF4-FFF2-40B4-BE49-F238E27FC236}">
                          <a16:creationId xmlns:a16="http://schemas.microsoft.com/office/drawing/2014/main" id="{741DF994-4C70-402F-81C3-19F9CE3DA4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5" name="直線コネクタ 116244">
                      <a:extLst>
                        <a:ext uri="{FF2B5EF4-FFF2-40B4-BE49-F238E27FC236}">
                          <a16:creationId xmlns:a16="http://schemas.microsoft.com/office/drawing/2014/main" id="{4E2DAD7A-A2C6-474D-9FE3-ADF8216E95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6" name="直線コネクタ 116245">
                      <a:extLst>
                        <a:ext uri="{FF2B5EF4-FFF2-40B4-BE49-F238E27FC236}">
                          <a16:creationId xmlns:a16="http://schemas.microsoft.com/office/drawing/2014/main" id="{B23022CA-FEDB-498E-8021-A15D10D985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7" name="直線コネクタ 116246">
                      <a:extLst>
                        <a:ext uri="{FF2B5EF4-FFF2-40B4-BE49-F238E27FC236}">
                          <a16:creationId xmlns:a16="http://schemas.microsoft.com/office/drawing/2014/main" id="{4C25B78F-5B91-4932-B284-5F7AA74C9E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8" name="直線コネクタ 116247">
                      <a:extLst>
                        <a:ext uri="{FF2B5EF4-FFF2-40B4-BE49-F238E27FC236}">
                          <a16:creationId xmlns:a16="http://schemas.microsoft.com/office/drawing/2014/main" id="{4987F1ED-C43F-47FF-8072-3044D48C29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49" name="直線コネクタ 116248">
                      <a:extLst>
                        <a:ext uri="{FF2B5EF4-FFF2-40B4-BE49-F238E27FC236}">
                          <a16:creationId xmlns:a16="http://schemas.microsoft.com/office/drawing/2014/main" id="{85EA8671-2E47-4FFF-B7CD-D4B942BEFB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0" name="直線コネクタ 116249">
                      <a:extLst>
                        <a:ext uri="{FF2B5EF4-FFF2-40B4-BE49-F238E27FC236}">
                          <a16:creationId xmlns:a16="http://schemas.microsoft.com/office/drawing/2014/main" id="{C27F61F0-9F77-482D-A868-E1506D5F00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1" name="直線コネクタ 116250">
                      <a:extLst>
                        <a:ext uri="{FF2B5EF4-FFF2-40B4-BE49-F238E27FC236}">
                          <a16:creationId xmlns:a16="http://schemas.microsoft.com/office/drawing/2014/main" id="{08D46CA7-F244-4C0A-A117-FE6131670D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2" name="直線コネクタ 116251">
                      <a:extLst>
                        <a:ext uri="{FF2B5EF4-FFF2-40B4-BE49-F238E27FC236}">
                          <a16:creationId xmlns:a16="http://schemas.microsoft.com/office/drawing/2014/main" id="{C0EAF380-00FB-4400-B1F1-6252DE87F0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3" name="直線コネクタ 116252">
                      <a:extLst>
                        <a:ext uri="{FF2B5EF4-FFF2-40B4-BE49-F238E27FC236}">
                          <a16:creationId xmlns:a16="http://schemas.microsoft.com/office/drawing/2014/main" id="{7260979A-75E7-41EA-AD58-80BAFC256D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4" name="直線コネクタ 116253">
                      <a:extLst>
                        <a:ext uri="{FF2B5EF4-FFF2-40B4-BE49-F238E27FC236}">
                          <a16:creationId xmlns:a16="http://schemas.microsoft.com/office/drawing/2014/main" id="{AD194BFC-9F65-465C-9901-BB57F26E70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5" name="直線コネクタ 116254">
                      <a:extLst>
                        <a:ext uri="{FF2B5EF4-FFF2-40B4-BE49-F238E27FC236}">
                          <a16:creationId xmlns:a16="http://schemas.microsoft.com/office/drawing/2014/main" id="{2AF2E77C-FA7A-44E7-92F9-5012864AB7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6" name="直線コネクタ 116255">
                      <a:extLst>
                        <a:ext uri="{FF2B5EF4-FFF2-40B4-BE49-F238E27FC236}">
                          <a16:creationId xmlns:a16="http://schemas.microsoft.com/office/drawing/2014/main" id="{15E5EDA6-6974-4221-9A96-203BEED399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7" name="直線コネクタ 116256">
                      <a:extLst>
                        <a:ext uri="{FF2B5EF4-FFF2-40B4-BE49-F238E27FC236}">
                          <a16:creationId xmlns:a16="http://schemas.microsoft.com/office/drawing/2014/main" id="{4C0AE82D-2F24-41D8-8A10-5E35A75D7F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8" name="直線コネクタ 116257">
                      <a:extLst>
                        <a:ext uri="{FF2B5EF4-FFF2-40B4-BE49-F238E27FC236}">
                          <a16:creationId xmlns:a16="http://schemas.microsoft.com/office/drawing/2014/main" id="{E498EE88-D2B6-43CE-A27D-0753198428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59" name="直線コネクタ 116258">
                      <a:extLst>
                        <a:ext uri="{FF2B5EF4-FFF2-40B4-BE49-F238E27FC236}">
                          <a16:creationId xmlns:a16="http://schemas.microsoft.com/office/drawing/2014/main" id="{2C106E64-C5D5-4B42-BE9D-34E97F30E6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0" name="直線コネクタ 116259">
                      <a:extLst>
                        <a:ext uri="{FF2B5EF4-FFF2-40B4-BE49-F238E27FC236}">
                          <a16:creationId xmlns:a16="http://schemas.microsoft.com/office/drawing/2014/main" id="{259C1B7E-5E79-4A9A-ABFA-9020542D38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1" name="直線コネクタ 116260">
                      <a:extLst>
                        <a:ext uri="{FF2B5EF4-FFF2-40B4-BE49-F238E27FC236}">
                          <a16:creationId xmlns:a16="http://schemas.microsoft.com/office/drawing/2014/main" id="{528BE6FE-63AD-433E-B0F6-2DF44FCF5A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2" name="直線コネクタ 116261">
                      <a:extLst>
                        <a:ext uri="{FF2B5EF4-FFF2-40B4-BE49-F238E27FC236}">
                          <a16:creationId xmlns:a16="http://schemas.microsoft.com/office/drawing/2014/main" id="{58F797E8-0598-40C8-9A4C-4F30FA2B00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3" name="直線コネクタ 116262">
                      <a:extLst>
                        <a:ext uri="{FF2B5EF4-FFF2-40B4-BE49-F238E27FC236}">
                          <a16:creationId xmlns:a16="http://schemas.microsoft.com/office/drawing/2014/main" id="{B3155183-F044-4A2A-B784-F6C91E8617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4" name="直線コネクタ 116263">
                      <a:extLst>
                        <a:ext uri="{FF2B5EF4-FFF2-40B4-BE49-F238E27FC236}">
                          <a16:creationId xmlns:a16="http://schemas.microsoft.com/office/drawing/2014/main" id="{E110C945-67A1-436D-9FE5-80F0AF84D8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5" name="直線コネクタ 116264">
                      <a:extLst>
                        <a:ext uri="{FF2B5EF4-FFF2-40B4-BE49-F238E27FC236}">
                          <a16:creationId xmlns:a16="http://schemas.microsoft.com/office/drawing/2014/main" id="{51718E95-706B-4B0A-BC3A-1FF7A4E4D1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6" name="直線コネクタ 116265">
                      <a:extLst>
                        <a:ext uri="{FF2B5EF4-FFF2-40B4-BE49-F238E27FC236}">
                          <a16:creationId xmlns:a16="http://schemas.microsoft.com/office/drawing/2014/main" id="{D8F7B0B5-C253-4B5C-8720-681E7D82C3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7" name="直線コネクタ 116266">
                      <a:extLst>
                        <a:ext uri="{FF2B5EF4-FFF2-40B4-BE49-F238E27FC236}">
                          <a16:creationId xmlns:a16="http://schemas.microsoft.com/office/drawing/2014/main" id="{9B466DA8-77DA-465E-9980-73ED7E2D787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8" name="直線コネクタ 116267">
                      <a:extLst>
                        <a:ext uri="{FF2B5EF4-FFF2-40B4-BE49-F238E27FC236}">
                          <a16:creationId xmlns:a16="http://schemas.microsoft.com/office/drawing/2014/main" id="{8BA2FBC2-0B8A-42C5-B82B-042204D575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69" name="直線コネクタ 116268">
                      <a:extLst>
                        <a:ext uri="{FF2B5EF4-FFF2-40B4-BE49-F238E27FC236}">
                          <a16:creationId xmlns:a16="http://schemas.microsoft.com/office/drawing/2014/main" id="{B2AA4C77-3251-46CA-B82C-B4DB63F50F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0" name="直線コネクタ 116269">
                      <a:extLst>
                        <a:ext uri="{FF2B5EF4-FFF2-40B4-BE49-F238E27FC236}">
                          <a16:creationId xmlns:a16="http://schemas.microsoft.com/office/drawing/2014/main" id="{79B92503-A2A4-46AB-B5B9-984C7BC755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1" name="直線コネクタ 116270">
                      <a:extLst>
                        <a:ext uri="{FF2B5EF4-FFF2-40B4-BE49-F238E27FC236}">
                          <a16:creationId xmlns:a16="http://schemas.microsoft.com/office/drawing/2014/main" id="{8AEAC1B1-2EA0-4F2F-AA88-6084D2D5EC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2" name="直線コネクタ 116271">
                      <a:extLst>
                        <a:ext uri="{FF2B5EF4-FFF2-40B4-BE49-F238E27FC236}">
                          <a16:creationId xmlns:a16="http://schemas.microsoft.com/office/drawing/2014/main" id="{B38B71E0-B2DF-4BF3-9AAD-EFFB249E43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73" name="直線コネクタ 116272">
                      <a:extLst>
                        <a:ext uri="{FF2B5EF4-FFF2-40B4-BE49-F238E27FC236}">
                          <a16:creationId xmlns:a16="http://schemas.microsoft.com/office/drawing/2014/main" id="{A2CB359C-471E-4EAE-BE7F-1151F343BA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128" name="グループ化 116127">
                    <a:extLst>
                      <a:ext uri="{FF2B5EF4-FFF2-40B4-BE49-F238E27FC236}">
                        <a16:creationId xmlns:a16="http://schemas.microsoft.com/office/drawing/2014/main" id="{D5B80484-5B03-4173-BAB3-60EBD47D4F8C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190" name="直線コネクタ 116189">
                      <a:extLst>
                        <a:ext uri="{FF2B5EF4-FFF2-40B4-BE49-F238E27FC236}">
                          <a16:creationId xmlns:a16="http://schemas.microsoft.com/office/drawing/2014/main" id="{71AC7A36-0CD8-4097-9C99-AA97F5275B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1" name="直線コネクタ 116190">
                      <a:extLst>
                        <a:ext uri="{FF2B5EF4-FFF2-40B4-BE49-F238E27FC236}">
                          <a16:creationId xmlns:a16="http://schemas.microsoft.com/office/drawing/2014/main" id="{841B3FC2-8298-449D-A8C6-633D62D061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2" name="直線コネクタ 116191">
                      <a:extLst>
                        <a:ext uri="{FF2B5EF4-FFF2-40B4-BE49-F238E27FC236}">
                          <a16:creationId xmlns:a16="http://schemas.microsoft.com/office/drawing/2014/main" id="{80F33F5B-A3A2-4374-8582-3D6CF53F0F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3" name="直線コネクタ 116192">
                      <a:extLst>
                        <a:ext uri="{FF2B5EF4-FFF2-40B4-BE49-F238E27FC236}">
                          <a16:creationId xmlns:a16="http://schemas.microsoft.com/office/drawing/2014/main" id="{73619619-747A-43FC-8AB6-4ACC76252A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4" name="直線コネクタ 116193">
                      <a:extLst>
                        <a:ext uri="{FF2B5EF4-FFF2-40B4-BE49-F238E27FC236}">
                          <a16:creationId xmlns:a16="http://schemas.microsoft.com/office/drawing/2014/main" id="{6176D842-74D8-4700-81D0-9574377696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5" name="直線コネクタ 116194">
                      <a:extLst>
                        <a:ext uri="{FF2B5EF4-FFF2-40B4-BE49-F238E27FC236}">
                          <a16:creationId xmlns:a16="http://schemas.microsoft.com/office/drawing/2014/main" id="{DEEF064A-9F8B-49E1-AC27-F12E5BA547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6" name="直線コネクタ 116195">
                      <a:extLst>
                        <a:ext uri="{FF2B5EF4-FFF2-40B4-BE49-F238E27FC236}">
                          <a16:creationId xmlns:a16="http://schemas.microsoft.com/office/drawing/2014/main" id="{ACFEEABF-2E09-4B66-B1C7-555DF3D072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7" name="直線コネクタ 116196">
                      <a:extLst>
                        <a:ext uri="{FF2B5EF4-FFF2-40B4-BE49-F238E27FC236}">
                          <a16:creationId xmlns:a16="http://schemas.microsoft.com/office/drawing/2014/main" id="{52F1D38C-40D3-481B-B3B6-529F88A0BD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8" name="直線コネクタ 116197">
                      <a:extLst>
                        <a:ext uri="{FF2B5EF4-FFF2-40B4-BE49-F238E27FC236}">
                          <a16:creationId xmlns:a16="http://schemas.microsoft.com/office/drawing/2014/main" id="{74AC7210-6D37-4740-9A4C-9A900B76E8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99" name="直線コネクタ 116198">
                      <a:extLst>
                        <a:ext uri="{FF2B5EF4-FFF2-40B4-BE49-F238E27FC236}">
                          <a16:creationId xmlns:a16="http://schemas.microsoft.com/office/drawing/2014/main" id="{7F9ED691-5774-4DAC-BF77-04D7C004F1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0" name="直線コネクタ 116199">
                      <a:extLst>
                        <a:ext uri="{FF2B5EF4-FFF2-40B4-BE49-F238E27FC236}">
                          <a16:creationId xmlns:a16="http://schemas.microsoft.com/office/drawing/2014/main" id="{77721EA8-6E49-496D-B9CD-748A6C1111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1" name="直線コネクタ 116200">
                      <a:extLst>
                        <a:ext uri="{FF2B5EF4-FFF2-40B4-BE49-F238E27FC236}">
                          <a16:creationId xmlns:a16="http://schemas.microsoft.com/office/drawing/2014/main" id="{A5770955-9A78-4304-AA57-E075A61E19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2" name="直線コネクタ 116201">
                      <a:extLst>
                        <a:ext uri="{FF2B5EF4-FFF2-40B4-BE49-F238E27FC236}">
                          <a16:creationId xmlns:a16="http://schemas.microsoft.com/office/drawing/2014/main" id="{F11AF966-C2F2-4136-B1FC-0FD257337B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3" name="直線コネクタ 116202">
                      <a:extLst>
                        <a:ext uri="{FF2B5EF4-FFF2-40B4-BE49-F238E27FC236}">
                          <a16:creationId xmlns:a16="http://schemas.microsoft.com/office/drawing/2014/main" id="{1C779DDC-654E-46E4-9A05-22CBCE6490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4" name="直線コネクタ 116203">
                      <a:extLst>
                        <a:ext uri="{FF2B5EF4-FFF2-40B4-BE49-F238E27FC236}">
                          <a16:creationId xmlns:a16="http://schemas.microsoft.com/office/drawing/2014/main" id="{2A004115-679D-4B7B-8867-44BDBCF5C9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5" name="直線コネクタ 116204">
                      <a:extLst>
                        <a:ext uri="{FF2B5EF4-FFF2-40B4-BE49-F238E27FC236}">
                          <a16:creationId xmlns:a16="http://schemas.microsoft.com/office/drawing/2014/main" id="{50D778AB-7C7B-4061-BA52-33A8436F06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6" name="直線コネクタ 116205">
                      <a:extLst>
                        <a:ext uri="{FF2B5EF4-FFF2-40B4-BE49-F238E27FC236}">
                          <a16:creationId xmlns:a16="http://schemas.microsoft.com/office/drawing/2014/main" id="{0AF3C881-852A-40C4-AFE1-AD1F8303FF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7" name="直線コネクタ 116206">
                      <a:extLst>
                        <a:ext uri="{FF2B5EF4-FFF2-40B4-BE49-F238E27FC236}">
                          <a16:creationId xmlns:a16="http://schemas.microsoft.com/office/drawing/2014/main" id="{D035951B-2F22-485A-8BBC-9FBBC1E8EA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8" name="直線コネクタ 116207">
                      <a:extLst>
                        <a:ext uri="{FF2B5EF4-FFF2-40B4-BE49-F238E27FC236}">
                          <a16:creationId xmlns:a16="http://schemas.microsoft.com/office/drawing/2014/main" id="{B93C3291-9210-47EB-9B43-D7F0A2F290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09" name="直線コネクタ 116208">
                      <a:extLst>
                        <a:ext uri="{FF2B5EF4-FFF2-40B4-BE49-F238E27FC236}">
                          <a16:creationId xmlns:a16="http://schemas.microsoft.com/office/drawing/2014/main" id="{F8A106BD-B439-4DB1-ABB8-365C4F57CF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0" name="直線コネクタ 116209">
                      <a:extLst>
                        <a:ext uri="{FF2B5EF4-FFF2-40B4-BE49-F238E27FC236}">
                          <a16:creationId xmlns:a16="http://schemas.microsoft.com/office/drawing/2014/main" id="{40BC9D11-68C3-4FB5-BAE4-060670026C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1" name="直線コネクタ 116210">
                      <a:extLst>
                        <a:ext uri="{FF2B5EF4-FFF2-40B4-BE49-F238E27FC236}">
                          <a16:creationId xmlns:a16="http://schemas.microsoft.com/office/drawing/2014/main" id="{CCDFEBE8-2B5A-4298-8F8C-FC390D7D6A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2" name="直線コネクタ 116211">
                      <a:extLst>
                        <a:ext uri="{FF2B5EF4-FFF2-40B4-BE49-F238E27FC236}">
                          <a16:creationId xmlns:a16="http://schemas.microsoft.com/office/drawing/2014/main" id="{BDC101FC-7555-4E09-B1AB-D14B4FB19E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3" name="直線コネクタ 116212">
                      <a:extLst>
                        <a:ext uri="{FF2B5EF4-FFF2-40B4-BE49-F238E27FC236}">
                          <a16:creationId xmlns:a16="http://schemas.microsoft.com/office/drawing/2014/main" id="{34EAEC11-372B-4969-AE3F-E5F22CB200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4" name="直線コネクタ 116213">
                      <a:extLst>
                        <a:ext uri="{FF2B5EF4-FFF2-40B4-BE49-F238E27FC236}">
                          <a16:creationId xmlns:a16="http://schemas.microsoft.com/office/drawing/2014/main" id="{7BC39903-7D11-428B-B52C-DB2236A368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5" name="直線コネクタ 116214">
                      <a:extLst>
                        <a:ext uri="{FF2B5EF4-FFF2-40B4-BE49-F238E27FC236}">
                          <a16:creationId xmlns:a16="http://schemas.microsoft.com/office/drawing/2014/main" id="{FC0E5CAB-24F4-48D3-BCA3-48B9900F09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6" name="直線コネクタ 116215">
                      <a:extLst>
                        <a:ext uri="{FF2B5EF4-FFF2-40B4-BE49-F238E27FC236}">
                          <a16:creationId xmlns:a16="http://schemas.microsoft.com/office/drawing/2014/main" id="{AFC4C2C9-75AE-4B30-8D29-CAF2C4329B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7" name="直線コネクタ 116216">
                      <a:extLst>
                        <a:ext uri="{FF2B5EF4-FFF2-40B4-BE49-F238E27FC236}">
                          <a16:creationId xmlns:a16="http://schemas.microsoft.com/office/drawing/2014/main" id="{1A6DE79B-BE66-4D31-BD00-59D8CE7910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8" name="直線コネクタ 116217">
                      <a:extLst>
                        <a:ext uri="{FF2B5EF4-FFF2-40B4-BE49-F238E27FC236}">
                          <a16:creationId xmlns:a16="http://schemas.microsoft.com/office/drawing/2014/main" id="{82590563-D9BA-45FF-BC28-088FCAA66E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19" name="直線コネクタ 116218">
                      <a:extLst>
                        <a:ext uri="{FF2B5EF4-FFF2-40B4-BE49-F238E27FC236}">
                          <a16:creationId xmlns:a16="http://schemas.microsoft.com/office/drawing/2014/main" id="{5A5BC363-5703-4B25-B967-A70568C150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0" name="直線コネクタ 116219">
                      <a:extLst>
                        <a:ext uri="{FF2B5EF4-FFF2-40B4-BE49-F238E27FC236}">
                          <a16:creationId xmlns:a16="http://schemas.microsoft.com/office/drawing/2014/main" id="{89F68B80-5E4A-43A4-B9BD-77BED9F89B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1" name="直線コネクタ 116220">
                      <a:extLst>
                        <a:ext uri="{FF2B5EF4-FFF2-40B4-BE49-F238E27FC236}">
                          <a16:creationId xmlns:a16="http://schemas.microsoft.com/office/drawing/2014/main" id="{8EC6F950-D48A-4ACB-96CB-29EF42D768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2" name="直線コネクタ 116221">
                      <a:extLst>
                        <a:ext uri="{FF2B5EF4-FFF2-40B4-BE49-F238E27FC236}">
                          <a16:creationId xmlns:a16="http://schemas.microsoft.com/office/drawing/2014/main" id="{B0C54056-1287-4366-B5AE-06E611A8C4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3" name="直線コネクタ 116222">
                      <a:extLst>
                        <a:ext uri="{FF2B5EF4-FFF2-40B4-BE49-F238E27FC236}">
                          <a16:creationId xmlns:a16="http://schemas.microsoft.com/office/drawing/2014/main" id="{6599693A-46D6-427A-A7BA-1511AEC828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4" name="直線コネクタ 116223">
                      <a:extLst>
                        <a:ext uri="{FF2B5EF4-FFF2-40B4-BE49-F238E27FC236}">
                          <a16:creationId xmlns:a16="http://schemas.microsoft.com/office/drawing/2014/main" id="{8640B7A2-4405-4E86-AF7D-757B84C6A3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5" name="直線コネクタ 116224">
                      <a:extLst>
                        <a:ext uri="{FF2B5EF4-FFF2-40B4-BE49-F238E27FC236}">
                          <a16:creationId xmlns:a16="http://schemas.microsoft.com/office/drawing/2014/main" id="{2F931EFA-125B-4F90-B29B-F5A4013F49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6" name="直線コネクタ 116225">
                      <a:extLst>
                        <a:ext uri="{FF2B5EF4-FFF2-40B4-BE49-F238E27FC236}">
                          <a16:creationId xmlns:a16="http://schemas.microsoft.com/office/drawing/2014/main" id="{D209C56D-D97E-425A-BA55-F880687680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7" name="直線コネクタ 116226">
                      <a:extLst>
                        <a:ext uri="{FF2B5EF4-FFF2-40B4-BE49-F238E27FC236}">
                          <a16:creationId xmlns:a16="http://schemas.microsoft.com/office/drawing/2014/main" id="{CE80A23E-6C0A-4101-8C56-31056E79F8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8" name="直線コネクタ 116227">
                      <a:extLst>
                        <a:ext uri="{FF2B5EF4-FFF2-40B4-BE49-F238E27FC236}">
                          <a16:creationId xmlns:a16="http://schemas.microsoft.com/office/drawing/2014/main" id="{DF4C7D7B-CA84-4F31-A7AA-B05AAE965A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29" name="直線コネクタ 116228">
                      <a:extLst>
                        <a:ext uri="{FF2B5EF4-FFF2-40B4-BE49-F238E27FC236}">
                          <a16:creationId xmlns:a16="http://schemas.microsoft.com/office/drawing/2014/main" id="{47453A2E-403E-4E92-A5C8-B318F043D7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0" name="直線コネクタ 116229">
                      <a:extLst>
                        <a:ext uri="{FF2B5EF4-FFF2-40B4-BE49-F238E27FC236}">
                          <a16:creationId xmlns:a16="http://schemas.microsoft.com/office/drawing/2014/main" id="{4C816E06-C0FF-4C82-A4D9-C64DD5891A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231" name="直線コネクタ 116230">
                      <a:extLst>
                        <a:ext uri="{FF2B5EF4-FFF2-40B4-BE49-F238E27FC236}">
                          <a16:creationId xmlns:a16="http://schemas.microsoft.com/office/drawing/2014/main" id="{45FC6FBA-7364-4CD3-8DB8-166CD7239B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129" name="グループ化 116128">
                    <a:extLst>
                      <a:ext uri="{FF2B5EF4-FFF2-40B4-BE49-F238E27FC236}">
                        <a16:creationId xmlns:a16="http://schemas.microsoft.com/office/drawing/2014/main" id="{05BDE5D2-7305-4AC1-AB72-5E372C2F0415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182" name="直線コネクタ 116181">
                      <a:extLst>
                        <a:ext uri="{FF2B5EF4-FFF2-40B4-BE49-F238E27FC236}">
                          <a16:creationId xmlns:a16="http://schemas.microsoft.com/office/drawing/2014/main" id="{2077F22B-F072-4779-A397-009C48ADDF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3" name="直線コネクタ 116182">
                      <a:extLst>
                        <a:ext uri="{FF2B5EF4-FFF2-40B4-BE49-F238E27FC236}">
                          <a16:creationId xmlns:a16="http://schemas.microsoft.com/office/drawing/2014/main" id="{56B608D9-A084-4469-854F-6028BB5135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4" name="直線コネクタ 116183">
                      <a:extLst>
                        <a:ext uri="{FF2B5EF4-FFF2-40B4-BE49-F238E27FC236}">
                          <a16:creationId xmlns:a16="http://schemas.microsoft.com/office/drawing/2014/main" id="{9D6A307C-39AB-4340-97DC-64C9BBA64F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5" name="直線コネクタ 116184">
                      <a:extLst>
                        <a:ext uri="{FF2B5EF4-FFF2-40B4-BE49-F238E27FC236}">
                          <a16:creationId xmlns:a16="http://schemas.microsoft.com/office/drawing/2014/main" id="{469CA463-3FCB-49AA-BB90-5C8A1EC6C6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6" name="直線コネクタ 116185">
                      <a:extLst>
                        <a:ext uri="{FF2B5EF4-FFF2-40B4-BE49-F238E27FC236}">
                          <a16:creationId xmlns:a16="http://schemas.microsoft.com/office/drawing/2014/main" id="{A225BEFB-E7ED-470A-B82A-83419F67D9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7" name="直線コネクタ 116186">
                      <a:extLst>
                        <a:ext uri="{FF2B5EF4-FFF2-40B4-BE49-F238E27FC236}">
                          <a16:creationId xmlns:a16="http://schemas.microsoft.com/office/drawing/2014/main" id="{28AA129F-8267-43D1-B389-91E6917B72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8" name="直線コネクタ 116187">
                      <a:extLst>
                        <a:ext uri="{FF2B5EF4-FFF2-40B4-BE49-F238E27FC236}">
                          <a16:creationId xmlns:a16="http://schemas.microsoft.com/office/drawing/2014/main" id="{D02889DC-FECB-4AE4-92AB-D372A4D605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9" name="直線コネクタ 116188">
                      <a:extLst>
                        <a:ext uri="{FF2B5EF4-FFF2-40B4-BE49-F238E27FC236}">
                          <a16:creationId xmlns:a16="http://schemas.microsoft.com/office/drawing/2014/main" id="{9BDB802E-1271-4ADF-B360-19F55541B6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130" name="グループ化 116129">
                    <a:extLst>
                      <a:ext uri="{FF2B5EF4-FFF2-40B4-BE49-F238E27FC236}">
                        <a16:creationId xmlns:a16="http://schemas.microsoft.com/office/drawing/2014/main" id="{595A5C0F-ADDD-4974-A05B-B551F0320A65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6174" name="直線コネクタ 116173">
                      <a:extLst>
                        <a:ext uri="{FF2B5EF4-FFF2-40B4-BE49-F238E27FC236}">
                          <a16:creationId xmlns:a16="http://schemas.microsoft.com/office/drawing/2014/main" id="{4ED0DD9A-5624-4CA4-8D2A-E711FFEDA8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5" name="直線コネクタ 116174">
                      <a:extLst>
                        <a:ext uri="{FF2B5EF4-FFF2-40B4-BE49-F238E27FC236}">
                          <a16:creationId xmlns:a16="http://schemas.microsoft.com/office/drawing/2014/main" id="{D2A96678-CCBF-49FA-AFF8-D361DA7173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6" name="直線コネクタ 116175">
                      <a:extLst>
                        <a:ext uri="{FF2B5EF4-FFF2-40B4-BE49-F238E27FC236}">
                          <a16:creationId xmlns:a16="http://schemas.microsoft.com/office/drawing/2014/main" id="{3FEB5822-64F3-4EF2-8E40-9336BF7A70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7" name="直線コネクタ 116176">
                      <a:extLst>
                        <a:ext uri="{FF2B5EF4-FFF2-40B4-BE49-F238E27FC236}">
                          <a16:creationId xmlns:a16="http://schemas.microsoft.com/office/drawing/2014/main" id="{EB2CC265-D7C5-4962-879E-9A3FBAAABD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8" name="直線コネクタ 116177">
                      <a:extLst>
                        <a:ext uri="{FF2B5EF4-FFF2-40B4-BE49-F238E27FC236}">
                          <a16:creationId xmlns:a16="http://schemas.microsoft.com/office/drawing/2014/main" id="{659D0DD5-B1AA-44FB-AD3D-73D5319F2C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9" name="直線コネクタ 116178">
                      <a:extLst>
                        <a:ext uri="{FF2B5EF4-FFF2-40B4-BE49-F238E27FC236}">
                          <a16:creationId xmlns:a16="http://schemas.microsoft.com/office/drawing/2014/main" id="{84F0EF4B-9E77-4F15-ABED-291ADA488D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0" name="直線コネクタ 116179">
                      <a:extLst>
                        <a:ext uri="{FF2B5EF4-FFF2-40B4-BE49-F238E27FC236}">
                          <a16:creationId xmlns:a16="http://schemas.microsoft.com/office/drawing/2014/main" id="{4C1BA1B8-C596-4FC1-96A1-879164EE60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81" name="直線コネクタ 116180">
                      <a:extLst>
                        <a:ext uri="{FF2B5EF4-FFF2-40B4-BE49-F238E27FC236}">
                          <a16:creationId xmlns:a16="http://schemas.microsoft.com/office/drawing/2014/main" id="{68261E05-D828-4E32-B063-3031857C79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6131" name="グループ化 116130">
                    <a:extLst>
                      <a:ext uri="{FF2B5EF4-FFF2-40B4-BE49-F238E27FC236}">
                        <a16:creationId xmlns:a16="http://schemas.microsoft.com/office/drawing/2014/main" id="{3B85B44A-AD31-4AF3-B073-7FE4E442D5D1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6132" name="直線コネクタ 116131">
                      <a:extLst>
                        <a:ext uri="{FF2B5EF4-FFF2-40B4-BE49-F238E27FC236}">
                          <a16:creationId xmlns:a16="http://schemas.microsoft.com/office/drawing/2014/main" id="{9301417C-F7BA-4329-99F1-782711BF85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33" name="直線コネクタ 116132">
                      <a:extLst>
                        <a:ext uri="{FF2B5EF4-FFF2-40B4-BE49-F238E27FC236}">
                          <a16:creationId xmlns:a16="http://schemas.microsoft.com/office/drawing/2014/main" id="{39B0AB5E-C75D-413D-B1B2-69BD5DAB3C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34" name="直線コネクタ 116133">
                      <a:extLst>
                        <a:ext uri="{FF2B5EF4-FFF2-40B4-BE49-F238E27FC236}">
                          <a16:creationId xmlns:a16="http://schemas.microsoft.com/office/drawing/2014/main" id="{8F22D6FB-157E-425C-83F7-BCA50C53FB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35" name="直線コネクタ 116134">
                      <a:extLst>
                        <a:ext uri="{FF2B5EF4-FFF2-40B4-BE49-F238E27FC236}">
                          <a16:creationId xmlns:a16="http://schemas.microsoft.com/office/drawing/2014/main" id="{EEACF328-E59C-412B-8745-DE452166C5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36" name="直線コネクタ 116135">
                      <a:extLst>
                        <a:ext uri="{FF2B5EF4-FFF2-40B4-BE49-F238E27FC236}">
                          <a16:creationId xmlns:a16="http://schemas.microsoft.com/office/drawing/2014/main" id="{6EFA02C3-63DE-487E-BD37-3C9CF1BBDA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37" name="直線コネクタ 116136">
                      <a:extLst>
                        <a:ext uri="{FF2B5EF4-FFF2-40B4-BE49-F238E27FC236}">
                          <a16:creationId xmlns:a16="http://schemas.microsoft.com/office/drawing/2014/main" id="{B143F340-F225-4E2D-91F6-FCE308EDAB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38" name="直線コネクタ 116137">
                      <a:extLst>
                        <a:ext uri="{FF2B5EF4-FFF2-40B4-BE49-F238E27FC236}">
                          <a16:creationId xmlns:a16="http://schemas.microsoft.com/office/drawing/2014/main" id="{79287AD7-AA5A-4607-A75B-5E687D7751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39" name="直線コネクタ 116138">
                      <a:extLst>
                        <a:ext uri="{FF2B5EF4-FFF2-40B4-BE49-F238E27FC236}">
                          <a16:creationId xmlns:a16="http://schemas.microsoft.com/office/drawing/2014/main" id="{476F2457-93D7-4FE5-BFF7-0B61CE7E4C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0" name="直線コネクタ 116139">
                      <a:extLst>
                        <a:ext uri="{FF2B5EF4-FFF2-40B4-BE49-F238E27FC236}">
                          <a16:creationId xmlns:a16="http://schemas.microsoft.com/office/drawing/2014/main" id="{951764FF-727F-4853-B376-AA8AA4F5BC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1" name="直線コネクタ 116140">
                      <a:extLst>
                        <a:ext uri="{FF2B5EF4-FFF2-40B4-BE49-F238E27FC236}">
                          <a16:creationId xmlns:a16="http://schemas.microsoft.com/office/drawing/2014/main" id="{97F8A2DE-14A2-472E-ADED-EE97DC657A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2" name="直線コネクタ 116141">
                      <a:extLst>
                        <a:ext uri="{FF2B5EF4-FFF2-40B4-BE49-F238E27FC236}">
                          <a16:creationId xmlns:a16="http://schemas.microsoft.com/office/drawing/2014/main" id="{BF8079EB-5CB0-4093-AF1E-6FF92D992E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3" name="直線コネクタ 116142">
                      <a:extLst>
                        <a:ext uri="{FF2B5EF4-FFF2-40B4-BE49-F238E27FC236}">
                          <a16:creationId xmlns:a16="http://schemas.microsoft.com/office/drawing/2014/main" id="{E75FD3C1-0961-4E48-AE8C-B5F0F88EF0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4" name="直線コネクタ 116143">
                      <a:extLst>
                        <a:ext uri="{FF2B5EF4-FFF2-40B4-BE49-F238E27FC236}">
                          <a16:creationId xmlns:a16="http://schemas.microsoft.com/office/drawing/2014/main" id="{2086A755-677D-4B0C-BED9-B1D7B682E4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5" name="直線コネクタ 116144">
                      <a:extLst>
                        <a:ext uri="{FF2B5EF4-FFF2-40B4-BE49-F238E27FC236}">
                          <a16:creationId xmlns:a16="http://schemas.microsoft.com/office/drawing/2014/main" id="{FA7C9B1E-C1C7-4B3D-85BC-9C0A203473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6" name="直線コネクタ 116145">
                      <a:extLst>
                        <a:ext uri="{FF2B5EF4-FFF2-40B4-BE49-F238E27FC236}">
                          <a16:creationId xmlns:a16="http://schemas.microsoft.com/office/drawing/2014/main" id="{4016D7D4-9FA7-4951-A635-15F0954A04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7" name="直線コネクタ 116146">
                      <a:extLst>
                        <a:ext uri="{FF2B5EF4-FFF2-40B4-BE49-F238E27FC236}">
                          <a16:creationId xmlns:a16="http://schemas.microsoft.com/office/drawing/2014/main" id="{72C2A7F6-B3A0-48B8-AE55-C69597E755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8" name="直線コネクタ 116147">
                      <a:extLst>
                        <a:ext uri="{FF2B5EF4-FFF2-40B4-BE49-F238E27FC236}">
                          <a16:creationId xmlns:a16="http://schemas.microsoft.com/office/drawing/2014/main" id="{D81C22EA-AF2D-45CB-9600-5272E0EF2E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49" name="直線コネクタ 116148">
                      <a:extLst>
                        <a:ext uri="{FF2B5EF4-FFF2-40B4-BE49-F238E27FC236}">
                          <a16:creationId xmlns:a16="http://schemas.microsoft.com/office/drawing/2014/main" id="{6B0ABE34-99A2-48E2-98DA-0E5839347F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0" name="直線コネクタ 116149">
                      <a:extLst>
                        <a:ext uri="{FF2B5EF4-FFF2-40B4-BE49-F238E27FC236}">
                          <a16:creationId xmlns:a16="http://schemas.microsoft.com/office/drawing/2014/main" id="{4DF7E3D7-FE71-4E56-B283-255DEB64AB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1" name="直線コネクタ 116150">
                      <a:extLst>
                        <a:ext uri="{FF2B5EF4-FFF2-40B4-BE49-F238E27FC236}">
                          <a16:creationId xmlns:a16="http://schemas.microsoft.com/office/drawing/2014/main" id="{2787EA62-D2E8-44E6-999F-60C546DF00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2" name="直線コネクタ 116151">
                      <a:extLst>
                        <a:ext uri="{FF2B5EF4-FFF2-40B4-BE49-F238E27FC236}">
                          <a16:creationId xmlns:a16="http://schemas.microsoft.com/office/drawing/2014/main" id="{3F2657F2-61A4-4BF1-9213-6B467A4CC1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3" name="直線コネクタ 116152">
                      <a:extLst>
                        <a:ext uri="{FF2B5EF4-FFF2-40B4-BE49-F238E27FC236}">
                          <a16:creationId xmlns:a16="http://schemas.microsoft.com/office/drawing/2014/main" id="{FAC0D945-DFE3-4A64-B3FE-55046424EB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4" name="直線コネクタ 116153">
                      <a:extLst>
                        <a:ext uri="{FF2B5EF4-FFF2-40B4-BE49-F238E27FC236}">
                          <a16:creationId xmlns:a16="http://schemas.microsoft.com/office/drawing/2014/main" id="{725C6F7C-6E6A-4703-8840-6F37841154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5" name="直線コネクタ 116154">
                      <a:extLst>
                        <a:ext uri="{FF2B5EF4-FFF2-40B4-BE49-F238E27FC236}">
                          <a16:creationId xmlns:a16="http://schemas.microsoft.com/office/drawing/2014/main" id="{DA69A247-2661-45FE-818D-9E8EF16049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6" name="直線コネクタ 116155">
                      <a:extLst>
                        <a:ext uri="{FF2B5EF4-FFF2-40B4-BE49-F238E27FC236}">
                          <a16:creationId xmlns:a16="http://schemas.microsoft.com/office/drawing/2014/main" id="{DCF6195C-1828-4A1C-849F-2FED6DD9FF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7" name="直線コネクタ 116156">
                      <a:extLst>
                        <a:ext uri="{FF2B5EF4-FFF2-40B4-BE49-F238E27FC236}">
                          <a16:creationId xmlns:a16="http://schemas.microsoft.com/office/drawing/2014/main" id="{4D1CF37C-DE25-4505-BE7B-DBF30E83CC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8" name="直線コネクタ 116157">
                      <a:extLst>
                        <a:ext uri="{FF2B5EF4-FFF2-40B4-BE49-F238E27FC236}">
                          <a16:creationId xmlns:a16="http://schemas.microsoft.com/office/drawing/2014/main" id="{94557E38-D723-459B-9E91-E122C769D8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59" name="直線コネクタ 116158">
                      <a:extLst>
                        <a:ext uri="{FF2B5EF4-FFF2-40B4-BE49-F238E27FC236}">
                          <a16:creationId xmlns:a16="http://schemas.microsoft.com/office/drawing/2014/main" id="{27D765BA-C241-46DA-9E65-41A16DB230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0" name="直線コネクタ 116159">
                      <a:extLst>
                        <a:ext uri="{FF2B5EF4-FFF2-40B4-BE49-F238E27FC236}">
                          <a16:creationId xmlns:a16="http://schemas.microsoft.com/office/drawing/2014/main" id="{B0E07F3C-D913-49CD-B27F-D5A3C1A52E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1" name="直線コネクタ 116160">
                      <a:extLst>
                        <a:ext uri="{FF2B5EF4-FFF2-40B4-BE49-F238E27FC236}">
                          <a16:creationId xmlns:a16="http://schemas.microsoft.com/office/drawing/2014/main" id="{326DE410-FB4B-4258-A3A4-68354E4EDD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2" name="直線コネクタ 116161">
                      <a:extLst>
                        <a:ext uri="{FF2B5EF4-FFF2-40B4-BE49-F238E27FC236}">
                          <a16:creationId xmlns:a16="http://schemas.microsoft.com/office/drawing/2014/main" id="{728D86FB-5B40-43D0-8275-989DF8A420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3" name="直線コネクタ 116162">
                      <a:extLst>
                        <a:ext uri="{FF2B5EF4-FFF2-40B4-BE49-F238E27FC236}">
                          <a16:creationId xmlns:a16="http://schemas.microsoft.com/office/drawing/2014/main" id="{B69CFD7E-43B6-4041-8394-3C1A527CC4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4" name="直線コネクタ 116163">
                      <a:extLst>
                        <a:ext uri="{FF2B5EF4-FFF2-40B4-BE49-F238E27FC236}">
                          <a16:creationId xmlns:a16="http://schemas.microsoft.com/office/drawing/2014/main" id="{15A4EE38-212E-4864-9781-2A30E37EBE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5" name="直線コネクタ 116164">
                      <a:extLst>
                        <a:ext uri="{FF2B5EF4-FFF2-40B4-BE49-F238E27FC236}">
                          <a16:creationId xmlns:a16="http://schemas.microsoft.com/office/drawing/2014/main" id="{A75B4FCF-783E-475E-B8BD-3BAD36EBA5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6" name="直線コネクタ 116165">
                      <a:extLst>
                        <a:ext uri="{FF2B5EF4-FFF2-40B4-BE49-F238E27FC236}">
                          <a16:creationId xmlns:a16="http://schemas.microsoft.com/office/drawing/2014/main" id="{7F1489C2-966E-41E6-A5B3-A91B88C9CE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7" name="直線コネクタ 116166">
                      <a:extLst>
                        <a:ext uri="{FF2B5EF4-FFF2-40B4-BE49-F238E27FC236}">
                          <a16:creationId xmlns:a16="http://schemas.microsoft.com/office/drawing/2014/main" id="{F7620AD2-8B74-4DC1-8ABD-8B9BC7DD2E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8" name="直線コネクタ 116167">
                      <a:extLst>
                        <a:ext uri="{FF2B5EF4-FFF2-40B4-BE49-F238E27FC236}">
                          <a16:creationId xmlns:a16="http://schemas.microsoft.com/office/drawing/2014/main" id="{EA352EFB-1498-4E4E-AA4A-C550AE5FA9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69" name="直線コネクタ 116168">
                      <a:extLst>
                        <a:ext uri="{FF2B5EF4-FFF2-40B4-BE49-F238E27FC236}">
                          <a16:creationId xmlns:a16="http://schemas.microsoft.com/office/drawing/2014/main" id="{3D7F2BC9-1CA9-456E-B909-D2692AB3F8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0" name="直線コネクタ 116169">
                      <a:extLst>
                        <a:ext uri="{FF2B5EF4-FFF2-40B4-BE49-F238E27FC236}">
                          <a16:creationId xmlns:a16="http://schemas.microsoft.com/office/drawing/2014/main" id="{72A5E046-4C65-437C-8DD0-663399F513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1" name="直線コネクタ 116170">
                      <a:extLst>
                        <a:ext uri="{FF2B5EF4-FFF2-40B4-BE49-F238E27FC236}">
                          <a16:creationId xmlns:a16="http://schemas.microsoft.com/office/drawing/2014/main" id="{3FAD9274-C558-47A5-8625-7FA6CCA9B4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2" name="直線コネクタ 116171">
                      <a:extLst>
                        <a:ext uri="{FF2B5EF4-FFF2-40B4-BE49-F238E27FC236}">
                          <a16:creationId xmlns:a16="http://schemas.microsoft.com/office/drawing/2014/main" id="{E7898C0E-5156-4836-B3F9-83CFEA95B6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6173" name="直線コネクタ 116172">
                      <a:extLst>
                        <a:ext uri="{FF2B5EF4-FFF2-40B4-BE49-F238E27FC236}">
                          <a16:creationId xmlns:a16="http://schemas.microsoft.com/office/drawing/2014/main" id="{32A3AE68-4520-47C4-8F93-2922F85E44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47" name="グループ化 113646">
                  <a:extLst>
                    <a:ext uri="{FF2B5EF4-FFF2-40B4-BE49-F238E27FC236}">
                      <a16:creationId xmlns:a16="http://schemas.microsoft.com/office/drawing/2014/main" id="{96736E92-CC49-4CDC-9C59-EB494F0BC43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36917" y="5336881"/>
                  <a:ext cx="125929" cy="126000"/>
                  <a:chOff x="4287481" y="4286224"/>
                  <a:chExt cx="2227978" cy="2229219"/>
                </a:xfrm>
              </p:grpSpPr>
              <p:cxnSp>
                <p:nvCxnSpPr>
                  <p:cNvPr id="115573" name="直線コネクタ 115572">
                    <a:extLst>
                      <a:ext uri="{FF2B5EF4-FFF2-40B4-BE49-F238E27FC236}">
                        <a16:creationId xmlns:a16="http://schemas.microsoft.com/office/drawing/2014/main" id="{3839BA25-1F77-4C56-86BF-855EE87402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74" name="直線コネクタ 115573">
                    <a:extLst>
                      <a:ext uri="{FF2B5EF4-FFF2-40B4-BE49-F238E27FC236}">
                        <a16:creationId xmlns:a16="http://schemas.microsoft.com/office/drawing/2014/main" id="{E43D5ECA-6368-4958-B6DE-10AA780F79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75" name="直線コネクタ 115574">
                    <a:extLst>
                      <a:ext uri="{FF2B5EF4-FFF2-40B4-BE49-F238E27FC236}">
                        <a16:creationId xmlns:a16="http://schemas.microsoft.com/office/drawing/2014/main" id="{5B35E29C-B9E8-4894-812A-E552C03159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76" name="直線コネクタ 115575">
                    <a:extLst>
                      <a:ext uri="{FF2B5EF4-FFF2-40B4-BE49-F238E27FC236}">
                        <a16:creationId xmlns:a16="http://schemas.microsoft.com/office/drawing/2014/main" id="{70C77B4B-51E6-449D-9502-1B502AA461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77" name="直線コネクタ 115576">
                    <a:extLst>
                      <a:ext uri="{FF2B5EF4-FFF2-40B4-BE49-F238E27FC236}">
                        <a16:creationId xmlns:a16="http://schemas.microsoft.com/office/drawing/2014/main" id="{FCD85B3E-014E-4FA1-8EEF-A28B4941BC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78" name="直線コネクタ 115577">
                    <a:extLst>
                      <a:ext uri="{FF2B5EF4-FFF2-40B4-BE49-F238E27FC236}">
                        <a16:creationId xmlns:a16="http://schemas.microsoft.com/office/drawing/2014/main" id="{380A4AD1-39EB-4B1B-B6C9-75200AB492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79" name="直線コネクタ 115578">
                    <a:extLst>
                      <a:ext uri="{FF2B5EF4-FFF2-40B4-BE49-F238E27FC236}">
                        <a16:creationId xmlns:a16="http://schemas.microsoft.com/office/drawing/2014/main" id="{BB78F57A-1949-4C49-84CF-1D1750EE98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0" name="直線コネクタ 115579">
                    <a:extLst>
                      <a:ext uri="{FF2B5EF4-FFF2-40B4-BE49-F238E27FC236}">
                        <a16:creationId xmlns:a16="http://schemas.microsoft.com/office/drawing/2014/main" id="{5BCB140F-EB2C-40F7-AEE8-B966781835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1" name="直線コネクタ 115580">
                    <a:extLst>
                      <a:ext uri="{FF2B5EF4-FFF2-40B4-BE49-F238E27FC236}">
                        <a16:creationId xmlns:a16="http://schemas.microsoft.com/office/drawing/2014/main" id="{3EF52EE0-2249-4F1E-85F1-FFF4812B22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2" name="直線コネクタ 115581">
                    <a:extLst>
                      <a:ext uri="{FF2B5EF4-FFF2-40B4-BE49-F238E27FC236}">
                        <a16:creationId xmlns:a16="http://schemas.microsoft.com/office/drawing/2014/main" id="{81D14A39-CD02-46A8-9A9E-2492126EBEF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3" name="直線コネクタ 115582">
                    <a:extLst>
                      <a:ext uri="{FF2B5EF4-FFF2-40B4-BE49-F238E27FC236}">
                        <a16:creationId xmlns:a16="http://schemas.microsoft.com/office/drawing/2014/main" id="{AFF39766-6E89-4B36-8A37-F32F753DEF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4" name="直線コネクタ 115583">
                    <a:extLst>
                      <a:ext uri="{FF2B5EF4-FFF2-40B4-BE49-F238E27FC236}">
                        <a16:creationId xmlns:a16="http://schemas.microsoft.com/office/drawing/2014/main" id="{3C59CCB1-8351-49AD-8666-F62D648812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5" name="直線コネクタ 115584">
                    <a:extLst>
                      <a:ext uri="{FF2B5EF4-FFF2-40B4-BE49-F238E27FC236}">
                        <a16:creationId xmlns:a16="http://schemas.microsoft.com/office/drawing/2014/main" id="{495C631E-D264-4133-85D9-DDEF2B25C7C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6" name="直線コネクタ 115585">
                    <a:extLst>
                      <a:ext uri="{FF2B5EF4-FFF2-40B4-BE49-F238E27FC236}">
                        <a16:creationId xmlns:a16="http://schemas.microsoft.com/office/drawing/2014/main" id="{D801EC0E-5D3D-477C-B481-C70EE54583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7" name="直線コネクタ 115586">
                    <a:extLst>
                      <a:ext uri="{FF2B5EF4-FFF2-40B4-BE49-F238E27FC236}">
                        <a16:creationId xmlns:a16="http://schemas.microsoft.com/office/drawing/2014/main" id="{087A4EFA-AF6F-485D-ADCB-E54E04CF82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8" name="直線コネクタ 115587">
                    <a:extLst>
                      <a:ext uri="{FF2B5EF4-FFF2-40B4-BE49-F238E27FC236}">
                        <a16:creationId xmlns:a16="http://schemas.microsoft.com/office/drawing/2014/main" id="{F33AB724-EA45-4B79-9C62-8FF82976AA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89" name="直線コネクタ 115588">
                    <a:extLst>
                      <a:ext uri="{FF2B5EF4-FFF2-40B4-BE49-F238E27FC236}">
                        <a16:creationId xmlns:a16="http://schemas.microsoft.com/office/drawing/2014/main" id="{F672733C-41F6-4D61-AA58-7F2967ED15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0" name="直線コネクタ 115589">
                    <a:extLst>
                      <a:ext uri="{FF2B5EF4-FFF2-40B4-BE49-F238E27FC236}">
                        <a16:creationId xmlns:a16="http://schemas.microsoft.com/office/drawing/2014/main" id="{B0DCD8E4-9257-47E9-9CCD-A9FE7F4FE3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1" name="直線コネクタ 115590">
                    <a:extLst>
                      <a:ext uri="{FF2B5EF4-FFF2-40B4-BE49-F238E27FC236}">
                        <a16:creationId xmlns:a16="http://schemas.microsoft.com/office/drawing/2014/main" id="{CBF53B6B-12F6-4AA7-9B1A-3260ACB76B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2" name="直線コネクタ 115591">
                    <a:extLst>
                      <a:ext uri="{FF2B5EF4-FFF2-40B4-BE49-F238E27FC236}">
                        <a16:creationId xmlns:a16="http://schemas.microsoft.com/office/drawing/2014/main" id="{22384191-B5C9-445C-9AC9-6E76BD364E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3" name="直線コネクタ 115592">
                    <a:extLst>
                      <a:ext uri="{FF2B5EF4-FFF2-40B4-BE49-F238E27FC236}">
                        <a16:creationId xmlns:a16="http://schemas.microsoft.com/office/drawing/2014/main" id="{0B67DF55-6E48-4E2C-AE8F-2151B9C3FD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4" name="直線コネクタ 115593">
                    <a:extLst>
                      <a:ext uri="{FF2B5EF4-FFF2-40B4-BE49-F238E27FC236}">
                        <a16:creationId xmlns:a16="http://schemas.microsoft.com/office/drawing/2014/main" id="{921A54E8-33B5-48BB-A992-DFF618CF74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5" name="直線コネクタ 115594">
                    <a:extLst>
                      <a:ext uri="{FF2B5EF4-FFF2-40B4-BE49-F238E27FC236}">
                        <a16:creationId xmlns:a16="http://schemas.microsoft.com/office/drawing/2014/main" id="{470E2BF2-683E-44EB-86B3-BEC393622E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6" name="直線コネクタ 115595">
                    <a:extLst>
                      <a:ext uri="{FF2B5EF4-FFF2-40B4-BE49-F238E27FC236}">
                        <a16:creationId xmlns:a16="http://schemas.microsoft.com/office/drawing/2014/main" id="{D0275573-625F-4B60-AF50-20E6C15AD2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7" name="直線コネクタ 115596">
                    <a:extLst>
                      <a:ext uri="{FF2B5EF4-FFF2-40B4-BE49-F238E27FC236}">
                        <a16:creationId xmlns:a16="http://schemas.microsoft.com/office/drawing/2014/main" id="{1E7F45F9-6820-4D18-8F3E-BE7C2034B0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8" name="直線コネクタ 115597">
                    <a:extLst>
                      <a:ext uri="{FF2B5EF4-FFF2-40B4-BE49-F238E27FC236}">
                        <a16:creationId xmlns:a16="http://schemas.microsoft.com/office/drawing/2014/main" id="{5B196DE4-F200-42AA-9135-5D054636F0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599" name="直線コネクタ 115598">
                    <a:extLst>
                      <a:ext uri="{FF2B5EF4-FFF2-40B4-BE49-F238E27FC236}">
                        <a16:creationId xmlns:a16="http://schemas.microsoft.com/office/drawing/2014/main" id="{0C56970E-A7C6-40F9-AED5-D82C459793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0" name="直線コネクタ 115599">
                    <a:extLst>
                      <a:ext uri="{FF2B5EF4-FFF2-40B4-BE49-F238E27FC236}">
                        <a16:creationId xmlns:a16="http://schemas.microsoft.com/office/drawing/2014/main" id="{5C4D1A5F-D9E1-445E-9965-D55FFB6734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1" name="直線コネクタ 115600">
                    <a:extLst>
                      <a:ext uri="{FF2B5EF4-FFF2-40B4-BE49-F238E27FC236}">
                        <a16:creationId xmlns:a16="http://schemas.microsoft.com/office/drawing/2014/main" id="{A2BAF8CA-C85D-4B39-89DD-81EA832B44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2" name="直線コネクタ 115601">
                    <a:extLst>
                      <a:ext uri="{FF2B5EF4-FFF2-40B4-BE49-F238E27FC236}">
                        <a16:creationId xmlns:a16="http://schemas.microsoft.com/office/drawing/2014/main" id="{2FE0BC52-9AA3-4385-A529-451B3576CB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3" name="直線コネクタ 115602">
                    <a:extLst>
                      <a:ext uri="{FF2B5EF4-FFF2-40B4-BE49-F238E27FC236}">
                        <a16:creationId xmlns:a16="http://schemas.microsoft.com/office/drawing/2014/main" id="{1693EA2A-9542-4455-BC41-E5C179C5C3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4" name="直線コネクタ 115603">
                    <a:extLst>
                      <a:ext uri="{FF2B5EF4-FFF2-40B4-BE49-F238E27FC236}">
                        <a16:creationId xmlns:a16="http://schemas.microsoft.com/office/drawing/2014/main" id="{830257FF-E09F-4934-8A5A-AA0CAFC958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5" name="直線コネクタ 115604">
                    <a:extLst>
                      <a:ext uri="{FF2B5EF4-FFF2-40B4-BE49-F238E27FC236}">
                        <a16:creationId xmlns:a16="http://schemas.microsoft.com/office/drawing/2014/main" id="{553F6D23-DB07-4DC8-A88D-684888531C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6" name="直線コネクタ 115605">
                    <a:extLst>
                      <a:ext uri="{FF2B5EF4-FFF2-40B4-BE49-F238E27FC236}">
                        <a16:creationId xmlns:a16="http://schemas.microsoft.com/office/drawing/2014/main" id="{482CC20C-79C2-4867-A301-4555ED937B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7" name="直線コネクタ 115606">
                    <a:extLst>
                      <a:ext uri="{FF2B5EF4-FFF2-40B4-BE49-F238E27FC236}">
                        <a16:creationId xmlns:a16="http://schemas.microsoft.com/office/drawing/2014/main" id="{30EEE92F-BE29-45A9-80CA-C0AC22F6B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8" name="直線コネクタ 115607">
                    <a:extLst>
                      <a:ext uri="{FF2B5EF4-FFF2-40B4-BE49-F238E27FC236}">
                        <a16:creationId xmlns:a16="http://schemas.microsoft.com/office/drawing/2014/main" id="{42A8DBD1-2294-4C70-858A-259615CE8F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09" name="直線コネクタ 115608">
                    <a:extLst>
                      <a:ext uri="{FF2B5EF4-FFF2-40B4-BE49-F238E27FC236}">
                        <a16:creationId xmlns:a16="http://schemas.microsoft.com/office/drawing/2014/main" id="{959F339D-09CA-48A0-86C6-5DD1D4403C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0" name="直線コネクタ 115609">
                    <a:extLst>
                      <a:ext uri="{FF2B5EF4-FFF2-40B4-BE49-F238E27FC236}">
                        <a16:creationId xmlns:a16="http://schemas.microsoft.com/office/drawing/2014/main" id="{D6D1791C-83AA-41C4-9369-BC0CB01773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1" name="直線コネクタ 115610">
                    <a:extLst>
                      <a:ext uri="{FF2B5EF4-FFF2-40B4-BE49-F238E27FC236}">
                        <a16:creationId xmlns:a16="http://schemas.microsoft.com/office/drawing/2014/main" id="{B665B24E-0FCD-4690-B495-35C8069BCE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2" name="直線コネクタ 115611">
                    <a:extLst>
                      <a:ext uri="{FF2B5EF4-FFF2-40B4-BE49-F238E27FC236}">
                        <a16:creationId xmlns:a16="http://schemas.microsoft.com/office/drawing/2014/main" id="{C8B2C22B-68C0-4740-AD40-9308B1F802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3" name="直線コネクタ 115612">
                    <a:extLst>
                      <a:ext uri="{FF2B5EF4-FFF2-40B4-BE49-F238E27FC236}">
                        <a16:creationId xmlns:a16="http://schemas.microsoft.com/office/drawing/2014/main" id="{6CA540D3-F093-4BA7-AB2C-DB5348B28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4" name="直線コネクタ 115613">
                    <a:extLst>
                      <a:ext uri="{FF2B5EF4-FFF2-40B4-BE49-F238E27FC236}">
                        <a16:creationId xmlns:a16="http://schemas.microsoft.com/office/drawing/2014/main" id="{F2473E9B-9554-422F-9A75-C39F5E3BE2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5" name="直線コネクタ 115614">
                    <a:extLst>
                      <a:ext uri="{FF2B5EF4-FFF2-40B4-BE49-F238E27FC236}">
                        <a16:creationId xmlns:a16="http://schemas.microsoft.com/office/drawing/2014/main" id="{F5459EC4-8450-4BBE-AB6D-F9DDD720E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6" name="直線コネクタ 115615">
                    <a:extLst>
                      <a:ext uri="{FF2B5EF4-FFF2-40B4-BE49-F238E27FC236}">
                        <a16:creationId xmlns:a16="http://schemas.microsoft.com/office/drawing/2014/main" id="{D798E27E-FF67-4A52-99AF-CB9C7D74D5C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7" name="直線コネクタ 115616">
                    <a:extLst>
                      <a:ext uri="{FF2B5EF4-FFF2-40B4-BE49-F238E27FC236}">
                        <a16:creationId xmlns:a16="http://schemas.microsoft.com/office/drawing/2014/main" id="{969A3F3A-40EC-4519-AD6A-D26B5684495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8" name="直線コネクタ 115617">
                    <a:extLst>
                      <a:ext uri="{FF2B5EF4-FFF2-40B4-BE49-F238E27FC236}">
                        <a16:creationId xmlns:a16="http://schemas.microsoft.com/office/drawing/2014/main" id="{653BCB88-764A-408A-AE4E-AE061D80CEB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19" name="直線コネクタ 115618">
                    <a:extLst>
                      <a:ext uri="{FF2B5EF4-FFF2-40B4-BE49-F238E27FC236}">
                        <a16:creationId xmlns:a16="http://schemas.microsoft.com/office/drawing/2014/main" id="{6E902BE9-E4C6-4278-AA5E-3E64F01ABEF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0" name="直線コネクタ 115619">
                    <a:extLst>
                      <a:ext uri="{FF2B5EF4-FFF2-40B4-BE49-F238E27FC236}">
                        <a16:creationId xmlns:a16="http://schemas.microsoft.com/office/drawing/2014/main" id="{5E50A786-D720-41B6-AE3D-1D5DF4BE78B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1" name="直線コネクタ 115620">
                    <a:extLst>
                      <a:ext uri="{FF2B5EF4-FFF2-40B4-BE49-F238E27FC236}">
                        <a16:creationId xmlns:a16="http://schemas.microsoft.com/office/drawing/2014/main" id="{9B42872E-670E-4709-A0AD-F0DBE6162F1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2" name="直線コネクタ 115621">
                    <a:extLst>
                      <a:ext uri="{FF2B5EF4-FFF2-40B4-BE49-F238E27FC236}">
                        <a16:creationId xmlns:a16="http://schemas.microsoft.com/office/drawing/2014/main" id="{1E3D11B4-ABA5-4588-A3D0-9890D6EFF03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3" name="直線コネクタ 115622">
                    <a:extLst>
                      <a:ext uri="{FF2B5EF4-FFF2-40B4-BE49-F238E27FC236}">
                        <a16:creationId xmlns:a16="http://schemas.microsoft.com/office/drawing/2014/main" id="{F54D9760-A0FD-410B-849C-5BEC9BAF9DF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4" name="直線コネクタ 115623">
                    <a:extLst>
                      <a:ext uri="{FF2B5EF4-FFF2-40B4-BE49-F238E27FC236}">
                        <a16:creationId xmlns:a16="http://schemas.microsoft.com/office/drawing/2014/main" id="{0FC26361-A42C-409D-A5C5-CCD4C218BC1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5" name="直線コネクタ 115624">
                    <a:extLst>
                      <a:ext uri="{FF2B5EF4-FFF2-40B4-BE49-F238E27FC236}">
                        <a16:creationId xmlns:a16="http://schemas.microsoft.com/office/drawing/2014/main" id="{29A75522-FD94-43D0-8B64-CEB4A8C8FEA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6" name="直線コネクタ 115625">
                    <a:extLst>
                      <a:ext uri="{FF2B5EF4-FFF2-40B4-BE49-F238E27FC236}">
                        <a16:creationId xmlns:a16="http://schemas.microsoft.com/office/drawing/2014/main" id="{6102F313-8095-4A10-B50E-205ACD66DB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7" name="直線コネクタ 115626">
                    <a:extLst>
                      <a:ext uri="{FF2B5EF4-FFF2-40B4-BE49-F238E27FC236}">
                        <a16:creationId xmlns:a16="http://schemas.microsoft.com/office/drawing/2014/main" id="{595E9ADD-93A2-495F-954D-3968CABD4B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8" name="直線コネクタ 115627">
                    <a:extLst>
                      <a:ext uri="{FF2B5EF4-FFF2-40B4-BE49-F238E27FC236}">
                        <a16:creationId xmlns:a16="http://schemas.microsoft.com/office/drawing/2014/main" id="{AA3F1163-848F-4AF1-A6D2-BD37CD5AAC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29" name="直線コネクタ 115628">
                    <a:extLst>
                      <a:ext uri="{FF2B5EF4-FFF2-40B4-BE49-F238E27FC236}">
                        <a16:creationId xmlns:a16="http://schemas.microsoft.com/office/drawing/2014/main" id="{4E49739B-0005-4ADE-BB24-9B1AE0C250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0" name="直線コネクタ 115629">
                    <a:extLst>
                      <a:ext uri="{FF2B5EF4-FFF2-40B4-BE49-F238E27FC236}">
                        <a16:creationId xmlns:a16="http://schemas.microsoft.com/office/drawing/2014/main" id="{77420CCC-64F7-4ED5-9471-222A48F46D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1" name="直線コネクタ 115630">
                    <a:extLst>
                      <a:ext uri="{FF2B5EF4-FFF2-40B4-BE49-F238E27FC236}">
                        <a16:creationId xmlns:a16="http://schemas.microsoft.com/office/drawing/2014/main" id="{365E473E-EFF8-4821-87C2-F619BC7EEA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2" name="直線コネクタ 115631">
                    <a:extLst>
                      <a:ext uri="{FF2B5EF4-FFF2-40B4-BE49-F238E27FC236}">
                        <a16:creationId xmlns:a16="http://schemas.microsoft.com/office/drawing/2014/main" id="{2E8B722B-598C-4FE1-A7B6-1D289B282B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3" name="直線コネクタ 115632">
                    <a:extLst>
                      <a:ext uri="{FF2B5EF4-FFF2-40B4-BE49-F238E27FC236}">
                        <a16:creationId xmlns:a16="http://schemas.microsoft.com/office/drawing/2014/main" id="{56BE53F2-22D7-4980-BDF3-1A233F0EBC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4" name="直線コネクタ 115633">
                    <a:extLst>
                      <a:ext uri="{FF2B5EF4-FFF2-40B4-BE49-F238E27FC236}">
                        <a16:creationId xmlns:a16="http://schemas.microsoft.com/office/drawing/2014/main" id="{C36F75BE-766E-4EBC-AFF6-E853FD4164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5" name="直線コネクタ 115634">
                    <a:extLst>
                      <a:ext uri="{FF2B5EF4-FFF2-40B4-BE49-F238E27FC236}">
                        <a16:creationId xmlns:a16="http://schemas.microsoft.com/office/drawing/2014/main" id="{87ECED11-0730-4F1D-93AB-D07D62F1F5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6" name="直線コネクタ 115635">
                    <a:extLst>
                      <a:ext uri="{FF2B5EF4-FFF2-40B4-BE49-F238E27FC236}">
                        <a16:creationId xmlns:a16="http://schemas.microsoft.com/office/drawing/2014/main" id="{9EBDE441-00F6-49D8-A3D4-C09ABEAE64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7" name="直線コネクタ 115636">
                    <a:extLst>
                      <a:ext uri="{FF2B5EF4-FFF2-40B4-BE49-F238E27FC236}">
                        <a16:creationId xmlns:a16="http://schemas.microsoft.com/office/drawing/2014/main" id="{3CD939C4-15F6-4CD3-A0EC-0A60F7834B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8" name="直線コネクタ 115637">
                    <a:extLst>
                      <a:ext uri="{FF2B5EF4-FFF2-40B4-BE49-F238E27FC236}">
                        <a16:creationId xmlns:a16="http://schemas.microsoft.com/office/drawing/2014/main" id="{BC30482B-73C7-46AD-8562-061E026098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39" name="直線コネクタ 115638">
                    <a:extLst>
                      <a:ext uri="{FF2B5EF4-FFF2-40B4-BE49-F238E27FC236}">
                        <a16:creationId xmlns:a16="http://schemas.microsoft.com/office/drawing/2014/main" id="{2C93E2A9-5248-4745-8CD5-FE4AB89AEC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0" name="直線コネクタ 115639">
                    <a:extLst>
                      <a:ext uri="{FF2B5EF4-FFF2-40B4-BE49-F238E27FC236}">
                        <a16:creationId xmlns:a16="http://schemas.microsoft.com/office/drawing/2014/main" id="{94AB798B-61D4-4E06-9E05-A523D5900C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1" name="直線コネクタ 115640">
                    <a:extLst>
                      <a:ext uri="{FF2B5EF4-FFF2-40B4-BE49-F238E27FC236}">
                        <a16:creationId xmlns:a16="http://schemas.microsoft.com/office/drawing/2014/main" id="{93C535FB-8334-4F5D-8263-2F2280CC90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2" name="直線コネクタ 115641">
                    <a:extLst>
                      <a:ext uri="{FF2B5EF4-FFF2-40B4-BE49-F238E27FC236}">
                        <a16:creationId xmlns:a16="http://schemas.microsoft.com/office/drawing/2014/main" id="{C84D731F-6249-4B63-A35C-66090F0FF6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3" name="直線コネクタ 115642">
                    <a:extLst>
                      <a:ext uri="{FF2B5EF4-FFF2-40B4-BE49-F238E27FC236}">
                        <a16:creationId xmlns:a16="http://schemas.microsoft.com/office/drawing/2014/main" id="{C88D0EA7-C48A-4A17-9AB8-AFADE275A3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4" name="直線コネクタ 115643">
                    <a:extLst>
                      <a:ext uri="{FF2B5EF4-FFF2-40B4-BE49-F238E27FC236}">
                        <a16:creationId xmlns:a16="http://schemas.microsoft.com/office/drawing/2014/main" id="{40ED0E42-4C28-4C4C-8ED8-805D93E03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5" name="直線コネクタ 115644">
                    <a:extLst>
                      <a:ext uri="{FF2B5EF4-FFF2-40B4-BE49-F238E27FC236}">
                        <a16:creationId xmlns:a16="http://schemas.microsoft.com/office/drawing/2014/main" id="{3F45BE3C-93C1-487A-80B0-57D5BC6ADB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6" name="直線コネクタ 115645">
                    <a:extLst>
                      <a:ext uri="{FF2B5EF4-FFF2-40B4-BE49-F238E27FC236}">
                        <a16:creationId xmlns:a16="http://schemas.microsoft.com/office/drawing/2014/main" id="{16FB3A3C-A9EB-44A2-BBF9-5EF00620FA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7" name="直線コネクタ 115646">
                    <a:extLst>
                      <a:ext uri="{FF2B5EF4-FFF2-40B4-BE49-F238E27FC236}">
                        <a16:creationId xmlns:a16="http://schemas.microsoft.com/office/drawing/2014/main" id="{A59E8F4D-B9A1-42A6-A23A-D3C883F813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8" name="直線コネクタ 115647">
                    <a:extLst>
                      <a:ext uri="{FF2B5EF4-FFF2-40B4-BE49-F238E27FC236}">
                        <a16:creationId xmlns:a16="http://schemas.microsoft.com/office/drawing/2014/main" id="{3B447DA0-8FA5-4E9C-9521-2A0BF4D921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49" name="直線コネクタ 115648">
                    <a:extLst>
                      <a:ext uri="{FF2B5EF4-FFF2-40B4-BE49-F238E27FC236}">
                        <a16:creationId xmlns:a16="http://schemas.microsoft.com/office/drawing/2014/main" id="{365779E4-A3DF-49AA-B891-31D487F492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0" name="直線コネクタ 115649">
                    <a:extLst>
                      <a:ext uri="{FF2B5EF4-FFF2-40B4-BE49-F238E27FC236}">
                        <a16:creationId xmlns:a16="http://schemas.microsoft.com/office/drawing/2014/main" id="{F1144519-C7CB-46D7-A0EF-7EFB7AD321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1" name="直線コネクタ 115650">
                    <a:extLst>
                      <a:ext uri="{FF2B5EF4-FFF2-40B4-BE49-F238E27FC236}">
                        <a16:creationId xmlns:a16="http://schemas.microsoft.com/office/drawing/2014/main" id="{56844FC6-3183-4F9E-A51D-DCCD1E0424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2" name="直線コネクタ 115651">
                    <a:extLst>
                      <a:ext uri="{FF2B5EF4-FFF2-40B4-BE49-F238E27FC236}">
                        <a16:creationId xmlns:a16="http://schemas.microsoft.com/office/drawing/2014/main" id="{0419C3CB-7DCA-4FE0-8B39-2F750592EF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3" name="直線コネクタ 115652">
                    <a:extLst>
                      <a:ext uri="{FF2B5EF4-FFF2-40B4-BE49-F238E27FC236}">
                        <a16:creationId xmlns:a16="http://schemas.microsoft.com/office/drawing/2014/main" id="{27AA9F9C-00BE-434F-B5D3-0AE2C1EC2C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4" name="直線コネクタ 115653">
                    <a:extLst>
                      <a:ext uri="{FF2B5EF4-FFF2-40B4-BE49-F238E27FC236}">
                        <a16:creationId xmlns:a16="http://schemas.microsoft.com/office/drawing/2014/main" id="{D070CD77-8DF4-49F9-A17D-1B030CD392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5" name="直線コネクタ 115654">
                    <a:extLst>
                      <a:ext uri="{FF2B5EF4-FFF2-40B4-BE49-F238E27FC236}">
                        <a16:creationId xmlns:a16="http://schemas.microsoft.com/office/drawing/2014/main" id="{AE8D11AD-550F-4BF6-9607-955CE7E608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6" name="直線コネクタ 115655">
                    <a:extLst>
                      <a:ext uri="{FF2B5EF4-FFF2-40B4-BE49-F238E27FC236}">
                        <a16:creationId xmlns:a16="http://schemas.microsoft.com/office/drawing/2014/main" id="{9B69E121-023F-4401-A289-3FE0B4D840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7" name="直線コネクタ 115656">
                    <a:extLst>
                      <a:ext uri="{FF2B5EF4-FFF2-40B4-BE49-F238E27FC236}">
                        <a16:creationId xmlns:a16="http://schemas.microsoft.com/office/drawing/2014/main" id="{5077E525-CB1F-4E53-B319-DF4940E281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8" name="直線コネクタ 115657">
                    <a:extLst>
                      <a:ext uri="{FF2B5EF4-FFF2-40B4-BE49-F238E27FC236}">
                        <a16:creationId xmlns:a16="http://schemas.microsoft.com/office/drawing/2014/main" id="{C5DD4DA6-ECD9-46D9-A5CD-61C74AF454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59" name="直線コネクタ 115658">
                    <a:extLst>
                      <a:ext uri="{FF2B5EF4-FFF2-40B4-BE49-F238E27FC236}">
                        <a16:creationId xmlns:a16="http://schemas.microsoft.com/office/drawing/2014/main" id="{FEA8E9E2-1ACA-4B0C-8715-240B41951F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0" name="直線コネクタ 115659">
                    <a:extLst>
                      <a:ext uri="{FF2B5EF4-FFF2-40B4-BE49-F238E27FC236}">
                        <a16:creationId xmlns:a16="http://schemas.microsoft.com/office/drawing/2014/main" id="{C6012678-B9CD-4BCB-9419-3A5FD0F5A6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1" name="直線コネクタ 115660">
                    <a:extLst>
                      <a:ext uri="{FF2B5EF4-FFF2-40B4-BE49-F238E27FC236}">
                        <a16:creationId xmlns:a16="http://schemas.microsoft.com/office/drawing/2014/main" id="{D62DB31C-C845-48C4-AADE-ECEFD891DA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2" name="直線コネクタ 115661">
                    <a:extLst>
                      <a:ext uri="{FF2B5EF4-FFF2-40B4-BE49-F238E27FC236}">
                        <a16:creationId xmlns:a16="http://schemas.microsoft.com/office/drawing/2014/main" id="{FFE1F48D-398A-4B92-AAF5-1DE8503DB3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3" name="直線コネクタ 115662">
                    <a:extLst>
                      <a:ext uri="{FF2B5EF4-FFF2-40B4-BE49-F238E27FC236}">
                        <a16:creationId xmlns:a16="http://schemas.microsoft.com/office/drawing/2014/main" id="{C371F143-5488-4284-A6A6-4E18CF239A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4" name="直線コネクタ 115663">
                    <a:extLst>
                      <a:ext uri="{FF2B5EF4-FFF2-40B4-BE49-F238E27FC236}">
                        <a16:creationId xmlns:a16="http://schemas.microsoft.com/office/drawing/2014/main" id="{573CAD3B-CC3D-4E29-97A7-09F2FFB5B66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5" name="直線コネクタ 115664">
                    <a:extLst>
                      <a:ext uri="{FF2B5EF4-FFF2-40B4-BE49-F238E27FC236}">
                        <a16:creationId xmlns:a16="http://schemas.microsoft.com/office/drawing/2014/main" id="{00FDD957-CB8F-431A-A090-3A13DAEF55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6" name="直線コネクタ 115665">
                    <a:extLst>
                      <a:ext uri="{FF2B5EF4-FFF2-40B4-BE49-F238E27FC236}">
                        <a16:creationId xmlns:a16="http://schemas.microsoft.com/office/drawing/2014/main" id="{EE977000-0575-412B-984B-729E01B4371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7" name="直線コネクタ 115666">
                    <a:extLst>
                      <a:ext uri="{FF2B5EF4-FFF2-40B4-BE49-F238E27FC236}">
                        <a16:creationId xmlns:a16="http://schemas.microsoft.com/office/drawing/2014/main" id="{CEDD8EE4-668D-44F5-82B2-10F285984DA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8" name="直線コネクタ 115667">
                    <a:extLst>
                      <a:ext uri="{FF2B5EF4-FFF2-40B4-BE49-F238E27FC236}">
                        <a16:creationId xmlns:a16="http://schemas.microsoft.com/office/drawing/2014/main" id="{81FC0009-F170-4BA2-A64C-86CF5E9E62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69" name="直線コネクタ 115668">
                    <a:extLst>
                      <a:ext uri="{FF2B5EF4-FFF2-40B4-BE49-F238E27FC236}">
                        <a16:creationId xmlns:a16="http://schemas.microsoft.com/office/drawing/2014/main" id="{3E7A61DF-E0DD-4C38-9224-BDA414D3EFE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0" name="直線コネクタ 115669">
                    <a:extLst>
                      <a:ext uri="{FF2B5EF4-FFF2-40B4-BE49-F238E27FC236}">
                        <a16:creationId xmlns:a16="http://schemas.microsoft.com/office/drawing/2014/main" id="{33F5EA98-20E2-4B9B-9561-DF9BD0F532E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1" name="直線コネクタ 115670">
                    <a:extLst>
                      <a:ext uri="{FF2B5EF4-FFF2-40B4-BE49-F238E27FC236}">
                        <a16:creationId xmlns:a16="http://schemas.microsoft.com/office/drawing/2014/main" id="{0329DB55-B5A1-4DBE-9BCA-18BEA14943E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2" name="直線コネクタ 115671">
                    <a:extLst>
                      <a:ext uri="{FF2B5EF4-FFF2-40B4-BE49-F238E27FC236}">
                        <a16:creationId xmlns:a16="http://schemas.microsoft.com/office/drawing/2014/main" id="{23487672-6347-48E3-AF1A-AB1A40DC9E2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3" name="直線コネクタ 115672">
                    <a:extLst>
                      <a:ext uri="{FF2B5EF4-FFF2-40B4-BE49-F238E27FC236}">
                        <a16:creationId xmlns:a16="http://schemas.microsoft.com/office/drawing/2014/main" id="{C34A3114-7BC2-4F9E-9DD9-41DDABBDA5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4" name="直線コネクタ 115673">
                    <a:extLst>
                      <a:ext uri="{FF2B5EF4-FFF2-40B4-BE49-F238E27FC236}">
                        <a16:creationId xmlns:a16="http://schemas.microsoft.com/office/drawing/2014/main" id="{570C500E-75DF-44EA-8D4A-E28305E1717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5" name="直線コネクタ 115674">
                    <a:extLst>
                      <a:ext uri="{FF2B5EF4-FFF2-40B4-BE49-F238E27FC236}">
                        <a16:creationId xmlns:a16="http://schemas.microsoft.com/office/drawing/2014/main" id="{BAF60391-8988-4CA0-BABB-B9AD4863E3F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6" name="直線コネクタ 115675">
                    <a:extLst>
                      <a:ext uri="{FF2B5EF4-FFF2-40B4-BE49-F238E27FC236}">
                        <a16:creationId xmlns:a16="http://schemas.microsoft.com/office/drawing/2014/main" id="{2C279418-D6DB-4C7D-AB9C-6C51DB2CF3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7" name="直線コネクタ 115676">
                    <a:extLst>
                      <a:ext uri="{FF2B5EF4-FFF2-40B4-BE49-F238E27FC236}">
                        <a16:creationId xmlns:a16="http://schemas.microsoft.com/office/drawing/2014/main" id="{5BF8753A-2290-411B-9581-A30443B9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8" name="直線コネクタ 115677">
                    <a:extLst>
                      <a:ext uri="{FF2B5EF4-FFF2-40B4-BE49-F238E27FC236}">
                        <a16:creationId xmlns:a16="http://schemas.microsoft.com/office/drawing/2014/main" id="{4D7367CC-8254-41DA-86E8-990AD06D62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79" name="直線コネクタ 115678">
                    <a:extLst>
                      <a:ext uri="{FF2B5EF4-FFF2-40B4-BE49-F238E27FC236}">
                        <a16:creationId xmlns:a16="http://schemas.microsoft.com/office/drawing/2014/main" id="{C6EA8A48-9D59-44E0-9B72-91518760EF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0" name="直線コネクタ 115679">
                    <a:extLst>
                      <a:ext uri="{FF2B5EF4-FFF2-40B4-BE49-F238E27FC236}">
                        <a16:creationId xmlns:a16="http://schemas.microsoft.com/office/drawing/2014/main" id="{6ABB53AD-570E-4A9F-B144-2C1D57D663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1" name="直線コネクタ 115680">
                    <a:extLst>
                      <a:ext uri="{FF2B5EF4-FFF2-40B4-BE49-F238E27FC236}">
                        <a16:creationId xmlns:a16="http://schemas.microsoft.com/office/drawing/2014/main" id="{8B879F7D-027F-4FFB-9130-0F977EA81F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2" name="直線コネクタ 115681">
                    <a:extLst>
                      <a:ext uri="{FF2B5EF4-FFF2-40B4-BE49-F238E27FC236}">
                        <a16:creationId xmlns:a16="http://schemas.microsoft.com/office/drawing/2014/main" id="{FEAC83A7-4302-45B4-A5E6-41EB116BBB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3" name="直線コネクタ 115682">
                    <a:extLst>
                      <a:ext uri="{FF2B5EF4-FFF2-40B4-BE49-F238E27FC236}">
                        <a16:creationId xmlns:a16="http://schemas.microsoft.com/office/drawing/2014/main" id="{C313D1BE-871A-4376-BF56-2A7F19670A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4" name="直線コネクタ 115683">
                    <a:extLst>
                      <a:ext uri="{FF2B5EF4-FFF2-40B4-BE49-F238E27FC236}">
                        <a16:creationId xmlns:a16="http://schemas.microsoft.com/office/drawing/2014/main" id="{046F727A-3009-47BE-85F6-CE63C526E4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5" name="直線コネクタ 115684">
                    <a:extLst>
                      <a:ext uri="{FF2B5EF4-FFF2-40B4-BE49-F238E27FC236}">
                        <a16:creationId xmlns:a16="http://schemas.microsoft.com/office/drawing/2014/main" id="{CDFC63A6-C4C4-47C7-BA95-77ECB1D67D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6" name="直線コネクタ 115685">
                    <a:extLst>
                      <a:ext uri="{FF2B5EF4-FFF2-40B4-BE49-F238E27FC236}">
                        <a16:creationId xmlns:a16="http://schemas.microsoft.com/office/drawing/2014/main" id="{2884B23A-A3E2-46F9-9501-10FCB91CA0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7" name="直線コネクタ 115686">
                    <a:extLst>
                      <a:ext uri="{FF2B5EF4-FFF2-40B4-BE49-F238E27FC236}">
                        <a16:creationId xmlns:a16="http://schemas.microsoft.com/office/drawing/2014/main" id="{4CF4F3A7-3479-40EB-934B-A6C63FEE27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8" name="直線コネクタ 115687">
                    <a:extLst>
                      <a:ext uri="{FF2B5EF4-FFF2-40B4-BE49-F238E27FC236}">
                        <a16:creationId xmlns:a16="http://schemas.microsoft.com/office/drawing/2014/main" id="{EB4B539E-32DA-4E8F-ABEE-789BC21C94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89" name="直線コネクタ 115688">
                    <a:extLst>
                      <a:ext uri="{FF2B5EF4-FFF2-40B4-BE49-F238E27FC236}">
                        <a16:creationId xmlns:a16="http://schemas.microsoft.com/office/drawing/2014/main" id="{25BDD5A6-AD3A-4DC3-8C65-EC7BD4A363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0" name="直線コネクタ 115689">
                    <a:extLst>
                      <a:ext uri="{FF2B5EF4-FFF2-40B4-BE49-F238E27FC236}">
                        <a16:creationId xmlns:a16="http://schemas.microsoft.com/office/drawing/2014/main" id="{BE24F6E8-4F2C-4479-BD25-7D027EFB0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1" name="直線コネクタ 115690">
                    <a:extLst>
                      <a:ext uri="{FF2B5EF4-FFF2-40B4-BE49-F238E27FC236}">
                        <a16:creationId xmlns:a16="http://schemas.microsoft.com/office/drawing/2014/main" id="{9355A1D2-1F16-4B61-9E88-35194182C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2" name="直線コネクタ 115691">
                    <a:extLst>
                      <a:ext uri="{FF2B5EF4-FFF2-40B4-BE49-F238E27FC236}">
                        <a16:creationId xmlns:a16="http://schemas.microsoft.com/office/drawing/2014/main" id="{024ADCC2-216A-4D5F-96EB-274982D32F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3" name="直線コネクタ 115692">
                    <a:extLst>
                      <a:ext uri="{FF2B5EF4-FFF2-40B4-BE49-F238E27FC236}">
                        <a16:creationId xmlns:a16="http://schemas.microsoft.com/office/drawing/2014/main" id="{5341B7C9-6DB0-4C32-9676-09FBC80B12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4" name="直線コネクタ 115693">
                    <a:extLst>
                      <a:ext uri="{FF2B5EF4-FFF2-40B4-BE49-F238E27FC236}">
                        <a16:creationId xmlns:a16="http://schemas.microsoft.com/office/drawing/2014/main" id="{88E17D39-EE3D-4F80-81F5-78395E10FF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5" name="直線コネクタ 115694">
                    <a:extLst>
                      <a:ext uri="{FF2B5EF4-FFF2-40B4-BE49-F238E27FC236}">
                        <a16:creationId xmlns:a16="http://schemas.microsoft.com/office/drawing/2014/main" id="{895FC519-4BEB-4B9E-A89F-92BA4854AC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6" name="直線コネクタ 115695">
                    <a:extLst>
                      <a:ext uri="{FF2B5EF4-FFF2-40B4-BE49-F238E27FC236}">
                        <a16:creationId xmlns:a16="http://schemas.microsoft.com/office/drawing/2014/main" id="{BE322002-A39E-4B61-9231-74332950D7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7" name="直線コネクタ 115696">
                    <a:extLst>
                      <a:ext uri="{FF2B5EF4-FFF2-40B4-BE49-F238E27FC236}">
                        <a16:creationId xmlns:a16="http://schemas.microsoft.com/office/drawing/2014/main" id="{CFC33589-45E7-4883-9A02-2C7882E3CD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8" name="直線コネクタ 115697">
                    <a:extLst>
                      <a:ext uri="{FF2B5EF4-FFF2-40B4-BE49-F238E27FC236}">
                        <a16:creationId xmlns:a16="http://schemas.microsoft.com/office/drawing/2014/main" id="{2CDF5DA7-D288-4588-B387-12749B6D33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699" name="直線コネクタ 115698">
                    <a:extLst>
                      <a:ext uri="{FF2B5EF4-FFF2-40B4-BE49-F238E27FC236}">
                        <a16:creationId xmlns:a16="http://schemas.microsoft.com/office/drawing/2014/main" id="{750E6545-94CC-429B-B59B-A412917126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0" name="直線コネクタ 115699">
                    <a:extLst>
                      <a:ext uri="{FF2B5EF4-FFF2-40B4-BE49-F238E27FC236}">
                        <a16:creationId xmlns:a16="http://schemas.microsoft.com/office/drawing/2014/main" id="{4F4EE17F-4C86-4F55-BE9F-343EBDE9DE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1" name="直線コネクタ 115700">
                    <a:extLst>
                      <a:ext uri="{FF2B5EF4-FFF2-40B4-BE49-F238E27FC236}">
                        <a16:creationId xmlns:a16="http://schemas.microsoft.com/office/drawing/2014/main" id="{01CD182E-1C96-4B4C-82BA-510A66731E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2" name="直線コネクタ 115701">
                    <a:extLst>
                      <a:ext uri="{FF2B5EF4-FFF2-40B4-BE49-F238E27FC236}">
                        <a16:creationId xmlns:a16="http://schemas.microsoft.com/office/drawing/2014/main" id="{A17BF26A-8CC8-4D8D-B36A-D3860B3B88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3" name="直線コネクタ 115702">
                    <a:extLst>
                      <a:ext uri="{FF2B5EF4-FFF2-40B4-BE49-F238E27FC236}">
                        <a16:creationId xmlns:a16="http://schemas.microsoft.com/office/drawing/2014/main" id="{530C8A5B-3DCB-4E41-A436-2936DC06BB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4" name="直線コネクタ 115703">
                    <a:extLst>
                      <a:ext uri="{FF2B5EF4-FFF2-40B4-BE49-F238E27FC236}">
                        <a16:creationId xmlns:a16="http://schemas.microsoft.com/office/drawing/2014/main" id="{2DD00F52-79FE-4277-85A8-F7E035455E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5" name="直線コネクタ 115704">
                    <a:extLst>
                      <a:ext uri="{FF2B5EF4-FFF2-40B4-BE49-F238E27FC236}">
                        <a16:creationId xmlns:a16="http://schemas.microsoft.com/office/drawing/2014/main" id="{44E4C5F2-8DD0-444D-87B2-75902659D7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6" name="直線コネクタ 115705">
                    <a:extLst>
                      <a:ext uri="{FF2B5EF4-FFF2-40B4-BE49-F238E27FC236}">
                        <a16:creationId xmlns:a16="http://schemas.microsoft.com/office/drawing/2014/main" id="{CFA29C2A-C722-4BF8-B3E2-E44B7D7EB8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7" name="直線コネクタ 115706">
                    <a:extLst>
                      <a:ext uri="{FF2B5EF4-FFF2-40B4-BE49-F238E27FC236}">
                        <a16:creationId xmlns:a16="http://schemas.microsoft.com/office/drawing/2014/main" id="{FB09DE74-06FB-4C6F-B58F-4286ACC2BD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8" name="直線コネクタ 115707">
                    <a:extLst>
                      <a:ext uri="{FF2B5EF4-FFF2-40B4-BE49-F238E27FC236}">
                        <a16:creationId xmlns:a16="http://schemas.microsoft.com/office/drawing/2014/main" id="{9CE63963-8406-4442-A01C-3633A33E82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09" name="直線コネクタ 115708">
                    <a:extLst>
                      <a:ext uri="{FF2B5EF4-FFF2-40B4-BE49-F238E27FC236}">
                        <a16:creationId xmlns:a16="http://schemas.microsoft.com/office/drawing/2014/main" id="{C5E6B74D-ADB9-47BC-8078-497C892FFA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0" name="直線コネクタ 115709">
                    <a:extLst>
                      <a:ext uri="{FF2B5EF4-FFF2-40B4-BE49-F238E27FC236}">
                        <a16:creationId xmlns:a16="http://schemas.microsoft.com/office/drawing/2014/main" id="{3A6B7DA9-859C-4F0C-A6F4-C780A2B305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1" name="直線コネクタ 115710">
                    <a:extLst>
                      <a:ext uri="{FF2B5EF4-FFF2-40B4-BE49-F238E27FC236}">
                        <a16:creationId xmlns:a16="http://schemas.microsoft.com/office/drawing/2014/main" id="{0F528E9C-6D17-4ED3-8C64-BD6A454668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2" name="直線コネクタ 115711">
                    <a:extLst>
                      <a:ext uri="{FF2B5EF4-FFF2-40B4-BE49-F238E27FC236}">
                        <a16:creationId xmlns:a16="http://schemas.microsoft.com/office/drawing/2014/main" id="{1328E66B-0AE2-480E-AE85-896D170406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3" name="直線コネクタ 115712">
                    <a:extLst>
                      <a:ext uri="{FF2B5EF4-FFF2-40B4-BE49-F238E27FC236}">
                        <a16:creationId xmlns:a16="http://schemas.microsoft.com/office/drawing/2014/main" id="{C92E21B4-4B5B-4FEC-B4BA-4A16AF24BB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4" name="直線コネクタ 115713">
                    <a:extLst>
                      <a:ext uri="{FF2B5EF4-FFF2-40B4-BE49-F238E27FC236}">
                        <a16:creationId xmlns:a16="http://schemas.microsoft.com/office/drawing/2014/main" id="{32A7B9DA-5CAC-40A0-B5DE-D55CB7E63E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5" name="直線コネクタ 115714">
                    <a:extLst>
                      <a:ext uri="{FF2B5EF4-FFF2-40B4-BE49-F238E27FC236}">
                        <a16:creationId xmlns:a16="http://schemas.microsoft.com/office/drawing/2014/main" id="{A30D8757-8733-4639-A5A1-C488309CB4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6" name="直線コネクタ 115715">
                    <a:extLst>
                      <a:ext uri="{FF2B5EF4-FFF2-40B4-BE49-F238E27FC236}">
                        <a16:creationId xmlns:a16="http://schemas.microsoft.com/office/drawing/2014/main" id="{93682A8A-0958-42C5-8D4B-52D0023BF9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7" name="直線コネクタ 115716">
                    <a:extLst>
                      <a:ext uri="{FF2B5EF4-FFF2-40B4-BE49-F238E27FC236}">
                        <a16:creationId xmlns:a16="http://schemas.microsoft.com/office/drawing/2014/main" id="{53409031-8F45-4F7C-A796-670853FFAD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8" name="直線コネクタ 115717">
                    <a:extLst>
                      <a:ext uri="{FF2B5EF4-FFF2-40B4-BE49-F238E27FC236}">
                        <a16:creationId xmlns:a16="http://schemas.microsoft.com/office/drawing/2014/main" id="{73A30795-4003-44F6-B7D6-FDA2EE6A98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19" name="直線コネクタ 115718">
                    <a:extLst>
                      <a:ext uri="{FF2B5EF4-FFF2-40B4-BE49-F238E27FC236}">
                        <a16:creationId xmlns:a16="http://schemas.microsoft.com/office/drawing/2014/main" id="{9CB8DC5E-C650-4E51-A9FC-86397F5EA7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0" name="直線コネクタ 115719">
                    <a:extLst>
                      <a:ext uri="{FF2B5EF4-FFF2-40B4-BE49-F238E27FC236}">
                        <a16:creationId xmlns:a16="http://schemas.microsoft.com/office/drawing/2014/main" id="{EDC33FA4-5443-4C0D-98DC-AFCBDA766D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1" name="直線コネクタ 115720">
                    <a:extLst>
                      <a:ext uri="{FF2B5EF4-FFF2-40B4-BE49-F238E27FC236}">
                        <a16:creationId xmlns:a16="http://schemas.microsoft.com/office/drawing/2014/main" id="{C6C6F6D4-F986-479D-97E2-CFF40E3158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2" name="直線コネクタ 115721">
                    <a:extLst>
                      <a:ext uri="{FF2B5EF4-FFF2-40B4-BE49-F238E27FC236}">
                        <a16:creationId xmlns:a16="http://schemas.microsoft.com/office/drawing/2014/main" id="{E26E88F8-7C03-4ADD-842E-89B211E1B1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3" name="直線コネクタ 115722">
                    <a:extLst>
                      <a:ext uri="{FF2B5EF4-FFF2-40B4-BE49-F238E27FC236}">
                        <a16:creationId xmlns:a16="http://schemas.microsoft.com/office/drawing/2014/main" id="{142A2629-918A-4C37-A75E-C47ED7365C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4" name="直線コネクタ 115723">
                    <a:extLst>
                      <a:ext uri="{FF2B5EF4-FFF2-40B4-BE49-F238E27FC236}">
                        <a16:creationId xmlns:a16="http://schemas.microsoft.com/office/drawing/2014/main" id="{50D851EA-0673-4984-B8DE-97270A320D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5" name="直線コネクタ 115724">
                    <a:extLst>
                      <a:ext uri="{FF2B5EF4-FFF2-40B4-BE49-F238E27FC236}">
                        <a16:creationId xmlns:a16="http://schemas.microsoft.com/office/drawing/2014/main" id="{E42F1DF9-9B33-4A56-AAD3-D5FB63E33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6" name="直線コネクタ 115725">
                    <a:extLst>
                      <a:ext uri="{FF2B5EF4-FFF2-40B4-BE49-F238E27FC236}">
                        <a16:creationId xmlns:a16="http://schemas.microsoft.com/office/drawing/2014/main" id="{3C1BAC84-1196-4A87-9231-B786F69DB9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7" name="直線コネクタ 115726">
                    <a:extLst>
                      <a:ext uri="{FF2B5EF4-FFF2-40B4-BE49-F238E27FC236}">
                        <a16:creationId xmlns:a16="http://schemas.microsoft.com/office/drawing/2014/main" id="{EA56D04E-7219-41C3-9120-5941FB6EC6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8" name="直線コネクタ 115727">
                    <a:extLst>
                      <a:ext uri="{FF2B5EF4-FFF2-40B4-BE49-F238E27FC236}">
                        <a16:creationId xmlns:a16="http://schemas.microsoft.com/office/drawing/2014/main" id="{CFCB7DC2-FE9A-4DAA-B7AD-8AA4221104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29" name="直線コネクタ 115728">
                    <a:extLst>
                      <a:ext uri="{FF2B5EF4-FFF2-40B4-BE49-F238E27FC236}">
                        <a16:creationId xmlns:a16="http://schemas.microsoft.com/office/drawing/2014/main" id="{30E7FD6D-CDC8-4BD2-9161-9250BA3E2B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0" name="直線コネクタ 115729">
                    <a:extLst>
                      <a:ext uri="{FF2B5EF4-FFF2-40B4-BE49-F238E27FC236}">
                        <a16:creationId xmlns:a16="http://schemas.microsoft.com/office/drawing/2014/main" id="{DA4FF7B9-BD16-4564-B755-694FC7F367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1" name="直線コネクタ 115730">
                    <a:extLst>
                      <a:ext uri="{FF2B5EF4-FFF2-40B4-BE49-F238E27FC236}">
                        <a16:creationId xmlns:a16="http://schemas.microsoft.com/office/drawing/2014/main" id="{094830AF-3EA7-4C47-84EF-0C8C931132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2" name="直線コネクタ 115731">
                    <a:extLst>
                      <a:ext uri="{FF2B5EF4-FFF2-40B4-BE49-F238E27FC236}">
                        <a16:creationId xmlns:a16="http://schemas.microsoft.com/office/drawing/2014/main" id="{02D5E5F1-B1BC-4AE5-B008-40EAF81345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3" name="直線コネクタ 115732">
                    <a:extLst>
                      <a:ext uri="{FF2B5EF4-FFF2-40B4-BE49-F238E27FC236}">
                        <a16:creationId xmlns:a16="http://schemas.microsoft.com/office/drawing/2014/main" id="{4E8B9BD1-6967-4756-B32F-8CE8476C11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4" name="直線コネクタ 115733">
                    <a:extLst>
                      <a:ext uri="{FF2B5EF4-FFF2-40B4-BE49-F238E27FC236}">
                        <a16:creationId xmlns:a16="http://schemas.microsoft.com/office/drawing/2014/main" id="{5C6F4487-3B64-4E88-9E4A-1C97E21E02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5" name="直線コネクタ 115734">
                    <a:extLst>
                      <a:ext uri="{FF2B5EF4-FFF2-40B4-BE49-F238E27FC236}">
                        <a16:creationId xmlns:a16="http://schemas.microsoft.com/office/drawing/2014/main" id="{2560C0D6-CA2D-4EC0-A787-ECE632F0E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6" name="直線コネクタ 115735">
                    <a:extLst>
                      <a:ext uri="{FF2B5EF4-FFF2-40B4-BE49-F238E27FC236}">
                        <a16:creationId xmlns:a16="http://schemas.microsoft.com/office/drawing/2014/main" id="{81468F0A-1C1F-4E46-9427-3E62DBEC26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7" name="直線コネクタ 115736">
                    <a:extLst>
                      <a:ext uri="{FF2B5EF4-FFF2-40B4-BE49-F238E27FC236}">
                        <a16:creationId xmlns:a16="http://schemas.microsoft.com/office/drawing/2014/main" id="{95C6A95E-C80F-4A36-B260-B2E9F6B73E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738" name="直線コネクタ 115737">
                    <a:extLst>
                      <a:ext uri="{FF2B5EF4-FFF2-40B4-BE49-F238E27FC236}">
                        <a16:creationId xmlns:a16="http://schemas.microsoft.com/office/drawing/2014/main" id="{05E5A902-5AF6-4FDD-A05A-8FF121E294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5739" name="グループ化 115738">
                    <a:extLst>
                      <a:ext uri="{FF2B5EF4-FFF2-40B4-BE49-F238E27FC236}">
                        <a16:creationId xmlns:a16="http://schemas.microsoft.com/office/drawing/2014/main" id="{618C8627-6D36-49C7-BAD3-02CF3CF76720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915" name="直線コネクタ 115914">
                      <a:extLst>
                        <a:ext uri="{FF2B5EF4-FFF2-40B4-BE49-F238E27FC236}">
                          <a16:creationId xmlns:a16="http://schemas.microsoft.com/office/drawing/2014/main" id="{7C1EE8F6-54B3-4F91-8F69-ED008AFFF9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16" name="直線コネクタ 115915">
                      <a:extLst>
                        <a:ext uri="{FF2B5EF4-FFF2-40B4-BE49-F238E27FC236}">
                          <a16:creationId xmlns:a16="http://schemas.microsoft.com/office/drawing/2014/main" id="{C7E4E1CA-FB4F-4B4F-85F7-87063BE764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17" name="直線コネクタ 115916">
                      <a:extLst>
                        <a:ext uri="{FF2B5EF4-FFF2-40B4-BE49-F238E27FC236}">
                          <a16:creationId xmlns:a16="http://schemas.microsoft.com/office/drawing/2014/main" id="{00F39033-A9BA-4ADA-989E-1426A88662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18" name="直線コネクタ 115917">
                      <a:extLst>
                        <a:ext uri="{FF2B5EF4-FFF2-40B4-BE49-F238E27FC236}">
                          <a16:creationId xmlns:a16="http://schemas.microsoft.com/office/drawing/2014/main" id="{9ADC0318-B804-4F47-8E18-CF526D2D9C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19" name="直線コネクタ 115918">
                      <a:extLst>
                        <a:ext uri="{FF2B5EF4-FFF2-40B4-BE49-F238E27FC236}">
                          <a16:creationId xmlns:a16="http://schemas.microsoft.com/office/drawing/2014/main" id="{1C5B490F-13AE-4B37-A1A7-B7602ADCCB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0" name="直線コネクタ 115919">
                      <a:extLst>
                        <a:ext uri="{FF2B5EF4-FFF2-40B4-BE49-F238E27FC236}">
                          <a16:creationId xmlns:a16="http://schemas.microsoft.com/office/drawing/2014/main" id="{93C6D9A6-1129-4E96-BB45-8DA28D2E41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1" name="直線コネクタ 115920">
                      <a:extLst>
                        <a:ext uri="{FF2B5EF4-FFF2-40B4-BE49-F238E27FC236}">
                          <a16:creationId xmlns:a16="http://schemas.microsoft.com/office/drawing/2014/main" id="{596ACE77-03EA-403A-9D91-E183B4D81D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2" name="直線コネクタ 115921">
                      <a:extLst>
                        <a:ext uri="{FF2B5EF4-FFF2-40B4-BE49-F238E27FC236}">
                          <a16:creationId xmlns:a16="http://schemas.microsoft.com/office/drawing/2014/main" id="{3334C0F9-D116-47D4-A419-B75CB8B09C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3" name="直線コネクタ 115922">
                      <a:extLst>
                        <a:ext uri="{FF2B5EF4-FFF2-40B4-BE49-F238E27FC236}">
                          <a16:creationId xmlns:a16="http://schemas.microsoft.com/office/drawing/2014/main" id="{84269806-F320-460E-A11B-7258202253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4" name="直線コネクタ 115923">
                      <a:extLst>
                        <a:ext uri="{FF2B5EF4-FFF2-40B4-BE49-F238E27FC236}">
                          <a16:creationId xmlns:a16="http://schemas.microsoft.com/office/drawing/2014/main" id="{5B089C26-1DF0-42EA-B90D-77D34D90F6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5" name="直線コネクタ 115924">
                      <a:extLst>
                        <a:ext uri="{FF2B5EF4-FFF2-40B4-BE49-F238E27FC236}">
                          <a16:creationId xmlns:a16="http://schemas.microsoft.com/office/drawing/2014/main" id="{520668ED-DE34-4232-AF58-17A8C5D909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6" name="直線コネクタ 115925">
                      <a:extLst>
                        <a:ext uri="{FF2B5EF4-FFF2-40B4-BE49-F238E27FC236}">
                          <a16:creationId xmlns:a16="http://schemas.microsoft.com/office/drawing/2014/main" id="{42F0A50D-968B-4F9F-8DAA-C7C96E3253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7" name="直線コネクタ 115926">
                      <a:extLst>
                        <a:ext uri="{FF2B5EF4-FFF2-40B4-BE49-F238E27FC236}">
                          <a16:creationId xmlns:a16="http://schemas.microsoft.com/office/drawing/2014/main" id="{AA726486-42D6-4EC1-A96D-D627ECE3B5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8" name="直線コネクタ 115927">
                      <a:extLst>
                        <a:ext uri="{FF2B5EF4-FFF2-40B4-BE49-F238E27FC236}">
                          <a16:creationId xmlns:a16="http://schemas.microsoft.com/office/drawing/2014/main" id="{8B998078-6F9C-4E5E-8515-10C7D7820B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29" name="直線コネクタ 115928">
                      <a:extLst>
                        <a:ext uri="{FF2B5EF4-FFF2-40B4-BE49-F238E27FC236}">
                          <a16:creationId xmlns:a16="http://schemas.microsoft.com/office/drawing/2014/main" id="{44692EAA-BDCC-4E28-9909-E6FCEE094A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0" name="直線コネクタ 115929">
                      <a:extLst>
                        <a:ext uri="{FF2B5EF4-FFF2-40B4-BE49-F238E27FC236}">
                          <a16:creationId xmlns:a16="http://schemas.microsoft.com/office/drawing/2014/main" id="{F397F05D-40E4-4B38-80A6-FE809A72CB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1" name="直線コネクタ 115930">
                      <a:extLst>
                        <a:ext uri="{FF2B5EF4-FFF2-40B4-BE49-F238E27FC236}">
                          <a16:creationId xmlns:a16="http://schemas.microsoft.com/office/drawing/2014/main" id="{A166629E-9D4E-4681-B84D-79CDDD3D29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2" name="直線コネクタ 115931">
                      <a:extLst>
                        <a:ext uri="{FF2B5EF4-FFF2-40B4-BE49-F238E27FC236}">
                          <a16:creationId xmlns:a16="http://schemas.microsoft.com/office/drawing/2014/main" id="{D7791050-DE19-4F16-8395-470F9AFD96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3" name="直線コネクタ 115932">
                      <a:extLst>
                        <a:ext uri="{FF2B5EF4-FFF2-40B4-BE49-F238E27FC236}">
                          <a16:creationId xmlns:a16="http://schemas.microsoft.com/office/drawing/2014/main" id="{5E49D2FD-B28B-4CFF-9EF3-DB95E9F55E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4" name="直線コネクタ 115933">
                      <a:extLst>
                        <a:ext uri="{FF2B5EF4-FFF2-40B4-BE49-F238E27FC236}">
                          <a16:creationId xmlns:a16="http://schemas.microsoft.com/office/drawing/2014/main" id="{AA944D7B-D768-40D1-8FB9-FEF570926B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5" name="直線コネクタ 115934">
                      <a:extLst>
                        <a:ext uri="{FF2B5EF4-FFF2-40B4-BE49-F238E27FC236}">
                          <a16:creationId xmlns:a16="http://schemas.microsoft.com/office/drawing/2014/main" id="{9D11E482-0860-4BD9-A03D-BFE15CBA84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6" name="直線コネクタ 115935">
                      <a:extLst>
                        <a:ext uri="{FF2B5EF4-FFF2-40B4-BE49-F238E27FC236}">
                          <a16:creationId xmlns:a16="http://schemas.microsoft.com/office/drawing/2014/main" id="{36E90222-46EE-4B97-BC8D-A9631FE63E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7" name="直線コネクタ 115936">
                      <a:extLst>
                        <a:ext uri="{FF2B5EF4-FFF2-40B4-BE49-F238E27FC236}">
                          <a16:creationId xmlns:a16="http://schemas.microsoft.com/office/drawing/2014/main" id="{80058C5E-B685-4500-AF61-10552D37CE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8" name="直線コネクタ 115937">
                      <a:extLst>
                        <a:ext uri="{FF2B5EF4-FFF2-40B4-BE49-F238E27FC236}">
                          <a16:creationId xmlns:a16="http://schemas.microsoft.com/office/drawing/2014/main" id="{6BC25277-C4F7-449B-8D75-1219395A31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39" name="直線コネクタ 115938">
                      <a:extLst>
                        <a:ext uri="{FF2B5EF4-FFF2-40B4-BE49-F238E27FC236}">
                          <a16:creationId xmlns:a16="http://schemas.microsoft.com/office/drawing/2014/main" id="{DA749C01-7450-4B60-936B-5FA79B0FA3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0" name="直線コネクタ 115939">
                      <a:extLst>
                        <a:ext uri="{FF2B5EF4-FFF2-40B4-BE49-F238E27FC236}">
                          <a16:creationId xmlns:a16="http://schemas.microsoft.com/office/drawing/2014/main" id="{A341DAA9-33EB-4CA6-8F2D-7E0F714125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1" name="直線コネクタ 115940">
                      <a:extLst>
                        <a:ext uri="{FF2B5EF4-FFF2-40B4-BE49-F238E27FC236}">
                          <a16:creationId xmlns:a16="http://schemas.microsoft.com/office/drawing/2014/main" id="{41218331-6733-4C9E-8400-5F357584F1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2" name="直線コネクタ 115941">
                      <a:extLst>
                        <a:ext uri="{FF2B5EF4-FFF2-40B4-BE49-F238E27FC236}">
                          <a16:creationId xmlns:a16="http://schemas.microsoft.com/office/drawing/2014/main" id="{D3F2B991-7A80-4621-9980-3AA2BE9660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3" name="直線コネクタ 115942">
                      <a:extLst>
                        <a:ext uri="{FF2B5EF4-FFF2-40B4-BE49-F238E27FC236}">
                          <a16:creationId xmlns:a16="http://schemas.microsoft.com/office/drawing/2014/main" id="{8E95A9C9-F911-49F4-ACAB-EEAADF4ACF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4" name="直線コネクタ 115943">
                      <a:extLst>
                        <a:ext uri="{FF2B5EF4-FFF2-40B4-BE49-F238E27FC236}">
                          <a16:creationId xmlns:a16="http://schemas.microsoft.com/office/drawing/2014/main" id="{99A1CCFB-A537-4B83-9C94-DF68D5DBDC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5" name="直線コネクタ 115944">
                      <a:extLst>
                        <a:ext uri="{FF2B5EF4-FFF2-40B4-BE49-F238E27FC236}">
                          <a16:creationId xmlns:a16="http://schemas.microsoft.com/office/drawing/2014/main" id="{B7D41F0D-4F90-43AD-ACD9-7E86F9FCE2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6" name="直線コネクタ 115945">
                      <a:extLst>
                        <a:ext uri="{FF2B5EF4-FFF2-40B4-BE49-F238E27FC236}">
                          <a16:creationId xmlns:a16="http://schemas.microsoft.com/office/drawing/2014/main" id="{1AE9CEB2-F448-487D-9C9C-B65F9801A0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7" name="直線コネクタ 115946">
                      <a:extLst>
                        <a:ext uri="{FF2B5EF4-FFF2-40B4-BE49-F238E27FC236}">
                          <a16:creationId xmlns:a16="http://schemas.microsoft.com/office/drawing/2014/main" id="{5879E439-0506-4DBB-A3D1-29CCF7D4F2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8" name="直線コネクタ 115947">
                      <a:extLst>
                        <a:ext uri="{FF2B5EF4-FFF2-40B4-BE49-F238E27FC236}">
                          <a16:creationId xmlns:a16="http://schemas.microsoft.com/office/drawing/2014/main" id="{53D06560-8B42-49B7-AE5B-29280AA53E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49" name="直線コネクタ 115948">
                      <a:extLst>
                        <a:ext uri="{FF2B5EF4-FFF2-40B4-BE49-F238E27FC236}">
                          <a16:creationId xmlns:a16="http://schemas.microsoft.com/office/drawing/2014/main" id="{299563EA-9B22-4292-8EEC-786C6A9A79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50" name="直線コネクタ 115949">
                      <a:extLst>
                        <a:ext uri="{FF2B5EF4-FFF2-40B4-BE49-F238E27FC236}">
                          <a16:creationId xmlns:a16="http://schemas.microsoft.com/office/drawing/2014/main" id="{A4FA0EEC-78BA-451B-B8FC-B39C7A61BF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51" name="直線コネクタ 115950">
                      <a:extLst>
                        <a:ext uri="{FF2B5EF4-FFF2-40B4-BE49-F238E27FC236}">
                          <a16:creationId xmlns:a16="http://schemas.microsoft.com/office/drawing/2014/main" id="{67B4B3F0-DA5B-48A8-B173-8696319CBB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52" name="直線コネクタ 115951">
                      <a:extLst>
                        <a:ext uri="{FF2B5EF4-FFF2-40B4-BE49-F238E27FC236}">
                          <a16:creationId xmlns:a16="http://schemas.microsoft.com/office/drawing/2014/main" id="{A8BEE7DF-3A54-4183-BB23-3D8345AD72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53" name="直線コネクタ 115952">
                      <a:extLst>
                        <a:ext uri="{FF2B5EF4-FFF2-40B4-BE49-F238E27FC236}">
                          <a16:creationId xmlns:a16="http://schemas.microsoft.com/office/drawing/2014/main" id="{49AB9E3F-B188-48B9-8174-A82CF1B09A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54" name="直線コネクタ 115953">
                      <a:extLst>
                        <a:ext uri="{FF2B5EF4-FFF2-40B4-BE49-F238E27FC236}">
                          <a16:creationId xmlns:a16="http://schemas.microsoft.com/office/drawing/2014/main" id="{A3870CAD-528A-41DE-A1C8-00D4E70F3B6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55" name="直線コネクタ 115954">
                      <a:extLst>
                        <a:ext uri="{FF2B5EF4-FFF2-40B4-BE49-F238E27FC236}">
                          <a16:creationId xmlns:a16="http://schemas.microsoft.com/office/drawing/2014/main" id="{034BD17F-6712-46A5-8208-24A07BB52C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56" name="直線コネクタ 115955">
                      <a:extLst>
                        <a:ext uri="{FF2B5EF4-FFF2-40B4-BE49-F238E27FC236}">
                          <a16:creationId xmlns:a16="http://schemas.microsoft.com/office/drawing/2014/main" id="{429BF491-092E-4803-A295-8ADEB8ECD1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740" name="グループ化 115739">
                    <a:extLst>
                      <a:ext uri="{FF2B5EF4-FFF2-40B4-BE49-F238E27FC236}">
                        <a16:creationId xmlns:a16="http://schemas.microsoft.com/office/drawing/2014/main" id="{07938B14-D192-42F0-8896-7B66EAC091D0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5906" name="正方形/長方形 115905">
                      <a:extLst>
                        <a:ext uri="{FF2B5EF4-FFF2-40B4-BE49-F238E27FC236}">
                          <a16:creationId xmlns:a16="http://schemas.microsoft.com/office/drawing/2014/main" id="{9035D91C-02AF-4678-BA97-C08BB9D8F8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907" name="正方形/長方形 115906">
                      <a:extLst>
                        <a:ext uri="{FF2B5EF4-FFF2-40B4-BE49-F238E27FC236}">
                          <a16:creationId xmlns:a16="http://schemas.microsoft.com/office/drawing/2014/main" id="{C705C7CF-05B2-4158-AF5E-8370DF672B7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908" name="正方形/長方形 115907">
                      <a:extLst>
                        <a:ext uri="{FF2B5EF4-FFF2-40B4-BE49-F238E27FC236}">
                          <a16:creationId xmlns:a16="http://schemas.microsoft.com/office/drawing/2014/main" id="{2CB31FFA-5FE6-4F81-B4F1-201B6E0DBF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909" name="正方形/長方形 115908">
                      <a:extLst>
                        <a:ext uri="{FF2B5EF4-FFF2-40B4-BE49-F238E27FC236}">
                          <a16:creationId xmlns:a16="http://schemas.microsoft.com/office/drawing/2014/main" id="{54F133CA-9CFC-4030-85A5-01640E9F46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910" name="正方形/長方形 115909">
                      <a:extLst>
                        <a:ext uri="{FF2B5EF4-FFF2-40B4-BE49-F238E27FC236}">
                          <a16:creationId xmlns:a16="http://schemas.microsoft.com/office/drawing/2014/main" id="{B71D4B3F-C8F9-4D17-A40D-442B869A0E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911" name="正方形/長方形 115910">
                      <a:extLst>
                        <a:ext uri="{FF2B5EF4-FFF2-40B4-BE49-F238E27FC236}">
                          <a16:creationId xmlns:a16="http://schemas.microsoft.com/office/drawing/2014/main" id="{9B160571-EF29-45C3-B1BC-B7CDC061A31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912" name="正方形/長方形 115911">
                      <a:extLst>
                        <a:ext uri="{FF2B5EF4-FFF2-40B4-BE49-F238E27FC236}">
                          <a16:creationId xmlns:a16="http://schemas.microsoft.com/office/drawing/2014/main" id="{1910D247-984C-421A-ACF9-1BBBB2D02C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913" name="正方形/長方形 115912">
                      <a:extLst>
                        <a:ext uri="{FF2B5EF4-FFF2-40B4-BE49-F238E27FC236}">
                          <a16:creationId xmlns:a16="http://schemas.microsoft.com/office/drawing/2014/main" id="{F6F5C372-680B-4152-9C57-3E39381F53C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914" name="正方形/長方形 115913">
                      <a:extLst>
                        <a:ext uri="{FF2B5EF4-FFF2-40B4-BE49-F238E27FC236}">
                          <a16:creationId xmlns:a16="http://schemas.microsoft.com/office/drawing/2014/main" id="{B6765DD7-9C9D-450E-BBCC-529ED4D65A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5741" name="グループ化 115740">
                    <a:extLst>
                      <a:ext uri="{FF2B5EF4-FFF2-40B4-BE49-F238E27FC236}">
                        <a16:creationId xmlns:a16="http://schemas.microsoft.com/office/drawing/2014/main" id="{B9D7F835-2349-4772-9EA7-169A20FAC260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898" name="直線コネクタ 115897">
                      <a:extLst>
                        <a:ext uri="{FF2B5EF4-FFF2-40B4-BE49-F238E27FC236}">
                          <a16:creationId xmlns:a16="http://schemas.microsoft.com/office/drawing/2014/main" id="{CA760A0F-EDF8-4630-B3A2-2BA6DB150B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99" name="直線コネクタ 115898">
                      <a:extLst>
                        <a:ext uri="{FF2B5EF4-FFF2-40B4-BE49-F238E27FC236}">
                          <a16:creationId xmlns:a16="http://schemas.microsoft.com/office/drawing/2014/main" id="{4D91A575-DEFF-411F-ADFA-2F06C12800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00" name="直線コネクタ 115899">
                      <a:extLst>
                        <a:ext uri="{FF2B5EF4-FFF2-40B4-BE49-F238E27FC236}">
                          <a16:creationId xmlns:a16="http://schemas.microsoft.com/office/drawing/2014/main" id="{D887E3FB-95BE-4F73-B583-F44CF9867F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01" name="直線コネクタ 115900">
                      <a:extLst>
                        <a:ext uri="{FF2B5EF4-FFF2-40B4-BE49-F238E27FC236}">
                          <a16:creationId xmlns:a16="http://schemas.microsoft.com/office/drawing/2014/main" id="{388762AF-1CAE-48D6-B900-4AC449B7C0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02" name="直線コネクタ 115901">
                      <a:extLst>
                        <a:ext uri="{FF2B5EF4-FFF2-40B4-BE49-F238E27FC236}">
                          <a16:creationId xmlns:a16="http://schemas.microsoft.com/office/drawing/2014/main" id="{8A7994FB-F516-44C2-A243-2DEE2C9F9E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03" name="直線コネクタ 115902">
                      <a:extLst>
                        <a:ext uri="{FF2B5EF4-FFF2-40B4-BE49-F238E27FC236}">
                          <a16:creationId xmlns:a16="http://schemas.microsoft.com/office/drawing/2014/main" id="{B13B6A70-DD3F-4A93-B7EF-743F5C1BE8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04" name="直線コネクタ 115903">
                      <a:extLst>
                        <a:ext uri="{FF2B5EF4-FFF2-40B4-BE49-F238E27FC236}">
                          <a16:creationId xmlns:a16="http://schemas.microsoft.com/office/drawing/2014/main" id="{2DF6BACB-B28F-47DD-ABB2-513A7694EA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905" name="直線コネクタ 115904">
                      <a:extLst>
                        <a:ext uri="{FF2B5EF4-FFF2-40B4-BE49-F238E27FC236}">
                          <a16:creationId xmlns:a16="http://schemas.microsoft.com/office/drawing/2014/main" id="{ECDD42CD-C36E-4CB2-859B-638320FD28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742" name="グループ化 115741">
                    <a:extLst>
                      <a:ext uri="{FF2B5EF4-FFF2-40B4-BE49-F238E27FC236}">
                        <a16:creationId xmlns:a16="http://schemas.microsoft.com/office/drawing/2014/main" id="{A083661A-7D51-404E-8F99-52A272F4AFE3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890" name="直線コネクタ 115889">
                      <a:extLst>
                        <a:ext uri="{FF2B5EF4-FFF2-40B4-BE49-F238E27FC236}">
                          <a16:creationId xmlns:a16="http://schemas.microsoft.com/office/drawing/2014/main" id="{34AD6077-46F9-4D1F-93C1-EAFDE3D708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91" name="直線コネクタ 115890">
                      <a:extLst>
                        <a:ext uri="{FF2B5EF4-FFF2-40B4-BE49-F238E27FC236}">
                          <a16:creationId xmlns:a16="http://schemas.microsoft.com/office/drawing/2014/main" id="{0EF6D3BC-321C-4F8A-92FA-76547B00FB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92" name="直線コネクタ 115891">
                      <a:extLst>
                        <a:ext uri="{FF2B5EF4-FFF2-40B4-BE49-F238E27FC236}">
                          <a16:creationId xmlns:a16="http://schemas.microsoft.com/office/drawing/2014/main" id="{AF998568-B284-4EB4-9B57-40520F671E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93" name="直線コネクタ 115892">
                      <a:extLst>
                        <a:ext uri="{FF2B5EF4-FFF2-40B4-BE49-F238E27FC236}">
                          <a16:creationId xmlns:a16="http://schemas.microsoft.com/office/drawing/2014/main" id="{E1A454AC-EDF2-4CAB-8DC3-E43A3CDD5A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94" name="直線コネクタ 115893">
                      <a:extLst>
                        <a:ext uri="{FF2B5EF4-FFF2-40B4-BE49-F238E27FC236}">
                          <a16:creationId xmlns:a16="http://schemas.microsoft.com/office/drawing/2014/main" id="{7468BC52-3DDA-4530-B224-3A575B8BE1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95" name="直線コネクタ 115894">
                      <a:extLst>
                        <a:ext uri="{FF2B5EF4-FFF2-40B4-BE49-F238E27FC236}">
                          <a16:creationId xmlns:a16="http://schemas.microsoft.com/office/drawing/2014/main" id="{455F2AA4-5322-4EBF-84FE-B652B4926A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96" name="直線コネクタ 115895">
                      <a:extLst>
                        <a:ext uri="{FF2B5EF4-FFF2-40B4-BE49-F238E27FC236}">
                          <a16:creationId xmlns:a16="http://schemas.microsoft.com/office/drawing/2014/main" id="{D0BBA2ED-EEAD-4835-9911-822B27229F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97" name="直線コネクタ 115896">
                      <a:extLst>
                        <a:ext uri="{FF2B5EF4-FFF2-40B4-BE49-F238E27FC236}">
                          <a16:creationId xmlns:a16="http://schemas.microsoft.com/office/drawing/2014/main" id="{9A1472AC-F918-44A6-9884-5D8CCE1AFF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743" name="グループ化 115742">
                    <a:extLst>
                      <a:ext uri="{FF2B5EF4-FFF2-40B4-BE49-F238E27FC236}">
                        <a16:creationId xmlns:a16="http://schemas.microsoft.com/office/drawing/2014/main" id="{62465414-CE68-4844-9B1A-93096EA8FEE7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848" name="直線コネクタ 115847">
                      <a:extLst>
                        <a:ext uri="{FF2B5EF4-FFF2-40B4-BE49-F238E27FC236}">
                          <a16:creationId xmlns:a16="http://schemas.microsoft.com/office/drawing/2014/main" id="{D2B333E8-8EE2-4D38-9D0E-5A52F6036B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9" name="直線コネクタ 115848">
                      <a:extLst>
                        <a:ext uri="{FF2B5EF4-FFF2-40B4-BE49-F238E27FC236}">
                          <a16:creationId xmlns:a16="http://schemas.microsoft.com/office/drawing/2014/main" id="{A9EEA985-02E2-4802-9E36-F4D6E2101D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0" name="直線コネクタ 115849">
                      <a:extLst>
                        <a:ext uri="{FF2B5EF4-FFF2-40B4-BE49-F238E27FC236}">
                          <a16:creationId xmlns:a16="http://schemas.microsoft.com/office/drawing/2014/main" id="{DC79CE4F-9F41-42BB-ABEE-E86262C476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1" name="直線コネクタ 115850">
                      <a:extLst>
                        <a:ext uri="{FF2B5EF4-FFF2-40B4-BE49-F238E27FC236}">
                          <a16:creationId xmlns:a16="http://schemas.microsoft.com/office/drawing/2014/main" id="{6A73409A-D50D-4E77-8D82-BBCF9CA51E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2" name="直線コネクタ 115851">
                      <a:extLst>
                        <a:ext uri="{FF2B5EF4-FFF2-40B4-BE49-F238E27FC236}">
                          <a16:creationId xmlns:a16="http://schemas.microsoft.com/office/drawing/2014/main" id="{994CD6FA-C31D-48C3-AD53-2A60519209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3" name="直線コネクタ 115852">
                      <a:extLst>
                        <a:ext uri="{FF2B5EF4-FFF2-40B4-BE49-F238E27FC236}">
                          <a16:creationId xmlns:a16="http://schemas.microsoft.com/office/drawing/2014/main" id="{14BA868C-F4F8-44C5-A99C-B935D15327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4" name="直線コネクタ 115853">
                      <a:extLst>
                        <a:ext uri="{FF2B5EF4-FFF2-40B4-BE49-F238E27FC236}">
                          <a16:creationId xmlns:a16="http://schemas.microsoft.com/office/drawing/2014/main" id="{B20051AC-80E6-4107-87EF-B5B49E9FA0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5" name="直線コネクタ 115854">
                      <a:extLst>
                        <a:ext uri="{FF2B5EF4-FFF2-40B4-BE49-F238E27FC236}">
                          <a16:creationId xmlns:a16="http://schemas.microsoft.com/office/drawing/2014/main" id="{D34E489B-8EA5-476D-BC75-3322FF4E78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6" name="直線コネクタ 115855">
                      <a:extLst>
                        <a:ext uri="{FF2B5EF4-FFF2-40B4-BE49-F238E27FC236}">
                          <a16:creationId xmlns:a16="http://schemas.microsoft.com/office/drawing/2014/main" id="{4E557E3E-3E1E-41B1-AB3C-B0C2E25278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7" name="直線コネクタ 115856">
                      <a:extLst>
                        <a:ext uri="{FF2B5EF4-FFF2-40B4-BE49-F238E27FC236}">
                          <a16:creationId xmlns:a16="http://schemas.microsoft.com/office/drawing/2014/main" id="{028267EE-9DD0-4F9D-90C6-913CCC5306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8" name="直線コネクタ 115857">
                      <a:extLst>
                        <a:ext uri="{FF2B5EF4-FFF2-40B4-BE49-F238E27FC236}">
                          <a16:creationId xmlns:a16="http://schemas.microsoft.com/office/drawing/2014/main" id="{1ED1B84E-98DB-4207-94FA-17E1E3E865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59" name="直線コネクタ 115858">
                      <a:extLst>
                        <a:ext uri="{FF2B5EF4-FFF2-40B4-BE49-F238E27FC236}">
                          <a16:creationId xmlns:a16="http://schemas.microsoft.com/office/drawing/2014/main" id="{5BAE497F-D488-4091-83E2-F235C49515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0" name="直線コネクタ 115859">
                      <a:extLst>
                        <a:ext uri="{FF2B5EF4-FFF2-40B4-BE49-F238E27FC236}">
                          <a16:creationId xmlns:a16="http://schemas.microsoft.com/office/drawing/2014/main" id="{AE227141-5C4A-491E-B3BE-C00ADB138B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1" name="直線コネクタ 115860">
                      <a:extLst>
                        <a:ext uri="{FF2B5EF4-FFF2-40B4-BE49-F238E27FC236}">
                          <a16:creationId xmlns:a16="http://schemas.microsoft.com/office/drawing/2014/main" id="{B390F01D-569E-4E13-BFEC-6A11D543B4B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2" name="直線コネクタ 115861">
                      <a:extLst>
                        <a:ext uri="{FF2B5EF4-FFF2-40B4-BE49-F238E27FC236}">
                          <a16:creationId xmlns:a16="http://schemas.microsoft.com/office/drawing/2014/main" id="{C78B8BE4-2882-441A-A479-305BBF5052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3" name="直線コネクタ 115862">
                      <a:extLst>
                        <a:ext uri="{FF2B5EF4-FFF2-40B4-BE49-F238E27FC236}">
                          <a16:creationId xmlns:a16="http://schemas.microsoft.com/office/drawing/2014/main" id="{FDFDC0DA-5385-42E9-8BAA-8B546F3C30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4" name="直線コネクタ 115863">
                      <a:extLst>
                        <a:ext uri="{FF2B5EF4-FFF2-40B4-BE49-F238E27FC236}">
                          <a16:creationId xmlns:a16="http://schemas.microsoft.com/office/drawing/2014/main" id="{3AC92BFB-E681-4D04-AD8A-EC4280D52B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5" name="直線コネクタ 115864">
                      <a:extLst>
                        <a:ext uri="{FF2B5EF4-FFF2-40B4-BE49-F238E27FC236}">
                          <a16:creationId xmlns:a16="http://schemas.microsoft.com/office/drawing/2014/main" id="{2F946A4D-B78A-4634-83BB-4758770098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6" name="直線コネクタ 115865">
                      <a:extLst>
                        <a:ext uri="{FF2B5EF4-FFF2-40B4-BE49-F238E27FC236}">
                          <a16:creationId xmlns:a16="http://schemas.microsoft.com/office/drawing/2014/main" id="{31FA0263-BDE6-4384-B687-86580CD659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7" name="直線コネクタ 115866">
                      <a:extLst>
                        <a:ext uri="{FF2B5EF4-FFF2-40B4-BE49-F238E27FC236}">
                          <a16:creationId xmlns:a16="http://schemas.microsoft.com/office/drawing/2014/main" id="{AC4BA16D-EEB3-4377-9E8F-B745B0CC8F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8" name="直線コネクタ 115867">
                      <a:extLst>
                        <a:ext uri="{FF2B5EF4-FFF2-40B4-BE49-F238E27FC236}">
                          <a16:creationId xmlns:a16="http://schemas.microsoft.com/office/drawing/2014/main" id="{FEE1AED5-32F8-4D4D-B86D-691A326FB6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69" name="直線コネクタ 115868">
                      <a:extLst>
                        <a:ext uri="{FF2B5EF4-FFF2-40B4-BE49-F238E27FC236}">
                          <a16:creationId xmlns:a16="http://schemas.microsoft.com/office/drawing/2014/main" id="{0DE456C8-BFF6-4B2B-AB8E-F729FF7FC4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0" name="直線コネクタ 115869">
                      <a:extLst>
                        <a:ext uri="{FF2B5EF4-FFF2-40B4-BE49-F238E27FC236}">
                          <a16:creationId xmlns:a16="http://schemas.microsoft.com/office/drawing/2014/main" id="{22DF0446-EDB6-4035-8081-55A1290607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1" name="直線コネクタ 115870">
                      <a:extLst>
                        <a:ext uri="{FF2B5EF4-FFF2-40B4-BE49-F238E27FC236}">
                          <a16:creationId xmlns:a16="http://schemas.microsoft.com/office/drawing/2014/main" id="{81011CF0-7F7A-4128-A216-D39341C1CD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2" name="直線コネクタ 115871">
                      <a:extLst>
                        <a:ext uri="{FF2B5EF4-FFF2-40B4-BE49-F238E27FC236}">
                          <a16:creationId xmlns:a16="http://schemas.microsoft.com/office/drawing/2014/main" id="{B9357366-BF0C-4DE3-BCAD-CB66721EF59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3" name="直線コネクタ 115872">
                      <a:extLst>
                        <a:ext uri="{FF2B5EF4-FFF2-40B4-BE49-F238E27FC236}">
                          <a16:creationId xmlns:a16="http://schemas.microsoft.com/office/drawing/2014/main" id="{11C4AB2C-DB5B-4AFB-81EA-87A63C27F1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4" name="直線コネクタ 115873">
                      <a:extLst>
                        <a:ext uri="{FF2B5EF4-FFF2-40B4-BE49-F238E27FC236}">
                          <a16:creationId xmlns:a16="http://schemas.microsoft.com/office/drawing/2014/main" id="{AD12B98B-82FA-4FEA-838F-1D4B11D6CF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5" name="直線コネクタ 115874">
                      <a:extLst>
                        <a:ext uri="{FF2B5EF4-FFF2-40B4-BE49-F238E27FC236}">
                          <a16:creationId xmlns:a16="http://schemas.microsoft.com/office/drawing/2014/main" id="{83D9857D-8225-442C-83DF-01A1E428C6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6" name="直線コネクタ 115875">
                      <a:extLst>
                        <a:ext uri="{FF2B5EF4-FFF2-40B4-BE49-F238E27FC236}">
                          <a16:creationId xmlns:a16="http://schemas.microsoft.com/office/drawing/2014/main" id="{2E653106-9A55-472A-8AC6-4FBC90639D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7" name="直線コネクタ 115876">
                      <a:extLst>
                        <a:ext uri="{FF2B5EF4-FFF2-40B4-BE49-F238E27FC236}">
                          <a16:creationId xmlns:a16="http://schemas.microsoft.com/office/drawing/2014/main" id="{E1179E8E-E66D-4B6A-9348-65C3F0DC80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8" name="直線コネクタ 115877">
                      <a:extLst>
                        <a:ext uri="{FF2B5EF4-FFF2-40B4-BE49-F238E27FC236}">
                          <a16:creationId xmlns:a16="http://schemas.microsoft.com/office/drawing/2014/main" id="{CD9A1D8C-325D-4802-A06A-B268917968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79" name="直線コネクタ 115878">
                      <a:extLst>
                        <a:ext uri="{FF2B5EF4-FFF2-40B4-BE49-F238E27FC236}">
                          <a16:creationId xmlns:a16="http://schemas.microsoft.com/office/drawing/2014/main" id="{5B15BC51-A1B0-4334-9CD3-5E05CEE2CF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0" name="直線コネクタ 115879">
                      <a:extLst>
                        <a:ext uri="{FF2B5EF4-FFF2-40B4-BE49-F238E27FC236}">
                          <a16:creationId xmlns:a16="http://schemas.microsoft.com/office/drawing/2014/main" id="{38565269-FFF7-4643-A41C-CF1B15BED7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1" name="直線コネクタ 115880">
                      <a:extLst>
                        <a:ext uri="{FF2B5EF4-FFF2-40B4-BE49-F238E27FC236}">
                          <a16:creationId xmlns:a16="http://schemas.microsoft.com/office/drawing/2014/main" id="{19B0B041-411F-490B-8CCA-63D3D32BAE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2" name="直線コネクタ 115881">
                      <a:extLst>
                        <a:ext uri="{FF2B5EF4-FFF2-40B4-BE49-F238E27FC236}">
                          <a16:creationId xmlns:a16="http://schemas.microsoft.com/office/drawing/2014/main" id="{E9997216-90A0-4D9B-BCD0-79E4799A36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3" name="直線コネクタ 115882">
                      <a:extLst>
                        <a:ext uri="{FF2B5EF4-FFF2-40B4-BE49-F238E27FC236}">
                          <a16:creationId xmlns:a16="http://schemas.microsoft.com/office/drawing/2014/main" id="{99EC943B-BCD5-45A2-B667-D046E447D5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4" name="直線コネクタ 115883">
                      <a:extLst>
                        <a:ext uri="{FF2B5EF4-FFF2-40B4-BE49-F238E27FC236}">
                          <a16:creationId xmlns:a16="http://schemas.microsoft.com/office/drawing/2014/main" id="{33250C88-1294-4AE2-8E75-B3C1FCCA76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5" name="直線コネクタ 115884">
                      <a:extLst>
                        <a:ext uri="{FF2B5EF4-FFF2-40B4-BE49-F238E27FC236}">
                          <a16:creationId xmlns:a16="http://schemas.microsoft.com/office/drawing/2014/main" id="{C598B981-C35F-4758-B946-538E3AB01F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6" name="直線コネクタ 115885">
                      <a:extLst>
                        <a:ext uri="{FF2B5EF4-FFF2-40B4-BE49-F238E27FC236}">
                          <a16:creationId xmlns:a16="http://schemas.microsoft.com/office/drawing/2014/main" id="{F38D4A13-C52E-44CF-83FF-5B9A309D6D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7" name="直線コネクタ 115886">
                      <a:extLst>
                        <a:ext uri="{FF2B5EF4-FFF2-40B4-BE49-F238E27FC236}">
                          <a16:creationId xmlns:a16="http://schemas.microsoft.com/office/drawing/2014/main" id="{554CAB19-D708-4337-8731-80491D4855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8" name="直線コネクタ 115887">
                      <a:extLst>
                        <a:ext uri="{FF2B5EF4-FFF2-40B4-BE49-F238E27FC236}">
                          <a16:creationId xmlns:a16="http://schemas.microsoft.com/office/drawing/2014/main" id="{998ADBEE-38B0-48F6-9543-94018D052D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89" name="直線コネクタ 115888">
                      <a:extLst>
                        <a:ext uri="{FF2B5EF4-FFF2-40B4-BE49-F238E27FC236}">
                          <a16:creationId xmlns:a16="http://schemas.microsoft.com/office/drawing/2014/main" id="{FB0EEC99-1528-49F2-9119-22C3879F05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744" name="グループ化 115743">
                    <a:extLst>
                      <a:ext uri="{FF2B5EF4-FFF2-40B4-BE49-F238E27FC236}">
                        <a16:creationId xmlns:a16="http://schemas.microsoft.com/office/drawing/2014/main" id="{787E4CFF-6AA7-440C-BD20-841472A9C9AB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806" name="直線コネクタ 115805">
                      <a:extLst>
                        <a:ext uri="{FF2B5EF4-FFF2-40B4-BE49-F238E27FC236}">
                          <a16:creationId xmlns:a16="http://schemas.microsoft.com/office/drawing/2014/main" id="{02A6ABC3-7B06-4CFD-8AC2-7770CC924B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7" name="直線コネクタ 115806">
                      <a:extLst>
                        <a:ext uri="{FF2B5EF4-FFF2-40B4-BE49-F238E27FC236}">
                          <a16:creationId xmlns:a16="http://schemas.microsoft.com/office/drawing/2014/main" id="{26FD2B7A-70C3-45C5-A622-8ACB0CCDFE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8" name="直線コネクタ 115807">
                      <a:extLst>
                        <a:ext uri="{FF2B5EF4-FFF2-40B4-BE49-F238E27FC236}">
                          <a16:creationId xmlns:a16="http://schemas.microsoft.com/office/drawing/2014/main" id="{A483AA20-B28E-4224-8A6B-12F48357F4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9" name="直線コネクタ 115808">
                      <a:extLst>
                        <a:ext uri="{FF2B5EF4-FFF2-40B4-BE49-F238E27FC236}">
                          <a16:creationId xmlns:a16="http://schemas.microsoft.com/office/drawing/2014/main" id="{5253A883-1322-42F7-A828-FC4D9ACE6E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0" name="直線コネクタ 115809">
                      <a:extLst>
                        <a:ext uri="{FF2B5EF4-FFF2-40B4-BE49-F238E27FC236}">
                          <a16:creationId xmlns:a16="http://schemas.microsoft.com/office/drawing/2014/main" id="{2E61C775-5369-431C-9923-95534A8AE1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1" name="直線コネクタ 115810">
                      <a:extLst>
                        <a:ext uri="{FF2B5EF4-FFF2-40B4-BE49-F238E27FC236}">
                          <a16:creationId xmlns:a16="http://schemas.microsoft.com/office/drawing/2014/main" id="{38662D69-DBA8-4A3E-957F-FF22018E6B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2" name="直線コネクタ 115811">
                      <a:extLst>
                        <a:ext uri="{FF2B5EF4-FFF2-40B4-BE49-F238E27FC236}">
                          <a16:creationId xmlns:a16="http://schemas.microsoft.com/office/drawing/2014/main" id="{3637B146-D0E3-401B-A642-B60122F2DCD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3" name="直線コネクタ 115812">
                      <a:extLst>
                        <a:ext uri="{FF2B5EF4-FFF2-40B4-BE49-F238E27FC236}">
                          <a16:creationId xmlns:a16="http://schemas.microsoft.com/office/drawing/2014/main" id="{BE29172A-CDA4-4059-9291-B9963FE1A1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4" name="直線コネクタ 115813">
                      <a:extLst>
                        <a:ext uri="{FF2B5EF4-FFF2-40B4-BE49-F238E27FC236}">
                          <a16:creationId xmlns:a16="http://schemas.microsoft.com/office/drawing/2014/main" id="{51D5A0EE-7AC9-44EE-8220-4B3B694F5A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5" name="直線コネクタ 115814">
                      <a:extLst>
                        <a:ext uri="{FF2B5EF4-FFF2-40B4-BE49-F238E27FC236}">
                          <a16:creationId xmlns:a16="http://schemas.microsoft.com/office/drawing/2014/main" id="{8E2FD045-13BB-4A52-9F60-46E5D15EAC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6" name="直線コネクタ 115815">
                      <a:extLst>
                        <a:ext uri="{FF2B5EF4-FFF2-40B4-BE49-F238E27FC236}">
                          <a16:creationId xmlns:a16="http://schemas.microsoft.com/office/drawing/2014/main" id="{B493C528-EE19-405C-8477-592D06CB90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7" name="直線コネクタ 115816">
                      <a:extLst>
                        <a:ext uri="{FF2B5EF4-FFF2-40B4-BE49-F238E27FC236}">
                          <a16:creationId xmlns:a16="http://schemas.microsoft.com/office/drawing/2014/main" id="{303E60CB-2673-463F-AEC3-B5CF0FD395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8" name="直線コネクタ 115817">
                      <a:extLst>
                        <a:ext uri="{FF2B5EF4-FFF2-40B4-BE49-F238E27FC236}">
                          <a16:creationId xmlns:a16="http://schemas.microsoft.com/office/drawing/2014/main" id="{FFB1BAB0-B692-4940-9219-A4647EB0A1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19" name="直線コネクタ 115818">
                      <a:extLst>
                        <a:ext uri="{FF2B5EF4-FFF2-40B4-BE49-F238E27FC236}">
                          <a16:creationId xmlns:a16="http://schemas.microsoft.com/office/drawing/2014/main" id="{8DE77592-BB18-447B-8176-5096E0F487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0" name="直線コネクタ 115819">
                      <a:extLst>
                        <a:ext uri="{FF2B5EF4-FFF2-40B4-BE49-F238E27FC236}">
                          <a16:creationId xmlns:a16="http://schemas.microsoft.com/office/drawing/2014/main" id="{0E93F340-BF32-4D4E-B1FD-EC5C6C9F93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1" name="直線コネクタ 115820">
                      <a:extLst>
                        <a:ext uri="{FF2B5EF4-FFF2-40B4-BE49-F238E27FC236}">
                          <a16:creationId xmlns:a16="http://schemas.microsoft.com/office/drawing/2014/main" id="{C848663F-8956-4E6D-B67C-65FBAA2EDB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2" name="直線コネクタ 115821">
                      <a:extLst>
                        <a:ext uri="{FF2B5EF4-FFF2-40B4-BE49-F238E27FC236}">
                          <a16:creationId xmlns:a16="http://schemas.microsoft.com/office/drawing/2014/main" id="{8AA3E3EE-E6E5-4841-A2EC-1186DF3082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3" name="直線コネクタ 115822">
                      <a:extLst>
                        <a:ext uri="{FF2B5EF4-FFF2-40B4-BE49-F238E27FC236}">
                          <a16:creationId xmlns:a16="http://schemas.microsoft.com/office/drawing/2014/main" id="{5E0364A8-71D0-4253-8F5E-E4B72D4AB7E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4" name="直線コネクタ 115823">
                      <a:extLst>
                        <a:ext uri="{FF2B5EF4-FFF2-40B4-BE49-F238E27FC236}">
                          <a16:creationId xmlns:a16="http://schemas.microsoft.com/office/drawing/2014/main" id="{A9B69450-B9E9-40F9-8891-90AB0EC2A5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5" name="直線コネクタ 115824">
                      <a:extLst>
                        <a:ext uri="{FF2B5EF4-FFF2-40B4-BE49-F238E27FC236}">
                          <a16:creationId xmlns:a16="http://schemas.microsoft.com/office/drawing/2014/main" id="{3E605243-1222-4EF7-93A5-DDB522E26B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6" name="直線コネクタ 115825">
                      <a:extLst>
                        <a:ext uri="{FF2B5EF4-FFF2-40B4-BE49-F238E27FC236}">
                          <a16:creationId xmlns:a16="http://schemas.microsoft.com/office/drawing/2014/main" id="{A02B2F28-E3EA-4D3E-AB3F-6F7289CBBB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7" name="直線コネクタ 115826">
                      <a:extLst>
                        <a:ext uri="{FF2B5EF4-FFF2-40B4-BE49-F238E27FC236}">
                          <a16:creationId xmlns:a16="http://schemas.microsoft.com/office/drawing/2014/main" id="{B700AC9D-6543-4209-969A-8BF7BE56E1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8" name="直線コネクタ 115827">
                      <a:extLst>
                        <a:ext uri="{FF2B5EF4-FFF2-40B4-BE49-F238E27FC236}">
                          <a16:creationId xmlns:a16="http://schemas.microsoft.com/office/drawing/2014/main" id="{458D771F-DE7B-4A80-BD86-4EFA08906B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29" name="直線コネクタ 115828">
                      <a:extLst>
                        <a:ext uri="{FF2B5EF4-FFF2-40B4-BE49-F238E27FC236}">
                          <a16:creationId xmlns:a16="http://schemas.microsoft.com/office/drawing/2014/main" id="{6D8CF38C-5FE1-4399-8409-F25CFE984C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0" name="直線コネクタ 115829">
                      <a:extLst>
                        <a:ext uri="{FF2B5EF4-FFF2-40B4-BE49-F238E27FC236}">
                          <a16:creationId xmlns:a16="http://schemas.microsoft.com/office/drawing/2014/main" id="{4FEDD065-0882-4FC9-8BAC-F9E2170364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1" name="直線コネクタ 115830">
                      <a:extLst>
                        <a:ext uri="{FF2B5EF4-FFF2-40B4-BE49-F238E27FC236}">
                          <a16:creationId xmlns:a16="http://schemas.microsoft.com/office/drawing/2014/main" id="{F997F220-04B1-4CE8-B0B0-785C819156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2" name="直線コネクタ 115831">
                      <a:extLst>
                        <a:ext uri="{FF2B5EF4-FFF2-40B4-BE49-F238E27FC236}">
                          <a16:creationId xmlns:a16="http://schemas.microsoft.com/office/drawing/2014/main" id="{7BA1DDD2-643A-4E19-97C7-98FB74F516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3" name="直線コネクタ 115832">
                      <a:extLst>
                        <a:ext uri="{FF2B5EF4-FFF2-40B4-BE49-F238E27FC236}">
                          <a16:creationId xmlns:a16="http://schemas.microsoft.com/office/drawing/2014/main" id="{6CFDB361-6C5D-4470-AE6A-D9C1D266EC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4" name="直線コネクタ 115833">
                      <a:extLst>
                        <a:ext uri="{FF2B5EF4-FFF2-40B4-BE49-F238E27FC236}">
                          <a16:creationId xmlns:a16="http://schemas.microsoft.com/office/drawing/2014/main" id="{AD7E1D5D-D73D-43C8-88DB-5EA05D6D50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5" name="直線コネクタ 115834">
                      <a:extLst>
                        <a:ext uri="{FF2B5EF4-FFF2-40B4-BE49-F238E27FC236}">
                          <a16:creationId xmlns:a16="http://schemas.microsoft.com/office/drawing/2014/main" id="{DE1C6A9A-2CCC-4C3D-B5EB-2881A1D22E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6" name="直線コネクタ 115835">
                      <a:extLst>
                        <a:ext uri="{FF2B5EF4-FFF2-40B4-BE49-F238E27FC236}">
                          <a16:creationId xmlns:a16="http://schemas.microsoft.com/office/drawing/2014/main" id="{2E6CFA34-B245-4CD2-B35D-F995B304A4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7" name="直線コネクタ 115836">
                      <a:extLst>
                        <a:ext uri="{FF2B5EF4-FFF2-40B4-BE49-F238E27FC236}">
                          <a16:creationId xmlns:a16="http://schemas.microsoft.com/office/drawing/2014/main" id="{3A50E1BA-57C5-4F82-909B-AF2E47B093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8" name="直線コネクタ 115837">
                      <a:extLst>
                        <a:ext uri="{FF2B5EF4-FFF2-40B4-BE49-F238E27FC236}">
                          <a16:creationId xmlns:a16="http://schemas.microsoft.com/office/drawing/2014/main" id="{4F45D056-2F55-4EF3-A058-A322A0D58C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39" name="直線コネクタ 115838">
                      <a:extLst>
                        <a:ext uri="{FF2B5EF4-FFF2-40B4-BE49-F238E27FC236}">
                          <a16:creationId xmlns:a16="http://schemas.microsoft.com/office/drawing/2014/main" id="{9B09A401-AF48-472E-81C6-EF786373EC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0" name="直線コネクタ 115839">
                      <a:extLst>
                        <a:ext uri="{FF2B5EF4-FFF2-40B4-BE49-F238E27FC236}">
                          <a16:creationId xmlns:a16="http://schemas.microsoft.com/office/drawing/2014/main" id="{CEFDF543-B33A-466D-B3E4-1AC9B9C30D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1" name="直線コネクタ 115840">
                      <a:extLst>
                        <a:ext uri="{FF2B5EF4-FFF2-40B4-BE49-F238E27FC236}">
                          <a16:creationId xmlns:a16="http://schemas.microsoft.com/office/drawing/2014/main" id="{5EDBB59F-A9BF-41FC-9659-F539ADD066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2" name="直線コネクタ 115841">
                      <a:extLst>
                        <a:ext uri="{FF2B5EF4-FFF2-40B4-BE49-F238E27FC236}">
                          <a16:creationId xmlns:a16="http://schemas.microsoft.com/office/drawing/2014/main" id="{825F48B8-9AF3-4DB4-8D6C-C407DF58C3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3" name="直線コネクタ 115842">
                      <a:extLst>
                        <a:ext uri="{FF2B5EF4-FFF2-40B4-BE49-F238E27FC236}">
                          <a16:creationId xmlns:a16="http://schemas.microsoft.com/office/drawing/2014/main" id="{8A9E06C2-0E93-4C0B-9EA7-30D7F3162D2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4" name="直線コネクタ 115843">
                      <a:extLst>
                        <a:ext uri="{FF2B5EF4-FFF2-40B4-BE49-F238E27FC236}">
                          <a16:creationId xmlns:a16="http://schemas.microsoft.com/office/drawing/2014/main" id="{45B3E922-83E0-4A32-B34E-4B117836EB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5" name="直線コネクタ 115844">
                      <a:extLst>
                        <a:ext uri="{FF2B5EF4-FFF2-40B4-BE49-F238E27FC236}">
                          <a16:creationId xmlns:a16="http://schemas.microsoft.com/office/drawing/2014/main" id="{51772790-D8BF-4392-912F-38F7DA70FD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6" name="直線コネクタ 115845">
                      <a:extLst>
                        <a:ext uri="{FF2B5EF4-FFF2-40B4-BE49-F238E27FC236}">
                          <a16:creationId xmlns:a16="http://schemas.microsoft.com/office/drawing/2014/main" id="{0F75FE8E-ED94-419B-9910-A2DA6D8CC6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47" name="直線コネクタ 115846">
                      <a:extLst>
                        <a:ext uri="{FF2B5EF4-FFF2-40B4-BE49-F238E27FC236}">
                          <a16:creationId xmlns:a16="http://schemas.microsoft.com/office/drawing/2014/main" id="{434904BD-2D6D-42EC-8426-E115E55FB8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745" name="グループ化 115744">
                    <a:extLst>
                      <a:ext uri="{FF2B5EF4-FFF2-40B4-BE49-F238E27FC236}">
                        <a16:creationId xmlns:a16="http://schemas.microsoft.com/office/drawing/2014/main" id="{9C820929-4D76-4B3F-953A-927681877781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798" name="直線コネクタ 115797">
                      <a:extLst>
                        <a:ext uri="{FF2B5EF4-FFF2-40B4-BE49-F238E27FC236}">
                          <a16:creationId xmlns:a16="http://schemas.microsoft.com/office/drawing/2014/main" id="{5E084F42-066E-417A-B316-AD89CB36D5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99" name="直線コネクタ 115798">
                      <a:extLst>
                        <a:ext uri="{FF2B5EF4-FFF2-40B4-BE49-F238E27FC236}">
                          <a16:creationId xmlns:a16="http://schemas.microsoft.com/office/drawing/2014/main" id="{E860B88D-0267-47E6-AB5C-3BC62F3A6C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0" name="直線コネクタ 115799">
                      <a:extLst>
                        <a:ext uri="{FF2B5EF4-FFF2-40B4-BE49-F238E27FC236}">
                          <a16:creationId xmlns:a16="http://schemas.microsoft.com/office/drawing/2014/main" id="{EECCBB7F-9449-4485-B5F7-D115F07691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1" name="直線コネクタ 115800">
                      <a:extLst>
                        <a:ext uri="{FF2B5EF4-FFF2-40B4-BE49-F238E27FC236}">
                          <a16:creationId xmlns:a16="http://schemas.microsoft.com/office/drawing/2014/main" id="{98A95F44-1739-4E8A-8B0E-CEBD813F1A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2" name="直線コネクタ 115801">
                      <a:extLst>
                        <a:ext uri="{FF2B5EF4-FFF2-40B4-BE49-F238E27FC236}">
                          <a16:creationId xmlns:a16="http://schemas.microsoft.com/office/drawing/2014/main" id="{EE5C6C51-C78E-452A-9E76-A8C0C80C23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3" name="直線コネクタ 115802">
                      <a:extLst>
                        <a:ext uri="{FF2B5EF4-FFF2-40B4-BE49-F238E27FC236}">
                          <a16:creationId xmlns:a16="http://schemas.microsoft.com/office/drawing/2014/main" id="{EFC4D1F4-D1EB-4D50-8743-CB029039D8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4" name="直線コネクタ 115803">
                      <a:extLst>
                        <a:ext uri="{FF2B5EF4-FFF2-40B4-BE49-F238E27FC236}">
                          <a16:creationId xmlns:a16="http://schemas.microsoft.com/office/drawing/2014/main" id="{1794E84D-5E62-4912-9A96-23F8F5147B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805" name="直線コネクタ 115804">
                      <a:extLst>
                        <a:ext uri="{FF2B5EF4-FFF2-40B4-BE49-F238E27FC236}">
                          <a16:creationId xmlns:a16="http://schemas.microsoft.com/office/drawing/2014/main" id="{E234297A-956F-4C0F-B92E-BB4CFBFADA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746" name="グループ化 115745">
                    <a:extLst>
                      <a:ext uri="{FF2B5EF4-FFF2-40B4-BE49-F238E27FC236}">
                        <a16:creationId xmlns:a16="http://schemas.microsoft.com/office/drawing/2014/main" id="{4D6F41DD-9F01-43F8-AAB4-B95B8CFE910C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790" name="直線コネクタ 115789">
                      <a:extLst>
                        <a:ext uri="{FF2B5EF4-FFF2-40B4-BE49-F238E27FC236}">
                          <a16:creationId xmlns:a16="http://schemas.microsoft.com/office/drawing/2014/main" id="{53F66F00-3E90-4AA8-AB97-9064F8EF84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91" name="直線コネクタ 115790">
                      <a:extLst>
                        <a:ext uri="{FF2B5EF4-FFF2-40B4-BE49-F238E27FC236}">
                          <a16:creationId xmlns:a16="http://schemas.microsoft.com/office/drawing/2014/main" id="{0F2F8F3E-8798-4A67-AD58-D39A405556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92" name="直線コネクタ 115791">
                      <a:extLst>
                        <a:ext uri="{FF2B5EF4-FFF2-40B4-BE49-F238E27FC236}">
                          <a16:creationId xmlns:a16="http://schemas.microsoft.com/office/drawing/2014/main" id="{B92266AB-CDF8-430F-B9C4-BD1DD70A9F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93" name="直線コネクタ 115792">
                      <a:extLst>
                        <a:ext uri="{FF2B5EF4-FFF2-40B4-BE49-F238E27FC236}">
                          <a16:creationId xmlns:a16="http://schemas.microsoft.com/office/drawing/2014/main" id="{2AB7F449-F855-4D8F-A963-B09862BB8E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94" name="直線コネクタ 115793">
                      <a:extLst>
                        <a:ext uri="{FF2B5EF4-FFF2-40B4-BE49-F238E27FC236}">
                          <a16:creationId xmlns:a16="http://schemas.microsoft.com/office/drawing/2014/main" id="{AAF2C947-9D63-4681-8180-9A89559856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95" name="直線コネクタ 115794">
                      <a:extLst>
                        <a:ext uri="{FF2B5EF4-FFF2-40B4-BE49-F238E27FC236}">
                          <a16:creationId xmlns:a16="http://schemas.microsoft.com/office/drawing/2014/main" id="{5777CCF3-CDCD-47BB-BC7B-D6F147BC43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96" name="直線コネクタ 115795">
                      <a:extLst>
                        <a:ext uri="{FF2B5EF4-FFF2-40B4-BE49-F238E27FC236}">
                          <a16:creationId xmlns:a16="http://schemas.microsoft.com/office/drawing/2014/main" id="{94BF229C-854A-4D49-BD77-0858B93C01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97" name="直線コネクタ 115796">
                      <a:extLst>
                        <a:ext uri="{FF2B5EF4-FFF2-40B4-BE49-F238E27FC236}">
                          <a16:creationId xmlns:a16="http://schemas.microsoft.com/office/drawing/2014/main" id="{CC246D06-69EC-4305-B6DE-1F55613F7D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747" name="グループ化 115746">
                    <a:extLst>
                      <a:ext uri="{FF2B5EF4-FFF2-40B4-BE49-F238E27FC236}">
                        <a16:creationId xmlns:a16="http://schemas.microsoft.com/office/drawing/2014/main" id="{49D1AA08-68D7-4458-B98A-C9147909F4B7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748" name="直線コネクタ 115747">
                      <a:extLst>
                        <a:ext uri="{FF2B5EF4-FFF2-40B4-BE49-F238E27FC236}">
                          <a16:creationId xmlns:a16="http://schemas.microsoft.com/office/drawing/2014/main" id="{B94D211D-BEE5-4729-B8B4-0A2B42F922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49" name="直線コネクタ 115748">
                      <a:extLst>
                        <a:ext uri="{FF2B5EF4-FFF2-40B4-BE49-F238E27FC236}">
                          <a16:creationId xmlns:a16="http://schemas.microsoft.com/office/drawing/2014/main" id="{7884253E-19C5-478A-8FA4-0EACA9AC20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0" name="直線コネクタ 115749">
                      <a:extLst>
                        <a:ext uri="{FF2B5EF4-FFF2-40B4-BE49-F238E27FC236}">
                          <a16:creationId xmlns:a16="http://schemas.microsoft.com/office/drawing/2014/main" id="{46298798-819D-4198-997D-8A2024DFE4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1" name="直線コネクタ 115750">
                      <a:extLst>
                        <a:ext uri="{FF2B5EF4-FFF2-40B4-BE49-F238E27FC236}">
                          <a16:creationId xmlns:a16="http://schemas.microsoft.com/office/drawing/2014/main" id="{F70E4095-EC20-48B6-B00C-AE685E8E79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2" name="直線コネクタ 115751">
                      <a:extLst>
                        <a:ext uri="{FF2B5EF4-FFF2-40B4-BE49-F238E27FC236}">
                          <a16:creationId xmlns:a16="http://schemas.microsoft.com/office/drawing/2014/main" id="{C068D7D0-2834-4CA7-85B0-2C4DE51259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3" name="直線コネクタ 115752">
                      <a:extLst>
                        <a:ext uri="{FF2B5EF4-FFF2-40B4-BE49-F238E27FC236}">
                          <a16:creationId xmlns:a16="http://schemas.microsoft.com/office/drawing/2014/main" id="{3B2C77E1-A033-4B48-9CFE-81EDE9314A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4" name="直線コネクタ 115753">
                      <a:extLst>
                        <a:ext uri="{FF2B5EF4-FFF2-40B4-BE49-F238E27FC236}">
                          <a16:creationId xmlns:a16="http://schemas.microsoft.com/office/drawing/2014/main" id="{9F381FF3-76B4-4B63-BF71-B896033859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5" name="直線コネクタ 115754">
                      <a:extLst>
                        <a:ext uri="{FF2B5EF4-FFF2-40B4-BE49-F238E27FC236}">
                          <a16:creationId xmlns:a16="http://schemas.microsoft.com/office/drawing/2014/main" id="{12EDB1FB-5ADE-4E79-A1FE-97BA01AAAC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6" name="直線コネクタ 115755">
                      <a:extLst>
                        <a:ext uri="{FF2B5EF4-FFF2-40B4-BE49-F238E27FC236}">
                          <a16:creationId xmlns:a16="http://schemas.microsoft.com/office/drawing/2014/main" id="{1CF3CD32-3FA4-4ABD-8534-4D8DFF1630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7" name="直線コネクタ 115756">
                      <a:extLst>
                        <a:ext uri="{FF2B5EF4-FFF2-40B4-BE49-F238E27FC236}">
                          <a16:creationId xmlns:a16="http://schemas.microsoft.com/office/drawing/2014/main" id="{A7290106-86B6-4A62-9D71-BEEE8BF544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8" name="直線コネクタ 115757">
                      <a:extLst>
                        <a:ext uri="{FF2B5EF4-FFF2-40B4-BE49-F238E27FC236}">
                          <a16:creationId xmlns:a16="http://schemas.microsoft.com/office/drawing/2014/main" id="{7E525A6E-E16D-4E35-A66F-29891212C7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59" name="直線コネクタ 115758">
                      <a:extLst>
                        <a:ext uri="{FF2B5EF4-FFF2-40B4-BE49-F238E27FC236}">
                          <a16:creationId xmlns:a16="http://schemas.microsoft.com/office/drawing/2014/main" id="{BA15F828-E4A9-40F9-A4E8-20ACE8B6CE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0" name="直線コネクタ 115759">
                      <a:extLst>
                        <a:ext uri="{FF2B5EF4-FFF2-40B4-BE49-F238E27FC236}">
                          <a16:creationId xmlns:a16="http://schemas.microsoft.com/office/drawing/2014/main" id="{DEF8F9A9-2B99-426F-BDA8-3D2575D30A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1" name="直線コネクタ 115760">
                      <a:extLst>
                        <a:ext uri="{FF2B5EF4-FFF2-40B4-BE49-F238E27FC236}">
                          <a16:creationId xmlns:a16="http://schemas.microsoft.com/office/drawing/2014/main" id="{C8E99B8F-4D4C-4C0C-8B06-CFEE858650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2" name="直線コネクタ 115761">
                      <a:extLst>
                        <a:ext uri="{FF2B5EF4-FFF2-40B4-BE49-F238E27FC236}">
                          <a16:creationId xmlns:a16="http://schemas.microsoft.com/office/drawing/2014/main" id="{98D446C4-028B-4322-A634-92E9AAEF0C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3" name="直線コネクタ 115762">
                      <a:extLst>
                        <a:ext uri="{FF2B5EF4-FFF2-40B4-BE49-F238E27FC236}">
                          <a16:creationId xmlns:a16="http://schemas.microsoft.com/office/drawing/2014/main" id="{C2669ADA-D5D2-4B9E-967A-B432B6A21A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4" name="直線コネクタ 115763">
                      <a:extLst>
                        <a:ext uri="{FF2B5EF4-FFF2-40B4-BE49-F238E27FC236}">
                          <a16:creationId xmlns:a16="http://schemas.microsoft.com/office/drawing/2014/main" id="{2FB43984-FC76-444C-B474-CBE744444E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5" name="直線コネクタ 115764">
                      <a:extLst>
                        <a:ext uri="{FF2B5EF4-FFF2-40B4-BE49-F238E27FC236}">
                          <a16:creationId xmlns:a16="http://schemas.microsoft.com/office/drawing/2014/main" id="{D28E88E5-B109-482B-872B-EBCDC8FDB2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6" name="直線コネクタ 115765">
                      <a:extLst>
                        <a:ext uri="{FF2B5EF4-FFF2-40B4-BE49-F238E27FC236}">
                          <a16:creationId xmlns:a16="http://schemas.microsoft.com/office/drawing/2014/main" id="{D73FCCD7-77EC-42D5-A8FD-9AC3A33D81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7" name="直線コネクタ 115766">
                      <a:extLst>
                        <a:ext uri="{FF2B5EF4-FFF2-40B4-BE49-F238E27FC236}">
                          <a16:creationId xmlns:a16="http://schemas.microsoft.com/office/drawing/2014/main" id="{7FDDC9A3-034C-47D8-857C-924E8E930E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8" name="直線コネクタ 115767">
                      <a:extLst>
                        <a:ext uri="{FF2B5EF4-FFF2-40B4-BE49-F238E27FC236}">
                          <a16:creationId xmlns:a16="http://schemas.microsoft.com/office/drawing/2014/main" id="{9E27753F-1BB1-402A-B704-A3A30C3870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69" name="直線コネクタ 115768">
                      <a:extLst>
                        <a:ext uri="{FF2B5EF4-FFF2-40B4-BE49-F238E27FC236}">
                          <a16:creationId xmlns:a16="http://schemas.microsoft.com/office/drawing/2014/main" id="{1495D3ED-80DC-4EF0-8AE3-E981B66FA4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0" name="直線コネクタ 115769">
                      <a:extLst>
                        <a:ext uri="{FF2B5EF4-FFF2-40B4-BE49-F238E27FC236}">
                          <a16:creationId xmlns:a16="http://schemas.microsoft.com/office/drawing/2014/main" id="{45AB3E52-0675-4059-AEAF-D9255233DF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1" name="直線コネクタ 115770">
                      <a:extLst>
                        <a:ext uri="{FF2B5EF4-FFF2-40B4-BE49-F238E27FC236}">
                          <a16:creationId xmlns:a16="http://schemas.microsoft.com/office/drawing/2014/main" id="{BE7D03B2-9E40-4005-A38D-7F15F98EA4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2" name="直線コネクタ 115771">
                      <a:extLst>
                        <a:ext uri="{FF2B5EF4-FFF2-40B4-BE49-F238E27FC236}">
                          <a16:creationId xmlns:a16="http://schemas.microsoft.com/office/drawing/2014/main" id="{CEAC940A-724A-4981-A793-8E1512C231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3" name="直線コネクタ 115772">
                      <a:extLst>
                        <a:ext uri="{FF2B5EF4-FFF2-40B4-BE49-F238E27FC236}">
                          <a16:creationId xmlns:a16="http://schemas.microsoft.com/office/drawing/2014/main" id="{7F6A97D9-DF9F-4838-8AF5-D471D3B4F0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4" name="直線コネクタ 115773">
                      <a:extLst>
                        <a:ext uri="{FF2B5EF4-FFF2-40B4-BE49-F238E27FC236}">
                          <a16:creationId xmlns:a16="http://schemas.microsoft.com/office/drawing/2014/main" id="{60ACD709-ACA8-4226-A661-ADEBBB2451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5" name="直線コネクタ 115774">
                      <a:extLst>
                        <a:ext uri="{FF2B5EF4-FFF2-40B4-BE49-F238E27FC236}">
                          <a16:creationId xmlns:a16="http://schemas.microsoft.com/office/drawing/2014/main" id="{D0A0ACFF-5374-49EE-B3ED-143A2C6F0D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6" name="直線コネクタ 115775">
                      <a:extLst>
                        <a:ext uri="{FF2B5EF4-FFF2-40B4-BE49-F238E27FC236}">
                          <a16:creationId xmlns:a16="http://schemas.microsoft.com/office/drawing/2014/main" id="{B56E7C13-9E85-498B-A59F-2C49F8AC81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7" name="直線コネクタ 115776">
                      <a:extLst>
                        <a:ext uri="{FF2B5EF4-FFF2-40B4-BE49-F238E27FC236}">
                          <a16:creationId xmlns:a16="http://schemas.microsoft.com/office/drawing/2014/main" id="{4C70EA6B-5774-4335-8C89-4742C664BC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8" name="直線コネクタ 115777">
                      <a:extLst>
                        <a:ext uri="{FF2B5EF4-FFF2-40B4-BE49-F238E27FC236}">
                          <a16:creationId xmlns:a16="http://schemas.microsoft.com/office/drawing/2014/main" id="{280361E6-47A2-452A-B74E-7F202AFB2B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79" name="直線コネクタ 115778">
                      <a:extLst>
                        <a:ext uri="{FF2B5EF4-FFF2-40B4-BE49-F238E27FC236}">
                          <a16:creationId xmlns:a16="http://schemas.microsoft.com/office/drawing/2014/main" id="{9D928643-22AE-4D0C-A6E8-D5395A3F05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0" name="直線コネクタ 115779">
                      <a:extLst>
                        <a:ext uri="{FF2B5EF4-FFF2-40B4-BE49-F238E27FC236}">
                          <a16:creationId xmlns:a16="http://schemas.microsoft.com/office/drawing/2014/main" id="{AE665FDA-C890-4BD6-BB92-9389ED851E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1" name="直線コネクタ 115780">
                      <a:extLst>
                        <a:ext uri="{FF2B5EF4-FFF2-40B4-BE49-F238E27FC236}">
                          <a16:creationId xmlns:a16="http://schemas.microsoft.com/office/drawing/2014/main" id="{5D341CE0-3D54-4518-940E-05294D8FDE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2" name="直線コネクタ 115781">
                      <a:extLst>
                        <a:ext uri="{FF2B5EF4-FFF2-40B4-BE49-F238E27FC236}">
                          <a16:creationId xmlns:a16="http://schemas.microsoft.com/office/drawing/2014/main" id="{2DD1A360-1E92-4D59-88C6-C033B97337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3" name="直線コネクタ 115782">
                      <a:extLst>
                        <a:ext uri="{FF2B5EF4-FFF2-40B4-BE49-F238E27FC236}">
                          <a16:creationId xmlns:a16="http://schemas.microsoft.com/office/drawing/2014/main" id="{3A8F63CF-43BB-475E-A2DF-179D6EEEF3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4" name="直線コネクタ 115783">
                      <a:extLst>
                        <a:ext uri="{FF2B5EF4-FFF2-40B4-BE49-F238E27FC236}">
                          <a16:creationId xmlns:a16="http://schemas.microsoft.com/office/drawing/2014/main" id="{DBFF5E80-7BDF-4449-98C0-37165D32AE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5" name="直線コネクタ 115784">
                      <a:extLst>
                        <a:ext uri="{FF2B5EF4-FFF2-40B4-BE49-F238E27FC236}">
                          <a16:creationId xmlns:a16="http://schemas.microsoft.com/office/drawing/2014/main" id="{E3920512-7CF7-491C-8F05-A5FB0BCC532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6" name="直線コネクタ 115785">
                      <a:extLst>
                        <a:ext uri="{FF2B5EF4-FFF2-40B4-BE49-F238E27FC236}">
                          <a16:creationId xmlns:a16="http://schemas.microsoft.com/office/drawing/2014/main" id="{9DD5A09D-98BF-47D3-81BC-8065B1A445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7" name="直線コネクタ 115786">
                      <a:extLst>
                        <a:ext uri="{FF2B5EF4-FFF2-40B4-BE49-F238E27FC236}">
                          <a16:creationId xmlns:a16="http://schemas.microsoft.com/office/drawing/2014/main" id="{F4B8D704-45A6-4BB5-87D3-A14FB65B9D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8" name="直線コネクタ 115787">
                      <a:extLst>
                        <a:ext uri="{FF2B5EF4-FFF2-40B4-BE49-F238E27FC236}">
                          <a16:creationId xmlns:a16="http://schemas.microsoft.com/office/drawing/2014/main" id="{DBE395F7-90CF-44A7-A744-BA16CED300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789" name="直線コネクタ 115788">
                      <a:extLst>
                        <a:ext uri="{FF2B5EF4-FFF2-40B4-BE49-F238E27FC236}">
                          <a16:creationId xmlns:a16="http://schemas.microsoft.com/office/drawing/2014/main" id="{062C761D-5241-45BB-99FE-042604EA9B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48" name="グループ化 113647">
                  <a:extLst>
                    <a:ext uri="{FF2B5EF4-FFF2-40B4-BE49-F238E27FC236}">
                      <a16:creationId xmlns:a16="http://schemas.microsoft.com/office/drawing/2014/main" id="{C6CBDD85-FD8D-49D5-9D3E-4AB04061CFB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62103" y="5362081"/>
                  <a:ext cx="75557" cy="75600"/>
                  <a:chOff x="4287481" y="4286224"/>
                  <a:chExt cx="2227978" cy="2229219"/>
                </a:xfrm>
              </p:grpSpPr>
              <p:cxnSp>
                <p:nvCxnSpPr>
                  <p:cNvPr id="115189" name="直線コネクタ 115188">
                    <a:extLst>
                      <a:ext uri="{FF2B5EF4-FFF2-40B4-BE49-F238E27FC236}">
                        <a16:creationId xmlns:a16="http://schemas.microsoft.com/office/drawing/2014/main" id="{B215501A-695A-46DC-B6BD-620A426C0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0" name="直線コネクタ 115189">
                    <a:extLst>
                      <a:ext uri="{FF2B5EF4-FFF2-40B4-BE49-F238E27FC236}">
                        <a16:creationId xmlns:a16="http://schemas.microsoft.com/office/drawing/2014/main" id="{72CA946A-39F1-4C92-A43A-CD1B0AF52A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1" name="直線コネクタ 115190">
                    <a:extLst>
                      <a:ext uri="{FF2B5EF4-FFF2-40B4-BE49-F238E27FC236}">
                        <a16:creationId xmlns:a16="http://schemas.microsoft.com/office/drawing/2014/main" id="{C2D2A8E7-042E-4ECE-AA19-F7F1C4833A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2" name="直線コネクタ 115191">
                    <a:extLst>
                      <a:ext uri="{FF2B5EF4-FFF2-40B4-BE49-F238E27FC236}">
                        <a16:creationId xmlns:a16="http://schemas.microsoft.com/office/drawing/2014/main" id="{20E0A39B-F8E5-455B-BC05-5977FBE44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3" name="直線コネクタ 115192">
                    <a:extLst>
                      <a:ext uri="{FF2B5EF4-FFF2-40B4-BE49-F238E27FC236}">
                        <a16:creationId xmlns:a16="http://schemas.microsoft.com/office/drawing/2014/main" id="{8F9FD8E9-0C60-424D-A68F-01B73EA69F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4" name="直線コネクタ 115193">
                    <a:extLst>
                      <a:ext uri="{FF2B5EF4-FFF2-40B4-BE49-F238E27FC236}">
                        <a16:creationId xmlns:a16="http://schemas.microsoft.com/office/drawing/2014/main" id="{DC381F4C-3A33-4B48-8D02-D39ABE1C51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5" name="直線コネクタ 115194">
                    <a:extLst>
                      <a:ext uri="{FF2B5EF4-FFF2-40B4-BE49-F238E27FC236}">
                        <a16:creationId xmlns:a16="http://schemas.microsoft.com/office/drawing/2014/main" id="{555D5228-102A-4D57-B94B-C4D90AB1EC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6" name="直線コネクタ 115195">
                    <a:extLst>
                      <a:ext uri="{FF2B5EF4-FFF2-40B4-BE49-F238E27FC236}">
                        <a16:creationId xmlns:a16="http://schemas.microsoft.com/office/drawing/2014/main" id="{5C12C08E-2CD9-4CD4-AE8A-DFCA3682DE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7" name="直線コネクタ 115196">
                    <a:extLst>
                      <a:ext uri="{FF2B5EF4-FFF2-40B4-BE49-F238E27FC236}">
                        <a16:creationId xmlns:a16="http://schemas.microsoft.com/office/drawing/2014/main" id="{C9D24EFD-0436-4242-8B43-3CC823B5A6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8" name="直線コネクタ 115197">
                    <a:extLst>
                      <a:ext uri="{FF2B5EF4-FFF2-40B4-BE49-F238E27FC236}">
                        <a16:creationId xmlns:a16="http://schemas.microsoft.com/office/drawing/2014/main" id="{6245CBC4-5220-4B76-826B-5AD7EAEB268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199" name="直線コネクタ 115198">
                    <a:extLst>
                      <a:ext uri="{FF2B5EF4-FFF2-40B4-BE49-F238E27FC236}">
                        <a16:creationId xmlns:a16="http://schemas.microsoft.com/office/drawing/2014/main" id="{3ECD8DA0-D83F-4F9D-BAE2-B5686ECD995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0" name="直線コネクタ 115199">
                    <a:extLst>
                      <a:ext uri="{FF2B5EF4-FFF2-40B4-BE49-F238E27FC236}">
                        <a16:creationId xmlns:a16="http://schemas.microsoft.com/office/drawing/2014/main" id="{2C238BAD-FAE4-4916-BBAC-2B1F95FF97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1" name="直線コネクタ 115200">
                    <a:extLst>
                      <a:ext uri="{FF2B5EF4-FFF2-40B4-BE49-F238E27FC236}">
                        <a16:creationId xmlns:a16="http://schemas.microsoft.com/office/drawing/2014/main" id="{7DE4B285-2FC4-4D48-8A13-8B6DDC8009E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2" name="直線コネクタ 115201">
                    <a:extLst>
                      <a:ext uri="{FF2B5EF4-FFF2-40B4-BE49-F238E27FC236}">
                        <a16:creationId xmlns:a16="http://schemas.microsoft.com/office/drawing/2014/main" id="{9DDC0C70-1FB3-495A-A61C-654860D0D0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3" name="直線コネクタ 115202">
                    <a:extLst>
                      <a:ext uri="{FF2B5EF4-FFF2-40B4-BE49-F238E27FC236}">
                        <a16:creationId xmlns:a16="http://schemas.microsoft.com/office/drawing/2014/main" id="{9DFEA1B4-4EC4-4416-8876-043FC1ED7F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4" name="直線コネクタ 115203">
                    <a:extLst>
                      <a:ext uri="{FF2B5EF4-FFF2-40B4-BE49-F238E27FC236}">
                        <a16:creationId xmlns:a16="http://schemas.microsoft.com/office/drawing/2014/main" id="{8A666A3E-3BA7-462B-B3FD-1CD11A71A0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5" name="直線コネクタ 115204">
                    <a:extLst>
                      <a:ext uri="{FF2B5EF4-FFF2-40B4-BE49-F238E27FC236}">
                        <a16:creationId xmlns:a16="http://schemas.microsoft.com/office/drawing/2014/main" id="{17642423-6B54-443F-BAC4-98017884C1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6" name="直線コネクタ 115205">
                    <a:extLst>
                      <a:ext uri="{FF2B5EF4-FFF2-40B4-BE49-F238E27FC236}">
                        <a16:creationId xmlns:a16="http://schemas.microsoft.com/office/drawing/2014/main" id="{AD5D48CE-8694-4CDC-AA7B-5AE65F2479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7" name="直線コネクタ 115206">
                    <a:extLst>
                      <a:ext uri="{FF2B5EF4-FFF2-40B4-BE49-F238E27FC236}">
                        <a16:creationId xmlns:a16="http://schemas.microsoft.com/office/drawing/2014/main" id="{9361A6B4-52C3-4E38-9589-CB0655775C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8" name="直線コネクタ 115207">
                    <a:extLst>
                      <a:ext uri="{FF2B5EF4-FFF2-40B4-BE49-F238E27FC236}">
                        <a16:creationId xmlns:a16="http://schemas.microsoft.com/office/drawing/2014/main" id="{C7D1752C-F37A-4878-A45F-AD7965F3A4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09" name="直線コネクタ 115208">
                    <a:extLst>
                      <a:ext uri="{FF2B5EF4-FFF2-40B4-BE49-F238E27FC236}">
                        <a16:creationId xmlns:a16="http://schemas.microsoft.com/office/drawing/2014/main" id="{7208CC8D-893A-4EE7-A4E6-EE9AE9BE0F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0" name="直線コネクタ 115209">
                    <a:extLst>
                      <a:ext uri="{FF2B5EF4-FFF2-40B4-BE49-F238E27FC236}">
                        <a16:creationId xmlns:a16="http://schemas.microsoft.com/office/drawing/2014/main" id="{46DC103F-2BA1-4FC1-A9B8-3F3360E94C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1" name="直線コネクタ 115210">
                    <a:extLst>
                      <a:ext uri="{FF2B5EF4-FFF2-40B4-BE49-F238E27FC236}">
                        <a16:creationId xmlns:a16="http://schemas.microsoft.com/office/drawing/2014/main" id="{0F431694-C20D-4B8D-AF1E-D1E2B96F43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2" name="直線コネクタ 115211">
                    <a:extLst>
                      <a:ext uri="{FF2B5EF4-FFF2-40B4-BE49-F238E27FC236}">
                        <a16:creationId xmlns:a16="http://schemas.microsoft.com/office/drawing/2014/main" id="{08EAE1C2-B3E1-4EE0-BD8D-ACF9006815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3" name="直線コネクタ 115212">
                    <a:extLst>
                      <a:ext uri="{FF2B5EF4-FFF2-40B4-BE49-F238E27FC236}">
                        <a16:creationId xmlns:a16="http://schemas.microsoft.com/office/drawing/2014/main" id="{14E9CD19-B866-473D-B6E1-B78F43B6A8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4" name="直線コネクタ 115213">
                    <a:extLst>
                      <a:ext uri="{FF2B5EF4-FFF2-40B4-BE49-F238E27FC236}">
                        <a16:creationId xmlns:a16="http://schemas.microsoft.com/office/drawing/2014/main" id="{E1028603-7E04-4DE6-8A11-7970811658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5" name="直線コネクタ 115214">
                    <a:extLst>
                      <a:ext uri="{FF2B5EF4-FFF2-40B4-BE49-F238E27FC236}">
                        <a16:creationId xmlns:a16="http://schemas.microsoft.com/office/drawing/2014/main" id="{EFDD945C-B6C7-4B44-85EF-D1041018DF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6" name="直線コネクタ 115215">
                    <a:extLst>
                      <a:ext uri="{FF2B5EF4-FFF2-40B4-BE49-F238E27FC236}">
                        <a16:creationId xmlns:a16="http://schemas.microsoft.com/office/drawing/2014/main" id="{21410122-30A7-4D78-90FB-B5FCAA8BFA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7" name="直線コネクタ 115216">
                    <a:extLst>
                      <a:ext uri="{FF2B5EF4-FFF2-40B4-BE49-F238E27FC236}">
                        <a16:creationId xmlns:a16="http://schemas.microsoft.com/office/drawing/2014/main" id="{772CE745-7323-4701-AC38-7D3CD9D361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8" name="直線コネクタ 115217">
                    <a:extLst>
                      <a:ext uri="{FF2B5EF4-FFF2-40B4-BE49-F238E27FC236}">
                        <a16:creationId xmlns:a16="http://schemas.microsoft.com/office/drawing/2014/main" id="{5C9D49A1-2CB0-4B12-99FA-C2BC9D73BF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19" name="直線コネクタ 115218">
                    <a:extLst>
                      <a:ext uri="{FF2B5EF4-FFF2-40B4-BE49-F238E27FC236}">
                        <a16:creationId xmlns:a16="http://schemas.microsoft.com/office/drawing/2014/main" id="{C85FB96D-A028-4BE4-823C-6E064A8062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0" name="直線コネクタ 115219">
                    <a:extLst>
                      <a:ext uri="{FF2B5EF4-FFF2-40B4-BE49-F238E27FC236}">
                        <a16:creationId xmlns:a16="http://schemas.microsoft.com/office/drawing/2014/main" id="{CA8B2301-E0D6-4C2D-97FF-A0452A46ED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1" name="直線コネクタ 115220">
                    <a:extLst>
                      <a:ext uri="{FF2B5EF4-FFF2-40B4-BE49-F238E27FC236}">
                        <a16:creationId xmlns:a16="http://schemas.microsoft.com/office/drawing/2014/main" id="{04015EA0-0029-444E-A1CD-9AA805A7D7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2" name="直線コネクタ 115221">
                    <a:extLst>
                      <a:ext uri="{FF2B5EF4-FFF2-40B4-BE49-F238E27FC236}">
                        <a16:creationId xmlns:a16="http://schemas.microsoft.com/office/drawing/2014/main" id="{F55091CB-9481-4437-9630-857E36E542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3" name="直線コネクタ 115222">
                    <a:extLst>
                      <a:ext uri="{FF2B5EF4-FFF2-40B4-BE49-F238E27FC236}">
                        <a16:creationId xmlns:a16="http://schemas.microsoft.com/office/drawing/2014/main" id="{E132541E-2939-4E35-AF0C-04D22210DB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4" name="直線コネクタ 115223">
                    <a:extLst>
                      <a:ext uri="{FF2B5EF4-FFF2-40B4-BE49-F238E27FC236}">
                        <a16:creationId xmlns:a16="http://schemas.microsoft.com/office/drawing/2014/main" id="{C27CBE1E-4C30-4E0C-8ED6-85342AEE88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5" name="直線コネクタ 115224">
                    <a:extLst>
                      <a:ext uri="{FF2B5EF4-FFF2-40B4-BE49-F238E27FC236}">
                        <a16:creationId xmlns:a16="http://schemas.microsoft.com/office/drawing/2014/main" id="{AA018F34-5D77-4068-A007-56CE286984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6" name="直線コネクタ 115225">
                    <a:extLst>
                      <a:ext uri="{FF2B5EF4-FFF2-40B4-BE49-F238E27FC236}">
                        <a16:creationId xmlns:a16="http://schemas.microsoft.com/office/drawing/2014/main" id="{4F20B749-DD2D-48E9-AF3C-5752D49C3E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7" name="直線コネクタ 115226">
                    <a:extLst>
                      <a:ext uri="{FF2B5EF4-FFF2-40B4-BE49-F238E27FC236}">
                        <a16:creationId xmlns:a16="http://schemas.microsoft.com/office/drawing/2014/main" id="{F47578F5-6599-4CE3-86A2-00C42364A8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8" name="直線コネクタ 115227">
                    <a:extLst>
                      <a:ext uri="{FF2B5EF4-FFF2-40B4-BE49-F238E27FC236}">
                        <a16:creationId xmlns:a16="http://schemas.microsoft.com/office/drawing/2014/main" id="{40E859C6-23AC-4973-B30E-A701420FBE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29" name="直線コネクタ 115228">
                    <a:extLst>
                      <a:ext uri="{FF2B5EF4-FFF2-40B4-BE49-F238E27FC236}">
                        <a16:creationId xmlns:a16="http://schemas.microsoft.com/office/drawing/2014/main" id="{83B68FCA-6593-4C96-949F-C5023AA629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0" name="直線コネクタ 115229">
                    <a:extLst>
                      <a:ext uri="{FF2B5EF4-FFF2-40B4-BE49-F238E27FC236}">
                        <a16:creationId xmlns:a16="http://schemas.microsoft.com/office/drawing/2014/main" id="{2B608079-B2F3-4B38-89AC-4FCF3D3C25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1" name="直線コネクタ 115230">
                    <a:extLst>
                      <a:ext uri="{FF2B5EF4-FFF2-40B4-BE49-F238E27FC236}">
                        <a16:creationId xmlns:a16="http://schemas.microsoft.com/office/drawing/2014/main" id="{83524D65-107C-4A37-9282-FC2C580B9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2" name="直線コネクタ 115231">
                    <a:extLst>
                      <a:ext uri="{FF2B5EF4-FFF2-40B4-BE49-F238E27FC236}">
                        <a16:creationId xmlns:a16="http://schemas.microsoft.com/office/drawing/2014/main" id="{4EAD8882-650D-4375-83D1-93184DAC19D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3" name="直線コネクタ 115232">
                    <a:extLst>
                      <a:ext uri="{FF2B5EF4-FFF2-40B4-BE49-F238E27FC236}">
                        <a16:creationId xmlns:a16="http://schemas.microsoft.com/office/drawing/2014/main" id="{7882FE7F-3A60-46F0-9B2F-2430F1FA216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4" name="直線コネクタ 115233">
                    <a:extLst>
                      <a:ext uri="{FF2B5EF4-FFF2-40B4-BE49-F238E27FC236}">
                        <a16:creationId xmlns:a16="http://schemas.microsoft.com/office/drawing/2014/main" id="{2819A4FF-74D7-48E5-9925-C3D054D4C36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5" name="直線コネクタ 115234">
                    <a:extLst>
                      <a:ext uri="{FF2B5EF4-FFF2-40B4-BE49-F238E27FC236}">
                        <a16:creationId xmlns:a16="http://schemas.microsoft.com/office/drawing/2014/main" id="{A01C78E4-33B9-48E1-AFF7-F732F2D2E52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6" name="直線コネクタ 115235">
                    <a:extLst>
                      <a:ext uri="{FF2B5EF4-FFF2-40B4-BE49-F238E27FC236}">
                        <a16:creationId xmlns:a16="http://schemas.microsoft.com/office/drawing/2014/main" id="{6AEFE193-F782-4874-A6CA-C4DB16D2A3A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7" name="直線コネクタ 115236">
                    <a:extLst>
                      <a:ext uri="{FF2B5EF4-FFF2-40B4-BE49-F238E27FC236}">
                        <a16:creationId xmlns:a16="http://schemas.microsoft.com/office/drawing/2014/main" id="{60854F25-2700-4716-8F88-1057C7229E7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8" name="直線コネクタ 115237">
                    <a:extLst>
                      <a:ext uri="{FF2B5EF4-FFF2-40B4-BE49-F238E27FC236}">
                        <a16:creationId xmlns:a16="http://schemas.microsoft.com/office/drawing/2014/main" id="{5775416B-E780-4B66-9653-C66A6D2CF8B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39" name="直線コネクタ 115238">
                    <a:extLst>
                      <a:ext uri="{FF2B5EF4-FFF2-40B4-BE49-F238E27FC236}">
                        <a16:creationId xmlns:a16="http://schemas.microsoft.com/office/drawing/2014/main" id="{5A98C827-752C-4F91-8899-B30D0A8AC2A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0" name="直線コネクタ 115239">
                    <a:extLst>
                      <a:ext uri="{FF2B5EF4-FFF2-40B4-BE49-F238E27FC236}">
                        <a16:creationId xmlns:a16="http://schemas.microsoft.com/office/drawing/2014/main" id="{6D903621-8EF5-4E5B-B35B-88D5C675FD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1" name="直線コネクタ 115240">
                    <a:extLst>
                      <a:ext uri="{FF2B5EF4-FFF2-40B4-BE49-F238E27FC236}">
                        <a16:creationId xmlns:a16="http://schemas.microsoft.com/office/drawing/2014/main" id="{6CA3ABAA-F297-45E1-97A4-107A6927464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2" name="直線コネクタ 115241">
                    <a:extLst>
                      <a:ext uri="{FF2B5EF4-FFF2-40B4-BE49-F238E27FC236}">
                        <a16:creationId xmlns:a16="http://schemas.microsoft.com/office/drawing/2014/main" id="{002C212E-79D8-4656-862F-C61ACE48F8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3" name="直線コネクタ 115242">
                    <a:extLst>
                      <a:ext uri="{FF2B5EF4-FFF2-40B4-BE49-F238E27FC236}">
                        <a16:creationId xmlns:a16="http://schemas.microsoft.com/office/drawing/2014/main" id="{C9D75B54-F1AB-449F-9590-DED1F73FC3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4" name="直線コネクタ 115243">
                    <a:extLst>
                      <a:ext uri="{FF2B5EF4-FFF2-40B4-BE49-F238E27FC236}">
                        <a16:creationId xmlns:a16="http://schemas.microsoft.com/office/drawing/2014/main" id="{8F5FDFED-13FB-4685-8CAC-FCA6D061D6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5" name="直線コネクタ 115244">
                    <a:extLst>
                      <a:ext uri="{FF2B5EF4-FFF2-40B4-BE49-F238E27FC236}">
                        <a16:creationId xmlns:a16="http://schemas.microsoft.com/office/drawing/2014/main" id="{3EAC177E-D9F7-44DE-830E-FEC5BF1C77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6" name="直線コネクタ 115245">
                    <a:extLst>
                      <a:ext uri="{FF2B5EF4-FFF2-40B4-BE49-F238E27FC236}">
                        <a16:creationId xmlns:a16="http://schemas.microsoft.com/office/drawing/2014/main" id="{84566E64-4D95-45B2-8323-BA8D473358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7" name="直線コネクタ 115246">
                    <a:extLst>
                      <a:ext uri="{FF2B5EF4-FFF2-40B4-BE49-F238E27FC236}">
                        <a16:creationId xmlns:a16="http://schemas.microsoft.com/office/drawing/2014/main" id="{58DF0E0F-D8DB-485E-99C2-D689576681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8" name="直線コネクタ 115247">
                    <a:extLst>
                      <a:ext uri="{FF2B5EF4-FFF2-40B4-BE49-F238E27FC236}">
                        <a16:creationId xmlns:a16="http://schemas.microsoft.com/office/drawing/2014/main" id="{1D99DA65-DF67-468F-A005-0EB6824C7B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49" name="直線コネクタ 115248">
                    <a:extLst>
                      <a:ext uri="{FF2B5EF4-FFF2-40B4-BE49-F238E27FC236}">
                        <a16:creationId xmlns:a16="http://schemas.microsoft.com/office/drawing/2014/main" id="{0E5D572C-2936-46A9-ABF9-B8C9BA568A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0" name="直線コネクタ 115249">
                    <a:extLst>
                      <a:ext uri="{FF2B5EF4-FFF2-40B4-BE49-F238E27FC236}">
                        <a16:creationId xmlns:a16="http://schemas.microsoft.com/office/drawing/2014/main" id="{E0BCFF6B-24A3-47FC-9CDB-25B24BC8EC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1" name="直線コネクタ 115250">
                    <a:extLst>
                      <a:ext uri="{FF2B5EF4-FFF2-40B4-BE49-F238E27FC236}">
                        <a16:creationId xmlns:a16="http://schemas.microsoft.com/office/drawing/2014/main" id="{9B5F04CC-B7FB-4389-814A-38BFD6CA44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2" name="直線コネクタ 115251">
                    <a:extLst>
                      <a:ext uri="{FF2B5EF4-FFF2-40B4-BE49-F238E27FC236}">
                        <a16:creationId xmlns:a16="http://schemas.microsoft.com/office/drawing/2014/main" id="{35717AF6-10C0-4F1C-AEA5-3D3B7256FE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3" name="直線コネクタ 115252">
                    <a:extLst>
                      <a:ext uri="{FF2B5EF4-FFF2-40B4-BE49-F238E27FC236}">
                        <a16:creationId xmlns:a16="http://schemas.microsoft.com/office/drawing/2014/main" id="{33FF4AC3-C4EA-4A34-98DF-51B1C93CDE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4" name="直線コネクタ 115253">
                    <a:extLst>
                      <a:ext uri="{FF2B5EF4-FFF2-40B4-BE49-F238E27FC236}">
                        <a16:creationId xmlns:a16="http://schemas.microsoft.com/office/drawing/2014/main" id="{A8EE63F9-67E3-4314-BCD6-7BED84E9E5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5" name="直線コネクタ 115254">
                    <a:extLst>
                      <a:ext uri="{FF2B5EF4-FFF2-40B4-BE49-F238E27FC236}">
                        <a16:creationId xmlns:a16="http://schemas.microsoft.com/office/drawing/2014/main" id="{76D24F57-AA8F-46F5-85A0-CFE1247397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6" name="直線コネクタ 115255">
                    <a:extLst>
                      <a:ext uri="{FF2B5EF4-FFF2-40B4-BE49-F238E27FC236}">
                        <a16:creationId xmlns:a16="http://schemas.microsoft.com/office/drawing/2014/main" id="{2499BFC4-251B-45AF-8677-6C1F985DDA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7" name="直線コネクタ 115256">
                    <a:extLst>
                      <a:ext uri="{FF2B5EF4-FFF2-40B4-BE49-F238E27FC236}">
                        <a16:creationId xmlns:a16="http://schemas.microsoft.com/office/drawing/2014/main" id="{6E4F7042-A79D-4F27-B587-42C36B7664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8" name="直線コネクタ 115257">
                    <a:extLst>
                      <a:ext uri="{FF2B5EF4-FFF2-40B4-BE49-F238E27FC236}">
                        <a16:creationId xmlns:a16="http://schemas.microsoft.com/office/drawing/2014/main" id="{CE820CF1-8456-4993-9A00-F84F1393B2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59" name="直線コネクタ 115258">
                    <a:extLst>
                      <a:ext uri="{FF2B5EF4-FFF2-40B4-BE49-F238E27FC236}">
                        <a16:creationId xmlns:a16="http://schemas.microsoft.com/office/drawing/2014/main" id="{B3A58186-0B4E-4CF8-8452-8D0EEDF5FB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0" name="直線コネクタ 115259">
                    <a:extLst>
                      <a:ext uri="{FF2B5EF4-FFF2-40B4-BE49-F238E27FC236}">
                        <a16:creationId xmlns:a16="http://schemas.microsoft.com/office/drawing/2014/main" id="{37B1FDA3-FB67-4B7B-A320-455AC0047A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1" name="直線コネクタ 115260">
                    <a:extLst>
                      <a:ext uri="{FF2B5EF4-FFF2-40B4-BE49-F238E27FC236}">
                        <a16:creationId xmlns:a16="http://schemas.microsoft.com/office/drawing/2014/main" id="{24474430-484D-440D-8666-936F88B340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2" name="直線コネクタ 115261">
                    <a:extLst>
                      <a:ext uri="{FF2B5EF4-FFF2-40B4-BE49-F238E27FC236}">
                        <a16:creationId xmlns:a16="http://schemas.microsoft.com/office/drawing/2014/main" id="{9503ABCA-1E21-49A3-93F0-02FEFAECA3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3" name="直線コネクタ 115262">
                    <a:extLst>
                      <a:ext uri="{FF2B5EF4-FFF2-40B4-BE49-F238E27FC236}">
                        <a16:creationId xmlns:a16="http://schemas.microsoft.com/office/drawing/2014/main" id="{39310B6F-432D-434A-87B7-B19B87D68E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4" name="直線コネクタ 115263">
                    <a:extLst>
                      <a:ext uri="{FF2B5EF4-FFF2-40B4-BE49-F238E27FC236}">
                        <a16:creationId xmlns:a16="http://schemas.microsoft.com/office/drawing/2014/main" id="{95BEAD01-6BC0-4BF5-8445-825E63B26D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5" name="直線コネクタ 115264">
                    <a:extLst>
                      <a:ext uri="{FF2B5EF4-FFF2-40B4-BE49-F238E27FC236}">
                        <a16:creationId xmlns:a16="http://schemas.microsoft.com/office/drawing/2014/main" id="{B40556E8-4567-4F6E-82D7-0C8F015C5D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6" name="直線コネクタ 115265">
                    <a:extLst>
                      <a:ext uri="{FF2B5EF4-FFF2-40B4-BE49-F238E27FC236}">
                        <a16:creationId xmlns:a16="http://schemas.microsoft.com/office/drawing/2014/main" id="{C38B652A-FEC9-4D28-8984-AED40983F1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7" name="直線コネクタ 115266">
                    <a:extLst>
                      <a:ext uri="{FF2B5EF4-FFF2-40B4-BE49-F238E27FC236}">
                        <a16:creationId xmlns:a16="http://schemas.microsoft.com/office/drawing/2014/main" id="{D429ADFB-CDAC-4137-BCB6-80F257D602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8" name="直線コネクタ 115267">
                    <a:extLst>
                      <a:ext uri="{FF2B5EF4-FFF2-40B4-BE49-F238E27FC236}">
                        <a16:creationId xmlns:a16="http://schemas.microsoft.com/office/drawing/2014/main" id="{9CAF78CA-731C-4F9E-BE12-1682B0DB19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69" name="直線コネクタ 115268">
                    <a:extLst>
                      <a:ext uri="{FF2B5EF4-FFF2-40B4-BE49-F238E27FC236}">
                        <a16:creationId xmlns:a16="http://schemas.microsoft.com/office/drawing/2014/main" id="{8B198394-4CF4-4DC2-9F29-4F0F081AC3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0" name="直線コネクタ 115269">
                    <a:extLst>
                      <a:ext uri="{FF2B5EF4-FFF2-40B4-BE49-F238E27FC236}">
                        <a16:creationId xmlns:a16="http://schemas.microsoft.com/office/drawing/2014/main" id="{00A80CA1-42E1-4C2E-B0C2-EEBDCFC252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1" name="直線コネクタ 115270">
                    <a:extLst>
                      <a:ext uri="{FF2B5EF4-FFF2-40B4-BE49-F238E27FC236}">
                        <a16:creationId xmlns:a16="http://schemas.microsoft.com/office/drawing/2014/main" id="{F67297B5-4028-48CB-B3F6-D59FA264E7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2" name="直線コネクタ 115271">
                    <a:extLst>
                      <a:ext uri="{FF2B5EF4-FFF2-40B4-BE49-F238E27FC236}">
                        <a16:creationId xmlns:a16="http://schemas.microsoft.com/office/drawing/2014/main" id="{45939354-97B2-4533-A5A8-7E2B92634B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3" name="直線コネクタ 115272">
                    <a:extLst>
                      <a:ext uri="{FF2B5EF4-FFF2-40B4-BE49-F238E27FC236}">
                        <a16:creationId xmlns:a16="http://schemas.microsoft.com/office/drawing/2014/main" id="{CBC0EE60-0126-42B6-B9FB-678F8CDB2A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4" name="直線コネクタ 115273">
                    <a:extLst>
                      <a:ext uri="{FF2B5EF4-FFF2-40B4-BE49-F238E27FC236}">
                        <a16:creationId xmlns:a16="http://schemas.microsoft.com/office/drawing/2014/main" id="{079BD2E9-D387-4893-AF55-4DF36360FA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5" name="直線コネクタ 115274">
                    <a:extLst>
                      <a:ext uri="{FF2B5EF4-FFF2-40B4-BE49-F238E27FC236}">
                        <a16:creationId xmlns:a16="http://schemas.microsoft.com/office/drawing/2014/main" id="{2B90B582-B9BF-420C-B0F2-D7296B2933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6" name="直線コネクタ 115275">
                    <a:extLst>
                      <a:ext uri="{FF2B5EF4-FFF2-40B4-BE49-F238E27FC236}">
                        <a16:creationId xmlns:a16="http://schemas.microsoft.com/office/drawing/2014/main" id="{0F3268C8-A912-4A2B-B642-003E251E11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7" name="直線コネクタ 115276">
                    <a:extLst>
                      <a:ext uri="{FF2B5EF4-FFF2-40B4-BE49-F238E27FC236}">
                        <a16:creationId xmlns:a16="http://schemas.microsoft.com/office/drawing/2014/main" id="{B158CCA7-35F4-481B-B2F9-37DB582026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8" name="直線コネクタ 115277">
                    <a:extLst>
                      <a:ext uri="{FF2B5EF4-FFF2-40B4-BE49-F238E27FC236}">
                        <a16:creationId xmlns:a16="http://schemas.microsoft.com/office/drawing/2014/main" id="{F5113840-1B99-4FE0-B855-1834DB1DD0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79" name="直線コネクタ 115278">
                    <a:extLst>
                      <a:ext uri="{FF2B5EF4-FFF2-40B4-BE49-F238E27FC236}">
                        <a16:creationId xmlns:a16="http://schemas.microsoft.com/office/drawing/2014/main" id="{DADE1AEC-7B42-4FBC-9BDF-FCBA3427E6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0" name="直線コネクタ 115279">
                    <a:extLst>
                      <a:ext uri="{FF2B5EF4-FFF2-40B4-BE49-F238E27FC236}">
                        <a16:creationId xmlns:a16="http://schemas.microsoft.com/office/drawing/2014/main" id="{D616278B-0638-4A3C-9058-2120E03604F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1" name="直線コネクタ 115280">
                    <a:extLst>
                      <a:ext uri="{FF2B5EF4-FFF2-40B4-BE49-F238E27FC236}">
                        <a16:creationId xmlns:a16="http://schemas.microsoft.com/office/drawing/2014/main" id="{B6874ED6-2E83-474A-9B4B-B80DA2E728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2" name="直線コネクタ 115281">
                    <a:extLst>
                      <a:ext uri="{FF2B5EF4-FFF2-40B4-BE49-F238E27FC236}">
                        <a16:creationId xmlns:a16="http://schemas.microsoft.com/office/drawing/2014/main" id="{24774850-FA58-4B98-93C7-9B36BA41F3D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3" name="直線コネクタ 115282">
                    <a:extLst>
                      <a:ext uri="{FF2B5EF4-FFF2-40B4-BE49-F238E27FC236}">
                        <a16:creationId xmlns:a16="http://schemas.microsoft.com/office/drawing/2014/main" id="{873F8E37-637E-47F4-AE12-AFA7234EA36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4" name="直線コネクタ 115283">
                    <a:extLst>
                      <a:ext uri="{FF2B5EF4-FFF2-40B4-BE49-F238E27FC236}">
                        <a16:creationId xmlns:a16="http://schemas.microsoft.com/office/drawing/2014/main" id="{070101B0-63A2-4815-B0E9-075846BBD7F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5" name="直線コネクタ 115284">
                    <a:extLst>
                      <a:ext uri="{FF2B5EF4-FFF2-40B4-BE49-F238E27FC236}">
                        <a16:creationId xmlns:a16="http://schemas.microsoft.com/office/drawing/2014/main" id="{A54EBAFC-DD2C-4C5E-B511-CC2932BCBEF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6" name="直線コネクタ 115285">
                    <a:extLst>
                      <a:ext uri="{FF2B5EF4-FFF2-40B4-BE49-F238E27FC236}">
                        <a16:creationId xmlns:a16="http://schemas.microsoft.com/office/drawing/2014/main" id="{F7F2FF64-8126-4260-9ABD-7A113A2AB69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7" name="直線コネクタ 115286">
                    <a:extLst>
                      <a:ext uri="{FF2B5EF4-FFF2-40B4-BE49-F238E27FC236}">
                        <a16:creationId xmlns:a16="http://schemas.microsoft.com/office/drawing/2014/main" id="{D7A2DBF5-B2FC-4380-8A5E-4E45CF4DDEC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8" name="直線コネクタ 115287">
                    <a:extLst>
                      <a:ext uri="{FF2B5EF4-FFF2-40B4-BE49-F238E27FC236}">
                        <a16:creationId xmlns:a16="http://schemas.microsoft.com/office/drawing/2014/main" id="{F2DA6005-12AD-47F9-A4CF-5828B6817CB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89" name="直線コネクタ 115288">
                    <a:extLst>
                      <a:ext uri="{FF2B5EF4-FFF2-40B4-BE49-F238E27FC236}">
                        <a16:creationId xmlns:a16="http://schemas.microsoft.com/office/drawing/2014/main" id="{C040D718-3F02-45A2-94A2-15C56D4FE9B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0" name="直線コネクタ 115289">
                    <a:extLst>
                      <a:ext uri="{FF2B5EF4-FFF2-40B4-BE49-F238E27FC236}">
                        <a16:creationId xmlns:a16="http://schemas.microsoft.com/office/drawing/2014/main" id="{BB13F27C-385B-443F-9085-366B1A71ABD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1" name="直線コネクタ 115290">
                    <a:extLst>
                      <a:ext uri="{FF2B5EF4-FFF2-40B4-BE49-F238E27FC236}">
                        <a16:creationId xmlns:a16="http://schemas.microsoft.com/office/drawing/2014/main" id="{7682F59F-F7BE-42BC-B74D-C015EA29E0C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2" name="直線コネクタ 115291">
                    <a:extLst>
                      <a:ext uri="{FF2B5EF4-FFF2-40B4-BE49-F238E27FC236}">
                        <a16:creationId xmlns:a16="http://schemas.microsoft.com/office/drawing/2014/main" id="{2E536543-8421-4A30-BDB5-222EDF9EE6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3" name="直線コネクタ 115292">
                    <a:extLst>
                      <a:ext uri="{FF2B5EF4-FFF2-40B4-BE49-F238E27FC236}">
                        <a16:creationId xmlns:a16="http://schemas.microsoft.com/office/drawing/2014/main" id="{739BA915-F173-4CE1-80A8-F532515C8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4" name="直線コネクタ 115293">
                    <a:extLst>
                      <a:ext uri="{FF2B5EF4-FFF2-40B4-BE49-F238E27FC236}">
                        <a16:creationId xmlns:a16="http://schemas.microsoft.com/office/drawing/2014/main" id="{48550418-5898-49B8-BB68-BAD92D6E47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5" name="直線コネクタ 115294">
                    <a:extLst>
                      <a:ext uri="{FF2B5EF4-FFF2-40B4-BE49-F238E27FC236}">
                        <a16:creationId xmlns:a16="http://schemas.microsoft.com/office/drawing/2014/main" id="{CAF80F68-C665-4557-84C4-2F2C594429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6" name="直線コネクタ 115295">
                    <a:extLst>
                      <a:ext uri="{FF2B5EF4-FFF2-40B4-BE49-F238E27FC236}">
                        <a16:creationId xmlns:a16="http://schemas.microsoft.com/office/drawing/2014/main" id="{49B851D2-A897-4FD5-9AE9-DF18B69D3A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7" name="直線コネクタ 115296">
                    <a:extLst>
                      <a:ext uri="{FF2B5EF4-FFF2-40B4-BE49-F238E27FC236}">
                        <a16:creationId xmlns:a16="http://schemas.microsoft.com/office/drawing/2014/main" id="{E23988B5-39C5-4E46-BC60-DE3FED2549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8" name="直線コネクタ 115297">
                    <a:extLst>
                      <a:ext uri="{FF2B5EF4-FFF2-40B4-BE49-F238E27FC236}">
                        <a16:creationId xmlns:a16="http://schemas.microsoft.com/office/drawing/2014/main" id="{E0EAC624-095F-4401-A198-EC8B38B0E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299" name="直線コネクタ 115298">
                    <a:extLst>
                      <a:ext uri="{FF2B5EF4-FFF2-40B4-BE49-F238E27FC236}">
                        <a16:creationId xmlns:a16="http://schemas.microsoft.com/office/drawing/2014/main" id="{B86B80E1-20A2-44DB-A46E-D8DE9055AF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0" name="直線コネクタ 115299">
                    <a:extLst>
                      <a:ext uri="{FF2B5EF4-FFF2-40B4-BE49-F238E27FC236}">
                        <a16:creationId xmlns:a16="http://schemas.microsoft.com/office/drawing/2014/main" id="{E2C2A4B5-0BE7-4757-AE8A-A155A928DC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1" name="直線コネクタ 115300">
                    <a:extLst>
                      <a:ext uri="{FF2B5EF4-FFF2-40B4-BE49-F238E27FC236}">
                        <a16:creationId xmlns:a16="http://schemas.microsoft.com/office/drawing/2014/main" id="{6B0E4FA8-D719-4186-8ED9-3F21CF1420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2" name="直線コネクタ 115301">
                    <a:extLst>
                      <a:ext uri="{FF2B5EF4-FFF2-40B4-BE49-F238E27FC236}">
                        <a16:creationId xmlns:a16="http://schemas.microsoft.com/office/drawing/2014/main" id="{627DB207-27AA-46E7-923C-00367AD187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3" name="直線コネクタ 115302">
                    <a:extLst>
                      <a:ext uri="{FF2B5EF4-FFF2-40B4-BE49-F238E27FC236}">
                        <a16:creationId xmlns:a16="http://schemas.microsoft.com/office/drawing/2014/main" id="{3B859F7D-10BF-49B5-A50B-D3F0169165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4" name="直線コネクタ 115303">
                    <a:extLst>
                      <a:ext uri="{FF2B5EF4-FFF2-40B4-BE49-F238E27FC236}">
                        <a16:creationId xmlns:a16="http://schemas.microsoft.com/office/drawing/2014/main" id="{520D5714-E419-4571-9843-C4FE3260DF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5" name="直線コネクタ 115304">
                    <a:extLst>
                      <a:ext uri="{FF2B5EF4-FFF2-40B4-BE49-F238E27FC236}">
                        <a16:creationId xmlns:a16="http://schemas.microsoft.com/office/drawing/2014/main" id="{1703820D-6865-4E43-B70C-0E3BF370F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6" name="直線コネクタ 115305">
                    <a:extLst>
                      <a:ext uri="{FF2B5EF4-FFF2-40B4-BE49-F238E27FC236}">
                        <a16:creationId xmlns:a16="http://schemas.microsoft.com/office/drawing/2014/main" id="{28EFBF3F-7160-42A6-A403-4A070B4FBC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7" name="直線コネクタ 115306">
                    <a:extLst>
                      <a:ext uri="{FF2B5EF4-FFF2-40B4-BE49-F238E27FC236}">
                        <a16:creationId xmlns:a16="http://schemas.microsoft.com/office/drawing/2014/main" id="{A9723421-0578-4C54-8988-8F334D0B3F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8" name="直線コネクタ 115307">
                    <a:extLst>
                      <a:ext uri="{FF2B5EF4-FFF2-40B4-BE49-F238E27FC236}">
                        <a16:creationId xmlns:a16="http://schemas.microsoft.com/office/drawing/2014/main" id="{B811E0EA-A4CA-4BEC-BD27-6466908B2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09" name="直線コネクタ 115308">
                    <a:extLst>
                      <a:ext uri="{FF2B5EF4-FFF2-40B4-BE49-F238E27FC236}">
                        <a16:creationId xmlns:a16="http://schemas.microsoft.com/office/drawing/2014/main" id="{60B10B5F-6CD3-47E9-BED7-D771FEAC30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0" name="直線コネクタ 115309">
                    <a:extLst>
                      <a:ext uri="{FF2B5EF4-FFF2-40B4-BE49-F238E27FC236}">
                        <a16:creationId xmlns:a16="http://schemas.microsoft.com/office/drawing/2014/main" id="{93BC9EF0-6292-4292-B601-501D1DEDD8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1" name="直線コネクタ 115310">
                    <a:extLst>
                      <a:ext uri="{FF2B5EF4-FFF2-40B4-BE49-F238E27FC236}">
                        <a16:creationId xmlns:a16="http://schemas.microsoft.com/office/drawing/2014/main" id="{8AD9F4CC-AADD-4FB7-B37B-DF23E05915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2" name="直線コネクタ 115311">
                    <a:extLst>
                      <a:ext uri="{FF2B5EF4-FFF2-40B4-BE49-F238E27FC236}">
                        <a16:creationId xmlns:a16="http://schemas.microsoft.com/office/drawing/2014/main" id="{0144A65E-E4E7-4B78-80FB-0572849AB0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3" name="直線コネクタ 115312">
                    <a:extLst>
                      <a:ext uri="{FF2B5EF4-FFF2-40B4-BE49-F238E27FC236}">
                        <a16:creationId xmlns:a16="http://schemas.microsoft.com/office/drawing/2014/main" id="{D52333D2-DF73-40C4-B034-D29EBD15E4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4" name="直線コネクタ 115313">
                    <a:extLst>
                      <a:ext uri="{FF2B5EF4-FFF2-40B4-BE49-F238E27FC236}">
                        <a16:creationId xmlns:a16="http://schemas.microsoft.com/office/drawing/2014/main" id="{44C83912-0BD9-4576-B874-9D7CCC8E08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5" name="直線コネクタ 115314">
                    <a:extLst>
                      <a:ext uri="{FF2B5EF4-FFF2-40B4-BE49-F238E27FC236}">
                        <a16:creationId xmlns:a16="http://schemas.microsoft.com/office/drawing/2014/main" id="{0AEF66D0-B1B0-4B25-8598-3432613BCD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6" name="直線コネクタ 115315">
                    <a:extLst>
                      <a:ext uri="{FF2B5EF4-FFF2-40B4-BE49-F238E27FC236}">
                        <a16:creationId xmlns:a16="http://schemas.microsoft.com/office/drawing/2014/main" id="{AE4476CD-31A4-4555-9703-2A429EA940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7" name="直線コネクタ 115316">
                    <a:extLst>
                      <a:ext uri="{FF2B5EF4-FFF2-40B4-BE49-F238E27FC236}">
                        <a16:creationId xmlns:a16="http://schemas.microsoft.com/office/drawing/2014/main" id="{660066D0-D830-4107-BA53-845077AD0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8" name="直線コネクタ 115317">
                    <a:extLst>
                      <a:ext uri="{FF2B5EF4-FFF2-40B4-BE49-F238E27FC236}">
                        <a16:creationId xmlns:a16="http://schemas.microsoft.com/office/drawing/2014/main" id="{4797ADD1-BF4B-403C-B8F0-EDB9D8DE45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19" name="直線コネクタ 115318">
                    <a:extLst>
                      <a:ext uri="{FF2B5EF4-FFF2-40B4-BE49-F238E27FC236}">
                        <a16:creationId xmlns:a16="http://schemas.microsoft.com/office/drawing/2014/main" id="{1BD312CB-A7C1-4AAC-A72E-35750858E8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0" name="直線コネクタ 115319">
                    <a:extLst>
                      <a:ext uri="{FF2B5EF4-FFF2-40B4-BE49-F238E27FC236}">
                        <a16:creationId xmlns:a16="http://schemas.microsoft.com/office/drawing/2014/main" id="{984DF4D5-15FC-4822-A32F-40EB94A605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1" name="直線コネクタ 115320">
                    <a:extLst>
                      <a:ext uri="{FF2B5EF4-FFF2-40B4-BE49-F238E27FC236}">
                        <a16:creationId xmlns:a16="http://schemas.microsoft.com/office/drawing/2014/main" id="{DCDB57AD-95A0-40F8-879E-7D1E5C23BE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2" name="直線コネクタ 115321">
                    <a:extLst>
                      <a:ext uri="{FF2B5EF4-FFF2-40B4-BE49-F238E27FC236}">
                        <a16:creationId xmlns:a16="http://schemas.microsoft.com/office/drawing/2014/main" id="{5009B5FF-C370-482D-8711-EAE1C4D519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3" name="直線コネクタ 115322">
                    <a:extLst>
                      <a:ext uri="{FF2B5EF4-FFF2-40B4-BE49-F238E27FC236}">
                        <a16:creationId xmlns:a16="http://schemas.microsoft.com/office/drawing/2014/main" id="{748394B7-17B8-4A80-8670-DFDF6B6788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4" name="直線コネクタ 115323">
                    <a:extLst>
                      <a:ext uri="{FF2B5EF4-FFF2-40B4-BE49-F238E27FC236}">
                        <a16:creationId xmlns:a16="http://schemas.microsoft.com/office/drawing/2014/main" id="{B25F82D8-C8E8-4984-AF9A-17A6E653D5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5" name="直線コネクタ 115324">
                    <a:extLst>
                      <a:ext uri="{FF2B5EF4-FFF2-40B4-BE49-F238E27FC236}">
                        <a16:creationId xmlns:a16="http://schemas.microsoft.com/office/drawing/2014/main" id="{10D95961-57B1-4EBB-A470-07EBABEAF4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6" name="直線コネクタ 115325">
                    <a:extLst>
                      <a:ext uri="{FF2B5EF4-FFF2-40B4-BE49-F238E27FC236}">
                        <a16:creationId xmlns:a16="http://schemas.microsoft.com/office/drawing/2014/main" id="{EA9163D0-D48F-479A-9573-31D3714388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7" name="直線コネクタ 115326">
                    <a:extLst>
                      <a:ext uri="{FF2B5EF4-FFF2-40B4-BE49-F238E27FC236}">
                        <a16:creationId xmlns:a16="http://schemas.microsoft.com/office/drawing/2014/main" id="{C61F3D73-CA81-4CA9-A95F-F74FAFFA60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8" name="直線コネクタ 115327">
                    <a:extLst>
                      <a:ext uri="{FF2B5EF4-FFF2-40B4-BE49-F238E27FC236}">
                        <a16:creationId xmlns:a16="http://schemas.microsoft.com/office/drawing/2014/main" id="{59751347-EFC9-4794-8E24-DA51662205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29" name="直線コネクタ 115328">
                    <a:extLst>
                      <a:ext uri="{FF2B5EF4-FFF2-40B4-BE49-F238E27FC236}">
                        <a16:creationId xmlns:a16="http://schemas.microsoft.com/office/drawing/2014/main" id="{420D2F19-AB2A-43A8-BE0A-426D64C529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0" name="直線コネクタ 115329">
                    <a:extLst>
                      <a:ext uri="{FF2B5EF4-FFF2-40B4-BE49-F238E27FC236}">
                        <a16:creationId xmlns:a16="http://schemas.microsoft.com/office/drawing/2014/main" id="{DDDC92C5-B41C-43C4-B7D6-5D2417709B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1" name="直線コネクタ 115330">
                    <a:extLst>
                      <a:ext uri="{FF2B5EF4-FFF2-40B4-BE49-F238E27FC236}">
                        <a16:creationId xmlns:a16="http://schemas.microsoft.com/office/drawing/2014/main" id="{06AED2BB-92D0-4D2D-8151-0747DD1EF9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2" name="直線コネクタ 115331">
                    <a:extLst>
                      <a:ext uri="{FF2B5EF4-FFF2-40B4-BE49-F238E27FC236}">
                        <a16:creationId xmlns:a16="http://schemas.microsoft.com/office/drawing/2014/main" id="{C030CAFE-460C-4410-AC2A-B6F4019C6E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3" name="直線コネクタ 115332">
                    <a:extLst>
                      <a:ext uri="{FF2B5EF4-FFF2-40B4-BE49-F238E27FC236}">
                        <a16:creationId xmlns:a16="http://schemas.microsoft.com/office/drawing/2014/main" id="{37CBECC9-C29A-45F8-9DDB-B2D1C1E10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4" name="直線コネクタ 115333">
                    <a:extLst>
                      <a:ext uri="{FF2B5EF4-FFF2-40B4-BE49-F238E27FC236}">
                        <a16:creationId xmlns:a16="http://schemas.microsoft.com/office/drawing/2014/main" id="{D3D85B9D-4AC1-4B66-9D99-13D8D4448D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5" name="直線コネクタ 115334">
                    <a:extLst>
                      <a:ext uri="{FF2B5EF4-FFF2-40B4-BE49-F238E27FC236}">
                        <a16:creationId xmlns:a16="http://schemas.microsoft.com/office/drawing/2014/main" id="{53D98C59-6573-42A2-B09C-8BE4F4C080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6" name="直線コネクタ 115335">
                    <a:extLst>
                      <a:ext uri="{FF2B5EF4-FFF2-40B4-BE49-F238E27FC236}">
                        <a16:creationId xmlns:a16="http://schemas.microsoft.com/office/drawing/2014/main" id="{9DB084A0-3CE3-4964-9CCC-5535F148ED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7" name="直線コネクタ 115336">
                    <a:extLst>
                      <a:ext uri="{FF2B5EF4-FFF2-40B4-BE49-F238E27FC236}">
                        <a16:creationId xmlns:a16="http://schemas.microsoft.com/office/drawing/2014/main" id="{47241348-6457-45CC-9D0A-CE61B47988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8" name="直線コネクタ 115337">
                    <a:extLst>
                      <a:ext uri="{FF2B5EF4-FFF2-40B4-BE49-F238E27FC236}">
                        <a16:creationId xmlns:a16="http://schemas.microsoft.com/office/drawing/2014/main" id="{CB07E18D-D1DB-4256-9C82-DFC74400FB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39" name="直線コネクタ 115338">
                    <a:extLst>
                      <a:ext uri="{FF2B5EF4-FFF2-40B4-BE49-F238E27FC236}">
                        <a16:creationId xmlns:a16="http://schemas.microsoft.com/office/drawing/2014/main" id="{982D77AC-6497-4369-86E2-94C17DEC69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0" name="直線コネクタ 115339">
                    <a:extLst>
                      <a:ext uri="{FF2B5EF4-FFF2-40B4-BE49-F238E27FC236}">
                        <a16:creationId xmlns:a16="http://schemas.microsoft.com/office/drawing/2014/main" id="{5C93903A-C415-4D8D-824D-A6DC0E1D4B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1" name="直線コネクタ 115340">
                    <a:extLst>
                      <a:ext uri="{FF2B5EF4-FFF2-40B4-BE49-F238E27FC236}">
                        <a16:creationId xmlns:a16="http://schemas.microsoft.com/office/drawing/2014/main" id="{B7E09011-5B5C-4EBA-B6FF-70CF40936F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2" name="直線コネクタ 115341">
                    <a:extLst>
                      <a:ext uri="{FF2B5EF4-FFF2-40B4-BE49-F238E27FC236}">
                        <a16:creationId xmlns:a16="http://schemas.microsoft.com/office/drawing/2014/main" id="{40BF75AA-ADEB-4090-BC81-C43143C3A0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3" name="直線コネクタ 115342">
                    <a:extLst>
                      <a:ext uri="{FF2B5EF4-FFF2-40B4-BE49-F238E27FC236}">
                        <a16:creationId xmlns:a16="http://schemas.microsoft.com/office/drawing/2014/main" id="{5F8D6C01-606A-4FD2-B54C-EDA2546167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4" name="直線コネクタ 115343">
                    <a:extLst>
                      <a:ext uri="{FF2B5EF4-FFF2-40B4-BE49-F238E27FC236}">
                        <a16:creationId xmlns:a16="http://schemas.microsoft.com/office/drawing/2014/main" id="{B69745E6-C53A-4ED3-877C-65A38BBE21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5" name="直線コネクタ 115344">
                    <a:extLst>
                      <a:ext uri="{FF2B5EF4-FFF2-40B4-BE49-F238E27FC236}">
                        <a16:creationId xmlns:a16="http://schemas.microsoft.com/office/drawing/2014/main" id="{3A8545DB-96B8-49CA-9212-BEEA6E1FF2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6" name="直線コネクタ 115345">
                    <a:extLst>
                      <a:ext uri="{FF2B5EF4-FFF2-40B4-BE49-F238E27FC236}">
                        <a16:creationId xmlns:a16="http://schemas.microsoft.com/office/drawing/2014/main" id="{58E66803-C659-456A-B3F1-E94F07A794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7" name="直線コネクタ 115346">
                    <a:extLst>
                      <a:ext uri="{FF2B5EF4-FFF2-40B4-BE49-F238E27FC236}">
                        <a16:creationId xmlns:a16="http://schemas.microsoft.com/office/drawing/2014/main" id="{76DB8D3D-3366-4111-A1DB-DBD951F7E5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8" name="直線コネクタ 115347">
                    <a:extLst>
                      <a:ext uri="{FF2B5EF4-FFF2-40B4-BE49-F238E27FC236}">
                        <a16:creationId xmlns:a16="http://schemas.microsoft.com/office/drawing/2014/main" id="{8AA4CFAC-4C15-45B5-9E14-33DBB9B642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49" name="直線コネクタ 115348">
                    <a:extLst>
                      <a:ext uri="{FF2B5EF4-FFF2-40B4-BE49-F238E27FC236}">
                        <a16:creationId xmlns:a16="http://schemas.microsoft.com/office/drawing/2014/main" id="{BB98A2FE-4592-4BEA-B9A3-FCEC92B128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50" name="直線コネクタ 115349">
                    <a:extLst>
                      <a:ext uri="{FF2B5EF4-FFF2-40B4-BE49-F238E27FC236}">
                        <a16:creationId xmlns:a16="http://schemas.microsoft.com/office/drawing/2014/main" id="{1A19D16C-8A84-4D2E-AF0F-5821ADF9EE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51" name="直線コネクタ 115350">
                    <a:extLst>
                      <a:ext uri="{FF2B5EF4-FFF2-40B4-BE49-F238E27FC236}">
                        <a16:creationId xmlns:a16="http://schemas.microsoft.com/office/drawing/2014/main" id="{FB762A86-7647-459A-9755-9981BCF313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52" name="直線コネクタ 115351">
                    <a:extLst>
                      <a:ext uri="{FF2B5EF4-FFF2-40B4-BE49-F238E27FC236}">
                        <a16:creationId xmlns:a16="http://schemas.microsoft.com/office/drawing/2014/main" id="{5358E4F7-1A9D-4628-9778-B1C56B60D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53" name="直線コネクタ 115352">
                    <a:extLst>
                      <a:ext uri="{FF2B5EF4-FFF2-40B4-BE49-F238E27FC236}">
                        <a16:creationId xmlns:a16="http://schemas.microsoft.com/office/drawing/2014/main" id="{87604A5A-A997-49D2-A25C-396890CC98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5354" name="直線コネクタ 115353">
                    <a:extLst>
                      <a:ext uri="{FF2B5EF4-FFF2-40B4-BE49-F238E27FC236}">
                        <a16:creationId xmlns:a16="http://schemas.microsoft.com/office/drawing/2014/main" id="{21A27CB7-2AF9-4571-A440-96A7DC1597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5355" name="グループ化 115354">
                    <a:extLst>
                      <a:ext uri="{FF2B5EF4-FFF2-40B4-BE49-F238E27FC236}">
                        <a16:creationId xmlns:a16="http://schemas.microsoft.com/office/drawing/2014/main" id="{796B166A-4872-472E-A493-D0CEF5210D29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531" name="直線コネクタ 115530">
                      <a:extLst>
                        <a:ext uri="{FF2B5EF4-FFF2-40B4-BE49-F238E27FC236}">
                          <a16:creationId xmlns:a16="http://schemas.microsoft.com/office/drawing/2014/main" id="{68D581C1-94A4-4C11-A727-E88E60BD3B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32" name="直線コネクタ 115531">
                      <a:extLst>
                        <a:ext uri="{FF2B5EF4-FFF2-40B4-BE49-F238E27FC236}">
                          <a16:creationId xmlns:a16="http://schemas.microsoft.com/office/drawing/2014/main" id="{002F1880-818A-4903-9C5B-AB4A3F332B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33" name="直線コネクタ 115532">
                      <a:extLst>
                        <a:ext uri="{FF2B5EF4-FFF2-40B4-BE49-F238E27FC236}">
                          <a16:creationId xmlns:a16="http://schemas.microsoft.com/office/drawing/2014/main" id="{F6F09FAA-C748-484D-ABE9-7CE4DB9C2C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34" name="直線コネクタ 115533">
                      <a:extLst>
                        <a:ext uri="{FF2B5EF4-FFF2-40B4-BE49-F238E27FC236}">
                          <a16:creationId xmlns:a16="http://schemas.microsoft.com/office/drawing/2014/main" id="{4A6943ED-F255-42D7-B395-AD65D5D8AC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35" name="直線コネクタ 115534">
                      <a:extLst>
                        <a:ext uri="{FF2B5EF4-FFF2-40B4-BE49-F238E27FC236}">
                          <a16:creationId xmlns:a16="http://schemas.microsoft.com/office/drawing/2014/main" id="{38586224-81BE-4266-88A5-9459D7B0F9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36" name="直線コネクタ 115535">
                      <a:extLst>
                        <a:ext uri="{FF2B5EF4-FFF2-40B4-BE49-F238E27FC236}">
                          <a16:creationId xmlns:a16="http://schemas.microsoft.com/office/drawing/2014/main" id="{4757C9BD-DE84-4BF2-9D51-6C3696D8CC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37" name="直線コネクタ 115536">
                      <a:extLst>
                        <a:ext uri="{FF2B5EF4-FFF2-40B4-BE49-F238E27FC236}">
                          <a16:creationId xmlns:a16="http://schemas.microsoft.com/office/drawing/2014/main" id="{39D4076B-6D67-4A4D-A7BB-D1094410E9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38" name="直線コネクタ 115537">
                      <a:extLst>
                        <a:ext uri="{FF2B5EF4-FFF2-40B4-BE49-F238E27FC236}">
                          <a16:creationId xmlns:a16="http://schemas.microsoft.com/office/drawing/2014/main" id="{53B27A36-BD15-43B6-AB17-A26D0BC960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39" name="直線コネクタ 115538">
                      <a:extLst>
                        <a:ext uri="{FF2B5EF4-FFF2-40B4-BE49-F238E27FC236}">
                          <a16:creationId xmlns:a16="http://schemas.microsoft.com/office/drawing/2014/main" id="{A5443886-EE5A-44EE-A88F-D89EDFA662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0" name="直線コネクタ 115539">
                      <a:extLst>
                        <a:ext uri="{FF2B5EF4-FFF2-40B4-BE49-F238E27FC236}">
                          <a16:creationId xmlns:a16="http://schemas.microsoft.com/office/drawing/2014/main" id="{0D62E54F-8EB2-43D7-AC11-76F1BE2B66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1" name="直線コネクタ 115540">
                      <a:extLst>
                        <a:ext uri="{FF2B5EF4-FFF2-40B4-BE49-F238E27FC236}">
                          <a16:creationId xmlns:a16="http://schemas.microsoft.com/office/drawing/2014/main" id="{C290B774-197D-4AB4-A73D-633D9612D1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2" name="直線コネクタ 115541">
                      <a:extLst>
                        <a:ext uri="{FF2B5EF4-FFF2-40B4-BE49-F238E27FC236}">
                          <a16:creationId xmlns:a16="http://schemas.microsoft.com/office/drawing/2014/main" id="{D8A7AB0C-D8A5-48FD-845C-7E7D4304D2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3" name="直線コネクタ 115542">
                      <a:extLst>
                        <a:ext uri="{FF2B5EF4-FFF2-40B4-BE49-F238E27FC236}">
                          <a16:creationId xmlns:a16="http://schemas.microsoft.com/office/drawing/2014/main" id="{A1E83E98-D834-469B-8F6C-5493AF00CD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4" name="直線コネクタ 115543">
                      <a:extLst>
                        <a:ext uri="{FF2B5EF4-FFF2-40B4-BE49-F238E27FC236}">
                          <a16:creationId xmlns:a16="http://schemas.microsoft.com/office/drawing/2014/main" id="{87CAB389-0000-4ADE-BD21-7EB553288A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5" name="直線コネクタ 115544">
                      <a:extLst>
                        <a:ext uri="{FF2B5EF4-FFF2-40B4-BE49-F238E27FC236}">
                          <a16:creationId xmlns:a16="http://schemas.microsoft.com/office/drawing/2014/main" id="{FB457A03-126D-418C-B5DC-68151CB5B4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6" name="直線コネクタ 115545">
                      <a:extLst>
                        <a:ext uri="{FF2B5EF4-FFF2-40B4-BE49-F238E27FC236}">
                          <a16:creationId xmlns:a16="http://schemas.microsoft.com/office/drawing/2014/main" id="{23CF8740-7466-4BE5-955F-01BEEF091E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7" name="直線コネクタ 115546">
                      <a:extLst>
                        <a:ext uri="{FF2B5EF4-FFF2-40B4-BE49-F238E27FC236}">
                          <a16:creationId xmlns:a16="http://schemas.microsoft.com/office/drawing/2014/main" id="{72E7B13E-14A3-4388-A375-D0578F77D0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8" name="直線コネクタ 115547">
                      <a:extLst>
                        <a:ext uri="{FF2B5EF4-FFF2-40B4-BE49-F238E27FC236}">
                          <a16:creationId xmlns:a16="http://schemas.microsoft.com/office/drawing/2014/main" id="{C38AB15A-1C13-4C2E-9ACC-A1CC5671B3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49" name="直線コネクタ 115548">
                      <a:extLst>
                        <a:ext uri="{FF2B5EF4-FFF2-40B4-BE49-F238E27FC236}">
                          <a16:creationId xmlns:a16="http://schemas.microsoft.com/office/drawing/2014/main" id="{9498387E-D8A2-4F59-9AAA-0AC8478649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0" name="直線コネクタ 115549">
                      <a:extLst>
                        <a:ext uri="{FF2B5EF4-FFF2-40B4-BE49-F238E27FC236}">
                          <a16:creationId xmlns:a16="http://schemas.microsoft.com/office/drawing/2014/main" id="{549AB715-40E0-493E-AD38-60D8562DC5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1" name="直線コネクタ 115550">
                      <a:extLst>
                        <a:ext uri="{FF2B5EF4-FFF2-40B4-BE49-F238E27FC236}">
                          <a16:creationId xmlns:a16="http://schemas.microsoft.com/office/drawing/2014/main" id="{CF629949-5450-4323-BC97-EF39D0770D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2" name="直線コネクタ 115551">
                      <a:extLst>
                        <a:ext uri="{FF2B5EF4-FFF2-40B4-BE49-F238E27FC236}">
                          <a16:creationId xmlns:a16="http://schemas.microsoft.com/office/drawing/2014/main" id="{2BC3D82D-E689-4F11-BEB0-F78716B4CB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3" name="直線コネクタ 115552">
                      <a:extLst>
                        <a:ext uri="{FF2B5EF4-FFF2-40B4-BE49-F238E27FC236}">
                          <a16:creationId xmlns:a16="http://schemas.microsoft.com/office/drawing/2014/main" id="{0C2750FE-C945-4525-8657-F455FAB707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4" name="直線コネクタ 115553">
                      <a:extLst>
                        <a:ext uri="{FF2B5EF4-FFF2-40B4-BE49-F238E27FC236}">
                          <a16:creationId xmlns:a16="http://schemas.microsoft.com/office/drawing/2014/main" id="{60C96F5F-4518-4DE0-9681-D929A4CFC3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5" name="直線コネクタ 115554">
                      <a:extLst>
                        <a:ext uri="{FF2B5EF4-FFF2-40B4-BE49-F238E27FC236}">
                          <a16:creationId xmlns:a16="http://schemas.microsoft.com/office/drawing/2014/main" id="{A315D262-D778-4A7E-81C5-C7B44FD6A4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6" name="直線コネクタ 115555">
                      <a:extLst>
                        <a:ext uri="{FF2B5EF4-FFF2-40B4-BE49-F238E27FC236}">
                          <a16:creationId xmlns:a16="http://schemas.microsoft.com/office/drawing/2014/main" id="{AD004A19-DBC1-49E8-8419-A706962B4D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7" name="直線コネクタ 115556">
                      <a:extLst>
                        <a:ext uri="{FF2B5EF4-FFF2-40B4-BE49-F238E27FC236}">
                          <a16:creationId xmlns:a16="http://schemas.microsoft.com/office/drawing/2014/main" id="{951BE3D2-A508-4755-B888-5E0971FD49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8" name="直線コネクタ 115557">
                      <a:extLst>
                        <a:ext uri="{FF2B5EF4-FFF2-40B4-BE49-F238E27FC236}">
                          <a16:creationId xmlns:a16="http://schemas.microsoft.com/office/drawing/2014/main" id="{746B7C11-ACD0-4E18-B243-308CF6A204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59" name="直線コネクタ 115558">
                      <a:extLst>
                        <a:ext uri="{FF2B5EF4-FFF2-40B4-BE49-F238E27FC236}">
                          <a16:creationId xmlns:a16="http://schemas.microsoft.com/office/drawing/2014/main" id="{98FE7F80-F4AB-4EBC-8C35-2A06081FF8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0" name="直線コネクタ 115559">
                      <a:extLst>
                        <a:ext uri="{FF2B5EF4-FFF2-40B4-BE49-F238E27FC236}">
                          <a16:creationId xmlns:a16="http://schemas.microsoft.com/office/drawing/2014/main" id="{A245FE5A-51F3-4B74-80AD-84E798C076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1" name="直線コネクタ 115560">
                      <a:extLst>
                        <a:ext uri="{FF2B5EF4-FFF2-40B4-BE49-F238E27FC236}">
                          <a16:creationId xmlns:a16="http://schemas.microsoft.com/office/drawing/2014/main" id="{660D3404-D8CA-4511-B9E4-C2AC93EA77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2" name="直線コネクタ 115561">
                      <a:extLst>
                        <a:ext uri="{FF2B5EF4-FFF2-40B4-BE49-F238E27FC236}">
                          <a16:creationId xmlns:a16="http://schemas.microsoft.com/office/drawing/2014/main" id="{54CB61EC-3258-4280-A085-8B61C0A4F6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3" name="直線コネクタ 115562">
                      <a:extLst>
                        <a:ext uri="{FF2B5EF4-FFF2-40B4-BE49-F238E27FC236}">
                          <a16:creationId xmlns:a16="http://schemas.microsoft.com/office/drawing/2014/main" id="{CCE144BA-75BD-4830-846E-8B939482AE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4" name="直線コネクタ 115563">
                      <a:extLst>
                        <a:ext uri="{FF2B5EF4-FFF2-40B4-BE49-F238E27FC236}">
                          <a16:creationId xmlns:a16="http://schemas.microsoft.com/office/drawing/2014/main" id="{10A1037D-D5E8-4F24-90B3-2FA6C15EB9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5" name="直線コネクタ 115564">
                      <a:extLst>
                        <a:ext uri="{FF2B5EF4-FFF2-40B4-BE49-F238E27FC236}">
                          <a16:creationId xmlns:a16="http://schemas.microsoft.com/office/drawing/2014/main" id="{DC81D098-93D3-4B31-A765-2444113991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6" name="直線コネクタ 115565">
                      <a:extLst>
                        <a:ext uri="{FF2B5EF4-FFF2-40B4-BE49-F238E27FC236}">
                          <a16:creationId xmlns:a16="http://schemas.microsoft.com/office/drawing/2014/main" id="{DFB559E4-6481-4A94-B524-FC9066F8E6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7" name="直線コネクタ 115566">
                      <a:extLst>
                        <a:ext uri="{FF2B5EF4-FFF2-40B4-BE49-F238E27FC236}">
                          <a16:creationId xmlns:a16="http://schemas.microsoft.com/office/drawing/2014/main" id="{57D939F3-98E8-4AF3-9DF9-DE385E7357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8" name="直線コネクタ 115567">
                      <a:extLst>
                        <a:ext uri="{FF2B5EF4-FFF2-40B4-BE49-F238E27FC236}">
                          <a16:creationId xmlns:a16="http://schemas.microsoft.com/office/drawing/2014/main" id="{CF18665C-6585-4502-93A6-5F00ECA4D6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69" name="直線コネクタ 115568">
                      <a:extLst>
                        <a:ext uri="{FF2B5EF4-FFF2-40B4-BE49-F238E27FC236}">
                          <a16:creationId xmlns:a16="http://schemas.microsoft.com/office/drawing/2014/main" id="{40A3E58E-47BB-44E1-822C-58DE9024E7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70" name="直線コネクタ 115569">
                      <a:extLst>
                        <a:ext uri="{FF2B5EF4-FFF2-40B4-BE49-F238E27FC236}">
                          <a16:creationId xmlns:a16="http://schemas.microsoft.com/office/drawing/2014/main" id="{13992F88-C557-4D16-9BB4-B0409F09A0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71" name="直線コネクタ 115570">
                      <a:extLst>
                        <a:ext uri="{FF2B5EF4-FFF2-40B4-BE49-F238E27FC236}">
                          <a16:creationId xmlns:a16="http://schemas.microsoft.com/office/drawing/2014/main" id="{DFEADDCA-FF7D-478B-8F63-1A4901F854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72" name="直線コネクタ 115571">
                      <a:extLst>
                        <a:ext uri="{FF2B5EF4-FFF2-40B4-BE49-F238E27FC236}">
                          <a16:creationId xmlns:a16="http://schemas.microsoft.com/office/drawing/2014/main" id="{2C6D9D67-C4C3-4F24-9D44-BB632052E8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356" name="グループ化 115355">
                    <a:extLst>
                      <a:ext uri="{FF2B5EF4-FFF2-40B4-BE49-F238E27FC236}">
                        <a16:creationId xmlns:a16="http://schemas.microsoft.com/office/drawing/2014/main" id="{D0F97FFB-8097-4FBF-9094-390B379AEDF6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5522" name="正方形/長方形 115521">
                      <a:extLst>
                        <a:ext uri="{FF2B5EF4-FFF2-40B4-BE49-F238E27FC236}">
                          <a16:creationId xmlns:a16="http://schemas.microsoft.com/office/drawing/2014/main" id="{94CD86C3-6042-4A65-A95C-311C532C16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523" name="正方形/長方形 115522">
                      <a:extLst>
                        <a:ext uri="{FF2B5EF4-FFF2-40B4-BE49-F238E27FC236}">
                          <a16:creationId xmlns:a16="http://schemas.microsoft.com/office/drawing/2014/main" id="{C12C374A-C0B6-4E27-8836-EA0595D78C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524" name="正方形/長方形 115523">
                      <a:extLst>
                        <a:ext uri="{FF2B5EF4-FFF2-40B4-BE49-F238E27FC236}">
                          <a16:creationId xmlns:a16="http://schemas.microsoft.com/office/drawing/2014/main" id="{2A981ED9-A8BA-488B-9EEE-2B37002C50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525" name="正方形/長方形 115524">
                      <a:extLst>
                        <a:ext uri="{FF2B5EF4-FFF2-40B4-BE49-F238E27FC236}">
                          <a16:creationId xmlns:a16="http://schemas.microsoft.com/office/drawing/2014/main" id="{3CAE1B8A-ECC8-4A56-B48A-2DC57574E7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526" name="正方形/長方形 115525">
                      <a:extLst>
                        <a:ext uri="{FF2B5EF4-FFF2-40B4-BE49-F238E27FC236}">
                          <a16:creationId xmlns:a16="http://schemas.microsoft.com/office/drawing/2014/main" id="{68612D6E-E97B-46D0-927D-EBAAC437F7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527" name="正方形/長方形 115526">
                      <a:extLst>
                        <a:ext uri="{FF2B5EF4-FFF2-40B4-BE49-F238E27FC236}">
                          <a16:creationId xmlns:a16="http://schemas.microsoft.com/office/drawing/2014/main" id="{839A3B05-5E85-4284-AF22-2142471A32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528" name="正方形/長方形 115527">
                      <a:extLst>
                        <a:ext uri="{FF2B5EF4-FFF2-40B4-BE49-F238E27FC236}">
                          <a16:creationId xmlns:a16="http://schemas.microsoft.com/office/drawing/2014/main" id="{520B1FF8-C1E0-46D4-9F63-32B934D43F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529" name="正方形/長方形 115528">
                      <a:extLst>
                        <a:ext uri="{FF2B5EF4-FFF2-40B4-BE49-F238E27FC236}">
                          <a16:creationId xmlns:a16="http://schemas.microsoft.com/office/drawing/2014/main" id="{6AECCA44-5701-48E8-BD1B-2444ECA300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530" name="正方形/長方形 115529">
                      <a:extLst>
                        <a:ext uri="{FF2B5EF4-FFF2-40B4-BE49-F238E27FC236}">
                          <a16:creationId xmlns:a16="http://schemas.microsoft.com/office/drawing/2014/main" id="{569E8AED-30B5-440E-9BB5-41F4FC00C4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5357" name="グループ化 115356">
                    <a:extLst>
                      <a:ext uri="{FF2B5EF4-FFF2-40B4-BE49-F238E27FC236}">
                        <a16:creationId xmlns:a16="http://schemas.microsoft.com/office/drawing/2014/main" id="{72449A58-CAFF-4CD1-974B-5F1EC27EC9DC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514" name="直線コネクタ 115513">
                      <a:extLst>
                        <a:ext uri="{FF2B5EF4-FFF2-40B4-BE49-F238E27FC236}">
                          <a16:creationId xmlns:a16="http://schemas.microsoft.com/office/drawing/2014/main" id="{2B268103-BB6C-4E23-8C6D-15D0DFCE7F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5" name="直線コネクタ 115514">
                      <a:extLst>
                        <a:ext uri="{FF2B5EF4-FFF2-40B4-BE49-F238E27FC236}">
                          <a16:creationId xmlns:a16="http://schemas.microsoft.com/office/drawing/2014/main" id="{D10D9574-CE68-4111-848B-2A97C6FA9A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6" name="直線コネクタ 115515">
                      <a:extLst>
                        <a:ext uri="{FF2B5EF4-FFF2-40B4-BE49-F238E27FC236}">
                          <a16:creationId xmlns:a16="http://schemas.microsoft.com/office/drawing/2014/main" id="{B4EC4C9F-43AE-4B27-8EB4-E4C9F0DEF9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7" name="直線コネクタ 115516">
                      <a:extLst>
                        <a:ext uri="{FF2B5EF4-FFF2-40B4-BE49-F238E27FC236}">
                          <a16:creationId xmlns:a16="http://schemas.microsoft.com/office/drawing/2014/main" id="{229BC60B-BA64-4376-9210-10A5D67CC5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8" name="直線コネクタ 115517">
                      <a:extLst>
                        <a:ext uri="{FF2B5EF4-FFF2-40B4-BE49-F238E27FC236}">
                          <a16:creationId xmlns:a16="http://schemas.microsoft.com/office/drawing/2014/main" id="{166A972F-BF93-405E-BC66-212EF7E268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9" name="直線コネクタ 115518">
                      <a:extLst>
                        <a:ext uri="{FF2B5EF4-FFF2-40B4-BE49-F238E27FC236}">
                          <a16:creationId xmlns:a16="http://schemas.microsoft.com/office/drawing/2014/main" id="{6C4DF4B0-89F2-4FB6-8DCD-9CAC5C9B60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20" name="直線コネクタ 115519">
                      <a:extLst>
                        <a:ext uri="{FF2B5EF4-FFF2-40B4-BE49-F238E27FC236}">
                          <a16:creationId xmlns:a16="http://schemas.microsoft.com/office/drawing/2014/main" id="{F04DD9F7-5BCA-4CF5-A763-38D9EECA47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21" name="直線コネクタ 115520">
                      <a:extLst>
                        <a:ext uri="{FF2B5EF4-FFF2-40B4-BE49-F238E27FC236}">
                          <a16:creationId xmlns:a16="http://schemas.microsoft.com/office/drawing/2014/main" id="{B239469D-FC8D-4EEF-8C1E-1F4B496C65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358" name="グループ化 115357">
                    <a:extLst>
                      <a:ext uri="{FF2B5EF4-FFF2-40B4-BE49-F238E27FC236}">
                        <a16:creationId xmlns:a16="http://schemas.microsoft.com/office/drawing/2014/main" id="{5086E92E-5C22-479B-96BB-662F3C6839DF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506" name="直線コネクタ 115505">
                      <a:extLst>
                        <a:ext uri="{FF2B5EF4-FFF2-40B4-BE49-F238E27FC236}">
                          <a16:creationId xmlns:a16="http://schemas.microsoft.com/office/drawing/2014/main" id="{DA8E9B69-6AD1-4127-9464-179AB1E0B8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7" name="直線コネクタ 115506">
                      <a:extLst>
                        <a:ext uri="{FF2B5EF4-FFF2-40B4-BE49-F238E27FC236}">
                          <a16:creationId xmlns:a16="http://schemas.microsoft.com/office/drawing/2014/main" id="{F82ABA92-A383-474F-9535-EC0FD0D35C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8" name="直線コネクタ 115507">
                      <a:extLst>
                        <a:ext uri="{FF2B5EF4-FFF2-40B4-BE49-F238E27FC236}">
                          <a16:creationId xmlns:a16="http://schemas.microsoft.com/office/drawing/2014/main" id="{5BEB1C65-1768-4831-A855-C4CCFF50BB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9" name="直線コネクタ 115508">
                      <a:extLst>
                        <a:ext uri="{FF2B5EF4-FFF2-40B4-BE49-F238E27FC236}">
                          <a16:creationId xmlns:a16="http://schemas.microsoft.com/office/drawing/2014/main" id="{35F86C9A-A8E5-40F9-8BCF-5525C54AE2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0" name="直線コネクタ 115509">
                      <a:extLst>
                        <a:ext uri="{FF2B5EF4-FFF2-40B4-BE49-F238E27FC236}">
                          <a16:creationId xmlns:a16="http://schemas.microsoft.com/office/drawing/2014/main" id="{AFC7A90C-8343-4305-AFDC-38539AEF35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1" name="直線コネクタ 115510">
                      <a:extLst>
                        <a:ext uri="{FF2B5EF4-FFF2-40B4-BE49-F238E27FC236}">
                          <a16:creationId xmlns:a16="http://schemas.microsoft.com/office/drawing/2014/main" id="{DDD7D893-4251-4B02-B593-C51213CA80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2" name="直線コネクタ 115511">
                      <a:extLst>
                        <a:ext uri="{FF2B5EF4-FFF2-40B4-BE49-F238E27FC236}">
                          <a16:creationId xmlns:a16="http://schemas.microsoft.com/office/drawing/2014/main" id="{28BB8164-6F19-42C3-A6AE-08106B39B7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13" name="直線コネクタ 115512">
                      <a:extLst>
                        <a:ext uri="{FF2B5EF4-FFF2-40B4-BE49-F238E27FC236}">
                          <a16:creationId xmlns:a16="http://schemas.microsoft.com/office/drawing/2014/main" id="{2FF63F9A-1786-41B7-BA71-F638B08114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359" name="グループ化 115358">
                    <a:extLst>
                      <a:ext uri="{FF2B5EF4-FFF2-40B4-BE49-F238E27FC236}">
                        <a16:creationId xmlns:a16="http://schemas.microsoft.com/office/drawing/2014/main" id="{69D58873-A057-493E-9453-3593A1DF0BA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464" name="直線コネクタ 115463">
                      <a:extLst>
                        <a:ext uri="{FF2B5EF4-FFF2-40B4-BE49-F238E27FC236}">
                          <a16:creationId xmlns:a16="http://schemas.microsoft.com/office/drawing/2014/main" id="{010BAE18-CFE5-443D-88F7-B726D6F78B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5" name="直線コネクタ 115464">
                      <a:extLst>
                        <a:ext uri="{FF2B5EF4-FFF2-40B4-BE49-F238E27FC236}">
                          <a16:creationId xmlns:a16="http://schemas.microsoft.com/office/drawing/2014/main" id="{3CD34D28-B887-4E4B-B33D-38BEBE21CF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6" name="直線コネクタ 115465">
                      <a:extLst>
                        <a:ext uri="{FF2B5EF4-FFF2-40B4-BE49-F238E27FC236}">
                          <a16:creationId xmlns:a16="http://schemas.microsoft.com/office/drawing/2014/main" id="{BD4609D3-2E7B-4B4B-B17B-B9603B4E36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7" name="直線コネクタ 115466">
                      <a:extLst>
                        <a:ext uri="{FF2B5EF4-FFF2-40B4-BE49-F238E27FC236}">
                          <a16:creationId xmlns:a16="http://schemas.microsoft.com/office/drawing/2014/main" id="{03E874AF-4360-49E3-A39C-B660630A751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8" name="直線コネクタ 115467">
                      <a:extLst>
                        <a:ext uri="{FF2B5EF4-FFF2-40B4-BE49-F238E27FC236}">
                          <a16:creationId xmlns:a16="http://schemas.microsoft.com/office/drawing/2014/main" id="{F9106696-C6B5-493F-8F02-872CD0278D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9" name="直線コネクタ 115468">
                      <a:extLst>
                        <a:ext uri="{FF2B5EF4-FFF2-40B4-BE49-F238E27FC236}">
                          <a16:creationId xmlns:a16="http://schemas.microsoft.com/office/drawing/2014/main" id="{4B9C170D-3CFC-4177-BD75-5B86F73B25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0" name="直線コネクタ 115469">
                      <a:extLst>
                        <a:ext uri="{FF2B5EF4-FFF2-40B4-BE49-F238E27FC236}">
                          <a16:creationId xmlns:a16="http://schemas.microsoft.com/office/drawing/2014/main" id="{5480032E-FF53-4199-8EA3-E1E1B9175B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1" name="直線コネクタ 115470">
                      <a:extLst>
                        <a:ext uri="{FF2B5EF4-FFF2-40B4-BE49-F238E27FC236}">
                          <a16:creationId xmlns:a16="http://schemas.microsoft.com/office/drawing/2014/main" id="{0EC90C17-D681-473B-92C5-69DC60EF56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2" name="直線コネクタ 115471">
                      <a:extLst>
                        <a:ext uri="{FF2B5EF4-FFF2-40B4-BE49-F238E27FC236}">
                          <a16:creationId xmlns:a16="http://schemas.microsoft.com/office/drawing/2014/main" id="{0F84F2B1-6191-4073-BDBF-E8148CF6C8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3" name="直線コネクタ 115472">
                      <a:extLst>
                        <a:ext uri="{FF2B5EF4-FFF2-40B4-BE49-F238E27FC236}">
                          <a16:creationId xmlns:a16="http://schemas.microsoft.com/office/drawing/2014/main" id="{4E91C3D5-5661-4380-9F2F-363D956FC8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4" name="直線コネクタ 115473">
                      <a:extLst>
                        <a:ext uri="{FF2B5EF4-FFF2-40B4-BE49-F238E27FC236}">
                          <a16:creationId xmlns:a16="http://schemas.microsoft.com/office/drawing/2014/main" id="{6A29E839-CC83-415F-BB04-F3956F85A2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5" name="直線コネクタ 115474">
                      <a:extLst>
                        <a:ext uri="{FF2B5EF4-FFF2-40B4-BE49-F238E27FC236}">
                          <a16:creationId xmlns:a16="http://schemas.microsoft.com/office/drawing/2014/main" id="{6BCFDC4A-9B41-4491-AB18-446C721FCF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6" name="直線コネクタ 115475">
                      <a:extLst>
                        <a:ext uri="{FF2B5EF4-FFF2-40B4-BE49-F238E27FC236}">
                          <a16:creationId xmlns:a16="http://schemas.microsoft.com/office/drawing/2014/main" id="{AD6D8CEE-1808-40B4-9554-7C979EB89A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7" name="直線コネクタ 115476">
                      <a:extLst>
                        <a:ext uri="{FF2B5EF4-FFF2-40B4-BE49-F238E27FC236}">
                          <a16:creationId xmlns:a16="http://schemas.microsoft.com/office/drawing/2014/main" id="{EFE79513-4B1C-4E91-B1A3-2949CBCB8A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8" name="直線コネクタ 115477">
                      <a:extLst>
                        <a:ext uri="{FF2B5EF4-FFF2-40B4-BE49-F238E27FC236}">
                          <a16:creationId xmlns:a16="http://schemas.microsoft.com/office/drawing/2014/main" id="{2E5BA9C3-7647-4B8F-97A0-377661B70D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79" name="直線コネクタ 115478">
                      <a:extLst>
                        <a:ext uri="{FF2B5EF4-FFF2-40B4-BE49-F238E27FC236}">
                          <a16:creationId xmlns:a16="http://schemas.microsoft.com/office/drawing/2014/main" id="{FD61FD5E-F831-4D4C-8E1C-1F1408B24D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0" name="直線コネクタ 115479">
                      <a:extLst>
                        <a:ext uri="{FF2B5EF4-FFF2-40B4-BE49-F238E27FC236}">
                          <a16:creationId xmlns:a16="http://schemas.microsoft.com/office/drawing/2014/main" id="{E2D821A9-2013-471B-BA25-54FD455823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1" name="直線コネクタ 115480">
                      <a:extLst>
                        <a:ext uri="{FF2B5EF4-FFF2-40B4-BE49-F238E27FC236}">
                          <a16:creationId xmlns:a16="http://schemas.microsoft.com/office/drawing/2014/main" id="{CF4BA7EC-6E18-4E0B-B4CE-B8BEDC7680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2" name="直線コネクタ 115481">
                      <a:extLst>
                        <a:ext uri="{FF2B5EF4-FFF2-40B4-BE49-F238E27FC236}">
                          <a16:creationId xmlns:a16="http://schemas.microsoft.com/office/drawing/2014/main" id="{0140EB71-6690-4FA8-95F7-66292F4A0E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3" name="直線コネクタ 115482">
                      <a:extLst>
                        <a:ext uri="{FF2B5EF4-FFF2-40B4-BE49-F238E27FC236}">
                          <a16:creationId xmlns:a16="http://schemas.microsoft.com/office/drawing/2014/main" id="{0CDCF2BF-0F39-4886-8712-2FCF0C3FD9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4" name="直線コネクタ 115483">
                      <a:extLst>
                        <a:ext uri="{FF2B5EF4-FFF2-40B4-BE49-F238E27FC236}">
                          <a16:creationId xmlns:a16="http://schemas.microsoft.com/office/drawing/2014/main" id="{C4A20B53-1F99-477F-BF1B-0D84377925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5" name="直線コネクタ 115484">
                      <a:extLst>
                        <a:ext uri="{FF2B5EF4-FFF2-40B4-BE49-F238E27FC236}">
                          <a16:creationId xmlns:a16="http://schemas.microsoft.com/office/drawing/2014/main" id="{95DA313D-8A16-4FE1-919F-0DA90BAD34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6" name="直線コネクタ 115485">
                      <a:extLst>
                        <a:ext uri="{FF2B5EF4-FFF2-40B4-BE49-F238E27FC236}">
                          <a16:creationId xmlns:a16="http://schemas.microsoft.com/office/drawing/2014/main" id="{36318898-2D20-4365-BC6A-F4F6D583F8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7" name="直線コネクタ 115486">
                      <a:extLst>
                        <a:ext uri="{FF2B5EF4-FFF2-40B4-BE49-F238E27FC236}">
                          <a16:creationId xmlns:a16="http://schemas.microsoft.com/office/drawing/2014/main" id="{83C51761-D6CC-4E96-BF4B-13AAFDEB76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8" name="直線コネクタ 115487">
                      <a:extLst>
                        <a:ext uri="{FF2B5EF4-FFF2-40B4-BE49-F238E27FC236}">
                          <a16:creationId xmlns:a16="http://schemas.microsoft.com/office/drawing/2014/main" id="{CF4E2C70-29A7-414C-ADC9-300640F55E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89" name="直線コネクタ 115488">
                      <a:extLst>
                        <a:ext uri="{FF2B5EF4-FFF2-40B4-BE49-F238E27FC236}">
                          <a16:creationId xmlns:a16="http://schemas.microsoft.com/office/drawing/2014/main" id="{EC40E846-DEAA-4EEB-BDF0-74ADC54124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0" name="直線コネクタ 115489">
                      <a:extLst>
                        <a:ext uri="{FF2B5EF4-FFF2-40B4-BE49-F238E27FC236}">
                          <a16:creationId xmlns:a16="http://schemas.microsoft.com/office/drawing/2014/main" id="{19038BD8-BCB3-4DF8-94C5-D0D777A188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1" name="直線コネクタ 115490">
                      <a:extLst>
                        <a:ext uri="{FF2B5EF4-FFF2-40B4-BE49-F238E27FC236}">
                          <a16:creationId xmlns:a16="http://schemas.microsoft.com/office/drawing/2014/main" id="{EDA36AB7-AD0F-427B-8EF7-A88753575B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2" name="直線コネクタ 115491">
                      <a:extLst>
                        <a:ext uri="{FF2B5EF4-FFF2-40B4-BE49-F238E27FC236}">
                          <a16:creationId xmlns:a16="http://schemas.microsoft.com/office/drawing/2014/main" id="{D3D752B2-EBD0-4894-9672-2246853FF1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3" name="直線コネクタ 115492">
                      <a:extLst>
                        <a:ext uri="{FF2B5EF4-FFF2-40B4-BE49-F238E27FC236}">
                          <a16:creationId xmlns:a16="http://schemas.microsoft.com/office/drawing/2014/main" id="{082B2346-38AD-4E8A-B68E-CA43F6ACFF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4" name="直線コネクタ 115493">
                      <a:extLst>
                        <a:ext uri="{FF2B5EF4-FFF2-40B4-BE49-F238E27FC236}">
                          <a16:creationId xmlns:a16="http://schemas.microsoft.com/office/drawing/2014/main" id="{3670BA1E-93D2-4947-83F7-84A644FE37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5" name="直線コネクタ 115494">
                      <a:extLst>
                        <a:ext uri="{FF2B5EF4-FFF2-40B4-BE49-F238E27FC236}">
                          <a16:creationId xmlns:a16="http://schemas.microsoft.com/office/drawing/2014/main" id="{16F26C1B-A802-499B-B4D9-AA8692EF6E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6" name="直線コネクタ 115495">
                      <a:extLst>
                        <a:ext uri="{FF2B5EF4-FFF2-40B4-BE49-F238E27FC236}">
                          <a16:creationId xmlns:a16="http://schemas.microsoft.com/office/drawing/2014/main" id="{B8C56CF2-2896-4C65-9D57-C54CD9A786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7" name="直線コネクタ 115496">
                      <a:extLst>
                        <a:ext uri="{FF2B5EF4-FFF2-40B4-BE49-F238E27FC236}">
                          <a16:creationId xmlns:a16="http://schemas.microsoft.com/office/drawing/2014/main" id="{0AFA406E-FAB9-44A1-A91C-AB1642CCD8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8" name="直線コネクタ 115497">
                      <a:extLst>
                        <a:ext uri="{FF2B5EF4-FFF2-40B4-BE49-F238E27FC236}">
                          <a16:creationId xmlns:a16="http://schemas.microsoft.com/office/drawing/2014/main" id="{C9F6E1BD-0383-40D4-9753-DB0D57D773D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99" name="直線コネクタ 115498">
                      <a:extLst>
                        <a:ext uri="{FF2B5EF4-FFF2-40B4-BE49-F238E27FC236}">
                          <a16:creationId xmlns:a16="http://schemas.microsoft.com/office/drawing/2014/main" id="{5A91387B-F69B-46DC-9F03-337705F24C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0" name="直線コネクタ 115499">
                      <a:extLst>
                        <a:ext uri="{FF2B5EF4-FFF2-40B4-BE49-F238E27FC236}">
                          <a16:creationId xmlns:a16="http://schemas.microsoft.com/office/drawing/2014/main" id="{E291BEFD-1650-424F-AA4D-E0AE0F6121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1" name="直線コネクタ 115500">
                      <a:extLst>
                        <a:ext uri="{FF2B5EF4-FFF2-40B4-BE49-F238E27FC236}">
                          <a16:creationId xmlns:a16="http://schemas.microsoft.com/office/drawing/2014/main" id="{D1FB8BEF-71E4-41E8-ADD1-8951CC5283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2" name="直線コネクタ 115501">
                      <a:extLst>
                        <a:ext uri="{FF2B5EF4-FFF2-40B4-BE49-F238E27FC236}">
                          <a16:creationId xmlns:a16="http://schemas.microsoft.com/office/drawing/2014/main" id="{4A737002-0E72-43AA-9D7F-3BA27F3ADC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3" name="直線コネクタ 115502">
                      <a:extLst>
                        <a:ext uri="{FF2B5EF4-FFF2-40B4-BE49-F238E27FC236}">
                          <a16:creationId xmlns:a16="http://schemas.microsoft.com/office/drawing/2014/main" id="{2F3EAF67-24ED-4EB7-8BFD-CC35CA4A26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4" name="直線コネクタ 115503">
                      <a:extLst>
                        <a:ext uri="{FF2B5EF4-FFF2-40B4-BE49-F238E27FC236}">
                          <a16:creationId xmlns:a16="http://schemas.microsoft.com/office/drawing/2014/main" id="{886D2792-A102-42DF-99D4-7E200FED17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505" name="直線コネクタ 115504">
                      <a:extLst>
                        <a:ext uri="{FF2B5EF4-FFF2-40B4-BE49-F238E27FC236}">
                          <a16:creationId xmlns:a16="http://schemas.microsoft.com/office/drawing/2014/main" id="{AD33D206-86B0-4808-AB50-CE5E5780A9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360" name="グループ化 115359">
                    <a:extLst>
                      <a:ext uri="{FF2B5EF4-FFF2-40B4-BE49-F238E27FC236}">
                        <a16:creationId xmlns:a16="http://schemas.microsoft.com/office/drawing/2014/main" id="{27A7CADF-DDC6-4E2E-AA4E-C039D51AE839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422" name="直線コネクタ 115421">
                      <a:extLst>
                        <a:ext uri="{FF2B5EF4-FFF2-40B4-BE49-F238E27FC236}">
                          <a16:creationId xmlns:a16="http://schemas.microsoft.com/office/drawing/2014/main" id="{720C2923-689F-4C15-939B-D152940ECB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3" name="直線コネクタ 115422">
                      <a:extLst>
                        <a:ext uri="{FF2B5EF4-FFF2-40B4-BE49-F238E27FC236}">
                          <a16:creationId xmlns:a16="http://schemas.microsoft.com/office/drawing/2014/main" id="{6F21A65F-67E2-46F2-BE31-812D69696A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4" name="直線コネクタ 115423">
                      <a:extLst>
                        <a:ext uri="{FF2B5EF4-FFF2-40B4-BE49-F238E27FC236}">
                          <a16:creationId xmlns:a16="http://schemas.microsoft.com/office/drawing/2014/main" id="{8224E057-3116-42B1-A60A-B384469DA1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5" name="直線コネクタ 115424">
                      <a:extLst>
                        <a:ext uri="{FF2B5EF4-FFF2-40B4-BE49-F238E27FC236}">
                          <a16:creationId xmlns:a16="http://schemas.microsoft.com/office/drawing/2014/main" id="{58ACF7D4-470E-4E98-8219-45D27CA658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6" name="直線コネクタ 115425">
                      <a:extLst>
                        <a:ext uri="{FF2B5EF4-FFF2-40B4-BE49-F238E27FC236}">
                          <a16:creationId xmlns:a16="http://schemas.microsoft.com/office/drawing/2014/main" id="{96B9E9DC-5B12-43F1-8018-45F74F6591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7" name="直線コネクタ 115426">
                      <a:extLst>
                        <a:ext uri="{FF2B5EF4-FFF2-40B4-BE49-F238E27FC236}">
                          <a16:creationId xmlns:a16="http://schemas.microsoft.com/office/drawing/2014/main" id="{B9D1C5DF-C2DD-4056-BC2F-AB4A983C1E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8" name="直線コネクタ 115427">
                      <a:extLst>
                        <a:ext uri="{FF2B5EF4-FFF2-40B4-BE49-F238E27FC236}">
                          <a16:creationId xmlns:a16="http://schemas.microsoft.com/office/drawing/2014/main" id="{6B05FD5B-3A99-46FF-87F1-E1F4C83FBA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9" name="直線コネクタ 115428">
                      <a:extLst>
                        <a:ext uri="{FF2B5EF4-FFF2-40B4-BE49-F238E27FC236}">
                          <a16:creationId xmlns:a16="http://schemas.microsoft.com/office/drawing/2014/main" id="{EEEADCD6-8E38-4BDA-A681-CF76865C5E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0" name="直線コネクタ 115429">
                      <a:extLst>
                        <a:ext uri="{FF2B5EF4-FFF2-40B4-BE49-F238E27FC236}">
                          <a16:creationId xmlns:a16="http://schemas.microsoft.com/office/drawing/2014/main" id="{00936E01-FABB-4811-AAFC-78420E63BE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1" name="直線コネクタ 115430">
                      <a:extLst>
                        <a:ext uri="{FF2B5EF4-FFF2-40B4-BE49-F238E27FC236}">
                          <a16:creationId xmlns:a16="http://schemas.microsoft.com/office/drawing/2014/main" id="{BBD49909-F30C-44D6-9512-C85C370EC0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2" name="直線コネクタ 115431">
                      <a:extLst>
                        <a:ext uri="{FF2B5EF4-FFF2-40B4-BE49-F238E27FC236}">
                          <a16:creationId xmlns:a16="http://schemas.microsoft.com/office/drawing/2014/main" id="{4FD8843D-7972-4FA1-8E73-5CB66899AE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3" name="直線コネクタ 115432">
                      <a:extLst>
                        <a:ext uri="{FF2B5EF4-FFF2-40B4-BE49-F238E27FC236}">
                          <a16:creationId xmlns:a16="http://schemas.microsoft.com/office/drawing/2014/main" id="{A35BEF89-070D-41B7-911E-2CB35086B6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4" name="直線コネクタ 115433">
                      <a:extLst>
                        <a:ext uri="{FF2B5EF4-FFF2-40B4-BE49-F238E27FC236}">
                          <a16:creationId xmlns:a16="http://schemas.microsoft.com/office/drawing/2014/main" id="{4FDCC3DF-01C2-4E64-B165-1B5FA246AE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5" name="直線コネクタ 115434">
                      <a:extLst>
                        <a:ext uri="{FF2B5EF4-FFF2-40B4-BE49-F238E27FC236}">
                          <a16:creationId xmlns:a16="http://schemas.microsoft.com/office/drawing/2014/main" id="{2F30BD87-39EF-4A50-96B7-50152CB863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6" name="直線コネクタ 115435">
                      <a:extLst>
                        <a:ext uri="{FF2B5EF4-FFF2-40B4-BE49-F238E27FC236}">
                          <a16:creationId xmlns:a16="http://schemas.microsoft.com/office/drawing/2014/main" id="{9A7BCD41-99F0-4EB0-AB9E-9504D06141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7" name="直線コネクタ 115436">
                      <a:extLst>
                        <a:ext uri="{FF2B5EF4-FFF2-40B4-BE49-F238E27FC236}">
                          <a16:creationId xmlns:a16="http://schemas.microsoft.com/office/drawing/2014/main" id="{4725933B-FB48-465F-B044-9C634D209B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8" name="直線コネクタ 115437">
                      <a:extLst>
                        <a:ext uri="{FF2B5EF4-FFF2-40B4-BE49-F238E27FC236}">
                          <a16:creationId xmlns:a16="http://schemas.microsoft.com/office/drawing/2014/main" id="{F2BEC192-5343-44E8-8959-AD75369853A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39" name="直線コネクタ 115438">
                      <a:extLst>
                        <a:ext uri="{FF2B5EF4-FFF2-40B4-BE49-F238E27FC236}">
                          <a16:creationId xmlns:a16="http://schemas.microsoft.com/office/drawing/2014/main" id="{F72C094E-6052-477E-B9A3-D918140BBB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0" name="直線コネクタ 115439">
                      <a:extLst>
                        <a:ext uri="{FF2B5EF4-FFF2-40B4-BE49-F238E27FC236}">
                          <a16:creationId xmlns:a16="http://schemas.microsoft.com/office/drawing/2014/main" id="{BA821D0C-6F94-44E6-9216-B1862C391D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1" name="直線コネクタ 115440">
                      <a:extLst>
                        <a:ext uri="{FF2B5EF4-FFF2-40B4-BE49-F238E27FC236}">
                          <a16:creationId xmlns:a16="http://schemas.microsoft.com/office/drawing/2014/main" id="{88E418E7-B649-4D04-9E4D-DFFAA16CA6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2" name="直線コネクタ 115441">
                      <a:extLst>
                        <a:ext uri="{FF2B5EF4-FFF2-40B4-BE49-F238E27FC236}">
                          <a16:creationId xmlns:a16="http://schemas.microsoft.com/office/drawing/2014/main" id="{9B7F732D-BAC0-442A-9DEB-E028B15E37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3" name="直線コネクタ 115442">
                      <a:extLst>
                        <a:ext uri="{FF2B5EF4-FFF2-40B4-BE49-F238E27FC236}">
                          <a16:creationId xmlns:a16="http://schemas.microsoft.com/office/drawing/2014/main" id="{1D024A96-4C12-46DC-9421-200FEADB46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4" name="直線コネクタ 115443">
                      <a:extLst>
                        <a:ext uri="{FF2B5EF4-FFF2-40B4-BE49-F238E27FC236}">
                          <a16:creationId xmlns:a16="http://schemas.microsoft.com/office/drawing/2014/main" id="{801CCC83-F132-47E2-8117-B8DE558A07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5" name="直線コネクタ 115444">
                      <a:extLst>
                        <a:ext uri="{FF2B5EF4-FFF2-40B4-BE49-F238E27FC236}">
                          <a16:creationId xmlns:a16="http://schemas.microsoft.com/office/drawing/2014/main" id="{A88863AA-D961-46BF-A89C-68354662F1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6" name="直線コネクタ 115445">
                      <a:extLst>
                        <a:ext uri="{FF2B5EF4-FFF2-40B4-BE49-F238E27FC236}">
                          <a16:creationId xmlns:a16="http://schemas.microsoft.com/office/drawing/2014/main" id="{CB07B430-6F94-4A2F-9F25-95BEF97794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7" name="直線コネクタ 115446">
                      <a:extLst>
                        <a:ext uri="{FF2B5EF4-FFF2-40B4-BE49-F238E27FC236}">
                          <a16:creationId xmlns:a16="http://schemas.microsoft.com/office/drawing/2014/main" id="{358E14B5-0B09-42D8-B69B-0C8F80B82E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8" name="直線コネクタ 115447">
                      <a:extLst>
                        <a:ext uri="{FF2B5EF4-FFF2-40B4-BE49-F238E27FC236}">
                          <a16:creationId xmlns:a16="http://schemas.microsoft.com/office/drawing/2014/main" id="{99B16D1C-FA1E-475C-9547-66D7E6E730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49" name="直線コネクタ 115448">
                      <a:extLst>
                        <a:ext uri="{FF2B5EF4-FFF2-40B4-BE49-F238E27FC236}">
                          <a16:creationId xmlns:a16="http://schemas.microsoft.com/office/drawing/2014/main" id="{67B1054E-EF11-44EA-BB76-9FE377DEE9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0" name="直線コネクタ 115449">
                      <a:extLst>
                        <a:ext uri="{FF2B5EF4-FFF2-40B4-BE49-F238E27FC236}">
                          <a16:creationId xmlns:a16="http://schemas.microsoft.com/office/drawing/2014/main" id="{D5EA7B53-F68B-4023-AA72-BEFE8051FE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1" name="直線コネクタ 115450">
                      <a:extLst>
                        <a:ext uri="{FF2B5EF4-FFF2-40B4-BE49-F238E27FC236}">
                          <a16:creationId xmlns:a16="http://schemas.microsoft.com/office/drawing/2014/main" id="{A9B4FFA1-5F7A-4794-BD06-FCD2E9411F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2" name="直線コネクタ 115451">
                      <a:extLst>
                        <a:ext uri="{FF2B5EF4-FFF2-40B4-BE49-F238E27FC236}">
                          <a16:creationId xmlns:a16="http://schemas.microsoft.com/office/drawing/2014/main" id="{3BBF4300-04E6-4C83-8572-6CDA681588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3" name="直線コネクタ 115452">
                      <a:extLst>
                        <a:ext uri="{FF2B5EF4-FFF2-40B4-BE49-F238E27FC236}">
                          <a16:creationId xmlns:a16="http://schemas.microsoft.com/office/drawing/2014/main" id="{095C86DB-0658-457C-A4B2-978BC24A725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4" name="直線コネクタ 115453">
                      <a:extLst>
                        <a:ext uri="{FF2B5EF4-FFF2-40B4-BE49-F238E27FC236}">
                          <a16:creationId xmlns:a16="http://schemas.microsoft.com/office/drawing/2014/main" id="{9740FA28-B8FD-4A3A-822E-191217385E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5" name="直線コネクタ 115454">
                      <a:extLst>
                        <a:ext uri="{FF2B5EF4-FFF2-40B4-BE49-F238E27FC236}">
                          <a16:creationId xmlns:a16="http://schemas.microsoft.com/office/drawing/2014/main" id="{CF4B31F2-3243-42F8-B521-8B86E0C7F6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6" name="直線コネクタ 115455">
                      <a:extLst>
                        <a:ext uri="{FF2B5EF4-FFF2-40B4-BE49-F238E27FC236}">
                          <a16:creationId xmlns:a16="http://schemas.microsoft.com/office/drawing/2014/main" id="{001F0CF2-3727-4D34-97D0-28F307DBF4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7" name="直線コネクタ 115456">
                      <a:extLst>
                        <a:ext uri="{FF2B5EF4-FFF2-40B4-BE49-F238E27FC236}">
                          <a16:creationId xmlns:a16="http://schemas.microsoft.com/office/drawing/2014/main" id="{75C5236F-9221-46EE-9077-5F30F4829C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8" name="直線コネクタ 115457">
                      <a:extLst>
                        <a:ext uri="{FF2B5EF4-FFF2-40B4-BE49-F238E27FC236}">
                          <a16:creationId xmlns:a16="http://schemas.microsoft.com/office/drawing/2014/main" id="{1EB99958-0916-4730-B130-AC8C72625C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59" name="直線コネクタ 115458">
                      <a:extLst>
                        <a:ext uri="{FF2B5EF4-FFF2-40B4-BE49-F238E27FC236}">
                          <a16:creationId xmlns:a16="http://schemas.microsoft.com/office/drawing/2014/main" id="{8C77266D-0D08-4981-9B15-0E7B4BC864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0" name="直線コネクタ 115459">
                      <a:extLst>
                        <a:ext uri="{FF2B5EF4-FFF2-40B4-BE49-F238E27FC236}">
                          <a16:creationId xmlns:a16="http://schemas.microsoft.com/office/drawing/2014/main" id="{E00F77BF-D326-4C0D-A433-754ED23383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1" name="直線コネクタ 115460">
                      <a:extLst>
                        <a:ext uri="{FF2B5EF4-FFF2-40B4-BE49-F238E27FC236}">
                          <a16:creationId xmlns:a16="http://schemas.microsoft.com/office/drawing/2014/main" id="{3C7E6669-83BC-4736-A72E-CDF5921FD6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2" name="直線コネクタ 115461">
                      <a:extLst>
                        <a:ext uri="{FF2B5EF4-FFF2-40B4-BE49-F238E27FC236}">
                          <a16:creationId xmlns:a16="http://schemas.microsoft.com/office/drawing/2014/main" id="{8C2348FD-8BF1-44F3-A8CF-490730B81A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63" name="直線コネクタ 115462">
                      <a:extLst>
                        <a:ext uri="{FF2B5EF4-FFF2-40B4-BE49-F238E27FC236}">
                          <a16:creationId xmlns:a16="http://schemas.microsoft.com/office/drawing/2014/main" id="{0624391D-8CEE-49B3-B132-BEA6EBA71B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361" name="グループ化 115360">
                    <a:extLst>
                      <a:ext uri="{FF2B5EF4-FFF2-40B4-BE49-F238E27FC236}">
                        <a16:creationId xmlns:a16="http://schemas.microsoft.com/office/drawing/2014/main" id="{A41D0163-2BB7-45C0-88A9-00AD6B6E4518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414" name="直線コネクタ 115413">
                      <a:extLst>
                        <a:ext uri="{FF2B5EF4-FFF2-40B4-BE49-F238E27FC236}">
                          <a16:creationId xmlns:a16="http://schemas.microsoft.com/office/drawing/2014/main" id="{0BAA4784-899E-4A52-ABC6-249AC87FFF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5" name="直線コネクタ 115414">
                      <a:extLst>
                        <a:ext uri="{FF2B5EF4-FFF2-40B4-BE49-F238E27FC236}">
                          <a16:creationId xmlns:a16="http://schemas.microsoft.com/office/drawing/2014/main" id="{B7DF8FFC-E922-41EE-B60C-1CF63F2DE2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6" name="直線コネクタ 115415">
                      <a:extLst>
                        <a:ext uri="{FF2B5EF4-FFF2-40B4-BE49-F238E27FC236}">
                          <a16:creationId xmlns:a16="http://schemas.microsoft.com/office/drawing/2014/main" id="{34B3414A-7784-4463-9594-757EDEA920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7" name="直線コネクタ 115416">
                      <a:extLst>
                        <a:ext uri="{FF2B5EF4-FFF2-40B4-BE49-F238E27FC236}">
                          <a16:creationId xmlns:a16="http://schemas.microsoft.com/office/drawing/2014/main" id="{7800E186-4759-426E-9DBD-B483A2F74D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8" name="直線コネクタ 115417">
                      <a:extLst>
                        <a:ext uri="{FF2B5EF4-FFF2-40B4-BE49-F238E27FC236}">
                          <a16:creationId xmlns:a16="http://schemas.microsoft.com/office/drawing/2014/main" id="{24B433A7-582A-4D35-8753-0435BDD7CC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9" name="直線コネクタ 115418">
                      <a:extLst>
                        <a:ext uri="{FF2B5EF4-FFF2-40B4-BE49-F238E27FC236}">
                          <a16:creationId xmlns:a16="http://schemas.microsoft.com/office/drawing/2014/main" id="{6AA3532C-46EA-487D-98C5-AF73A3D888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0" name="直線コネクタ 115419">
                      <a:extLst>
                        <a:ext uri="{FF2B5EF4-FFF2-40B4-BE49-F238E27FC236}">
                          <a16:creationId xmlns:a16="http://schemas.microsoft.com/office/drawing/2014/main" id="{891411F7-0F57-4903-8C66-6307776732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21" name="直線コネクタ 115420">
                      <a:extLst>
                        <a:ext uri="{FF2B5EF4-FFF2-40B4-BE49-F238E27FC236}">
                          <a16:creationId xmlns:a16="http://schemas.microsoft.com/office/drawing/2014/main" id="{18500709-D11D-46DB-B869-27E8ACE6E3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362" name="グループ化 115361">
                    <a:extLst>
                      <a:ext uri="{FF2B5EF4-FFF2-40B4-BE49-F238E27FC236}">
                        <a16:creationId xmlns:a16="http://schemas.microsoft.com/office/drawing/2014/main" id="{DBE3069A-8FD4-423B-85DA-9CE40C8F4A2A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406" name="直線コネクタ 115405">
                      <a:extLst>
                        <a:ext uri="{FF2B5EF4-FFF2-40B4-BE49-F238E27FC236}">
                          <a16:creationId xmlns:a16="http://schemas.microsoft.com/office/drawing/2014/main" id="{BBEB6B21-4D05-4F32-8187-BB44E66B1D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7" name="直線コネクタ 115406">
                      <a:extLst>
                        <a:ext uri="{FF2B5EF4-FFF2-40B4-BE49-F238E27FC236}">
                          <a16:creationId xmlns:a16="http://schemas.microsoft.com/office/drawing/2014/main" id="{B8269F53-28AC-4FF3-815D-05DF57E0A5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8" name="直線コネクタ 115407">
                      <a:extLst>
                        <a:ext uri="{FF2B5EF4-FFF2-40B4-BE49-F238E27FC236}">
                          <a16:creationId xmlns:a16="http://schemas.microsoft.com/office/drawing/2014/main" id="{B268CE96-E096-45D6-AAEC-D06A63D586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9" name="直線コネクタ 115408">
                      <a:extLst>
                        <a:ext uri="{FF2B5EF4-FFF2-40B4-BE49-F238E27FC236}">
                          <a16:creationId xmlns:a16="http://schemas.microsoft.com/office/drawing/2014/main" id="{F63934AD-FE48-4957-ACB7-793D27CA70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0" name="直線コネクタ 115409">
                      <a:extLst>
                        <a:ext uri="{FF2B5EF4-FFF2-40B4-BE49-F238E27FC236}">
                          <a16:creationId xmlns:a16="http://schemas.microsoft.com/office/drawing/2014/main" id="{C7ED0635-AB87-44E6-88C2-FD4CA385CD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1" name="直線コネクタ 115410">
                      <a:extLst>
                        <a:ext uri="{FF2B5EF4-FFF2-40B4-BE49-F238E27FC236}">
                          <a16:creationId xmlns:a16="http://schemas.microsoft.com/office/drawing/2014/main" id="{EF0124A7-8D43-46D7-B48B-19C61EFAA7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2" name="直線コネクタ 115411">
                      <a:extLst>
                        <a:ext uri="{FF2B5EF4-FFF2-40B4-BE49-F238E27FC236}">
                          <a16:creationId xmlns:a16="http://schemas.microsoft.com/office/drawing/2014/main" id="{7ED2FAFB-B88F-452E-87E9-01174288164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13" name="直線コネクタ 115412">
                      <a:extLst>
                        <a:ext uri="{FF2B5EF4-FFF2-40B4-BE49-F238E27FC236}">
                          <a16:creationId xmlns:a16="http://schemas.microsoft.com/office/drawing/2014/main" id="{EB619C5F-A991-4EA9-A78D-77EF39B225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5363" name="グループ化 115362">
                    <a:extLst>
                      <a:ext uri="{FF2B5EF4-FFF2-40B4-BE49-F238E27FC236}">
                        <a16:creationId xmlns:a16="http://schemas.microsoft.com/office/drawing/2014/main" id="{5240FB16-E25C-42D9-90F5-56C30D84A24B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364" name="直線コネクタ 115363">
                      <a:extLst>
                        <a:ext uri="{FF2B5EF4-FFF2-40B4-BE49-F238E27FC236}">
                          <a16:creationId xmlns:a16="http://schemas.microsoft.com/office/drawing/2014/main" id="{D3B13BDF-7BC8-4500-A80B-685DCFA673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65" name="直線コネクタ 115364">
                      <a:extLst>
                        <a:ext uri="{FF2B5EF4-FFF2-40B4-BE49-F238E27FC236}">
                          <a16:creationId xmlns:a16="http://schemas.microsoft.com/office/drawing/2014/main" id="{449CE244-A74E-4983-85EB-223D5A4FB2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66" name="直線コネクタ 115365">
                      <a:extLst>
                        <a:ext uri="{FF2B5EF4-FFF2-40B4-BE49-F238E27FC236}">
                          <a16:creationId xmlns:a16="http://schemas.microsoft.com/office/drawing/2014/main" id="{29DC22FE-EF33-4058-B0AD-ABAF3B591A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67" name="直線コネクタ 115366">
                      <a:extLst>
                        <a:ext uri="{FF2B5EF4-FFF2-40B4-BE49-F238E27FC236}">
                          <a16:creationId xmlns:a16="http://schemas.microsoft.com/office/drawing/2014/main" id="{2F25456F-081E-42C1-A287-9F209AC961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68" name="直線コネクタ 115367">
                      <a:extLst>
                        <a:ext uri="{FF2B5EF4-FFF2-40B4-BE49-F238E27FC236}">
                          <a16:creationId xmlns:a16="http://schemas.microsoft.com/office/drawing/2014/main" id="{D1DFC5DD-0172-458C-B487-DA7C41E5B7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69" name="直線コネクタ 115368">
                      <a:extLst>
                        <a:ext uri="{FF2B5EF4-FFF2-40B4-BE49-F238E27FC236}">
                          <a16:creationId xmlns:a16="http://schemas.microsoft.com/office/drawing/2014/main" id="{20D70738-77DF-4CAB-AE0A-BCE6C45AD6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0" name="直線コネクタ 115369">
                      <a:extLst>
                        <a:ext uri="{FF2B5EF4-FFF2-40B4-BE49-F238E27FC236}">
                          <a16:creationId xmlns:a16="http://schemas.microsoft.com/office/drawing/2014/main" id="{EE29E000-AF1C-4CF4-BBB9-27FD3CBECC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1" name="直線コネクタ 115370">
                      <a:extLst>
                        <a:ext uri="{FF2B5EF4-FFF2-40B4-BE49-F238E27FC236}">
                          <a16:creationId xmlns:a16="http://schemas.microsoft.com/office/drawing/2014/main" id="{03E66032-CC20-4B1A-93F2-0823B92314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2" name="直線コネクタ 115371">
                      <a:extLst>
                        <a:ext uri="{FF2B5EF4-FFF2-40B4-BE49-F238E27FC236}">
                          <a16:creationId xmlns:a16="http://schemas.microsoft.com/office/drawing/2014/main" id="{E8F9A15C-9E33-417E-8401-0BA7DA9DA9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3" name="直線コネクタ 115372">
                      <a:extLst>
                        <a:ext uri="{FF2B5EF4-FFF2-40B4-BE49-F238E27FC236}">
                          <a16:creationId xmlns:a16="http://schemas.microsoft.com/office/drawing/2014/main" id="{0D1F2CE0-5C99-4AD7-AB8A-618A1F3BC8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4" name="直線コネクタ 115373">
                      <a:extLst>
                        <a:ext uri="{FF2B5EF4-FFF2-40B4-BE49-F238E27FC236}">
                          <a16:creationId xmlns:a16="http://schemas.microsoft.com/office/drawing/2014/main" id="{3C0503D9-7812-4B6D-A8B7-BAB79B6144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5" name="直線コネクタ 115374">
                      <a:extLst>
                        <a:ext uri="{FF2B5EF4-FFF2-40B4-BE49-F238E27FC236}">
                          <a16:creationId xmlns:a16="http://schemas.microsoft.com/office/drawing/2014/main" id="{21B31973-D523-4C52-A5C1-3CE97BADD8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6" name="直線コネクタ 115375">
                      <a:extLst>
                        <a:ext uri="{FF2B5EF4-FFF2-40B4-BE49-F238E27FC236}">
                          <a16:creationId xmlns:a16="http://schemas.microsoft.com/office/drawing/2014/main" id="{F202745A-CF1C-4F73-830F-33C6E61A3B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7" name="直線コネクタ 115376">
                      <a:extLst>
                        <a:ext uri="{FF2B5EF4-FFF2-40B4-BE49-F238E27FC236}">
                          <a16:creationId xmlns:a16="http://schemas.microsoft.com/office/drawing/2014/main" id="{28E64440-B0D9-4E7E-ABB7-751D5EBD40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8" name="直線コネクタ 115377">
                      <a:extLst>
                        <a:ext uri="{FF2B5EF4-FFF2-40B4-BE49-F238E27FC236}">
                          <a16:creationId xmlns:a16="http://schemas.microsoft.com/office/drawing/2014/main" id="{40737260-2A41-45BD-8D08-8F071E3CB4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79" name="直線コネクタ 115378">
                      <a:extLst>
                        <a:ext uri="{FF2B5EF4-FFF2-40B4-BE49-F238E27FC236}">
                          <a16:creationId xmlns:a16="http://schemas.microsoft.com/office/drawing/2014/main" id="{71BA9E75-711B-4118-B4C8-C2BCCF4D02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0" name="直線コネクタ 115379">
                      <a:extLst>
                        <a:ext uri="{FF2B5EF4-FFF2-40B4-BE49-F238E27FC236}">
                          <a16:creationId xmlns:a16="http://schemas.microsoft.com/office/drawing/2014/main" id="{E6C0BED5-8B54-417E-BB66-6F242A4651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1" name="直線コネクタ 115380">
                      <a:extLst>
                        <a:ext uri="{FF2B5EF4-FFF2-40B4-BE49-F238E27FC236}">
                          <a16:creationId xmlns:a16="http://schemas.microsoft.com/office/drawing/2014/main" id="{E07F9F36-C883-4F3C-A07F-DF17C8FDFC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2" name="直線コネクタ 115381">
                      <a:extLst>
                        <a:ext uri="{FF2B5EF4-FFF2-40B4-BE49-F238E27FC236}">
                          <a16:creationId xmlns:a16="http://schemas.microsoft.com/office/drawing/2014/main" id="{2231E8EE-5916-480E-995C-9604ED677E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3" name="直線コネクタ 115382">
                      <a:extLst>
                        <a:ext uri="{FF2B5EF4-FFF2-40B4-BE49-F238E27FC236}">
                          <a16:creationId xmlns:a16="http://schemas.microsoft.com/office/drawing/2014/main" id="{8C9A2845-B91C-4D70-BD75-67873A4EB8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4" name="直線コネクタ 115383">
                      <a:extLst>
                        <a:ext uri="{FF2B5EF4-FFF2-40B4-BE49-F238E27FC236}">
                          <a16:creationId xmlns:a16="http://schemas.microsoft.com/office/drawing/2014/main" id="{2647ECF7-30DD-4929-9EB7-C261ED6E6D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5" name="直線コネクタ 115384">
                      <a:extLst>
                        <a:ext uri="{FF2B5EF4-FFF2-40B4-BE49-F238E27FC236}">
                          <a16:creationId xmlns:a16="http://schemas.microsoft.com/office/drawing/2014/main" id="{E1781EEF-43BE-4F14-B247-1EC1BF32DE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6" name="直線コネクタ 115385">
                      <a:extLst>
                        <a:ext uri="{FF2B5EF4-FFF2-40B4-BE49-F238E27FC236}">
                          <a16:creationId xmlns:a16="http://schemas.microsoft.com/office/drawing/2014/main" id="{356D17BB-15BD-43EF-A88D-3976BE5824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7" name="直線コネクタ 115386">
                      <a:extLst>
                        <a:ext uri="{FF2B5EF4-FFF2-40B4-BE49-F238E27FC236}">
                          <a16:creationId xmlns:a16="http://schemas.microsoft.com/office/drawing/2014/main" id="{25028608-FCC5-47A7-B058-DFEE777316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8" name="直線コネクタ 115387">
                      <a:extLst>
                        <a:ext uri="{FF2B5EF4-FFF2-40B4-BE49-F238E27FC236}">
                          <a16:creationId xmlns:a16="http://schemas.microsoft.com/office/drawing/2014/main" id="{07BD0194-7643-4458-9F92-592A3BEE1E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89" name="直線コネクタ 115388">
                      <a:extLst>
                        <a:ext uri="{FF2B5EF4-FFF2-40B4-BE49-F238E27FC236}">
                          <a16:creationId xmlns:a16="http://schemas.microsoft.com/office/drawing/2014/main" id="{9D5A7DB9-692B-4587-9156-947545A8C9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0" name="直線コネクタ 115389">
                      <a:extLst>
                        <a:ext uri="{FF2B5EF4-FFF2-40B4-BE49-F238E27FC236}">
                          <a16:creationId xmlns:a16="http://schemas.microsoft.com/office/drawing/2014/main" id="{8C2AC406-7BE3-48D0-A6FF-FEC4D2B43F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1" name="直線コネクタ 115390">
                      <a:extLst>
                        <a:ext uri="{FF2B5EF4-FFF2-40B4-BE49-F238E27FC236}">
                          <a16:creationId xmlns:a16="http://schemas.microsoft.com/office/drawing/2014/main" id="{05020BE6-FB65-4499-BA90-44C23212DA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2" name="直線コネクタ 115391">
                      <a:extLst>
                        <a:ext uri="{FF2B5EF4-FFF2-40B4-BE49-F238E27FC236}">
                          <a16:creationId xmlns:a16="http://schemas.microsoft.com/office/drawing/2014/main" id="{D137003D-1A33-4416-9691-2BB99A741C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3" name="直線コネクタ 115392">
                      <a:extLst>
                        <a:ext uri="{FF2B5EF4-FFF2-40B4-BE49-F238E27FC236}">
                          <a16:creationId xmlns:a16="http://schemas.microsoft.com/office/drawing/2014/main" id="{9D4A6FD9-DE8D-4310-BC7B-B8F176873F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4" name="直線コネクタ 115393">
                      <a:extLst>
                        <a:ext uri="{FF2B5EF4-FFF2-40B4-BE49-F238E27FC236}">
                          <a16:creationId xmlns:a16="http://schemas.microsoft.com/office/drawing/2014/main" id="{9A9E9CBF-E965-4B27-BD06-F71FA571F3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5" name="直線コネクタ 115394">
                      <a:extLst>
                        <a:ext uri="{FF2B5EF4-FFF2-40B4-BE49-F238E27FC236}">
                          <a16:creationId xmlns:a16="http://schemas.microsoft.com/office/drawing/2014/main" id="{326FFD42-383C-4F96-ADD0-47DDB387E7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6" name="直線コネクタ 115395">
                      <a:extLst>
                        <a:ext uri="{FF2B5EF4-FFF2-40B4-BE49-F238E27FC236}">
                          <a16:creationId xmlns:a16="http://schemas.microsoft.com/office/drawing/2014/main" id="{E902CAE4-0B4C-4A21-8443-C71C799A5F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7" name="直線コネクタ 115396">
                      <a:extLst>
                        <a:ext uri="{FF2B5EF4-FFF2-40B4-BE49-F238E27FC236}">
                          <a16:creationId xmlns:a16="http://schemas.microsoft.com/office/drawing/2014/main" id="{60327853-E25B-4A89-9917-617426DFB6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8" name="直線コネクタ 115397">
                      <a:extLst>
                        <a:ext uri="{FF2B5EF4-FFF2-40B4-BE49-F238E27FC236}">
                          <a16:creationId xmlns:a16="http://schemas.microsoft.com/office/drawing/2014/main" id="{AE9BDF4C-1795-48C4-814A-6E1A0BC121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399" name="直線コネクタ 115398">
                      <a:extLst>
                        <a:ext uri="{FF2B5EF4-FFF2-40B4-BE49-F238E27FC236}">
                          <a16:creationId xmlns:a16="http://schemas.microsoft.com/office/drawing/2014/main" id="{753713C3-B358-4237-9081-98FD002B4C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0" name="直線コネクタ 115399">
                      <a:extLst>
                        <a:ext uri="{FF2B5EF4-FFF2-40B4-BE49-F238E27FC236}">
                          <a16:creationId xmlns:a16="http://schemas.microsoft.com/office/drawing/2014/main" id="{1CDC1DAD-DDC3-4CB8-AA51-6C3C48E39A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1" name="直線コネクタ 115400">
                      <a:extLst>
                        <a:ext uri="{FF2B5EF4-FFF2-40B4-BE49-F238E27FC236}">
                          <a16:creationId xmlns:a16="http://schemas.microsoft.com/office/drawing/2014/main" id="{3CF17F1F-B8BE-4C45-8D04-9352BEBE6A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2" name="直線コネクタ 115401">
                      <a:extLst>
                        <a:ext uri="{FF2B5EF4-FFF2-40B4-BE49-F238E27FC236}">
                          <a16:creationId xmlns:a16="http://schemas.microsoft.com/office/drawing/2014/main" id="{0FD89D32-A57F-429B-AA80-1562E71D78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3" name="直線コネクタ 115402">
                      <a:extLst>
                        <a:ext uri="{FF2B5EF4-FFF2-40B4-BE49-F238E27FC236}">
                          <a16:creationId xmlns:a16="http://schemas.microsoft.com/office/drawing/2014/main" id="{FED5340D-FFAB-4317-884F-E92F1697B2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4" name="直線コネクタ 115403">
                      <a:extLst>
                        <a:ext uri="{FF2B5EF4-FFF2-40B4-BE49-F238E27FC236}">
                          <a16:creationId xmlns:a16="http://schemas.microsoft.com/office/drawing/2014/main" id="{63D1978F-C212-4C4E-B10C-FDBBD45BE6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405" name="直線コネクタ 115404">
                      <a:extLst>
                        <a:ext uri="{FF2B5EF4-FFF2-40B4-BE49-F238E27FC236}">
                          <a16:creationId xmlns:a16="http://schemas.microsoft.com/office/drawing/2014/main" id="{0AE5724B-7B96-461A-91F1-2C0F3D7BA8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49" name="グループ化 113648">
                  <a:extLst>
                    <a:ext uri="{FF2B5EF4-FFF2-40B4-BE49-F238E27FC236}">
                      <a16:creationId xmlns:a16="http://schemas.microsoft.com/office/drawing/2014/main" id="{FC4184FE-464E-4FDB-9F19-4F70FBF2C54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76495" y="5376481"/>
                  <a:ext cx="46773" cy="46800"/>
                  <a:chOff x="4287481" y="4286224"/>
                  <a:chExt cx="2227978" cy="2229219"/>
                </a:xfrm>
              </p:grpSpPr>
              <p:cxnSp>
                <p:nvCxnSpPr>
                  <p:cNvPr id="114805" name="直線コネクタ 114804">
                    <a:extLst>
                      <a:ext uri="{FF2B5EF4-FFF2-40B4-BE49-F238E27FC236}">
                        <a16:creationId xmlns:a16="http://schemas.microsoft.com/office/drawing/2014/main" id="{50908C8C-7C38-40D1-B586-4BA01D344D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06" name="直線コネクタ 114805">
                    <a:extLst>
                      <a:ext uri="{FF2B5EF4-FFF2-40B4-BE49-F238E27FC236}">
                        <a16:creationId xmlns:a16="http://schemas.microsoft.com/office/drawing/2014/main" id="{9431696D-0CB4-4995-B53B-59A180598F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07" name="直線コネクタ 114806">
                    <a:extLst>
                      <a:ext uri="{FF2B5EF4-FFF2-40B4-BE49-F238E27FC236}">
                        <a16:creationId xmlns:a16="http://schemas.microsoft.com/office/drawing/2014/main" id="{6E571328-D717-4573-838C-F743232844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08" name="直線コネクタ 114807">
                    <a:extLst>
                      <a:ext uri="{FF2B5EF4-FFF2-40B4-BE49-F238E27FC236}">
                        <a16:creationId xmlns:a16="http://schemas.microsoft.com/office/drawing/2014/main" id="{3808C8ED-22E8-4DA9-9C1F-9E99367B4C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09" name="直線コネクタ 114808">
                    <a:extLst>
                      <a:ext uri="{FF2B5EF4-FFF2-40B4-BE49-F238E27FC236}">
                        <a16:creationId xmlns:a16="http://schemas.microsoft.com/office/drawing/2014/main" id="{BCA35A39-4C67-401B-8251-9DF1E0AD26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0" name="直線コネクタ 114809">
                    <a:extLst>
                      <a:ext uri="{FF2B5EF4-FFF2-40B4-BE49-F238E27FC236}">
                        <a16:creationId xmlns:a16="http://schemas.microsoft.com/office/drawing/2014/main" id="{BA148B25-ECC7-4880-8885-3D1C0EE773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1" name="直線コネクタ 114810">
                    <a:extLst>
                      <a:ext uri="{FF2B5EF4-FFF2-40B4-BE49-F238E27FC236}">
                        <a16:creationId xmlns:a16="http://schemas.microsoft.com/office/drawing/2014/main" id="{EF78E27E-B6D2-4219-9060-240FE6A161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2" name="直線コネクタ 114811">
                    <a:extLst>
                      <a:ext uri="{FF2B5EF4-FFF2-40B4-BE49-F238E27FC236}">
                        <a16:creationId xmlns:a16="http://schemas.microsoft.com/office/drawing/2014/main" id="{C6E6C2F8-D8FC-4BDB-82E2-80E23B02E4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3" name="直線コネクタ 114812">
                    <a:extLst>
                      <a:ext uri="{FF2B5EF4-FFF2-40B4-BE49-F238E27FC236}">
                        <a16:creationId xmlns:a16="http://schemas.microsoft.com/office/drawing/2014/main" id="{27D6CDF3-FA25-4D35-AF44-1A0605C924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4" name="直線コネクタ 114813">
                    <a:extLst>
                      <a:ext uri="{FF2B5EF4-FFF2-40B4-BE49-F238E27FC236}">
                        <a16:creationId xmlns:a16="http://schemas.microsoft.com/office/drawing/2014/main" id="{72521794-1A32-4412-95A9-1B95E88E2A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5" name="直線コネクタ 114814">
                    <a:extLst>
                      <a:ext uri="{FF2B5EF4-FFF2-40B4-BE49-F238E27FC236}">
                        <a16:creationId xmlns:a16="http://schemas.microsoft.com/office/drawing/2014/main" id="{96BC1044-1008-4EE3-8D62-7AC1286DAF3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6" name="直線コネクタ 114815">
                    <a:extLst>
                      <a:ext uri="{FF2B5EF4-FFF2-40B4-BE49-F238E27FC236}">
                        <a16:creationId xmlns:a16="http://schemas.microsoft.com/office/drawing/2014/main" id="{9DA930BB-4CEC-4282-B883-93877BE6B0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7" name="直線コネクタ 114816">
                    <a:extLst>
                      <a:ext uri="{FF2B5EF4-FFF2-40B4-BE49-F238E27FC236}">
                        <a16:creationId xmlns:a16="http://schemas.microsoft.com/office/drawing/2014/main" id="{48018BA4-77E6-4CF5-9448-BDC81B07915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8" name="直線コネクタ 114817">
                    <a:extLst>
                      <a:ext uri="{FF2B5EF4-FFF2-40B4-BE49-F238E27FC236}">
                        <a16:creationId xmlns:a16="http://schemas.microsoft.com/office/drawing/2014/main" id="{47B7B809-C743-4A1D-8A46-49477537BB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19" name="直線コネクタ 114818">
                    <a:extLst>
                      <a:ext uri="{FF2B5EF4-FFF2-40B4-BE49-F238E27FC236}">
                        <a16:creationId xmlns:a16="http://schemas.microsoft.com/office/drawing/2014/main" id="{30BFBD34-43CE-4469-A3FB-1942F1FC72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0" name="直線コネクタ 114819">
                    <a:extLst>
                      <a:ext uri="{FF2B5EF4-FFF2-40B4-BE49-F238E27FC236}">
                        <a16:creationId xmlns:a16="http://schemas.microsoft.com/office/drawing/2014/main" id="{805BF8B5-7BCA-4469-B292-50A5C1F1D0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1" name="直線コネクタ 114820">
                    <a:extLst>
                      <a:ext uri="{FF2B5EF4-FFF2-40B4-BE49-F238E27FC236}">
                        <a16:creationId xmlns:a16="http://schemas.microsoft.com/office/drawing/2014/main" id="{06C44C55-AFE4-4F18-AB01-C8441C12A5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2" name="直線コネクタ 114821">
                    <a:extLst>
                      <a:ext uri="{FF2B5EF4-FFF2-40B4-BE49-F238E27FC236}">
                        <a16:creationId xmlns:a16="http://schemas.microsoft.com/office/drawing/2014/main" id="{2B657419-0060-4FF4-A216-77216B9CF5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3" name="直線コネクタ 114822">
                    <a:extLst>
                      <a:ext uri="{FF2B5EF4-FFF2-40B4-BE49-F238E27FC236}">
                        <a16:creationId xmlns:a16="http://schemas.microsoft.com/office/drawing/2014/main" id="{77203ABD-70FB-47F8-810D-0295BC4151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4" name="直線コネクタ 114823">
                    <a:extLst>
                      <a:ext uri="{FF2B5EF4-FFF2-40B4-BE49-F238E27FC236}">
                        <a16:creationId xmlns:a16="http://schemas.microsoft.com/office/drawing/2014/main" id="{7D075A55-B479-467E-BE52-1911D9E643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5" name="直線コネクタ 114824">
                    <a:extLst>
                      <a:ext uri="{FF2B5EF4-FFF2-40B4-BE49-F238E27FC236}">
                        <a16:creationId xmlns:a16="http://schemas.microsoft.com/office/drawing/2014/main" id="{D27BC2A7-E95D-41A5-B32F-D197C8F70C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6" name="直線コネクタ 114825">
                    <a:extLst>
                      <a:ext uri="{FF2B5EF4-FFF2-40B4-BE49-F238E27FC236}">
                        <a16:creationId xmlns:a16="http://schemas.microsoft.com/office/drawing/2014/main" id="{A9EEFA77-5129-4343-A6CC-428B3BAA18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7" name="直線コネクタ 114826">
                    <a:extLst>
                      <a:ext uri="{FF2B5EF4-FFF2-40B4-BE49-F238E27FC236}">
                        <a16:creationId xmlns:a16="http://schemas.microsoft.com/office/drawing/2014/main" id="{E2151C68-C29A-4D71-BD71-2EDB088B23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8" name="直線コネクタ 114827">
                    <a:extLst>
                      <a:ext uri="{FF2B5EF4-FFF2-40B4-BE49-F238E27FC236}">
                        <a16:creationId xmlns:a16="http://schemas.microsoft.com/office/drawing/2014/main" id="{4E86AEA1-1AE8-4D5E-B533-FF57A83064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29" name="直線コネクタ 114828">
                    <a:extLst>
                      <a:ext uri="{FF2B5EF4-FFF2-40B4-BE49-F238E27FC236}">
                        <a16:creationId xmlns:a16="http://schemas.microsoft.com/office/drawing/2014/main" id="{989D6DE5-C50B-46E7-9865-94E6EA871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0" name="直線コネクタ 114829">
                    <a:extLst>
                      <a:ext uri="{FF2B5EF4-FFF2-40B4-BE49-F238E27FC236}">
                        <a16:creationId xmlns:a16="http://schemas.microsoft.com/office/drawing/2014/main" id="{A4DF2ABB-9A03-40E8-82E5-EE74784992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1" name="直線コネクタ 114830">
                    <a:extLst>
                      <a:ext uri="{FF2B5EF4-FFF2-40B4-BE49-F238E27FC236}">
                        <a16:creationId xmlns:a16="http://schemas.microsoft.com/office/drawing/2014/main" id="{0720A994-A983-4A9A-9238-41F03F3E81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2" name="直線コネクタ 114831">
                    <a:extLst>
                      <a:ext uri="{FF2B5EF4-FFF2-40B4-BE49-F238E27FC236}">
                        <a16:creationId xmlns:a16="http://schemas.microsoft.com/office/drawing/2014/main" id="{80DEA4AF-C9C4-437D-BE86-1D1DEA7F04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3" name="直線コネクタ 114832">
                    <a:extLst>
                      <a:ext uri="{FF2B5EF4-FFF2-40B4-BE49-F238E27FC236}">
                        <a16:creationId xmlns:a16="http://schemas.microsoft.com/office/drawing/2014/main" id="{40646396-04F6-49C3-AFBB-E51D60D637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4" name="直線コネクタ 114833">
                    <a:extLst>
                      <a:ext uri="{FF2B5EF4-FFF2-40B4-BE49-F238E27FC236}">
                        <a16:creationId xmlns:a16="http://schemas.microsoft.com/office/drawing/2014/main" id="{E915024E-BDE8-4A45-AA31-9C24B474C0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5" name="直線コネクタ 114834">
                    <a:extLst>
                      <a:ext uri="{FF2B5EF4-FFF2-40B4-BE49-F238E27FC236}">
                        <a16:creationId xmlns:a16="http://schemas.microsoft.com/office/drawing/2014/main" id="{F11048A5-86CB-4BA8-B54C-05CB9E7648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6" name="直線コネクタ 114835">
                    <a:extLst>
                      <a:ext uri="{FF2B5EF4-FFF2-40B4-BE49-F238E27FC236}">
                        <a16:creationId xmlns:a16="http://schemas.microsoft.com/office/drawing/2014/main" id="{C62092E0-24E6-4590-809A-14BBA98FF4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7" name="直線コネクタ 114836">
                    <a:extLst>
                      <a:ext uri="{FF2B5EF4-FFF2-40B4-BE49-F238E27FC236}">
                        <a16:creationId xmlns:a16="http://schemas.microsoft.com/office/drawing/2014/main" id="{41FA686D-A986-4552-8D10-87481DA71A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8" name="直線コネクタ 114837">
                    <a:extLst>
                      <a:ext uri="{FF2B5EF4-FFF2-40B4-BE49-F238E27FC236}">
                        <a16:creationId xmlns:a16="http://schemas.microsoft.com/office/drawing/2014/main" id="{4C093FE7-56CC-4C01-86C8-68BF4D8C4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39" name="直線コネクタ 114838">
                    <a:extLst>
                      <a:ext uri="{FF2B5EF4-FFF2-40B4-BE49-F238E27FC236}">
                        <a16:creationId xmlns:a16="http://schemas.microsoft.com/office/drawing/2014/main" id="{54CBBA94-9CB0-4A08-8D4D-EF028DCAB9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0" name="直線コネクタ 114839">
                    <a:extLst>
                      <a:ext uri="{FF2B5EF4-FFF2-40B4-BE49-F238E27FC236}">
                        <a16:creationId xmlns:a16="http://schemas.microsoft.com/office/drawing/2014/main" id="{150A6959-FD78-487B-AE85-FFDC8348B5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1" name="直線コネクタ 114840">
                    <a:extLst>
                      <a:ext uri="{FF2B5EF4-FFF2-40B4-BE49-F238E27FC236}">
                        <a16:creationId xmlns:a16="http://schemas.microsoft.com/office/drawing/2014/main" id="{352ED1D2-B9E7-4EF0-A9EB-D7B4443EC5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2" name="直線コネクタ 114841">
                    <a:extLst>
                      <a:ext uri="{FF2B5EF4-FFF2-40B4-BE49-F238E27FC236}">
                        <a16:creationId xmlns:a16="http://schemas.microsoft.com/office/drawing/2014/main" id="{7708F542-2C2E-4E8C-9223-93E04AEF4A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3" name="直線コネクタ 114842">
                    <a:extLst>
                      <a:ext uri="{FF2B5EF4-FFF2-40B4-BE49-F238E27FC236}">
                        <a16:creationId xmlns:a16="http://schemas.microsoft.com/office/drawing/2014/main" id="{C6D30929-BB98-4A34-9506-B9B011DA16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4" name="直線コネクタ 114843">
                    <a:extLst>
                      <a:ext uri="{FF2B5EF4-FFF2-40B4-BE49-F238E27FC236}">
                        <a16:creationId xmlns:a16="http://schemas.microsoft.com/office/drawing/2014/main" id="{EC4C4D97-6827-43B4-909D-B2EC7007EC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5" name="直線コネクタ 114844">
                    <a:extLst>
                      <a:ext uri="{FF2B5EF4-FFF2-40B4-BE49-F238E27FC236}">
                        <a16:creationId xmlns:a16="http://schemas.microsoft.com/office/drawing/2014/main" id="{22F5068B-1564-47C6-824B-D47330DB5C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6" name="直線コネクタ 114845">
                    <a:extLst>
                      <a:ext uri="{FF2B5EF4-FFF2-40B4-BE49-F238E27FC236}">
                        <a16:creationId xmlns:a16="http://schemas.microsoft.com/office/drawing/2014/main" id="{F5BF9DE8-5674-4C49-8763-E9BD0B2A6A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7" name="直線コネクタ 114846">
                    <a:extLst>
                      <a:ext uri="{FF2B5EF4-FFF2-40B4-BE49-F238E27FC236}">
                        <a16:creationId xmlns:a16="http://schemas.microsoft.com/office/drawing/2014/main" id="{47F35B5E-5F67-43B9-B994-E5CA747970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8" name="直線コネクタ 114847">
                    <a:extLst>
                      <a:ext uri="{FF2B5EF4-FFF2-40B4-BE49-F238E27FC236}">
                        <a16:creationId xmlns:a16="http://schemas.microsoft.com/office/drawing/2014/main" id="{E50410EE-4AD3-4D59-A218-FDCD8FFEEF0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49" name="直線コネクタ 114848">
                    <a:extLst>
                      <a:ext uri="{FF2B5EF4-FFF2-40B4-BE49-F238E27FC236}">
                        <a16:creationId xmlns:a16="http://schemas.microsoft.com/office/drawing/2014/main" id="{9B8DE142-DA47-4AEA-8FAA-63A052A5AD4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0" name="直線コネクタ 114849">
                    <a:extLst>
                      <a:ext uri="{FF2B5EF4-FFF2-40B4-BE49-F238E27FC236}">
                        <a16:creationId xmlns:a16="http://schemas.microsoft.com/office/drawing/2014/main" id="{5197BBC0-3034-46E2-B38D-3DA7E5DAEE3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1" name="直線コネクタ 114850">
                    <a:extLst>
                      <a:ext uri="{FF2B5EF4-FFF2-40B4-BE49-F238E27FC236}">
                        <a16:creationId xmlns:a16="http://schemas.microsoft.com/office/drawing/2014/main" id="{8711B72F-59B8-410D-B264-80564B8EB68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2" name="直線コネクタ 114851">
                    <a:extLst>
                      <a:ext uri="{FF2B5EF4-FFF2-40B4-BE49-F238E27FC236}">
                        <a16:creationId xmlns:a16="http://schemas.microsoft.com/office/drawing/2014/main" id="{07417573-79FE-49A7-94DB-084B1ED18DC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3" name="直線コネクタ 114852">
                    <a:extLst>
                      <a:ext uri="{FF2B5EF4-FFF2-40B4-BE49-F238E27FC236}">
                        <a16:creationId xmlns:a16="http://schemas.microsoft.com/office/drawing/2014/main" id="{F4FE4CB2-CE3B-4ABC-BE9F-C59E1692201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4" name="直線コネクタ 114853">
                    <a:extLst>
                      <a:ext uri="{FF2B5EF4-FFF2-40B4-BE49-F238E27FC236}">
                        <a16:creationId xmlns:a16="http://schemas.microsoft.com/office/drawing/2014/main" id="{1B057750-7901-4DEE-87C7-8A0992CE3B1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5" name="直線コネクタ 114854">
                    <a:extLst>
                      <a:ext uri="{FF2B5EF4-FFF2-40B4-BE49-F238E27FC236}">
                        <a16:creationId xmlns:a16="http://schemas.microsoft.com/office/drawing/2014/main" id="{61022FC8-9DEC-4C23-83F2-F16309BFEF3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6" name="直線コネクタ 114855">
                    <a:extLst>
                      <a:ext uri="{FF2B5EF4-FFF2-40B4-BE49-F238E27FC236}">
                        <a16:creationId xmlns:a16="http://schemas.microsoft.com/office/drawing/2014/main" id="{35834139-84B3-468F-BF45-EDAF129B4BF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7" name="直線コネクタ 114856">
                    <a:extLst>
                      <a:ext uri="{FF2B5EF4-FFF2-40B4-BE49-F238E27FC236}">
                        <a16:creationId xmlns:a16="http://schemas.microsoft.com/office/drawing/2014/main" id="{8C10DC14-8A00-4BCC-A525-08A9DCB9045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8" name="直線コネクタ 114857">
                    <a:extLst>
                      <a:ext uri="{FF2B5EF4-FFF2-40B4-BE49-F238E27FC236}">
                        <a16:creationId xmlns:a16="http://schemas.microsoft.com/office/drawing/2014/main" id="{BF83E2A8-3A3F-4579-A1C5-DA64F9F025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59" name="直線コネクタ 114858">
                    <a:extLst>
                      <a:ext uri="{FF2B5EF4-FFF2-40B4-BE49-F238E27FC236}">
                        <a16:creationId xmlns:a16="http://schemas.microsoft.com/office/drawing/2014/main" id="{E3712E3D-079B-49DD-911E-AE305CE0CA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0" name="直線コネクタ 114859">
                    <a:extLst>
                      <a:ext uri="{FF2B5EF4-FFF2-40B4-BE49-F238E27FC236}">
                        <a16:creationId xmlns:a16="http://schemas.microsoft.com/office/drawing/2014/main" id="{594F2282-8E7B-48C4-88D6-3281CAFC4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1" name="直線コネクタ 114860">
                    <a:extLst>
                      <a:ext uri="{FF2B5EF4-FFF2-40B4-BE49-F238E27FC236}">
                        <a16:creationId xmlns:a16="http://schemas.microsoft.com/office/drawing/2014/main" id="{CB63EDF6-34B5-4E6C-8990-504AC77BAF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2" name="直線コネクタ 114861">
                    <a:extLst>
                      <a:ext uri="{FF2B5EF4-FFF2-40B4-BE49-F238E27FC236}">
                        <a16:creationId xmlns:a16="http://schemas.microsoft.com/office/drawing/2014/main" id="{7925C252-289E-4A20-AC6E-EA1F3F7F3D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3" name="直線コネクタ 114862">
                    <a:extLst>
                      <a:ext uri="{FF2B5EF4-FFF2-40B4-BE49-F238E27FC236}">
                        <a16:creationId xmlns:a16="http://schemas.microsoft.com/office/drawing/2014/main" id="{BA770CF9-F0C7-42F4-A039-AE7081E871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4" name="直線コネクタ 114863">
                    <a:extLst>
                      <a:ext uri="{FF2B5EF4-FFF2-40B4-BE49-F238E27FC236}">
                        <a16:creationId xmlns:a16="http://schemas.microsoft.com/office/drawing/2014/main" id="{1464E078-9384-43BA-B1A0-095364D008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5" name="直線コネクタ 114864">
                    <a:extLst>
                      <a:ext uri="{FF2B5EF4-FFF2-40B4-BE49-F238E27FC236}">
                        <a16:creationId xmlns:a16="http://schemas.microsoft.com/office/drawing/2014/main" id="{81A3C5B8-0800-43E7-ABC8-5F24944E7B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6" name="直線コネクタ 114865">
                    <a:extLst>
                      <a:ext uri="{FF2B5EF4-FFF2-40B4-BE49-F238E27FC236}">
                        <a16:creationId xmlns:a16="http://schemas.microsoft.com/office/drawing/2014/main" id="{E4EA04C6-F562-48D7-9B56-B2C8276E1A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7" name="直線コネクタ 114866">
                    <a:extLst>
                      <a:ext uri="{FF2B5EF4-FFF2-40B4-BE49-F238E27FC236}">
                        <a16:creationId xmlns:a16="http://schemas.microsoft.com/office/drawing/2014/main" id="{5168EE13-DE24-4C78-B648-F669D14BC5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8" name="直線コネクタ 114867">
                    <a:extLst>
                      <a:ext uri="{FF2B5EF4-FFF2-40B4-BE49-F238E27FC236}">
                        <a16:creationId xmlns:a16="http://schemas.microsoft.com/office/drawing/2014/main" id="{8FFDE5D4-65BA-4324-BD5F-3B670F2E64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69" name="直線コネクタ 114868">
                    <a:extLst>
                      <a:ext uri="{FF2B5EF4-FFF2-40B4-BE49-F238E27FC236}">
                        <a16:creationId xmlns:a16="http://schemas.microsoft.com/office/drawing/2014/main" id="{4DDC8ECD-1400-4E16-B774-B402E82AEE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0" name="直線コネクタ 114869">
                    <a:extLst>
                      <a:ext uri="{FF2B5EF4-FFF2-40B4-BE49-F238E27FC236}">
                        <a16:creationId xmlns:a16="http://schemas.microsoft.com/office/drawing/2014/main" id="{B5531F3C-D536-4EF8-902F-B60D105EFF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1" name="直線コネクタ 114870">
                    <a:extLst>
                      <a:ext uri="{FF2B5EF4-FFF2-40B4-BE49-F238E27FC236}">
                        <a16:creationId xmlns:a16="http://schemas.microsoft.com/office/drawing/2014/main" id="{54C450DF-9E65-41A8-8D46-14F82A0000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2" name="直線コネクタ 114871">
                    <a:extLst>
                      <a:ext uri="{FF2B5EF4-FFF2-40B4-BE49-F238E27FC236}">
                        <a16:creationId xmlns:a16="http://schemas.microsoft.com/office/drawing/2014/main" id="{834549B8-3033-4D94-943D-E9276426C3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3" name="直線コネクタ 114872">
                    <a:extLst>
                      <a:ext uri="{FF2B5EF4-FFF2-40B4-BE49-F238E27FC236}">
                        <a16:creationId xmlns:a16="http://schemas.microsoft.com/office/drawing/2014/main" id="{3A026A40-7DD9-43E5-8B78-4FFD8360A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4" name="直線コネクタ 114873">
                    <a:extLst>
                      <a:ext uri="{FF2B5EF4-FFF2-40B4-BE49-F238E27FC236}">
                        <a16:creationId xmlns:a16="http://schemas.microsoft.com/office/drawing/2014/main" id="{B8E43BFC-0C67-4802-8847-6515341622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5" name="直線コネクタ 114874">
                    <a:extLst>
                      <a:ext uri="{FF2B5EF4-FFF2-40B4-BE49-F238E27FC236}">
                        <a16:creationId xmlns:a16="http://schemas.microsoft.com/office/drawing/2014/main" id="{78D59422-EA7B-4DDD-8769-33EF480318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6" name="直線コネクタ 114875">
                    <a:extLst>
                      <a:ext uri="{FF2B5EF4-FFF2-40B4-BE49-F238E27FC236}">
                        <a16:creationId xmlns:a16="http://schemas.microsoft.com/office/drawing/2014/main" id="{43B0337A-C8E8-4728-BDD5-C1D03ABEE6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7" name="直線コネクタ 114876">
                    <a:extLst>
                      <a:ext uri="{FF2B5EF4-FFF2-40B4-BE49-F238E27FC236}">
                        <a16:creationId xmlns:a16="http://schemas.microsoft.com/office/drawing/2014/main" id="{869026FE-B58A-4882-B61A-06378AFBFB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8" name="直線コネクタ 114877">
                    <a:extLst>
                      <a:ext uri="{FF2B5EF4-FFF2-40B4-BE49-F238E27FC236}">
                        <a16:creationId xmlns:a16="http://schemas.microsoft.com/office/drawing/2014/main" id="{5B4A0490-2731-4D85-B9C7-F55ADB11F3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79" name="直線コネクタ 114878">
                    <a:extLst>
                      <a:ext uri="{FF2B5EF4-FFF2-40B4-BE49-F238E27FC236}">
                        <a16:creationId xmlns:a16="http://schemas.microsoft.com/office/drawing/2014/main" id="{DE000D49-BD92-492C-844C-C7F66D3A16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0" name="直線コネクタ 114879">
                    <a:extLst>
                      <a:ext uri="{FF2B5EF4-FFF2-40B4-BE49-F238E27FC236}">
                        <a16:creationId xmlns:a16="http://schemas.microsoft.com/office/drawing/2014/main" id="{7A7A548C-33AB-4430-BB44-F40BB3FF61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1" name="直線コネクタ 114880">
                    <a:extLst>
                      <a:ext uri="{FF2B5EF4-FFF2-40B4-BE49-F238E27FC236}">
                        <a16:creationId xmlns:a16="http://schemas.microsoft.com/office/drawing/2014/main" id="{D7B49A5A-41C3-4B6A-846C-849369B52F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2" name="直線コネクタ 114881">
                    <a:extLst>
                      <a:ext uri="{FF2B5EF4-FFF2-40B4-BE49-F238E27FC236}">
                        <a16:creationId xmlns:a16="http://schemas.microsoft.com/office/drawing/2014/main" id="{B2527CC8-747B-4BD3-84CF-7116C536A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3" name="直線コネクタ 114882">
                    <a:extLst>
                      <a:ext uri="{FF2B5EF4-FFF2-40B4-BE49-F238E27FC236}">
                        <a16:creationId xmlns:a16="http://schemas.microsoft.com/office/drawing/2014/main" id="{E4632C3C-56F2-48D7-96DC-6DB5D6D885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4" name="直線コネクタ 114883">
                    <a:extLst>
                      <a:ext uri="{FF2B5EF4-FFF2-40B4-BE49-F238E27FC236}">
                        <a16:creationId xmlns:a16="http://schemas.microsoft.com/office/drawing/2014/main" id="{C59E911C-5C2F-4834-BE6A-B0C04B8E9F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5" name="直線コネクタ 114884">
                    <a:extLst>
                      <a:ext uri="{FF2B5EF4-FFF2-40B4-BE49-F238E27FC236}">
                        <a16:creationId xmlns:a16="http://schemas.microsoft.com/office/drawing/2014/main" id="{82B4859F-4D63-488D-9BA6-093370D35A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6" name="直線コネクタ 114885">
                    <a:extLst>
                      <a:ext uri="{FF2B5EF4-FFF2-40B4-BE49-F238E27FC236}">
                        <a16:creationId xmlns:a16="http://schemas.microsoft.com/office/drawing/2014/main" id="{62C8B5F0-921B-4618-92B2-14CC47E1C2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7" name="直線コネクタ 114886">
                    <a:extLst>
                      <a:ext uri="{FF2B5EF4-FFF2-40B4-BE49-F238E27FC236}">
                        <a16:creationId xmlns:a16="http://schemas.microsoft.com/office/drawing/2014/main" id="{069E1161-58B0-4494-9B87-A3D797585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8" name="直線コネクタ 114887">
                    <a:extLst>
                      <a:ext uri="{FF2B5EF4-FFF2-40B4-BE49-F238E27FC236}">
                        <a16:creationId xmlns:a16="http://schemas.microsoft.com/office/drawing/2014/main" id="{D295B238-4DB2-4AE5-A122-D8C09F2F1A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89" name="直線コネクタ 114888">
                    <a:extLst>
                      <a:ext uri="{FF2B5EF4-FFF2-40B4-BE49-F238E27FC236}">
                        <a16:creationId xmlns:a16="http://schemas.microsoft.com/office/drawing/2014/main" id="{8B6D2C24-ADED-4AB3-8CB3-4B02D544BA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0" name="直線コネクタ 114889">
                    <a:extLst>
                      <a:ext uri="{FF2B5EF4-FFF2-40B4-BE49-F238E27FC236}">
                        <a16:creationId xmlns:a16="http://schemas.microsoft.com/office/drawing/2014/main" id="{D5B5768A-FB3E-4261-A7F4-DA79073A2D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1" name="直線コネクタ 114890">
                    <a:extLst>
                      <a:ext uri="{FF2B5EF4-FFF2-40B4-BE49-F238E27FC236}">
                        <a16:creationId xmlns:a16="http://schemas.microsoft.com/office/drawing/2014/main" id="{23CC5054-38D7-4950-A1E9-15BB7E00C0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2" name="直線コネクタ 114891">
                    <a:extLst>
                      <a:ext uri="{FF2B5EF4-FFF2-40B4-BE49-F238E27FC236}">
                        <a16:creationId xmlns:a16="http://schemas.microsoft.com/office/drawing/2014/main" id="{742E5221-F20A-42FC-A6D2-41DBBACA5E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3" name="直線コネクタ 114892">
                    <a:extLst>
                      <a:ext uri="{FF2B5EF4-FFF2-40B4-BE49-F238E27FC236}">
                        <a16:creationId xmlns:a16="http://schemas.microsoft.com/office/drawing/2014/main" id="{AC4584A8-ECEB-4E6F-84C5-955E287C5D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4" name="直線コネクタ 114893">
                    <a:extLst>
                      <a:ext uri="{FF2B5EF4-FFF2-40B4-BE49-F238E27FC236}">
                        <a16:creationId xmlns:a16="http://schemas.microsoft.com/office/drawing/2014/main" id="{02C22054-46F1-484F-9E39-7899EF01E4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5" name="直線コネクタ 114894">
                    <a:extLst>
                      <a:ext uri="{FF2B5EF4-FFF2-40B4-BE49-F238E27FC236}">
                        <a16:creationId xmlns:a16="http://schemas.microsoft.com/office/drawing/2014/main" id="{EBCE5B20-ADA1-4D7C-ADE0-9A8D181466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6" name="直線コネクタ 114895">
                    <a:extLst>
                      <a:ext uri="{FF2B5EF4-FFF2-40B4-BE49-F238E27FC236}">
                        <a16:creationId xmlns:a16="http://schemas.microsoft.com/office/drawing/2014/main" id="{F197296E-1FC1-4A12-B9AA-78C339B27DF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7" name="直線コネクタ 114896">
                    <a:extLst>
                      <a:ext uri="{FF2B5EF4-FFF2-40B4-BE49-F238E27FC236}">
                        <a16:creationId xmlns:a16="http://schemas.microsoft.com/office/drawing/2014/main" id="{C33736DA-0038-420C-9036-76F45921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8" name="直線コネクタ 114897">
                    <a:extLst>
                      <a:ext uri="{FF2B5EF4-FFF2-40B4-BE49-F238E27FC236}">
                        <a16:creationId xmlns:a16="http://schemas.microsoft.com/office/drawing/2014/main" id="{208E313B-E7DB-41C6-AA79-F4D3E49F7B5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899" name="直線コネクタ 114898">
                    <a:extLst>
                      <a:ext uri="{FF2B5EF4-FFF2-40B4-BE49-F238E27FC236}">
                        <a16:creationId xmlns:a16="http://schemas.microsoft.com/office/drawing/2014/main" id="{9F5F78D5-BFBE-4837-83CC-8F517006C96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0" name="直線コネクタ 114899">
                    <a:extLst>
                      <a:ext uri="{FF2B5EF4-FFF2-40B4-BE49-F238E27FC236}">
                        <a16:creationId xmlns:a16="http://schemas.microsoft.com/office/drawing/2014/main" id="{B6F144E0-1CE1-46DD-B987-461EAC758CB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1" name="直線コネクタ 114900">
                    <a:extLst>
                      <a:ext uri="{FF2B5EF4-FFF2-40B4-BE49-F238E27FC236}">
                        <a16:creationId xmlns:a16="http://schemas.microsoft.com/office/drawing/2014/main" id="{4BC7FE1F-7453-4A40-85B9-2276C8354DA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2" name="直線コネクタ 114901">
                    <a:extLst>
                      <a:ext uri="{FF2B5EF4-FFF2-40B4-BE49-F238E27FC236}">
                        <a16:creationId xmlns:a16="http://schemas.microsoft.com/office/drawing/2014/main" id="{68774678-45A4-4B42-80C9-4E357589D11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3" name="直線コネクタ 114902">
                    <a:extLst>
                      <a:ext uri="{FF2B5EF4-FFF2-40B4-BE49-F238E27FC236}">
                        <a16:creationId xmlns:a16="http://schemas.microsoft.com/office/drawing/2014/main" id="{7A3553A2-9804-4EC4-B157-6DAC97A6FB7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4" name="直線コネクタ 114903">
                    <a:extLst>
                      <a:ext uri="{FF2B5EF4-FFF2-40B4-BE49-F238E27FC236}">
                        <a16:creationId xmlns:a16="http://schemas.microsoft.com/office/drawing/2014/main" id="{8AC6D8BF-6DB7-4DBB-AE65-B727DC7003B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5" name="直線コネクタ 114904">
                    <a:extLst>
                      <a:ext uri="{FF2B5EF4-FFF2-40B4-BE49-F238E27FC236}">
                        <a16:creationId xmlns:a16="http://schemas.microsoft.com/office/drawing/2014/main" id="{B13EC59D-3E12-446C-8688-28C4328C7D7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6" name="直線コネクタ 114905">
                    <a:extLst>
                      <a:ext uri="{FF2B5EF4-FFF2-40B4-BE49-F238E27FC236}">
                        <a16:creationId xmlns:a16="http://schemas.microsoft.com/office/drawing/2014/main" id="{9C406A42-10E5-496D-A605-227D1FD01DD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7" name="直線コネクタ 114906">
                    <a:extLst>
                      <a:ext uri="{FF2B5EF4-FFF2-40B4-BE49-F238E27FC236}">
                        <a16:creationId xmlns:a16="http://schemas.microsoft.com/office/drawing/2014/main" id="{B5629627-5BA7-4F41-AD33-A299413A228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8" name="直線コネクタ 114907">
                    <a:extLst>
                      <a:ext uri="{FF2B5EF4-FFF2-40B4-BE49-F238E27FC236}">
                        <a16:creationId xmlns:a16="http://schemas.microsoft.com/office/drawing/2014/main" id="{099351EB-429B-4350-B320-8F78A02E2E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09" name="直線コネクタ 114908">
                    <a:extLst>
                      <a:ext uri="{FF2B5EF4-FFF2-40B4-BE49-F238E27FC236}">
                        <a16:creationId xmlns:a16="http://schemas.microsoft.com/office/drawing/2014/main" id="{457D9914-6BD3-41EF-B20D-E50BAEEA84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0" name="直線コネクタ 114909">
                    <a:extLst>
                      <a:ext uri="{FF2B5EF4-FFF2-40B4-BE49-F238E27FC236}">
                        <a16:creationId xmlns:a16="http://schemas.microsoft.com/office/drawing/2014/main" id="{9E27945A-2EED-44D6-93C7-B1FC244672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1" name="直線コネクタ 114910">
                    <a:extLst>
                      <a:ext uri="{FF2B5EF4-FFF2-40B4-BE49-F238E27FC236}">
                        <a16:creationId xmlns:a16="http://schemas.microsoft.com/office/drawing/2014/main" id="{E7D71BDA-747A-4870-90C8-88A859A9FF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2" name="直線コネクタ 114911">
                    <a:extLst>
                      <a:ext uri="{FF2B5EF4-FFF2-40B4-BE49-F238E27FC236}">
                        <a16:creationId xmlns:a16="http://schemas.microsoft.com/office/drawing/2014/main" id="{BC865347-3939-4DAF-8BE5-619CCCB773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3" name="直線コネクタ 114912">
                    <a:extLst>
                      <a:ext uri="{FF2B5EF4-FFF2-40B4-BE49-F238E27FC236}">
                        <a16:creationId xmlns:a16="http://schemas.microsoft.com/office/drawing/2014/main" id="{370D2DAE-9272-4DB9-83F1-F6274F412D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4" name="直線コネクタ 114913">
                    <a:extLst>
                      <a:ext uri="{FF2B5EF4-FFF2-40B4-BE49-F238E27FC236}">
                        <a16:creationId xmlns:a16="http://schemas.microsoft.com/office/drawing/2014/main" id="{503A0622-537D-4D95-894D-14DEE7705A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5" name="直線コネクタ 114914">
                    <a:extLst>
                      <a:ext uri="{FF2B5EF4-FFF2-40B4-BE49-F238E27FC236}">
                        <a16:creationId xmlns:a16="http://schemas.microsoft.com/office/drawing/2014/main" id="{F0DCDD04-77AD-4686-B348-0FFAE31284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6" name="直線コネクタ 114915">
                    <a:extLst>
                      <a:ext uri="{FF2B5EF4-FFF2-40B4-BE49-F238E27FC236}">
                        <a16:creationId xmlns:a16="http://schemas.microsoft.com/office/drawing/2014/main" id="{680127E7-5A7D-4A2C-A530-27BBFD40A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7" name="直線コネクタ 114916">
                    <a:extLst>
                      <a:ext uri="{FF2B5EF4-FFF2-40B4-BE49-F238E27FC236}">
                        <a16:creationId xmlns:a16="http://schemas.microsoft.com/office/drawing/2014/main" id="{D2FF3292-D0DB-4CF4-8A9B-76FB5D58EC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8" name="直線コネクタ 114917">
                    <a:extLst>
                      <a:ext uri="{FF2B5EF4-FFF2-40B4-BE49-F238E27FC236}">
                        <a16:creationId xmlns:a16="http://schemas.microsoft.com/office/drawing/2014/main" id="{AA876784-3130-494B-948C-968E8A432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19" name="直線コネクタ 114918">
                    <a:extLst>
                      <a:ext uri="{FF2B5EF4-FFF2-40B4-BE49-F238E27FC236}">
                        <a16:creationId xmlns:a16="http://schemas.microsoft.com/office/drawing/2014/main" id="{D8EABAE7-9F97-46B2-9069-A7C74711A2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0" name="直線コネクタ 114919">
                    <a:extLst>
                      <a:ext uri="{FF2B5EF4-FFF2-40B4-BE49-F238E27FC236}">
                        <a16:creationId xmlns:a16="http://schemas.microsoft.com/office/drawing/2014/main" id="{C1C122BD-022A-46CD-92B9-2AF5CE7B43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1" name="直線コネクタ 114920">
                    <a:extLst>
                      <a:ext uri="{FF2B5EF4-FFF2-40B4-BE49-F238E27FC236}">
                        <a16:creationId xmlns:a16="http://schemas.microsoft.com/office/drawing/2014/main" id="{23ADC250-CC31-4308-93DD-2681613921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2" name="直線コネクタ 114921">
                    <a:extLst>
                      <a:ext uri="{FF2B5EF4-FFF2-40B4-BE49-F238E27FC236}">
                        <a16:creationId xmlns:a16="http://schemas.microsoft.com/office/drawing/2014/main" id="{10F62ED5-A57E-429B-ADCC-F164A46734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3" name="直線コネクタ 114922">
                    <a:extLst>
                      <a:ext uri="{FF2B5EF4-FFF2-40B4-BE49-F238E27FC236}">
                        <a16:creationId xmlns:a16="http://schemas.microsoft.com/office/drawing/2014/main" id="{8D1BED41-668F-4509-AEAE-395178DA7C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4" name="直線コネクタ 114923">
                    <a:extLst>
                      <a:ext uri="{FF2B5EF4-FFF2-40B4-BE49-F238E27FC236}">
                        <a16:creationId xmlns:a16="http://schemas.microsoft.com/office/drawing/2014/main" id="{24365C10-57ED-4744-A379-87F266C3A9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5" name="直線コネクタ 114924">
                    <a:extLst>
                      <a:ext uri="{FF2B5EF4-FFF2-40B4-BE49-F238E27FC236}">
                        <a16:creationId xmlns:a16="http://schemas.microsoft.com/office/drawing/2014/main" id="{A9DD505A-D638-4C73-A59B-78DBB1BBA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6" name="直線コネクタ 114925">
                    <a:extLst>
                      <a:ext uri="{FF2B5EF4-FFF2-40B4-BE49-F238E27FC236}">
                        <a16:creationId xmlns:a16="http://schemas.microsoft.com/office/drawing/2014/main" id="{6BFDA05D-B394-449F-9EB5-E1172B04C1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7" name="直線コネクタ 114926">
                    <a:extLst>
                      <a:ext uri="{FF2B5EF4-FFF2-40B4-BE49-F238E27FC236}">
                        <a16:creationId xmlns:a16="http://schemas.microsoft.com/office/drawing/2014/main" id="{EDFB11FD-BDC6-4941-910A-2C3F751528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8" name="直線コネクタ 114927">
                    <a:extLst>
                      <a:ext uri="{FF2B5EF4-FFF2-40B4-BE49-F238E27FC236}">
                        <a16:creationId xmlns:a16="http://schemas.microsoft.com/office/drawing/2014/main" id="{F0B77DFE-A2CC-492A-8ED6-5FEDA10BBB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29" name="直線コネクタ 114928">
                    <a:extLst>
                      <a:ext uri="{FF2B5EF4-FFF2-40B4-BE49-F238E27FC236}">
                        <a16:creationId xmlns:a16="http://schemas.microsoft.com/office/drawing/2014/main" id="{80A50938-3E75-4643-BCFC-FD9073CBC2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0" name="直線コネクタ 114929">
                    <a:extLst>
                      <a:ext uri="{FF2B5EF4-FFF2-40B4-BE49-F238E27FC236}">
                        <a16:creationId xmlns:a16="http://schemas.microsoft.com/office/drawing/2014/main" id="{02288CAF-C6AC-4CE2-872A-60E7EE5B55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1" name="直線コネクタ 114930">
                    <a:extLst>
                      <a:ext uri="{FF2B5EF4-FFF2-40B4-BE49-F238E27FC236}">
                        <a16:creationId xmlns:a16="http://schemas.microsoft.com/office/drawing/2014/main" id="{EF88081D-8550-4095-8ED9-0A62168A0F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2" name="直線コネクタ 114931">
                    <a:extLst>
                      <a:ext uri="{FF2B5EF4-FFF2-40B4-BE49-F238E27FC236}">
                        <a16:creationId xmlns:a16="http://schemas.microsoft.com/office/drawing/2014/main" id="{5737B11C-FF7F-46C2-8D24-13A327F8AF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3" name="直線コネクタ 114932">
                    <a:extLst>
                      <a:ext uri="{FF2B5EF4-FFF2-40B4-BE49-F238E27FC236}">
                        <a16:creationId xmlns:a16="http://schemas.microsoft.com/office/drawing/2014/main" id="{9BBBFB81-8AD0-45C8-80F5-B18DCFE349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4" name="直線コネクタ 114933">
                    <a:extLst>
                      <a:ext uri="{FF2B5EF4-FFF2-40B4-BE49-F238E27FC236}">
                        <a16:creationId xmlns:a16="http://schemas.microsoft.com/office/drawing/2014/main" id="{5A6AD1A7-9B10-4264-BFE8-4216DA3B8C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5" name="直線コネクタ 114934">
                    <a:extLst>
                      <a:ext uri="{FF2B5EF4-FFF2-40B4-BE49-F238E27FC236}">
                        <a16:creationId xmlns:a16="http://schemas.microsoft.com/office/drawing/2014/main" id="{6FAA34E8-81EF-4A4C-970C-1B0C90877F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6" name="直線コネクタ 114935">
                    <a:extLst>
                      <a:ext uri="{FF2B5EF4-FFF2-40B4-BE49-F238E27FC236}">
                        <a16:creationId xmlns:a16="http://schemas.microsoft.com/office/drawing/2014/main" id="{51A4C472-9029-4851-942A-08823D4EB3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7" name="直線コネクタ 114936">
                    <a:extLst>
                      <a:ext uri="{FF2B5EF4-FFF2-40B4-BE49-F238E27FC236}">
                        <a16:creationId xmlns:a16="http://schemas.microsoft.com/office/drawing/2014/main" id="{6F9DDF77-FE2D-4F29-94FC-9A32405762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8" name="直線コネクタ 114937">
                    <a:extLst>
                      <a:ext uri="{FF2B5EF4-FFF2-40B4-BE49-F238E27FC236}">
                        <a16:creationId xmlns:a16="http://schemas.microsoft.com/office/drawing/2014/main" id="{4B4D28BF-BC0E-4679-B4FE-65F65EAA9A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39" name="直線コネクタ 114938">
                    <a:extLst>
                      <a:ext uri="{FF2B5EF4-FFF2-40B4-BE49-F238E27FC236}">
                        <a16:creationId xmlns:a16="http://schemas.microsoft.com/office/drawing/2014/main" id="{00F0ED33-1E7B-4150-8931-64E398178C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0" name="直線コネクタ 114939">
                    <a:extLst>
                      <a:ext uri="{FF2B5EF4-FFF2-40B4-BE49-F238E27FC236}">
                        <a16:creationId xmlns:a16="http://schemas.microsoft.com/office/drawing/2014/main" id="{C1910C2C-7E1B-49BB-B493-9DCDEA6541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1" name="直線コネクタ 114940">
                    <a:extLst>
                      <a:ext uri="{FF2B5EF4-FFF2-40B4-BE49-F238E27FC236}">
                        <a16:creationId xmlns:a16="http://schemas.microsoft.com/office/drawing/2014/main" id="{D3EF1CF4-0873-4A01-853B-3D6B6FFB81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2" name="直線コネクタ 114941">
                    <a:extLst>
                      <a:ext uri="{FF2B5EF4-FFF2-40B4-BE49-F238E27FC236}">
                        <a16:creationId xmlns:a16="http://schemas.microsoft.com/office/drawing/2014/main" id="{AB9F1686-5D52-4260-BA52-2042F77EA8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3" name="直線コネクタ 114942">
                    <a:extLst>
                      <a:ext uri="{FF2B5EF4-FFF2-40B4-BE49-F238E27FC236}">
                        <a16:creationId xmlns:a16="http://schemas.microsoft.com/office/drawing/2014/main" id="{9050C773-A1A9-4440-9B4C-6BEE2B3F58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4" name="直線コネクタ 114943">
                    <a:extLst>
                      <a:ext uri="{FF2B5EF4-FFF2-40B4-BE49-F238E27FC236}">
                        <a16:creationId xmlns:a16="http://schemas.microsoft.com/office/drawing/2014/main" id="{72C3B902-F917-4D31-9808-9E601E1AC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5" name="直線コネクタ 114944">
                    <a:extLst>
                      <a:ext uri="{FF2B5EF4-FFF2-40B4-BE49-F238E27FC236}">
                        <a16:creationId xmlns:a16="http://schemas.microsoft.com/office/drawing/2014/main" id="{88AFB98C-238B-4CB3-9E9F-8FC0EAA364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6" name="直線コネクタ 114945">
                    <a:extLst>
                      <a:ext uri="{FF2B5EF4-FFF2-40B4-BE49-F238E27FC236}">
                        <a16:creationId xmlns:a16="http://schemas.microsoft.com/office/drawing/2014/main" id="{11878D0F-D34F-4ABA-B31A-C357566237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7" name="直線コネクタ 114946">
                    <a:extLst>
                      <a:ext uri="{FF2B5EF4-FFF2-40B4-BE49-F238E27FC236}">
                        <a16:creationId xmlns:a16="http://schemas.microsoft.com/office/drawing/2014/main" id="{494E8031-1E0F-4B51-A51A-9C83D7E06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8" name="直線コネクタ 114947">
                    <a:extLst>
                      <a:ext uri="{FF2B5EF4-FFF2-40B4-BE49-F238E27FC236}">
                        <a16:creationId xmlns:a16="http://schemas.microsoft.com/office/drawing/2014/main" id="{D9E76E82-972D-4DBF-B4DC-7514934DA3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49" name="直線コネクタ 114948">
                    <a:extLst>
                      <a:ext uri="{FF2B5EF4-FFF2-40B4-BE49-F238E27FC236}">
                        <a16:creationId xmlns:a16="http://schemas.microsoft.com/office/drawing/2014/main" id="{39E3CE17-3253-43B7-8AD6-D779E1E24B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0" name="直線コネクタ 114949">
                    <a:extLst>
                      <a:ext uri="{FF2B5EF4-FFF2-40B4-BE49-F238E27FC236}">
                        <a16:creationId xmlns:a16="http://schemas.microsoft.com/office/drawing/2014/main" id="{B60C012B-F7DA-471B-9286-73C1199319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1" name="直線コネクタ 114950">
                    <a:extLst>
                      <a:ext uri="{FF2B5EF4-FFF2-40B4-BE49-F238E27FC236}">
                        <a16:creationId xmlns:a16="http://schemas.microsoft.com/office/drawing/2014/main" id="{276C7A49-B46A-4D2A-ABA6-E50942E503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2" name="直線コネクタ 114951">
                    <a:extLst>
                      <a:ext uri="{FF2B5EF4-FFF2-40B4-BE49-F238E27FC236}">
                        <a16:creationId xmlns:a16="http://schemas.microsoft.com/office/drawing/2014/main" id="{9B36F7D1-7AB9-4714-BF02-DDBDAED554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3" name="直線コネクタ 114952">
                    <a:extLst>
                      <a:ext uri="{FF2B5EF4-FFF2-40B4-BE49-F238E27FC236}">
                        <a16:creationId xmlns:a16="http://schemas.microsoft.com/office/drawing/2014/main" id="{3FAE8611-000B-42DF-9F19-5760423482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4" name="直線コネクタ 114953">
                    <a:extLst>
                      <a:ext uri="{FF2B5EF4-FFF2-40B4-BE49-F238E27FC236}">
                        <a16:creationId xmlns:a16="http://schemas.microsoft.com/office/drawing/2014/main" id="{6315952A-3592-42C3-A27A-8232E28512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5" name="直線コネクタ 114954">
                    <a:extLst>
                      <a:ext uri="{FF2B5EF4-FFF2-40B4-BE49-F238E27FC236}">
                        <a16:creationId xmlns:a16="http://schemas.microsoft.com/office/drawing/2014/main" id="{86F70D23-F9D6-4390-82BC-52691C7666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6" name="直線コネクタ 114955">
                    <a:extLst>
                      <a:ext uri="{FF2B5EF4-FFF2-40B4-BE49-F238E27FC236}">
                        <a16:creationId xmlns:a16="http://schemas.microsoft.com/office/drawing/2014/main" id="{40C616CB-5E6C-4F4B-A482-EEE82C6CA4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7" name="直線コネクタ 114956">
                    <a:extLst>
                      <a:ext uri="{FF2B5EF4-FFF2-40B4-BE49-F238E27FC236}">
                        <a16:creationId xmlns:a16="http://schemas.microsoft.com/office/drawing/2014/main" id="{76CFF9CA-50F9-4120-8AA5-E4B9F329FB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8" name="直線コネクタ 114957">
                    <a:extLst>
                      <a:ext uri="{FF2B5EF4-FFF2-40B4-BE49-F238E27FC236}">
                        <a16:creationId xmlns:a16="http://schemas.microsoft.com/office/drawing/2014/main" id="{2670E532-3ECE-494E-B082-8F7FD8D8E5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59" name="直線コネクタ 114958">
                    <a:extLst>
                      <a:ext uri="{FF2B5EF4-FFF2-40B4-BE49-F238E27FC236}">
                        <a16:creationId xmlns:a16="http://schemas.microsoft.com/office/drawing/2014/main" id="{2F2899E8-5183-4E96-A5ED-94EDB37AA9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0" name="直線コネクタ 114959">
                    <a:extLst>
                      <a:ext uri="{FF2B5EF4-FFF2-40B4-BE49-F238E27FC236}">
                        <a16:creationId xmlns:a16="http://schemas.microsoft.com/office/drawing/2014/main" id="{F8794211-A8E9-4E9F-B958-246BCAC4A7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1" name="直線コネクタ 114960">
                    <a:extLst>
                      <a:ext uri="{FF2B5EF4-FFF2-40B4-BE49-F238E27FC236}">
                        <a16:creationId xmlns:a16="http://schemas.microsoft.com/office/drawing/2014/main" id="{2B24A251-5FAE-4BA5-97DF-D87CB0242D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2" name="直線コネクタ 114961">
                    <a:extLst>
                      <a:ext uri="{FF2B5EF4-FFF2-40B4-BE49-F238E27FC236}">
                        <a16:creationId xmlns:a16="http://schemas.microsoft.com/office/drawing/2014/main" id="{3EC3F352-0463-450D-93DF-9C1095B971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3" name="直線コネクタ 114962">
                    <a:extLst>
                      <a:ext uri="{FF2B5EF4-FFF2-40B4-BE49-F238E27FC236}">
                        <a16:creationId xmlns:a16="http://schemas.microsoft.com/office/drawing/2014/main" id="{26B39DDA-D81D-4C3B-A17A-FC2F262472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4" name="直線コネクタ 114963">
                    <a:extLst>
                      <a:ext uri="{FF2B5EF4-FFF2-40B4-BE49-F238E27FC236}">
                        <a16:creationId xmlns:a16="http://schemas.microsoft.com/office/drawing/2014/main" id="{1F659532-197A-4126-B173-8B964CE73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5" name="直線コネクタ 114964">
                    <a:extLst>
                      <a:ext uri="{FF2B5EF4-FFF2-40B4-BE49-F238E27FC236}">
                        <a16:creationId xmlns:a16="http://schemas.microsoft.com/office/drawing/2014/main" id="{582D6882-959C-4FAC-A8DA-7B48ABCF3D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6" name="直線コネクタ 114965">
                    <a:extLst>
                      <a:ext uri="{FF2B5EF4-FFF2-40B4-BE49-F238E27FC236}">
                        <a16:creationId xmlns:a16="http://schemas.microsoft.com/office/drawing/2014/main" id="{98137644-30FE-4B3A-B5BE-6B2243C896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7" name="直線コネクタ 114966">
                    <a:extLst>
                      <a:ext uri="{FF2B5EF4-FFF2-40B4-BE49-F238E27FC236}">
                        <a16:creationId xmlns:a16="http://schemas.microsoft.com/office/drawing/2014/main" id="{FE3D4767-4051-4FC6-915E-9EBFCD30E8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8" name="直線コネクタ 114967">
                    <a:extLst>
                      <a:ext uri="{FF2B5EF4-FFF2-40B4-BE49-F238E27FC236}">
                        <a16:creationId xmlns:a16="http://schemas.microsoft.com/office/drawing/2014/main" id="{628DEAAA-A7F3-4AEF-895C-3FFCCD0117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69" name="直線コネクタ 114968">
                    <a:extLst>
                      <a:ext uri="{FF2B5EF4-FFF2-40B4-BE49-F238E27FC236}">
                        <a16:creationId xmlns:a16="http://schemas.microsoft.com/office/drawing/2014/main" id="{DD367F57-E2F4-4532-A75F-1470E18BC7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970" name="直線コネクタ 114969">
                    <a:extLst>
                      <a:ext uri="{FF2B5EF4-FFF2-40B4-BE49-F238E27FC236}">
                        <a16:creationId xmlns:a16="http://schemas.microsoft.com/office/drawing/2014/main" id="{FEA93B63-BB8E-4C2B-8B63-F7DFF59B1E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4971" name="グループ化 114970">
                    <a:extLst>
                      <a:ext uri="{FF2B5EF4-FFF2-40B4-BE49-F238E27FC236}">
                        <a16:creationId xmlns:a16="http://schemas.microsoft.com/office/drawing/2014/main" id="{11F4A27B-5FA3-4535-9E77-E9BBE714A971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147" name="直線コネクタ 115146">
                      <a:extLst>
                        <a:ext uri="{FF2B5EF4-FFF2-40B4-BE49-F238E27FC236}">
                          <a16:creationId xmlns:a16="http://schemas.microsoft.com/office/drawing/2014/main" id="{6F106D89-9871-4F5E-8DDE-CC76A41528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48" name="直線コネクタ 115147">
                      <a:extLst>
                        <a:ext uri="{FF2B5EF4-FFF2-40B4-BE49-F238E27FC236}">
                          <a16:creationId xmlns:a16="http://schemas.microsoft.com/office/drawing/2014/main" id="{C755D915-E789-49A0-98A5-180747DC64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49" name="直線コネクタ 115148">
                      <a:extLst>
                        <a:ext uri="{FF2B5EF4-FFF2-40B4-BE49-F238E27FC236}">
                          <a16:creationId xmlns:a16="http://schemas.microsoft.com/office/drawing/2014/main" id="{94C3A5F5-31E0-4BF5-917F-1E19179124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0" name="直線コネクタ 115149">
                      <a:extLst>
                        <a:ext uri="{FF2B5EF4-FFF2-40B4-BE49-F238E27FC236}">
                          <a16:creationId xmlns:a16="http://schemas.microsoft.com/office/drawing/2014/main" id="{FDEBA402-DE37-4D9A-A884-EF0309A356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1" name="直線コネクタ 115150">
                      <a:extLst>
                        <a:ext uri="{FF2B5EF4-FFF2-40B4-BE49-F238E27FC236}">
                          <a16:creationId xmlns:a16="http://schemas.microsoft.com/office/drawing/2014/main" id="{EA00FEDB-8894-4F06-ACC6-2483D93BB1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2" name="直線コネクタ 115151">
                      <a:extLst>
                        <a:ext uri="{FF2B5EF4-FFF2-40B4-BE49-F238E27FC236}">
                          <a16:creationId xmlns:a16="http://schemas.microsoft.com/office/drawing/2014/main" id="{29939F7D-3A24-469A-9055-65CC719C1E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3" name="直線コネクタ 115152">
                      <a:extLst>
                        <a:ext uri="{FF2B5EF4-FFF2-40B4-BE49-F238E27FC236}">
                          <a16:creationId xmlns:a16="http://schemas.microsoft.com/office/drawing/2014/main" id="{EE43FD9F-718A-4A0C-BD40-974BDC6084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4" name="直線コネクタ 115153">
                      <a:extLst>
                        <a:ext uri="{FF2B5EF4-FFF2-40B4-BE49-F238E27FC236}">
                          <a16:creationId xmlns:a16="http://schemas.microsoft.com/office/drawing/2014/main" id="{A7922800-DA2C-421B-AD94-BD5BCADE20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5" name="直線コネクタ 115154">
                      <a:extLst>
                        <a:ext uri="{FF2B5EF4-FFF2-40B4-BE49-F238E27FC236}">
                          <a16:creationId xmlns:a16="http://schemas.microsoft.com/office/drawing/2014/main" id="{D8175FD8-8FA0-4530-9EDF-487CA49606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6" name="直線コネクタ 115155">
                      <a:extLst>
                        <a:ext uri="{FF2B5EF4-FFF2-40B4-BE49-F238E27FC236}">
                          <a16:creationId xmlns:a16="http://schemas.microsoft.com/office/drawing/2014/main" id="{600D47A5-851D-424D-AFF9-0A31F7E0646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7" name="直線コネクタ 115156">
                      <a:extLst>
                        <a:ext uri="{FF2B5EF4-FFF2-40B4-BE49-F238E27FC236}">
                          <a16:creationId xmlns:a16="http://schemas.microsoft.com/office/drawing/2014/main" id="{500449B0-C638-4F91-AB6F-BC983B70A5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8" name="直線コネクタ 115157">
                      <a:extLst>
                        <a:ext uri="{FF2B5EF4-FFF2-40B4-BE49-F238E27FC236}">
                          <a16:creationId xmlns:a16="http://schemas.microsoft.com/office/drawing/2014/main" id="{0BCFBB74-E3D3-43C4-AB5B-01A01D736C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59" name="直線コネクタ 115158">
                      <a:extLst>
                        <a:ext uri="{FF2B5EF4-FFF2-40B4-BE49-F238E27FC236}">
                          <a16:creationId xmlns:a16="http://schemas.microsoft.com/office/drawing/2014/main" id="{C2780167-74B6-4339-AB04-68610F12BE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0" name="直線コネクタ 115159">
                      <a:extLst>
                        <a:ext uri="{FF2B5EF4-FFF2-40B4-BE49-F238E27FC236}">
                          <a16:creationId xmlns:a16="http://schemas.microsoft.com/office/drawing/2014/main" id="{13D9AD20-ABD2-43F2-BF38-99D600F897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1" name="直線コネクタ 115160">
                      <a:extLst>
                        <a:ext uri="{FF2B5EF4-FFF2-40B4-BE49-F238E27FC236}">
                          <a16:creationId xmlns:a16="http://schemas.microsoft.com/office/drawing/2014/main" id="{6F9440F9-DCEE-4BDD-B285-B9ACF789FC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2" name="直線コネクタ 115161">
                      <a:extLst>
                        <a:ext uri="{FF2B5EF4-FFF2-40B4-BE49-F238E27FC236}">
                          <a16:creationId xmlns:a16="http://schemas.microsoft.com/office/drawing/2014/main" id="{A10C5896-7AFC-4F60-A7C0-34391EB31D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3" name="直線コネクタ 115162">
                      <a:extLst>
                        <a:ext uri="{FF2B5EF4-FFF2-40B4-BE49-F238E27FC236}">
                          <a16:creationId xmlns:a16="http://schemas.microsoft.com/office/drawing/2014/main" id="{AEA339CF-E733-43C8-9BA6-016456CA6D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4" name="直線コネクタ 115163">
                      <a:extLst>
                        <a:ext uri="{FF2B5EF4-FFF2-40B4-BE49-F238E27FC236}">
                          <a16:creationId xmlns:a16="http://schemas.microsoft.com/office/drawing/2014/main" id="{F8DAD3F0-6BB4-4DA3-B4DC-EC60796297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5" name="直線コネクタ 115164">
                      <a:extLst>
                        <a:ext uri="{FF2B5EF4-FFF2-40B4-BE49-F238E27FC236}">
                          <a16:creationId xmlns:a16="http://schemas.microsoft.com/office/drawing/2014/main" id="{A462C000-8B2A-46BF-820F-22036A3C3A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6" name="直線コネクタ 115165">
                      <a:extLst>
                        <a:ext uri="{FF2B5EF4-FFF2-40B4-BE49-F238E27FC236}">
                          <a16:creationId xmlns:a16="http://schemas.microsoft.com/office/drawing/2014/main" id="{B5BBECFE-B32D-4330-B561-3B951BCDB0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7" name="直線コネクタ 115166">
                      <a:extLst>
                        <a:ext uri="{FF2B5EF4-FFF2-40B4-BE49-F238E27FC236}">
                          <a16:creationId xmlns:a16="http://schemas.microsoft.com/office/drawing/2014/main" id="{E8723A8E-F158-4DED-A352-82085C71C4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8" name="直線コネクタ 115167">
                      <a:extLst>
                        <a:ext uri="{FF2B5EF4-FFF2-40B4-BE49-F238E27FC236}">
                          <a16:creationId xmlns:a16="http://schemas.microsoft.com/office/drawing/2014/main" id="{5585DD87-F713-4EBE-9639-3D6567711E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69" name="直線コネクタ 115168">
                      <a:extLst>
                        <a:ext uri="{FF2B5EF4-FFF2-40B4-BE49-F238E27FC236}">
                          <a16:creationId xmlns:a16="http://schemas.microsoft.com/office/drawing/2014/main" id="{5E999C1D-5765-40E2-B156-62C7C213F8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0" name="直線コネクタ 115169">
                      <a:extLst>
                        <a:ext uri="{FF2B5EF4-FFF2-40B4-BE49-F238E27FC236}">
                          <a16:creationId xmlns:a16="http://schemas.microsoft.com/office/drawing/2014/main" id="{3476586B-7C17-4B55-BE58-7DE1CAA0D2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1" name="直線コネクタ 115170">
                      <a:extLst>
                        <a:ext uri="{FF2B5EF4-FFF2-40B4-BE49-F238E27FC236}">
                          <a16:creationId xmlns:a16="http://schemas.microsoft.com/office/drawing/2014/main" id="{8ED761ED-2919-4B95-9AD8-7B9F1F2CA1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2" name="直線コネクタ 115171">
                      <a:extLst>
                        <a:ext uri="{FF2B5EF4-FFF2-40B4-BE49-F238E27FC236}">
                          <a16:creationId xmlns:a16="http://schemas.microsoft.com/office/drawing/2014/main" id="{642453EB-08D3-40BF-85FE-FC9D4FA461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3" name="直線コネクタ 115172">
                      <a:extLst>
                        <a:ext uri="{FF2B5EF4-FFF2-40B4-BE49-F238E27FC236}">
                          <a16:creationId xmlns:a16="http://schemas.microsoft.com/office/drawing/2014/main" id="{A1F97243-1E82-460F-B8D3-0C9D239684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4" name="直線コネクタ 115173">
                      <a:extLst>
                        <a:ext uri="{FF2B5EF4-FFF2-40B4-BE49-F238E27FC236}">
                          <a16:creationId xmlns:a16="http://schemas.microsoft.com/office/drawing/2014/main" id="{ACD74E7F-A218-4797-8F16-3DCE1E9FC9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5" name="直線コネクタ 115174">
                      <a:extLst>
                        <a:ext uri="{FF2B5EF4-FFF2-40B4-BE49-F238E27FC236}">
                          <a16:creationId xmlns:a16="http://schemas.microsoft.com/office/drawing/2014/main" id="{0E0B19DD-84E6-4AF8-B810-24BCCA4D6B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6" name="直線コネクタ 115175">
                      <a:extLst>
                        <a:ext uri="{FF2B5EF4-FFF2-40B4-BE49-F238E27FC236}">
                          <a16:creationId xmlns:a16="http://schemas.microsoft.com/office/drawing/2014/main" id="{F26C16B3-C4EE-4EA1-AC8B-3804DD990A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7" name="直線コネクタ 115176">
                      <a:extLst>
                        <a:ext uri="{FF2B5EF4-FFF2-40B4-BE49-F238E27FC236}">
                          <a16:creationId xmlns:a16="http://schemas.microsoft.com/office/drawing/2014/main" id="{042A6C3B-C42B-4FD1-802D-F65B6DE42B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8" name="直線コネクタ 115177">
                      <a:extLst>
                        <a:ext uri="{FF2B5EF4-FFF2-40B4-BE49-F238E27FC236}">
                          <a16:creationId xmlns:a16="http://schemas.microsoft.com/office/drawing/2014/main" id="{D72443ED-8943-43F3-882D-ED49122ECD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79" name="直線コネクタ 115178">
                      <a:extLst>
                        <a:ext uri="{FF2B5EF4-FFF2-40B4-BE49-F238E27FC236}">
                          <a16:creationId xmlns:a16="http://schemas.microsoft.com/office/drawing/2014/main" id="{1544E8A2-A6C4-4B00-BE41-A81F0623A5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0" name="直線コネクタ 115179">
                      <a:extLst>
                        <a:ext uri="{FF2B5EF4-FFF2-40B4-BE49-F238E27FC236}">
                          <a16:creationId xmlns:a16="http://schemas.microsoft.com/office/drawing/2014/main" id="{FB92059A-BB2F-49BA-BDDA-43D42B4569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1" name="直線コネクタ 115180">
                      <a:extLst>
                        <a:ext uri="{FF2B5EF4-FFF2-40B4-BE49-F238E27FC236}">
                          <a16:creationId xmlns:a16="http://schemas.microsoft.com/office/drawing/2014/main" id="{B8440A8F-1D9E-4FB4-A211-82F33CFAC5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2" name="直線コネクタ 115181">
                      <a:extLst>
                        <a:ext uri="{FF2B5EF4-FFF2-40B4-BE49-F238E27FC236}">
                          <a16:creationId xmlns:a16="http://schemas.microsoft.com/office/drawing/2014/main" id="{F1B89FA8-DECA-451B-A7D8-CB1A19E59A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3" name="直線コネクタ 115182">
                      <a:extLst>
                        <a:ext uri="{FF2B5EF4-FFF2-40B4-BE49-F238E27FC236}">
                          <a16:creationId xmlns:a16="http://schemas.microsoft.com/office/drawing/2014/main" id="{B0EC1E71-6928-4C14-9C58-2A76F0871A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4" name="直線コネクタ 115183">
                      <a:extLst>
                        <a:ext uri="{FF2B5EF4-FFF2-40B4-BE49-F238E27FC236}">
                          <a16:creationId xmlns:a16="http://schemas.microsoft.com/office/drawing/2014/main" id="{9E92EDE5-5259-4923-86BE-43C6FFE8AB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5" name="直線コネクタ 115184">
                      <a:extLst>
                        <a:ext uri="{FF2B5EF4-FFF2-40B4-BE49-F238E27FC236}">
                          <a16:creationId xmlns:a16="http://schemas.microsoft.com/office/drawing/2014/main" id="{84F20B7C-A38C-498A-9561-B7D558894B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6" name="直線コネクタ 115185">
                      <a:extLst>
                        <a:ext uri="{FF2B5EF4-FFF2-40B4-BE49-F238E27FC236}">
                          <a16:creationId xmlns:a16="http://schemas.microsoft.com/office/drawing/2014/main" id="{13630824-8367-474D-BD45-A9AE37555C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7" name="直線コネクタ 115186">
                      <a:extLst>
                        <a:ext uri="{FF2B5EF4-FFF2-40B4-BE49-F238E27FC236}">
                          <a16:creationId xmlns:a16="http://schemas.microsoft.com/office/drawing/2014/main" id="{2A2FD384-19B7-469C-A1FA-D67FA1A4B6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88" name="直線コネクタ 115187">
                      <a:extLst>
                        <a:ext uri="{FF2B5EF4-FFF2-40B4-BE49-F238E27FC236}">
                          <a16:creationId xmlns:a16="http://schemas.microsoft.com/office/drawing/2014/main" id="{B8EDAB6B-85AC-402C-95A2-4F4ACB412E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972" name="グループ化 114971">
                    <a:extLst>
                      <a:ext uri="{FF2B5EF4-FFF2-40B4-BE49-F238E27FC236}">
                        <a16:creationId xmlns:a16="http://schemas.microsoft.com/office/drawing/2014/main" id="{CF735A5B-E8FC-4CAB-8C1A-10B0DC7FCF6D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5138" name="正方形/長方形 115137">
                      <a:extLst>
                        <a:ext uri="{FF2B5EF4-FFF2-40B4-BE49-F238E27FC236}">
                          <a16:creationId xmlns:a16="http://schemas.microsoft.com/office/drawing/2014/main" id="{C03D7058-DFAD-46B7-A069-E4B173EB1F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139" name="正方形/長方形 115138">
                      <a:extLst>
                        <a:ext uri="{FF2B5EF4-FFF2-40B4-BE49-F238E27FC236}">
                          <a16:creationId xmlns:a16="http://schemas.microsoft.com/office/drawing/2014/main" id="{50CC8998-4FBA-4277-8E99-840F622CE0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140" name="正方形/長方形 115139">
                      <a:extLst>
                        <a:ext uri="{FF2B5EF4-FFF2-40B4-BE49-F238E27FC236}">
                          <a16:creationId xmlns:a16="http://schemas.microsoft.com/office/drawing/2014/main" id="{C036F4AE-B90F-4B47-A2F4-7CFAF10687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141" name="正方形/長方形 115140">
                      <a:extLst>
                        <a:ext uri="{FF2B5EF4-FFF2-40B4-BE49-F238E27FC236}">
                          <a16:creationId xmlns:a16="http://schemas.microsoft.com/office/drawing/2014/main" id="{EC22900A-A994-4431-BA26-DEBAF95342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142" name="正方形/長方形 115141">
                      <a:extLst>
                        <a:ext uri="{FF2B5EF4-FFF2-40B4-BE49-F238E27FC236}">
                          <a16:creationId xmlns:a16="http://schemas.microsoft.com/office/drawing/2014/main" id="{CD4583B4-C8A2-4E49-AB0E-EDBD9FB752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143" name="正方形/長方形 115142">
                      <a:extLst>
                        <a:ext uri="{FF2B5EF4-FFF2-40B4-BE49-F238E27FC236}">
                          <a16:creationId xmlns:a16="http://schemas.microsoft.com/office/drawing/2014/main" id="{EEE80862-F16B-490C-9C73-C73146386D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144" name="正方形/長方形 115143">
                      <a:extLst>
                        <a:ext uri="{FF2B5EF4-FFF2-40B4-BE49-F238E27FC236}">
                          <a16:creationId xmlns:a16="http://schemas.microsoft.com/office/drawing/2014/main" id="{AC71C947-04AD-4942-B6CD-710948B96A7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145" name="正方形/長方形 115144">
                      <a:extLst>
                        <a:ext uri="{FF2B5EF4-FFF2-40B4-BE49-F238E27FC236}">
                          <a16:creationId xmlns:a16="http://schemas.microsoft.com/office/drawing/2014/main" id="{E4062CDA-523B-4BC6-A638-BE6A29865B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5146" name="正方形/長方形 115145">
                      <a:extLst>
                        <a:ext uri="{FF2B5EF4-FFF2-40B4-BE49-F238E27FC236}">
                          <a16:creationId xmlns:a16="http://schemas.microsoft.com/office/drawing/2014/main" id="{0192D928-1993-45F9-9005-A5E775DCD7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4973" name="グループ化 114972">
                    <a:extLst>
                      <a:ext uri="{FF2B5EF4-FFF2-40B4-BE49-F238E27FC236}">
                        <a16:creationId xmlns:a16="http://schemas.microsoft.com/office/drawing/2014/main" id="{3A199661-CF8C-4DD3-AE6C-9C64DC9E195E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130" name="直線コネクタ 115129">
                      <a:extLst>
                        <a:ext uri="{FF2B5EF4-FFF2-40B4-BE49-F238E27FC236}">
                          <a16:creationId xmlns:a16="http://schemas.microsoft.com/office/drawing/2014/main" id="{5EADB3A0-85AD-4F55-93EC-194216546C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31" name="直線コネクタ 115130">
                      <a:extLst>
                        <a:ext uri="{FF2B5EF4-FFF2-40B4-BE49-F238E27FC236}">
                          <a16:creationId xmlns:a16="http://schemas.microsoft.com/office/drawing/2014/main" id="{EAD7C2EE-C449-4395-BBEA-FE947A3669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32" name="直線コネクタ 115131">
                      <a:extLst>
                        <a:ext uri="{FF2B5EF4-FFF2-40B4-BE49-F238E27FC236}">
                          <a16:creationId xmlns:a16="http://schemas.microsoft.com/office/drawing/2014/main" id="{483B72BE-67CB-4E45-A37D-250B41395D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33" name="直線コネクタ 115132">
                      <a:extLst>
                        <a:ext uri="{FF2B5EF4-FFF2-40B4-BE49-F238E27FC236}">
                          <a16:creationId xmlns:a16="http://schemas.microsoft.com/office/drawing/2014/main" id="{E2ACC96E-6BBB-4CAC-A480-4574EFF724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34" name="直線コネクタ 115133">
                      <a:extLst>
                        <a:ext uri="{FF2B5EF4-FFF2-40B4-BE49-F238E27FC236}">
                          <a16:creationId xmlns:a16="http://schemas.microsoft.com/office/drawing/2014/main" id="{F0003DDD-4DC1-4028-9F23-BBAAE04990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35" name="直線コネクタ 115134">
                      <a:extLst>
                        <a:ext uri="{FF2B5EF4-FFF2-40B4-BE49-F238E27FC236}">
                          <a16:creationId xmlns:a16="http://schemas.microsoft.com/office/drawing/2014/main" id="{BA61B6D6-0E40-4F4E-A980-CD3D78DA7C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36" name="直線コネクタ 115135">
                      <a:extLst>
                        <a:ext uri="{FF2B5EF4-FFF2-40B4-BE49-F238E27FC236}">
                          <a16:creationId xmlns:a16="http://schemas.microsoft.com/office/drawing/2014/main" id="{DD430D0B-652A-441A-BE4E-13C697E65B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37" name="直線コネクタ 115136">
                      <a:extLst>
                        <a:ext uri="{FF2B5EF4-FFF2-40B4-BE49-F238E27FC236}">
                          <a16:creationId xmlns:a16="http://schemas.microsoft.com/office/drawing/2014/main" id="{4FEEA6FA-EE69-44A7-B74B-6C62C73DA8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974" name="グループ化 114973">
                    <a:extLst>
                      <a:ext uri="{FF2B5EF4-FFF2-40B4-BE49-F238E27FC236}">
                        <a16:creationId xmlns:a16="http://schemas.microsoft.com/office/drawing/2014/main" id="{8DA4535D-1890-45F1-B7E7-3BDDC0471ECE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122" name="直線コネクタ 115121">
                      <a:extLst>
                        <a:ext uri="{FF2B5EF4-FFF2-40B4-BE49-F238E27FC236}">
                          <a16:creationId xmlns:a16="http://schemas.microsoft.com/office/drawing/2014/main" id="{5FEB6241-A465-42BF-9DCB-54CC3E9A10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3" name="直線コネクタ 115122">
                      <a:extLst>
                        <a:ext uri="{FF2B5EF4-FFF2-40B4-BE49-F238E27FC236}">
                          <a16:creationId xmlns:a16="http://schemas.microsoft.com/office/drawing/2014/main" id="{784C9757-2BCA-46AB-9EB2-DFDF600851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4" name="直線コネクタ 115123">
                      <a:extLst>
                        <a:ext uri="{FF2B5EF4-FFF2-40B4-BE49-F238E27FC236}">
                          <a16:creationId xmlns:a16="http://schemas.microsoft.com/office/drawing/2014/main" id="{0210871A-D159-40E0-80DB-2AC8543D68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5" name="直線コネクタ 115124">
                      <a:extLst>
                        <a:ext uri="{FF2B5EF4-FFF2-40B4-BE49-F238E27FC236}">
                          <a16:creationId xmlns:a16="http://schemas.microsoft.com/office/drawing/2014/main" id="{976D6350-B699-49BC-96B8-7BF29FDCAD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6" name="直線コネクタ 115125">
                      <a:extLst>
                        <a:ext uri="{FF2B5EF4-FFF2-40B4-BE49-F238E27FC236}">
                          <a16:creationId xmlns:a16="http://schemas.microsoft.com/office/drawing/2014/main" id="{B8AE60B1-3852-44BA-93FB-7E56CD2220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7" name="直線コネクタ 115126">
                      <a:extLst>
                        <a:ext uri="{FF2B5EF4-FFF2-40B4-BE49-F238E27FC236}">
                          <a16:creationId xmlns:a16="http://schemas.microsoft.com/office/drawing/2014/main" id="{F1CBC81A-A8B5-4FE2-A62B-ACDCF6BAE0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8" name="直線コネクタ 115127">
                      <a:extLst>
                        <a:ext uri="{FF2B5EF4-FFF2-40B4-BE49-F238E27FC236}">
                          <a16:creationId xmlns:a16="http://schemas.microsoft.com/office/drawing/2014/main" id="{09754D82-D6C3-48E2-8858-A837BF9EEF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9" name="直線コネクタ 115128">
                      <a:extLst>
                        <a:ext uri="{FF2B5EF4-FFF2-40B4-BE49-F238E27FC236}">
                          <a16:creationId xmlns:a16="http://schemas.microsoft.com/office/drawing/2014/main" id="{0C7FA357-C3A8-4A6B-ACBB-625F040A2D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975" name="グループ化 114974">
                    <a:extLst>
                      <a:ext uri="{FF2B5EF4-FFF2-40B4-BE49-F238E27FC236}">
                        <a16:creationId xmlns:a16="http://schemas.microsoft.com/office/drawing/2014/main" id="{30E5127E-F686-4D53-A3BD-B908D5CD133C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080" name="直線コネクタ 115079">
                      <a:extLst>
                        <a:ext uri="{FF2B5EF4-FFF2-40B4-BE49-F238E27FC236}">
                          <a16:creationId xmlns:a16="http://schemas.microsoft.com/office/drawing/2014/main" id="{03BEA19A-8E81-4ECD-A5B7-7FD7B7FDDE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1" name="直線コネクタ 115080">
                      <a:extLst>
                        <a:ext uri="{FF2B5EF4-FFF2-40B4-BE49-F238E27FC236}">
                          <a16:creationId xmlns:a16="http://schemas.microsoft.com/office/drawing/2014/main" id="{4B0871B8-A995-4183-AF0B-9A14BB2109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2" name="直線コネクタ 115081">
                      <a:extLst>
                        <a:ext uri="{FF2B5EF4-FFF2-40B4-BE49-F238E27FC236}">
                          <a16:creationId xmlns:a16="http://schemas.microsoft.com/office/drawing/2014/main" id="{3EBE8A77-4BF5-4315-A709-CCD79B600CF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3" name="直線コネクタ 115082">
                      <a:extLst>
                        <a:ext uri="{FF2B5EF4-FFF2-40B4-BE49-F238E27FC236}">
                          <a16:creationId xmlns:a16="http://schemas.microsoft.com/office/drawing/2014/main" id="{1EF2EF26-D396-4004-AAE2-6CD281E98D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4" name="直線コネクタ 115083">
                      <a:extLst>
                        <a:ext uri="{FF2B5EF4-FFF2-40B4-BE49-F238E27FC236}">
                          <a16:creationId xmlns:a16="http://schemas.microsoft.com/office/drawing/2014/main" id="{05B19E28-2557-46A9-AE45-F90E90CE3C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5" name="直線コネクタ 115084">
                      <a:extLst>
                        <a:ext uri="{FF2B5EF4-FFF2-40B4-BE49-F238E27FC236}">
                          <a16:creationId xmlns:a16="http://schemas.microsoft.com/office/drawing/2014/main" id="{F9FA84B9-552B-4A1F-A66D-9580EA1B74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6" name="直線コネクタ 115085">
                      <a:extLst>
                        <a:ext uri="{FF2B5EF4-FFF2-40B4-BE49-F238E27FC236}">
                          <a16:creationId xmlns:a16="http://schemas.microsoft.com/office/drawing/2014/main" id="{57416EF9-4B6C-4C3B-9AC4-B12BA47A90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7" name="直線コネクタ 115086">
                      <a:extLst>
                        <a:ext uri="{FF2B5EF4-FFF2-40B4-BE49-F238E27FC236}">
                          <a16:creationId xmlns:a16="http://schemas.microsoft.com/office/drawing/2014/main" id="{1224DEC9-3F46-4EFA-A43A-600D52F2CD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8" name="直線コネクタ 115087">
                      <a:extLst>
                        <a:ext uri="{FF2B5EF4-FFF2-40B4-BE49-F238E27FC236}">
                          <a16:creationId xmlns:a16="http://schemas.microsoft.com/office/drawing/2014/main" id="{9D876525-E01D-42D2-AC9C-A75DAE5CAF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89" name="直線コネクタ 115088">
                      <a:extLst>
                        <a:ext uri="{FF2B5EF4-FFF2-40B4-BE49-F238E27FC236}">
                          <a16:creationId xmlns:a16="http://schemas.microsoft.com/office/drawing/2014/main" id="{80EBFD52-EEC5-4008-9175-DA4D122862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0" name="直線コネクタ 115089">
                      <a:extLst>
                        <a:ext uri="{FF2B5EF4-FFF2-40B4-BE49-F238E27FC236}">
                          <a16:creationId xmlns:a16="http://schemas.microsoft.com/office/drawing/2014/main" id="{72979D12-58C8-4458-96BC-DB2F159568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1" name="直線コネクタ 115090">
                      <a:extLst>
                        <a:ext uri="{FF2B5EF4-FFF2-40B4-BE49-F238E27FC236}">
                          <a16:creationId xmlns:a16="http://schemas.microsoft.com/office/drawing/2014/main" id="{69BC957D-FB14-45B7-9BD4-CFBB997907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2" name="直線コネクタ 115091">
                      <a:extLst>
                        <a:ext uri="{FF2B5EF4-FFF2-40B4-BE49-F238E27FC236}">
                          <a16:creationId xmlns:a16="http://schemas.microsoft.com/office/drawing/2014/main" id="{E135D926-E1E9-43B5-ABB8-8F6266E196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3" name="直線コネクタ 115092">
                      <a:extLst>
                        <a:ext uri="{FF2B5EF4-FFF2-40B4-BE49-F238E27FC236}">
                          <a16:creationId xmlns:a16="http://schemas.microsoft.com/office/drawing/2014/main" id="{52758CF6-68AD-45F0-92D6-0E9BA29A55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4" name="直線コネクタ 115093">
                      <a:extLst>
                        <a:ext uri="{FF2B5EF4-FFF2-40B4-BE49-F238E27FC236}">
                          <a16:creationId xmlns:a16="http://schemas.microsoft.com/office/drawing/2014/main" id="{256324A9-A163-453F-BF3D-D1A9B2ACF7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5" name="直線コネクタ 115094">
                      <a:extLst>
                        <a:ext uri="{FF2B5EF4-FFF2-40B4-BE49-F238E27FC236}">
                          <a16:creationId xmlns:a16="http://schemas.microsoft.com/office/drawing/2014/main" id="{B6D5A7FB-8FDF-474C-AD87-B3FC9E5149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6" name="直線コネクタ 115095">
                      <a:extLst>
                        <a:ext uri="{FF2B5EF4-FFF2-40B4-BE49-F238E27FC236}">
                          <a16:creationId xmlns:a16="http://schemas.microsoft.com/office/drawing/2014/main" id="{D8987F4C-28FD-431A-93AE-1629F19339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7" name="直線コネクタ 115096">
                      <a:extLst>
                        <a:ext uri="{FF2B5EF4-FFF2-40B4-BE49-F238E27FC236}">
                          <a16:creationId xmlns:a16="http://schemas.microsoft.com/office/drawing/2014/main" id="{EB2D4BE6-31EB-4A4E-B004-D028E883B5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8" name="直線コネクタ 115097">
                      <a:extLst>
                        <a:ext uri="{FF2B5EF4-FFF2-40B4-BE49-F238E27FC236}">
                          <a16:creationId xmlns:a16="http://schemas.microsoft.com/office/drawing/2014/main" id="{F059B6B9-2998-4E15-907E-924E9C9A08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99" name="直線コネクタ 115098">
                      <a:extLst>
                        <a:ext uri="{FF2B5EF4-FFF2-40B4-BE49-F238E27FC236}">
                          <a16:creationId xmlns:a16="http://schemas.microsoft.com/office/drawing/2014/main" id="{EC0CD5E9-403F-4F42-823E-F0C531F96D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0" name="直線コネクタ 115099">
                      <a:extLst>
                        <a:ext uri="{FF2B5EF4-FFF2-40B4-BE49-F238E27FC236}">
                          <a16:creationId xmlns:a16="http://schemas.microsoft.com/office/drawing/2014/main" id="{3D3EB03A-12CD-487C-A4E7-FA37FFB2A5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1" name="直線コネクタ 115100">
                      <a:extLst>
                        <a:ext uri="{FF2B5EF4-FFF2-40B4-BE49-F238E27FC236}">
                          <a16:creationId xmlns:a16="http://schemas.microsoft.com/office/drawing/2014/main" id="{25B24D9C-1AA6-4473-B6C8-867F8EE285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2" name="直線コネクタ 115101">
                      <a:extLst>
                        <a:ext uri="{FF2B5EF4-FFF2-40B4-BE49-F238E27FC236}">
                          <a16:creationId xmlns:a16="http://schemas.microsoft.com/office/drawing/2014/main" id="{E715C7EA-403F-4558-8BF4-47C21F9EBB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3" name="直線コネクタ 115102">
                      <a:extLst>
                        <a:ext uri="{FF2B5EF4-FFF2-40B4-BE49-F238E27FC236}">
                          <a16:creationId xmlns:a16="http://schemas.microsoft.com/office/drawing/2014/main" id="{EFC6AD99-C4D1-40B3-A713-A195F3FC7E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4" name="直線コネクタ 115103">
                      <a:extLst>
                        <a:ext uri="{FF2B5EF4-FFF2-40B4-BE49-F238E27FC236}">
                          <a16:creationId xmlns:a16="http://schemas.microsoft.com/office/drawing/2014/main" id="{5D247DDE-34CA-4882-B62A-2716AEC040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5" name="直線コネクタ 115104">
                      <a:extLst>
                        <a:ext uri="{FF2B5EF4-FFF2-40B4-BE49-F238E27FC236}">
                          <a16:creationId xmlns:a16="http://schemas.microsoft.com/office/drawing/2014/main" id="{DB0D8EB9-DDD1-4130-907F-4649340939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6" name="直線コネクタ 115105">
                      <a:extLst>
                        <a:ext uri="{FF2B5EF4-FFF2-40B4-BE49-F238E27FC236}">
                          <a16:creationId xmlns:a16="http://schemas.microsoft.com/office/drawing/2014/main" id="{36F284DC-66C4-4D71-BBEB-4645B42B76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7" name="直線コネクタ 115106">
                      <a:extLst>
                        <a:ext uri="{FF2B5EF4-FFF2-40B4-BE49-F238E27FC236}">
                          <a16:creationId xmlns:a16="http://schemas.microsoft.com/office/drawing/2014/main" id="{0C6969B0-B254-4207-B168-104CDEDD7E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8" name="直線コネクタ 115107">
                      <a:extLst>
                        <a:ext uri="{FF2B5EF4-FFF2-40B4-BE49-F238E27FC236}">
                          <a16:creationId xmlns:a16="http://schemas.microsoft.com/office/drawing/2014/main" id="{58187517-2B0F-40CF-ABCC-5E5188E498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09" name="直線コネクタ 115108">
                      <a:extLst>
                        <a:ext uri="{FF2B5EF4-FFF2-40B4-BE49-F238E27FC236}">
                          <a16:creationId xmlns:a16="http://schemas.microsoft.com/office/drawing/2014/main" id="{A1FBDEC5-E39A-4B8D-96AD-A9F506ACB1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0" name="直線コネクタ 115109">
                      <a:extLst>
                        <a:ext uri="{FF2B5EF4-FFF2-40B4-BE49-F238E27FC236}">
                          <a16:creationId xmlns:a16="http://schemas.microsoft.com/office/drawing/2014/main" id="{CF459C07-A6CA-4BFA-8574-66A3AD64F5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1" name="直線コネクタ 115110">
                      <a:extLst>
                        <a:ext uri="{FF2B5EF4-FFF2-40B4-BE49-F238E27FC236}">
                          <a16:creationId xmlns:a16="http://schemas.microsoft.com/office/drawing/2014/main" id="{60FDB51E-7EBD-44C9-938C-A3EDFECE94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2" name="直線コネクタ 115111">
                      <a:extLst>
                        <a:ext uri="{FF2B5EF4-FFF2-40B4-BE49-F238E27FC236}">
                          <a16:creationId xmlns:a16="http://schemas.microsoft.com/office/drawing/2014/main" id="{5332A22C-DEEE-4689-883D-7CC4FDB1D9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3" name="直線コネクタ 115112">
                      <a:extLst>
                        <a:ext uri="{FF2B5EF4-FFF2-40B4-BE49-F238E27FC236}">
                          <a16:creationId xmlns:a16="http://schemas.microsoft.com/office/drawing/2014/main" id="{B831A7DE-178C-4D81-AC22-49360546A8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4" name="直線コネクタ 115113">
                      <a:extLst>
                        <a:ext uri="{FF2B5EF4-FFF2-40B4-BE49-F238E27FC236}">
                          <a16:creationId xmlns:a16="http://schemas.microsoft.com/office/drawing/2014/main" id="{3CBA6F11-1205-46C6-B730-4C377AFB28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5" name="直線コネクタ 115114">
                      <a:extLst>
                        <a:ext uri="{FF2B5EF4-FFF2-40B4-BE49-F238E27FC236}">
                          <a16:creationId xmlns:a16="http://schemas.microsoft.com/office/drawing/2014/main" id="{2AD34B7C-A464-41A5-9B90-70D215EBBE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6" name="直線コネクタ 115115">
                      <a:extLst>
                        <a:ext uri="{FF2B5EF4-FFF2-40B4-BE49-F238E27FC236}">
                          <a16:creationId xmlns:a16="http://schemas.microsoft.com/office/drawing/2014/main" id="{A03FCD5D-5B8D-4AE2-B190-DF4EF5E9CD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7" name="直線コネクタ 115116">
                      <a:extLst>
                        <a:ext uri="{FF2B5EF4-FFF2-40B4-BE49-F238E27FC236}">
                          <a16:creationId xmlns:a16="http://schemas.microsoft.com/office/drawing/2014/main" id="{6462B364-F1F2-4D45-8A71-AD6ACDD2CA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8" name="直線コネクタ 115117">
                      <a:extLst>
                        <a:ext uri="{FF2B5EF4-FFF2-40B4-BE49-F238E27FC236}">
                          <a16:creationId xmlns:a16="http://schemas.microsoft.com/office/drawing/2014/main" id="{D80AB742-160F-4C45-A595-BE3BC069580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19" name="直線コネクタ 115118">
                      <a:extLst>
                        <a:ext uri="{FF2B5EF4-FFF2-40B4-BE49-F238E27FC236}">
                          <a16:creationId xmlns:a16="http://schemas.microsoft.com/office/drawing/2014/main" id="{E8F955E4-309E-4B4E-8BD5-67218D165F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0" name="直線コネクタ 115119">
                      <a:extLst>
                        <a:ext uri="{FF2B5EF4-FFF2-40B4-BE49-F238E27FC236}">
                          <a16:creationId xmlns:a16="http://schemas.microsoft.com/office/drawing/2014/main" id="{E954FE46-167A-4132-ABAD-CE27369300F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121" name="直線コネクタ 115120">
                      <a:extLst>
                        <a:ext uri="{FF2B5EF4-FFF2-40B4-BE49-F238E27FC236}">
                          <a16:creationId xmlns:a16="http://schemas.microsoft.com/office/drawing/2014/main" id="{BB8D0AE2-A48C-403C-8A06-700FBE389B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976" name="グループ化 114975">
                    <a:extLst>
                      <a:ext uri="{FF2B5EF4-FFF2-40B4-BE49-F238E27FC236}">
                        <a16:creationId xmlns:a16="http://schemas.microsoft.com/office/drawing/2014/main" id="{3F4F4F4B-BAC0-40E9-952A-534E4BF9E59D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5038" name="直線コネクタ 115037">
                      <a:extLst>
                        <a:ext uri="{FF2B5EF4-FFF2-40B4-BE49-F238E27FC236}">
                          <a16:creationId xmlns:a16="http://schemas.microsoft.com/office/drawing/2014/main" id="{82835E14-5499-4208-A779-2670669EE8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39" name="直線コネクタ 115038">
                      <a:extLst>
                        <a:ext uri="{FF2B5EF4-FFF2-40B4-BE49-F238E27FC236}">
                          <a16:creationId xmlns:a16="http://schemas.microsoft.com/office/drawing/2014/main" id="{541EF7E0-EF06-449D-86AE-1919ACFA31F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0" name="直線コネクタ 115039">
                      <a:extLst>
                        <a:ext uri="{FF2B5EF4-FFF2-40B4-BE49-F238E27FC236}">
                          <a16:creationId xmlns:a16="http://schemas.microsoft.com/office/drawing/2014/main" id="{FBACF9C4-4DAB-4AC0-A2A2-EA8D51E248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1" name="直線コネクタ 115040">
                      <a:extLst>
                        <a:ext uri="{FF2B5EF4-FFF2-40B4-BE49-F238E27FC236}">
                          <a16:creationId xmlns:a16="http://schemas.microsoft.com/office/drawing/2014/main" id="{2936CD32-2592-43B6-8D85-7505CE381D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2" name="直線コネクタ 115041">
                      <a:extLst>
                        <a:ext uri="{FF2B5EF4-FFF2-40B4-BE49-F238E27FC236}">
                          <a16:creationId xmlns:a16="http://schemas.microsoft.com/office/drawing/2014/main" id="{6888AAF8-5FDA-4DAE-BA69-87EE0B5765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3" name="直線コネクタ 115042">
                      <a:extLst>
                        <a:ext uri="{FF2B5EF4-FFF2-40B4-BE49-F238E27FC236}">
                          <a16:creationId xmlns:a16="http://schemas.microsoft.com/office/drawing/2014/main" id="{0D7D2267-17FA-4F96-9AFE-F43BFEC29C1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4" name="直線コネクタ 115043">
                      <a:extLst>
                        <a:ext uri="{FF2B5EF4-FFF2-40B4-BE49-F238E27FC236}">
                          <a16:creationId xmlns:a16="http://schemas.microsoft.com/office/drawing/2014/main" id="{C7CDFF1A-F073-43F8-8A7E-4DBC18ADCB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5" name="直線コネクタ 115044">
                      <a:extLst>
                        <a:ext uri="{FF2B5EF4-FFF2-40B4-BE49-F238E27FC236}">
                          <a16:creationId xmlns:a16="http://schemas.microsoft.com/office/drawing/2014/main" id="{8B21DFEE-B04B-40E7-A06C-10E97C9D45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6" name="直線コネクタ 115045">
                      <a:extLst>
                        <a:ext uri="{FF2B5EF4-FFF2-40B4-BE49-F238E27FC236}">
                          <a16:creationId xmlns:a16="http://schemas.microsoft.com/office/drawing/2014/main" id="{BC84D9D5-C652-478B-B0C9-D13490DDB8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7" name="直線コネクタ 115046">
                      <a:extLst>
                        <a:ext uri="{FF2B5EF4-FFF2-40B4-BE49-F238E27FC236}">
                          <a16:creationId xmlns:a16="http://schemas.microsoft.com/office/drawing/2014/main" id="{68AB5B53-3C51-479A-A3E9-74820362AF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8" name="直線コネクタ 115047">
                      <a:extLst>
                        <a:ext uri="{FF2B5EF4-FFF2-40B4-BE49-F238E27FC236}">
                          <a16:creationId xmlns:a16="http://schemas.microsoft.com/office/drawing/2014/main" id="{DD56F8C3-6840-4582-B032-B0FE928539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49" name="直線コネクタ 115048">
                      <a:extLst>
                        <a:ext uri="{FF2B5EF4-FFF2-40B4-BE49-F238E27FC236}">
                          <a16:creationId xmlns:a16="http://schemas.microsoft.com/office/drawing/2014/main" id="{E7F8EB19-C1B4-4159-BEA8-F286568196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0" name="直線コネクタ 115049">
                      <a:extLst>
                        <a:ext uri="{FF2B5EF4-FFF2-40B4-BE49-F238E27FC236}">
                          <a16:creationId xmlns:a16="http://schemas.microsoft.com/office/drawing/2014/main" id="{80A2495F-EEF7-43D8-A622-D9FF4F549F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1" name="直線コネクタ 115050">
                      <a:extLst>
                        <a:ext uri="{FF2B5EF4-FFF2-40B4-BE49-F238E27FC236}">
                          <a16:creationId xmlns:a16="http://schemas.microsoft.com/office/drawing/2014/main" id="{0BAF76F2-81EB-47CE-9315-4E1601D891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2" name="直線コネクタ 115051">
                      <a:extLst>
                        <a:ext uri="{FF2B5EF4-FFF2-40B4-BE49-F238E27FC236}">
                          <a16:creationId xmlns:a16="http://schemas.microsoft.com/office/drawing/2014/main" id="{4ACE00A5-5B24-463B-924F-B1D85BA50F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3" name="直線コネクタ 115052">
                      <a:extLst>
                        <a:ext uri="{FF2B5EF4-FFF2-40B4-BE49-F238E27FC236}">
                          <a16:creationId xmlns:a16="http://schemas.microsoft.com/office/drawing/2014/main" id="{3FA60A7F-1C8F-4F57-9725-C7301DCE99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4" name="直線コネクタ 115053">
                      <a:extLst>
                        <a:ext uri="{FF2B5EF4-FFF2-40B4-BE49-F238E27FC236}">
                          <a16:creationId xmlns:a16="http://schemas.microsoft.com/office/drawing/2014/main" id="{D52DBA18-6A97-4C1C-BE59-AD4BD09A4F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5" name="直線コネクタ 115054">
                      <a:extLst>
                        <a:ext uri="{FF2B5EF4-FFF2-40B4-BE49-F238E27FC236}">
                          <a16:creationId xmlns:a16="http://schemas.microsoft.com/office/drawing/2014/main" id="{B50F3D9D-660C-4605-B945-B12ADD2419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6" name="直線コネクタ 115055">
                      <a:extLst>
                        <a:ext uri="{FF2B5EF4-FFF2-40B4-BE49-F238E27FC236}">
                          <a16:creationId xmlns:a16="http://schemas.microsoft.com/office/drawing/2014/main" id="{1AA92E25-440F-47DC-B904-7B4F84D01B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7" name="直線コネクタ 115056">
                      <a:extLst>
                        <a:ext uri="{FF2B5EF4-FFF2-40B4-BE49-F238E27FC236}">
                          <a16:creationId xmlns:a16="http://schemas.microsoft.com/office/drawing/2014/main" id="{46D30670-CDCD-4F43-8697-CD8EBBC342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8" name="直線コネクタ 115057">
                      <a:extLst>
                        <a:ext uri="{FF2B5EF4-FFF2-40B4-BE49-F238E27FC236}">
                          <a16:creationId xmlns:a16="http://schemas.microsoft.com/office/drawing/2014/main" id="{83AFAFE5-46AE-4336-B043-D62DD348F9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59" name="直線コネクタ 115058">
                      <a:extLst>
                        <a:ext uri="{FF2B5EF4-FFF2-40B4-BE49-F238E27FC236}">
                          <a16:creationId xmlns:a16="http://schemas.microsoft.com/office/drawing/2014/main" id="{FAEB1B76-D18F-496F-92D3-025FCBEBEB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0" name="直線コネクタ 115059">
                      <a:extLst>
                        <a:ext uri="{FF2B5EF4-FFF2-40B4-BE49-F238E27FC236}">
                          <a16:creationId xmlns:a16="http://schemas.microsoft.com/office/drawing/2014/main" id="{1F75E2C2-1A45-48D0-9458-6DEE880744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1" name="直線コネクタ 115060">
                      <a:extLst>
                        <a:ext uri="{FF2B5EF4-FFF2-40B4-BE49-F238E27FC236}">
                          <a16:creationId xmlns:a16="http://schemas.microsoft.com/office/drawing/2014/main" id="{8C52F777-6E70-4840-B5D9-851144393C3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2" name="直線コネクタ 115061">
                      <a:extLst>
                        <a:ext uri="{FF2B5EF4-FFF2-40B4-BE49-F238E27FC236}">
                          <a16:creationId xmlns:a16="http://schemas.microsoft.com/office/drawing/2014/main" id="{D9D32D80-AB1C-41C5-AA0B-CF977EF0BB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3" name="直線コネクタ 115062">
                      <a:extLst>
                        <a:ext uri="{FF2B5EF4-FFF2-40B4-BE49-F238E27FC236}">
                          <a16:creationId xmlns:a16="http://schemas.microsoft.com/office/drawing/2014/main" id="{FCA52930-86ED-44FC-9A2D-4187198D0A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4" name="直線コネクタ 115063">
                      <a:extLst>
                        <a:ext uri="{FF2B5EF4-FFF2-40B4-BE49-F238E27FC236}">
                          <a16:creationId xmlns:a16="http://schemas.microsoft.com/office/drawing/2014/main" id="{FDFAAEE7-DB81-4F68-97F9-B086DB30D7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5" name="直線コネクタ 115064">
                      <a:extLst>
                        <a:ext uri="{FF2B5EF4-FFF2-40B4-BE49-F238E27FC236}">
                          <a16:creationId xmlns:a16="http://schemas.microsoft.com/office/drawing/2014/main" id="{92CC7186-4487-4905-887D-B7A280DCEC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6" name="直線コネクタ 115065">
                      <a:extLst>
                        <a:ext uri="{FF2B5EF4-FFF2-40B4-BE49-F238E27FC236}">
                          <a16:creationId xmlns:a16="http://schemas.microsoft.com/office/drawing/2014/main" id="{4C739E20-D4A1-42FC-AA62-4396D6DB0A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7" name="直線コネクタ 115066">
                      <a:extLst>
                        <a:ext uri="{FF2B5EF4-FFF2-40B4-BE49-F238E27FC236}">
                          <a16:creationId xmlns:a16="http://schemas.microsoft.com/office/drawing/2014/main" id="{DE4A2286-2C27-4FEB-94A2-504263F8DC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8" name="直線コネクタ 115067">
                      <a:extLst>
                        <a:ext uri="{FF2B5EF4-FFF2-40B4-BE49-F238E27FC236}">
                          <a16:creationId xmlns:a16="http://schemas.microsoft.com/office/drawing/2014/main" id="{F87FA0FA-FF49-4F29-A98C-DBB8328FC4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69" name="直線コネクタ 115068">
                      <a:extLst>
                        <a:ext uri="{FF2B5EF4-FFF2-40B4-BE49-F238E27FC236}">
                          <a16:creationId xmlns:a16="http://schemas.microsoft.com/office/drawing/2014/main" id="{8DF72204-71E5-46F1-8187-AE0BDBEF15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0" name="直線コネクタ 115069">
                      <a:extLst>
                        <a:ext uri="{FF2B5EF4-FFF2-40B4-BE49-F238E27FC236}">
                          <a16:creationId xmlns:a16="http://schemas.microsoft.com/office/drawing/2014/main" id="{1B7E7688-9418-434B-80C8-655811BE07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1" name="直線コネクタ 115070">
                      <a:extLst>
                        <a:ext uri="{FF2B5EF4-FFF2-40B4-BE49-F238E27FC236}">
                          <a16:creationId xmlns:a16="http://schemas.microsoft.com/office/drawing/2014/main" id="{7EC03D44-3886-4F00-91FE-CDA6A873F6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2" name="直線コネクタ 115071">
                      <a:extLst>
                        <a:ext uri="{FF2B5EF4-FFF2-40B4-BE49-F238E27FC236}">
                          <a16:creationId xmlns:a16="http://schemas.microsoft.com/office/drawing/2014/main" id="{B951AA5D-A11A-4A81-B086-ECA4F50D32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3" name="直線コネクタ 115072">
                      <a:extLst>
                        <a:ext uri="{FF2B5EF4-FFF2-40B4-BE49-F238E27FC236}">
                          <a16:creationId xmlns:a16="http://schemas.microsoft.com/office/drawing/2014/main" id="{D94AD158-5081-45CA-B59D-34337A0DF6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4" name="直線コネクタ 115073">
                      <a:extLst>
                        <a:ext uri="{FF2B5EF4-FFF2-40B4-BE49-F238E27FC236}">
                          <a16:creationId xmlns:a16="http://schemas.microsoft.com/office/drawing/2014/main" id="{3E550329-1ABB-46B2-9361-0896D409A0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5" name="直線コネクタ 115074">
                      <a:extLst>
                        <a:ext uri="{FF2B5EF4-FFF2-40B4-BE49-F238E27FC236}">
                          <a16:creationId xmlns:a16="http://schemas.microsoft.com/office/drawing/2014/main" id="{2DE90D27-0E84-4DEB-8F0E-FFFC40973B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6" name="直線コネクタ 115075">
                      <a:extLst>
                        <a:ext uri="{FF2B5EF4-FFF2-40B4-BE49-F238E27FC236}">
                          <a16:creationId xmlns:a16="http://schemas.microsoft.com/office/drawing/2014/main" id="{2AA52C21-8BB1-4B89-8B96-0E0932C581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7" name="直線コネクタ 115076">
                      <a:extLst>
                        <a:ext uri="{FF2B5EF4-FFF2-40B4-BE49-F238E27FC236}">
                          <a16:creationId xmlns:a16="http://schemas.microsoft.com/office/drawing/2014/main" id="{103C4491-BDD6-4719-90BB-7126B02DB8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8" name="直線コネクタ 115077">
                      <a:extLst>
                        <a:ext uri="{FF2B5EF4-FFF2-40B4-BE49-F238E27FC236}">
                          <a16:creationId xmlns:a16="http://schemas.microsoft.com/office/drawing/2014/main" id="{107D5232-577B-48DE-925F-360AEECFDD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79" name="直線コネクタ 115078">
                      <a:extLst>
                        <a:ext uri="{FF2B5EF4-FFF2-40B4-BE49-F238E27FC236}">
                          <a16:creationId xmlns:a16="http://schemas.microsoft.com/office/drawing/2014/main" id="{671B48C1-FE80-4CC4-AC49-62D377B097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977" name="グループ化 114976">
                    <a:extLst>
                      <a:ext uri="{FF2B5EF4-FFF2-40B4-BE49-F238E27FC236}">
                        <a16:creationId xmlns:a16="http://schemas.microsoft.com/office/drawing/2014/main" id="{A9031AC7-D0AB-4329-8141-7EF93174A685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030" name="直線コネクタ 115029">
                      <a:extLst>
                        <a:ext uri="{FF2B5EF4-FFF2-40B4-BE49-F238E27FC236}">
                          <a16:creationId xmlns:a16="http://schemas.microsoft.com/office/drawing/2014/main" id="{0F407EC0-AB71-40E8-810E-6DA0DE0898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31" name="直線コネクタ 115030">
                      <a:extLst>
                        <a:ext uri="{FF2B5EF4-FFF2-40B4-BE49-F238E27FC236}">
                          <a16:creationId xmlns:a16="http://schemas.microsoft.com/office/drawing/2014/main" id="{413EBFFA-336C-4A85-9D52-51C9D822C1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32" name="直線コネクタ 115031">
                      <a:extLst>
                        <a:ext uri="{FF2B5EF4-FFF2-40B4-BE49-F238E27FC236}">
                          <a16:creationId xmlns:a16="http://schemas.microsoft.com/office/drawing/2014/main" id="{5A0434E8-758F-4E42-95C3-F9DE27A04B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33" name="直線コネクタ 115032">
                      <a:extLst>
                        <a:ext uri="{FF2B5EF4-FFF2-40B4-BE49-F238E27FC236}">
                          <a16:creationId xmlns:a16="http://schemas.microsoft.com/office/drawing/2014/main" id="{6441338F-77E9-4C65-ACA6-616E92E17E9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34" name="直線コネクタ 115033">
                      <a:extLst>
                        <a:ext uri="{FF2B5EF4-FFF2-40B4-BE49-F238E27FC236}">
                          <a16:creationId xmlns:a16="http://schemas.microsoft.com/office/drawing/2014/main" id="{229807F8-1519-4725-AEA7-BC0BCB8EE1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35" name="直線コネクタ 115034">
                      <a:extLst>
                        <a:ext uri="{FF2B5EF4-FFF2-40B4-BE49-F238E27FC236}">
                          <a16:creationId xmlns:a16="http://schemas.microsoft.com/office/drawing/2014/main" id="{80EB8F9F-191F-477C-BF08-8D0944BA62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36" name="直線コネクタ 115035">
                      <a:extLst>
                        <a:ext uri="{FF2B5EF4-FFF2-40B4-BE49-F238E27FC236}">
                          <a16:creationId xmlns:a16="http://schemas.microsoft.com/office/drawing/2014/main" id="{CCCB6A03-B25A-40B4-B60F-0820BBB1EE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37" name="直線コネクタ 115036">
                      <a:extLst>
                        <a:ext uri="{FF2B5EF4-FFF2-40B4-BE49-F238E27FC236}">
                          <a16:creationId xmlns:a16="http://schemas.microsoft.com/office/drawing/2014/main" id="{F7DBF09E-69AA-4BD3-A85A-B846163730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978" name="グループ化 114977">
                    <a:extLst>
                      <a:ext uri="{FF2B5EF4-FFF2-40B4-BE49-F238E27FC236}">
                        <a16:creationId xmlns:a16="http://schemas.microsoft.com/office/drawing/2014/main" id="{50D2AC62-4E85-47CF-92D2-E4F434F9238B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5022" name="直線コネクタ 115021">
                      <a:extLst>
                        <a:ext uri="{FF2B5EF4-FFF2-40B4-BE49-F238E27FC236}">
                          <a16:creationId xmlns:a16="http://schemas.microsoft.com/office/drawing/2014/main" id="{8D5E3363-BCE2-45CC-9AE4-F291FCF880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3" name="直線コネクタ 115022">
                      <a:extLst>
                        <a:ext uri="{FF2B5EF4-FFF2-40B4-BE49-F238E27FC236}">
                          <a16:creationId xmlns:a16="http://schemas.microsoft.com/office/drawing/2014/main" id="{4D0A80A8-95E7-43DE-B922-8B4861D230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4" name="直線コネクタ 115023">
                      <a:extLst>
                        <a:ext uri="{FF2B5EF4-FFF2-40B4-BE49-F238E27FC236}">
                          <a16:creationId xmlns:a16="http://schemas.microsoft.com/office/drawing/2014/main" id="{1628457E-2F04-4EFA-B04D-92D293C3E2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5" name="直線コネクタ 115024">
                      <a:extLst>
                        <a:ext uri="{FF2B5EF4-FFF2-40B4-BE49-F238E27FC236}">
                          <a16:creationId xmlns:a16="http://schemas.microsoft.com/office/drawing/2014/main" id="{3CA30AAE-F5F0-4BAA-9051-89F92DFF24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6" name="直線コネクタ 115025">
                      <a:extLst>
                        <a:ext uri="{FF2B5EF4-FFF2-40B4-BE49-F238E27FC236}">
                          <a16:creationId xmlns:a16="http://schemas.microsoft.com/office/drawing/2014/main" id="{6FFCCAD1-A7A1-4298-BF48-24D748130B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7" name="直線コネクタ 115026">
                      <a:extLst>
                        <a:ext uri="{FF2B5EF4-FFF2-40B4-BE49-F238E27FC236}">
                          <a16:creationId xmlns:a16="http://schemas.microsoft.com/office/drawing/2014/main" id="{991FBD31-B2A5-4236-8A87-6AB21B12F0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8" name="直線コネクタ 115027">
                      <a:extLst>
                        <a:ext uri="{FF2B5EF4-FFF2-40B4-BE49-F238E27FC236}">
                          <a16:creationId xmlns:a16="http://schemas.microsoft.com/office/drawing/2014/main" id="{807498D0-A416-4261-A8E2-BD9761F4CA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9" name="直線コネクタ 115028">
                      <a:extLst>
                        <a:ext uri="{FF2B5EF4-FFF2-40B4-BE49-F238E27FC236}">
                          <a16:creationId xmlns:a16="http://schemas.microsoft.com/office/drawing/2014/main" id="{896FBEC6-BFD8-4875-A199-655E69D52E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979" name="グループ化 114978">
                    <a:extLst>
                      <a:ext uri="{FF2B5EF4-FFF2-40B4-BE49-F238E27FC236}">
                        <a16:creationId xmlns:a16="http://schemas.microsoft.com/office/drawing/2014/main" id="{9E5F9409-D046-43F4-B3F2-57578C1F3C5A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980" name="直線コネクタ 114979">
                      <a:extLst>
                        <a:ext uri="{FF2B5EF4-FFF2-40B4-BE49-F238E27FC236}">
                          <a16:creationId xmlns:a16="http://schemas.microsoft.com/office/drawing/2014/main" id="{309816CB-87B7-45C9-84F4-C669B558DB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1" name="直線コネクタ 114980">
                      <a:extLst>
                        <a:ext uri="{FF2B5EF4-FFF2-40B4-BE49-F238E27FC236}">
                          <a16:creationId xmlns:a16="http://schemas.microsoft.com/office/drawing/2014/main" id="{C75C24BE-D036-4C3C-A2CC-75E6DB58B4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2" name="直線コネクタ 114981">
                      <a:extLst>
                        <a:ext uri="{FF2B5EF4-FFF2-40B4-BE49-F238E27FC236}">
                          <a16:creationId xmlns:a16="http://schemas.microsoft.com/office/drawing/2014/main" id="{F9A45F0C-A57B-413D-AD42-0DAF818D8B7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3" name="直線コネクタ 114982">
                      <a:extLst>
                        <a:ext uri="{FF2B5EF4-FFF2-40B4-BE49-F238E27FC236}">
                          <a16:creationId xmlns:a16="http://schemas.microsoft.com/office/drawing/2014/main" id="{F6B11009-4507-4641-941A-007F21A346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4" name="直線コネクタ 114983">
                      <a:extLst>
                        <a:ext uri="{FF2B5EF4-FFF2-40B4-BE49-F238E27FC236}">
                          <a16:creationId xmlns:a16="http://schemas.microsoft.com/office/drawing/2014/main" id="{DAB64203-8EE5-49E3-A1E6-8BAA3A0345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5" name="直線コネクタ 114984">
                      <a:extLst>
                        <a:ext uri="{FF2B5EF4-FFF2-40B4-BE49-F238E27FC236}">
                          <a16:creationId xmlns:a16="http://schemas.microsoft.com/office/drawing/2014/main" id="{4401C055-A458-4B4F-BFA6-E0BABDB1E7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6" name="直線コネクタ 114985">
                      <a:extLst>
                        <a:ext uri="{FF2B5EF4-FFF2-40B4-BE49-F238E27FC236}">
                          <a16:creationId xmlns:a16="http://schemas.microsoft.com/office/drawing/2014/main" id="{8EDB3072-E474-4043-8079-A7E614F64C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7" name="直線コネクタ 114986">
                      <a:extLst>
                        <a:ext uri="{FF2B5EF4-FFF2-40B4-BE49-F238E27FC236}">
                          <a16:creationId xmlns:a16="http://schemas.microsoft.com/office/drawing/2014/main" id="{F1D0210D-8568-400D-ABDD-E6C4CD2F91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8" name="直線コネクタ 114987">
                      <a:extLst>
                        <a:ext uri="{FF2B5EF4-FFF2-40B4-BE49-F238E27FC236}">
                          <a16:creationId xmlns:a16="http://schemas.microsoft.com/office/drawing/2014/main" id="{6E43D9DE-1D22-4F43-B949-4A2E4B3C97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89" name="直線コネクタ 114988">
                      <a:extLst>
                        <a:ext uri="{FF2B5EF4-FFF2-40B4-BE49-F238E27FC236}">
                          <a16:creationId xmlns:a16="http://schemas.microsoft.com/office/drawing/2014/main" id="{918449EF-B87C-4A09-B76C-DFD0984D0A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0" name="直線コネクタ 114989">
                      <a:extLst>
                        <a:ext uri="{FF2B5EF4-FFF2-40B4-BE49-F238E27FC236}">
                          <a16:creationId xmlns:a16="http://schemas.microsoft.com/office/drawing/2014/main" id="{1D253B90-00ED-4A3C-BE82-663C3D8226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1" name="直線コネクタ 114990">
                      <a:extLst>
                        <a:ext uri="{FF2B5EF4-FFF2-40B4-BE49-F238E27FC236}">
                          <a16:creationId xmlns:a16="http://schemas.microsoft.com/office/drawing/2014/main" id="{0B22426B-DDA7-43E9-8A3E-B025412E11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2" name="直線コネクタ 114991">
                      <a:extLst>
                        <a:ext uri="{FF2B5EF4-FFF2-40B4-BE49-F238E27FC236}">
                          <a16:creationId xmlns:a16="http://schemas.microsoft.com/office/drawing/2014/main" id="{FD234CF9-1F0C-4764-96F5-FCA48D20E2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3" name="直線コネクタ 114992">
                      <a:extLst>
                        <a:ext uri="{FF2B5EF4-FFF2-40B4-BE49-F238E27FC236}">
                          <a16:creationId xmlns:a16="http://schemas.microsoft.com/office/drawing/2014/main" id="{AF7272CD-65FA-4098-BC62-66B9C768B7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4" name="直線コネクタ 114993">
                      <a:extLst>
                        <a:ext uri="{FF2B5EF4-FFF2-40B4-BE49-F238E27FC236}">
                          <a16:creationId xmlns:a16="http://schemas.microsoft.com/office/drawing/2014/main" id="{0FA836A7-C8E3-426D-A253-6BBD049EFB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5" name="直線コネクタ 114994">
                      <a:extLst>
                        <a:ext uri="{FF2B5EF4-FFF2-40B4-BE49-F238E27FC236}">
                          <a16:creationId xmlns:a16="http://schemas.microsoft.com/office/drawing/2014/main" id="{58A297FC-983E-4D8B-9096-AD947269BC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6" name="直線コネクタ 114995">
                      <a:extLst>
                        <a:ext uri="{FF2B5EF4-FFF2-40B4-BE49-F238E27FC236}">
                          <a16:creationId xmlns:a16="http://schemas.microsoft.com/office/drawing/2014/main" id="{CE5BEE79-E8F4-4382-99EC-F9C76E6E7AA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7" name="直線コネクタ 114996">
                      <a:extLst>
                        <a:ext uri="{FF2B5EF4-FFF2-40B4-BE49-F238E27FC236}">
                          <a16:creationId xmlns:a16="http://schemas.microsoft.com/office/drawing/2014/main" id="{ADE98F9C-FE05-47E2-9711-D9E517580A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8" name="直線コネクタ 114997">
                      <a:extLst>
                        <a:ext uri="{FF2B5EF4-FFF2-40B4-BE49-F238E27FC236}">
                          <a16:creationId xmlns:a16="http://schemas.microsoft.com/office/drawing/2014/main" id="{E7AE3A0E-1FE9-4D63-AF3E-A436E05EDB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999" name="直線コネクタ 114998">
                      <a:extLst>
                        <a:ext uri="{FF2B5EF4-FFF2-40B4-BE49-F238E27FC236}">
                          <a16:creationId xmlns:a16="http://schemas.microsoft.com/office/drawing/2014/main" id="{4F834EFE-90CC-4F27-A450-6284FE073B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0" name="直線コネクタ 114999">
                      <a:extLst>
                        <a:ext uri="{FF2B5EF4-FFF2-40B4-BE49-F238E27FC236}">
                          <a16:creationId xmlns:a16="http://schemas.microsoft.com/office/drawing/2014/main" id="{4FFF32DB-D7B9-4DB5-AC6D-F044A0DB11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1" name="直線コネクタ 115000">
                      <a:extLst>
                        <a:ext uri="{FF2B5EF4-FFF2-40B4-BE49-F238E27FC236}">
                          <a16:creationId xmlns:a16="http://schemas.microsoft.com/office/drawing/2014/main" id="{9D36EC31-B9E0-42B9-8AE4-955A20FC6E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2" name="直線コネクタ 115001">
                      <a:extLst>
                        <a:ext uri="{FF2B5EF4-FFF2-40B4-BE49-F238E27FC236}">
                          <a16:creationId xmlns:a16="http://schemas.microsoft.com/office/drawing/2014/main" id="{0579562D-08EB-4C69-A632-42D2F58AA7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3" name="直線コネクタ 115002">
                      <a:extLst>
                        <a:ext uri="{FF2B5EF4-FFF2-40B4-BE49-F238E27FC236}">
                          <a16:creationId xmlns:a16="http://schemas.microsoft.com/office/drawing/2014/main" id="{6DD11478-5FB1-47A2-8012-7D8F08217D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4" name="直線コネクタ 115003">
                      <a:extLst>
                        <a:ext uri="{FF2B5EF4-FFF2-40B4-BE49-F238E27FC236}">
                          <a16:creationId xmlns:a16="http://schemas.microsoft.com/office/drawing/2014/main" id="{221A753B-0C51-4590-9AE4-E3C1BCD207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5" name="直線コネクタ 115004">
                      <a:extLst>
                        <a:ext uri="{FF2B5EF4-FFF2-40B4-BE49-F238E27FC236}">
                          <a16:creationId xmlns:a16="http://schemas.microsoft.com/office/drawing/2014/main" id="{5CD33B86-9969-4F90-955D-42709E59AB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6" name="直線コネクタ 115005">
                      <a:extLst>
                        <a:ext uri="{FF2B5EF4-FFF2-40B4-BE49-F238E27FC236}">
                          <a16:creationId xmlns:a16="http://schemas.microsoft.com/office/drawing/2014/main" id="{D806FBA8-DB08-4157-9353-9BAD2E1321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7" name="直線コネクタ 115006">
                      <a:extLst>
                        <a:ext uri="{FF2B5EF4-FFF2-40B4-BE49-F238E27FC236}">
                          <a16:creationId xmlns:a16="http://schemas.microsoft.com/office/drawing/2014/main" id="{EAF0894E-B367-4E45-9FD7-023E374F3F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8" name="直線コネクタ 115007">
                      <a:extLst>
                        <a:ext uri="{FF2B5EF4-FFF2-40B4-BE49-F238E27FC236}">
                          <a16:creationId xmlns:a16="http://schemas.microsoft.com/office/drawing/2014/main" id="{3D3AA1A9-F29F-4951-BAA9-43872C23EB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09" name="直線コネクタ 115008">
                      <a:extLst>
                        <a:ext uri="{FF2B5EF4-FFF2-40B4-BE49-F238E27FC236}">
                          <a16:creationId xmlns:a16="http://schemas.microsoft.com/office/drawing/2014/main" id="{37ED5C47-AF9B-4EED-80DA-9266CDFEC4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0" name="直線コネクタ 115009">
                      <a:extLst>
                        <a:ext uri="{FF2B5EF4-FFF2-40B4-BE49-F238E27FC236}">
                          <a16:creationId xmlns:a16="http://schemas.microsoft.com/office/drawing/2014/main" id="{AC25DEC7-ACE1-45C7-A94E-337119597E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1" name="直線コネクタ 115010">
                      <a:extLst>
                        <a:ext uri="{FF2B5EF4-FFF2-40B4-BE49-F238E27FC236}">
                          <a16:creationId xmlns:a16="http://schemas.microsoft.com/office/drawing/2014/main" id="{9A292971-DF81-4561-A405-6BA0A132EE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2" name="直線コネクタ 115011">
                      <a:extLst>
                        <a:ext uri="{FF2B5EF4-FFF2-40B4-BE49-F238E27FC236}">
                          <a16:creationId xmlns:a16="http://schemas.microsoft.com/office/drawing/2014/main" id="{469328B2-CABC-4164-86F1-90E17CA568F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3" name="直線コネクタ 115012">
                      <a:extLst>
                        <a:ext uri="{FF2B5EF4-FFF2-40B4-BE49-F238E27FC236}">
                          <a16:creationId xmlns:a16="http://schemas.microsoft.com/office/drawing/2014/main" id="{D29BC824-674C-43A9-A263-CBF6AC9AA67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4" name="直線コネクタ 115013">
                      <a:extLst>
                        <a:ext uri="{FF2B5EF4-FFF2-40B4-BE49-F238E27FC236}">
                          <a16:creationId xmlns:a16="http://schemas.microsoft.com/office/drawing/2014/main" id="{A957165E-FF99-4A78-A1A7-EA7C4D1C81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5" name="直線コネクタ 115014">
                      <a:extLst>
                        <a:ext uri="{FF2B5EF4-FFF2-40B4-BE49-F238E27FC236}">
                          <a16:creationId xmlns:a16="http://schemas.microsoft.com/office/drawing/2014/main" id="{44B97654-746A-47BE-89CB-A9C8FC093E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6" name="直線コネクタ 115015">
                      <a:extLst>
                        <a:ext uri="{FF2B5EF4-FFF2-40B4-BE49-F238E27FC236}">
                          <a16:creationId xmlns:a16="http://schemas.microsoft.com/office/drawing/2014/main" id="{E3810CD2-F104-469B-BC3D-6BB3B7BFB9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7" name="直線コネクタ 115016">
                      <a:extLst>
                        <a:ext uri="{FF2B5EF4-FFF2-40B4-BE49-F238E27FC236}">
                          <a16:creationId xmlns:a16="http://schemas.microsoft.com/office/drawing/2014/main" id="{68D4D7B2-1A3D-47A5-8DEC-793D33A142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8" name="直線コネクタ 115017">
                      <a:extLst>
                        <a:ext uri="{FF2B5EF4-FFF2-40B4-BE49-F238E27FC236}">
                          <a16:creationId xmlns:a16="http://schemas.microsoft.com/office/drawing/2014/main" id="{6F5491F7-0E1A-428E-89D0-55F0608FE1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19" name="直線コネクタ 115018">
                      <a:extLst>
                        <a:ext uri="{FF2B5EF4-FFF2-40B4-BE49-F238E27FC236}">
                          <a16:creationId xmlns:a16="http://schemas.microsoft.com/office/drawing/2014/main" id="{F7832C1E-78AF-464C-87E8-8D8E82D62F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0" name="直線コネクタ 115019">
                      <a:extLst>
                        <a:ext uri="{FF2B5EF4-FFF2-40B4-BE49-F238E27FC236}">
                          <a16:creationId xmlns:a16="http://schemas.microsoft.com/office/drawing/2014/main" id="{88EE2503-93B9-4AD7-8E02-E9E666912C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5021" name="直線コネクタ 115020">
                      <a:extLst>
                        <a:ext uri="{FF2B5EF4-FFF2-40B4-BE49-F238E27FC236}">
                          <a16:creationId xmlns:a16="http://schemas.microsoft.com/office/drawing/2014/main" id="{1D1348FA-762A-44F7-AA9F-8E0B8890D6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50" name="グループ化 113649">
                  <a:extLst>
                    <a:ext uri="{FF2B5EF4-FFF2-40B4-BE49-F238E27FC236}">
                      <a16:creationId xmlns:a16="http://schemas.microsoft.com/office/drawing/2014/main" id="{C1CED156-673B-4882-8304-C2C85ED8770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85490" y="5385481"/>
                  <a:ext cx="28783" cy="28800"/>
                  <a:chOff x="4287481" y="4286224"/>
                  <a:chExt cx="2227978" cy="2229219"/>
                </a:xfrm>
              </p:grpSpPr>
              <p:cxnSp>
                <p:nvCxnSpPr>
                  <p:cNvPr id="114421" name="直線コネクタ 114420">
                    <a:extLst>
                      <a:ext uri="{FF2B5EF4-FFF2-40B4-BE49-F238E27FC236}">
                        <a16:creationId xmlns:a16="http://schemas.microsoft.com/office/drawing/2014/main" id="{C58EC743-19A1-4FCB-BDEA-ED14CA5D5A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22" name="直線コネクタ 114421">
                    <a:extLst>
                      <a:ext uri="{FF2B5EF4-FFF2-40B4-BE49-F238E27FC236}">
                        <a16:creationId xmlns:a16="http://schemas.microsoft.com/office/drawing/2014/main" id="{6283749A-3529-4600-807E-C39A946895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23" name="直線コネクタ 114422">
                    <a:extLst>
                      <a:ext uri="{FF2B5EF4-FFF2-40B4-BE49-F238E27FC236}">
                        <a16:creationId xmlns:a16="http://schemas.microsoft.com/office/drawing/2014/main" id="{A7F6F6E5-3BFD-4D15-B0EB-63FFEA7E38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24" name="直線コネクタ 114423">
                    <a:extLst>
                      <a:ext uri="{FF2B5EF4-FFF2-40B4-BE49-F238E27FC236}">
                        <a16:creationId xmlns:a16="http://schemas.microsoft.com/office/drawing/2014/main" id="{ADF0F0D4-B533-42DE-8A83-C021AC4889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25" name="直線コネクタ 114424">
                    <a:extLst>
                      <a:ext uri="{FF2B5EF4-FFF2-40B4-BE49-F238E27FC236}">
                        <a16:creationId xmlns:a16="http://schemas.microsoft.com/office/drawing/2014/main" id="{D959B1DF-957B-4577-9002-9CB75A0E19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26" name="直線コネクタ 114425">
                    <a:extLst>
                      <a:ext uri="{FF2B5EF4-FFF2-40B4-BE49-F238E27FC236}">
                        <a16:creationId xmlns:a16="http://schemas.microsoft.com/office/drawing/2014/main" id="{C6030FD2-8CE4-4301-AE0D-9238B1D321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27" name="直線コネクタ 114426">
                    <a:extLst>
                      <a:ext uri="{FF2B5EF4-FFF2-40B4-BE49-F238E27FC236}">
                        <a16:creationId xmlns:a16="http://schemas.microsoft.com/office/drawing/2014/main" id="{6ED4EDBC-A13D-4BF7-B6A7-5335F5D149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28" name="直線コネクタ 114427">
                    <a:extLst>
                      <a:ext uri="{FF2B5EF4-FFF2-40B4-BE49-F238E27FC236}">
                        <a16:creationId xmlns:a16="http://schemas.microsoft.com/office/drawing/2014/main" id="{B380D003-CDBE-4F36-BE00-DC398FA9B6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29" name="直線コネクタ 114428">
                    <a:extLst>
                      <a:ext uri="{FF2B5EF4-FFF2-40B4-BE49-F238E27FC236}">
                        <a16:creationId xmlns:a16="http://schemas.microsoft.com/office/drawing/2014/main" id="{A2C35E1D-08E2-4194-9CA2-F47FA01D7A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0" name="直線コネクタ 114429">
                    <a:extLst>
                      <a:ext uri="{FF2B5EF4-FFF2-40B4-BE49-F238E27FC236}">
                        <a16:creationId xmlns:a16="http://schemas.microsoft.com/office/drawing/2014/main" id="{4D0E71BB-1DDE-4266-A86B-AC2E1ED7D80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1" name="直線コネクタ 114430">
                    <a:extLst>
                      <a:ext uri="{FF2B5EF4-FFF2-40B4-BE49-F238E27FC236}">
                        <a16:creationId xmlns:a16="http://schemas.microsoft.com/office/drawing/2014/main" id="{1F98DA27-B27D-4907-8D4F-AE5B8726E1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2" name="直線コネクタ 114431">
                    <a:extLst>
                      <a:ext uri="{FF2B5EF4-FFF2-40B4-BE49-F238E27FC236}">
                        <a16:creationId xmlns:a16="http://schemas.microsoft.com/office/drawing/2014/main" id="{297D7D70-1E45-4AD7-8E2B-1819936A98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3" name="直線コネクタ 114432">
                    <a:extLst>
                      <a:ext uri="{FF2B5EF4-FFF2-40B4-BE49-F238E27FC236}">
                        <a16:creationId xmlns:a16="http://schemas.microsoft.com/office/drawing/2014/main" id="{031749E5-3CEB-4C7E-9F43-8D02AE1EC4A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4" name="直線コネクタ 114433">
                    <a:extLst>
                      <a:ext uri="{FF2B5EF4-FFF2-40B4-BE49-F238E27FC236}">
                        <a16:creationId xmlns:a16="http://schemas.microsoft.com/office/drawing/2014/main" id="{4225D48F-53CE-4829-BA1B-0783D444AD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5" name="直線コネクタ 114434">
                    <a:extLst>
                      <a:ext uri="{FF2B5EF4-FFF2-40B4-BE49-F238E27FC236}">
                        <a16:creationId xmlns:a16="http://schemas.microsoft.com/office/drawing/2014/main" id="{E883CF5D-23A4-4FA0-9D43-02AF10B9D1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6" name="直線コネクタ 114435">
                    <a:extLst>
                      <a:ext uri="{FF2B5EF4-FFF2-40B4-BE49-F238E27FC236}">
                        <a16:creationId xmlns:a16="http://schemas.microsoft.com/office/drawing/2014/main" id="{C69E204E-FE95-4514-B182-897875596C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7" name="直線コネクタ 114436">
                    <a:extLst>
                      <a:ext uri="{FF2B5EF4-FFF2-40B4-BE49-F238E27FC236}">
                        <a16:creationId xmlns:a16="http://schemas.microsoft.com/office/drawing/2014/main" id="{DC07373E-66CF-4107-B3F1-2BD9F3FB90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8" name="直線コネクタ 114437">
                    <a:extLst>
                      <a:ext uri="{FF2B5EF4-FFF2-40B4-BE49-F238E27FC236}">
                        <a16:creationId xmlns:a16="http://schemas.microsoft.com/office/drawing/2014/main" id="{DC46F162-9E20-4977-AD7A-233ABEFFF9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39" name="直線コネクタ 114438">
                    <a:extLst>
                      <a:ext uri="{FF2B5EF4-FFF2-40B4-BE49-F238E27FC236}">
                        <a16:creationId xmlns:a16="http://schemas.microsoft.com/office/drawing/2014/main" id="{37F9CD7E-512A-4C0B-BDA9-A438D8CD87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0" name="直線コネクタ 114439">
                    <a:extLst>
                      <a:ext uri="{FF2B5EF4-FFF2-40B4-BE49-F238E27FC236}">
                        <a16:creationId xmlns:a16="http://schemas.microsoft.com/office/drawing/2014/main" id="{2FEB7A1B-561B-40C2-8800-0EEA8025FF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1" name="直線コネクタ 114440">
                    <a:extLst>
                      <a:ext uri="{FF2B5EF4-FFF2-40B4-BE49-F238E27FC236}">
                        <a16:creationId xmlns:a16="http://schemas.microsoft.com/office/drawing/2014/main" id="{907EEFA7-15A5-4D71-8582-183C6A8748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2" name="直線コネクタ 114441">
                    <a:extLst>
                      <a:ext uri="{FF2B5EF4-FFF2-40B4-BE49-F238E27FC236}">
                        <a16:creationId xmlns:a16="http://schemas.microsoft.com/office/drawing/2014/main" id="{52281F4E-749F-4E8A-8FA8-444122E1CF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3" name="直線コネクタ 114442">
                    <a:extLst>
                      <a:ext uri="{FF2B5EF4-FFF2-40B4-BE49-F238E27FC236}">
                        <a16:creationId xmlns:a16="http://schemas.microsoft.com/office/drawing/2014/main" id="{C0270F9D-9D08-4238-B31B-91DA1C7E3B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4" name="直線コネクタ 114443">
                    <a:extLst>
                      <a:ext uri="{FF2B5EF4-FFF2-40B4-BE49-F238E27FC236}">
                        <a16:creationId xmlns:a16="http://schemas.microsoft.com/office/drawing/2014/main" id="{2730F807-FE6E-45D8-9096-7506C20219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5" name="直線コネクタ 114444">
                    <a:extLst>
                      <a:ext uri="{FF2B5EF4-FFF2-40B4-BE49-F238E27FC236}">
                        <a16:creationId xmlns:a16="http://schemas.microsoft.com/office/drawing/2014/main" id="{F210CE0A-92DE-4BCC-8EA6-287351A2CF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6" name="直線コネクタ 114445">
                    <a:extLst>
                      <a:ext uri="{FF2B5EF4-FFF2-40B4-BE49-F238E27FC236}">
                        <a16:creationId xmlns:a16="http://schemas.microsoft.com/office/drawing/2014/main" id="{B818C968-B517-4264-9A9D-B30E4D033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7" name="直線コネクタ 114446">
                    <a:extLst>
                      <a:ext uri="{FF2B5EF4-FFF2-40B4-BE49-F238E27FC236}">
                        <a16:creationId xmlns:a16="http://schemas.microsoft.com/office/drawing/2014/main" id="{80D09C63-BA3D-41C2-B253-53B58B16F3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8" name="直線コネクタ 114447">
                    <a:extLst>
                      <a:ext uri="{FF2B5EF4-FFF2-40B4-BE49-F238E27FC236}">
                        <a16:creationId xmlns:a16="http://schemas.microsoft.com/office/drawing/2014/main" id="{B45004C2-9B3D-41ED-9FC7-754DDF15DF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49" name="直線コネクタ 114448">
                    <a:extLst>
                      <a:ext uri="{FF2B5EF4-FFF2-40B4-BE49-F238E27FC236}">
                        <a16:creationId xmlns:a16="http://schemas.microsoft.com/office/drawing/2014/main" id="{97C31305-AC6D-49BE-B7CE-7DFA99B6C8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0" name="直線コネクタ 114449">
                    <a:extLst>
                      <a:ext uri="{FF2B5EF4-FFF2-40B4-BE49-F238E27FC236}">
                        <a16:creationId xmlns:a16="http://schemas.microsoft.com/office/drawing/2014/main" id="{B2487805-BD65-4B12-8F67-BBDEE3F266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1" name="直線コネクタ 114450">
                    <a:extLst>
                      <a:ext uri="{FF2B5EF4-FFF2-40B4-BE49-F238E27FC236}">
                        <a16:creationId xmlns:a16="http://schemas.microsoft.com/office/drawing/2014/main" id="{C2E543DC-0095-41D4-89BD-7CBBD5DCAC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2" name="直線コネクタ 114451">
                    <a:extLst>
                      <a:ext uri="{FF2B5EF4-FFF2-40B4-BE49-F238E27FC236}">
                        <a16:creationId xmlns:a16="http://schemas.microsoft.com/office/drawing/2014/main" id="{86F3D6EF-EF1B-426E-9F85-973B78CB47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3" name="直線コネクタ 114452">
                    <a:extLst>
                      <a:ext uri="{FF2B5EF4-FFF2-40B4-BE49-F238E27FC236}">
                        <a16:creationId xmlns:a16="http://schemas.microsoft.com/office/drawing/2014/main" id="{8218D751-A4E3-4334-9CF9-3AC86BC9BA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4" name="直線コネクタ 114453">
                    <a:extLst>
                      <a:ext uri="{FF2B5EF4-FFF2-40B4-BE49-F238E27FC236}">
                        <a16:creationId xmlns:a16="http://schemas.microsoft.com/office/drawing/2014/main" id="{52ABA873-5820-4C07-A5D2-FF13E9CBFA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5" name="直線コネクタ 114454">
                    <a:extLst>
                      <a:ext uri="{FF2B5EF4-FFF2-40B4-BE49-F238E27FC236}">
                        <a16:creationId xmlns:a16="http://schemas.microsoft.com/office/drawing/2014/main" id="{A29285A6-7C09-46D0-8CBB-9160DF5560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6" name="直線コネクタ 114455">
                    <a:extLst>
                      <a:ext uri="{FF2B5EF4-FFF2-40B4-BE49-F238E27FC236}">
                        <a16:creationId xmlns:a16="http://schemas.microsoft.com/office/drawing/2014/main" id="{9320E5FE-9791-4CFB-9F4A-649CF2EFB9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7" name="直線コネクタ 114456">
                    <a:extLst>
                      <a:ext uri="{FF2B5EF4-FFF2-40B4-BE49-F238E27FC236}">
                        <a16:creationId xmlns:a16="http://schemas.microsoft.com/office/drawing/2014/main" id="{A745037A-F799-45F5-B072-986350F483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8" name="直線コネクタ 114457">
                    <a:extLst>
                      <a:ext uri="{FF2B5EF4-FFF2-40B4-BE49-F238E27FC236}">
                        <a16:creationId xmlns:a16="http://schemas.microsoft.com/office/drawing/2014/main" id="{4D4831ED-8D35-49C2-82BD-CA2195098D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59" name="直線コネクタ 114458">
                    <a:extLst>
                      <a:ext uri="{FF2B5EF4-FFF2-40B4-BE49-F238E27FC236}">
                        <a16:creationId xmlns:a16="http://schemas.microsoft.com/office/drawing/2014/main" id="{118931F4-2C9A-4BB8-85FE-9A980C10A9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0" name="直線コネクタ 114459">
                    <a:extLst>
                      <a:ext uri="{FF2B5EF4-FFF2-40B4-BE49-F238E27FC236}">
                        <a16:creationId xmlns:a16="http://schemas.microsoft.com/office/drawing/2014/main" id="{29D5A8E6-C7B6-457E-B917-251795DB15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1" name="直線コネクタ 114460">
                    <a:extLst>
                      <a:ext uri="{FF2B5EF4-FFF2-40B4-BE49-F238E27FC236}">
                        <a16:creationId xmlns:a16="http://schemas.microsoft.com/office/drawing/2014/main" id="{B4C3B908-606B-407B-8113-6F6244F0A0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2" name="直線コネクタ 114461">
                    <a:extLst>
                      <a:ext uri="{FF2B5EF4-FFF2-40B4-BE49-F238E27FC236}">
                        <a16:creationId xmlns:a16="http://schemas.microsoft.com/office/drawing/2014/main" id="{90E7F540-1924-43DD-9941-05F021D850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3" name="直線コネクタ 114462">
                    <a:extLst>
                      <a:ext uri="{FF2B5EF4-FFF2-40B4-BE49-F238E27FC236}">
                        <a16:creationId xmlns:a16="http://schemas.microsoft.com/office/drawing/2014/main" id="{5D7E510D-78E3-4A5F-AF8F-907050FCDE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4" name="直線コネクタ 114463">
                    <a:extLst>
                      <a:ext uri="{FF2B5EF4-FFF2-40B4-BE49-F238E27FC236}">
                        <a16:creationId xmlns:a16="http://schemas.microsoft.com/office/drawing/2014/main" id="{627FCA95-2B3B-4024-9463-A4B3033FCFD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5" name="直線コネクタ 114464">
                    <a:extLst>
                      <a:ext uri="{FF2B5EF4-FFF2-40B4-BE49-F238E27FC236}">
                        <a16:creationId xmlns:a16="http://schemas.microsoft.com/office/drawing/2014/main" id="{4627906F-CE74-4552-B479-ACDEE2E4FA1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6" name="直線コネクタ 114465">
                    <a:extLst>
                      <a:ext uri="{FF2B5EF4-FFF2-40B4-BE49-F238E27FC236}">
                        <a16:creationId xmlns:a16="http://schemas.microsoft.com/office/drawing/2014/main" id="{B407306D-6614-43C7-9C70-2631729662F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7" name="直線コネクタ 114466">
                    <a:extLst>
                      <a:ext uri="{FF2B5EF4-FFF2-40B4-BE49-F238E27FC236}">
                        <a16:creationId xmlns:a16="http://schemas.microsoft.com/office/drawing/2014/main" id="{73194643-8FA1-4D9F-B346-AB0785A8D56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8" name="直線コネクタ 114467">
                    <a:extLst>
                      <a:ext uri="{FF2B5EF4-FFF2-40B4-BE49-F238E27FC236}">
                        <a16:creationId xmlns:a16="http://schemas.microsoft.com/office/drawing/2014/main" id="{F57F5E4B-2B5E-4B28-925A-F64798837FE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69" name="直線コネクタ 114468">
                    <a:extLst>
                      <a:ext uri="{FF2B5EF4-FFF2-40B4-BE49-F238E27FC236}">
                        <a16:creationId xmlns:a16="http://schemas.microsoft.com/office/drawing/2014/main" id="{611BAFF7-7DCC-4C21-9427-D9CDF4AB656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0" name="直線コネクタ 114469">
                    <a:extLst>
                      <a:ext uri="{FF2B5EF4-FFF2-40B4-BE49-F238E27FC236}">
                        <a16:creationId xmlns:a16="http://schemas.microsoft.com/office/drawing/2014/main" id="{7CC2A5F2-70C0-4B98-B520-1C7AD3D15B6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1" name="直線コネクタ 114470">
                    <a:extLst>
                      <a:ext uri="{FF2B5EF4-FFF2-40B4-BE49-F238E27FC236}">
                        <a16:creationId xmlns:a16="http://schemas.microsoft.com/office/drawing/2014/main" id="{960B866F-980F-455D-A666-7E6F883955C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2" name="直線コネクタ 114471">
                    <a:extLst>
                      <a:ext uri="{FF2B5EF4-FFF2-40B4-BE49-F238E27FC236}">
                        <a16:creationId xmlns:a16="http://schemas.microsoft.com/office/drawing/2014/main" id="{B0D75D50-8BD8-4771-81FF-40BD84CEC06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3" name="直線コネクタ 114472">
                    <a:extLst>
                      <a:ext uri="{FF2B5EF4-FFF2-40B4-BE49-F238E27FC236}">
                        <a16:creationId xmlns:a16="http://schemas.microsoft.com/office/drawing/2014/main" id="{2D0F0823-E88F-46A5-A7C9-3D715FBFF1E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4" name="直線コネクタ 114473">
                    <a:extLst>
                      <a:ext uri="{FF2B5EF4-FFF2-40B4-BE49-F238E27FC236}">
                        <a16:creationId xmlns:a16="http://schemas.microsoft.com/office/drawing/2014/main" id="{E29DE1DC-37B9-4F9F-9DBA-72B34C98CF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5" name="直線コネクタ 114474">
                    <a:extLst>
                      <a:ext uri="{FF2B5EF4-FFF2-40B4-BE49-F238E27FC236}">
                        <a16:creationId xmlns:a16="http://schemas.microsoft.com/office/drawing/2014/main" id="{D615C9CE-C1AA-41A1-9F4B-2320E247B9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6" name="直線コネクタ 114475">
                    <a:extLst>
                      <a:ext uri="{FF2B5EF4-FFF2-40B4-BE49-F238E27FC236}">
                        <a16:creationId xmlns:a16="http://schemas.microsoft.com/office/drawing/2014/main" id="{EC7BC08B-4773-440C-9434-4A4E8AD2A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7" name="直線コネクタ 114476">
                    <a:extLst>
                      <a:ext uri="{FF2B5EF4-FFF2-40B4-BE49-F238E27FC236}">
                        <a16:creationId xmlns:a16="http://schemas.microsoft.com/office/drawing/2014/main" id="{03DE4C43-C84B-44EB-B584-5154E893B5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8" name="直線コネクタ 114477">
                    <a:extLst>
                      <a:ext uri="{FF2B5EF4-FFF2-40B4-BE49-F238E27FC236}">
                        <a16:creationId xmlns:a16="http://schemas.microsoft.com/office/drawing/2014/main" id="{E5C231B1-B48F-4FD1-884C-255C6AFE4B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79" name="直線コネクタ 114478">
                    <a:extLst>
                      <a:ext uri="{FF2B5EF4-FFF2-40B4-BE49-F238E27FC236}">
                        <a16:creationId xmlns:a16="http://schemas.microsoft.com/office/drawing/2014/main" id="{534B1140-EA8C-4B2C-A655-C83A7135A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0" name="直線コネクタ 114479">
                    <a:extLst>
                      <a:ext uri="{FF2B5EF4-FFF2-40B4-BE49-F238E27FC236}">
                        <a16:creationId xmlns:a16="http://schemas.microsoft.com/office/drawing/2014/main" id="{100C9F75-ACF4-46AE-AB92-AC3B8C2F2A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1" name="直線コネクタ 114480">
                    <a:extLst>
                      <a:ext uri="{FF2B5EF4-FFF2-40B4-BE49-F238E27FC236}">
                        <a16:creationId xmlns:a16="http://schemas.microsoft.com/office/drawing/2014/main" id="{6BAC1480-8E6A-4E0F-AC92-F6AE09FDF1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2" name="直線コネクタ 114481">
                    <a:extLst>
                      <a:ext uri="{FF2B5EF4-FFF2-40B4-BE49-F238E27FC236}">
                        <a16:creationId xmlns:a16="http://schemas.microsoft.com/office/drawing/2014/main" id="{A98C401D-F84D-4CB9-85C3-76DB08F02D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3" name="直線コネクタ 114482">
                    <a:extLst>
                      <a:ext uri="{FF2B5EF4-FFF2-40B4-BE49-F238E27FC236}">
                        <a16:creationId xmlns:a16="http://schemas.microsoft.com/office/drawing/2014/main" id="{029C1A85-F646-4345-B2FA-ECC3A6B8AB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4" name="直線コネクタ 114483">
                    <a:extLst>
                      <a:ext uri="{FF2B5EF4-FFF2-40B4-BE49-F238E27FC236}">
                        <a16:creationId xmlns:a16="http://schemas.microsoft.com/office/drawing/2014/main" id="{58AC4D28-EF93-49DF-8A88-FDA98637C6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5" name="直線コネクタ 114484">
                    <a:extLst>
                      <a:ext uri="{FF2B5EF4-FFF2-40B4-BE49-F238E27FC236}">
                        <a16:creationId xmlns:a16="http://schemas.microsoft.com/office/drawing/2014/main" id="{10FB7D2E-7622-4AAE-8670-D149B55909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6" name="直線コネクタ 114485">
                    <a:extLst>
                      <a:ext uri="{FF2B5EF4-FFF2-40B4-BE49-F238E27FC236}">
                        <a16:creationId xmlns:a16="http://schemas.microsoft.com/office/drawing/2014/main" id="{4BF42F13-7D6B-4748-A690-B441C963CC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7" name="直線コネクタ 114486">
                    <a:extLst>
                      <a:ext uri="{FF2B5EF4-FFF2-40B4-BE49-F238E27FC236}">
                        <a16:creationId xmlns:a16="http://schemas.microsoft.com/office/drawing/2014/main" id="{EE65236C-453C-4026-8458-FDAA712EBF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8" name="直線コネクタ 114487">
                    <a:extLst>
                      <a:ext uri="{FF2B5EF4-FFF2-40B4-BE49-F238E27FC236}">
                        <a16:creationId xmlns:a16="http://schemas.microsoft.com/office/drawing/2014/main" id="{BA868BDD-5C16-418B-97AE-85CF4C32D3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89" name="直線コネクタ 114488">
                    <a:extLst>
                      <a:ext uri="{FF2B5EF4-FFF2-40B4-BE49-F238E27FC236}">
                        <a16:creationId xmlns:a16="http://schemas.microsoft.com/office/drawing/2014/main" id="{94CECCFC-A183-4980-9C64-1D89C713BF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0" name="直線コネクタ 114489">
                    <a:extLst>
                      <a:ext uri="{FF2B5EF4-FFF2-40B4-BE49-F238E27FC236}">
                        <a16:creationId xmlns:a16="http://schemas.microsoft.com/office/drawing/2014/main" id="{F97DAEAB-E2B7-499E-AC44-6C4767045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1" name="直線コネクタ 114490">
                    <a:extLst>
                      <a:ext uri="{FF2B5EF4-FFF2-40B4-BE49-F238E27FC236}">
                        <a16:creationId xmlns:a16="http://schemas.microsoft.com/office/drawing/2014/main" id="{56FEC043-8F22-4196-BE6B-BE3C1D4C39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2" name="直線コネクタ 114491">
                    <a:extLst>
                      <a:ext uri="{FF2B5EF4-FFF2-40B4-BE49-F238E27FC236}">
                        <a16:creationId xmlns:a16="http://schemas.microsoft.com/office/drawing/2014/main" id="{F9E28CCE-B916-480F-8463-CF9EED35F0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3" name="直線コネクタ 114492">
                    <a:extLst>
                      <a:ext uri="{FF2B5EF4-FFF2-40B4-BE49-F238E27FC236}">
                        <a16:creationId xmlns:a16="http://schemas.microsoft.com/office/drawing/2014/main" id="{00F637EE-D02E-4B33-8699-FA67EE9767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4" name="直線コネクタ 114493">
                    <a:extLst>
                      <a:ext uri="{FF2B5EF4-FFF2-40B4-BE49-F238E27FC236}">
                        <a16:creationId xmlns:a16="http://schemas.microsoft.com/office/drawing/2014/main" id="{184ED0DC-B16B-4877-9A36-935206F13B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5" name="直線コネクタ 114494">
                    <a:extLst>
                      <a:ext uri="{FF2B5EF4-FFF2-40B4-BE49-F238E27FC236}">
                        <a16:creationId xmlns:a16="http://schemas.microsoft.com/office/drawing/2014/main" id="{CCCEE19D-C803-4F6E-BB27-40C11228C3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6" name="直線コネクタ 114495">
                    <a:extLst>
                      <a:ext uri="{FF2B5EF4-FFF2-40B4-BE49-F238E27FC236}">
                        <a16:creationId xmlns:a16="http://schemas.microsoft.com/office/drawing/2014/main" id="{486479DF-0EA3-40A7-914B-355E3BD12E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7" name="直線コネクタ 114496">
                    <a:extLst>
                      <a:ext uri="{FF2B5EF4-FFF2-40B4-BE49-F238E27FC236}">
                        <a16:creationId xmlns:a16="http://schemas.microsoft.com/office/drawing/2014/main" id="{E89D73C7-7C4E-4D7B-950D-6C6394A1B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8" name="直線コネクタ 114497">
                    <a:extLst>
                      <a:ext uri="{FF2B5EF4-FFF2-40B4-BE49-F238E27FC236}">
                        <a16:creationId xmlns:a16="http://schemas.microsoft.com/office/drawing/2014/main" id="{9C048871-217F-48C2-BCEF-2AA57829B3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499" name="直線コネクタ 114498">
                    <a:extLst>
                      <a:ext uri="{FF2B5EF4-FFF2-40B4-BE49-F238E27FC236}">
                        <a16:creationId xmlns:a16="http://schemas.microsoft.com/office/drawing/2014/main" id="{CB36E665-0309-43FF-A4DD-02A405606B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0" name="直線コネクタ 114499">
                    <a:extLst>
                      <a:ext uri="{FF2B5EF4-FFF2-40B4-BE49-F238E27FC236}">
                        <a16:creationId xmlns:a16="http://schemas.microsoft.com/office/drawing/2014/main" id="{EB06D5AC-1BE0-4B24-AE0D-300000768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1" name="直線コネクタ 114500">
                    <a:extLst>
                      <a:ext uri="{FF2B5EF4-FFF2-40B4-BE49-F238E27FC236}">
                        <a16:creationId xmlns:a16="http://schemas.microsoft.com/office/drawing/2014/main" id="{0713BFE4-7897-41A5-9D9F-FE6DA7BCAA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2" name="直線コネクタ 114501">
                    <a:extLst>
                      <a:ext uri="{FF2B5EF4-FFF2-40B4-BE49-F238E27FC236}">
                        <a16:creationId xmlns:a16="http://schemas.microsoft.com/office/drawing/2014/main" id="{0819780D-25AC-4B70-835E-52A3501955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3" name="直線コネクタ 114502">
                    <a:extLst>
                      <a:ext uri="{FF2B5EF4-FFF2-40B4-BE49-F238E27FC236}">
                        <a16:creationId xmlns:a16="http://schemas.microsoft.com/office/drawing/2014/main" id="{7DE0F35E-34E1-4D06-99AC-F5C6A57C7B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4" name="直線コネクタ 114503">
                    <a:extLst>
                      <a:ext uri="{FF2B5EF4-FFF2-40B4-BE49-F238E27FC236}">
                        <a16:creationId xmlns:a16="http://schemas.microsoft.com/office/drawing/2014/main" id="{95024A01-DA7B-4C05-A7B0-9BBC5A14DF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5" name="直線コネクタ 114504">
                    <a:extLst>
                      <a:ext uri="{FF2B5EF4-FFF2-40B4-BE49-F238E27FC236}">
                        <a16:creationId xmlns:a16="http://schemas.microsoft.com/office/drawing/2014/main" id="{901A974C-3095-4366-9E36-13CFD949A1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6" name="直線コネクタ 114505">
                    <a:extLst>
                      <a:ext uri="{FF2B5EF4-FFF2-40B4-BE49-F238E27FC236}">
                        <a16:creationId xmlns:a16="http://schemas.microsoft.com/office/drawing/2014/main" id="{5A745F9C-CEB5-4DA8-9272-67E7E4528A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7" name="直線コネクタ 114506">
                    <a:extLst>
                      <a:ext uri="{FF2B5EF4-FFF2-40B4-BE49-F238E27FC236}">
                        <a16:creationId xmlns:a16="http://schemas.microsoft.com/office/drawing/2014/main" id="{39A14EF8-AB34-4E96-99F6-EBAF3853CD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8" name="直線コネクタ 114507">
                    <a:extLst>
                      <a:ext uri="{FF2B5EF4-FFF2-40B4-BE49-F238E27FC236}">
                        <a16:creationId xmlns:a16="http://schemas.microsoft.com/office/drawing/2014/main" id="{A83A7E38-B80B-45E0-99C0-F1D2103C70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09" name="直線コネクタ 114508">
                    <a:extLst>
                      <a:ext uri="{FF2B5EF4-FFF2-40B4-BE49-F238E27FC236}">
                        <a16:creationId xmlns:a16="http://schemas.microsoft.com/office/drawing/2014/main" id="{42306AC9-40BF-4462-85F0-9D179DECBC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0" name="直線コネクタ 114509">
                    <a:extLst>
                      <a:ext uri="{FF2B5EF4-FFF2-40B4-BE49-F238E27FC236}">
                        <a16:creationId xmlns:a16="http://schemas.microsoft.com/office/drawing/2014/main" id="{1F15A947-6AA2-4738-B8E5-C5B6C11B2C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1" name="直線コネクタ 114510">
                    <a:extLst>
                      <a:ext uri="{FF2B5EF4-FFF2-40B4-BE49-F238E27FC236}">
                        <a16:creationId xmlns:a16="http://schemas.microsoft.com/office/drawing/2014/main" id="{7B6DD99E-1078-4583-A8CE-3A02680F21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2" name="直線コネクタ 114511">
                    <a:extLst>
                      <a:ext uri="{FF2B5EF4-FFF2-40B4-BE49-F238E27FC236}">
                        <a16:creationId xmlns:a16="http://schemas.microsoft.com/office/drawing/2014/main" id="{3ED6A276-3463-4DF5-8E5D-2E52B4B784E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3" name="直線コネクタ 114512">
                    <a:extLst>
                      <a:ext uri="{FF2B5EF4-FFF2-40B4-BE49-F238E27FC236}">
                        <a16:creationId xmlns:a16="http://schemas.microsoft.com/office/drawing/2014/main" id="{1F7E86BB-C83F-4DC7-91D6-20AB6F1F4E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4" name="直線コネクタ 114513">
                    <a:extLst>
                      <a:ext uri="{FF2B5EF4-FFF2-40B4-BE49-F238E27FC236}">
                        <a16:creationId xmlns:a16="http://schemas.microsoft.com/office/drawing/2014/main" id="{E2BCD91F-C7A0-45C9-B602-1C065590C78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5" name="直線コネクタ 114514">
                    <a:extLst>
                      <a:ext uri="{FF2B5EF4-FFF2-40B4-BE49-F238E27FC236}">
                        <a16:creationId xmlns:a16="http://schemas.microsoft.com/office/drawing/2014/main" id="{B3ABDFAF-C122-4D3A-8007-C1C18CB5641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6" name="直線コネクタ 114515">
                    <a:extLst>
                      <a:ext uri="{FF2B5EF4-FFF2-40B4-BE49-F238E27FC236}">
                        <a16:creationId xmlns:a16="http://schemas.microsoft.com/office/drawing/2014/main" id="{2E003A50-46CA-48BC-8A99-B5477C5AB4A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7" name="直線コネクタ 114516">
                    <a:extLst>
                      <a:ext uri="{FF2B5EF4-FFF2-40B4-BE49-F238E27FC236}">
                        <a16:creationId xmlns:a16="http://schemas.microsoft.com/office/drawing/2014/main" id="{A08B3864-CA89-4DF6-8B47-958753896DE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8" name="直線コネクタ 114517">
                    <a:extLst>
                      <a:ext uri="{FF2B5EF4-FFF2-40B4-BE49-F238E27FC236}">
                        <a16:creationId xmlns:a16="http://schemas.microsoft.com/office/drawing/2014/main" id="{BB1846C1-5587-44B6-BB0D-654F9E8B87A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19" name="直線コネクタ 114518">
                    <a:extLst>
                      <a:ext uri="{FF2B5EF4-FFF2-40B4-BE49-F238E27FC236}">
                        <a16:creationId xmlns:a16="http://schemas.microsoft.com/office/drawing/2014/main" id="{7B14F7A2-9CEC-420F-BC3B-F62AFDC0E5A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0" name="直線コネクタ 114519">
                    <a:extLst>
                      <a:ext uri="{FF2B5EF4-FFF2-40B4-BE49-F238E27FC236}">
                        <a16:creationId xmlns:a16="http://schemas.microsoft.com/office/drawing/2014/main" id="{1CCF6261-CDA0-4FB1-ABCE-90D42510F2B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1" name="直線コネクタ 114520">
                    <a:extLst>
                      <a:ext uri="{FF2B5EF4-FFF2-40B4-BE49-F238E27FC236}">
                        <a16:creationId xmlns:a16="http://schemas.microsoft.com/office/drawing/2014/main" id="{86ED551C-A8F2-426D-B466-B0D6DA2B6EB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2" name="直線コネクタ 114521">
                    <a:extLst>
                      <a:ext uri="{FF2B5EF4-FFF2-40B4-BE49-F238E27FC236}">
                        <a16:creationId xmlns:a16="http://schemas.microsoft.com/office/drawing/2014/main" id="{03B60154-B288-4100-B7B0-1A55DB3E562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3" name="直線コネクタ 114522">
                    <a:extLst>
                      <a:ext uri="{FF2B5EF4-FFF2-40B4-BE49-F238E27FC236}">
                        <a16:creationId xmlns:a16="http://schemas.microsoft.com/office/drawing/2014/main" id="{2F700C10-0F97-4EA5-88FC-F465C502E2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4" name="直線コネクタ 114523">
                    <a:extLst>
                      <a:ext uri="{FF2B5EF4-FFF2-40B4-BE49-F238E27FC236}">
                        <a16:creationId xmlns:a16="http://schemas.microsoft.com/office/drawing/2014/main" id="{8BFB9A76-C605-43DC-B658-470C654C2F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5" name="直線コネクタ 114524">
                    <a:extLst>
                      <a:ext uri="{FF2B5EF4-FFF2-40B4-BE49-F238E27FC236}">
                        <a16:creationId xmlns:a16="http://schemas.microsoft.com/office/drawing/2014/main" id="{AF29359B-53ED-4347-A280-5055DFF10D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6" name="直線コネクタ 114525">
                    <a:extLst>
                      <a:ext uri="{FF2B5EF4-FFF2-40B4-BE49-F238E27FC236}">
                        <a16:creationId xmlns:a16="http://schemas.microsoft.com/office/drawing/2014/main" id="{208DFCCB-952D-4888-9AA2-477CC1ECCA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7" name="直線コネクタ 114526">
                    <a:extLst>
                      <a:ext uri="{FF2B5EF4-FFF2-40B4-BE49-F238E27FC236}">
                        <a16:creationId xmlns:a16="http://schemas.microsoft.com/office/drawing/2014/main" id="{1A4BC031-D9FE-4DC6-B391-E163EF4FC4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8" name="直線コネクタ 114527">
                    <a:extLst>
                      <a:ext uri="{FF2B5EF4-FFF2-40B4-BE49-F238E27FC236}">
                        <a16:creationId xmlns:a16="http://schemas.microsoft.com/office/drawing/2014/main" id="{8BF1A67A-1813-4C1C-877E-57DC39934B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29" name="直線コネクタ 114528">
                    <a:extLst>
                      <a:ext uri="{FF2B5EF4-FFF2-40B4-BE49-F238E27FC236}">
                        <a16:creationId xmlns:a16="http://schemas.microsoft.com/office/drawing/2014/main" id="{A21CEB84-1095-49CA-A46F-7A154FB25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0" name="直線コネクタ 114529">
                    <a:extLst>
                      <a:ext uri="{FF2B5EF4-FFF2-40B4-BE49-F238E27FC236}">
                        <a16:creationId xmlns:a16="http://schemas.microsoft.com/office/drawing/2014/main" id="{BF2929E2-87ED-4683-AF1F-04A00E53DB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1" name="直線コネクタ 114530">
                    <a:extLst>
                      <a:ext uri="{FF2B5EF4-FFF2-40B4-BE49-F238E27FC236}">
                        <a16:creationId xmlns:a16="http://schemas.microsoft.com/office/drawing/2014/main" id="{E6820E7E-B9A4-430E-9124-F6EF45F188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2" name="直線コネクタ 114531">
                    <a:extLst>
                      <a:ext uri="{FF2B5EF4-FFF2-40B4-BE49-F238E27FC236}">
                        <a16:creationId xmlns:a16="http://schemas.microsoft.com/office/drawing/2014/main" id="{C030CA3A-3F29-4C96-AA47-435641C6EB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3" name="直線コネクタ 114532">
                    <a:extLst>
                      <a:ext uri="{FF2B5EF4-FFF2-40B4-BE49-F238E27FC236}">
                        <a16:creationId xmlns:a16="http://schemas.microsoft.com/office/drawing/2014/main" id="{DE27D5F3-1BB7-47B9-B551-41B689E4D3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4" name="直線コネクタ 114533">
                    <a:extLst>
                      <a:ext uri="{FF2B5EF4-FFF2-40B4-BE49-F238E27FC236}">
                        <a16:creationId xmlns:a16="http://schemas.microsoft.com/office/drawing/2014/main" id="{1079286C-F3DF-4441-9FF5-D7A0FAB344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5" name="直線コネクタ 114534">
                    <a:extLst>
                      <a:ext uri="{FF2B5EF4-FFF2-40B4-BE49-F238E27FC236}">
                        <a16:creationId xmlns:a16="http://schemas.microsoft.com/office/drawing/2014/main" id="{6F6C2FAC-3BAF-4BDB-B5F2-213F4E6A71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6" name="直線コネクタ 114535">
                    <a:extLst>
                      <a:ext uri="{FF2B5EF4-FFF2-40B4-BE49-F238E27FC236}">
                        <a16:creationId xmlns:a16="http://schemas.microsoft.com/office/drawing/2014/main" id="{D63967A8-68CE-4C92-A34A-C98A9E2026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7" name="直線コネクタ 114536">
                    <a:extLst>
                      <a:ext uri="{FF2B5EF4-FFF2-40B4-BE49-F238E27FC236}">
                        <a16:creationId xmlns:a16="http://schemas.microsoft.com/office/drawing/2014/main" id="{C0AB3359-2E12-4B52-A160-17154DF6E6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8" name="直線コネクタ 114537">
                    <a:extLst>
                      <a:ext uri="{FF2B5EF4-FFF2-40B4-BE49-F238E27FC236}">
                        <a16:creationId xmlns:a16="http://schemas.microsoft.com/office/drawing/2014/main" id="{3AE6088B-A246-4927-AB44-54F76E1F36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39" name="直線コネクタ 114538">
                    <a:extLst>
                      <a:ext uri="{FF2B5EF4-FFF2-40B4-BE49-F238E27FC236}">
                        <a16:creationId xmlns:a16="http://schemas.microsoft.com/office/drawing/2014/main" id="{0B0405E1-D799-4465-9996-19145EFF1E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0" name="直線コネクタ 114539">
                    <a:extLst>
                      <a:ext uri="{FF2B5EF4-FFF2-40B4-BE49-F238E27FC236}">
                        <a16:creationId xmlns:a16="http://schemas.microsoft.com/office/drawing/2014/main" id="{ABF94ACD-7543-4825-BC02-94CF77B79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1" name="直線コネクタ 114540">
                    <a:extLst>
                      <a:ext uri="{FF2B5EF4-FFF2-40B4-BE49-F238E27FC236}">
                        <a16:creationId xmlns:a16="http://schemas.microsoft.com/office/drawing/2014/main" id="{CF0EB7A9-A827-4063-B5C8-9B96009F17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2" name="直線コネクタ 114541">
                    <a:extLst>
                      <a:ext uri="{FF2B5EF4-FFF2-40B4-BE49-F238E27FC236}">
                        <a16:creationId xmlns:a16="http://schemas.microsoft.com/office/drawing/2014/main" id="{811A4E64-E7A1-49DB-AA1D-5AFCBA66B8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3" name="直線コネクタ 114542">
                    <a:extLst>
                      <a:ext uri="{FF2B5EF4-FFF2-40B4-BE49-F238E27FC236}">
                        <a16:creationId xmlns:a16="http://schemas.microsoft.com/office/drawing/2014/main" id="{68486274-1177-4645-922D-83CD2D4F80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4" name="直線コネクタ 114543">
                    <a:extLst>
                      <a:ext uri="{FF2B5EF4-FFF2-40B4-BE49-F238E27FC236}">
                        <a16:creationId xmlns:a16="http://schemas.microsoft.com/office/drawing/2014/main" id="{D9AB1E45-2BC4-4BAE-A9BE-37964D390C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5" name="直線コネクタ 114544">
                    <a:extLst>
                      <a:ext uri="{FF2B5EF4-FFF2-40B4-BE49-F238E27FC236}">
                        <a16:creationId xmlns:a16="http://schemas.microsoft.com/office/drawing/2014/main" id="{120DF111-A00D-4B08-98CC-777F7D6054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6" name="直線コネクタ 114545">
                    <a:extLst>
                      <a:ext uri="{FF2B5EF4-FFF2-40B4-BE49-F238E27FC236}">
                        <a16:creationId xmlns:a16="http://schemas.microsoft.com/office/drawing/2014/main" id="{1B26B9B6-BEC2-4912-B301-A79A4BA9DF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7" name="直線コネクタ 114546">
                    <a:extLst>
                      <a:ext uri="{FF2B5EF4-FFF2-40B4-BE49-F238E27FC236}">
                        <a16:creationId xmlns:a16="http://schemas.microsoft.com/office/drawing/2014/main" id="{1265ACFA-A69C-40C6-940F-51CC5DDE46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8" name="直線コネクタ 114547">
                    <a:extLst>
                      <a:ext uri="{FF2B5EF4-FFF2-40B4-BE49-F238E27FC236}">
                        <a16:creationId xmlns:a16="http://schemas.microsoft.com/office/drawing/2014/main" id="{B5571650-15BC-47B4-B994-162578D72F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49" name="直線コネクタ 114548">
                    <a:extLst>
                      <a:ext uri="{FF2B5EF4-FFF2-40B4-BE49-F238E27FC236}">
                        <a16:creationId xmlns:a16="http://schemas.microsoft.com/office/drawing/2014/main" id="{FBE67375-25BD-430F-B3AA-44257FD1C2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0" name="直線コネクタ 114549">
                    <a:extLst>
                      <a:ext uri="{FF2B5EF4-FFF2-40B4-BE49-F238E27FC236}">
                        <a16:creationId xmlns:a16="http://schemas.microsoft.com/office/drawing/2014/main" id="{1B23098C-09A4-46D8-8EFA-F0D2B3E9FF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1" name="直線コネクタ 114550">
                    <a:extLst>
                      <a:ext uri="{FF2B5EF4-FFF2-40B4-BE49-F238E27FC236}">
                        <a16:creationId xmlns:a16="http://schemas.microsoft.com/office/drawing/2014/main" id="{06BAD538-798C-4B03-B405-CC6DD627C3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2" name="直線コネクタ 114551">
                    <a:extLst>
                      <a:ext uri="{FF2B5EF4-FFF2-40B4-BE49-F238E27FC236}">
                        <a16:creationId xmlns:a16="http://schemas.microsoft.com/office/drawing/2014/main" id="{9CB4374E-3E37-4083-990D-4FD5E8BA0E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3" name="直線コネクタ 114552">
                    <a:extLst>
                      <a:ext uri="{FF2B5EF4-FFF2-40B4-BE49-F238E27FC236}">
                        <a16:creationId xmlns:a16="http://schemas.microsoft.com/office/drawing/2014/main" id="{AAEE3157-47B0-49E3-99F5-38E4EE923A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4" name="直線コネクタ 114553">
                    <a:extLst>
                      <a:ext uri="{FF2B5EF4-FFF2-40B4-BE49-F238E27FC236}">
                        <a16:creationId xmlns:a16="http://schemas.microsoft.com/office/drawing/2014/main" id="{97DA1037-9FCE-47AF-8C24-2806CF0E4B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5" name="直線コネクタ 114554">
                    <a:extLst>
                      <a:ext uri="{FF2B5EF4-FFF2-40B4-BE49-F238E27FC236}">
                        <a16:creationId xmlns:a16="http://schemas.microsoft.com/office/drawing/2014/main" id="{98F8C05F-1345-43EC-9BD5-3F2BC16B79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6" name="直線コネクタ 114555">
                    <a:extLst>
                      <a:ext uri="{FF2B5EF4-FFF2-40B4-BE49-F238E27FC236}">
                        <a16:creationId xmlns:a16="http://schemas.microsoft.com/office/drawing/2014/main" id="{8B8FC9A3-6EC4-4F73-AD22-F3C413FDAB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7" name="直線コネクタ 114556">
                    <a:extLst>
                      <a:ext uri="{FF2B5EF4-FFF2-40B4-BE49-F238E27FC236}">
                        <a16:creationId xmlns:a16="http://schemas.microsoft.com/office/drawing/2014/main" id="{DEC92595-EB7B-462F-A959-08DC372E2E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8" name="直線コネクタ 114557">
                    <a:extLst>
                      <a:ext uri="{FF2B5EF4-FFF2-40B4-BE49-F238E27FC236}">
                        <a16:creationId xmlns:a16="http://schemas.microsoft.com/office/drawing/2014/main" id="{7ABF9530-9494-4FAF-9A83-33BCA7B9B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59" name="直線コネクタ 114558">
                    <a:extLst>
                      <a:ext uri="{FF2B5EF4-FFF2-40B4-BE49-F238E27FC236}">
                        <a16:creationId xmlns:a16="http://schemas.microsoft.com/office/drawing/2014/main" id="{9C5C4218-3D30-4C33-94DF-C4B0EB87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0" name="直線コネクタ 114559">
                    <a:extLst>
                      <a:ext uri="{FF2B5EF4-FFF2-40B4-BE49-F238E27FC236}">
                        <a16:creationId xmlns:a16="http://schemas.microsoft.com/office/drawing/2014/main" id="{0EE72898-881B-4C83-9819-51DB365D05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1" name="直線コネクタ 114560">
                    <a:extLst>
                      <a:ext uri="{FF2B5EF4-FFF2-40B4-BE49-F238E27FC236}">
                        <a16:creationId xmlns:a16="http://schemas.microsoft.com/office/drawing/2014/main" id="{19629AF4-72B7-42EF-8C42-AEDEEB1775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2" name="直線コネクタ 114561">
                    <a:extLst>
                      <a:ext uri="{FF2B5EF4-FFF2-40B4-BE49-F238E27FC236}">
                        <a16:creationId xmlns:a16="http://schemas.microsoft.com/office/drawing/2014/main" id="{60ACA234-63D0-409F-9299-F903394A45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3" name="直線コネクタ 114562">
                    <a:extLst>
                      <a:ext uri="{FF2B5EF4-FFF2-40B4-BE49-F238E27FC236}">
                        <a16:creationId xmlns:a16="http://schemas.microsoft.com/office/drawing/2014/main" id="{1530EF4D-0372-491A-AC2E-FB84CE1607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4" name="直線コネクタ 114563">
                    <a:extLst>
                      <a:ext uri="{FF2B5EF4-FFF2-40B4-BE49-F238E27FC236}">
                        <a16:creationId xmlns:a16="http://schemas.microsoft.com/office/drawing/2014/main" id="{42C096A5-CE6D-4000-B77E-1B8A59DC51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5" name="直線コネクタ 114564">
                    <a:extLst>
                      <a:ext uri="{FF2B5EF4-FFF2-40B4-BE49-F238E27FC236}">
                        <a16:creationId xmlns:a16="http://schemas.microsoft.com/office/drawing/2014/main" id="{6F48EE12-0F48-4D0B-82F5-F72D233160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6" name="直線コネクタ 114565">
                    <a:extLst>
                      <a:ext uri="{FF2B5EF4-FFF2-40B4-BE49-F238E27FC236}">
                        <a16:creationId xmlns:a16="http://schemas.microsoft.com/office/drawing/2014/main" id="{EDF6FD1A-FF8C-481A-ADF8-93CA2A05F5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7" name="直線コネクタ 114566">
                    <a:extLst>
                      <a:ext uri="{FF2B5EF4-FFF2-40B4-BE49-F238E27FC236}">
                        <a16:creationId xmlns:a16="http://schemas.microsoft.com/office/drawing/2014/main" id="{76277D09-BDB6-4BFB-9B4F-139089959A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8" name="直線コネクタ 114567">
                    <a:extLst>
                      <a:ext uri="{FF2B5EF4-FFF2-40B4-BE49-F238E27FC236}">
                        <a16:creationId xmlns:a16="http://schemas.microsoft.com/office/drawing/2014/main" id="{D53B3161-828C-4C1F-A138-59598593D4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69" name="直線コネクタ 114568">
                    <a:extLst>
                      <a:ext uri="{FF2B5EF4-FFF2-40B4-BE49-F238E27FC236}">
                        <a16:creationId xmlns:a16="http://schemas.microsoft.com/office/drawing/2014/main" id="{CC5775E9-8E88-446D-839C-183D3CD1CC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0" name="直線コネクタ 114569">
                    <a:extLst>
                      <a:ext uri="{FF2B5EF4-FFF2-40B4-BE49-F238E27FC236}">
                        <a16:creationId xmlns:a16="http://schemas.microsoft.com/office/drawing/2014/main" id="{CF946172-F6C2-425A-B571-199725307C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1" name="直線コネクタ 114570">
                    <a:extLst>
                      <a:ext uri="{FF2B5EF4-FFF2-40B4-BE49-F238E27FC236}">
                        <a16:creationId xmlns:a16="http://schemas.microsoft.com/office/drawing/2014/main" id="{3690BD7E-F4E7-47D6-802F-B95487BC88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2" name="直線コネクタ 114571">
                    <a:extLst>
                      <a:ext uri="{FF2B5EF4-FFF2-40B4-BE49-F238E27FC236}">
                        <a16:creationId xmlns:a16="http://schemas.microsoft.com/office/drawing/2014/main" id="{6F51CE25-D0D4-4BC9-8983-24E74CDCEE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3" name="直線コネクタ 114572">
                    <a:extLst>
                      <a:ext uri="{FF2B5EF4-FFF2-40B4-BE49-F238E27FC236}">
                        <a16:creationId xmlns:a16="http://schemas.microsoft.com/office/drawing/2014/main" id="{7260BAEC-DE61-4987-AD8B-E7696A2ABF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4" name="直線コネクタ 114573">
                    <a:extLst>
                      <a:ext uri="{FF2B5EF4-FFF2-40B4-BE49-F238E27FC236}">
                        <a16:creationId xmlns:a16="http://schemas.microsoft.com/office/drawing/2014/main" id="{D8EB30EB-FE78-4076-B0B4-E66346BCEC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5" name="直線コネクタ 114574">
                    <a:extLst>
                      <a:ext uri="{FF2B5EF4-FFF2-40B4-BE49-F238E27FC236}">
                        <a16:creationId xmlns:a16="http://schemas.microsoft.com/office/drawing/2014/main" id="{8A7C7EB9-EEEC-4040-8698-565FBB402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6" name="直線コネクタ 114575">
                    <a:extLst>
                      <a:ext uri="{FF2B5EF4-FFF2-40B4-BE49-F238E27FC236}">
                        <a16:creationId xmlns:a16="http://schemas.microsoft.com/office/drawing/2014/main" id="{5FB4D0EB-EC87-4004-9407-10C66346B4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7" name="直線コネクタ 114576">
                    <a:extLst>
                      <a:ext uri="{FF2B5EF4-FFF2-40B4-BE49-F238E27FC236}">
                        <a16:creationId xmlns:a16="http://schemas.microsoft.com/office/drawing/2014/main" id="{E2D92CC4-23CA-4CA5-B8ED-BE39238BAC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8" name="直線コネクタ 114577">
                    <a:extLst>
                      <a:ext uri="{FF2B5EF4-FFF2-40B4-BE49-F238E27FC236}">
                        <a16:creationId xmlns:a16="http://schemas.microsoft.com/office/drawing/2014/main" id="{E0CBCA75-38A1-423D-99AD-F655D1C140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79" name="直線コネクタ 114578">
                    <a:extLst>
                      <a:ext uri="{FF2B5EF4-FFF2-40B4-BE49-F238E27FC236}">
                        <a16:creationId xmlns:a16="http://schemas.microsoft.com/office/drawing/2014/main" id="{D5FD3B8B-52A3-4680-9E00-50833FFDDD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80" name="直線コネクタ 114579">
                    <a:extLst>
                      <a:ext uri="{FF2B5EF4-FFF2-40B4-BE49-F238E27FC236}">
                        <a16:creationId xmlns:a16="http://schemas.microsoft.com/office/drawing/2014/main" id="{64C63F4D-BABE-4A1D-9193-762D415772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81" name="直線コネクタ 114580">
                    <a:extLst>
                      <a:ext uri="{FF2B5EF4-FFF2-40B4-BE49-F238E27FC236}">
                        <a16:creationId xmlns:a16="http://schemas.microsoft.com/office/drawing/2014/main" id="{84C810C7-F134-49A4-85A4-03577B4CDB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82" name="直線コネクタ 114581">
                    <a:extLst>
                      <a:ext uri="{FF2B5EF4-FFF2-40B4-BE49-F238E27FC236}">
                        <a16:creationId xmlns:a16="http://schemas.microsoft.com/office/drawing/2014/main" id="{DB6E3810-073C-46B0-8F3D-884B7BC4B9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83" name="直線コネクタ 114582">
                    <a:extLst>
                      <a:ext uri="{FF2B5EF4-FFF2-40B4-BE49-F238E27FC236}">
                        <a16:creationId xmlns:a16="http://schemas.microsoft.com/office/drawing/2014/main" id="{1AED06EC-749B-4CED-B9BE-9E49BFFB76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84" name="直線コネクタ 114583">
                    <a:extLst>
                      <a:ext uri="{FF2B5EF4-FFF2-40B4-BE49-F238E27FC236}">
                        <a16:creationId xmlns:a16="http://schemas.microsoft.com/office/drawing/2014/main" id="{0B11377F-DDCC-4D9A-9122-493B0D464D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85" name="直線コネクタ 114584">
                    <a:extLst>
                      <a:ext uri="{FF2B5EF4-FFF2-40B4-BE49-F238E27FC236}">
                        <a16:creationId xmlns:a16="http://schemas.microsoft.com/office/drawing/2014/main" id="{01CF1FCD-29F0-4DD2-A2A1-99D510C686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586" name="直線コネクタ 114585">
                    <a:extLst>
                      <a:ext uri="{FF2B5EF4-FFF2-40B4-BE49-F238E27FC236}">
                        <a16:creationId xmlns:a16="http://schemas.microsoft.com/office/drawing/2014/main" id="{8ACB2C43-FAFF-4EE1-9A96-A30EDB0278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4587" name="グループ化 114586">
                    <a:extLst>
                      <a:ext uri="{FF2B5EF4-FFF2-40B4-BE49-F238E27FC236}">
                        <a16:creationId xmlns:a16="http://schemas.microsoft.com/office/drawing/2014/main" id="{8D01453E-3330-436D-9412-0C43B58C6080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763" name="直線コネクタ 114762">
                      <a:extLst>
                        <a:ext uri="{FF2B5EF4-FFF2-40B4-BE49-F238E27FC236}">
                          <a16:creationId xmlns:a16="http://schemas.microsoft.com/office/drawing/2014/main" id="{24432FC4-515A-496E-948E-F0E5A268C4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64" name="直線コネクタ 114763">
                      <a:extLst>
                        <a:ext uri="{FF2B5EF4-FFF2-40B4-BE49-F238E27FC236}">
                          <a16:creationId xmlns:a16="http://schemas.microsoft.com/office/drawing/2014/main" id="{F24F1FBA-7D6F-4C19-9D20-6A61C6B6BE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65" name="直線コネクタ 114764">
                      <a:extLst>
                        <a:ext uri="{FF2B5EF4-FFF2-40B4-BE49-F238E27FC236}">
                          <a16:creationId xmlns:a16="http://schemas.microsoft.com/office/drawing/2014/main" id="{F3DB1420-EB58-4ADE-AC9F-BA7094F1BE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66" name="直線コネクタ 114765">
                      <a:extLst>
                        <a:ext uri="{FF2B5EF4-FFF2-40B4-BE49-F238E27FC236}">
                          <a16:creationId xmlns:a16="http://schemas.microsoft.com/office/drawing/2014/main" id="{3825F504-C76B-4C11-9BC6-F1465A6E1C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67" name="直線コネクタ 114766">
                      <a:extLst>
                        <a:ext uri="{FF2B5EF4-FFF2-40B4-BE49-F238E27FC236}">
                          <a16:creationId xmlns:a16="http://schemas.microsoft.com/office/drawing/2014/main" id="{8AF853F3-B1FD-46FD-A1D1-DAF07D3275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68" name="直線コネクタ 114767">
                      <a:extLst>
                        <a:ext uri="{FF2B5EF4-FFF2-40B4-BE49-F238E27FC236}">
                          <a16:creationId xmlns:a16="http://schemas.microsoft.com/office/drawing/2014/main" id="{C01F65A5-A86D-4403-9E87-1CA0C12F95E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69" name="直線コネクタ 114768">
                      <a:extLst>
                        <a:ext uri="{FF2B5EF4-FFF2-40B4-BE49-F238E27FC236}">
                          <a16:creationId xmlns:a16="http://schemas.microsoft.com/office/drawing/2014/main" id="{6FB79B78-71E4-4913-B47B-DB42657E46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0" name="直線コネクタ 114769">
                      <a:extLst>
                        <a:ext uri="{FF2B5EF4-FFF2-40B4-BE49-F238E27FC236}">
                          <a16:creationId xmlns:a16="http://schemas.microsoft.com/office/drawing/2014/main" id="{891A74E7-022F-401F-BB8E-C7A0CE0005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1" name="直線コネクタ 114770">
                      <a:extLst>
                        <a:ext uri="{FF2B5EF4-FFF2-40B4-BE49-F238E27FC236}">
                          <a16:creationId xmlns:a16="http://schemas.microsoft.com/office/drawing/2014/main" id="{7F28951E-7DD8-4E4C-B2C7-486254DA15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2" name="直線コネクタ 114771">
                      <a:extLst>
                        <a:ext uri="{FF2B5EF4-FFF2-40B4-BE49-F238E27FC236}">
                          <a16:creationId xmlns:a16="http://schemas.microsoft.com/office/drawing/2014/main" id="{37F0AA9D-2926-43A2-9449-59CA7A3EEF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3" name="直線コネクタ 114772">
                      <a:extLst>
                        <a:ext uri="{FF2B5EF4-FFF2-40B4-BE49-F238E27FC236}">
                          <a16:creationId xmlns:a16="http://schemas.microsoft.com/office/drawing/2014/main" id="{4E59FF45-E35B-40FD-9CAA-7AB81C6F37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4" name="直線コネクタ 114773">
                      <a:extLst>
                        <a:ext uri="{FF2B5EF4-FFF2-40B4-BE49-F238E27FC236}">
                          <a16:creationId xmlns:a16="http://schemas.microsoft.com/office/drawing/2014/main" id="{F7021031-5681-468B-B43A-BAC3E84A3E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5" name="直線コネクタ 114774">
                      <a:extLst>
                        <a:ext uri="{FF2B5EF4-FFF2-40B4-BE49-F238E27FC236}">
                          <a16:creationId xmlns:a16="http://schemas.microsoft.com/office/drawing/2014/main" id="{89FBED7F-256F-48EC-8F2B-74DF5918714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6" name="直線コネクタ 114775">
                      <a:extLst>
                        <a:ext uri="{FF2B5EF4-FFF2-40B4-BE49-F238E27FC236}">
                          <a16:creationId xmlns:a16="http://schemas.microsoft.com/office/drawing/2014/main" id="{DB015E78-00A5-432D-A5E1-063BFB30D7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7" name="直線コネクタ 114776">
                      <a:extLst>
                        <a:ext uri="{FF2B5EF4-FFF2-40B4-BE49-F238E27FC236}">
                          <a16:creationId xmlns:a16="http://schemas.microsoft.com/office/drawing/2014/main" id="{D41A692C-65E7-4FAF-A174-14804E1285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8" name="直線コネクタ 114777">
                      <a:extLst>
                        <a:ext uri="{FF2B5EF4-FFF2-40B4-BE49-F238E27FC236}">
                          <a16:creationId xmlns:a16="http://schemas.microsoft.com/office/drawing/2014/main" id="{0FE623D1-6327-4170-A6D2-8BB5FC4FF8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79" name="直線コネクタ 114778">
                      <a:extLst>
                        <a:ext uri="{FF2B5EF4-FFF2-40B4-BE49-F238E27FC236}">
                          <a16:creationId xmlns:a16="http://schemas.microsoft.com/office/drawing/2014/main" id="{F12C80CC-B70C-4AEB-B2E6-6CFF40EFFD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0" name="直線コネクタ 114779">
                      <a:extLst>
                        <a:ext uri="{FF2B5EF4-FFF2-40B4-BE49-F238E27FC236}">
                          <a16:creationId xmlns:a16="http://schemas.microsoft.com/office/drawing/2014/main" id="{73300D91-7472-436C-B235-51564D0A32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1" name="直線コネクタ 114780">
                      <a:extLst>
                        <a:ext uri="{FF2B5EF4-FFF2-40B4-BE49-F238E27FC236}">
                          <a16:creationId xmlns:a16="http://schemas.microsoft.com/office/drawing/2014/main" id="{7B2A7B88-AEBF-4E34-807A-7D5FD60602B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2" name="直線コネクタ 114781">
                      <a:extLst>
                        <a:ext uri="{FF2B5EF4-FFF2-40B4-BE49-F238E27FC236}">
                          <a16:creationId xmlns:a16="http://schemas.microsoft.com/office/drawing/2014/main" id="{3105A96B-0E8B-4C57-A717-89B1C44748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3" name="直線コネクタ 114782">
                      <a:extLst>
                        <a:ext uri="{FF2B5EF4-FFF2-40B4-BE49-F238E27FC236}">
                          <a16:creationId xmlns:a16="http://schemas.microsoft.com/office/drawing/2014/main" id="{094D7D75-FDF8-483A-9CBC-FE067AACC4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4" name="直線コネクタ 114783">
                      <a:extLst>
                        <a:ext uri="{FF2B5EF4-FFF2-40B4-BE49-F238E27FC236}">
                          <a16:creationId xmlns:a16="http://schemas.microsoft.com/office/drawing/2014/main" id="{D70453DD-DF31-49C0-9B4E-397395E20C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5" name="直線コネクタ 114784">
                      <a:extLst>
                        <a:ext uri="{FF2B5EF4-FFF2-40B4-BE49-F238E27FC236}">
                          <a16:creationId xmlns:a16="http://schemas.microsoft.com/office/drawing/2014/main" id="{AD535C53-BB08-41CE-94F9-AB1F8FD90C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6" name="直線コネクタ 114785">
                      <a:extLst>
                        <a:ext uri="{FF2B5EF4-FFF2-40B4-BE49-F238E27FC236}">
                          <a16:creationId xmlns:a16="http://schemas.microsoft.com/office/drawing/2014/main" id="{290472A0-5818-4FEC-A181-7F3F977F24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7" name="直線コネクタ 114786">
                      <a:extLst>
                        <a:ext uri="{FF2B5EF4-FFF2-40B4-BE49-F238E27FC236}">
                          <a16:creationId xmlns:a16="http://schemas.microsoft.com/office/drawing/2014/main" id="{A47DA020-6647-4376-9D8F-38D1C1BB9F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8" name="直線コネクタ 114787">
                      <a:extLst>
                        <a:ext uri="{FF2B5EF4-FFF2-40B4-BE49-F238E27FC236}">
                          <a16:creationId xmlns:a16="http://schemas.microsoft.com/office/drawing/2014/main" id="{7505C969-68E9-477B-B59C-90B1A66FBC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89" name="直線コネクタ 114788">
                      <a:extLst>
                        <a:ext uri="{FF2B5EF4-FFF2-40B4-BE49-F238E27FC236}">
                          <a16:creationId xmlns:a16="http://schemas.microsoft.com/office/drawing/2014/main" id="{39A291CA-6EB1-42C1-89B4-8565F0F887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0" name="直線コネクタ 114789">
                      <a:extLst>
                        <a:ext uri="{FF2B5EF4-FFF2-40B4-BE49-F238E27FC236}">
                          <a16:creationId xmlns:a16="http://schemas.microsoft.com/office/drawing/2014/main" id="{8D2639A0-2022-46B8-88D9-51DAA0375C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1" name="直線コネクタ 114790">
                      <a:extLst>
                        <a:ext uri="{FF2B5EF4-FFF2-40B4-BE49-F238E27FC236}">
                          <a16:creationId xmlns:a16="http://schemas.microsoft.com/office/drawing/2014/main" id="{1CAA040A-3EED-44DF-8FE8-6E2C7374BD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2" name="直線コネクタ 114791">
                      <a:extLst>
                        <a:ext uri="{FF2B5EF4-FFF2-40B4-BE49-F238E27FC236}">
                          <a16:creationId xmlns:a16="http://schemas.microsoft.com/office/drawing/2014/main" id="{49957E3A-E86F-4CF6-A41E-CEBB2FF6DF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3" name="直線コネクタ 114792">
                      <a:extLst>
                        <a:ext uri="{FF2B5EF4-FFF2-40B4-BE49-F238E27FC236}">
                          <a16:creationId xmlns:a16="http://schemas.microsoft.com/office/drawing/2014/main" id="{5D52DAD6-AC57-499B-8A1D-C6BD3A3578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4" name="直線コネクタ 114793">
                      <a:extLst>
                        <a:ext uri="{FF2B5EF4-FFF2-40B4-BE49-F238E27FC236}">
                          <a16:creationId xmlns:a16="http://schemas.microsoft.com/office/drawing/2014/main" id="{11948697-3A84-4BFD-9825-9269AE5AE2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5" name="直線コネクタ 114794">
                      <a:extLst>
                        <a:ext uri="{FF2B5EF4-FFF2-40B4-BE49-F238E27FC236}">
                          <a16:creationId xmlns:a16="http://schemas.microsoft.com/office/drawing/2014/main" id="{EF4FC701-83AD-4481-8A60-CB992C9C9E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6" name="直線コネクタ 114795">
                      <a:extLst>
                        <a:ext uri="{FF2B5EF4-FFF2-40B4-BE49-F238E27FC236}">
                          <a16:creationId xmlns:a16="http://schemas.microsoft.com/office/drawing/2014/main" id="{1303E63D-0A4C-4121-B060-CD0EB79561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7" name="直線コネクタ 114796">
                      <a:extLst>
                        <a:ext uri="{FF2B5EF4-FFF2-40B4-BE49-F238E27FC236}">
                          <a16:creationId xmlns:a16="http://schemas.microsoft.com/office/drawing/2014/main" id="{A26DD204-819A-4506-BC48-5E85391AD4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8" name="直線コネクタ 114797">
                      <a:extLst>
                        <a:ext uri="{FF2B5EF4-FFF2-40B4-BE49-F238E27FC236}">
                          <a16:creationId xmlns:a16="http://schemas.microsoft.com/office/drawing/2014/main" id="{8B95A811-DA15-4873-BF35-D12EC7B9B8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99" name="直線コネクタ 114798">
                      <a:extLst>
                        <a:ext uri="{FF2B5EF4-FFF2-40B4-BE49-F238E27FC236}">
                          <a16:creationId xmlns:a16="http://schemas.microsoft.com/office/drawing/2014/main" id="{CA373DFB-0384-47F2-B72F-557279980C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800" name="直線コネクタ 114799">
                      <a:extLst>
                        <a:ext uri="{FF2B5EF4-FFF2-40B4-BE49-F238E27FC236}">
                          <a16:creationId xmlns:a16="http://schemas.microsoft.com/office/drawing/2014/main" id="{F54E0BCA-AE11-4FC4-8543-3E32615822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801" name="直線コネクタ 114800">
                      <a:extLst>
                        <a:ext uri="{FF2B5EF4-FFF2-40B4-BE49-F238E27FC236}">
                          <a16:creationId xmlns:a16="http://schemas.microsoft.com/office/drawing/2014/main" id="{C2C6EC09-4694-4EF7-97C4-8D9E48A4BB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802" name="直線コネクタ 114801">
                      <a:extLst>
                        <a:ext uri="{FF2B5EF4-FFF2-40B4-BE49-F238E27FC236}">
                          <a16:creationId xmlns:a16="http://schemas.microsoft.com/office/drawing/2014/main" id="{613D05D4-809F-40D9-8959-DFA0F4D0D3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803" name="直線コネクタ 114802">
                      <a:extLst>
                        <a:ext uri="{FF2B5EF4-FFF2-40B4-BE49-F238E27FC236}">
                          <a16:creationId xmlns:a16="http://schemas.microsoft.com/office/drawing/2014/main" id="{D86DF190-C943-479F-856E-3A53E3A0EE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804" name="直線コネクタ 114803">
                      <a:extLst>
                        <a:ext uri="{FF2B5EF4-FFF2-40B4-BE49-F238E27FC236}">
                          <a16:creationId xmlns:a16="http://schemas.microsoft.com/office/drawing/2014/main" id="{42B60474-49C4-4CE6-B849-7589B2FFAF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588" name="グループ化 114587">
                    <a:extLst>
                      <a:ext uri="{FF2B5EF4-FFF2-40B4-BE49-F238E27FC236}">
                        <a16:creationId xmlns:a16="http://schemas.microsoft.com/office/drawing/2014/main" id="{87663E8E-B537-4A08-A301-A21084ADDBBB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4754" name="正方形/長方形 114753">
                      <a:extLst>
                        <a:ext uri="{FF2B5EF4-FFF2-40B4-BE49-F238E27FC236}">
                          <a16:creationId xmlns:a16="http://schemas.microsoft.com/office/drawing/2014/main" id="{504F43E1-96A1-4344-A735-8DB4C82F61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755" name="正方形/長方形 114754">
                      <a:extLst>
                        <a:ext uri="{FF2B5EF4-FFF2-40B4-BE49-F238E27FC236}">
                          <a16:creationId xmlns:a16="http://schemas.microsoft.com/office/drawing/2014/main" id="{08FF20B2-5898-4D63-BD69-FDD4157189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756" name="正方形/長方形 114755">
                      <a:extLst>
                        <a:ext uri="{FF2B5EF4-FFF2-40B4-BE49-F238E27FC236}">
                          <a16:creationId xmlns:a16="http://schemas.microsoft.com/office/drawing/2014/main" id="{9A9B34D2-4F0C-4D6A-A73B-C57F5E3718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757" name="正方形/長方形 114756">
                      <a:extLst>
                        <a:ext uri="{FF2B5EF4-FFF2-40B4-BE49-F238E27FC236}">
                          <a16:creationId xmlns:a16="http://schemas.microsoft.com/office/drawing/2014/main" id="{65C42893-AD17-4183-A250-EB0156344B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758" name="正方形/長方形 114757">
                      <a:extLst>
                        <a:ext uri="{FF2B5EF4-FFF2-40B4-BE49-F238E27FC236}">
                          <a16:creationId xmlns:a16="http://schemas.microsoft.com/office/drawing/2014/main" id="{FC9EE954-C9E1-4200-9CEB-DC8C4936E3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759" name="正方形/長方形 114758">
                      <a:extLst>
                        <a:ext uri="{FF2B5EF4-FFF2-40B4-BE49-F238E27FC236}">
                          <a16:creationId xmlns:a16="http://schemas.microsoft.com/office/drawing/2014/main" id="{BD638007-883E-45E7-B090-6DF4B3706D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760" name="正方形/長方形 114759">
                      <a:extLst>
                        <a:ext uri="{FF2B5EF4-FFF2-40B4-BE49-F238E27FC236}">
                          <a16:creationId xmlns:a16="http://schemas.microsoft.com/office/drawing/2014/main" id="{AC01EBC2-FA19-40EA-ABC9-36C686B8772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761" name="正方形/長方形 114760">
                      <a:extLst>
                        <a:ext uri="{FF2B5EF4-FFF2-40B4-BE49-F238E27FC236}">
                          <a16:creationId xmlns:a16="http://schemas.microsoft.com/office/drawing/2014/main" id="{9069307B-0384-49CE-941C-74EEF4B17E6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762" name="正方形/長方形 114761">
                      <a:extLst>
                        <a:ext uri="{FF2B5EF4-FFF2-40B4-BE49-F238E27FC236}">
                          <a16:creationId xmlns:a16="http://schemas.microsoft.com/office/drawing/2014/main" id="{BE633D8F-1383-41E0-854D-43B838BC8E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4589" name="グループ化 114588">
                    <a:extLst>
                      <a:ext uri="{FF2B5EF4-FFF2-40B4-BE49-F238E27FC236}">
                        <a16:creationId xmlns:a16="http://schemas.microsoft.com/office/drawing/2014/main" id="{34B19F6B-8956-433C-8F88-EF4D3DB66911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4746" name="直線コネクタ 114745">
                      <a:extLst>
                        <a:ext uri="{FF2B5EF4-FFF2-40B4-BE49-F238E27FC236}">
                          <a16:creationId xmlns:a16="http://schemas.microsoft.com/office/drawing/2014/main" id="{46499D33-6764-452C-8189-0AFFAFE296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7" name="直線コネクタ 114746">
                      <a:extLst>
                        <a:ext uri="{FF2B5EF4-FFF2-40B4-BE49-F238E27FC236}">
                          <a16:creationId xmlns:a16="http://schemas.microsoft.com/office/drawing/2014/main" id="{F39A6570-2D60-420C-8F15-FF5BDC2011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8" name="直線コネクタ 114747">
                      <a:extLst>
                        <a:ext uri="{FF2B5EF4-FFF2-40B4-BE49-F238E27FC236}">
                          <a16:creationId xmlns:a16="http://schemas.microsoft.com/office/drawing/2014/main" id="{EB84CF64-2842-49AF-9712-34C837246F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9" name="直線コネクタ 114748">
                      <a:extLst>
                        <a:ext uri="{FF2B5EF4-FFF2-40B4-BE49-F238E27FC236}">
                          <a16:creationId xmlns:a16="http://schemas.microsoft.com/office/drawing/2014/main" id="{E470C4B7-6ED8-4EAF-8546-231538D5DE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50" name="直線コネクタ 114749">
                      <a:extLst>
                        <a:ext uri="{FF2B5EF4-FFF2-40B4-BE49-F238E27FC236}">
                          <a16:creationId xmlns:a16="http://schemas.microsoft.com/office/drawing/2014/main" id="{7CCC92B3-5A14-46D1-8362-1BFC7387FB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51" name="直線コネクタ 114750">
                      <a:extLst>
                        <a:ext uri="{FF2B5EF4-FFF2-40B4-BE49-F238E27FC236}">
                          <a16:creationId xmlns:a16="http://schemas.microsoft.com/office/drawing/2014/main" id="{2A549B16-3209-4481-8CE7-6D9F05206C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52" name="直線コネクタ 114751">
                      <a:extLst>
                        <a:ext uri="{FF2B5EF4-FFF2-40B4-BE49-F238E27FC236}">
                          <a16:creationId xmlns:a16="http://schemas.microsoft.com/office/drawing/2014/main" id="{E7765935-40A2-44C1-BBD0-D79C61B06A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53" name="直線コネクタ 114752">
                      <a:extLst>
                        <a:ext uri="{FF2B5EF4-FFF2-40B4-BE49-F238E27FC236}">
                          <a16:creationId xmlns:a16="http://schemas.microsoft.com/office/drawing/2014/main" id="{23AF0DDC-49BB-4BB6-98FB-9DC791C6FB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590" name="グループ化 114589">
                    <a:extLst>
                      <a:ext uri="{FF2B5EF4-FFF2-40B4-BE49-F238E27FC236}">
                        <a16:creationId xmlns:a16="http://schemas.microsoft.com/office/drawing/2014/main" id="{9DE62C24-F541-4AA1-9884-6951DE1218FA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4738" name="直線コネクタ 114737">
                      <a:extLst>
                        <a:ext uri="{FF2B5EF4-FFF2-40B4-BE49-F238E27FC236}">
                          <a16:creationId xmlns:a16="http://schemas.microsoft.com/office/drawing/2014/main" id="{17E6F2A8-769E-451A-9911-EDB74E12E5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9" name="直線コネクタ 114738">
                      <a:extLst>
                        <a:ext uri="{FF2B5EF4-FFF2-40B4-BE49-F238E27FC236}">
                          <a16:creationId xmlns:a16="http://schemas.microsoft.com/office/drawing/2014/main" id="{351C7F6C-62F6-451A-98A8-A98007D647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0" name="直線コネクタ 114739">
                      <a:extLst>
                        <a:ext uri="{FF2B5EF4-FFF2-40B4-BE49-F238E27FC236}">
                          <a16:creationId xmlns:a16="http://schemas.microsoft.com/office/drawing/2014/main" id="{18FD8011-EEFE-4D7A-9329-F514FBC456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1" name="直線コネクタ 114740">
                      <a:extLst>
                        <a:ext uri="{FF2B5EF4-FFF2-40B4-BE49-F238E27FC236}">
                          <a16:creationId xmlns:a16="http://schemas.microsoft.com/office/drawing/2014/main" id="{4339C943-80F0-49BD-B6DA-3AAA79B535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2" name="直線コネクタ 114741">
                      <a:extLst>
                        <a:ext uri="{FF2B5EF4-FFF2-40B4-BE49-F238E27FC236}">
                          <a16:creationId xmlns:a16="http://schemas.microsoft.com/office/drawing/2014/main" id="{88214E2B-3A1B-4819-BF01-C2339DA5A7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3" name="直線コネクタ 114742">
                      <a:extLst>
                        <a:ext uri="{FF2B5EF4-FFF2-40B4-BE49-F238E27FC236}">
                          <a16:creationId xmlns:a16="http://schemas.microsoft.com/office/drawing/2014/main" id="{50EF12AC-1513-4265-8B09-706A132DC76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4" name="直線コネクタ 114743">
                      <a:extLst>
                        <a:ext uri="{FF2B5EF4-FFF2-40B4-BE49-F238E27FC236}">
                          <a16:creationId xmlns:a16="http://schemas.microsoft.com/office/drawing/2014/main" id="{4D57BF79-4E21-4008-9C27-9EDB217DD6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45" name="直線コネクタ 114744">
                      <a:extLst>
                        <a:ext uri="{FF2B5EF4-FFF2-40B4-BE49-F238E27FC236}">
                          <a16:creationId xmlns:a16="http://schemas.microsoft.com/office/drawing/2014/main" id="{7C37DA82-C1CC-4705-908C-A5BF1271C7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591" name="グループ化 114590">
                    <a:extLst>
                      <a:ext uri="{FF2B5EF4-FFF2-40B4-BE49-F238E27FC236}">
                        <a16:creationId xmlns:a16="http://schemas.microsoft.com/office/drawing/2014/main" id="{50603DFC-0A33-44BB-A24D-4BE2F7799846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696" name="直線コネクタ 114695">
                      <a:extLst>
                        <a:ext uri="{FF2B5EF4-FFF2-40B4-BE49-F238E27FC236}">
                          <a16:creationId xmlns:a16="http://schemas.microsoft.com/office/drawing/2014/main" id="{48F5B3D8-1D0D-4ABD-B947-4B9052FD510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7" name="直線コネクタ 114696">
                      <a:extLst>
                        <a:ext uri="{FF2B5EF4-FFF2-40B4-BE49-F238E27FC236}">
                          <a16:creationId xmlns:a16="http://schemas.microsoft.com/office/drawing/2014/main" id="{5AB94BE4-682A-4009-B929-CD7087697C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8" name="直線コネクタ 114697">
                      <a:extLst>
                        <a:ext uri="{FF2B5EF4-FFF2-40B4-BE49-F238E27FC236}">
                          <a16:creationId xmlns:a16="http://schemas.microsoft.com/office/drawing/2014/main" id="{D3D08F5D-FE48-442B-8F72-95F797C078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9" name="直線コネクタ 114698">
                      <a:extLst>
                        <a:ext uri="{FF2B5EF4-FFF2-40B4-BE49-F238E27FC236}">
                          <a16:creationId xmlns:a16="http://schemas.microsoft.com/office/drawing/2014/main" id="{370141F7-EA3C-4DA7-9795-0BE8D6027F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0" name="直線コネクタ 114699">
                      <a:extLst>
                        <a:ext uri="{FF2B5EF4-FFF2-40B4-BE49-F238E27FC236}">
                          <a16:creationId xmlns:a16="http://schemas.microsoft.com/office/drawing/2014/main" id="{41465C11-48C5-4EDE-95F5-A93FF0D5C9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1" name="直線コネクタ 114700">
                      <a:extLst>
                        <a:ext uri="{FF2B5EF4-FFF2-40B4-BE49-F238E27FC236}">
                          <a16:creationId xmlns:a16="http://schemas.microsoft.com/office/drawing/2014/main" id="{4FC9FCF8-FE1C-4F93-B2E1-FCE34B68E2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2" name="直線コネクタ 114701">
                      <a:extLst>
                        <a:ext uri="{FF2B5EF4-FFF2-40B4-BE49-F238E27FC236}">
                          <a16:creationId xmlns:a16="http://schemas.microsoft.com/office/drawing/2014/main" id="{292C41D0-56E9-449E-B2B0-7B28BA1560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3" name="直線コネクタ 114702">
                      <a:extLst>
                        <a:ext uri="{FF2B5EF4-FFF2-40B4-BE49-F238E27FC236}">
                          <a16:creationId xmlns:a16="http://schemas.microsoft.com/office/drawing/2014/main" id="{E40D7C68-CD23-4835-A167-EC825AD1DE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4" name="直線コネクタ 114703">
                      <a:extLst>
                        <a:ext uri="{FF2B5EF4-FFF2-40B4-BE49-F238E27FC236}">
                          <a16:creationId xmlns:a16="http://schemas.microsoft.com/office/drawing/2014/main" id="{831A8B54-8234-4068-AFD9-EBE85D672D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5" name="直線コネクタ 114704">
                      <a:extLst>
                        <a:ext uri="{FF2B5EF4-FFF2-40B4-BE49-F238E27FC236}">
                          <a16:creationId xmlns:a16="http://schemas.microsoft.com/office/drawing/2014/main" id="{C12EC63C-5169-4456-BBC9-472C96DB73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6" name="直線コネクタ 114705">
                      <a:extLst>
                        <a:ext uri="{FF2B5EF4-FFF2-40B4-BE49-F238E27FC236}">
                          <a16:creationId xmlns:a16="http://schemas.microsoft.com/office/drawing/2014/main" id="{0F7F62A5-EBA3-43F0-A095-2E228517B4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7" name="直線コネクタ 114706">
                      <a:extLst>
                        <a:ext uri="{FF2B5EF4-FFF2-40B4-BE49-F238E27FC236}">
                          <a16:creationId xmlns:a16="http://schemas.microsoft.com/office/drawing/2014/main" id="{F37ACF74-BAEE-4B84-85DD-BCD63A3794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8" name="直線コネクタ 114707">
                      <a:extLst>
                        <a:ext uri="{FF2B5EF4-FFF2-40B4-BE49-F238E27FC236}">
                          <a16:creationId xmlns:a16="http://schemas.microsoft.com/office/drawing/2014/main" id="{0F38F271-568E-4D84-B9BA-DC3E738BDE5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09" name="直線コネクタ 114708">
                      <a:extLst>
                        <a:ext uri="{FF2B5EF4-FFF2-40B4-BE49-F238E27FC236}">
                          <a16:creationId xmlns:a16="http://schemas.microsoft.com/office/drawing/2014/main" id="{0DD7662F-D7D4-4D60-BBEE-BCB9977178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0" name="直線コネクタ 114709">
                      <a:extLst>
                        <a:ext uri="{FF2B5EF4-FFF2-40B4-BE49-F238E27FC236}">
                          <a16:creationId xmlns:a16="http://schemas.microsoft.com/office/drawing/2014/main" id="{85260994-AF36-4F46-A0EC-E86AFD53CD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1" name="直線コネクタ 114710">
                      <a:extLst>
                        <a:ext uri="{FF2B5EF4-FFF2-40B4-BE49-F238E27FC236}">
                          <a16:creationId xmlns:a16="http://schemas.microsoft.com/office/drawing/2014/main" id="{E4208ECE-26D2-4413-ADC5-551D51B4D3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2" name="直線コネクタ 114711">
                      <a:extLst>
                        <a:ext uri="{FF2B5EF4-FFF2-40B4-BE49-F238E27FC236}">
                          <a16:creationId xmlns:a16="http://schemas.microsoft.com/office/drawing/2014/main" id="{0A66A00E-8FA0-43B4-8D55-E22D61B623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3" name="直線コネクタ 114712">
                      <a:extLst>
                        <a:ext uri="{FF2B5EF4-FFF2-40B4-BE49-F238E27FC236}">
                          <a16:creationId xmlns:a16="http://schemas.microsoft.com/office/drawing/2014/main" id="{86919636-C134-479B-A77A-C41CF752D6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4" name="直線コネクタ 114713">
                      <a:extLst>
                        <a:ext uri="{FF2B5EF4-FFF2-40B4-BE49-F238E27FC236}">
                          <a16:creationId xmlns:a16="http://schemas.microsoft.com/office/drawing/2014/main" id="{B36A0605-83C0-48F7-91BE-399CAEB6809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5" name="直線コネクタ 114714">
                      <a:extLst>
                        <a:ext uri="{FF2B5EF4-FFF2-40B4-BE49-F238E27FC236}">
                          <a16:creationId xmlns:a16="http://schemas.microsoft.com/office/drawing/2014/main" id="{3C5E085C-979D-42FD-BB91-E46A440B51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6" name="直線コネクタ 114715">
                      <a:extLst>
                        <a:ext uri="{FF2B5EF4-FFF2-40B4-BE49-F238E27FC236}">
                          <a16:creationId xmlns:a16="http://schemas.microsoft.com/office/drawing/2014/main" id="{3B3830AA-FDC2-4120-A3FD-CE7BA52B94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7" name="直線コネクタ 114716">
                      <a:extLst>
                        <a:ext uri="{FF2B5EF4-FFF2-40B4-BE49-F238E27FC236}">
                          <a16:creationId xmlns:a16="http://schemas.microsoft.com/office/drawing/2014/main" id="{7358FD13-96BD-4A91-A26A-BAF86F4F61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8" name="直線コネクタ 114717">
                      <a:extLst>
                        <a:ext uri="{FF2B5EF4-FFF2-40B4-BE49-F238E27FC236}">
                          <a16:creationId xmlns:a16="http://schemas.microsoft.com/office/drawing/2014/main" id="{80B125A7-71D6-4104-B7E9-5D22E6C7BE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19" name="直線コネクタ 114718">
                      <a:extLst>
                        <a:ext uri="{FF2B5EF4-FFF2-40B4-BE49-F238E27FC236}">
                          <a16:creationId xmlns:a16="http://schemas.microsoft.com/office/drawing/2014/main" id="{EFF22FEB-78A8-4023-B893-F4C779A78C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0" name="直線コネクタ 114719">
                      <a:extLst>
                        <a:ext uri="{FF2B5EF4-FFF2-40B4-BE49-F238E27FC236}">
                          <a16:creationId xmlns:a16="http://schemas.microsoft.com/office/drawing/2014/main" id="{90C06F08-746A-4825-B099-35E492C9FF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1" name="直線コネクタ 114720">
                      <a:extLst>
                        <a:ext uri="{FF2B5EF4-FFF2-40B4-BE49-F238E27FC236}">
                          <a16:creationId xmlns:a16="http://schemas.microsoft.com/office/drawing/2014/main" id="{CE208813-5860-4C60-AC59-0AAF0896EE4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2" name="直線コネクタ 114721">
                      <a:extLst>
                        <a:ext uri="{FF2B5EF4-FFF2-40B4-BE49-F238E27FC236}">
                          <a16:creationId xmlns:a16="http://schemas.microsoft.com/office/drawing/2014/main" id="{3FE183F5-C848-4038-BA42-47356F79B4C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3" name="直線コネクタ 114722">
                      <a:extLst>
                        <a:ext uri="{FF2B5EF4-FFF2-40B4-BE49-F238E27FC236}">
                          <a16:creationId xmlns:a16="http://schemas.microsoft.com/office/drawing/2014/main" id="{59B34E87-87BE-4853-9F6D-10C8DB9B512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4" name="直線コネクタ 114723">
                      <a:extLst>
                        <a:ext uri="{FF2B5EF4-FFF2-40B4-BE49-F238E27FC236}">
                          <a16:creationId xmlns:a16="http://schemas.microsoft.com/office/drawing/2014/main" id="{88F0E06E-6BEF-43B0-B991-B1F8480FD1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5" name="直線コネクタ 114724">
                      <a:extLst>
                        <a:ext uri="{FF2B5EF4-FFF2-40B4-BE49-F238E27FC236}">
                          <a16:creationId xmlns:a16="http://schemas.microsoft.com/office/drawing/2014/main" id="{7DFA6523-F3EE-49F5-9E86-60B097215F5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6" name="直線コネクタ 114725">
                      <a:extLst>
                        <a:ext uri="{FF2B5EF4-FFF2-40B4-BE49-F238E27FC236}">
                          <a16:creationId xmlns:a16="http://schemas.microsoft.com/office/drawing/2014/main" id="{4EDB86EF-1458-48B6-B55C-0100B56725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7" name="直線コネクタ 114726">
                      <a:extLst>
                        <a:ext uri="{FF2B5EF4-FFF2-40B4-BE49-F238E27FC236}">
                          <a16:creationId xmlns:a16="http://schemas.microsoft.com/office/drawing/2014/main" id="{D1BEC659-703E-4F47-9CB8-E7C17649D5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8" name="直線コネクタ 114727">
                      <a:extLst>
                        <a:ext uri="{FF2B5EF4-FFF2-40B4-BE49-F238E27FC236}">
                          <a16:creationId xmlns:a16="http://schemas.microsoft.com/office/drawing/2014/main" id="{56D4DFE6-6C45-4552-838E-8DEC32E2D2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29" name="直線コネクタ 114728">
                      <a:extLst>
                        <a:ext uri="{FF2B5EF4-FFF2-40B4-BE49-F238E27FC236}">
                          <a16:creationId xmlns:a16="http://schemas.microsoft.com/office/drawing/2014/main" id="{DC338A0B-66DC-4F55-B73E-5F6D7C4ED4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0" name="直線コネクタ 114729">
                      <a:extLst>
                        <a:ext uri="{FF2B5EF4-FFF2-40B4-BE49-F238E27FC236}">
                          <a16:creationId xmlns:a16="http://schemas.microsoft.com/office/drawing/2014/main" id="{985B470C-E94A-4C59-ACB2-72829DBEB0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1" name="直線コネクタ 114730">
                      <a:extLst>
                        <a:ext uri="{FF2B5EF4-FFF2-40B4-BE49-F238E27FC236}">
                          <a16:creationId xmlns:a16="http://schemas.microsoft.com/office/drawing/2014/main" id="{DA3DE968-3F9F-44CF-BA82-D4FB6C98FB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2" name="直線コネクタ 114731">
                      <a:extLst>
                        <a:ext uri="{FF2B5EF4-FFF2-40B4-BE49-F238E27FC236}">
                          <a16:creationId xmlns:a16="http://schemas.microsoft.com/office/drawing/2014/main" id="{E4C5AFF0-5D17-4309-9304-53A03FAF73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3" name="直線コネクタ 114732">
                      <a:extLst>
                        <a:ext uri="{FF2B5EF4-FFF2-40B4-BE49-F238E27FC236}">
                          <a16:creationId xmlns:a16="http://schemas.microsoft.com/office/drawing/2014/main" id="{40602DD5-CEFB-45E2-B1E6-6EC290C8A1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4" name="直線コネクタ 114733">
                      <a:extLst>
                        <a:ext uri="{FF2B5EF4-FFF2-40B4-BE49-F238E27FC236}">
                          <a16:creationId xmlns:a16="http://schemas.microsoft.com/office/drawing/2014/main" id="{D21E9F8C-1791-4052-81D2-4CE01CFBB01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5" name="直線コネクタ 114734">
                      <a:extLst>
                        <a:ext uri="{FF2B5EF4-FFF2-40B4-BE49-F238E27FC236}">
                          <a16:creationId xmlns:a16="http://schemas.microsoft.com/office/drawing/2014/main" id="{62ECBD76-1EBB-42A3-9939-140405A09E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6" name="直線コネクタ 114735">
                      <a:extLst>
                        <a:ext uri="{FF2B5EF4-FFF2-40B4-BE49-F238E27FC236}">
                          <a16:creationId xmlns:a16="http://schemas.microsoft.com/office/drawing/2014/main" id="{01A69FFB-3EF0-47C2-BEC4-50FFC508D7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737" name="直線コネクタ 114736">
                      <a:extLst>
                        <a:ext uri="{FF2B5EF4-FFF2-40B4-BE49-F238E27FC236}">
                          <a16:creationId xmlns:a16="http://schemas.microsoft.com/office/drawing/2014/main" id="{6D701D98-9E8A-4640-9C51-FE71184C6A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592" name="グループ化 114591">
                    <a:extLst>
                      <a:ext uri="{FF2B5EF4-FFF2-40B4-BE49-F238E27FC236}">
                        <a16:creationId xmlns:a16="http://schemas.microsoft.com/office/drawing/2014/main" id="{37258BC4-D587-450A-881A-A0C2A8E91D03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654" name="直線コネクタ 114653">
                      <a:extLst>
                        <a:ext uri="{FF2B5EF4-FFF2-40B4-BE49-F238E27FC236}">
                          <a16:creationId xmlns:a16="http://schemas.microsoft.com/office/drawing/2014/main" id="{4A2ECF33-A552-46E0-8BD6-5FDA8F9F3D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5" name="直線コネクタ 114654">
                      <a:extLst>
                        <a:ext uri="{FF2B5EF4-FFF2-40B4-BE49-F238E27FC236}">
                          <a16:creationId xmlns:a16="http://schemas.microsoft.com/office/drawing/2014/main" id="{70647421-F844-4788-930B-07143274D0B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6" name="直線コネクタ 114655">
                      <a:extLst>
                        <a:ext uri="{FF2B5EF4-FFF2-40B4-BE49-F238E27FC236}">
                          <a16:creationId xmlns:a16="http://schemas.microsoft.com/office/drawing/2014/main" id="{6E719A07-C655-4051-8376-12001D7BE1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7" name="直線コネクタ 114656">
                      <a:extLst>
                        <a:ext uri="{FF2B5EF4-FFF2-40B4-BE49-F238E27FC236}">
                          <a16:creationId xmlns:a16="http://schemas.microsoft.com/office/drawing/2014/main" id="{90845CD9-5774-4563-9F6A-1519589B58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8" name="直線コネクタ 114657">
                      <a:extLst>
                        <a:ext uri="{FF2B5EF4-FFF2-40B4-BE49-F238E27FC236}">
                          <a16:creationId xmlns:a16="http://schemas.microsoft.com/office/drawing/2014/main" id="{EB6156F7-E093-427C-B8FE-723AF1E4FC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9" name="直線コネクタ 114658">
                      <a:extLst>
                        <a:ext uri="{FF2B5EF4-FFF2-40B4-BE49-F238E27FC236}">
                          <a16:creationId xmlns:a16="http://schemas.microsoft.com/office/drawing/2014/main" id="{2FF41EEC-620C-4A91-95FE-3DEE358CED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0" name="直線コネクタ 114659">
                      <a:extLst>
                        <a:ext uri="{FF2B5EF4-FFF2-40B4-BE49-F238E27FC236}">
                          <a16:creationId xmlns:a16="http://schemas.microsoft.com/office/drawing/2014/main" id="{F38717BB-0F72-4E1A-8A48-602242468D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1" name="直線コネクタ 114660">
                      <a:extLst>
                        <a:ext uri="{FF2B5EF4-FFF2-40B4-BE49-F238E27FC236}">
                          <a16:creationId xmlns:a16="http://schemas.microsoft.com/office/drawing/2014/main" id="{DCB74A5F-B7B7-4F56-95A1-41CD23CF93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2" name="直線コネクタ 114661">
                      <a:extLst>
                        <a:ext uri="{FF2B5EF4-FFF2-40B4-BE49-F238E27FC236}">
                          <a16:creationId xmlns:a16="http://schemas.microsoft.com/office/drawing/2014/main" id="{26AC0481-B391-4AFE-9EA5-2C4D49DAAD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3" name="直線コネクタ 114662">
                      <a:extLst>
                        <a:ext uri="{FF2B5EF4-FFF2-40B4-BE49-F238E27FC236}">
                          <a16:creationId xmlns:a16="http://schemas.microsoft.com/office/drawing/2014/main" id="{019D4F96-927C-4EFB-B5D0-D297A9F47C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4" name="直線コネクタ 114663">
                      <a:extLst>
                        <a:ext uri="{FF2B5EF4-FFF2-40B4-BE49-F238E27FC236}">
                          <a16:creationId xmlns:a16="http://schemas.microsoft.com/office/drawing/2014/main" id="{37650F40-0C19-44F6-AC56-11065B237B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5" name="直線コネクタ 114664">
                      <a:extLst>
                        <a:ext uri="{FF2B5EF4-FFF2-40B4-BE49-F238E27FC236}">
                          <a16:creationId xmlns:a16="http://schemas.microsoft.com/office/drawing/2014/main" id="{02652283-8BDA-4DA5-9B72-A2B9732F34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6" name="直線コネクタ 114665">
                      <a:extLst>
                        <a:ext uri="{FF2B5EF4-FFF2-40B4-BE49-F238E27FC236}">
                          <a16:creationId xmlns:a16="http://schemas.microsoft.com/office/drawing/2014/main" id="{71152747-8ED6-4B6C-BF6E-402D8F9667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7" name="直線コネクタ 114666">
                      <a:extLst>
                        <a:ext uri="{FF2B5EF4-FFF2-40B4-BE49-F238E27FC236}">
                          <a16:creationId xmlns:a16="http://schemas.microsoft.com/office/drawing/2014/main" id="{AD991EDC-C4C5-4B14-A267-5F19B9966B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8" name="直線コネクタ 114667">
                      <a:extLst>
                        <a:ext uri="{FF2B5EF4-FFF2-40B4-BE49-F238E27FC236}">
                          <a16:creationId xmlns:a16="http://schemas.microsoft.com/office/drawing/2014/main" id="{EEDCDFDF-9107-42F8-B883-DB12E20F05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69" name="直線コネクタ 114668">
                      <a:extLst>
                        <a:ext uri="{FF2B5EF4-FFF2-40B4-BE49-F238E27FC236}">
                          <a16:creationId xmlns:a16="http://schemas.microsoft.com/office/drawing/2014/main" id="{E7E815BC-BC2E-4E06-8519-1C4A090DD7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0" name="直線コネクタ 114669">
                      <a:extLst>
                        <a:ext uri="{FF2B5EF4-FFF2-40B4-BE49-F238E27FC236}">
                          <a16:creationId xmlns:a16="http://schemas.microsoft.com/office/drawing/2014/main" id="{F7E202FE-B7DC-440E-8D90-8409F61E69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1" name="直線コネクタ 114670">
                      <a:extLst>
                        <a:ext uri="{FF2B5EF4-FFF2-40B4-BE49-F238E27FC236}">
                          <a16:creationId xmlns:a16="http://schemas.microsoft.com/office/drawing/2014/main" id="{2E51BD8A-036D-4ADD-A823-87C9083912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2" name="直線コネクタ 114671">
                      <a:extLst>
                        <a:ext uri="{FF2B5EF4-FFF2-40B4-BE49-F238E27FC236}">
                          <a16:creationId xmlns:a16="http://schemas.microsoft.com/office/drawing/2014/main" id="{3908B362-3F9B-42B7-9B37-A5F9731FEB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3" name="直線コネクタ 114672">
                      <a:extLst>
                        <a:ext uri="{FF2B5EF4-FFF2-40B4-BE49-F238E27FC236}">
                          <a16:creationId xmlns:a16="http://schemas.microsoft.com/office/drawing/2014/main" id="{0AD690F4-8DFB-468E-8C02-02005FCED5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4" name="直線コネクタ 114673">
                      <a:extLst>
                        <a:ext uri="{FF2B5EF4-FFF2-40B4-BE49-F238E27FC236}">
                          <a16:creationId xmlns:a16="http://schemas.microsoft.com/office/drawing/2014/main" id="{4E2E544D-CD0B-4E7C-9164-02D0923D5B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5" name="直線コネクタ 114674">
                      <a:extLst>
                        <a:ext uri="{FF2B5EF4-FFF2-40B4-BE49-F238E27FC236}">
                          <a16:creationId xmlns:a16="http://schemas.microsoft.com/office/drawing/2014/main" id="{5EDD0F22-4CBB-4BE6-A33E-8FC793810B7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6" name="直線コネクタ 114675">
                      <a:extLst>
                        <a:ext uri="{FF2B5EF4-FFF2-40B4-BE49-F238E27FC236}">
                          <a16:creationId xmlns:a16="http://schemas.microsoft.com/office/drawing/2014/main" id="{BA77787B-A3D1-42AF-9454-A8BE745AEE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7" name="直線コネクタ 114676">
                      <a:extLst>
                        <a:ext uri="{FF2B5EF4-FFF2-40B4-BE49-F238E27FC236}">
                          <a16:creationId xmlns:a16="http://schemas.microsoft.com/office/drawing/2014/main" id="{FCDF18D7-AC5A-48C6-BA81-D967FD6298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8" name="直線コネクタ 114677">
                      <a:extLst>
                        <a:ext uri="{FF2B5EF4-FFF2-40B4-BE49-F238E27FC236}">
                          <a16:creationId xmlns:a16="http://schemas.microsoft.com/office/drawing/2014/main" id="{DCEA63AF-03EB-497E-911B-D2F8DD7980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79" name="直線コネクタ 114678">
                      <a:extLst>
                        <a:ext uri="{FF2B5EF4-FFF2-40B4-BE49-F238E27FC236}">
                          <a16:creationId xmlns:a16="http://schemas.microsoft.com/office/drawing/2014/main" id="{6CDB5BEC-75BC-4CCC-B9B3-885EA525B8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0" name="直線コネクタ 114679">
                      <a:extLst>
                        <a:ext uri="{FF2B5EF4-FFF2-40B4-BE49-F238E27FC236}">
                          <a16:creationId xmlns:a16="http://schemas.microsoft.com/office/drawing/2014/main" id="{06B5761D-53F0-47C7-A8C4-C9CF1D5097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1" name="直線コネクタ 114680">
                      <a:extLst>
                        <a:ext uri="{FF2B5EF4-FFF2-40B4-BE49-F238E27FC236}">
                          <a16:creationId xmlns:a16="http://schemas.microsoft.com/office/drawing/2014/main" id="{0F192863-4916-42E6-B24E-FCD912E70C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2" name="直線コネクタ 114681">
                      <a:extLst>
                        <a:ext uri="{FF2B5EF4-FFF2-40B4-BE49-F238E27FC236}">
                          <a16:creationId xmlns:a16="http://schemas.microsoft.com/office/drawing/2014/main" id="{7D077908-EFD5-4710-9FA4-3D53000A7B5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3" name="直線コネクタ 114682">
                      <a:extLst>
                        <a:ext uri="{FF2B5EF4-FFF2-40B4-BE49-F238E27FC236}">
                          <a16:creationId xmlns:a16="http://schemas.microsoft.com/office/drawing/2014/main" id="{BAFB9274-540A-4232-BB5E-82F1F50522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4" name="直線コネクタ 114683">
                      <a:extLst>
                        <a:ext uri="{FF2B5EF4-FFF2-40B4-BE49-F238E27FC236}">
                          <a16:creationId xmlns:a16="http://schemas.microsoft.com/office/drawing/2014/main" id="{C2683F61-D232-48B7-B140-7BC8E677F6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5" name="直線コネクタ 114684">
                      <a:extLst>
                        <a:ext uri="{FF2B5EF4-FFF2-40B4-BE49-F238E27FC236}">
                          <a16:creationId xmlns:a16="http://schemas.microsoft.com/office/drawing/2014/main" id="{DDFAEA02-F4A8-4F38-B485-F874E2E5B5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6" name="直線コネクタ 114685">
                      <a:extLst>
                        <a:ext uri="{FF2B5EF4-FFF2-40B4-BE49-F238E27FC236}">
                          <a16:creationId xmlns:a16="http://schemas.microsoft.com/office/drawing/2014/main" id="{A8A6624B-623C-4D01-9958-D4A77844DC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7" name="直線コネクタ 114686">
                      <a:extLst>
                        <a:ext uri="{FF2B5EF4-FFF2-40B4-BE49-F238E27FC236}">
                          <a16:creationId xmlns:a16="http://schemas.microsoft.com/office/drawing/2014/main" id="{7B2910C4-C515-4167-9FD6-5AF620CAFF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8" name="直線コネクタ 114687">
                      <a:extLst>
                        <a:ext uri="{FF2B5EF4-FFF2-40B4-BE49-F238E27FC236}">
                          <a16:creationId xmlns:a16="http://schemas.microsoft.com/office/drawing/2014/main" id="{38E671E5-3EA6-427C-862D-D78B0214DC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89" name="直線コネクタ 114688">
                      <a:extLst>
                        <a:ext uri="{FF2B5EF4-FFF2-40B4-BE49-F238E27FC236}">
                          <a16:creationId xmlns:a16="http://schemas.microsoft.com/office/drawing/2014/main" id="{6A28E251-8D2C-471E-BC77-F4D8ADFD0E5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0" name="直線コネクタ 114689">
                      <a:extLst>
                        <a:ext uri="{FF2B5EF4-FFF2-40B4-BE49-F238E27FC236}">
                          <a16:creationId xmlns:a16="http://schemas.microsoft.com/office/drawing/2014/main" id="{B5CBDBE6-FBF8-41D9-A2EB-6949B383D0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1" name="直線コネクタ 114690">
                      <a:extLst>
                        <a:ext uri="{FF2B5EF4-FFF2-40B4-BE49-F238E27FC236}">
                          <a16:creationId xmlns:a16="http://schemas.microsoft.com/office/drawing/2014/main" id="{D9CAE494-3777-424E-AE40-5DC6F0EE609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2" name="直線コネクタ 114691">
                      <a:extLst>
                        <a:ext uri="{FF2B5EF4-FFF2-40B4-BE49-F238E27FC236}">
                          <a16:creationId xmlns:a16="http://schemas.microsoft.com/office/drawing/2014/main" id="{4E7CFD68-A4DB-4C73-A1EE-231B0E4ECD0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3" name="直線コネクタ 114692">
                      <a:extLst>
                        <a:ext uri="{FF2B5EF4-FFF2-40B4-BE49-F238E27FC236}">
                          <a16:creationId xmlns:a16="http://schemas.microsoft.com/office/drawing/2014/main" id="{1FE7F19A-4C4A-4609-9FD4-2FDDC8492D6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4" name="直線コネクタ 114693">
                      <a:extLst>
                        <a:ext uri="{FF2B5EF4-FFF2-40B4-BE49-F238E27FC236}">
                          <a16:creationId xmlns:a16="http://schemas.microsoft.com/office/drawing/2014/main" id="{5EDFDCCA-E849-48E6-9C89-3A11C38EE5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95" name="直線コネクタ 114694">
                      <a:extLst>
                        <a:ext uri="{FF2B5EF4-FFF2-40B4-BE49-F238E27FC236}">
                          <a16:creationId xmlns:a16="http://schemas.microsoft.com/office/drawing/2014/main" id="{35FB51EE-6412-464C-8FBD-AEC9746B0C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593" name="グループ化 114592">
                    <a:extLst>
                      <a:ext uri="{FF2B5EF4-FFF2-40B4-BE49-F238E27FC236}">
                        <a16:creationId xmlns:a16="http://schemas.microsoft.com/office/drawing/2014/main" id="{35494B5B-AA42-4202-9ACA-495F218CD66C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4646" name="直線コネクタ 114645">
                      <a:extLst>
                        <a:ext uri="{FF2B5EF4-FFF2-40B4-BE49-F238E27FC236}">
                          <a16:creationId xmlns:a16="http://schemas.microsoft.com/office/drawing/2014/main" id="{8209CC67-0102-496B-9486-9233FA08B8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7" name="直線コネクタ 114646">
                      <a:extLst>
                        <a:ext uri="{FF2B5EF4-FFF2-40B4-BE49-F238E27FC236}">
                          <a16:creationId xmlns:a16="http://schemas.microsoft.com/office/drawing/2014/main" id="{3AC28EDB-1070-4D0E-A107-23F14799B4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8" name="直線コネクタ 114647">
                      <a:extLst>
                        <a:ext uri="{FF2B5EF4-FFF2-40B4-BE49-F238E27FC236}">
                          <a16:creationId xmlns:a16="http://schemas.microsoft.com/office/drawing/2014/main" id="{EE3DEA09-1E43-4F74-A0F0-D97571FF82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9" name="直線コネクタ 114648">
                      <a:extLst>
                        <a:ext uri="{FF2B5EF4-FFF2-40B4-BE49-F238E27FC236}">
                          <a16:creationId xmlns:a16="http://schemas.microsoft.com/office/drawing/2014/main" id="{B4FE0532-A175-4039-A8CC-FEC5B0EFDA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0" name="直線コネクタ 114649">
                      <a:extLst>
                        <a:ext uri="{FF2B5EF4-FFF2-40B4-BE49-F238E27FC236}">
                          <a16:creationId xmlns:a16="http://schemas.microsoft.com/office/drawing/2014/main" id="{D93F1DC5-71A8-4954-9BF8-1FC19D5D6E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1" name="直線コネクタ 114650">
                      <a:extLst>
                        <a:ext uri="{FF2B5EF4-FFF2-40B4-BE49-F238E27FC236}">
                          <a16:creationId xmlns:a16="http://schemas.microsoft.com/office/drawing/2014/main" id="{77AA6BD1-1493-4E49-BB3B-2C124B8D18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2" name="直線コネクタ 114651">
                      <a:extLst>
                        <a:ext uri="{FF2B5EF4-FFF2-40B4-BE49-F238E27FC236}">
                          <a16:creationId xmlns:a16="http://schemas.microsoft.com/office/drawing/2014/main" id="{10DFAE40-ABC7-4942-BDF7-D09EDF38BD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53" name="直線コネクタ 114652">
                      <a:extLst>
                        <a:ext uri="{FF2B5EF4-FFF2-40B4-BE49-F238E27FC236}">
                          <a16:creationId xmlns:a16="http://schemas.microsoft.com/office/drawing/2014/main" id="{497A177D-A227-4F49-BB7B-4FE778778E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594" name="グループ化 114593">
                    <a:extLst>
                      <a:ext uri="{FF2B5EF4-FFF2-40B4-BE49-F238E27FC236}">
                        <a16:creationId xmlns:a16="http://schemas.microsoft.com/office/drawing/2014/main" id="{6AE816EC-3270-4E15-9C82-29143ED390A6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4638" name="直線コネクタ 114637">
                      <a:extLst>
                        <a:ext uri="{FF2B5EF4-FFF2-40B4-BE49-F238E27FC236}">
                          <a16:creationId xmlns:a16="http://schemas.microsoft.com/office/drawing/2014/main" id="{28BF9AAF-473A-445F-8B89-E4A3002545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9" name="直線コネクタ 114638">
                      <a:extLst>
                        <a:ext uri="{FF2B5EF4-FFF2-40B4-BE49-F238E27FC236}">
                          <a16:creationId xmlns:a16="http://schemas.microsoft.com/office/drawing/2014/main" id="{C03D08C6-DD9E-4380-B4A7-A0B2FFC4E2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0" name="直線コネクタ 114639">
                      <a:extLst>
                        <a:ext uri="{FF2B5EF4-FFF2-40B4-BE49-F238E27FC236}">
                          <a16:creationId xmlns:a16="http://schemas.microsoft.com/office/drawing/2014/main" id="{00E6D624-4B8F-4D61-AF27-B0322BE344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1" name="直線コネクタ 114640">
                      <a:extLst>
                        <a:ext uri="{FF2B5EF4-FFF2-40B4-BE49-F238E27FC236}">
                          <a16:creationId xmlns:a16="http://schemas.microsoft.com/office/drawing/2014/main" id="{BDB899F3-FF67-4F44-90E2-77EA0CE3B8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2" name="直線コネクタ 114641">
                      <a:extLst>
                        <a:ext uri="{FF2B5EF4-FFF2-40B4-BE49-F238E27FC236}">
                          <a16:creationId xmlns:a16="http://schemas.microsoft.com/office/drawing/2014/main" id="{4C468C07-4488-4F0A-82BB-352F5820B8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3" name="直線コネクタ 114642">
                      <a:extLst>
                        <a:ext uri="{FF2B5EF4-FFF2-40B4-BE49-F238E27FC236}">
                          <a16:creationId xmlns:a16="http://schemas.microsoft.com/office/drawing/2014/main" id="{7AA06015-5CEB-46E0-809F-48FFF54A06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4" name="直線コネクタ 114643">
                      <a:extLst>
                        <a:ext uri="{FF2B5EF4-FFF2-40B4-BE49-F238E27FC236}">
                          <a16:creationId xmlns:a16="http://schemas.microsoft.com/office/drawing/2014/main" id="{0D23D5DC-72CE-4F58-A484-59A4D37B43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45" name="直線コネクタ 114644">
                      <a:extLst>
                        <a:ext uri="{FF2B5EF4-FFF2-40B4-BE49-F238E27FC236}">
                          <a16:creationId xmlns:a16="http://schemas.microsoft.com/office/drawing/2014/main" id="{64F7B724-44D5-4BA3-86A2-ADACB17E9D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595" name="グループ化 114594">
                    <a:extLst>
                      <a:ext uri="{FF2B5EF4-FFF2-40B4-BE49-F238E27FC236}">
                        <a16:creationId xmlns:a16="http://schemas.microsoft.com/office/drawing/2014/main" id="{AB29F4F2-5C1E-4504-897D-6D9C28A9B200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596" name="直線コネクタ 114595">
                      <a:extLst>
                        <a:ext uri="{FF2B5EF4-FFF2-40B4-BE49-F238E27FC236}">
                          <a16:creationId xmlns:a16="http://schemas.microsoft.com/office/drawing/2014/main" id="{48FCD7FC-323C-4945-8F70-432CDB53F5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597" name="直線コネクタ 114596">
                      <a:extLst>
                        <a:ext uri="{FF2B5EF4-FFF2-40B4-BE49-F238E27FC236}">
                          <a16:creationId xmlns:a16="http://schemas.microsoft.com/office/drawing/2014/main" id="{799882D2-8A67-4526-834A-9F5C96F3FA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598" name="直線コネクタ 114597">
                      <a:extLst>
                        <a:ext uri="{FF2B5EF4-FFF2-40B4-BE49-F238E27FC236}">
                          <a16:creationId xmlns:a16="http://schemas.microsoft.com/office/drawing/2014/main" id="{A11A7A59-9881-48D8-A2E9-E2210072B9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599" name="直線コネクタ 114598">
                      <a:extLst>
                        <a:ext uri="{FF2B5EF4-FFF2-40B4-BE49-F238E27FC236}">
                          <a16:creationId xmlns:a16="http://schemas.microsoft.com/office/drawing/2014/main" id="{F9FBDF76-876D-4E32-A14F-424FC423034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0" name="直線コネクタ 114599">
                      <a:extLst>
                        <a:ext uri="{FF2B5EF4-FFF2-40B4-BE49-F238E27FC236}">
                          <a16:creationId xmlns:a16="http://schemas.microsoft.com/office/drawing/2014/main" id="{48E456E5-D130-46C0-961F-0F09933398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1" name="直線コネクタ 114600">
                      <a:extLst>
                        <a:ext uri="{FF2B5EF4-FFF2-40B4-BE49-F238E27FC236}">
                          <a16:creationId xmlns:a16="http://schemas.microsoft.com/office/drawing/2014/main" id="{AD9DBDBD-9F58-4F41-84A3-59F0CD61B1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2" name="直線コネクタ 114601">
                      <a:extLst>
                        <a:ext uri="{FF2B5EF4-FFF2-40B4-BE49-F238E27FC236}">
                          <a16:creationId xmlns:a16="http://schemas.microsoft.com/office/drawing/2014/main" id="{6199A2F1-A08F-4407-B496-0AF4420B7B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3" name="直線コネクタ 114602">
                      <a:extLst>
                        <a:ext uri="{FF2B5EF4-FFF2-40B4-BE49-F238E27FC236}">
                          <a16:creationId xmlns:a16="http://schemas.microsoft.com/office/drawing/2014/main" id="{88CD8B9D-6640-4559-A2B3-550AA56673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4" name="直線コネクタ 114603">
                      <a:extLst>
                        <a:ext uri="{FF2B5EF4-FFF2-40B4-BE49-F238E27FC236}">
                          <a16:creationId xmlns:a16="http://schemas.microsoft.com/office/drawing/2014/main" id="{C2C668B5-421A-46FB-A109-0BB9B3D33DE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5" name="直線コネクタ 114604">
                      <a:extLst>
                        <a:ext uri="{FF2B5EF4-FFF2-40B4-BE49-F238E27FC236}">
                          <a16:creationId xmlns:a16="http://schemas.microsoft.com/office/drawing/2014/main" id="{CADB1D35-2DE9-4CFF-8F85-889B5BD43B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6" name="直線コネクタ 114605">
                      <a:extLst>
                        <a:ext uri="{FF2B5EF4-FFF2-40B4-BE49-F238E27FC236}">
                          <a16:creationId xmlns:a16="http://schemas.microsoft.com/office/drawing/2014/main" id="{4203A2D3-CBA0-4EBE-929B-88751F0FC1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7" name="直線コネクタ 114606">
                      <a:extLst>
                        <a:ext uri="{FF2B5EF4-FFF2-40B4-BE49-F238E27FC236}">
                          <a16:creationId xmlns:a16="http://schemas.microsoft.com/office/drawing/2014/main" id="{ACB97703-6A2E-4C18-A067-D0542BF4CF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8" name="直線コネクタ 114607">
                      <a:extLst>
                        <a:ext uri="{FF2B5EF4-FFF2-40B4-BE49-F238E27FC236}">
                          <a16:creationId xmlns:a16="http://schemas.microsoft.com/office/drawing/2014/main" id="{65381C1A-7242-4639-A753-8C62246A13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09" name="直線コネクタ 114608">
                      <a:extLst>
                        <a:ext uri="{FF2B5EF4-FFF2-40B4-BE49-F238E27FC236}">
                          <a16:creationId xmlns:a16="http://schemas.microsoft.com/office/drawing/2014/main" id="{A501FCA6-E323-4F15-9644-184856CE54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0" name="直線コネクタ 114609">
                      <a:extLst>
                        <a:ext uri="{FF2B5EF4-FFF2-40B4-BE49-F238E27FC236}">
                          <a16:creationId xmlns:a16="http://schemas.microsoft.com/office/drawing/2014/main" id="{5513B5A2-F974-4B75-AE0C-B05A0823D9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1" name="直線コネクタ 114610">
                      <a:extLst>
                        <a:ext uri="{FF2B5EF4-FFF2-40B4-BE49-F238E27FC236}">
                          <a16:creationId xmlns:a16="http://schemas.microsoft.com/office/drawing/2014/main" id="{8625CAE6-E030-4021-B26A-67DFD2E5D0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2" name="直線コネクタ 114611">
                      <a:extLst>
                        <a:ext uri="{FF2B5EF4-FFF2-40B4-BE49-F238E27FC236}">
                          <a16:creationId xmlns:a16="http://schemas.microsoft.com/office/drawing/2014/main" id="{6A194B44-4A39-4726-99A8-23C0906097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3" name="直線コネクタ 114612">
                      <a:extLst>
                        <a:ext uri="{FF2B5EF4-FFF2-40B4-BE49-F238E27FC236}">
                          <a16:creationId xmlns:a16="http://schemas.microsoft.com/office/drawing/2014/main" id="{33AD0C67-6990-4D43-A86D-958F11FE70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4" name="直線コネクタ 114613">
                      <a:extLst>
                        <a:ext uri="{FF2B5EF4-FFF2-40B4-BE49-F238E27FC236}">
                          <a16:creationId xmlns:a16="http://schemas.microsoft.com/office/drawing/2014/main" id="{A2F218C8-E7ED-4323-BE39-A9E46BB8F6A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5" name="直線コネクタ 114614">
                      <a:extLst>
                        <a:ext uri="{FF2B5EF4-FFF2-40B4-BE49-F238E27FC236}">
                          <a16:creationId xmlns:a16="http://schemas.microsoft.com/office/drawing/2014/main" id="{BF89C34A-4C3A-4273-A850-E7731902D1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6" name="直線コネクタ 114615">
                      <a:extLst>
                        <a:ext uri="{FF2B5EF4-FFF2-40B4-BE49-F238E27FC236}">
                          <a16:creationId xmlns:a16="http://schemas.microsoft.com/office/drawing/2014/main" id="{4D206D89-6C02-454E-B137-BC9D990FFCF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7" name="直線コネクタ 114616">
                      <a:extLst>
                        <a:ext uri="{FF2B5EF4-FFF2-40B4-BE49-F238E27FC236}">
                          <a16:creationId xmlns:a16="http://schemas.microsoft.com/office/drawing/2014/main" id="{5D370EF1-B7D8-4350-9613-7A0D3BFB1A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8" name="直線コネクタ 114617">
                      <a:extLst>
                        <a:ext uri="{FF2B5EF4-FFF2-40B4-BE49-F238E27FC236}">
                          <a16:creationId xmlns:a16="http://schemas.microsoft.com/office/drawing/2014/main" id="{245CDF81-3077-4FDD-ACB6-09B760B767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19" name="直線コネクタ 114618">
                      <a:extLst>
                        <a:ext uri="{FF2B5EF4-FFF2-40B4-BE49-F238E27FC236}">
                          <a16:creationId xmlns:a16="http://schemas.microsoft.com/office/drawing/2014/main" id="{7323B04C-8A05-4E07-A682-1EAE0FC259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0" name="直線コネクタ 114619">
                      <a:extLst>
                        <a:ext uri="{FF2B5EF4-FFF2-40B4-BE49-F238E27FC236}">
                          <a16:creationId xmlns:a16="http://schemas.microsoft.com/office/drawing/2014/main" id="{357081F8-69AC-4F69-83EA-202C4E5A220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1" name="直線コネクタ 114620">
                      <a:extLst>
                        <a:ext uri="{FF2B5EF4-FFF2-40B4-BE49-F238E27FC236}">
                          <a16:creationId xmlns:a16="http://schemas.microsoft.com/office/drawing/2014/main" id="{C0FB0D3D-2B7F-4601-84A8-E6229A995F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2" name="直線コネクタ 114621">
                      <a:extLst>
                        <a:ext uri="{FF2B5EF4-FFF2-40B4-BE49-F238E27FC236}">
                          <a16:creationId xmlns:a16="http://schemas.microsoft.com/office/drawing/2014/main" id="{375B2317-DEC4-46AC-A073-DA919C26AB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3" name="直線コネクタ 114622">
                      <a:extLst>
                        <a:ext uri="{FF2B5EF4-FFF2-40B4-BE49-F238E27FC236}">
                          <a16:creationId xmlns:a16="http://schemas.microsoft.com/office/drawing/2014/main" id="{700DB359-431F-4CAE-B425-A3995ADCDB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4" name="直線コネクタ 114623">
                      <a:extLst>
                        <a:ext uri="{FF2B5EF4-FFF2-40B4-BE49-F238E27FC236}">
                          <a16:creationId xmlns:a16="http://schemas.microsoft.com/office/drawing/2014/main" id="{A0A28251-FC27-4D9A-8327-BD59B47715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5" name="直線コネクタ 114624">
                      <a:extLst>
                        <a:ext uri="{FF2B5EF4-FFF2-40B4-BE49-F238E27FC236}">
                          <a16:creationId xmlns:a16="http://schemas.microsoft.com/office/drawing/2014/main" id="{5B014699-2941-46AF-9E39-5B051028DC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6" name="直線コネクタ 114625">
                      <a:extLst>
                        <a:ext uri="{FF2B5EF4-FFF2-40B4-BE49-F238E27FC236}">
                          <a16:creationId xmlns:a16="http://schemas.microsoft.com/office/drawing/2014/main" id="{7DA6D21E-36BE-440D-870F-D5E50ED3A8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7" name="直線コネクタ 114626">
                      <a:extLst>
                        <a:ext uri="{FF2B5EF4-FFF2-40B4-BE49-F238E27FC236}">
                          <a16:creationId xmlns:a16="http://schemas.microsoft.com/office/drawing/2014/main" id="{F221ABA5-B7D1-4A2D-9B71-646262016F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8" name="直線コネクタ 114627">
                      <a:extLst>
                        <a:ext uri="{FF2B5EF4-FFF2-40B4-BE49-F238E27FC236}">
                          <a16:creationId xmlns:a16="http://schemas.microsoft.com/office/drawing/2014/main" id="{196A6D8F-2DEC-406E-9E6C-3CE0DBE162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29" name="直線コネクタ 114628">
                      <a:extLst>
                        <a:ext uri="{FF2B5EF4-FFF2-40B4-BE49-F238E27FC236}">
                          <a16:creationId xmlns:a16="http://schemas.microsoft.com/office/drawing/2014/main" id="{7E5C15D4-B813-4816-9568-8E9E2C59B9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0" name="直線コネクタ 114629">
                      <a:extLst>
                        <a:ext uri="{FF2B5EF4-FFF2-40B4-BE49-F238E27FC236}">
                          <a16:creationId xmlns:a16="http://schemas.microsoft.com/office/drawing/2014/main" id="{68E248D6-BFA3-4822-9896-C445E8E397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1" name="直線コネクタ 114630">
                      <a:extLst>
                        <a:ext uri="{FF2B5EF4-FFF2-40B4-BE49-F238E27FC236}">
                          <a16:creationId xmlns:a16="http://schemas.microsoft.com/office/drawing/2014/main" id="{C137D52E-D97A-4999-84A3-2C98AF9609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2" name="直線コネクタ 114631">
                      <a:extLst>
                        <a:ext uri="{FF2B5EF4-FFF2-40B4-BE49-F238E27FC236}">
                          <a16:creationId xmlns:a16="http://schemas.microsoft.com/office/drawing/2014/main" id="{B7CD2A2C-548E-408C-9E56-EF8638E1ECE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3" name="直線コネクタ 114632">
                      <a:extLst>
                        <a:ext uri="{FF2B5EF4-FFF2-40B4-BE49-F238E27FC236}">
                          <a16:creationId xmlns:a16="http://schemas.microsoft.com/office/drawing/2014/main" id="{D4656CD2-26F5-4F5B-8C04-AFE93C0EF1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4" name="直線コネクタ 114633">
                      <a:extLst>
                        <a:ext uri="{FF2B5EF4-FFF2-40B4-BE49-F238E27FC236}">
                          <a16:creationId xmlns:a16="http://schemas.microsoft.com/office/drawing/2014/main" id="{5A4F702E-5C82-473D-81D7-4EA29636A54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5" name="直線コネクタ 114634">
                      <a:extLst>
                        <a:ext uri="{FF2B5EF4-FFF2-40B4-BE49-F238E27FC236}">
                          <a16:creationId xmlns:a16="http://schemas.microsoft.com/office/drawing/2014/main" id="{754C1440-3124-43F7-BED6-FAA320E2A88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6" name="直線コネクタ 114635">
                      <a:extLst>
                        <a:ext uri="{FF2B5EF4-FFF2-40B4-BE49-F238E27FC236}">
                          <a16:creationId xmlns:a16="http://schemas.microsoft.com/office/drawing/2014/main" id="{3AC92AEC-2368-4FE6-B9BB-1284BCDA04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637" name="直線コネクタ 114636">
                      <a:extLst>
                        <a:ext uri="{FF2B5EF4-FFF2-40B4-BE49-F238E27FC236}">
                          <a16:creationId xmlns:a16="http://schemas.microsoft.com/office/drawing/2014/main" id="{2A9C49FF-5C93-44E3-B494-BC98B837810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51" name="グループ化 113650">
                  <a:extLst>
                    <a:ext uri="{FF2B5EF4-FFF2-40B4-BE49-F238E27FC236}">
                      <a16:creationId xmlns:a16="http://schemas.microsoft.com/office/drawing/2014/main" id="{84D85518-3084-4595-B8E5-C88E6CB2838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90887" y="5390881"/>
                  <a:ext cx="17989" cy="18000"/>
                  <a:chOff x="4287481" y="4286224"/>
                  <a:chExt cx="2227978" cy="2229219"/>
                </a:xfrm>
              </p:grpSpPr>
              <p:cxnSp>
                <p:nvCxnSpPr>
                  <p:cNvPr id="114037" name="直線コネクタ 114036">
                    <a:extLst>
                      <a:ext uri="{FF2B5EF4-FFF2-40B4-BE49-F238E27FC236}">
                        <a16:creationId xmlns:a16="http://schemas.microsoft.com/office/drawing/2014/main" id="{6CE19F43-CF4E-4E9F-8986-825759EFFE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38" name="直線コネクタ 114037">
                    <a:extLst>
                      <a:ext uri="{FF2B5EF4-FFF2-40B4-BE49-F238E27FC236}">
                        <a16:creationId xmlns:a16="http://schemas.microsoft.com/office/drawing/2014/main" id="{BCDD6874-6280-4356-A2B9-4BBDC1DE9A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39" name="直線コネクタ 114038">
                    <a:extLst>
                      <a:ext uri="{FF2B5EF4-FFF2-40B4-BE49-F238E27FC236}">
                        <a16:creationId xmlns:a16="http://schemas.microsoft.com/office/drawing/2014/main" id="{1DC55762-7BE8-430D-9984-6F72D2708A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0" name="直線コネクタ 114039">
                    <a:extLst>
                      <a:ext uri="{FF2B5EF4-FFF2-40B4-BE49-F238E27FC236}">
                        <a16:creationId xmlns:a16="http://schemas.microsoft.com/office/drawing/2014/main" id="{7156450E-9B03-4324-8341-85D0746352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1" name="直線コネクタ 114040">
                    <a:extLst>
                      <a:ext uri="{FF2B5EF4-FFF2-40B4-BE49-F238E27FC236}">
                        <a16:creationId xmlns:a16="http://schemas.microsoft.com/office/drawing/2014/main" id="{953CE01A-C1A8-4C12-9B88-24AC5E7F64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2" name="直線コネクタ 114041">
                    <a:extLst>
                      <a:ext uri="{FF2B5EF4-FFF2-40B4-BE49-F238E27FC236}">
                        <a16:creationId xmlns:a16="http://schemas.microsoft.com/office/drawing/2014/main" id="{BB39BBFD-29BE-45F7-9A7D-6740CF5E1E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3" name="直線コネクタ 114042">
                    <a:extLst>
                      <a:ext uri="{FF2B5EF4-FFF2-40B4-BE49-F238E27FC236}">
                        <a16:creationId xmlns:a16="http://schemas.microsoft.com/office/drawing/2014/main" id="{2995AC8A-BE79-484C-9601-9506ABEB62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4" name="直線コネクタ 114043">
                    <a:extLst>
                      <a:ext uri="{FF2B5EF4-FFF2-40B4-BE49-F238E27FC236}">
                        <a16:creationId xmlns:a16="http://schemas.microsoft.com/office/drawing/2014/main" id="{4C634EB7-13EA-49D2-AFEE-5C8AA212F5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5" name="直線コネクタ 114044">
                    <a:extLst>
                      <a:ext uri="{FF2B5EF4-FFF2-40B4-BE49-F238E27FC236}">
                        <a16:creationId xmlns:a16="http://schemas.microsoft.com/office/drawing/2014/main" id="{EFE30AAF-C046-4EE9-8B6C-161F322D6E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6" name="直線コネクタ 114045">
                    <a:extLst>
                      <a:ext uri="{FF2B5EF4-FFF2-40B4-BE49-F238E27FC236}">
                        <a16:creationId xmlns:a16="http://schemas.microsoft.com/office/drawing/2014/main" id="{7D5BD06C-7762-4C2A-81BC-AAD23262734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7" name="直線コネクタ 114046">
                    <a:extLst>
                      <a:ext uri="{FF2B5EF4-FFF2-40B4-BE49-F238E27FC236}">
                        <a16:creationId xmlns:a16="http://schemas.microsoft.com/office/drawing/2014/main" id="{28733574-87AE-4EC7-A4DA-7202F1EA9ED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8" name="直線コネクタ 114047">
                    <a:extLst>
                      <a:ext uri="{FF2B5EF4-FFF2-40B4-BE49-F238E27FC236}">
                        <a16:creationId xmlns:a16="http://schemas.microsoft.com/office/drawing/2014/main" id="{E9883F23-1CA1-413A-95FE-799500938A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49" name="直線コネクタ 114048">
                    <a:extLst>
                      <a:ext uri="{FF2B5EF4-FFF2-40B4-BE49-F238E27FC236}">
                        <a16:creationId xmlns:a16="http://schemas.microsoft.com/office/drawing/2014/main" id="{22513FFD-4548-45BA-A929-476F47F863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0" name="直線コネクタ 114049">
                    <a:extLst>
                      <a:ext uri="{FF2B5EF4-FFF2-40B4-BE49-F238E27FC236}">
                        <a16:creationId xmlns:a16="http://schemas.microsoft.com/office/drawing/2014/main" id="{C56FD7D9-3A4E-4CDF-B9EB-310756D6B0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1" name="直線コネクタ 114050">
                    <a:extLst>
                      <a:ext uri="{FF2B5EF4-FFF2-40B4-BE49-F238E27FC236}">
                        <a16:creationId xmlns:a16="http://schemas.microsoft.com/office/drawing/2014/main" id="{6961B2EB-8CE8-4A54-A170-422BEDCBA6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2" name="直線コネクタ 114051">
                    <a:extLst>
                      <a:ext uri="{FF2B5EF4-FFF2-40B4-BE49-F238E27FC236}">
                        <a16:creationId xmlns:a16="http://schemas.microsoft.com/office/drawing/2014/main" id="{64DC2110-0702-4478-9C39-01E1E5C547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3" name="直線コネクタ 114052">
                    <a:extLst>
                      <a:ext uri="{FF2B5EF4-FFF2-40B4-BE49-F238E27FC236}">
                        <a16:creationId xmlns:a16="http://schemas.microsoft.com/office/drawing/2014/main" id="{92D3A10A-D6A8-43B6-9133-3DB199E28A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4" name="直線コネクタ 114053">
                    <a:extLst>
                      <a:ext uri="{FF2B5EF4-FFF2-40B4-BE49-F238E27FC236}">
                        <a16:creationId xmlns:a16="http://schemas.microsoft.com/office/drawing/2014/main" id="{FF117B8D-46D8-4C79-80B8-5FB1261DD7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5" name="直線コネクタ 114054">
                    <a:extLst>
                      <a:ext uri="{FF2B5EF4-FFF2-40B4-BE49-F238E27FC236}">
                        <a16:creationId xmlns:a16="http://schemas.microsoft.com/office/drawing/2014/main" id="{F9A7DFE5-3DC9-43FB-A499-C933ACB7BD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6" name="直線コネクタ 114055">
                    <a:extLst>
                      <a:ext uri="{FF2B5EF4-FFF2-40B4-BE49-F238E27FC236}">
                        <a16:creationId xmlns:a16="http://schemas.microsoft.com/office/drawing/2014/main" id="{BC7998F0-CCD8-4E07-AC10-E1961BAF39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7" name="直線コネクタ 114056">
                    <a:extLst>
                      <a:ext uri="{FF2B5EF4-FFF2-40B4-BE49-F238E27FC236}">
                        <a16:creationId xmlns:a16="http://schemas.microsoft.com/office/drawing/2014/main" id="{BD84E28C-DB15-4A59-9A7B-1E98B78B25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8" name="直線コネクタ 114057">
                    <a:extLst>
                      <a:ext uri="{FF2B5EF4-FFF2-40B4-BE49-F238E27FC236}">
                        <a16:creationId xmlns:a16="http://schemas.microsoft.com/office/drawing/2014/main" id="{B3612EB8-439B-45F9-81AB-85F4939BBA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59" name="直線コネクタ 114058">
                    <a:extLst>
                      <a:ext uri="{FF2B5EF4-FFF2-40B4-BE49-F238E27FC236}">
                        <a16:creationId xmlns:a16="http://schemas.microsoft.com/office/drawing/2014/main" id="{0BF04F36-8609-4EB7-9F0B-7D1BE1D173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0" name="直線コネクタ 114059">
                    <a:extLst>
                      <a:ext uri="{FF2B5EF4-FFF2-40B4-BE49-F238E27FC236}">
                        <a16:creationId xmlns:a16="http://schemas.microsoft.com/office/drawing/2014/main" id="{932E230D-1F22-43B3-9BDC-530E955BF3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1" name="直線コネクタ 114060">
                    <a:extLst>
                      <a:ext uri="{FF2B5EF4-FFF2-40B4-BE49-F238E27FC236}">
                        <a16:creationId xmlns:a16="http://schemas.microsoft.com/office/drawing/2014/main" id="{0873E948-C1CB-4E4E-8FBC-88C53DA998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2" name="直線コネクタ 114061">
                    <a:extLst>
                      <a:ext uri="{FF2B5EF4-FFF2-40B4-BE49-F238E27FC236}">
                        <a16:creationId xmlns:a16="http://schemas.microsoft.com/office/drawing/2014/main" id="{8A099699-4737-48EC-8D68-F2E1F49551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3" name="直線コネクタ 114062">
                    <a:extLst>
                      <a:ext uri="{FF2B5EF4-FFF2-40B4-BE49-F238E27FC236}">
                        <a16:creationId xmlns:a16="http://schemas.microsoft.com/office/drawing/2014/main" id="{B6C32837-2E2A-48ED-8FF0-EC7291F8BF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4" name="直線コネクタ 114063">
                    <a:extLst>
                      <a:ext uri="{FF2B5EF4-FFF2-40B4-BE49-F238E27FC236}">
                        <a16:creationId xmlns:a16="http://schemas.microsoft.com/office/drawing/2014/main" id="{B98BE1D2-AE59-4439-B7F6-4DF8CB7472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5" name="直線コネクタ 114064">
                    <a:extLst>
                      <a:ext uri="{FF2B5EF4-FFF2-40B4-BE49-F238E27FC236}">
                        <a16:creationId xmlns:a16="http://schemas.microsoft.com/office/drawing/2014/main" id="{03785C4D-3EE7-467E-9882-0D78E5CE5E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6" name="直線コネクタ 114065">
                    <a:extLst>
                      <a:ext uri="{FF2B5EF4-FFF2-40B4-BE49-F238E27FC236}">
                        <a16:creationId xmlns:a16="http://schemas.microsoft.com/office/drawing/2014/main" id="{EA23845F-DBB0-464F-A657-065DDF3336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7" name="直線コネクタ 114066">
                    <a:extLst>
                      <a:ext uri="{FF2B5EF4-FFF2-40B4-BE49-F238E27FC236}">
                        <a16:creationId xmlns:a16="http://schemas.microsoft.com/office/drawing/2014/main" id="{C7E2A291-8E81-4DFA-B4C6-CF67A1FE32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8" name="直線コネクタ 114067">
                    <a:extLst>
                      <a:ext uri="{FF2B5EF4-FFF2-40B4-BE49-F238E27FC236}">
                        <a16:creationId xmlns:a16="http://schemas.microsoft.com/office/drawing/2014/main" id="{7EACF9C1-A1AE-4702-AD14-B8741FFDC3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69" name="直線コネクタ 114068">
                    <a:extLst>
                      <a:ext uri="{FF2B5EF4-FFF2-40B4-BE49-F238E27FC236}">
                        <a16:creationId xmlns:a16="http://schemas.microsoft.com/office/drawing/2014/main" id="{49942930-6B1B-40D0-8C27-68186B285B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0" name="直線コネクタ 114069">
                    <a:extLst>
                      <a:ext uri="{FF2B5EF4-FFF2-40B4-BE49-F238E27FC236}">
                        <a16:creationId xmlns:a16="http://schemas.microsoft.com/office/drawing/2014/main" id="{A43A5777-E894-4EE7-8FF1-1402DAC27C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1" name="直線コネクタ 114070">
                    <a:extLst>
                      <a:ext uri="{FF2B5EF4-FFF2-40B4-BE49-F238E27FC236}">
                        <a16:creationId xmlns:a16="http://schemas.microsoft.com/office/drawing/2014/main" id="{8A5FAE1A-4BDB-4EE7-A01E-F95DF1C044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2" name="直線コネクタ 114071">
                    <a:extLst>
                      <a:ext uri="{FF2B5EF4-FFF2-40B4-BE49-F238E27FC236}">
                        <a16:creationId xmlns:a16="http://schemas.microsoft.com/office/drawing/2014/main" id="{C97F8717-2BA4-4966-8DCA-0D66B31B8FF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3" name="直線コネクタ 114072">
                    <a:extLst>
                      <a:ext uri="{FF2B5EF4-FFF2-40B4-BE49-F238E27FC236}">
                        <a16:creationId xmlns:a16="http://schemas.microsoft.com/office/drawing/2014/main" id="{1F4A3A1B-AB97-467D-8840-488CE59D15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4" name="直線コネクタ 114073">
                    <a:extLst>
                      <a:ext uri="{FF2B5EF4-FFF2-40B4-BE49-F238E27FC236}">
                        <a16:creationId xmlns:a16="http://schemas.microsoft.com/office/drawing/2014/main" id="{C6D2C712-647B-430A-B188-EA8F472253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5" name="直線コネクタ 114074">
                    <a:extLst>
                      <a:ext uri="{FF2B5EF4-FFF2-40B4-BE49-F238E27FC236}">
                        <a16:creationId xmlns:a16="http://schemas.microsoft.com/office/drawing/2014/main" id="{1F51ED8A-E786-4AEA-A956-E675D05DC3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6" name="直線コネクタ 114075">
                    <a:extLst>
                      <a:ext uri="{FF2B5EF4-FFF2-40B4-BE49-F238E27FC236}">
                        <a16:creationId xmlns:a16="http://schemas.microsoft.com/office/drawing/2014/main" id="{290E2095-75C7-4CC3-8531-775EBA74F9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7" name="直線コネクタ 114076">
                    <a:extLst>
                      <a:ext uri="{FF2B5EF4-FFF2-40B4-BE49-F238E27FC236}">
                        <a16:creationId xmlns:a16="http://schemas.microsoft.com/office/drawing/2014/main" id="{8B197BF3-65E7-4EBE-AAFC-1892A667BF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8" name="直線コネクタ 114077">
                    <a:extLst>
                      <a:ext uri="{FF2B5EF4-FFF2-40B4-BE49-F238E27FC236}">
                        <a16:creationId xmlns:a16="http://schemas.microsoft.com/office/drawing/2014/main" id="{D2A7B7DE-8781-40EC-B62E-90357FAA4A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79" name="直線コネクタ 114078">
                    <a:extLst>
                      <a:ext uri="{FF2B5EF4-FFF2-40B4-BE49-F238E27FC236}">
                        <a16:creationId xmlns:a16="http://schemas.microsoft.com/office/drawing/2014/main" id="{5570A225-BF71-42FF-A2CD-65F3121DD6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0" name="直線コネクタ 114079">
                    <a:extLst>
                      <a:ext uri="{FF2B5EF4-FFF2-40B4-BE49-F238E27FC236}">
                        <a16:creationId xmlns:a16="http://schemas.microsoft.com/office/drawing/2014/main" id="{B9DF8D02-270B-4BAC-9DBB-507C6509F7B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1" name="直線コネクタ 114080">
                    <a:extLst>
                      <a:ext uri="{FF2B5EF4-FFF2-40B4-BE49-F238E27FC236}">
                        <a16:creationId xmlns:a16="http://schemas.microsoft.com/office/drawing/2014/main" id="{F1CBE5B6-673E-4231-8F5D-B31A39369F3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2" name="直線コネクタ 114081">
                    <a:extLst>
                      <a:ext uri="{FF2B5EF4-FFF2-40B4-BE49-F238E27FC236}">
                        <a16:creationId xmlns:a16="http://schemas.microsoft.com/office/drawing/2014/main" id="{BBD8DDAB-06B5-4336-A077-FCD8765D932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3" name="直線コネクタ 114082">
                    <a:extLst>
                      <a:ext uri="{FF2B5EF4-FFF2-40B4-BE49-F238E27FC236}">
                        <a16:creationId xmlns:a16="http://schemas.microsoft.com/office/drawing/2014/main" id="{F8875837-9682-46F0-8FCF-FD2B689149D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4" name="直線コネクタ 114083">
                    <a:extLst>
                      <a:ext uri="{FF2B5EF4-FFF2-40B4-BE49-F238E27FC236}">
                        <a16:creationId xmlns:a16="http://schemas.microsoft.com/office/drawing/2014/main" id="{0ED7E0E8-3989-4F76-BBF9-67C390EA70C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5" name="直線コネクタ 114084">
                    <a:extLst>
                      <a:ext uri="{FF2B5EF4-FFF2-40B4-BE49-F238E27FC236}">
                        <a16:creationId xmlns:a16="http://schemas.microsoft.com/office/drawing/2014/main" id="{D0FD10E1-DE38-413F-AAB4-5C79D6DF535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6" name="直線コネクタ 114085">
                    <a:extLst>
                      <a:ext uri="{FF2B5EF4-FFF2-40B4-BE49-F238E27FC236}">
                        <a16:creationId xmlns:a16="http://schemas.microsoft.com/office/drawing/2014/main" id="{324F637E-17E5-48BE-AE63-6B2BA1ED2A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7" name="直線コネクタ 114086">
                    <a:extLst>
                      <a:ext uri="{FF2B5EF4-FFF2-40B4-BE49-F238E27FC236}">
                        <a16:creationId xmlns:a16="http://schemas.microsoft.com/office/drawing/2014/main" id="{6F93BA15-E662-46F2-89CE-5E67899039E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8" name="直線コネクタ 114087">
                    <a:extLst>
                      <a:ext uri="{FF2B5EF4-FFF2-40B4-BE49-F238E27FC236}">
                        <a16:creationId xmlns:a16="http://schemas.microsoft.com/office/drawing/2014/main" id="{4228684B-9B06-43CE-A2A4-0F0A69125FF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89" name="直線コネクタ 114088">
                    <a:extLst>
                      <a:ext uri="{FF2B5EF4-FFF2-40B4-BE49-F238E27FC236}">
                        <a16:creationId xmlns:a16="http://schemas.microsoft.com/office/drawing/2014/main" id="{FCFD536D-29C0-4F91-9D4C-382D70FF010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0" name="直線コネクタ 114089">
                    <a:extLst>
                      <a:ext uri="{FF2B5EF4-FFF2-40B4-BE49-F238E27FC236}">
                        <a16:creationId xmlns:a16="http://schemas.microsoft.com/office/drawing/2014/main" id="{765F602F-C974-40C0-9E8D-F498DCE9FB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1" name="直線コネクタ 114090">
                    <a:extLst>
                      <a:ext uri="{FF2B5EF4-FFF2-40B4-BE49-F238E27FC236}">
                        <a16:creationId xmlns:a16="http://schemas.microsoft.com/office/drawing/2014/main" id="{5F44DB7C-3BC1-401D-800A-10180FF75B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2" name="直線コネクタ 114091">
                    <a:extLst>
                      <a:ext uri="{FF2B5EF4-FFF2-40B4-BE49-F238E27FC236}">
                        <a16:creationId xmlns:a16="http://schemas.microsoft.com/office/drawing/2014/main" id="{12FF3FFA-2D7B-4C9C-AD84-3791764437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3" name="直線コネクタ 114092">
                    <a:extLst>
                      <a:ext uri="{FF2B5EF4-FFF2-40B4-BE49-F238E27FC236}">
                        <a16:creationId xmlns:a16="http://schemas.microsoft.com/office/drawing/2014/main" id="{D1C5F67B-8F3B-446C-ACEB-E30DA377DC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4" name="直線コネクタ 114093">
                    <a:extLst>
                      <a:ext uri="{FF2B5EF4-FFF2-40B4-BE49-F238E27FC236}">
                        <a16:creationId xmlns:a16="http://schemas.microsoft.com/office/drawing/2014/main" id="{AB60641C-127E-4D10-BF40-5E5B18BF8F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5" name="直線コネクタ 114094">
                    <a:extLst>
                      <a:ext uri="{FF2B5EF4-FFF2-40B4-BE49-F238E27FC236}">
                        <a16:creationId xmlns:a16="http://schemas.microsoft.com/office/drawing/2014/main" id="{F3575E5C-CF99-456C-BA68-6575414AC4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6" name="直線コネクタ 114095">
                    <a:extLst>
                      <a:ext uri="{FF2B5EF4-FFF2-40B4-BE49-F238E27FC236}">
                        <a16:creationId xmlns:a16="http://schemas.microsoft.com/office/drawing/2014/main" id="{ADE3C87F-D439-4D06-95FF-3F7F7025A8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7" name="直線コネクタ 114096">
                    <a:extLst>
                      <a:ext uri="{FF2B5EF4-FFF2-40B4-BE49-F238E27FC236}">
                        <a16:creationId xmlns:a16="http://schemas.microsoft.com/office/drawing/2014/main" id="{30FB1E13-E8DE-4542-9490-84120B10B8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8" name="直線コネクタ 114097">
                    <a:extLst>
                      <a:ext uri="{FF2B5EF4-FFF2-40B4-BE49-F238E27FC236}">
                        <a16:creationId xmlns:a16="http://schemas.microsoft.com/office/drawing/2014/main" id="{AC9EB264-43A2-4826-B7C0-B7AF0BA6FA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099" name="直線コネクタ 114098">
                    <a:extLst>
                      <a:ext uri="{FF2B5EF4-FFF2-40B4-BE49-F238E27FC236}">
                        <a16:creationId xmlns:a16="http://schemas.microsoft.com/office/drawing/2014/main" id="{28E1C7AC-50EF-49E1-92BD-CC30CD642F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0" name="直線コネクタ 114099">
                    <a:extLst>
                      <a:ext uri="{FF2B5EF4-FFF2-40B4-BE49-F238E27FC236}">
                        <a16:creationId xmlns:a16="http://schemas.microsoft.com/office/drawing/2014/main" id="{B9B75CF0-BBE2-44F0-9F94-30C0170B73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1" name="直線コネクタ 114100">
                    <a:extLst>
                      <a:ext uri="{FF2B5EF4-FFF2-40B4-BE49-F238E27FC236}">
                        <a16:creationId xmlns:a16="http://schemas.microsoft.com/office/drawing/2014/main" id="{72593CE7-166F-4D0B-A248-3C98A89370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2" name="直線コネクタ 114101">
                    <a:extLst>
                      <a:ext uri="{FF2B5EF4-FFF2-40B4-BE49-F238E27FC236}">
                        <a16:creationId xmlns:a16="http://schemas.microsoft.com/office/drawing/2014/main" id="{7BDDC507-A3A6-4F41-B694-12840795DF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3" name="直線コネクタ 114102">
                    <a:extLst>
                      <a:ext uri="{FF2B5EF4-FFF2-40B4-BE49-F238E27FC236}">
                        <a16:creationId xmlns:a16="http://schemas.microsoft.com/office/drawing/2014/main" id="{3F98BC1B-10CC-4800-83D9-BEE9D31C64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4" name="直線コネクタ 114103">
                    <a:extLst>
                      <a:ext uri="{FF2B5EF4-FFF2-40B4-BE49-F238E27FC236}">
                        <a16:creationId xmlns:a16="http://schemas.microsoft.com/office/drawing/2014/main" id="{244B6D29-F9CF-429D-8996-6CD5774CF66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5" name="直線コネクタ 114104">
                    <a:extLst>
                      <a:ext uri="{FF2B5EF4-FFF2-40B4-BE49-F238E27FC236}">
                        <a16:creationId xmlns:a16="http://schemas.microsoft.com/office/drawing/2014/main" id="{78054ED5-6B78-4DCD-AB25-47F34CD415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6" name="直線コネクタ 114105">
                    <a:extLst>
                      <a:ext uri="{FF2B5EF4-FFF2-40B4-BE49-F238E27FC236}">
                        <a16:creationId xmlns:a16="http://schemas.microsoft.com/office/drawing/2014/main" id="{A484935C-3858-4346-99FA-9FB4B28742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7" name="直線コネクタ 114106">
                    <a:extLst>
                      <a:ext uri="{FF2B5EF4-FFF2-40B4-BE49-F238E27FC236}">
                        <a16:creationId xmlns:a16="http://schemas.microsoft.com/office/drawing/2014/main" id="{4D50C17D-FBB3-4E52-8249-35D028DED5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8" name="直線コネクタ 114107">
                    <a:extLst>
                      <a:ext uri="{FF2B5EF4-FFF2-40B4-BE49-F238E27FC236}">
                        <a16:creationId xmlns:a16="http://schemas.microsoft.com/office/drawing/2014/main" id="{F539D017-B2FC-40AE-97E5-71B885CEC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09" name="直線コネクタ 114108">
                    <a:extLst>
                      <a:ext uri="{FF2B5EF4-FFF2-40B4-BE49-F238E27FC236}">
                        <a16:creationId xmlns:a16="http://schemas.microsoft.com/office/drawing/2014/main" id="{21781100-0169-4644-908F-B66EFBC200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0" name="直線コネクタ 114109">
                    <a:extLst>
                      <a:ext uri="{FF2B5EF4-FFF2-40B4-BE49-F238E27FC236}">
                        <a16:creationId xmlns:a16="http://schemas.microsoft.com/office/drawing/2014/main" id="{C2CB687F-A1BB-4214-AD0D-05C5DB700F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1" name="直線コネクタ 114110">
                    <a:extLst>
                      <a:ext uri="{FF2B5EF4-FFF2-40B4-BE49-F238E27FC236}">
                        <a16:creationId xmlns:a16="http://schemas.microsoft.com/office/drawing/2014/main" id="{B489C44D-4516-472E-906B-5E266AD68A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2" name="直線コネクタ 114111">
                    <a:extLst>
                      <a:ext uri="{FF2B5EF4-FFF2-40B4-BE49-F238E27FC236}">
                        <a16:creationId xmlns:a16="http://schemas.microsoft.com/office/drawing/2014/main" id="{6BB4F6BC-9702-4BB5-903E-B96325EA2A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3" name="直線コネクタ 114112">
                    <a:extLst>
                      <a:ext uri="{FF2B5EF4-FFF2-40B4-BE49-F238E27FC236}">
                        <a16:creationId xmlns:a16="http://schemas.microsoft.com/office/drawing/2014/main" id="{2C003D47-8124-49DF-A640-BBBD2F70E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4" name="直線コネクタ 114113">
                    <a:extLst>
                      <a:ext uri="{FF2B5EF4-FFF2-40B4-BE49-F238E27FC236}">
                        <a16:creationId xmlns:a16="http://schemas.microsoft.com/office/drawing/2014/main" id="{CDEFA8EF-A728-4F8A-9CB1-9857C9511B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5" name="直線コネクタ 114114">
                    <a:extLst>
                      <a:ext uri="{FF2B5EF4-FFF2-40B4-BE49-F238E27FC236}">
                        <a16:creationId xmlns:a16="http://schemas.microsoft.com/office/drawing/2014/main" id="{528CDBB8-5555-497C-9B43-220092841C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6" name="直線コネクタ 114115">
                    <a:extLst>
                      <a:ext uri="{FF2B5EF4-FFF2-40B4-BE49-F238E27FC236}">
                        <a16:creationId xmlns:a16="http://schemas.microsoft.com/office/drawing/2014/main" id="{D7C0C027-9FC6-48D7-ADE5-7029C9BA76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7" name="直線コネクタ 114116">
                    <a:extLst>
                      <a:ext uri="{FF2B5EF4-FFF2-40B4-BE49-F238E27FC236}">
                        <a16:creationId xmlns:a16="http://schemas.microsoft.com/office/drawing/2014/main" id="{B2EA7F65-DF63-40A5-A39A-1E08D9CF0D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8" name="直線コネクタ 114117">
                    <a:extLst>
                      <a:ext uri="{FF2B5EF4-FFF2-40B4-BE49-F238E27FC236}">
                        <a16:creationId xmlns:a16="http://schemas.microsoft.com/office/drawing/2014/main" id="{1E1B9A2F-7EB9-4312-89DA-FAD86226B9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19" name="直線コネクタ 114118">
                    <a:extLst>
                      <a:ext uri="{FF2B5EF4-FFF2-40B4-BE49-F238E27FC236}">
                        <a16:creationId xmlns:a16="http://schemas.microsoft.com/office/drawing/2014/main" id="{FA8E5E6F-8814-4153-BFF1-B17CE37495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0" name="直線コネクタ 114119">
                    <a:extLst>
                      <a:ext uri="{FF2B5EF4-FFF2-40B4-BE49-F238E27FC236}">
                        <a16:creationId xmlns:a16="http://schemas.microsoft.com/office/drawing/2014/main" id="{78FF6137-F4E2-4ACE-8132-4E1D7B5E3D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1" name="直線コネクタ 114120">
                    <a:extLst>
                      <a:ext uri="{FF2B5EF4-FFF2-40B4-BE49-F238E27FC236}">
                        <a16:creationId xmlns:a16="http://schemas.microsoft.com/office/drawing/2014/main" id="{0135CC9A-57EC-452B-B157-C2022E67FC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2" name="直線コネクタ 114121">
                    <a:extLst>
                      <a:ext uri="{FF2B5EF4-FFF2-40B4-BE49-F238E27FC236}">
                        <a16:creationId xmlns:a16="http://schemas.microsoft.com/office/drawing/2014/main" id="{9C3C3E6C-6493-426B-ABE0-8A91139E46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3" name="直線コネクタ 114122">
                    <a:extLst>
                      <a:ext uri="{FF2B5EF4-FFF2-40B4-BE49-F238E27FC236}">
                        <a16:creationId xmlns:a16="http://schemas.microsoft.com/office/drawing/2014/main" id="{FE2C8A4D-2695-49B9-878A-1B8D5E44B3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4" name="直線コネクタ 114123">
                    <a:extLst>
                      <a:ext uri="{FF2B5EF4-FFF2-40B4-BE49-F238E27FC236}">
                        <a16:creationId xmlns:a16="http://schemas.microsoft.com/office/drawing/2014/main" id="{7A8075D3-ACC0-4FED-B12B-89018A3509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5" name="直線コネクタ 114124">
                    <a:extLst>
                      <a:ext uri="{FF2B5EF4-FFF2-40B4-BE49-F238E27FC236}">
                        <a16:creationId xmlns:a16="http://schemas.microsoft.com/office/drawing/2014/main" id="{77ECCD6B-F6DA-426A-9E48-80D1423DB4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6" name="直線コネクタ 114125">
                    <a:extLst>
                      <a:ext uri="{FF2B5EF4-FFF2-40B4-BE49-F238E27FC236}">
                        <a16:creationId xmlns:a16="http://schemas.microsoft.com/office/drawing/2014/main" id="{C12F8B52-AA37-446B-9010-0EDE0AFF6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7" name="直線コネクタ 114126">
                    <a:extLst>
                      <a:ext uri="{FF2B5EF4-FFF2-40B4-BE49-F238E27FC236}">
                        <a16:creationId xmlns:a16="http://schemas.microsoft.com/office/drawing/2014/main" id="{D6358D9A-169B-4E09-B4DF-02ED28C3D0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8" name="直線コネクタ 114127">
                    <a:extLst>
                      <a:ext uri="{FF2B5EF4-FFF2-40B4-BE49-F238E27FC236}">
                        <a16:creationId xmlns:a16="http://schemas.microsoft.com/office/drawing/2014/main" id="{361C004F-26DA-4A64-8D66-EA7B01EF7C5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29" name="直線コネクタ 114128">
                    <a:extLst>
                      <a:ext uri="{FF2B5EF4-FFF2-40B4-BE49-F238E27FC236}">
                        <a16:creationId xmlns:a16="http://schemas.microsoft.com/office/drawing/2014/main" id="{58FB71C3-9C44-49E5-8828-4EEB95437D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0" name="直線コネクタ 114129">
                    <a:extLst>
                      <a:ext uri="{FF2B5EF4-FFF2-40B4-BE49-F238E27FC236}">
                        <a16:creationId xmlns:a16="http://schemas.microsoft.com/office/drawing/2014/main" id="{B8E9EDC2-2524-4C71-9F58-E7B9CA70917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1" name="直線コネクタ 114130">
                    <a:extLst>
                      <a:ext uri="{FF2B5EF4-FFF2-40B4-BE49-F238E27FC236}">
                        <a16:creationId xmlns:a16="http://schemas.microsoft.com/office/drawing/2014/main" id="{8C78C5A9-4F4A-4990-BAD7-6A92FCE43CE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2" name="直線コネクタ 114131">
                    <a:extLst>
                      <a:ext uri="{FF2B5EF4-FFF2-40B4-BE49-F238E27FC236}">
                        <a16:creationId xmlns:a16="http://schemas.microsoft.com/office/drawing/2014/main" id="{5BDCFE67-0CB7-41D6-BCED-93A9A56402E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3" name="直線コネクタ 114132">
                    <a:extLst>
                      <a:ext uri="{FF2B5EF4-FFF2-40B4-BE49-F238E27FC236}">
                        <a16:creationId xmlns:a16="http://schemas.microsoft.com/office/drawing/2014/main" id="{C253054C-0B57-49F0-A23F-12E36E40EB7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4" name="直線コネクタ 114133">
                    <a:extLst>
                      <a:ext uri="{FF2B5EF4-FFF2-40B4-BE49-F238E27FC236}">
                        <a16:creationId xmlns:a16="http://schemas.microsoft.com/office/drawing/2014/main" id="{44971032-B1F2-4BD4-8B37-DC3A3343118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5" name="直線コネクタ 114134">
                    <a:extLst>
                      <a:ext uri="{FF2B5EF4-FFF2-40B4-BE49-F238E27FC236}">
                        <a16:creationId xmlns:a16="http://schemas.microsoft.com/office/drawing/2014/main" id="{F1C20E0D-0E10-4BC3-9599-A6C81DD3C7F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6" name="直線コネクタ 114135">
                    <a:extLst>
                      <a:ext uri="{FF2B5EF4-FFF2-40B4-BE49-F238E27FC236}">
                        <a16:creationId xmlns:a16="http://schemas.microsoft.com/office/drawing/2014/main" id="{CBF96DBB-15D1-4036-B03F-D7817049838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7" name="直線コネクタ 114136">
                    <a:extLst>
                      <a:ext uri="{FF2B5EF4-FFF2-40B4-BE49-F238E27FC236}">
                        <a16:creationId xmlns:a16="http://schemas.microsoft.com/office/drawing/2014/main" id="{ABCBDE84-1B68-4330-BA63-21507743465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8" name="直線コネクタ 114137">
                    <a:extLst>
                      <a:ext uri="{FF2B5EF4-FFF2-40B4-BE49-F238E27FC236}">
                        <a16:creationId xmlns:a16="http://schemas.microsoft.com/office/drawing/2014/main" id="{F7B76ED3-1C66-4398-806F-9AC5B4D4AD8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39" name="直線コネクタ 114138">
                    <a:extLst>
                      <a:ext uri="{FF2B5EF4-FFF2-40B4-BE49-F238E27FC236}">
                        <a16:creationId xmlns:a16="http://schemas.microsoft.com/office/drawing/2014/main" id="{5BA16C7A-490D-462B-9D7B-EF82377AEFB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0" name="直線コネクタ 114139">
                    <a:extLst>
                      <a:ext uri="{FF2B5EF4-FFF2-40B4-BE49-F238E27FC236}">
                        <a16:creationId xmlns:a16="http://schemas.microsoft.com/office/drawing/2014/main" id="{9628833A-D396-40F0-9598-E47CFF8983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1" name="直線コネクタ 114140">
                    <a:extLst>
                      <a:ext uri="{FF2B5EF4-FFF2-40B4-BE49-F238E27FC236}">
                        <a16:creationId xmlns:a16="http://schemas.microsoft.com/office/drawing/2014/main" id="{0E103FBC-FAA6-458B-8E0E-4945CAD912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2" name="直線コネクタ 114141">
                    <a:extLst>
                      <a:ext uri="{FF2B5EF4-FFF2-40B4-BE49-F238E27FC236}">
                        <a16:creationId xmlns:a16="http://schemas.microsoft.com/office/drawing/2014/main" id="{FC7CC8AE-53F3-46B4-BDBE-FF84A81A7F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3" name="直線コネクタ 114142">
                    <a:extLst>
                      <a:ext uri="{FF2B5EF4-FFF2-40B4-BE49-F238E27FC236}">
                        <a16:creationId xmlns:a16="http://schemas.microsoft.com/office/drawing/2014/main" id="{E243852F-8A9B-47CA-806C-FA1D70C5F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4" name="直線コネクタ 114143">
                    <a:extLst>
                      <a:ext uri="{FF2B5EF4-FFF2-40B4-BE49-F238E27FC236}">
                        <a16:creationId xmlns:a16="http://schemas.microsoft.com/office/drawing/2014/main" id="{E68588FD-7A69-41AC-A638-FBEA8704CD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5" name="直線コネクタ 114144">
                    <a:extLst>
                      <a:ext uri="{FF2B5EF4-FFF2-40B4-BE49-F238E27FC236}">
                        <a16:creationId xmlns:a16="http://schemas.microsoft.com/office/drawing/2014/main" id="{EEB5BF8D-1D07-4075-B890-673F7D3388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6" name="直線コネクタ 114145">
                    <a:extLst>
                      <a:ext uri="{FF2B5EF4-FFF2-40B4-BE49-F238E27FC236}">
                        <a16:creationId xmlns:a16="http://schemas.microsoft.com/office/drawing/2014/main" id="{9274BD93-3468-4F1C-9327-DCB0C12758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7" name="直線コネクタ 114146">
                    <a:extLst>
                      <a:ext uri="{FF2B5EF4-FFF2-40B4-BE49-F238E27FC236}">
                        <a16:creationId xmlns:a16="http://schemas.microsoft.com/office/drawing/2014/main" id="{5D639EE2-3F83-4046-B9F9-66CF53658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8" name="直線コネクタ 114147">
                    <a:extLst>
                      <a:ext uri="{FF2B5EF4-FFF2-40B4-BE49-F238E27FC236}">
                        <a16:creationId xmlns:a16="http://schemas.microsoft.com/office/drawing/2014/main" id="{603B6F2D-A8E2-4381-8AF8-96C6DBB7A3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49" name="直線コネクタ 114148">
                    <a:extLst>
                      <a:ext uri="{FF2B5EF4-FFF2-40B4-BE49-F238E27FC236}">
                        <a16:creationId xmlns:a16="http://schemas.microsoft.com/office/drawing/2014/main" id="{BC35B056-6FE7-4815-BF22-EA6DA8096B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0" name="直線コネクタ 114149">
                    <a:extLst>
                      <a:ext uri="{FF2B5EF4-FFF2-40B4-BE49-F238E27FC236}">
                        <a16:creationId xmlns:a16="http://schemas.microsoft.com/office/drawing/2014/main" id="{19EC7F13-E7BC-486D-A503-DDBFB4869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1" name="直線コネクタ 114150">
                    <a:extLst>
                      <a:ext uri="{FF2B5EF4-FFF2-40B4-BE49-F238E27FC236}">
                        <a16:creationId xmlns:a16="http://schemas.microsoft.com/office/drawing/2014/main" id="{2FB6E4C3-A425-44AC-B2C8-0F466E18B0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2" name="直線コネクタ 114151">
                    <a:extLst>
                      <a:ext uri="{FF2B5EF4-FFF2-40B4-BE49-F238E27FC236}">
                        <a16:creationId xmlns:a16="http://schemas.microsoft.com/office/drawing/2014/main" id="{5259DDC0-6AF9-4260-8140-E3338F9BC6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3" name="直線コネクタ 114152">
                    <a:extLst>
                      <a:ext uri="{FF2B5EF4-FFF2-40B4-BE49-F238E27FC236}">
                        <a16:creationId xmlns:a16="http://schemas.microsoft.com/office/drawing/2014/main" id="{98F82520-0379-49A1-B8BF-A3F5702F05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4" name="直線コネクタ 114153">
                    <a:extLst>
                      <a:ext uri="{FF2B5EF4-FFF2-40B4-BE49-F238E27FC236}">
                        <a16:creationId xmlns:a16="http://schemas.microsoft.com/office/drawing/2014/main" id="{0604FE17-99FD-4373-95EE-813556CE77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5" name="直線コネクタ 114154">
                    <a:extLst>
                      <a:ext uri="{FF2B5EF4-FFF2-40B4-BE49-F238E27FC236}">
                        <a16:creationId xmlns:a16="http://schemas.microsoft.com/office/drawing/2014/main" id="{4CDF31D6-B6FB-44F1-A8A8-BA2A1D3C1A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6" name="直線コネクタ 114155">
                    <a:extLst>
                      <a:ext uri="{FF2B5EF4-FFF2-40B4-BE49-F238E27FC236}">
                        <a16:creationId xmlns:a16="http://schemas.microsoft.com/office/drawing/2014/main" id="{A0AA8BEA-4B92-488B-AB61-DFF0AC9A69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7" name="直線コネクタ 114156">
                    <a:extLst>
                      <a:ext uri="{FF2B5EF4-FFF2-40B4-BE49-F238E27FC236}">
                        <a16:creationId xmlns:a16="http://schemas.microsoft.com/office/drawing/2014/main" id="{C5BAB8A4-31DD-4F78-B2C1-CDF2351A00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8" name="直線コネクタ 114157">
                    <a:extLst>
                      <a:ext uri="{FF2B5EF4-FFF2-40B4-BE49-F238E27FC236}">
                        <a16:creationId xmlns:a16="http://schemas.microsoft.com/office/drawing/2014/main" id="{2FC4D29C-5EE2-43BC-A99E-8CA189F62C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59" name="直線コネクタ 114158">
                    <a:extLst>
                      <a:ext uri="{FF2B5EF4-FFF2-40B4-BE49-F238E27FC236}">
                        <a16:creationId xmlns:a16="http://schemas.microsoft.com/office/drawing/2014/main" id="{1DB55F98-F07A-4558-8355-BE689AD0F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0" name="直線コネクタ 114159">
                    <a:extLst>
                      <a:ext uri="{FF2B5EF4-FFF2-40B4-BE49-F238E27FC236}">
                        <a16:creationId xmlns:a16="http://schemas.microsoft.com/office/drawing/2014/main" id="{9691AC1D-8B40-4C71-BC57-11C7C33D93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1" name="直線コネクタ 114160">
                    <a:extLst>
                      <a:ext uri="{FF2B5EF4-FFF2-40B4-BE49-F238E27FC236}">
                        <a16:creationId xmlns:a16="http://schemas.microsoft.com/office/drawing/2014/main" id="{05F40841-F196-44B2-864C-F412F2743C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2" name="直線コネクタ 114161">
                    <a:extLst>
                      <a:ext uri="{FF2B5EF4-FFF2-40B4-BE49-F238E27FC236}">
                        <a16:creationId xmlns:a16="http://schemas.microsoft.com/office/drawing/2014/main" id="{02DE4B53-CC37-44E0-814B-574232636B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3" name="直線コネクタ 114162">
                    <a:extLst>
                      <a:ext uri="{FF2B5EF4-FFF2-40B4-BE49-F238E27FC236}">
                        <a16:creationId xmlns:a16="http://schemas.microsoft.com/office/drawing/2014/main" id="{130D5CFA-C38C-4F16-ADF5-F660DDD1CA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4" name="直線コネクタ 114163">
                    <a:extLst>
                      <a:ext uri="{FF2B5EF4-FFF2-40B4-BE49-F238E27FC236}">
                        <a16:creationId xmlns:a16="http://schemas.microsoft.com/office/drawing/2014/main" id="{31D64E44-FA9D-4EE7-80E8-ACC2C88104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5" name="直線コネクタ 114164">
                    <a:extLst>
                      <a:ext uri="{FF2B5EF4-FFF2-40B4-BE49-F238E27FC236}">
                        <a16:creationId xmlns:a16="http://schemas.microsoft.com/office/drawing/2014/main" id="{B83248DA-1FBA-4F22-BF53-177C0D06B1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6" name="直線コネクタ 114165">
                    <a:extLst>
                      <a:ext uri="{FF2B5EF4-FFF2-40B4-BE49-F238E27FC236}">
                        <a16:creationId xmlns:a16="http://schemas.microsoft.com/office/drawing/2014/main" id="{3A6DE810-FFFC-4406-9CB5-DE6496C773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7" name="直線コネクタ 114166">
                    <a:extLst>
                      <a:ext uri="{FF2B5EF4-FFF2-40B4-BE49-F238E27FC236}">
                        <a16:creationId xmlns:a16="http://schemas.microsoft.com/office/drawing/2014/main" id="{E0459B81-A780-4C7B-B460-A3B3DFD8D0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8" name="直線コネクタ 114167">
                    <a:extLst>
                      <a:ext uri="{FF2B5EF4-FFF2-40B4-BE49-F238E27FC236}">
                        <a16:creationId xmlns:a16="http://schemas.microsoft.com/office/drawing/2014/main" id="{ECC8BD0F-55B7-4CD9-A1B0-76BBF2A550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69" name="直線コネクタ 114168">
                    <a:extLst>
                      <a:ext uri="{FF2B5EF4-FFF2-40B4-BE49-F238E27FC236}">
                        <a16:creationId xmlns:a16="http://schemas.microsoft.com/office/drawing/2014/main" id="{B64A8611-B099-401E-B9FB-8808D78C90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0" name="直線コネクタ 114169">
                    <a:extLst>
                      <a:ext uri="{FF2B5EF4-FFF2-40B4-BE49-F238E27FC236}">
                        <a16:creationId xmlns:a16="http://schemas.microsoft.com/office/drawing/2014/main" id="{095B1996-8710-411C-AB4D-DCAD15AE4C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1" name="直線コネクタ 114170">
                    <a:extLst>
                      <a:ext uri="{FF2B5EF4-FFF2-40B4-BE49-F238E27FC236}">
                        <a16:creationId xmlns:a16="http://schemas.microsoft.com/office/drawing/2014/main" id="{373ECEC1-C6BD-4C96-8C17-01119C1B58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2" name="直線コネクタ 114171">
                    <a:extLst>
                      <a:ext uri="{FF2B5EF4-FFF2-40B4-BE49-F238E27FC236}">
                        <a16:creationId xmlns:a16="http://schemas.microsoft.com/office/drawing/2014/main" id="{73B43D8A-59DE-4C5E-B6EB-38AF6BD4A1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3" name="直線コネクタ 114172">
                    <a:extLst>
                      <a:ext uri="{FF2B5EF4-FFF2-40B4-BE49-F238E27FC236}">
                        <a16:creationId xmlns:a16="http://schemas.microsoft.com/office/drawing/2014/main" id="{4EBBCA47-BBB3-4A26-94E1-4AEBCA2F10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4" name="直線コネクタ 114173">
                    <a:extLst>
                      <a:ext uri="{FF2B5EF4-FFF2-40B4-BE49-F238E27FC236}">
                        <a16:creationId xmlns:a16="http://schemas.microsoft.com/office/drawing/2014/main" id="{1CB1FB3B-A948-4B90-8D4C-AF8C9B89D1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5" name="直線コネクタ 114174">
                    <a:extLst>
                      <a:ext uri="{FF2B5EF4-FFF2-40B4-BE49-F238E27FC236}">
                        <a16:creationId xmlns:a16="http://schemas.microsoft.com/office/drawing/2014/main" id="{12E53756-67DD-42CA-8FF2-BC74FD7B04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6" name="直線コネクタ 114175">
                    <a:extLst>
                      <a:ext uri="{FF2B5EF4-FFF2-40B4-BE49-F238E27FC236}">
                        <a16:creationId xmlns:a16="http://schemas.microsoft.com/office/drawing/2014/main" id="{9E70A029-F892-43CE-8A30-A2B52DB7BF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7" name="直線コネクタ 114176">
                    <a:extLst>
                      <a:ext uri="{FF2B5EF4-FFF2-40B4-BE49-F238E27FC236}">
                        <a16:creationId xmlns:a16="http://schemas.microsoft.com/office/drawing/2014/main" id="{B7D20E24-1986-4042-9D1A-48C1B95A7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8" name="直線コネクタ 114177">
                    <a:extLst>
                      <a:ext uri="{FF2B5EF4-FFF2-40B4-BE49-F238E27FC236}">
                        <a16:creationId xmlns:a16="http://schemas.microsoft.com/office/drawing/2014/main" id="{2EFC56A2-E1A6-4D3F-A3A5-7B5C6ED6D3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79" name="直線コネクタ 114178">
                    <a:extLst>
                      <a:ext uri="{FF2B5EF4-FFF2-40B4-BE49-F238E27FC236}">
                        <a16:creationId xmlns:a16="http://schemas.microsoft.com/office/drawing/2014/main" id="{83E9EC91-AC82-4889-9B22-659FDDBB4B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0" name="直線コネクタ 114179">
                    <a:extLst>
                      <a:ext uri="{FF2B5EF4-FFF2-40B4-BE49-F238E27FC236}">
                        <a16:creationId xmlns:a16="http://schemas.microsoft.com/office/drawing/2014/main" id="{AFB9A9BD-C36D-4215-84C7-98C669A14D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1" name="直線コネクタ 114180">
                    <a:extLst>
                      <a:ext uri="{FF2B5EF4-FFF2-40B4-BE49-F238E27FC236}">
                        <a16:creationId xmlns:a16="http://schemas.microsoft.com/office/drawing/2014/main" id="{5DF30072-7D03-43A6-9FBF-D06FCB2A2A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2" name="直線コネクタ 114181">
                    <a:extLst>
                      <a:ext uri="{FF2B5EF4-FFF2-40B4-BE49-F238E27FC236}">
                        <a16:creationId xmlns:a16="http://schemas.microsoft.com/office/drawing/2014/main" id="{1B792C51-30AD-483F-B1C7-A16DDEE9C8C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3" name="直線コネクタ 114182">
                    <a:extLst>
                      <a:ext uri="{FF2B5EF4-FFF2-40B4-BE49-F238E27FC236}">
                        <a16:creationId xmlns:a16="http://schemas.microsoft.com/office/drawing/2014/main" id="{3D8826AE-120D-43AB-A5D9-BC47E24BE5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4" name="直線コネクタ 114183">
                    <a:extLst>
                      <a:ext uri="{FF2B5EF4-FFF2-40B4-BE49-F238E27FC236}">
                        <a16:creationId xmlns:a16="http://schemas.microsoft.com/office/drawing/2014/main" id="{D3A52D9B-807F-4225-BEAE-77579352033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5" name="直線コネクタ 114184">
                    <a:extLst>
                      <a:ext uri="{FF2B5EF4-FFF2-40B4-BE49-F238E27FC236}">
                        <a16:creationId xmlns:a16="http://schemas.microsoft.com/office/drawing/2014/main" id="{2E24C39D-CB55-4574-9A57-D2C4881CBC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6" name="直線コネクタ 114185">
                    <a:extLst>
                      <a:ext uri="{FF2B5EF4-FFF2-40B4-BE49-F238E27FC236}">
                        <a16:creationId xmlns:a16="http://schemas.microsoft.com/office/drawing/2014/main" id="{11F62524-ECC1-4B53-85D3-ED71F6D39B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7" name="直線コネクタ 114186">
                    <a:extLst>
                      <a:ext uri="{FF2B5EF4-FFF2-40B4-BE49-F238E27FC236}">
                        <a16:creationId xmlns:a16="http://schemas.microsoft.com/office/drawing/2014/main" id="{7DDC655E-5AB4-4E59-9B35-E2890B7AE4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8" name="直線コネクタ 114187">
                    <a:extLst>
                      <a:ext uri="{FF2B5EF4-FFF2-40B4-BE49-F238E27FC236}">
                        <a16:creationId xmlns:a16="http://schemas.microsoft.com/office/drawing/2014/main" id="{64DD5E73-306A-437C-87AC-D9683A2E67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89" name="直線コネクタ 114188">
                    <a:extLst>
                      <a:ext uri="{FF2B5EF4-FFF2-40B4-BE49-F238E27FC236}">
                        <a16:creationId xmlns:a16="http://schemas.microsoft.com/office/drawing/2014/main" id="{19DD10BA-99AA-4AF9-B7B3-3271B734B3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0" name="直線コネクタ 114189">
                    <a:extLst>
                      <a:ext uri="{FF2B5EF4-FFF2-40B4-BE49-F238E27FC236}">
                        <a16:creationId xmlns:a16="http://schemas.microsoft.com/office/drawing/2014/main" id="{554D606A-0FAC-4FC9-AD70-C90767D583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1" name="直線コネクタ 114190">
                    <a:extLst>
                      <a:ext uri="{FF2B5EF4-FFF2-40B4-BE49-F238E27FC236}">
                        <a16:creationId xmlns:a16="http://schemas.microsoft.com/office/drawing/2014/main" id="{652B928D-9937-44B6-8FB4-52098E09C3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2" name="直線コネクタ 114191">
                    <a:extLst>
                      <a:ext uri="{FF2B5EF4-FFF2-40B4-BE49-F238E27FC236}">
                        <a16:creationId xmlns:a16="http://schemas.microsoft.com/office/drawing/2014/main" id="{B0DA5B45-6913-4D3A-BBA3-82C738FB6D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3" name="直線コネクタ 114192">
                    <a:extLst>
                      <a:ext uri="{FF2B5EF4-FFF2-40B4-BE49-F238E27FC236}">
                        <a16:creationId xmlns:a16="http://schemas.microsoft.com/office/drawing/2014/main" id="{6DEF520D-0496-4E00-823E-02914162A2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4" name="直線コネクタ 114193">
                    <a:extLst>
                      <a:ext uri="{FF2B5EF4-FFF2-40B4-BE49-F238E27FC236}">
                        <a16:creationId xmlns:a16="http://schemas.microsoft.com/office/drawing/2014/main" id="{0D340ED9-6F57-4424-854E-06A53D0CE9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5" name="直線コネクタ 114194">
                    <a:extLst>
                      <a:ext uri="{FF2B5EF4-FFF2-40B4-BE49-F238E27FC236}">
                        <a16:creationId xmlns:a16="http://schemas.microsoft.com/office/drawing/2014/main" id="{21FC657C-26D2-442D-BBC3-F5FD1D0A62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6" name="直線コネクタ 114195">
                    <a:extLst>
                      <a:ext uri="{FF2B5EF4-FFF2-40B4-BE49-F238E27FC236}">
                        <a16:creationId xmlns:a16="http://schemas.microsoft.com/office/drawing/2014/main" id="{D37766E3-81BD-466C-8807-381033EE51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7" name="直線コネクタ 114196">
                    <a:extLst>
                      <a:ext uri="{FF2B5EF4-FFF2-40B4-BE49-F238E27FC236}">
                        <a16:creationId xmlns:a16="http://schemas.microsoft.com/office/drawing/2014/main" id="{D96770A1-6C67-4A9F-B47F-89A7295843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8" name="直線コネクタ 114197">
                    <a:extLst>
                      <a:ext uri="{FF2B5EF4-FFF2-40B4-BE49-F238E27FC236}">
                        <a16:creationId xmlns:a16="http://schemas.microsoft.com/office/drawing/2014/main" id="{8F726EE7-722C-4EAB-B1E3-5ACDEC8360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199" name="直線コネクタ 114198">
                    <a:extLst>
                      <a:ext uri="{FF2B5EF4-FFF2-40B4-BE49-F238E27FC236}">
                        <a16:creationId xmlns:a16="http://schemas.microsoft.com/office/drawing/2014/main" id="{5D4C4285-2249-40B1-85AB-0643F28460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200" name="直線コネクタ 114199">
                    <a:extLst>
                      <a:ext uri="{FF2B5EF4-FFF2-40B4-BE49-F238E27FC236}">
                        <a16:creationId xmlns:a16="http://schemas.microsoft.com/office/drawing/2014/main" id="{5B04DEF4-951F-4FEF-BAB4-2C2590818A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201" name="直線コネクタ 114200">
                    <a:extLst>
                      <a:ext uri="{FF2B5EF4-FFF2-40B4-BE49-F238E27FC236}">
                        <a16:creationId xmlns:a16="http://schemas.microsoft.com/office/drawing/2014/main" id="{D89F5BB8-0541-4823-924E-34BCD226F7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202" name="直線コネクタ 114201">
                    <a:extLst>
                      <a:ext uri="{FF2B5EF4-FFF2-40B4-BE49-F238E27FC236}">
                        <a16:creationId xmlns:a16="http://schemas.microsoft.com/office/drawing/2014/main" id="{6F56F89A-6FA4-40B1-A24A-3EAAFEA912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4203" name="グループ化 114202">
                    <a:extLst>
                      <a:ext uri="{FF2B5EF4-FFF2-40B4-BE49-F238E27FC236}">
                        <a16:creationId xmlns:a16="http://schemas.microsoft.com/office/drawing/2014/main" id="{2C0E415F-5C3B-44CC-AFE6-31FD5FCA6A49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379" name="直線コネクタ 114378">
                      <a:extLst>
                        <a:ext uri="{FF2B5EF4-FFF2-40B4-BE49-F238E27FC236}">
                          <a16:creationId xmlns:a16="http://schemas.microsoft.com/office/drawing/2014/main" id="{F1B3E80A-09D5-4055-B756-F9247A6C30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0" name="直線コネクタ 114379">
                      <a:extLst>
                        <a:ext uri="{FF2B5EF4-FFF2-40B4-BE49-F238E27FC236}">
                          <a16:creationId xmlns:a16="http://schemas.microsoft.com/office/drawing/2014/main" id="{F339F81F-D522-4088-B2D5-509F3FEF043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1" name="直線コネクタ 114380">
                      <a:extLst>
                        <a:ext uri="{FF2B5EF4-FFF2-40B4-BE49-F238E27FC236}">
                          <a16:creationId xmlns:a16="http://schemas.microsoft.com/office/drawing/2014/main" id="{8D4F2783-CFB2-4465-9E29-342DB0F4F1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2" name="直線コネクタ 114381">
                      <a:extLst>
                        <a:ext uri="{FF2B5EF4-FFF2-40B4-BE49-F238E27FC236}">
                          <a16:creationId xmlns:a16="http://schemas.microsoft.com/office/drawing/2014/main" id="{68E42E24-7DF2-4873-9F32-7DD7A7753E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3" name="直線コネクタ 114382">
                      <a:extLst>
                        <a:ext uri="{FF2B5EF4-FFF2-40B4-BE49-F238E27FC236}">
                          <a16:creationId xmlns:a16="http://schemas.microsoft.com/office/drawing/2014/main" id="{24672F2A-17D6-41AC-A791-02418E1695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4" name="直線コネクタ 114383">
                      <a:extLst>
                        <a:ext uri="{FF2B5EF4-FFF2-40B4-BE49-F238E27FC236}">
                          <a16:creationId xmlns:a16="http://schemas.microsoft.com/office/drawing/2014/main" id="{964077B5-1D1B-4B0B-9491-265BCF71A3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5" name="直線コネクタ 114384">
                      <a:extLst>
                        <a:ext uri="{FF2B5EF4-FFF2-40B4-BE49-F238E27FC236}">
                          <a16:creationId xmlns:a16="http://schemas.microsoft.com/office/drawing/2014/main" id="{6FADE01C-382B-4EDC-8ACF-2DA63E0774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6" name="直線コネクタ 114385">
                      <a:extLst>
                        <a:ext uri="{FF2B5EF4-FFF2-40B4-BE49-F238E27FC236}">
                          <a16:creationId xmlns:a16="http://schemas.microsoft.com/office/drawing/2014/main" id="{0B536E1E-9EDF-4427-9D29-C2AA2F022E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7" name="直線コネクタ 114386">
                      <a:extLst>
                        <a:ext uri="{FF2B5EF4-FFF2-40B4-BE49-F238E27FC236}">
                          <a16:creationId xmlns:a16="http://schemas.microsoft.com/office/drawing/2014/main" id="{38F12243-303A-4996-8B47-C507031042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8" name="直線コネクタ 114387">
                      <a:extLst>
                        <a:ext uri="{FF2B5EF4-FFF2-40B4-BE49-F238E27FC236}">
                          <a16:creationId xmlns:a16="http://schemas.microsoft.com/office/drawing/2014/main" id="{0F4DD811-277D-4065-8596-D041AE2246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89" name="直線コネクタ 114388">
                      <a:extLst>
                        <a:ext uri="{FF2B5EF4-FFF2-40B4-BE49-F238E27FC236}">
                          <a16:creationId xmlns:a16="http://schemas.microsoft.com/office/drawing/2014/main" id="{90283D79-F0C6-4F73-8B71-CBE96D6B91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0" name="直線コネクタ 114389">
                      <a:extLst>
                        <a:ext uri="{FF2B5EF4-FFF2-40B4-BE49-F238E27FC236}">
                          <a16:creationId xmlns:a16="http://schemas.microsoft.com/office/drawing/2014/main" id="{6A114917-05F8-4E4E-B053-52C80361D7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1" name="直線コネクタ 114390">
                      <a:extLst>
                        <a:ext uri="{FF2B5EF4-FFF2-40B4-BE49-F238E27FC236}">
                          <a16:creationId xmlns:a16="http://schemas.microsoft.com/office/drawing/2014/main" id="{49531E0B-9DA4-489E-B7D3-0CA5293B25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2" name="直線コネクタ 114391">
                      <a:extLst>
                        <a:ext uri="{FF2B5EF4-FFF2-40B4-BE49-F238E27FC236}">
                          <a16:creationId xmlns:a16="http://schemas.microsoft.com/office/drawing/2014/main" id="{C5F7AC75-190E-4B46-8084-C2AE3D69AB2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3" name="直線コネクタ 114392">
                      <a:extLst>
                        <a:ext uri="{FF2B5EF4-FFF2-40B4-BE49-F238E27FC236}">
                          <a16:creationId xmlns:a16="http://schemas.microsoft.com/office/drawing/2014/main" id="{17929056-4B69-4BB9-857F-FF86A52E4C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4" name="直線コネクタ 114393">
                      <a:extLst>
                        <a:ext uri="{FF2B5EF4-FFF2-40B4-BE49-F238E27FC236}">
                          <a16:creationId xmlns:a16="http://schemas.microsoft.com/office/drawing/2014/main" id="{2A2E2FEE-D463-4076-9BBB-A4D20B6DF6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5" name="直線コネクタ 114394">
                      <a:extLst>
                        <a:ext uri="{FF2B5EF4-FFF2-40B4-BE49-F238E27FC236}">
                          <a16:creationId xmlns:a16="http://schemas.microsoft.com/office/drawing/2014/main" id="{0103992C-4640-4623-892A-4D7D5932E3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6" name="直線コネクタ 114395">
                      <a:extLst>
                        <a:ext uri="{FF2B5EF4-FFF2-40B4-BE49-F238E27FC236}">
                          <a16:creationId xmlns:a16="http://schemas.microsoft.com/office/drawing/2014/main" id="{7DD5C726-8CFB-45C9-A152-BE477A1A1B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7" name="直線コネクタ 114396">
                      <a:extLst>
                        <a:ext uri="{FF2B5EF4-FFF2-40B4-BE49-F238E27FC236}">
                          <a16:creationId xmlns:a16="http://schemas.microsoft.com/office/drawing/2014/main" id="{357388B6-E139-469B-9CEA-26ECEFB105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8" name="直線コネクタ 114397">
                      <a:extLst>
                        <a:ext uri="{FF2B5EF4-FFF2-40B4-BE49-F238E27FC236}">
                          <a16:creationId xmlns:a16="http://schemas.microsoft.com/office/drawing/2014/main" id="{0433C4ED-CFC3-4C07-9215-87D49DA994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99" name="直線コネクタ 114398">
                      <a:extLst>
                        <a:ext uri="{FF2B5EF4-FFF2-40B4-BE49-F238E27FC236}">
                          <a16:creationId xmlns:a16="http://schemas.microsoft.com/office/drawing/2014/main" id="{66562117-D6A3-44EA-A269-424E8DBFE7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0" name="直線コネクタ 114399">
                      <a:extLst>
                        <a:ext uri="{FF2B5EF4-FFF2-40B4-BE49-F238E27FC236}">
                          <a16:creationId xmlns:a16="http://schemas.microsoft.com/office/drawing/2014/main" id="{105344C3-D346-4636-9E85-7C2C4CDCDA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1" name="直線コネクタ 114400">
                      <a:extLst>
                        <a:ext uri="{FF2B5EF4-FFF2-40B4-BE49-F238E27FC236}">
                          <a16:creationId xmlns:a16="http://schemas.microsoft.com/office/drawing/2014/main" id="{27142B5B-4404-4549-BE61-C34B19F253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2" name="直線コネクタ 114401">
                      <a:extLst>
                        <a:ext uri="{FF2B5EF4-FFF2-40B4-BE49-F238E27FC236}">
                          <a16:creationId xmlns:a16="http://schemas.microsoft.com/office/drawing/2014/main" id="{5EABF781-18A7-49BA-9657-39160A354C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3" name="直線コネクタ 114402">
                      <a:extLst>
                        <a:ext uri="{FF2B5EF4-FFF2-40B4-BE49-F238E27FC236}">
                          <a16:creationId xmlns:a16="http://schemas.microsoft.com/office/drawing/2014/main" id="{87C981CF-F848-4C97-AEAE-84EAEA54E5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4" name="直線コネクタ 114403">
                      <a:extLst>
                        <a:ext uri="{FF2B5EF4-FFF2-40B4-BE49-F238E27FC236}">
                          <a16:creationId xmlns:a16="http://schemas.microsoft.com/office/drawing/2014/main" id="{12C645BC-024E-44AD-89F9-727CBF4FEB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5" name="直線コネクタ 114404">
                      <a:extLst>
                        <a:ext uri="{FF2B5EF4-FFF2-40B4-BE49-F238E27FC236}">
                          <a16:creationId xmlns:a16="http://schemas.microsoft.com/office/drawing/2014/main" id="{F91916FC-6C29-4E3B-809B-5C816F5ED4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6" name="直線コネクタ 114405">
                      <a:extLst>
                        <a:ext uri="{FF2B5EF4-FFF2-40B4-BE49-F238E27FC236}">
                          <a16:creationId xmlns:a16="http://schemas.microsoft.com/office/drawing/2014/main" id="{905E74F3-B93A-462A-946E-D52323AA55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7" name="直線コネクタ 114406">
                      <a:extLst>
                        <a:ext uri="{FF2B5EF4-FFF2-40B4-BE49-F238E27FC236}">
                          <a16:creationId xmlns:a16="http://schemas.microsoft.com/office/drawing/2014/main" id="{A592F775-DF41-42CA-98C4-0F225FA42A9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8" name="直線コネクタ 114407">
                      <a:extLst>
                        <a:ext uri="{FF2B5EF4-FFF2-40B4-BE49-F238E27FC236}">
                          <a16:creationId xmlns:a16="http://schemas.microsoft.com/office/drawing/2014/main" id="{75A1ED09-FE07-43E9-B856-D08DADF74C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09" name="直線コネクタ 114408">
                      <a:extLst>
                        <a:ext uri="{FF2B5EF4-FFF2-40B4-BE49-F238E27FC236}">
                          <a16:creationId xmlns:a16="http://schemas.microsoft.com/office/drawing/2014/main" id="{31DBD44A-ED1F-42F4-B9CB-50B0E24974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0" name="直線コネクタ 114409">
                      <a:extLst>
                        <a:ext uri="{FF2B5EF4-FFF2-40B4-BE49-F238E27FC236}">
                          <a16:creationId xmlns:a16="http://schemas.microsoft.com/office/drawing/2014/main" id="{0C85AF0E-C27F-466F-839B-B08695E635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1" name="直線コネクタ 114410">
                      <a:extLst>
                        <a:ext uri="{FF2B5EF4-FFF2-40B4-BE49-F238E27FC236}">
                          <a16:creationId xmlns:a16="http://schemas.microsoft.com/office/drawing/2014/main" id="{11E34048-C686-4799-8C84-BBA823C618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2" name="直線コネクタ 114411">
                      <a:extLst>
                        <a:ext uri="{FF2B5EF4-FFF2-40B4-BE49-F238E27FC236}">
                          <a16:creationId xmlns:a16="http://schemas.microsoft.com/office/drawing/2014/main" id="{79CAFDAF-D6F5-442A-9441-C9F6DD74045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3" name="直線コネクタ 114412">
                      <a:extLst>
                        <a:ext uri="{FF2B5EF4-FFF2-40B4-BE49-F238E27FC236}">
                          <a16:creationId xmlns:a16="http://schemas.microsoft.com/office/drawing/2014/main" id="{E80CD183-BD60-4086-A8BB-3A94E2D1BB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4" name="直線コネクタ 114413">
                      <a:extLst>
                        <a:ext uri="{FF2B5EF4-FFF2-40B4-BE49-F238E27FC236}">
                          <a16:creationId xmlns:a16="http://schemas.microsoft.com/office/drawing/2014/main" id="{4F33B2F2-3FAD-4297-97E4-80BD940432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5" name="直線コネクタ 114414">
                      <a:extLst>
                        <a:ext uri="{FF2B5EF4-FFF2-40B4-BE49-F238E27FC236}">
                          <a16:creationId xmlns:a16="http://schemas.microsoft.com/office/drawing/2014/main" id="{76A01412-2463-4059-A025-95AD77114D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6" name="直線コネクタ 114415">
                      <a:extLst>
                        <a:ext uri="{FF2B5EF4-FFF2-40B4-BE49-F238E27FC236}">
                          <a16:creationId xmlns:a16="http://schemas.microsoft.com/office/drawing/2014/main" id="{60FA49A2-7F5E-41E3-9B41-A99CCB9143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7" name="直線コネクタ 114416">
                      <a:extLst>
                        <a:ext uri="{FF2B5EF4-FFF2-40B4-BE49-F238E27FC236}">
                          <a16:creationId xmlns:a16="http://schemas.microsoft.com/office/drawing/2014/main" id="{F12CB12A-76C7-41A5-B588-ED6D1B8F41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8" name="直線コネクタ 114417">
                      <a:extLst>
                        <a:ext uri="{FF2B5EF4-FFF2-40B4-BE49-F238E27FC236}">
                          <a16:creationId xmlns:a16="http://schemas.microsoft.com/office/drawing/2014/main" id="{BB4FD8F1-0ACD-4B8D-859D-1CC21033BDF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19" name="直線コネクタ 114418">
                      <a:extLst>
                        <a:ext uri="{FF2B5EF4-FFF2-40B4-BE49-F238E27FC236}">
                          <a16:creationId xmlns:a16="http://schemas.microsoft.com/office/drawing/2014/main" id="{0BC4631D-829F-4D7F-ACC9-E14C364082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420" name="直線コネクタ 114419">
                      <a:extLst>
                        <a:ext uri="{FF2B5EF4-FFF2-40B4-BE49-F238E27FC236}">
                          <a16:creationId xmlns:a16="http://schemas.microsoft.com/office/drawing/2014/main" id="{149F5AE3-4E10-4339-8F2F-323404CB18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204" name="グループ化 114203">
                    <a:extLst>
                      <a:ext uri="{FF2B5EF4-FFF2-40B4-BE49-F238E27FC236}">
                        <a16:creationId xmlns:a16="http://schemas.microsoft.com/office/drawing/2014/main" id="{40718717-4825-40EA-BC8C-BEF93A649358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4370" name="正方形/長方形 114369">
                      <a:extLst>
                        <a:ext uri="{FF2B5EF4-FFF2-40B4-BE49-F238E27FC236}">
                          <a16:creationId xmlns:a16="http://schemas.microsoft.com/office/drawing/2014/main" id="{10047404-3AFE-43EE-AC5A-C67A98CA96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371" name="正方形/長方形 114370">
                      <a:extLst>
                        <a:ext uri="{FF2B5EF4-FFF2-40B4-BE49-F238E27FC236}">
                          <a16:creationId xmlns:a16="http://schemas.microsoft.com/office/drawing/2014/main" id="{6F64ACC2-1D79-4477-91A4-550BF16667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372" name="正方形/長方形 114371">
                      <a:extLst>
                        <a:ext uri="{FF2B5EF4-FFF2-40B4-BE49-F238E27FC236}">
                          <a16:creationId xmlns:a16="http://schemas.microsoft.com/office/drawing/2014/main" id="{2EF5EFE7-E732-4172-A2B2-CC5D2A618B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373" name="正方形/長方形 114372">
                      <a:extLst>
                        <a:ext uri="{FF2B5EF4-FFF2-40B4-BE49-F238E27FC236}">
                          <a16:creationId xmlns:a16="http://schemas.microsoft.com/office/drawing/2014/main" id="{7123933E-F3C9-46C4-A373-263DA0E0E7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374" name="正方形/長方形 114373">
                      <a:extLst>
                        <a:ext uri="{FF2B5EF4-FFF2-40B4-BE49-F238E27FC236}">
                          <a16:creationId xmlns:a16="http://schemas.microsoft.com/office/drawing/2014/main" id="{1550D8B2-FB09-40E9-8831-D5A533F0FD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375" name="正方形/長方形 114374">
                      <a:extLst>
                        <a:ext uri="{FF2B5EF4-FFF2-40B4-BE49-F238E27FC236}">
                          <a16:creationId xmlns:a16="http://schemas.microsoft.com/office/drawing/2014/main" id="{850FD6B8-20FA-44A6-807D-0181EF2ED5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376" name="正方形/長方形 114375">
                      <a:extLst>
                        <a:ext uri="{FF2B5EF4-FFF2-40B4-BE49-F238E27FC236}">
                          <a16:creationId xmlns:a16="http://schemas.microsoft.com/office/drawing/2014/main" id="{90CCC7FB-BC19-436B-B215-2BC9CC2FB1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377" name="正方形/長方形 114376">
                      <a:extLst>
                        <a:ext uri="{FF2B5EF4-FFF2-40B4-BE49-F238E27FC236}">
                          <a16:creationId xmlns:a16="http://schemas.microsoft.com/office/drawing/2014/main" id="{5B0B9B4E-9E90-4D59-8417-21A2ED0E02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4378" name="正方形/長方形 114377">
                      <a:extLst>
                        <a:ext uri="{FF2B5EF4-FFF2-40B4-BE49-F238E27FC236}">
                          <a16:creationId xmlns:a16="http://schemas.microsoft.com/office/drawing/2014/main" id="{9882AB25-5223-4EE7-B1BB-841AE1724E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4205" name="グループ化 114204">
                    <a:extLst>
                      <a:ext uri="{FF2B5EF4-FFF2-40B4-BE49-F238E27FC236}">
                        <a16:creationId xmlns:a16="http://schemas.microsoft.com/office/drawing/2014/main" id="{4BE7B6F7-D1DF-4203-A1E1-16297D8FB5C2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4362" name="直線コネクタ 114361">
                      <a:extLst>
                        <a:ext uri="{FF2B5EF4-FFF2-40B4-BE49-F238E27FC236}">
                          <a16:creationId xmlns:a16="http://schemas.microsoft.com/office/drawing/2014/main" id="{B6DBD33A-1312-4695-BB07-95B879BA9D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3" name="直線コネクタ 114362">
                      <a:extLst>
                        <a:ext uri="{FF2B5EF4-FFF2-40B4-BE49-F238E27FC236}">
                          <a16:creationId xmlns:a16="http://schemas.microsoft.com/office/drawing/2014/main" id="{E67C4664-0C5E-4B2C-AA3F-CC52850735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4" name="直線コネクタ 114363">
                      <a:extLst>
                        <a:ext uri="{FF2B5EF4-FFF2-40B4-BE49-F238E27FC236}">
                          <a16:creationId xmlns:a16="http://schemas.microsoft.com/office/drawing/2014/main" id="{29288077-7E03-43CC-AD21-1198EBDB83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5" name="直線コネクタ 114364">
                      <a:extLst>
                        <a:ext uri="{FF2B5EF4-FFF2-40B4-BE49-F238E27FC236}">
                          <a16:creationId xmlns:a16="http://schemas.microsoft.com/office/drawing/2014/main" id="{35D0A67B-00B6-458B-A20B-C04601205E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6" name="直線コネクタ 114365">
                      <a:extLst>
                        <a:ext uri="{FF2B5EF4-FFF2-40B4-BE49-F238E27FC236}">
                          <a16:creationId xmlns:a16="http://schemas.microsoft.com/office/drawing/2014/main" id="{74C896E4-DE42-4256-85C7-C2D75C0834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7" name="直線コネクタ 114366">
                      <a:extLst>
                        <a:ext uri="{FF2B5EF4-FFF2-40B4-BE49-F238E27FC236}">
                          <a16:creationId xmlns:a16="http://schemas.microsoft.com/office/drawing/2014/main" id="{AD2BC482-B97C-488C-ADD1-AF66FB1977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8" name="直線コネクタ 114367">
                      <a:extLst>
                        <a:ext uri="{FF2B5EF4-FFF2-40B4-BE49-F238E27FC236}">
                          <a16:creationId xmlns:a16="http://schemas.microsoft.com/office/drawing/2014/main" id="{E00C21CF-2479-474A-AEF5-E958627E6B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9" name="直線コネクタ 114368">
                      <a:extLst>
                        <a:ext uri="{FF2B5EF4-FFF2-40B4-BE49-F238E27FC236}">
                          <a16:creationId xmlns:a16="http://schemas.microsoft.com/office/drawing/2014/main" id="{F66EF271-9267-4EF4-AF66-7106D29F93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206" name="グループ化 114205">
                    <a:extLst>
                      <a:ext uri="{FF2B5EF4-FFF2-40B4-BE49-F238E27FC236}">
                        <a16:creationId xmlns:a16="http://schemas.microsoft.com/office/drawing/2014/main" id="{3D1FEC69-C8B4-4AA7-AAD1-91F243DB3170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4354" name="直線コネクタ 114353">
                      <a:extLst>
                        <a:ext uri="{FF2B5EF4-FFF2-40B4-BE49-F238E27FC236}">
                          <a16:creationId xmlns:a16="http://schemas.microsoft.com/office/drawing/2014/main" id="{7B0633C1-30BA-4911-93F3-25A6487E68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5" name="直線コネクタ 114354">
                      <a:extLst>
                        <a:ext uri="{FF2B5EF4-FFF2-40B4-BE49-F238E27FC236}">
                          <a16:creationId xmlns:a16="http://schemas.microsoft.com/office/drawing/2014/main" id="{9E92761E-76CD-49E9-9DCE-82BFA04A06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6" name="直線コネクタ 114355">
                      <a:extLst>
                        <a:ext uri="{FF2B5EF4-FFF2-40B4-BE49-F238E27FC236}">
                          <a16:creationId xmlns:a16="http://schemas.microsoft.com/office/drawing/2014/main" id="{78C248D8-5C46-478E-B050-6C6759EB21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7" name="直線コネクタ 114356">
                      <a:extLst>
                        <a:ext uri="{FF2B5EF4-FFF2-40B4-BE49-F238E27FC236}">
                          <a16:creationId xmlns:a16="http://schemas.microsoft.com/office/drawing/2014/main" id="{B5CC9ABF-7F51-4656-B79E-563EB1566D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8" name="直線コネクタ 114357">
                      <a:extLst>
                        <a:ext uri="{FF2B5EF4-FFF2-40B4-BE49-F238E27FC236}">
                          <a16:creationId xmlns:a16="http://schemas.microsoft.com/office/drawing/2014/main" id="{ED6D2F98-400A-419F-83C0-4EA6DCF337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9" name="直線コネクタ 114358">
                      <a:extLst>
                        <a:ext uri="{FF2B5EF4-FFF2-40B4-BE49-F238E27FC236}">
                          <a16:creationId xmlns:a16="http://schemas.microsoft.com/office/drawing/2014/main" id="{899DECD3-CE1C-4550-BB11-BCA0279B37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0" name="直線コネクタ 114359">
                      <a:extLst>
                        <a:ext uri="{FF2B5EF4-FFF2-40B4-BE49-F238E27FC236}">
                          <a16:creationId xmlns:a16="http://schemas.microsoft.com/office/drawing/2014/main" id="{4D0053C3-7CE1-4DDD-B9E1-495BE21104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61" name="直線コネクタ 114360">
                      <a:extLst>
                        <a:ext uri="{FF2B5EF4-FFF2-40B4-BE49-F238E27FC236}">
                          <a16:creationId xmlns:a16="http://schemas.microsoft.com/office/drawing/2014/main" id="{473DB8D4-F6E2-4A52-ABA3-78CF62F8318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207" name="グループ化 114206">
                    <a:extLst>
                      <a:ext uri="{FF2B5EF4-FFF2-40B4-BE49-F238E27FC236}">
                        <a16:creationId xmlns:a16="http://schemas.microsoft.com/office/drawing/2014/main" id="{0617FF1C-3573-4D4F-B298-8F7F518F91C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312" name="直線コネクタ 114311">
                      <a:extLst>
                        <a:ext uri="{FF2B5EF4-FFF2-40B4-BE49-F238E27FC236}">
                          <a16:creationId xmlns:a16="http://schemas.microsoft.com/office/drawing/2014/main" id="{76630447-2120-4FC3-B56A-50770A55AE9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3" name="直線コネクタ 114312">
                      <a:extLst>
                        <a:ext uri="{FF2B5EF4-FFF2-40B4-BE49-F238E27FC236}">
                          <a16:creationId xmlns:a16="http://schemas.microsoft.com/office/drawing/2014/main" id="{8444CB53-2218-4742-89C1-714455A1D9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4" name="直線コネクタ 114313">
                      <a:extLst>
                        <a:ext uri="{FF2B5EF4-FFF2-40B4-BE49-F238E27FC236}">
                          <a16:creationId xmlns:a16="http://schemas.microsoft.com/office/drawing/2014/main" id="{0070A5A2-A05A-4107-93BB-C7D220D4F5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5" name="直線コネクタ 114314">
                      <a:extLst>
                        <a:ext uri="{FF2B5EF4-FFF2-40B4-BE49-F238E27FC236}">
                          <a16:creationId xmlns:a16="http://schemas.microsoft.com/office/drawing/2014/main" id="{68B6A99D-B2D5-48D5-B020-D438547B75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6" name="直線コネクタ 114315">
                      <a:extLst>
                        <a:ext uri="{FF2B5EF4-FFF2-40B4-BE49-F238E27FC236}">
                          <a16:creationId xmlns:a16="http://schemas.microsoft.com/office/drawing/2014/main" id="{AC678966-4374-4BD9-ABF3-9107FE337C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7" name="直線コネクタ 114316">
                      <a:extLst>
                        <a:ext uri="{FF2B5EF4-FFF2-40B4-BE49-F238E27FC236}">
                          <a16:creationId xmlns:a16="http://schemas.microsoft.com/office/drawing/2014/main" id="{96A4F923-3760-400F-93CA-E058E6CE9A8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8" name="直線コネクタ 114317">
                      <a:extLst>
                        <a:ext uri="{FF2B5EF4-FFF2-40B4-BE49-F238E27FC236}">
                          <a16:creationId xmlns:a16="http://schemas.microsoft.com/office/drawing/2014/main" id="{217C4384-8522-4259-BDF9-3FF5BBBB6B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9" name="直線コネクタ 114318">
                      <a:extLst>
                        <a:ext uri="{FF2B5EF4-FFF2-40B4-BE49-F238E27FC236}">
                          <a16:creationId xmlns:a16="http://schemas.microsoft.com/office/drawing/2014/main" id="{30AF64BB-0E35-4ABB-A887-4B6607E638E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0" name="直線コネクタ 114319">
                      <a:extLst>
                        <a:ext uri="{FF2B5EF4-FFF2-40B4-BE49-F238E27FC236}">
                          <a16:creationId xmlns:a16="http://schemas.microsoft.com/office/drawing/2014/main" id="{1249B513-CA1F-4D4B-BB6A-F9F17DFE45C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1" name="直線コネクタ 114320">
                      <a:extLst>
                        <a:ext uri="{FF2B5EF4-FFF2-40B4-BE49-F238E27FC236}">
                          <a16:creationId xmlns:a16="http://schemas.microsoft.com/office/drawing/2014/main" id="{E236D20E-8DB3-454E-B12A-BF80486252C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2" name="直線コネクタ 114321">
                      <a:extLst>
                        <a:ext uri="{FF2B5EF4-FFF2-40B4-BE49-F238E27FC236}">
                          <a16:creationId xmlns:a16="http://schemas.microsoft.com/office/drawing/2014/main" id="{AB601663-D849-4069-B870-F9519F34980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3" name="直線コネクタ 114322">
                      <a:extLst>
                        <a:ext uri="{FF2B5EF4-FFF2-40B4-BE49-F238E27FC236}">
                          <a16:creationId xmlns:a16="http://schemas.microsoft.com/office/drawing/2014/main" id="{332BCC7D-191D-4CC4-BEF2-1E959E10767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4" name="直線コネクタ 114323">
                      <a:extLst>
                        <a:ext uri="{FF2B5EF4-FFF2-40B4-BE49-F238E27FC236}">
                          <a16:creationId xmlns:a16="http://schemas.microsoft.com/office/drawing/2014/main" id="{AABC68E7-9440-4F5F-BD4E-B00F00E0A77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5" name="直線コネクタ 114324">
                      <a:extLst>
                        <a:ext uri="{FF2B5EF4-FFF2-40B4-BE49-F238E27FC236}">
                          <a16:creationId xmlns:a16="http://schemas.microsoft.com/office/drawing/2014/main" id="{950373AA-DED1-4198-94F2-E5D9671F46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6" name="直線コネクタ 114325">
                      <a:extLst>
                        <a:ext uri="{FF2B5EF4-FFF2-40B4-BE49-F238E27FC236}">
                          <a16:creationId xmlns:a16="http://schemas.microsoft.com/office/drawing/2014/main" id="{A75D0694-FC13-4613-A0F8-B5DF76CDC4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7" name="直線コネクタ 114326">
                      <a:extLst>
                        <a:ext uri="{FF2B5EF4-FFF2-40B4-BE49-F238E27FC236}">
                          <a16:creationId xmlns:a16="http://schemas.microsoft.com/office/drawing/2014/main" id="{CADC5706-519A-4CF2-A9EA-B1BBB3C8E8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8" name="直線コネクタ 114327">
                      <a:extLst>
                        <a:ext uri="{FF2B5EF4-FFF2-40B4-BE49-F238E27FC236}">
                          <a16:creationId xmlns:a16="http://schemas.microsoft.com/office/drawing/2014/main" id="{C1307608-E615-405D-A6D9-2A1816EED3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29" name="直線コネクタ 114328">
                      <a:extLst>
                        <a:ext uri="{FF2B5EF4-FFF2-40B4-BE49-F238E27FC236}">
                          <a16:creationId xmlns:a16="http://schemas.microsoft.com/office/drawing/2014/main" id="{15DF1EDF-6A77-4AC4-B553-2831E6557D1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0" name="直線コネクタ 114329">
                      <a:extLst>
                        <a:ext uri="{FF2B5EF4-FFF2-40B4-BE49-F238E27FC236}">
                          <a16:creationId xmlns:a16="http://schemas.microsoft.com/office/drawing/2014/main" id="{A8FFD1DC-9B96-43DA-B6FB-7557E4CED1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1" name="直線コネクタ 114330">
                      <a:extLst>
                        <a:ext uri="{FF2B5EF4-FFF2-40B4-BE49-F238E27FC236}">
                          <a16:creationId xmlns:a16="http://schemas.microsoft.com/office/drawing/2014/main" id="{7A9EF77D-2D91-4556-8D6C-92B9962E19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2" name="直線コネクタ 114331">
                      <a:extLst>
                        <a:ext uri="{FF2B5EF4-FFF2-40B4-BE49-F238E27FC236}">
                          <a16:creationId xmlns:a16="http://schemas.microsoft.com/office/drawing/2014/main" id="{3B7B79B2-7BB4-4854-A0CA-09559C3B87D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3" name="直線コネクタ 114332">
                      <a:extLst>
                        <a:ext uri="{FF2B5EF4-FFF2-40B4-BE49-F238E27FC236}">
                          <a16:creationId xmlns:a16="http://schemas.microsoft.com/office/drawing/2014/main" id="{5C59EF31-7D5E-4F7E-ACB5-D68CE078ED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4" name="直線コネクタ 114333">
                      <a:extLst>
                        <a:ext uri="{FF2B5EF4-FFF2-40B4-BE49-F238E27FC236}">
                          <a16:creationId xmlns:a16="http://schemas.microsoft.com/office/drawing/2014/main" id="{436373AB-E384-485E-A110-D4B196B7C3C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5" name="直線コネクタ 114334">
                      <a:extLst>
                        <a:ext uri="{FF2B5EF4-FFF2-40B4-BE49-F238E27FC236}">
                          <a16:creationId xmlns:a16="http://schemas.microsoft.com/office/drawing/2014/main" id="{3BA85D8C-E16C-41DA-BB37-FEBF59A034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6" name="直線コネクタ 114335">
                      <a:extLst>
                        <a:ext uri="{FF2B5EF4-FFF2-40B4-BE49-F238E27FC236}">
                          <a16:creationId xmlns:a16="http://schemas.microsoft.com/office/drawing/2014/main" id="{5EBC9033-51BF-498A-9F9E-E2EE4D92A28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7" name="直線コネクタ 114336">
                      <a:extLst>
                        <a:ext uri="{FF2B5EF4-FFF2-40B4-BE49-F238E27FC236}">
                          <a16:creationId xmlns:a16="http://schemas.microsoft.com/office/drawing/2014/main" id="{C086D3D2-CC58-4053-86ED-AB90503F51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8" name="直線コネクタ 114337">
                      <a:extLst>
                        <a:ext uri="{FF2B5EF4-FFF2-40B4-BE49-F238E27FC236}">
                          <a16:creationId xmlns:a16="http://schemas.microsoft.com/office/drawing/2014/main" id="{EF8AD769-FC99-40A8-ADAE-031DEAEB63E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39" name="直線コネクタ 114338">
                      <a:extLst>
                        <a:ext uri="{FF2B5EF4-FFF2-40B4-BE49-F238E27FC236}">
                          <a16:creationId xmlns:a16="http://schemas.microsoft.com/office/drawing/2014/main" id="{EC6B395F-0433-494C-83B4-5C214A599A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0" name="直線コネクタ 114339">
                      <a:extLst>
                        <a:ext uri="{FF2B5EF4-FFF2-40B4-BE49-F238E27FC236}">
                          <a16:creationId xmlns:a16="http://schemas.microsoft.com/office/drawing/2014/main" id="{072262A4-AD80-435C-8390-020F2B40AF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1" name="直線コネクタ 114340">
                      <a:extLst>
                        <a:ext uri="{FF2B5EF4-FFF2-40B4-BE49-F238E27FC236}">
                          <a16:creationId xmlns:a16="http://schemas.microsoft.com/office/drawing/2014/main" id="{BB13B06F-D441-405E-BDDB-A838914B81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2" name="直線コネクタ 114341">
                      <a:extLst>
                        <a:ext uri="{FF2B5EF4-FFF2-40B4-BE49-F238E27FC236}">
                          <a16:creationId xmlns:a16="http://schemas.microsoft.com/office/drawing/2014/main" id="{C00D8503-FBE3-4A70-9ECF-A25A4EE8E6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3" name="直線コネクタ 114342">
                      <a:extLst>
                        <a:ext uri="{FF2B5EF4-FFF2-40B4-BE49-F238E27FC236}">
                          <a16:creationId xmlns:a16="http://schemas.microsoft.com/office/drawing/2014/main" id="{3A14F861-C892-4E81-8767-75E7550783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4" name="直線コネクタ 114343">
                      <a:extLst>
                        <a:ext uri="{FF2B5EF4-FFF2-40B4-BE49-F238E27FC236}">
                          <a16:creationId xmlns:a16="http://schemas.microsoft.com/office/drawing/2014/main" id="{9EEF3A79-097E-4105-A9A0-E4EE99BD01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5" name="直線コネクタ 114344">
                      <a:extLst>
                        <a:ext uri="{FF2B5EF4-FFF2-40B4-BE49-F238E27FC236}">
                          <a16:creationId xmlns:a16="http://schemas.microsoft.com/office/drawing/2014/main" id="{40EA70BA-3855-40EF-BA58-587CE21C30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6" name="直線コネクタ 114345">
                      <a:extLst>
                        <a:ext uri="{FF2B5EF4-FFF2-40B4-BE49-F238E27FC236}">
                          <a16:creationId xmlns:a16="http://schemas.microsoft.com/office/drawing/2014/main" id="{D01049D7-D2A3-4F6D-A4EA-4FFD8DD69E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7" name="直線コネクタ 114346">
                      <a:extLst>
                        <a:ext uri="{FF2B5EF4-FFF2-40B4-BE49-F238E27FC236}">
                          <a16:creationId xmlns:a16="http://schemas.microsoft.com/office/drawing/2014/main" id="{5EA657D3-D6F4-4B74-B35E-40BDD3C76A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8" name="直線コネクタ 114347">
                      <a:extLst>
                        <a:ext uri="{FF2B5EF4-FFF2-40B4-BE49-F238E27FC236}">
                          <a16:creationId xmlns:a16="http://schemas.microsoft.com/office/drawing/2014/main" id="{0280EFB9-7EFB-4506-BCC4-876CC99ECD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49" name="直線コネクタ 114348">
                      <a:extLst>
                        <a:ext uri="{FF2B5EF4-FFF2-40B4-BE49-F238E27FC236}">
                          <a16:creationId xmlns:a16="http://schemas.microsoft.com/office/drawing/2014/main" id="{E03126ED-CC1C-48FB-8B3E-B8F258503DF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0" name="直線コネクタ 114349">
                      <a:extLst>
                        <a:ext uri="{FF2B5EF4-FFF2-40B4-BE49-F238E27FC236}">
                          <a16:creationId xmlns:a16="http://schemas.microsoft.com/office/drawing/2014/main" id="{4DFB4896-1B33-48D7-8036-8ABFE0B758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1" name="直線コネクタ 114350">
                      <a:extLst>
                        <a:ext uri="{FF2B5EF4-FFF2-40B4-BE49-F238E27FC236}">
                          <a16:creationId xmlns:a16="http://schemas.microsoft.com/office/drawing/2014/main" id="{92430285-C771-4E52-BC1A-8A7C2E977F7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2" name="直線コネクタ 114351">
                      <a:extLst>
                        <a:ext uri="{FF2B5EF4-FFF2-40B4-BE49-F238E27FC236}">
                          <a16:creationId xmlns:a16="http://schemas.microsoft.com/office/drawing/2014/main" id="{D1238D22-4993-45D6-A84F-877F640DC3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53" name="直線コネクタ 114352">
                      <a:extLst>
                        <a:ext uri="{FF2B5EF4-FFF2-40B4-BE49-F238E27FC236}">
                          <a16:creationId xmlns:a16="http://schemas.microsoft.com/office/drawing/2014/main" id="{954548FE-E106-489B-9285-9B6890D9F0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208" name="グループ化 114207">
                    <a:extLst>
                      <a:ext uri="{FF2B5EF4-FFF2-40B4-BE49-F238E27FC236}">
                        <a16:creationId xmlns:a16="http://schemas.microsoft.com/office/drawing/2014/main" id="{FFD5BD3E-917F-4FBF-8507-5C287FBA231F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270" name="直線コネクタ 114269">
                      <a:extLst>
                        <a:ext uri="{FF2B5EF4-FFF2-40B4-BE49-F238E27FC236}">
                          <a16:creationId xmlns:a16="http://schemas.microsoft.com/office/drawing/2014/main" id="{EB68D5DB-6D42-4498-805B-2772D96D4FA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1" name="直線コネクタ 114270">
                      <a:extLst>
                        <a:ext uri="{FF2B5EF4-FFF2-40B4-BE49-F238E27FC236}">
                          <a16:creationId xmlns:a16="http://schemas.microsoft.com/office/drawing/2014/main" id="{5C424EB0-19CA-4C69-8AE2-A139EE5E5A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2" name="直線コネクタ 114271">
                      <a:extLst>
                        <a:ext uri="{FF2B5EF4-FFF2-40B4-BE49-F238E27FC236}">
                          <a16:creationId xmlns:a16="http://schemas.microsoft.com/office/drawing/2014/main" id="{BEF0EA15-F6AB-4D2B-828A-6FFFAA2C16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3" name="直線コネクタ 114272">
                      <a:extLst>
                        <a:ext uri="{FF2B5EF4-FFF2-40B4-BE49-F238E27FC236}">
                          <a16:creationId xmlns:a16="http://schemas.microsoft.com/office/drawing/2014/main" id="{3D6CB3A8-7E68-408C-84EE-A5FC8AC2AEC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4" name="直線コネクタ 114273">
                      <a:extLst>
                        <a:ext uri="{FF2B5EF4-FFF2-40B4-BE49-F238E27FC236}">
                          <a16:creationId xmlns:a16="http://schemas.microsoft.com/office/drawing/2014/main" id="{DD91EBF0-1047-441B-A390-CABDCCB5D0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5" name="直線コネクタ 114274">
                      <a:extLst>
                        <a:ext uri="{FF2B5EF4-FFF2-40B4-BE49-F238E27FC236}">
                          <a16:creationId xmlns:a16="http://schemas.microsoft.com/office/drawing/2014/main" id="{4702FE00-DE14-4E0E-B062-B551986EC6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6" name="直線コネクタ 114275">
                      <a:extLst>
                        <a:ext uri="{FF2B5EF4-FFF2-40B4-BE49-F238E27FC236}">
                          <a16:creationId xmlns:a16="http://schemas.microsoft.com/office/drawing/2014/main" id="{7A072D11-5E0D-4455-9843-91CC553B74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7" name="直線コネクタ 114276">
                      <a:extLst>
                        <a:ext uri="{FF2B5EF4-FFF2-40B4-BE49-F238E27FC236}">
                          <a16:creationId xmlns:a16="http://schemas.microsoft.com/office/drawing/2014/main" id="{BCCF6A03-59A4-4F7D-836F-5D81042E7A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8" name="直線コネクタ 114277">
                      <a:extLst>
                        <a:ext uri="{FF2B5EF4-FFF2-40B4-BE49-F238E27FC236}">
                          <a16:creationId xmlns:a16="http://schemas.microsoft.com/office/drawing/2014/main" id="{D9E71A81-FAC8-49EA-89FC-67C19030A4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79" name="直線コネクタ 114278">
                      <a:extLst>
                        <a:ext uri="{FF2B5EF4-FFF2-40B4-BE49-F238E27FC236}">
                          <a16:creationId xmlns:a16="http://schemas.microsoft.com/office/drawing/2014/main" id="{EB2A8863-441B-4975-AE7F-AD0B6692A2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0" name="直線コネクタ 114279">
                      <a:extLst>
                        <a:ext uri="{FF2B5EF4-FFF2-40B4-BE49-F238E27FC236}">
                          <a16:creationId xmlns:a16="http://schemas.microsoft.com/office/drawing/2014/main" id="{53072C67-238A-4916-AB2E-C00D9E866C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1" name="直線コネクタ 114280">
                      <a:extLst>
                        <a:ext uri="{FF2B5EF4-FFF2-40B4-BE49-F238E27FC236}">
                          <a16:creationId xmlns:a16="http://schemas.microsoft.com/office/drawing/2014/main" id="{E5F9E989-531D-4EDB-8395-DB60DEF95B5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2" name="直線コネクタ 114281">
                      <a:extLst>
                        <a:ext uri="{FF2B5EF4-FFF2-40B4-BE49-F238E27FC236}">
                          <a16:creationId xmlns:a16="http://schemas.microsoft.com/office/drawing/2014/main" id="{EF2F2EC6-59FF-4BE6-98DE-7C5DE165AE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3" name="直線コネクタ 114282">
                      <a:extLst>
                        <a:ext uri="{FF2B5EF4-FFF2-40B4-BE49-F238E27FC236}">
                          <a16:creationId xmlns:a16="http://schemas.microsoft.com/office/drawing/2014/main" id="{8736F342-B9D3-42C9-BC66-018387FDF3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4" name="直線コネクタ 114283">
                      <a:extLst>
                        <a:ext uri="{FF2B5EF4-FFF2-40B4-BE49-F238E27FC236}">
                          <a16:creationId xmlns:a16="http://schemas.microsoft.com/office/drawing/2014/main" id="{052428BE-012D-459E-B5ED-70BEE710E4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5" name="直線コネクタ 114284">
                      <a:extLst>
                        <a:ext uri="{FF2B5EF4-FFF2-40B4-BE49-F238E27FC236}">
                          <a16:creationId xmlns:a16="http://schemas.microsoft.com/office/drawing/2014/main" id="{96D757F1-4D80-404B-B21A-BA788D90BB6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6" name="直線コネクタ 114285">
                      <a:extLst>
                        <a:ext uri="{FF2B5EF4-FFF2-40B4-BE49-F238E27FC236}">
                          <a16:creationId xmlns:a16="http://schemas.microsoft.com/office/drawing/2014/main" id="{53962478-CF7D-4A73-A17B-084B269F93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7" name="直線コネクタ 114286">
                      <a:extLst>
                        <a:ext uri="{FF2B5EF4-FFF2-40B4-BE49-F238E27FC236}">
                          <a16:creationId xmlns:a16="http://schemas.microsoft.com/office/drawing/2014/main" id="{079555EC-0B48-49B3-9B51-AEEC078C23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8" name="直線コネクタ 114287">
                      <a:extLst>
                        <a:ext uri="{FF2B5EF4-FFF2-40B4-BE49-F238E27FC236}">
                          <a16:creationId xmlns:a16="http://schemas.microsoft.com/office/drawing/2014/main" id="{2A8E7452-93E2-4AA6-8D43-80A56570E5B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89" name="直線コネクタ 114288">
                      <a:extLst>
                        <a:ext uri="{FF2B5EF4-FFF2-40B4-BE49-F238E27FC236}">
                          <a16:creationId xmlns:a16="http://schemas.microsoft.com/office/drawing/2014/main" id="{40C0AEB5-4C12-4AF4-8A62-C9793DA880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0" name="直線コネクタ 114289">
                      <a:extLst>
                        <a:ext uri="{FF2B5EF4-FFF2-40B4-BE49-F238E27FC236}">
                          <a16:creationId xmlns:a16="http://schemas.microsoft.com/office/drawing/2014/main" id="{A8CD28AA-F0A4-4986-A0F5-4EC53A7B171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1" name="直線コネクタ 114290">
                      <a:extLst>
                        <a:ext uri="{FF2B5EF4-FFF2-40B4-BE49-F238E27FC236}">
                          <a16:creationId xmlns:a16="http://schemas.microsoft.com/office/drawing/2014/main" id="{15F7A2AD-516D-4100-8365-0FB8EE96F7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2" name="直線コネクタ 114291">
                      <a:extLst>
                        <a:ext uri="{FF2B5EF4-FFF2-40B4-BE49-F238E27FC236}">
                          <a16:creationId xmlns:a16="http://schemas.microsoft.com/office/drawing/2014/main" id="{770B7565-CF0E-4E6F-83ED-7585106CF9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3" name="直線コネクタ 114292">
                      <a:extLst>
                        <a:ext uri="{FF2B5EF4-FFF2-40B4-BE49-F238E27FC236}">
                          <a16:creationId xmlns:a16="http://schemas.microsoft.com/office/drawing/2014/main" id="{A75821CD-E432-48FC-9435-B4B8E25B347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4" name="直線コネクタ 114293">
                      <a:extLst>
                        <a:ext uri="{FF2B5EF4-FFF2-40B4-BE49-F238E27FC236}">
                          <a16:creationId xmlns:a16="http://schemas.microsoft.com/office/drawing/2014/main" id="{41B2DC30-7F55-4F96-9E7F-052C3773E8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5" name="直線コネクタ 114294">
                      <a:extLst>
                        <a:ext uri="{FF2B5EF4-FFF2-40B4-BE49-F238E27FC236}">
                          <a16:creationId xmlns:a16="http://schemas.microsoft.com/office/drawing/2014/main" id="{68DEB0C4-3E3A-4D5C-BD97-235A4840CD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6" name="直線コネクタ 114295">
                      <a:extLst>
                        <a:ext uri="{FF2B5EF4-FFF2-40B4-BE49-F238E27FC236}">
                          <a16:creationId xmlns:a16="http://schemas.microsoft.com/office/drawing/2014/main" id="{60997B61-DF37-4688-871A-F5CB302635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7" name="直線コネクタ 114296">
                      <a:extLst>
                        <a:ext uri="{FF2B5EF4-FFF2-40B4-BE49-F238E27FC236}">
                          <a16:creationId xmlns:a16="http://schemas.microsoft.com/office/drawing/2014/main" id="{36D10CDB-2FB0-4E6D-BB92-76238B21EFC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8" name="直線コネクタ 114297">
                      <a:extLst>
                        <a:ext uri="{FF2B5EF4-FFF2-40B4-BE49-F238E27FC236}">
                          <a16:creationId xmlns:a16="http://schemas.microsoft.com/office/drawing/2014/main" id="{112FF67C-AF8C-4CFE-B985-3734F7FCC7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99" name="直線コネクタ 114298">
                      <a:extLst>
                        <a:ext uri="{FF2B5EF4-FFF2-40B4-BE49-F238E27FC236}">
                          <a16:creationId xmlns:a16="http://schemas.microsoft.com/office/drawing/2014/main" id="{B209262C-8C10-46D2-A457-30FC1D7DBB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0" name="直線コネクタ 114299">
                      <a:extLst>
                        <a:ext uri="{FF2B5EF4-FFF2-40B4-BE49-F238E27FC236}">
                          <a16:creationId xmlns:a16="http://schemas.microsoft.com/office/drawing/2014/main" id="{BC34588D-3E7B-47B7-9CDF-EEC180E2AD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1" name="直線コネクタ 114300">
                      <a:extLst>
                        <a:ext uri="{FF2B5EF4-FFF2-40B4-BE49-F238E27FC236}">
                          <a16:creationId xmlns:a16="http://schemas.microsoft.com/office/drawing/2014/main" id="{B1BCAFCB-C3F6-496C-8692-91FD926736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2" name="直線コネクタ 114301">
                      <a:extLst>
                        <a:ext uri="{FF2B5EF4-FFF2-40B4-BE49-F238E27FC236}">
                          <a16:creationId xmlns:a16="http://schemas.microsoft.com/office/drawing/2014/main" id="{CB42E206-4C64-4E49-9AF6-ECEBB56F35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3" name="直線コネクタ 114302">
                      <a:extLst>
                        <a:ext uri="{FF2B5EF4-FFF2-40B4-BE49-F238E27FC236}">
                          <a16:creationId xmlns:a16="http://schemas.microsoft.com/office/drawing/2014/main" id="{0C109FFF-24D4-4158-92AE-96F6C77375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4" name="直線コネクタ 114303">
                      <a:extLst>
                        <a:ext uri="{FF2B5EF4-FFF2-40B4-BE49-F238E27FC236}">
                          <a16:creationId xmlns:a16="http://schemas.microsoft.com/office/drawing/2014/main" id="{89B9D057-BA47-466F-A0CE-A44B003798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5" name="直線コネクタ 114304">
                      <a:extLst>
                        <a:ext uri="{FF2B5EF4-FFF2-40B4-BE49-F238E27FC236}">
                          <a16:creationId xmlns:a16="http://schemas.microsoft.com/office/drawing/2014/main" id="{038C2653-401B-401D-B619-D88D9EAD13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6" name="直線コネクタ 114305">
                      <a:extLst>
                        <a:ext uri="{FF2B5EF4-FFF2-40B4-BE49-F238E27FC236}">
                          <a16:creationId xmlns:a16="http://schemas.microsoft.com/office/drawing/2014/main" id="{969D23C3-7B96-4E15-A9FA-5BC10683E6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7" name="直線コネクタ 114306">
                      <a:extLst>
                        <a:ext uri="{FF2B5EF4-FFF2-40B4-BE49-F238E27FC236}">
                          <a16:creationId xmlns:a16="http://schemas.microsoft.com/office/drawing/2014/main" id="{DC576884-D708-4E52-9491-6271A31037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8" name="直線コネクタ 114307">
                      <a:extLst>
                        <a:ext uri="{FF2B5EF4-FFF2-40B4-BE49-F238E27FC236}">
                          <a16:creationId xmlns:a16="http://schemas.microsoft.com/office/drawing/2014/main" id="{5726FC2B-66BD-477A-816B-B5A997698D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09" name="直線コネクタ 114308">
                      <a:extLst>
                        <a:ext uri="{FF2B5EF4-FFF2-40B4-BE49-F238E27FC236}">
                          <a16:creationId xmlns:a16="http://schemas.microsoft.com/office/drawing/2014/main" id="{CD49C14A-4487-42D6-9E18-29F33B2634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0" name="直線コネクタ 114309">
                      <a:extLst>
                        <a:ext uri="{FF2B5EF4-FFF2-40B4-BE49-F238E27FC236}">
                          <a16:creationId xmlns:a16="http://schemas.microsoft.com/office/drawing/2014/main" id="{1D8CE0F4-4A74-404B-9A20-C03C2E4470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311" name="直線コネクタ 114310">
                      <a:extLst>
                        <a:ext uri="{FF2B5EF4-FFF2-40B4-BE49-F238E27FC236}">
                          <a16:creationId xmlns:a16="http://schemas.microsoft.com/office/drawing/2014/main" id="{463B11CA-E62C-4D3E-B444-1752CEA782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209" name="グループ化 114208">
                    <a:extLst>
                      <a:ext uri="{FF2B5EF4-FFF2-40B4-BE49-F238E27FC236}">
                        <a16:creationId xmlns:a16="http://schemas.microsoft.com/office/drawing/2014/main" id="{AE0DADED-0719-47E3-8177-674214948246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4262" name="直線コネクタ 114261">
                      <a:extLst>
                        <a:ext uri="{FF2B5EF4-FFF2-40B4-BE49-F238E27FC236}">
                          <a16:creationId xmlns:a16="http://schemas.microsoft.com/office/drawing/2014/main" id="{55DA37C5-0590-4E34-886F-AB69ED25D4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3" name="直線コネクタ 114262">
                      <a:extLst>
                        <a:ext uri="{FF2B5EF4-FFF2-40B4-BE49-F238E27FC236}">
                          <a16:creationId xmlns:a16="http://schemas.microsoft.com/office/drawing/2014/main" id="{54B245F6-EAE7-4E5D-A3E9-890A5558E3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4" name="直線コネクタ 114263">
                      <a:extLst>
                        <a:ext uri="{FF2B5EF4-FFF2-40B4-BE49-F238E27FC236}">
                          <a16:creationId xmlns:a16="http://schemas.microsoft.com/office/drawing/2014/main" id="{1E527589-8772-48D4-A4AE-DA1888B050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5" name="直線コネクタ 114264">
                      <a:extLst>
                        <a:ext uri="{FF2B5EF4-FFF2-40B4-BE49-F238E27FC236}">
                          <a16:creationId xmlns:a16="http://schemas.microsoft.com/office/drawing/2014/main" id="{2F4236F8-13A2-41AB-B581-C436429790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6" name="直線コネクタ 114265">
                      <a:extLst>
                        <a:ext uri="{FF2B5EF4-FFF2-40B4-BE49-F238E27FC236}">
                          <a16:creationId xmlns:a16="http://schemas.microsoft.com/office/drawing/2014/main" id="{A6CB1547-7200-421D-90CD-9EBF5FD5651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7" name="直線コネクタ 114266">
                      <a:extLst>
                        <a:ext uri="{FF2B5EF4-FFF2-40B4-BE49-F238E27FC236}">
                          <a16:creationId xmlns:a16="http://schemas.microsoft.com/office/drawing/2014/main" id="{46ED5DD4-8113-4073-9A57-272DF1E295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8" name="直線コネクタ 114267">
                      <a:extLst>
                        <a:ext uri="{FF2B5EF4-FFF2-40B4-BE49-F238E27FC236}">
                          <a16:creationId xmlns:a16="http://schemas.microsoft.com/office/drawing/2014/main" id="{36D1028D-11F1-4AD9-A9CD-8736045342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9" name="直線コネクタ 114268">
                      <a:extLst>
                        <a:ext uri="{FF2B5EF4-FFF2-40B4-BE49-F238E27FC236}">
                          <a16:creationId xmlns:a16="http://schemas.microsoft.com/office/drawing/2014/main" id="{AD9107F9-9026-4241-9C25-A3287934AB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210" name="グループ化 114209">
                    <a:extLst>
                      <a:ext uri="{FF2B5EF4-FFF2-40B4-BE49-F238E27FC236}">
                        <a16:creationId xmlns:a16="http://schemas.microsoft.com/office/drawing/2014/main" id="{237D07BF-83F3-4EE4-A5B0-ADA4F528B8E8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4254" name="直線コネクタ 114253">
                      <a:extLst>
                        <a:ext uri="{FF2B5EF4-FFF2-40B4-BE49-F238E27FC236}">
                          <a16:creationId xmlns:a16="http://schemas.microsoft.com/office/drawing/2014/main" id="{0A0EAC3A-161D-469F-A368-ED908BBD50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5" name="直線コネクタ 114254">
                      <a:extLst>
                        <a:ext uri="{FF2B5EF4-FFF2-40B4-BE49-F238E27FC236}">
                          <a16:creationId xmlns:a16="http://schemas.microsoft.com/office/drawing/2014/main" id="{FBC2ADB8-1B23-4CD4-B8EC-8EF5620700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6" name="直線コネクタ 114255">
                      <a:extLst>
                        <a:ext uri="{FF2B5EF4-FFF2-40B4-BE49-F238E27FC236}">
                          <a16:creationId xmlns:a16="http://schemas.microsoft.com/office/drawing/2014/main" id="{0A099EA2-E95C-4FF4-BF1F-F3D484FAE3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7" name="直線コネクタ 114256">
                      <a:extLst>
                        <a:ext uri="{FF2B5EF4-FFF2-40B4-BE49-F238E27FC236}">
                          <a16:creationId xmlns:a16="http://schemas.microsoft.com/office/drawing/2014/main" id="{AABEBDAE-9567-4BBC-B1ED-125A0D8D15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8" name="直線コネクタ 114257">
                      <a:extLst>
                        <a:ext uri="{FF2B5EF4-FFF2-40B4-BE49-F238E27FC236}">
                          <a16:creationId xmlns:a16="http://schemas.microsoft.com/office/drawing/2014/main" id="{B920CD5E-B4BC-4BAD-8B81-4732027AFD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9" name="直線コネクタ 114258">
                      <a:extLst>
                        <a:ext uri="{FF2B5EF4-FFF2-40B4-BE49-F238E27FC236}">
                          <a16:creationId xmlns:a16="http://schemas.microsoft.com/office/drawing/2014/main" id="{D838A42A-3B8C-457F-A490-B303855826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0" name="直線コネクタ 114259">
                      <a:extLst>
                        <a:ext uri="{FF2B5EF4-FFF2-40B4-BE49-F238E27FC236}">
                          <a16:creationId xmlns:a16="http://schemas.microsoft.com/office/drawing/2014/main" id="{A82C6722-34BE-41BC-A1FF-7073F662648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61" name="直線コネクタ 114260">
                      <a:extLst>
                        <a:ext uri="{FF2B5EF4-FFF2-40B4-BE49-F238E27FC236}">
                          <a16:creationId xmlns:a16="http://schemas.microsoft.com/office/drawing/2014/main" id="{323941CB-BF5D-4FE8-AB14-708234E944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4211" name="グループ化 114210">
                    <a:extLst>
                      <a:ext uri="{FF2B5EF4-FFF2-40B4-BE49-F238E27FC236}">
                        <a16:creationId xmlns:a16="http://schemas.microsoft.com/office/drawing/2014/main" id="{38232132-075C-44F4-B47F-D6D518340F70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4212" name="直線コネクタ 114211">
                      <a:extLst>
                        <a:ext uri="{FF2B5EF4-FFF2-40B4-BE49-F238E27FC236}">
                          <a16:creationId xmlns:a16="http://schemas.microsoft.com/office/drawing/2014/main" id="{1ECD0FD5-3DEE-4DBE-889F-1B87511541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13" name="直線コネクタ 114212">
                      <a:extLst>
                        <a:ext uri="{FF2B5EF4-FFF2-40B4-BE49-F238E27FC236}">
                          <a16:creationId xmlns:a16="http://schemas.microsoft.com/office/drawing/2014/main" id="{CCDA115C-110A-4998-8671-BB590B0271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14" name="直線コネクタ 114213">
                      <a:extLst>
                        <a:ext uri="{FF2B5EF4-FFF2-40B4-BE49-F238E27FC236}">
                          <a16:creationId xmlns:a16="http://schemas.microsoft.com/office/drawing/2014/main" id="{CFA79A73-2D25-4DC7-9560-471ADA24FE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15" name="直線コネクタ 114214">
                      <a:extLst>
                        <a:ext uri="{FF2B5EF4-FFF2-40B4-BE49-F238E27FC236}">
                          <a16:creationId xmlns:a16="http://schemas.microsoft.com/office/drawing/2014/main" id="{887E3094-07C6-4703-BF3C-14DA3CCDF0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16" name="直線コネクタ 114215">
                      <a:extLst>
                        <a:ext uri="{FF2B5EF4-FFF2-40B4-BE49-F238E27FC236}">
                          <a16:creationId xmlns:a16="http://schemas.microsoft.com/office/drawing/2014/main" id="{DEDE4CFD-CBAB-488F-B18B-41869C0DE3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17" name="直線コネクタ 114216">
                      <a:extLst>
                        <a:ext uri="{FF2B5EF4-FFF2-40B4-BE49-F238E27FC236}">
                          <a16:creationId xmlns:a16="http://schemas.microsoft.com/office/drawing/2014/main" id="{74024FF9-541F-4EC7-B08B-442C865E1C3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18" name="直線コネクタ 114217">
                      <a:extLst>
                        <a:ext uri="{FF2B5EF4-FFF2-40B4-BE49-F238E27FC236}">
                          <a16:creationId xmlns:a16="http://schemas.microsoft.com/office/drawing/2014/main" id="{4DDC4773-99FF-4764-923A-7D0C19F1F6A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19" name="直線コネクタ 114218">
                      <a:extLst>
                        <a:ext uri="{FF2B5EF4-FFF2-40B4-BE49-F238E27FC236}">
                          <a16:creationId xmlns:a16="http://schemas.microsoft.com/office/drawing/2014/main" id="{D39647DD-66CD-4A80-8260-6A980E91C9A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0" name="直線コネクタ 114219">
                      <a:extLst>
                        <a:ext uri="{FF2B5EF4-FFF2-40B4-BE49-F238E27FC236}">
                          <a16:creationId xmlns:a16="http://schemas.microsoft.com/office/drawing/2014/main" id="{072E7D85-EA42-43E1-9100-588609EF9D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1" name="直線コネクタ 114220">
                      <a:extLst>
                        <a:ext uri="{FF2B5EF4-FFF2-40B4-BE49-F238E27FC236}">
                          <a16:creationId xmlns:a16="http://schemas.microsoft.com/office/drawing/2014/main" id="{12DBBA65-5E9A-4B24-ACA4-279DE97091E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2" name="直線コネクタ 114221">
                      <a:extLst>
                        <a:ext uri="{FF2B5EF4-FFF2-40B4-BE49-F238E27FC236}">
                          <a16:creationId xmlns:a16="http://schemas.microsoft.com/office/drawing/2014/main" id="{3C5E8B3B-5489-41F4-9560-4C4A680C0F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3" name="直線コネクタ 114222">
                      <a:extLst>
                        <a:ext uri="{FF2B5EF4-FFF2-40B4-BE49-F238E27FC236}">
                          <a16:creationId xmlns:a16="http://schemas.microsoft.com/office/drawing/2014/main" id="{3D5312C8-E138-408D-82EC-6ADBE7AD6F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4" name="直線コネクタ 114223">
                      <a:extLst>
                        <a:ext uri="{FF2B5EF4-FFF2-40B4-BE49-F238E27FC236}">
                          <a16:creationId xmlns:a16="http://schemas.microsoft.com/office/drawing/2014/main" id="{9E5B9B4E-61DD-48E5-9236-A514DC11E5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5" name="直線コネクタ 114224">
                      <a:extLst>
                        <a:ext uri="{FF2B5EF4-FFF2-40B4-BE49-F238E27FC236}">
                          <a16:creationId xmlns:a16="http://schemas.microsoft.com/office/drawing/2014/main" id="{EDFC8C8F-5AEC-4A6E-9864-D36B12F3519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6" name="直線コネクタ 114225">
                      <a:extLst>
                        <a:ext uri="{FF2B5EF4-FFF2-40B4-BE49-F238E27FC236}">
                          <a16:creationId xmlns:a16="http://schemas.microsoft.com/office/drawing/2014/main" id="{493D9702-49CF-4595-B45E-D0578176EAA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7" name="直線コネクタ 114226">
                      <a:extLst>
                        <a:ext uri="{FF2B5EF4-FFF2-40B4-BE49-F238E27FC236}">
                          <a16:creationId xmlns:a16="http://schemas.microsoft.com/office/drawing/2014/main" id="{AB25CC8A-6A05-4ABA-90B1-0785D2DFF76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8" name="直線コネクタ 114227">
                      <a:extLst>
                        <a:ext uri="{FF2B5EF4-FFF2-40B4-BE49-F238E27FC236}">
                          <a16:creationId xmlns:a16="http://schemas.microsoft.com/office/drawing/2014/main" id="{3615C810-7075-4A4F-B5FB-2D36C4F651A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29" name="直線コネクタ 114228">
                      <a:extLst>
                        <a:ext uri="{FF2B5EF4-FFF2-40B4-BE49-F238E27FC236}">
                          <a16:creationId xmlns:a16="http://schemas.microsoft.com/office/drawing/2014/main" id="{08D86C87-9633-4AEF-9D8A-A6EC4EB746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0" name="直線コネクタ 114229">
                      <a:extLst>
                        <a:ext uri="{FF2B5EF4-FFF2-40B4-BE49-F238E27FC236}">
                          <a16:creationId xmlns:a16="http://schemas.microsoft.com/office/drawing/2014/main" id="{C9BA6B85-69DA-4224-AA26-DE068FBBCD7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1" name="直線コネクタ 114230">
                      <a:extLst>
                        <a:ext uri="{FF2B5EF4-FFF2-40B4-BE49-F238E27FC236}">
                          <a16:creationId xmlns:a16="http://schemas.microsoft.com/office/drawing/2014/main" id="{CB881FB4-55A9-4A8A-A121-78915C40EA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2" name="直線コネクタ 114231">
                      <a:extLst>
                        <a:ext uri="{FF2B5EF4-FFF2-40B4-BE49-F238E27FC236}">
                          <a16:creationId xmlns:a16="http://schemas.microsoft.com/office/drawing/2014/main" id="{4BFB7C26-5774-4E5D-AA05-22C15DAC93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3" name="直線コネクタ 114232">
                      <a:extLst>
                        <a:ext uri="{FF2B5EF4-FFF2-40B4-BE49-F238E27FC236}">
                          <a16:creationId xmlns:a16="http://schemas.microsoft.com/office/drawing/2014/main" id="{32829CC7-B6A0-4716-B7F7-261762312D9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4" name="直線コネクタ 114233">
                      <a:extLst>
                        <a:ext uri="{FF2B5EF4-FFF2-40B4-BE49-F238E27FC236}">
                          <a16:creationId xmlns:a16="http://schemas.microsoft.com/office/drawing/2014/main" id="{DFD4EEBB-2001-492D-B631-451247880C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5" name="直線コネクタ 114234">
                      <a:extLst>
                        <a:ext uri="{FF2B5EF4-FFF2-40B4-BE49-F238E27FC236}">
                          <a16:creationId xmlns:a16="http://schemas.microsoft.com/office/drawing/2014/main" id="{6C46C0EE-2C3D-4CA9-A918-8CB88333DB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6" name="直線コネクタ 114235">
                      <a:extLst>
                        <a:ext uri="{FF2B5EF4-FFF2-40B4-BE49-F238E27FC236}">
                          <a16:creationId xmlns:a16="http://schemas.microsoft.com/office/drawing/2014/main" id="{EA46F41B-6440-4BF5-8AF1-B0B56725F4F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7" name="直線コネクタ 114236">
                      <a:extLst>
                        <a:ext uri="{FF2B5EF4-FFF2-40B4-BE49-F238E27FC236}">
                          <a16:creationId xmlns:a16="http://schemas.microsoft.com/office/drawing/2014/main" id="{51ACC64F-A1D2-4265-87B8-D7E29A36C7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8" name="直線コネクタ 114237">
                      <a:extLst>
                        <a:ext uri="{FF2B5EF4-FFF2-40B4-BE49-F238E27FC236}">
                          <a16:creationId xmlns:a16="http://schemas.microsoft.com/office/drawing/2014/main" id="{9876FEC0-1A33-4C6B-869D-C4E456EDDE7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39" name="直線コネクタ 114238">
                      <a:extLst>
                        <a:ext uri="{FF2B5EF4-FFF2-40B4-BE49-F238E27FC236}">
                          <a16:creationId xmlns:a16="http://schemas.microsoft.com/office/drawing/2014/main" id="{0487EECB-52DD-48BA-8642-0E5156AB0F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0" name="直線コネクタ 114239">
                      <a:extLst>
                        <a:ext uri="{FF2B5EF4-FFF2-40B4-BE49-F238E27FC236}">
                          <a16:creationId xmlns:a16="http://schemas.microsoft.com/office/drawing/2014/main" id="{A057840F-6302-4FDA-9AF1-51DB9F48BE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1" name="直線コネクタ 114240">
                      <a:extLst>
                        <a:ext uri="{FF2B5EF4-FFF2-40B4-BE49-F238E27FC236}">
                          <a16:creationId xmlns:a16="http://schemas.microsoft.com/office/drawing/2014/main" id="{AC7CEB5C-93E7-4B2F-9B4E-FF518D23D04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2" name="直線コネクタ 114241">
                      <a:extLst>
                        <a:ext uri="{FF2B5EF4-FFF2-40B4-BE49-F238E27FC236}">
                          <a16:creationId xmlns:a16="http://schemas.microsoft.com/office/drawing/2014/main" id="{65F7DAB0-0F3D-4DED-BB6D-CA111A7A0A4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3" name="直線コネクタ 114242">
                      <a:extLst>
                        <a:ext uri="{FF2B5EF4-FFF2-40B4-BE49-F238E27FC236}">
                          <a16:creationId xmlns:a16="http://schemas.microsoft.com/office/drawing/2014/main" id="{EA3C123B-95CE-44BE-AA43-1920ED956A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4" name="直線コネクタ 114243">
                      <a:extLst>
                        <a:ext uri="{FF2B5EF4-FFF2-40B4-BE49-F238E27FC236}">
                          <a16:creationId xmlns:a16="http://schemas.microsoft.com/office/drawing/2014/main" id="{506712E4-0666-4CF6-AFF3-2B6C27546F3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5" name="直線コネクタ 114244">
                      <a:extLst>
                        <a:ext uri="{FF2B5EF4-FFF2-40B4-BE49-F238E27FC236}">
                          <a16:creationId xmlns:a16="http://schemas.microsoft.com/office/drawing/2014/main" id="{A86D4C61-2484-4B7A-894C-852DF20A54D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6" name="直線コネクタ 114245">
                      <a:extLst>
                        <a:ext uri="{FF2B5EF4-FFF2-40B4-BE49-F238E27FC236}">
                          <a16:creationId xmlns:a16="http://schemas.microsoft.com/office/drawing/2014/main" id="{FAB1A5BA-E62B-4579-B8E3-1E00CF338C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7" name="直線コネクタ 114246">
                      <a:extLst>
                        <a:ext uri="{FF2B5EF4-FFF2-40B4-BE49-F238E27FC236}">
                          <a16:creationId xmlns:a16="http://schemas.microsoft.com/office/drawing/2014/main" id="{AC63467F-9662-4BC8-A5BA-8A08FEF960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8" name="直線コネクタ 114247">
                      <a:extLst>
                        <a:ext uri="{FF2B5EF4-FFF2-40B4-BE49-F238E27FC236}">
                          <a16:creationId xmlns:a16="http://schemas.microsoft.com/office/drawing/2014/main" id="{FB6D7856-5C25-4584-82DB-14E9DDED1A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49" name="直線コネクタ 114248">
                      <a:extLst>
                        <a:ext uri="{FF2B5EF4-FFF2-40B4-BE49-F238E27FC236}">
                          <a16:creationId xmlns:a16="http://schemas.microsoft.com/office/drawing/2014/main" id="{CE6D72AD-FDB7-4F20-84EF-EC09C5FE16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0" name="直線コネクタ 114249">
                      <a:extLst>
                        <a:ext uri="{FF2B5EF4-FFF2-40B4-BE49-F238E27FC236}">
                          <a16:creationId xmlns:a16="http://schemas.microsoft.com/office/drawing/2014/main" id="{173F96EB-BE0E-41E4-900B-703C527313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1" name="直線コネクタ 114250">
                      <a:extLst>
                        <a:ext uri="{FF2B5EF4-FFF2-40B4-BE49-F238E27FC236}">
                          <a16:creationId xmlns:a16="http://schemas.microsoft.com/office/drawing/2014/main" id="{F289D2ED-7CEC-4C6B-98D1-E6A5607BF2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2" name="直線コネクタ 114251">
                      <a:extLst>
                        <a:ext uri="{FF2B5EF4-FFF2-40B4-BE49-F238E27FC236}">
                          <a16:creationId xmlns:a16="http://schemas.microsoft.com/office/drawing/2014/main" id="{206BD5A8-6C67-4474-9576-6040DCD81EE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253" name="直線コネクタ 114252">
                      <a:extLst>
                        <a:ext uri="{FF2B5EF4-FFF2-40B4-BE49-F238E27FC236}">
                          <a16:creationId xmlns:a16="http://schemas.microsoft.com/office/drawing/2014/main" id="{F56B53B4-708A-4C8E-8C28-09EBCED494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3652" name="グループ化 113651">
                  <a:extLst>
                    <a:ext uri="{FF2B5EF4-FFF2-40B4-BE49-F238E27FC236}">
                      <a16:creationId xmlns:a16="http://schemas.microsoft.com/office/drawing/2014/main" id="{33303436-D57D-45CD-88F1-31E5EA357E5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94485" y="5394481"/>
                  <a:ext cx="10793" cy="10800"/>
                  <a:chOff x="4287481" y="4286224"/>
                  <a:chExt cx="2227978" cy="2229219"/>
                </a:xfrm>
              </p:grpSpPr>
              <p:cxnSp>
                <p:nvCxnSpPr>
                  <p:cNvPr id="113653" name="直線コネクタ 113652">
                    <a:extLst>
                      <a:ext uri="{FF2B5EF4-FFF2-40B4-BE49-F238E27FC236}">
                        <a16:creationId xmlns:a16="http://schemas.microsoft.com/office/drawing/2014/main" id="{F46DDCC2-F582-4D25-B8D4-CD6C876921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62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54" name="直線コネクタ 113653">
                    <a:extLst>
                      <a:ext uri="{FF2B5EF4-FFF2-40B4-BE49-F238E27FC236}">
                        <a16:creationId xmlns:a16="http://schemas.microsoft.com/office/drawing/2014/main" id="{EA8841FA-86B8-4F2D-8288-BA32B3E4D5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6248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55" name="直線コネクタ 113654">
                    <a:extLst>
                      <a:ext uri="{FF2B5EF4-FFF2-40B4-BE49-F238E27FC236}">
                        <a16:creationId xmlns:a16="http://schemas.microsoft.com/office/drawing/2014/main" id="{3733AF17-84F7-4591-8175-658FC752ED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69762" y="4287362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56" name="直線コネクタ 113655">
                    <a:extLst>
                      <a:ext uri="{FF2B5EF4-FFF2-40B4-BE49-F238E27FC236}">
                        <a16:creationId xmlns:a16="http://schemas.microsoft.com/office/drawing/2014/main" id="{B44FD6B0-2FCA-4412-97A7-02D5F26B70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14739" y="4289267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57" name="直線コネクタ 113656">
                    <a:extLst>
                      <a:ext uri="{FF2B5EF4-FFF2-40B4-BE49-F238E27FC236}">
                        <a16:creationId xmlns:a16="http://schemas.microsoft.com/office/drawing/2014/main" id="{88E199C3-A1E9-4DB1-9057-1692629B29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57817" y="4289267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58" name="直線コネクタ 113657">
                    <a:extLst>
                      <a:ext uri="{FF2B5EF4-FFF2-40B4-BE49-F238E27FC236}">
                        <a16:creationId xmlns:a16="http://schemas.microsoft.com/office/drawing/2014/main" id="{A616850D-ED48-4D9E-B30F-BCCF70EF42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01267" y="4289268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59" name="直線コネクタ 113658">
                    <a:extLst>
                      <a:ext uri="{FF2B5EF4-FFF2-40B4-BE49-F238E27FC236}">
                        <a16:creationId xmlns:a16="http://schemas.microsoft.com/office/drawing/2014/main" id="{FB131FFC-6029-4FCA-A2AC-6BC3E17598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44468" y="4289384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0" name="直線コネクタ 113659">
                    <a:extLst>
                      <a:ext uri="{FF2B5EF4-FFF2-40B4-BE49-F238E27FC236}">
                        <a16:creationId xmlns:a16="http://schemas.microsoft.com/office/drawing/2014/main" id="{4AD30A3D-C71A-4ED6-8A46-FEBDE41C02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89544" y="4289386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1" name="直線コネクタ 113660">
                    <a:extLst>
                      <a:ext uri="{FF2B5EF4-FFF2-40B4-BE49-F238E27FC236}">
                        <a16:creationId xmlns:a16="http://schemas.microsoft.com/office/drawing/2014/main" id="{E4DF9839-FC8D-4E0A-915C-D007B40E94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32621" y="4289384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2" name="直線コネクタ 113661">
                    <a:extLst>
                      <a:ext uri="{FF2B5EF4-FFF2-40B4-BE49-F238E27FC236}">
                        <a16:creationId xmlns:a16="http://schemas.microsoft.com/office/drawing/2014/main" id="{0366F766-1BC9-4B1D-8D0A-6FB31E537C8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5972548" y="4289267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3" name="直線コネクタ 113662">
                    <a:extLst>
                      <a:ext uri="{FF2B5EF4-FFF2-40B4-BE49-F238E27FC236}">
                        <a16:creationId xmlns:a16="http://schemas.microsoft.com/office/drawing/2014/main" id="{72B65E40-5C68-4C10-A08C-CED39A5BAC5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6013668" y="428622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4" name="直線コネクタ 113663">
                    <a:extLst>
                      <a:ext uri="{FF2B5EF4-FFF2-40B4-BE49-F238E27FC236}">
                        <a16:creationId xmlns:a16="http://schemas.microsoft.com/office/drawing/2014/main" id="{54B632A8-A375-4CC4-A6FB-5850ED3B5F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60468" y="4289268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5" name="直線コネクタ 113664">
                    <a:extLst>
                      <a:ext uri="{FF2B5EF4-FFF2-40B4-BE49-F238E27FC236}">
                        <a16:creationId xmlns:a16="http://schemas.microsoft.com/office/drawing/2014/main" id="{DB5BC324-9BE1-4557-A036-92A071BD88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0800000">
                    <a:off x="4287600" y="5972400"/>
                    <a:ext cx="541519" cy="540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6" name="直線コネクタ 113665">
                    <a:extLst>
                      <a:ext uri="{FF2B5EF4-FFF2-40B4-BE49-F238E27FC236}">
                        <a16:creationId xmlns:a16="http://schemas.microsoft.com/office/drawing/2014/main" id="{4436380D-F036-468B-BA70-3CF44EED7F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7" name="直線コネクタ 113666">
                    <a:extLst>
                      <a:ext uri="{FF2B5EF4-FFF2-40B4-BE49-F238E27FC236}">
                        <a16:creationId xmlns:a16="http://schemas.microsoft.com/office/drawing/2014/main" id="{2A061683-687F-4C46-9DDF-DC32ABDFF3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3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8" name="直線コネクタ 113667">
                    <a:extLst>
                      <a:ext uri="{FF2B5EF4-FFF2-40B4-BE49-F238E27FC236}">
                        <a16:creationId xmlns:a16="http://schemas.microsoft.com/office/drawing/2014/main" id="{70D0F043-D67C-4144-A3C6-ECF0744104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7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69" name="直線コネクタ 113668">
                    <a:extLst>
                      <a:ext uri="{FF2B5EF4-FFF2-40B4-BE49-F238E27FC236}">
                        <a16:creationId xmlns:a16="http://schemas.microsoft.com/office/drawing/2014/main" id="{69F773B7-3739-49FE-B52B-B3845DBA8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1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0" name="直線コネクタ 113669">
                    <a:extLst>
                      <a:ext uri="{FF2B5EF4-FFF2-40B4-BE49-F238E27FC236}">
                        <a16:creationId xmlns:a16="http://schemas.microsoft.com/office/drawing/2014/main" id="{242653F2-A3C0-4257-BA26-59941147C3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4584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1" name="直線コネクタ 113670">
                    <a:extLst>
                      <a:ext uri="{FF2B5EF4-FFF2-40B4-BE49-F238E27FC236}">
                        <a16:creationId xmlns:a16="http://schemas.microsoft.com/office/drawing/2014/main" id="{F5B03E6F-D194-49F9-9102-A63288B9E6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0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2" name="直線コネクタ 113671">
                    <a:extLst>
                      <a:ext uri="{FF2B5EF4-FFF2-40B4-BE49-F238E27FC236}">
                        <a16:creationId xmlns:a16="http://schemas.microsoft.com/office/drawing/2014/main" id="{5773C3DA-4DAB-4F66-AE90-51B2718A12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6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3" name="直線コネクタ 113672">
                    <a:extLst>
                      <a:ext uri="{FF2B5EF4-FFF2-40B4-BE49-F238E27FC236}">
                        <a16:creationId xmlns:a16="http://schemas.microsoft.com/office/drawing/2014/main" id="{9ACAB4EB-98E9-48A9-A22F-74C71DD191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90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4" name="直線コネクタ 113673">
                    <a:extLst>
                      <a:ext uri="{FF2B5EF4-FFF2-40B4-BE49-F238E27FC236}">
                        <a16:creationId xmlns:a16="http://schemas.microsoft.com/office/drawing/2014/main" id="{77488141-E24D-48AC-854F-79B62AE232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33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5" name="直線コネクタ 113674">
                    <a:extLst>
                      <a:ext uri="{FF2B5EF4-FFF2-40B4-BE49-F238E27FC236}">
                        <a16:creationId xmlns:a16="http://schemas.microsoft.com/office/drawing/2014/main" id="{4DBEDEB7-B6A9-423A-BB27-69558AEC1F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676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6" name="直線コネクタ 113675">
                    <a:extLst>
                      <a:ext uri="{FF2B5EF4-FFF2-40B4-BE49-F238E27FC236}">
                        <a16:creationId xmlns:a16="http://schemas.microsoft.com/office/drawing/2014/main" id="{456A214C-A3FE-4687-A81D-F86D7B02A2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19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7" name="直線コネクタ 113676">
                    <a:extLst>
                      <a:ext uri="{FF2B5EF4-FFF2-40B4-BE49-F238E27FC236}">
                        <a16:creationId xmlns:a16="http://schemas.microsoft.com/office/drawing/2014/main" id="{3E339141-9FF3-4B5A-B4F0-26788DC838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06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8" name="直線コネクタ 113677">
                    <a:extLst>
                      <a:ext uri="{FF2B5EF4-FFF2-40B4-BE49-F238E27FC236}">
                        <a16:creationId xmlns:a16="http://schemas.microsoft.com/office/drawing/2014/main" id="{0304A5E3-249C-4605-90B3-4481BB1365E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472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79" name="直線コネクタ 113678">
                    <a:extLst>
                      <a:ext uri="{FF2B5EF4-FFF2-40B4-BE49-F238E27FC236}">
                        <a16:creationId xmlns:a16="http://schemas.microsoft.com/office/drawing/2014/main" id="{B698235A-FACE-48EF-992C-B57C58BC0D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92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0" name="直線コネクタ 113679">
                    <a:extLst>
                      <a:ext uri="{FF2B5EF4-FFF2-40B4-BE49-F238E27FC236}">
                        <a16:creationId xmlns:a16="http://schemas.microsoft.com/office/drawing/2014/main" id="{9C9ABB93-F3FB-4F74-94E4-4C3CFF063F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35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1" name="直線コネクタ 113680">
                    <a:extLst>
                      <a:ext uri="{FF2B5EF4-FFF2-40B4-BE49-F238E27FC236}">
                        <a16:creationId xmlns:a16="http://schemas.microsoft.com/office/drawing/2014/main" id="{7151B3F5-36CA-4CEF-9BCE-C405B974EE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978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2" name="直線コネクタ 113681">
                    <a:extLst>
                      <a:ext uri="{FF2B5EF4-FFF2-40B4-BE49-F238E27FC236}">
                        <a16:creationId xmlns:a16="http://schemas.microsoft.com/office/drawing/2014/main" id="{B2B03D31-9B3F-42E8-98CE-A7C139E468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22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3" name="直線コネクタ 113682">
                    <a:extLst>
                      <a:ext uri="{FF2B5EF4-FFF2-40B4-BE49-F238E27FC236}">
                        <a16:creationId xmlns:a16="http://schemas.microsoft.com/office/drawing/2014/main" id="{EDC15C7E-C3AE-43AE-A70D-493CCDB883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065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4" name="直線コネクタ 113683">
                    <a:extLst>
                      <a:ext uri="{FF2B5EF4-FFF2-40B4-BE49-F238E27FC236}">
                        <a16:creationId xmlns:a16="http://schemas.microsoft.com/office/drawing/2014/main" id="{98239B0B-863C-4E84-BCD2-12B34B0C42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08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5" name="直線コネクタ 113684">
                    <a:extLst>
                      <a:ext uri="{FF2B5EF4-FFF2-40B4-BE49-F238E27FC236}">
                        <a16:creationId xmlns:a16="http://schemas.microsoft.com/office/drawing/2014/main" id="{5FF48852-BC7A-488D-8E49-19B0FB7F26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51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6" name="直線コネクタ 113685">
                    <a:extLst>
                      <a:ext uri="{FF2B5EF4-FFF2-40B4-BE49-F238E27FC236}">
                        <a16:creationId xmlns:a16="http://schemas.microsoft.com/office/drawing/2014/main" id="{75B673D7-C09F-4711-A3CD-3E236DCE6B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194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7" name="直線コネクタ 113686">
                    <a:extLst>
                      <a:ext uri="{FF2B5EF4-FFF2-40B4-BE49-F238E27FC236}">
                        <a16:creationId xmlns:a16="http://schemas.microsoft.com/office/drawing/2014/main" id="{18D2E30D-8341-4565-90B7-17708515F9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36034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8" name="直線コネクタ 113687">
                    <a:extLst>
                      <a:ext uri="{FF2B5EF4-FFF2-40B4-BE49-F238E27FC236}">
                        <a16:creationId xmlns:a16="http://schemas.microsoft.com/office/drawing/2014/main" id="{A2EB832B-F455-4CDA-AEDA-D5942D5119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281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89" name="直線コネクタ 113688">
                    <a:extLst>
                      <a:ext uri="{FF2B5EF4-FFF2-40B4-BE49-F238E27FC236}">
                        <a16:creationId xmlns:a16="http://schemas.microsoft.com/office/drawing/2014/main" id="{177BF0D5-FFBE-47C8-A72F-7FAF72785D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24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0" name="直線コネクタ 113689">
                    <a:extLst>
                      <a:ext uri="{FF2B5EF4-FFF2-40B4-BE49-F238E27FC236}">
                        <a16:creationId xmlns:a16="http://schemas.microsoft.com/office/drawing/2014/main" id="{9ECD2A77-6F42-411E-AEA0-0C4FEE697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67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1" name="直線コネクタ 113690">
                    <a:extLst>
                      <a:ext uri="{FF2B5EF4-FFF2-40B4-BE49-F238E27FC236}">
                        <a16:creationId xmlns:a16="http://schemas.microsoft.com/office/drawing/2014/main" id="{80A7E96C-BC58-4941-A91A-88D3745DE6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108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2" name="直線コネクタ 113691">
                    <a:extLst>
                      <a:ext uri="{FF2B5EF4-FFF2-40B4-BE49-F238E27FC236}">
                        <a16:creationId xmlns:a16="http://schemas.microsoft.com/office/drawing/2014/main" id="{8307D985-018F-4FD4-A43D-394D1E73C2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540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3" name="直線コネクタ 113692">
                    <a:extLst>
                      <a:ext uri="{FF2B5EF4-FFF2-40B4-BE49-F238E27FC236}">
                        <a16:creationId xmlns:a16="http://schemas.microsoft.com/office/drawing/2014/main" id="{470C0C83-DF0B-40C6-A054-A1CAB668E5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4972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4" name="直線コネクタ 113693">
                    <a:extLst>
                      <a:ext uri="{FF2B5EF4-FFF2-40B4-BE49-F238E27FC236}">
                        <a16:creationId xmlns:a16="http://schemas.microsoft.com/office/drawing/2014/main" id="{07450C81-763E-4C26-AD43-F7429CA8E3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04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5" name="直線コネクタ 113694">
                    <a:extLst>
                      <a:ext uri="{FF2B5EF4-FFF2-40B4-BE49-F238E27FC236}">
                        <a16:creationId xmlns:a16="http://schemas.microsoft.com/office/drawing/2014/main" id="{6F039E93-F57E-40FC-8B0E-2150C148A6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83600" y="4287599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6" name="直線コネクタ 113695">
                    <a:extLst>
                      <a:ext uri="{FF2B5EF4-FFF2-40B4-BE49-F238E27FC236}">
                        <a16:creationId xmlns:a16="http://schemas.microsoft.com/office/drawing/2014/main" id="{541DB50A-2D3E-46A5-922F-E98799BEF4C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03905" y="4289504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7" name="直線コネクタ 113696">
                    <a:extLst>
                      <a:ext uri="{FF2B5EF4-FFF2-40B4-BE49-F238E27FC236}">
                        <a16:creationId xmlns:a16="http://schemas.microsoft.com/office/drawing/2014/main" id="{2AF6FC77-51D0-45AD-8731-F1E6ED62C25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47105" y="4289504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8" name="直線コネクタ 113697">
                    <a:extLst>
                      <a:ext uri="{FF2B5EF4-FFF2-40B4-BE49-F238E27FC236}">
                        <a16:creationId xmlns:a16="http://schemas.microsoft.com/office/drawing/2014/main" id="{A6A8CB41-74AE-40A1-8028-D24BC2FAAB2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190305" y="4289504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99" name="直線コネクタ 113698">
                    <a:extLst>
                      <a:ext uri="{FF2B5EF4-FFF2-40B4-BE49-F238E27FC236}">
                        <a16:creationId xmlns:a16="http://schemas.microsoft.com/office/drawing/2014/main" id="{CB65B439-76FF-4C6D-9720-BADFFCB9962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33505" y="4289504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0" name="直線コネクタ 113699">
                    <a:extLst>
                      <a:ext uri="{FF2B5EF4-FFF2-40B4-BE49-F238E27FC236}">
                        <a16:creationId xmlns:a16="http://schemas.microsoft.com/office/drawing/2014/main" id="{F9B00AB0-EBA0-444B-B47F-29779F7F3953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276705" y="428950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1" name="直線コネクタ 113700">
                    <a:extLst>
                      <a:ext uri="{FF2B5EF4-FFF2-40B4-BE49-F238E27FC236}">
                        <a16:creationId xmlns:a16="http://schemas.microsoft.com/office/drawing/2014/main" id="{0D282326-4C01-4A9E-B6F0-7F93C456A8D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19905" y="428950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2" name="直線コネクタ 113701">
                    <a:extLst>
                      <a:ext uri="{FF2B5EF4-FFF2-40B4-BE49-F238E27FC236}">
                        <a16:creationId xmlns:a16="http://schemas.microsoft.com/office/drawing/2014/main" id="{1CCADB56-754A-4DCB-9D75-2A6436A4E9B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363105" y="4289504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3" name="直線コネクタ 113702">
                    <a:extLst>
                      <a:ext uri="{FF2B5EF4-FFF2-40B4-BE49-F238E27FC236}">
                        <a16:creationId xmlns:a16="http://schemas.microsoft.com/office/drawing/2014/main" id="{E5528E73-93C4-44F4-987E-F708EBB48D8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04339" y="4289504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4" name="直線コネクタ 113703">
                    <a:extLst>
                      <a:ext uri="{FF2B5EF4-FFF2-40B4-BE49-F238E27FC236}">
                        <a16:creationId xmlns:a16="http://schemas.microsoft.com/office/drawing/2014/main" id="{53885DC7-1D20-4F64-B31A-21CF0BF5448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49505" y="4289504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5" name="直線コネクタ 113704">
                    <a:extLst>
                      <a:ext uri="{FF2B5EF4-FFF2-40B4-BE49-F238E27FC236}">
                        <a16:creationId xmlns:a16="http://schemas.microsoft.com/office/drawing/2014/main" id="{9B2FDB8F-D047-4119-A86D-30D23582AB2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6492705" y="4289504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6" name="直線コネクタ 113705">
                    <a:extLst>
                      <a:ext uri="{FF2B5EF4-FFF2-40B4-BE49-F238E27FC236}">
                        <a16:creationId xmlns:a16="http://schemas.microsoft.com/office/drawing/2014/main" id="{A5E7189B-7E7C-4D12-9314-7C16ECE1AB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3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7" name="直線コネクタ 113706">
                    <a:extLst>
                      <a:ext uri="{FF2B5EF4-FFF2-40B4-BE49-F238E27FC236}">
                        <a16:creationId xmlns:a16="http://schemas.microsoft.com/office/drawing/2014/main" id="{C7C9E964-8035-4E35-9AF6-AAD1FCBB98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37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8" name="直線コネクタ 113707">
                    <a:extLst>
                      <a:ext uri="{FF2B5EF4-FFF2-40B4-BE49-F238E27FC236}">
                        <a16:creationId xmlns:a16="http://schemas.microsoft.com/office/drawing/2014/main" id="{5889016E-86CA-4A72-938D-96C9BABA9C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1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09" name="直線コネクタ 113708">
                    <a:extLst>
                      <a:ext uri="{FF2B5EF4-FFF2-40B4-BE49-F238E27FC236}">
                        <a16:creationId xmlns:a16="http://schemas.microsoft.com/office/drawing/2014/main" id="{8AB17CA1-8A16-446D-AA02-11E96C0016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4590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0" name="直線コネクタ 113709">
                    <a:extLst>
                      <a:ext uri="{FF2B5EF4-FFF2-40B4-BE49-F238E27FC236}">
                        <a16:creationId xmlns:a16="http://schemas.microsoft.com/office/drawing/2014/main" id="{38FFEB85-DCB8-4673-85FD-617B2FC01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0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1" name="直線コネクタ 113710">
                    <a:extLst>
                      <a:ext uri="{FF2B5EF4-FFF2-40B4-BE49-F238E27FC236}">
                        <a16:creationId xmlns:a16="http://schemas.microsoft.com/office/drawing/2014/main" id="{BAA0EC1A-16A2-49BD-A4CF-FD6CF21B70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47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2" name="直線コネクタ 113711">
                    <a:extLst>
                      <a:ext uri="{FF2B5EF4-FFF2-40B4-BE49-F238E27FC236}">
                        <a16:creationId xmlns:a16="http://schemas.microsoft.com/office/drawing/2014/main" id="{3D3E45E4-1B12-4436-85A3-990E10F556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590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3" name="直線コネクタ 113712">
                    <a:extLst>
                      <a:ext uri="{FF2B5EF4-FFF2-40B4-BE49-F238E27FC236}">
                        <a16:creationId xmlns:a16="http://schemas.microsoft.com/office/drawing/2014/main" id="{26A5BFF7-4B91-4092-B108-E7A6032863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33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4" name="直線コネクタ 113713">
                    <a:extLst>
                      <a:ext uri="{FF2B5EF4-FFF2-40B4-BE49-F238E27FC236}">
                        <a16:creationId xmlns:a16="http://schemas.microsoft.com/office/drawing/2014/main" id="{528F9D29-B267-4983-95F5-092A7252A5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676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5" name="直線コネクタ 113714">
                    <a:extLst>
                      <a:ext uri="{FF2B5EF4-FFF2-40B4-BE49-F238E27FC236}">
                        <a16:creationId xmlns:a16="http://schemas.microsoft.com/office/drawing/2014/main" id="{3FC7C0EC-B8D6-49B3-9001-F8850CE4A1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20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6" name="直線コネクタ 113715">
                    <a:extLst>
                      <a:ext uri="{FF2B5EF4-FFF2-40B4-BE49-F238E27FC236}">
                        <a16:creationId xmlns:a16="http://schemas.microsoft.com/office/drawing/2014/main" id="{2108C09E-23A4-4077-8986-22FB33B6FB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763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7" name="直線コネクタ 113716">
                    <a:extLst>
                      <a:ext uri="{FF2B5EF4-FFF2-40B4-BE49-F238E27FC236}">
                        <a16:creationId xmlns:a16="http://schemas.microsoft.com/office/drawing/2014/main" id="{575CBEB9-8322-4A81-9194-12CC4F7254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06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8" name="直線コネクタ 113717">
                    <a:extLst>
                      <a:ext uri="{FF2B5EF4-FFF2-40B4-BE49-F238E27FC236}">
                        <a16:creationId xmlns:a16="http://schemas.microsoft.com/office/drawing/2014/main" id="{3A98AFC5-02CC-4C17-8829-9D4FD8A9D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478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19" name="直線コネクタ 113718">
                    <a:extLst>
                      <a:ext uri="{FF2B5EF4-FFF2-40B4-BE49-F238E27FC236}">
                        <a16:creationId xmlns:a16="http://schemas.microsoft.com/office/drawing/2014/main" id="{0C72DD85-EC93-427B-9500-9026EBDFD3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892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0" name="直線コネクタ 113719">
                    <a:extLst>
                      <a:ext uri="{FF2B5EF4-FFF2-40B4-BE49-F238E27FC236}">
                        <a16:creationId xmlns:a16="http://schemas.microsoft.com/office/drawing/2014/main" id="{12527FCB-AE6C-4F23-9408-2541A2045F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36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1" name="直線コネクタ 113720">
                    <a:extLst>
                      <a:ext uri="{FF2B5EF4-FFF2-40B4-BE49-F238E27FC236}">
                        <a16:creationId xmlns:a16="http://schemas.microsoft.com/office/drawing/2014/main" id="{8F503FAC-EC75-46CF-AAD7-BA16FF6D27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4979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2" name="直線コネクタ 113721">
                    <a:extLst>
                      <a:ext uri="{FF2B5EF4-FFF2-40B4-BE49-F238E27FC236}">
                        <a16:creationId xmlns:a16="http://schemas.microsoft.com/office/drawing/2014/main" id="{51E0DC0E-92EE-44E8-92F3-0E02A222C6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22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3" name="直線コネクタ 113722">
                    <a:extLst>
                      <a:ext uri="{FF2B5EF4-FFF2-40B4-BE49-F238E27FC236}">
                        <a16:creationId xmlns:a16="http://schemas.microsoft.com/office/drawing/2014/main" id="{0FDB52A9-1EA2-47A6-8EEA-BCA9B04FE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065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4" name="直線コネクタ 113723">
                    <a:extLst>
                      <a:ext uri="{FF2B5EF4-FFF2-40B4-BE49-F238E27FC236}">
                        <a16:creationId xmlns:a16="http://schemas.microsoft.com/office/drawing/2014/main" id="{2070A9F0-F356-4D59-B501-D41CAE37BD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08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5" name="直線コネクタ 113724">
                    <a:extLst>
                      <a:ext uri="{FF2B5EF4-FFF2-40B4-BE49-F238E27FC236}">
                        <a16:creationId xmlns:a16="http://schemas.microsoft.com/office/drawing/2014/main" id="{46010859-9046-411B-AB86-324BBBA3C0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52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6" name="直線コネクタ 113725">
                    <a:extLst>
                      <a:ext uri="{FF2B5EF4-FFF2-40B4-BE49-F238E27FC236}">
                        <a16:creationId xmlns:a16="http://schemas.microsoft.com/office/drawing/2014/main" id="{1A227A10-A2DD-483E-A96D-980A033F7D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195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7" name="直線コネクタ 113726">
                    <a:extLst>
                      <a:ext uri="{FF2B5EF4-FFF2-40B4-BE49-F238E27FC236}">
                        <a16:creationId xmlns:a16="http://schemas.microsoft.com/office/drawing/2014/main" id="{3AD2596C-0A59-4992-92C2-F524937360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366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8" name="直線コネクタ 113727">
                    <a:extLst>
                      <a:ext uri="{FF2B5EF4-FFF2-40B4-BE49-F238E27FC236}">
                        <a16:creationId xmlns:a16="http://schemas.microsoft.com/office/drawing/2014/main" id="{A220F04F-181C-4CA0-BCCE-4A8FDF3903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281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29" name="直線コネクタ 113728">
                    <a:extLst>
                      <a:ext uri="{FF2B5EF4-FFF2-40B4-BE49-F238E27FC236}">
                        <a16:creationId xmlns:a16="http://schemas.microsoft.com/office/drawing/2014/main" id="{7C1680CF-151D-42C0-9BC5-7E34BBEAFD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24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0" name="直線コネクタ 113729">
                    <a:extLst>
                      <a:ext uri="{FF2B5EF4-FFF2-40B4-BE49-F238E27FC236}">
                        <a16:creationId xmlns:a16="http://schemas.microsoft.com/office/drawing/2014/main" id="{48BC83AA-AACA-4B75-8EC8-BDF249A1D7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368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1" name="直線コネクタ 113730">
                    <a:extLst>
                      <a:ext uri="{FF2B5EF4-FFF2-40B4-BE49-F238E27FC236}">
                        <a16:creationId xmlns:a16="http://schemas.microsoft.com/office/drawing/2014/main" id="{32B63A29-C02C-4383-8C83-6DC216470FA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113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2" name="直線コネクタ 113731">
                    <a:extLst>
                      <a:ext uri="{FF2B5EF4-FFF2-40B4-BE49-F238E27FC236}">
                        <a16:creationId xmlns:a16="http://schemas.microsoft.com/office/drawing/2014/main" id="{BD7D639A-A58C-4BB4-975E-1CA0AC349B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545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3" name="直線コネクタ 113732">
                    <a:extLst>
                      <a:ext uri="{FF2B5EF4-FFF2-40B4-BE49-F238E27FC236}">
                        <a16:creationId xmlns:a16="http://schemas.microsoft.com/office/drawing/2014/main" id="{F36205B5-25B0-4DB4-95BA-FBAF069AD3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4977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4" name="直線コネクタ 113733">
                    <a:extLst>
                      <a:ext uri="{FF2B5EF4-FFF2-40B4-BE49-F238E27FC236}">
                        <a16:creationId xmlns:a16="http://schemas.microsoft.com/office/drawing/2014/main" id="{5B015C4E-E59F-491A-B53C-32F43517FB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409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5" name="直線コネクタ 113734">
                    <a:extLst>
                      <a:ext uri="{FF2B5EF4-FFF2-40B4-BE49-F238E27FC236}">
                        <a16:creationId xmlns:a16="http://schemas.microsoft.com/office/drawing/2014/main" id="{886E0F15-ABCF-4FC4-92C0-A758487C86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584198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6" name="直線コネクタ 113735">
                    <a:extLst>
                      <a:ext uri="{FF2B5EF4-FFF2-40B4-BE49-F238E27FC236}">
                        <a16:creationId xmlns:a16="http://schemas.microsoft.com/office/drawing/2014/main" id="{579AD3A5-3B24-436A-8EE1-2D54714339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4287002" y="5625432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7" name="直線コネクタ 113736">
                    <a:extLst>
                      <a:ext uri="{FF2B5EF4-FFF2-40B4-BE49-F238E27FC236}">
                        <a16:creationId xmlns:a16="http://schemas.microsoft.com/office/drawing/2014/main" id="{13A4AEE3-B626-45D1-B1C3-96FDD13482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670000"/>
                    <a:ext cx="842400" cy="842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8" name="直線コネクタ 113737">
                    <a:extLst>
                      <a:ext uri="{FF2B5EF4-FFF2-40B4-BE49-F238E27FC236}">
                        <a16:creationId xmlns:a16="http://schemas.microsoft.com/office/drawing/2014/main" id="{539C1774-A2B3-41C1-B641-B7F5079F654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13200"/>
                    <a:ext cx="799328" cy="799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39" name="直線コネクタ 113738">
                    <a:extLst>
                      <a:ext uri="{FF2B5EF4-FFF2-40B4-BE49-F238E27FC236}">
                        <a16:creationId xmlns:a16="http://schemas.microsoft.com/office/drawing/2014/main" id="{719A71E5-6A86-4271-8093-A6D3D62EA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56400"/>
                    <a:ext cx="756250" cy="756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0" name="直線コネクタ 113739">
                    <a:extLst>
                      <a:ext uri="{FF2B5EF4-FFF2-40B4-BE49-F238E27FC236}">
                        <a16:creationId xmlns:a16="http://schemas.microsoft.com/office/drawing/2014/main" id="{B9E3842D-BE3F-461D-B68E-0EB74269CE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799599"/>
                    <a:ext cx="712800" cy="712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1" name="直線コネクタ 113740">
                    <a:extLst>
                      <a:ext uri="{FF2B5EF4-FFF2-40B4-BE49-F238E27FC236}">
                        <a16:creationId xmlns:a16="http://schemas.microsoft.com/office/drawing/2014/main" id="{CFC3A46F-B217-4F72-8E0B-E36CC8F421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5842800"/>
                    <a:ext cx="669600" cy="6694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2" name="直線コネクタ 113741">
                    <a:extLst>
                      <a:ext uri="{FF2B5EF4-FFF2-40B4-BE49-F238E27FC236}">
                        <a16:creationId xmlns:a16="http://schemas.microsoft.com/office/drawing/2014/main" id="{047B13CC-4B18-41AF-8D8E-5C795C05DB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886000"/>
                    <a:ext cx="624523" cy="626281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3" name="直線コネクタ 113742">
                    <a:extLst>
                      <a:ext uri="{FF2B5EF4-FFF2-40B4-BE49-F238E27FC236}">
                        <a16:creationId xmlns:a16="http://schemas.microsoft.com/office/drawing/2014/main" id="{06041479-1F6E-4028-807E-F25FBA16BE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600" y="5929200"/>
                    <a:ext cx="581446" cy="583083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4" name="直線コネクタ 113743">
                    <a:extLst>
                      <a:ext uri="{FF2B5EF4-FFF2-40B4-BE49-F238E27FC236}">
                        <a16:creationId xmlns:a16="http://schemas.microsoft.com/office/drawing/2014/main" id="{1519D867-63AF-4D96-80F6-E49CAB237C1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>
                    <a:off x="4287599" y="6013634"/>
                    <a:ext cx="500400" cy="501809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5" name="直線コネクタ 113744">
                    <a:extLst>
                      <a:ext uri="{FF2B5EF4-FFF2-40B4-BE49-F238E27FC236}">
                        <a16:creationId xmlns:a16="http://schemas.microsoft.com/office/drawing/2014/main" id="{F795BCDD-138A-4E9F-A14F-EC586AAD6A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287599" y="6058799"/>
                    <a:ext cx="453600" cy="453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6" name="直線コネクタ 113745">
                    <a:extLst>
                      <a:ext uri="{FF2B5EF4-FFF2-40B4-BE49-F238E27FC236}">
                        <a16:creationId xmlns:a16="http://schemas.microsoft.com/office/drawing/2014/main" id="{705D3B33-4CC5-435C-B38F-BC74133BB54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22" y="6102577"/>
                    <a:ext cx="411554" cy="410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7" name="直線コネクタ 113746">
                    <a:extLst>
                      <a:ext uri="{FF2B5EF4-FFF2-40B4-BE49-F238E27FC236}">
                        <a16:creationId xmlns:a16="http://schemas.microsoft.com/office/drawing/2014/main" id="{270E0048-7151-4FCD-956E-B3293D58346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083" y="6145717"/>
                    <a:ext cx="368233" cy="367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8" name="直線コネクタ 113747">
                    <a:extLst>
                      <a:ext uri="{FF2B5EF4-FFF2-40B4-BE49-F238E27FC236}">
                        <a16:creationId xmlns:a16="http://schemas.microsoft.com/office/drawing/2014/main" id="{EED4B23B-3CD5-4E0B-AF31-C30E9E19394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144" y="6188856"/>
                    <a:ext cx="324911" cy="324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49" name="直線コネクタ 113748">
                    <a:extLst>
                      <a:ext uri="{FF2B5EF4-FFF2-40B4-BE49-F238E27FC236}">
                        <a16:creationId xmlns:a16="http://schemas.microsoft.com/office/drawing/2014/main" id="{AAAC5C29-3605-490E-AC1F-090A489C4CB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04" y="6231995"/>
                    <a:ext cx="281590" cy="280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0" name="直線コネクタ 113749">
                    <a:extLst>
                      <a:ext uri="{FF2B5EF4-FFF2-40B4-BE49-F238E27FC236}">
                        <a16:creationId xmlns:a16="http://schemas.microsoft.com/office/drawing/2014/main" id="{C0A508EB-47D2-4830-AE1F-BBB16A2A3DA5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265" y="6275134"/>
                    <a:ext cx="238268" cy="237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1" name="直線コネクタ 113750">
                    <a:extLst>
                      <a:ext uri="{FF2B5EF4-FFF2-40B4-BE49-F238E27FC236}">
                        <a16:creationId xmlns:a16="http://schemas.microsoft.com/office/drawing/2014/main" id="{724AE7DB-0040-47EC-BB06-EEC264D0D82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26" y="6318274"/>
                    <a:ext cx="194947" cy="1944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2" name="直線コネクタ 113751">
                    <a:extLst>
                      <a:ext uri="{FF2B5EF4-FFF2-40B4-BE49-F238E27FC236}">
                        <a16:creationId xmlns:a16="http://schemas.microsoft.com/office/drawing/2014/main" id="{83E69E9F-A398-4AF9-94A8-02CEA69A749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387" y="6361413"/>
                    <a:ext cx="151625" cy="1512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3" name="直線コネクタ 113752">
                    <a:extLst>
                      <a:ext uri="{FF2B5EF4-FFF2-40B4-BE49-F238E27FC236}">
                        <a16:creationId xmlns:a16="http://schemas.microsoft.com/office/drawing/2014/main" id="{5F773A7B-7D0A-47D2-945C-D5C195988F5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447" y="6402586"/>
                    <a:ext cx="108304" cy="1080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4" name="直線コネクタ 113753">
                    <a:extLst>
                      <a:ext uri="{FF2B5EF4-FFF2-40B4-BE49-F238E27FC236}">
                        <a16:creationId xmlns:a16="http://schemas.microsoft.com/office/drawing/2014/main" id="{24917134-927A-41AB-99B0-12B999A06A5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08" y="6447691"/>
                    <a:ext cx="64982" cy="6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5" name="直線コネクタ 113754">
                    <a:extLst>
                      <a:ext uri="{FF2B5EF4-FFF2-40B4-BE49-F238E27FC236}">
                        <a16:creationId xmlns:a16="http://schemas.microsoft.com/office/drawing/2014/main" id="{46F44A7D-A081-4A27-8A18-3CD79F0FB34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5400000" flipV="1">
                    <a:off x="4287569" y="6490831"/>
                    <a:ext cx="21661" cy="216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6" name="直線コネクタ 113755">
                    <a:extLst>
                      <a:ext uri="{FF2B5EF4-FFF2-40B4-BE49-F238E27FC236}">
                        <a16:creationId xmlns:a16="http://schemas.microsoft.com/office/drawing/2014/main" id="{BDEE482D-E068-461F-BBDD-FA0451409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8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7" name="直線コネクタ 113756">
                    <a:extLst>
                      <a:ext uri="{FF2B5EF4-FFF2-40B4-BE49-F238E27FC236}">
                        <a16:creationId xmlns:a16="http://schemas.microsoft.com/office/drawing/2014/main" id="{300715D0-109D-4CAE-9C6F-5A19C0874B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604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8" name="直線コネクタ 113757">
                    <a:extLst>
                      <a:ext uri="{FF2B5EF4-FFF2-40B4-BE49-F238E27FC236}">
                        <a16:creationId xmlns:a16="http://schemas.microsoft.com/office/drawing/2014/main" id="{C23A789D-CFAF-4EEC-B5BC-C1161FB3F9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9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59" name="直線コネクタ 113758">
                    <a:extLst>
                      <a:ext uri="{FF2B5EF4-FFF2-40B4-BE49-F238E27FC236}">
                        <a16:creationId xmlns:a16="http://schemas.microsoft.com/office/drawing/2014/main" id="{FAA30B99-D842-491E-9550-D324194517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5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0" name="直線コネクタ 113759">
                    <a:extLst>
                      <a:ext uri="{FF2B5EF4-FFF2-40B4-BE49-F238E27FC236}">
                        <a16:creationId xmlns:a16="http://schemas.microsoft.com/office/drawing/2014/main" id="{1CF6972B-DB92-4638-928D-86A0943C93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9153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1" name="直線コネクタ 113760">
                    <a:extLst>
                      <a:ext uri="{FF2B5EF4-FFF2-40B4-BE49-F238E27FC236}">
                        <a16:creationId xmlns:a16="http://schemas.microsoft.com/office/drawing/2014/main" id="{C0BB98CB-14C4-42C7-994C-70F59CCE2C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7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2" name="直線コネクタ 113761">
                    <a:extLst>
                      <a:ext uri="{FF2B5EF4-FFF2-40B4-BE49-F238E27FC236}">
                        <a16:creationId xmlns:a16="http://schemas.microsoft.com/office/drawing/2014/main" id="{1CC59BAE-B984-4EB9-AEEC-7BE2A3A3D6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826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3" name="直線コネクタ 113762">
                    <a:extLst>
                      <a:ext uri="{FF2B5EF4-FFF2-40B4-BE49-F238E27FC236}">
                        <a16:creationId xmlns:a16="http://schemas.microsoft.com/office/drawing/2014/main" id="{53D57616-5310-477D-A3A9-66BA96127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83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4" name="直線コネクタ 113763">
                    <a:extLst>
                      <a:ext uri="{FF2B5EF4-FFF2-40B4-BE49-F238E27FC236}">
                        <a16:creationId xmlns:a16="http://schemas.microsoft.com/office/drawing/2014/main" id="{A0F5C31F-1050-4734-9825-EBF2040BEE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740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5" name="直線コネクタ 113764">
                    <a:extLst>
                      <a:ext uri="{FF2B5EF4-FFF2-40B4-BE49-F238E27FC236}">
                        <a16:creationId xmlns:a16="http://schemas.microsoft.com/office/drawing/2014/main" id="{D8403C6A-D144-4CC4-B2A5-1803238640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97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6" name="直線コネクタ 113765">
                    <a:extLst>
                      <a:ext uri="{FF2B5EF4-FFF2-40B4-BE49-F238E27FC236}">
                        <a16:creationId xmlns:a16="http://schemas.microsoft.com/office/drawing/2014/main" id="{E811577A-7137-4191-A3B2-12BC2EBE0C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54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7" name="直線コネクタ 113766">
                    <a:extLst>
                      <a:ext uri="{FF2B5EF4-FFF2-40B4-BE49-F238E27FC236}">
                        <a16:creationId xmlns:a16="http://schemas.microsoft.com/office/drawing/2014/main" id="{4C838AE8-53BB-49DD-9A8C-660FD51FE3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610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8" name="直線コネクタ 113767">
                    <a:extLst>
                      <a:ext uri="{FF2B5EF4-FFF2-40B4-BE49-F238E27FC236}">
                        <a16:creationId xmlns:a16="http://schemas.microsoft.com/office/drawing/2014/main" id="{9E19E4CD-DC4D-4356-B6E5-D864B2F208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67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69" name="直線コネクタ 113768">
                    <a:extLst>
                      <a:ext uri="{FF2B5EF4-FFF2-40B4-BE49-F238E27FC236}">
                        <a16:creationId xmlns:a16="http://schemas.microsoft.com/office/drawing/2014/main" id="{6A8C6045-1EC4-4256-913B-6697BC8148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5265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0" name="直線コネクタ 113769">
                    <a:extLst>
                      <a:ext uri="{FF2B5EF4-FFF2-40B4-BE49-F238E27FC236}">
                        <a16:creationId xmlns:a16="http://schemas.microsoft.com/office/drawing/2014/main" id="{208C9F1B-9AEC-47A7-8FDA-BEF2BC64B5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81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1" name="直線コネクタ 113770">
                    <a:extLst>
                      <a:ext uri="{FF2B5EF4-FFF2-40B4-BE49-F238E27FC236}">
                        <a16:creationId xmlns:a16="http://schemas.microsoft.com/office/drawing/2014/main" id="{B88F62BF-C7C9-4734-B4F4-B48025CEAB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438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2" name="直線コネクタ 113771">
                    <a:extLst>
                      <a:ext uri="{FF2B5EF4-FFF2-40B4-BE49-F238E27FC236}">
                        <a16:creationId xmlns:a16="http://schemas.microsoft.com/office/drawing/2014/main" id="{D67808B3-7B2B-4770-88A6-09A59DD713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4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3" name="直線コネクタ 113772">
                    <a:extLst>
                      <a:ext uri="{FF2B5EF4-FFF2-40B4-BE49-F238E27FC236}">
                        <a16:creationId xmlns:a16="http://schemas.microsoft.com/office/drawing/2014/main" id="{1D7FB3EA-EEE7-4EBF-941C-F2AAA0AB9B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51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4" name="直線コネクタ 113773">
                    <a:extLst>
                      <a:ext uri="{FF2B5EF4-FFF2-40B4-BE49-F238E27FC236}">
                        <a16:creationId xmlns:a16="http://schemas.microsoft.com/office/drawing/2014/main" id="{EE0FB4C0-4EF2-4697-9354-DBE2B8F219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08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5" name="直線コネクタ 113774">
                    <a:extLst>
                      <a:ext uri="{FF2B5EF4-FFF2-40B4-BE49-F238E27FC236}">
                        <a16:creationId xmlns:a16="http://schemas.microsoft.com/office/drawing/2014/main" id="{A2B29208-71E0-4330-AF7B-278810CCF8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65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6" name="直線コネクタ 113775">
                    <a:extLst>
                      <a:ext uri="{FF2B5EF4-FFF2-40B4-BE49-F238E27FC236}">
                        <a16:creationId xmlns:a16="http://schemas.microsoft.com/office/drawing/2014/main" id="{5617C871-5475-4BB0-8F26-3B86B8756A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222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7" name="直線コネクタ 113776">
                    <a:extLst>
                      <a:ext uri="{FF2B5EF4-FFF2-40B4-BE49-F238E27FC236}">
                        <a16:creationId xmlns:a16="http://schemas.microsoft.com/office/drawing/2014/main" id="{9D1CB082-FDA8-4690-B994-CA03A5CCB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78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8" name="直線コネクタ 113777">
                    <a:extLst>
                      <a:ext uri="{FF2B5EF4-FFF2-40B4-BE49-F238E27FC236}">
                        <a16:creationId xmlns:a16="http://schemas.microsoft.com/office/drawing/2014/main" id="{7F8F8386-89FD-497F-8C21-80F610A033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1377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79" name="直線コネクタ 113778">
                    <a:extLst>
                      <a:ext uri="{FF2B5EF4-FFF2-40B4-BE49-F238E27FC236}">
                        <a16:creationId xmlns:a16="http://schemas.microsoft.com/office/drawing/2014/main" id="{E49B4229-9705-4C7C-B07B-0A8B4FC7D8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92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0" name="直線コネクタ 113779">
                    <a:extLst>
                      <a:ext uri="{FF2B5EF4-FFF2-40B4-BE49-F238E27FC236}">
                        <a16:creationId xmlns:a16="http://schemas.microsoft.com/office/drawing/2014/main" id="{88390FDA-17AA-4782-A1EB-7CAC7A5255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49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1" name="直線コネクタ 113780">
                    <a:extLst>
                      <a:ext uri="{FF2B5EF4-FFF2-40B4-BE49-F238E27FC236}">
                        <a16:creationId xmlns:a16="http://schemas.microsoft.com/office/drawing/2014/main" id="{D1C4CADB-1261-4100-9546-34E8752229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006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2" name="直線コネクタ 113781">
                    <a:extLst>
                      <a:ext uri="{FF2B5EF4-FFF2-40B4-BE49-F238E27FC236}">
                        <a16:creationId xmlns:a16="http://schemas.microsoft.com/office/drawing/2014/main" id="{C9AD4A9B-537A-41EA-B656-212BE3165E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629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3" name="直線コネクタ 113782">
                    <a:extLst>
                      <a:ext uri="{FF2B5EF4-FFF2-40B4-BE49-F238E27FC236}">
                        <a16:creationId xmlns:a16="http://schemas.microsoft.com/office/drawing/2014/main" id="{1C5A90B1-595A-4A4D-BFF9-99FA10F8DE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9197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4" name="直線コネクタ 113783">
                    <a:extLst>
                      <a:ext uri="{FF2B5EF4-FFF2-40B4-BE49-F238E27FC236}">
                        <a16:creationId xmlns:a16="http://schemas.microsoft.com/office/drawing/2014/main" id="{AE425543-2778-4228-BBB0-B704F7CD82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765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5" name="直線コネクタ 113784">
                    <a:extLst>
                      <a:ext uri="{FF2B5EF4-FFF2-40B4-BE49-F238E27FC236}">
                        <a16:creationId xmlns:a16="http://schemas.microsoft.com/office/drawing/2014/main" id="{B7C2FA8C-B9B3-40D5-964B-5AD01F0904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8333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6" name="直線コネクタ 113785">
                    <a:extLst>
                      <a:ext uri="{FF2B5EF4-FFF2-40B4-BE49-F238E27FC236}">
                        <a16:creationId xmlns:a16="http://schemas.microsoft.com/office/drawing/2014/main" id="{AFEF745D-F7FC-409E-9976-29ECBDBFF9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90167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7" name="直線コネクタ 113786">
                    <a:extLst>
                      <a:ext uri="{FF2B5EF4-FFF2-40B4-BE49-F238E27FC236}">
                        <a16:creationId xmlns:a16="http://schemas.microsoft.com/office/drawing/2014/main" id="{D9878C2B-6A22-45A8-83A9-9D8C373A85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4748933" y="6087363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8" name="直線コネクタ 113787">
                    <a:extLst>
                      <a:ext uri="{FF2B5EF4-FFF2-40B4-BE49-F238E27FC236}">
                        <a16:creationId xmlns:a16="http://schemas.microsoft.com/office/drawing/2014/main" id="{869D84F6-DC03-42B0-9B53-CF53122626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4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89" name="直線コネクタ 113788">
                    <a:extLst>
                      <a:ext uri="{FF2B5EF4-FFF2-40B4-BE49-F238E27FC236}">
                        <a16:creationId xmlns:a16="http://schemas.microsoft.com/office/drawing/2014/main" id="{88CEFCD9-A428-48C4-8584-C5A78A169C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600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0" name="直線コネクタ 113789">
                    <a:extLst>
                      <a:ext uri="{FF2B5EF4-FFF2-40B4-BE49-F238E27FC236}">
                        <a16:creationId xmlns:a16="http://schemas.microsoft.com/office/drawing/2014/main" id="{3AA3B19C-5FA6-4D74-AE82-961B6DD9E3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5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1" name="直線コネクタ 113790">
                    <a:extLst>
                      <a:ext uri="{FF2B5EF4-FFF2-40B4-BE49-F238E27FC236}">
                        <a16:creationId xmlns:a16="http://schemas.microsoft.com/office/drawing/2014/main" id="{43A2D1C3-9ABD-40BC-A09B-FE473E38EA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9159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2" name="直線コネクタ 113791">
                    <a:extLst>
                      <a:ext uri="{FF2B5EF4-FFF2-40B4-BE49-F238E27FC236}">
                        <a16:creationId xmlns:a16="http://schemas.microsoft.com/office/drawing/2014/main" id="{49F6EC7B-261F-4707-8272-1DA19570D2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7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3" name="直線コネクタ 113792">
                    <a:extLst>
                      <a:ext uri="{FF2B5EF4-FFF2-40B4-BE49-F238E27FC236}">
                        <a16:creationId xmlns:a16="http://schemas.microsoft.com/office/drawing/2014/main" id="{3643D847-ED22-4816-9EAB-C915B98C77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827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4" name="直線コネクタ 113793">
                    <a:extLst>
                      <a:ext uri="{FF2B5EF4-FFF2-40B4-BE49-F238E27FC236}">
                        <a16:creationId xmlns:a16="http://schemas.microsoft.com/office/drawing/2014/main" id="{9FA915AA-217E-407C-8E6F-F2DD3287D8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84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5" name="直線コネクタ 113794">
                    <a:extLst>
                      <a:ext uri="{FF2B5EF4-FFF2-40B4-BE49-F238E27FC236}">
                        <a16:creationId xmlns:a16="http://schemas.microsoft.com/office/drawing/2014/main" id="{335E8405-2ED3-48D5-B0E0-60B98BAC17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741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6" name="直線コネクタ 113795">
                    <a:extLst>
                      <a:ext uri="{FF2B5EF4-FFF2-40B4-BE49-F238E27FC236}">
                        <a16:creationId xmlns:a16="http://schemas.microsoft.com/office/drawing/2014/main" id="{D5C02914-2FC1-4676-A386-D2F3F5F16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97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7" name="直線コネクタ 113796">
                    <a:extLst>
                      <a:ext uri="{FF2B5EF4-FFF2-40B4-BE49-F238E27FC236}">
                        <a16:creationId xmlns:a16="http://schemas.microsoft.com/office/drawing/2014/main" id="{C49D7C6A-B0D6-475A-B9AD-982CD0F349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54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8" name="直線コネクタ 113797">
                    <a:extLst>
                      <a:ext uri="{FF2B5EF4-FFF2-40B4-BE49-F238E27FC236}">
                        <a16:creationId xmlns:a16="http://schemas.microsoft.com/office/drawing/2014/main" id="{90D58CC4-48DF-43A4-A83A-04418973A8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611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799" name="直線コネクタ 113798">
                    <a:extLst>
                      <a:ext uri="{FF2B5EF4-FFF2-40B4-BE49-F238E27FC236}">
                        <a16:creationId xmlns:a16="http://schemas.microsoft.com/office/drawing/2014/main" id="{7C70FC26-2459-4F70-BFFA-38BB7032A1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68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0" name="直線コネクタ 113799">
                    <a:extLst>
                      <a:ext uri="{FF2B5EF4-FFF2-40B4-BE49-F238E27FC236}">
                        <a16:creationId xmlns:a16="http://schemas.microsoft.com/office/drawing/2014/main" id="{29DE2B42-7BF8-4993-8E59-157E52D975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5271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1" name="直線コネクタ 113800">
                    <a:extLst>
                      <a:ext uri="{FF2B5EF4-FFF2-40B4-BE49-F238E27FC236}">
                        <a16:creationId xmlns:a16="http://schemas.microsoft.com/office/drawing/2014/main" id="{AEA12CFC-F338-422A-B787-3720983B2B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81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2" name="直線コネクタ 113801">
                    <a:extLst>
                      <a:ext uri="{FF2B5EF4-FFF2-40B4-BE49-F238E27FC236}">
                        <a16:creationId xmlns:a16="http://schemas.microsoft.com/office/drawing/2014/main" id="{792F8912-36B4-47E8-BE4E-03C61922EC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438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3" name="直線コネクタ 113802">
                    <a:extLst>
                      <a:ext uri="{FF2B5EF4-FFF2-40B4-BE49-F238E27FC236}">
                        <a16:creationId xmlns:a16="http://schemas.microsoft.com/office/drawing/2014/main" id="{1996ECD8-C058-4825-A287-0988E25245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95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4" name="直線コネクタ 113803">
                    <a:extLst>
                      <a:ext uri="{FF2B5EF4-FFF2-40B4-BE49-F238E27FC236}">
                        <a16:creationId xmlns:a16="http://schemas.microsoft.com/office/drawing/2014/main" id="{4B4F9C21-D0B8-452A-A9C7-23AA2CBA69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52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5" name="直線コネクタ 113804">
                    <a:extLst>
                      <a:ext uri="{FF2B5EF4-FFF2-40B4-BE49-F238E27FC236}">
                        <a16:creationId xmlns:a16="http://schemas.microsoft.com/office/drawing/2014/main" id="{91AE4CA9-914B-4783-AF2C-2CA0722170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309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6" name="直線コネクタ 113805">
                    <a:extLst>
                      <a:ext uri="{FF2B5EF4-FFF2-40B4-BE49-F238E27FC236}">
                        <a16:creationId xmlns:a16="http://schemas.microsoft.com/office/drawing/2014/main" id="{10CC72D0-BCB0-4952-AC82-C5B1A50FEB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65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7" name="直線コネクタ 113806">
                    <a:extLst>
                      <a:ext uri="{FF2B5EF4-FFF2-40B4-BE49-F238E27FC236}">
                        <a16:creationId xmlns:a16="http://schemas.microsoft.com/office/drawing/2014/main" id="{D3E068E2-1CA2-4CAB-8B8B-7DEF7ADB81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222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8" name="直線コネクタ 113807">
                    <a:extLst>
                      <a:ext uri="{FF2B5EF4-FFF2-40B4-BE49-F238E27FC236}">
                        <a16:creationId xmlns:a16="http://schemas.microsoft.com/office/drawing/2014/main" id="{21420BE9-D51A-4A13-8DB7-178055AC87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79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09" name="直線コネクタ 113808">
                    <a:extLst>
                      <a:ext uri="{FF2B5EF4-FFF2-40B4-BE49-F238E27FC236}">
                        <a16:creationId xmlns:a16="http://schemas.microsoft.com/office/drawing/2014/main" id="{DC511570-4E07-43A1-9BA4-C7EE014302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1383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0" name="直線コネクタ 113809">
                    <a:extLst>
                      <a:ext uri="{FF2B5EF4-FFF2-40B4-BE49-F238E27FC236}">
                        <a16:creationId xmlns:a16="http://schemas.microsoft.com/office/drawing/2014/main" id="{2880F054-F38F-45C8-8CEC-40926463FD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93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1" name="直線コネクタ 113810">
                    <a:extLst>
                      <a:ext uri="{FF2B5EF4-FFF2-40B4-BE49-F238E27FC236}">
                        <a16:creationId xmlns:a16="http://schemas.microsoft.com/office/drawing/2014/main" id="{997AC158-0908-4E96-BFAC-ACCEFE6BA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49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2" name="直線コネクタ 113811">
                    <a:extLst>
                      <a:ext uri="{FF2B5EF4-FFF2-40B4-BE49-F238E27FC236}">
                        <a16:creationId xmlns:a16="http://schemas.microsoft.com/office/drawing/2014/main" id="{5881A05A-5D84-44F7-8FFB-31FB1072D7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5006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3" name="直線コネクタ 113812">
                    <a:extLst>
                      <a:ext uri="{FF2B5EF4-FFF2-40B4-BE49-F238E27FC236}">
                        <a16:creationId xmlns:a16="http://schemas.microsoft.com/office/drawing/2014/main" id="{27DF6016-13F5-417D-A8C9-D8890AAD47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635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4" name="直線コネクタ 113813">
                    <a:extLst>
                      <a:ext uri="{FF2B5EF4-FFF2-40B4-BE49-F238E27FC236}">
                        <a16:creationId xmlns:a16="http://schemas.microsoft.com/office/drawing/2014/main" id="{EDE91B85-94E3-45EC-AA01-BEA57A2F1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9203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5" name="直線コネクタ 113814">
                    <a:extLst>
                      <a:ext uri="{FF2B5EF4-FFF2-40B4-BE49-F238E27FC236}">
                        <a16:creationId xmlns:a16="http://schemas.microsoft.com/office/drawing/2014/main" id="{DC45B05F-D451-497D-8895-A1DCCFDEB5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771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6" name="直線コネクタ 113815">
                    <a:extLst>
                      <a:ext uri="{FF2B5EF4-FFF2-40B4-BE49-F238E27FC236}">
                        <a16:creationId xmlns:a16="http://schemas.microsoft.com/office/drawing/2014/main" id="{348576A3-F91F-4C81-8894-A3501DD2FC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8339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7" name="直線コネクタ 113816">
                    <a:extLst>
                      <a:ext uri="{FF2B5EF4-FFF2-40B4-BE49-F238E27FC236}">
                        <a16:creationId xmlns:a16="http://schemas.microsoft.com/office/drawing/2014/main" id="{5BF720DB-EBFA-41D9-A254-942313BE70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90764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818" name="直線コネクタ 113817">
                    <a:extLst>
                      <a:ext uri="{FF2B5EF4-FFF2-40B4-BE49-F238E27FC236}">
                        <a16:creationId xmlns:a16="http://schemas.microsoft.com/office/drawing/2014/main" id="{19A5C99E-1E2F-4FB2-8DC9-58A7E0B28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6086765" y="4749530"/>
                    <a:ext cx="425995" cy="424800"/>
                  </a:xfrm>
                  <a:prstGeom prst="line">
                    <a:avLst/>
                  </a:prstGeom>
                  <a:ln w="1905">
                    <a:solidFill>
                      <a:schemeClr val="bg1">
                        <a:lumMod val="50000"/>
                      </a:schemeClr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3819" name="グループ化 113818">
                    <a:extLst>
                      <a:ext uri="{FF2B5EF4-FFF2-40B4-BE49-F238E27FC236}">
                        <a16:creationId xmlns:a16="http://schemas.microsoft.com/office/drawing/2014/main" id="{3DAD6532-E874-47C6-83FE-6B422AE68BB3}"/>
                      </a:ext>
                    </a:extLst>
                  </p:cNvPr>
                  <p:cNvGrpSpPr/>
                  <p:nvPr/>
                </p:nvGrpSpPr>
                <p:grpSpPr>
                  <a:xfrm rot="16200000" flipH="1">
                    <a:off x="5612082" y="5311594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3995" name="直線コネクタ 113994">
                      <a:extLst>
                        <a:ext uri="{FF2B5EF4-FFF2-40B4-BE49-F238E27FC236}">
                          <a16:creationId xmlns:a16="http://schemas.microsoft.com/office/drawing/2014/main" id="{AFB46EDF-2CFB-40C8-80BB-E0E7E35359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96" name="直線コネクタ 113995">
                      <a:extLst>
                        <a:ext uri="{FF2B5EF4-FFF2-40B4-BE49-F238E27FC236}">
                          <a16:creationId xmlns:a16="http://schemas.microsoft.com/office/drawing/2014/main" id="{AD282D47-6E63-496F-9441-AD1AE05853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97" name="直線コネクタ 113996">
                      <a:extLst>
                        <a:ext uri="{FF2B5EF4-FFF2-40B4-BE49-F238E27FC236}">
                          <a16:creationId xmlns:a16="http://schemas.microsoft.com/office/drawing/2014/main" id="{3ADBE03F-BF4A-4AFA-B90C-8CA1093A1F9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98" name="直線コネクタ 113997">
                      <a:extLst>
                        <a:ext uri="{FF2B5EF4-FFF2-40B4-BE49-F238E27FC236}">
                          <a16:creationId xmlns:a16="http://schemas.microsoft.com/office/drawing/2014/main" id="{CD215510-2029-46B9-BB61-C8B2CA498E3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99" name="直線コネクタ 113998">
                      <a:extLst>
                        <a:ext uri="{FF2B5EF4-FFF2-40B4-BE49-F238E27FC236}">
                          <a16:creationId xmlns:a16="http://schemas.microsoft.com/office/drawing/2014/main" id="{D6222619-0C21-454B-9E44-A7F4C58D3E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0" name="直線コネクタ 113999">
                      <a:extLst>
                        <a:ext uri="{FF2B5EF4-FFF2-40B4-BE49-F238E27FC236}">
                          <a16:creationId xmlns:a16="http://schemas.microsoft.com/office/drawing/2014/main" id="{8C9B0F94-A46B-40D5-A330-D819632477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1" name="直線コネクタ 114000">
                      <a:extLst>
                        <a:ext uri="{FF2B5EF4-FFF2-40B4-BE49-F238E27FC236}">
                          <a16:creationId xmlns:a16="http://schemas.microsoft.com/office/drawing/2014/main" id="{16C7AF9F-7D55-4498-8B84-61F4D3598EC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2" name="直線コネクタ 114001">
                      <a:extLst>
                        <a:ext uri="{FF2B5EF4-FFF2-40B4-BE49-F238E27FC236}">
                          <a16:creationId xmlns:a16="http://schemas.microsoft.com/office/drawing/2014/main" id="{DAE39128-84C6-4233-964A-A675F73A6E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3" name="直線コネクタ 114002">
                      <a:extLst>
                        <a:ext uri="{FF2B5EF4-FFF2-40B4-BE49-F238E27FC236}">
                          <a16:creationId xmlns:a16="http://schemas.microsoft.com/office/drawing/2014/main" id="{43CC985D-C779-4AD5-97ED-F058BA021B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4" name="直線コネクタ 114003">
                      <a:extLst>
                        <a:ext uri="{FF2B5EF4-FFF2-40B4-BE49-F238E27FC236}">
                          <a16:creationId xmlns:a16="http://schemas.microsoft.com/office/drawing/2014/main" id="{22E7DF09-DE0D-45CD-8525-D063E54F7A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5" name="直線コネクタ 114004">
                      <a:extLst>
                        <a:ext uri="{FF2B5EF4-FFF2-40B4-BE49-F238E27FC236}">
                          <a16:creationId xmlns:a16="http://schemas.microsoft.com/office/drawing/2014/main" id="{73FCCFD3-7F6B-4464-A7D2-8BEFD22E18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6" name="直線コネクタ 114005">
                      <a:extLst>
                        <a:ext uri="{FF2B5EF4-FFF2-40B4-BE49-F238E27FC236}">
                          <a16:creationId xmlns:a16="http://schemas.microsoft.com/office/drawing/2014/main" id="{D1C65AA1-F8F0-47CC-A6C0-E21FFF2812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7" name="直線コネクタ 114006">
                      <a:extLst>
                        <a:ext uri="{FF2B5EF4-FFF2-40B4-BE49-F238E27FC236}">
                          <a16:creationId xmlns:a16="http://schemas.microsoft.com/office/drawing/2014/main" id="{6718C6EF-2BC2-483F-B3A8-972B379B673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8" name="直線コネクタ 114007">
                      <a:extLst>
                        <a:ext uri="{FF2B5EF4-FFF2-40B4-BE49-F238E27FC236}">
                          <a16:creationId xmlns:a16="http://schemas.microsoft.com/office/drawing/2014/main" id="{AAEF16E7-3E87-474A-82A0-D866EBF229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09" name="直線コネクタ 114008">
                      <a:extLst>
                        <a:ext uri="{FF2B5EF4-FFF2-40B4-BE49-F238E27FC236}">
                          <a16:creationId xmlns:a16="http://schemas.microsoft.com/office/drawing/2014/main" id="{3781AB3A-0750-4E28-8074-7F0BA682852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0" name="直線コネクタ 114009">
                      <a:extLst>
                        <a:ext uri="{FF2B5EF4-FFF2-40B4-BE49-F238E27FC236}">
                          <a16:creationId xmlns:a16="http://schemas.microsoft.com/office/drawing/2014/main" id="{D1D18E5C-AC36-407B-9557-AF34DB19F8B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1" name="直線コネクタ 114010">
                      <a:extLst>
                        <a:ext uri="{FF2B5EF4-FFF2-40B4-BE49-F238E27FC236}">
                          <a16:creationId xmlns:a16="http://schemas.microsoft.com/office/drawing/2014/main" id="{2859B70F-6789-4F6E-9246-D554D0939D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2" name="直線コネクタ 114011">
                      <a:extLst>
                        <a:ext uri="{FF2B5EF4-FFF2-40B4-BE49-F238E27FC236}">
                          <a16:creationId xmlns:a16="http://schemas.microsoft.com/office/drawing/2014/main" id="{EA941B24-9F97-4CFB-A6F9-4DE7E2E1BA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3" name="直線コネクタ 114012">
                      <a:extLst>
                        <a:ext uri="{FF2B5EF4-FFF2-40B4-BE49-F238E27FC236}">
                          <a16:creationId xmlns:a16="http://schemas.microsoft.com/office/drawing/2014/main" id="{72426852-5E09-4514-867A-2C658E08A8B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4" name="直線コネクタ 114013">
                      <a:extLst>
                        <a:ext uri="{FF2B5EF4-FFF2-40B4-BE49-F238E27FC236}">
                          <a16:creationId xmlns:a16="http://schemas.microsoft.com/office/drawing/2014/main" id="{372AA53E-7EA5-4DE1-BFF7-B18DBB3D45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5" name="直線コネクタ 114014">
                      <a:extLst>
                        <a:ext uri="{FF2B5EF4-FFF2-40B4-BE49-F238E27FC236}">
                          <a16:creationId xmlns:a16="http://schemas.microsoft.com/office/drawing/2014/main" id="{154C0D50-BA2F-458D-831E-8C17181A0D4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6" name="直線コネクタ 114015">
                      <a:extLst>
                        <a:ext uri="{FF2B5EF4-FFF2-40B4-BE49-F238E27FC236}">
                          <a16:creationId xmlns:a16="http://schemas.microsoft.com/office/drawing/2014/main" id="{27EDC23C-1ACF-46C9-A2FB-0E94D4D07DD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7" name="直線コネクタ 114016">
                      <a:extLst>
                        <a:ext uri="{FF2B5EF4-FFF2-40B4-BE49-F238E27FC236}">
                          <a16:creationId xmlns:a16="http://schemas.microsoft.com/office/drawing/2014/main" id="{31CF0440-D7CB-497D-9EDE-ADD00CBAF1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8" name="直線コネクタ 114017">
                      <a:extLst>
                        <a:ext uri="{FF2B5EF4-FFF2-40B4-BE49-F238E27FC236}">
                          <a16:creationId xmlns:a16="http://schemas.microsoft.com/office/drawing/2014/main" id="{94B077CC-7E3A-44A1-BAB2-45FE301A4F2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19" name="直線コネクタ 114018">
                      <a:extLst>
                        <a:ext uri="{FF2B5EF4-FFF2-40B4-BE49-F238E27FC236}">
                          <a16:creationId xmlns:a16="http://schemas.microsoft.com/office/drawing/2014/main" id="{C895FB76-866A-4EDE-993E-844D7907C9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0" name="直線コネクタ 114019">
                      <a:extLst>
                        <a:ext uri="{FF2B5EF4-FFF2-40B4-BE49-F238E27FC236}">
                          <a16:creationId xmlns:a16="http://schemas.microsoft.com/office/drawing/2014/main" id="{4AD79F9A-FD89-4693-A479-4A96451AB8F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1" name="直線コネクタ 114020">
                      <a:extLst>
                        <a:ext uri="{FF2B5EF4-FFF2-40B4-BE49-F238E27FC236}">
                          <a16:creationId xmlns:a16="http://schemas.microsoft.com/office/drawing/2014/main" id="{8C378905-BD68-4928-B8D4-8F45FC61E21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2" name="直線コネクタ 114021">
                      <a:extLst>
                        <a:ext uri="{FF2B5EF4-FFF2-40B4-BE49-F238E27FC236}">
                          <a16:creationId xmlns:a16="http://schemas.microsoft.com/office/drawing/2014/main" id="{949E5ADA-1A23-47DE-B465-3148B472B0B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3" name="直線コネクタ 114022">
                      <a:extLst>
                        <a:ext uri="{FF2B5EF4-FFF2-40B4-BE49-F238E27FC236}">
                          <a16:creationId xmlns:a16="http://schemas.microsoft.com/office/drawing/2014/main" id="{C5F08D8E-D61B-43B1-AFAB-FB444A03B7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4" name="直線コネクタ 114023">
                      <a:extLst>
                        <a:ext uri="{FF2B5EF4-FFF2-40B4-BE49-F238E27FC236}">
                          <a16:creationId xmlns:a16="http://schemas.microsoft.com/office/drawing/2014/main" id="{D49C3ACC-D34C-4C95-B523-FE0B1E6D8C1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5" name="直線コネクタ 114024">
                      <a:extLst>
                        <a:ext uri="{FF2B5EF4-FFF2-40B4-BE49-F238E27FC236}">
                          <a16:creationId xmlns:a16="http://schemas.microsoft.com/office/drawing/2014/main" id="{73EFA722-D829-4969-807A-BF552E0723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6" name="直線コネクタ 114025">
                      <a:extLst>
                        <a:ext uri="{FF2B5EF4-FFF2-40B4-BE49-F238E27FC236}">
                          <a16:creationId xmlns:a16="http://schemas.microsoft.com/office/drawing/2014/main" id="{A6D6B9E2-093A-4235-86BD-CF66F881B33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7" name="直線コネクタ 114026">
                      <a:extLst>
                        <a:ext uri="{FF2B5EF4-FFF2-40B4-BE49-F238E27FC236}">
                          <a16:creationId xmlns:a16="http://schemas.microsoft.com/office/drawing/2014/main" id="{C509C9C8-560E-4CC1-A59A-3A2295D357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8" name="直線コネクタ 114027">
                      <a:extLst>
                        <a:ext uri="{FF2B5EF4-FFF2-40B4-BE49-F238E27FC236}">
                          <a16:creationId xmlns:a16="http://schemas.microsoft.com/office/drawing/2014/main" id="{1075B79B-93E7-4EB8-99A5-4CB840264D2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29" name="直線コネクタ 114028">
                      <a:extLst>
                        <a:ext uri="{FF2B5EF4-FFF2-40B4-BE49-F238E27FC236}">
                          <a16:creationId xmlns:a16="http://schemas.microsoft.com/office/drawing/2014/main" id="{CB37175E-7CF4-435D-A052-1178F4B11E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30" name="直線コネクタ 114029">
                      <a:extLst>
                        <a:ext uri="{FF2B5EF4-FFF2-40B4-BE49-F238E27FC236}">
                          <a16:creationId xmlns:a16="http://schemas.microsoft.com/office/drawing/2014/main" id="{221ADE01-42B4-48F4-93C4-2FC0EBC0248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31" name="直線コネクタ 114030">
                      <a:extLst>
                        <a:ext uri="{FF2B5EF4-FFF2-40B4-BE49-F238E27FC236}">
                          <a16:creationId xmlns:a16="http://schemas.microsoft.com/office/drawing/2014/main" id="{C8F408C9-4068-4B01-AF19-7CC331F6768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32" name="直線コネクタ 114031">
                      <a:extLst>
                        <a:ext uri="{FF2B5EF4-FFF2-40B4-BE49-F238E27FC236}">
                          <a16:creationId xmlns:a16="http://schemas.microsoft.com/office/drawing/2014/main" id="{DDF85F82-6350-4E78-ABF5-2973EFC654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33" name="直線コネクタ 114032">
                      <a:extLst>
                        <a:ext uri="{FF2B5EF4-FFF2-40B4-BE49-F238E27FC236}">
                          <a16:creationId xmlns:a16="http://schemas.microsoft.com/office/drawing/2014/main" id="{E1C0E697-5FD5-4FE9-9851-997E3B12034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34" name="直線コネクタ 114033">
                      <a:extLst>
                        <a:ext uri="{FF2B5EF4-FFF2-40B4-BE49-F238E27FC236}">
                          <a16:creationId xmlns:a16="http://schemas.microsoft.com/office/drawing/2014/main" id="{0E11EAA9-8F96-40FC-B2E5-8F50E35FCA1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35" name="直線コネクタ 114034">
                      <a:extLst>
                        <a:ext uri="{FF2B5EF4-FFF2-40B4-BE49-F238E27FC236}">
                          <a16:creationId xmlns:a16="http://schemas.microsoft.com/office/drawing/2014/main" id="{01B567CE-36F4-4244-9275-90FC11CC4C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4036" name="直線コネクタ 114035">
                      <a:extLst>
                        <a:ext uri="{FF2B5EF4-FFF2-40B4-BE49-F238E27FC236}">
                          <a16:creationId xmlns:a16="http://schemas.microsoft.com/office/drawing/2014/main" id="{25095544-0381-4642-81D3-B0C58DEFF4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820" name="グループ化 113819">
                    <a:extLst>
                      <a:ext uri="{FF2B5EF4-FFF2-40B4-BE49-F238E27FC236}">
                        <a16:creationId xmlns:a16="http://schemas.microsoft.com/office/drawing/2014/main" id="{8450D386-C45D-4C21-9F88-72FD01180C84}"/>
                      </a:ext>
                    </a:extLst>
                  </p:cNvPr>
                  <p:cNvGrpSpPr/>
                  <p:nvPr/>
                </p:nvGrpSpPr>
                <p:grpSpPr>
                  <a:xfrm>
                    <a:off x="4287481" y="4287481"/>
                    <a:ext cx="2224800" cy="2224800"/>
                    <a:chOff x="3599881" y="3599881"/>
                    <a:chExt cx="3600000" cy="3600000"/>
                  </a:xfrm>
                </p:grpSpPr>
                <p:sp>
                  <p:nvSpPr>
                    <p:cNvPr id="113986" name="正方形/長方形 113985">
                      <a:extLst>
                        <a:ext uri="{FF2B5EF4-FFF2-40B4-BE49-F238E27FC236}">
                          <a16:creationId xmlns:a16="http://schemas.microsoft.com/office/drawing/2014/main" id="{CB3D1776-72ED-4002-8A71-94F7A9C4F5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881" y="3599881"/>
                      <a:ext cx="3600000" cy="36000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3987" name="正方形/長方形 113986">
                      <a:extLst>
                        <a:ext uri="{FF2B5EF4-FFF2-40B4-BE49-F238E27FC236}">
                          <a16:creationId xmlns:a16="http://schemas.microsoft.com/office/drawing/2014/main" id="{23E9BB4D-E3FA-458C-9935-714758304B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3812400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3988" name="正方形/長方形 113987">
                      <a:extLst>
                        <a:ext uri="{FF2B5EF4-FFF2-40B4-BE49-F238E27FC236}">
                          <a16:creationId xmlns:a16="http://schemas.microsoft.com/office/drawing/2014/main" id="{0C9343B3-47FC-4E0D-AAE0-310900351F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287481" y="6724562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3989" name="正方形/長方形 113988">
                      <a:extLst>
                        <a:ext uri="{FF2B5EF4-FFF2-40B4-BE49-F238E27FC236}">
                          <a16:creationId xmlns:a16="http://schemas.microsoft.com/office/drawing/2014/main" id="{90A73600-BC7D-4CEA-AA99-B7BC833B439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5400000">
                      <a:off x="5743562" y="5268481"/>
                      <a:ext cx="2224799" cy="262799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3990" name="正方形/長方形 113989">
                      <a:extLst>
                        <a:ext uri="{FF2B5EF4-FFF2-40B4-BE49-F238E27FC236}">
                          <a16:creationId xmlns:a16="http://schemas.microsoft.com/office/drawing/2014/main" id="{2C6F7F09-F367-44AF-93EC-4AEF2FFB2A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 rot="16200000">
                      <a:off x="2831400" y="5268481"/>
                      <a:ext cx="2224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3991" name="正方形/長方形 113990">
                      <a:extLst>
                        <a:ext uri="{FF2B5EF4-FFF2-40B4-BE49-F238E27FC236}">
                          <a16:creationId xmlns:a16="http://schemas.microsoft.com/office/drawing/2014/main" id="{C8467669-6A2B-4A89-BC3B-276A1C8F41A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3992" name="正方形/長方形 113991">
                      <a:extLst>
                        <a:ext uri="{FF2B5EF4-FFF2-40B4-BE49-F238E27FC236}">
                          <a16:creationId xmlns:a16="http://schemas.microsoft.com/office/drawing/2014/main" id="{1C957B9A-3C32-49A5-B656-7E5BBF424F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3812400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3993" name="正方形/長方形 113992">
                      <a:extLst>
                        <a:ext uri="{FF2B5EF4-FFF2-40B4-BE49-F238E27FC236}">
                          <a16:creationId xmlns:a16="http://schemas.microsoft.com/office/drawing/2014/main" id="{E29EC2DA-735E-4C5E-B4AD-9C2386EA13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67245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13994" name="正方形/長方形 113993">
                      <a:extLst>
                        <a:ext uri="{FF2B5EF4-FFF2-40B4-BE49-F238E27FC236}">
                          <a16:creationId xmlns:a16="http://schemas.microsoft.com/office/drawing/2014/main" id="{E97F45E0-0E95-4530-B364-9D14039E74A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12162" y="6724681"/>
                      <a:ext cx="262800" cy="262800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113821" name="グループ化 113820">
                    <a:extLst>
                      <a:ext uri="{FF2B5EF4-FFF2-40B4-BE49-F238E27FC236}">
                        <a16:creationId xmlns:a16="http://schemas.microsoft.com/office/drawing/2014/main" id="{AF4166F9-B133-45DD-8945-08F558246C44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3978" name="直線コネクタ 113977">
                      <a:extLst>
                        <a:ext uri="{FF2B5EF4-FFF2-40B4-BE49-F238E27FC236}">
                          <a16:creationId xmlns:a16="http://schemas.microsoft.com/office/drawing/2014/main" id="{B546C513-9583-4C83-8C8F-60CEDEC38B8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79" name="直線コネクタ 113978">
                      <a:extLst>
                        <a:ext uri="{FF2B5EF4-FFF2-40B4-BE49-F238E27FC236}">
                          <a16:creationId xmlns:a16="http://schemas.microsoft.com/office/drawing/2014/main" id="{A9FD5954-6128-4F67-9CDB-019F9FDF65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80" name="直線コネクタ 113979">
                      <a:extLst>
                        <a:ext uri="{FF2B5EF4-FFF2-40B4-BE49-F238E27FC236}">
                          <a16:creationId xmlns:a16="http://schemas.microsoft.com/office/drawing/2014/main" id="{53547363-C029-4D64-B8E9-83B4294CC14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81" name="直線コネクタ 113980">
                      <a:extLst>
                        <a:ext uri="{FF2B5EF4-FFF2-40B4-BE49-F238E27FC236}">
                          <a16:creationId xmlns:a16="http://schemas.microsoft.com/office/drawing/2014/main" id="{88D5DA49-4D9E-4A6E-A873-0D36C02D94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82" name="直線コネクタ 113981">
                      <a:extLst>
                        <a:ext uri="{FF2B5EF4-FFF2-40B4-BE49-F238E27FC236}">
                          <a16:creationId xmlns:a16="http://schemas.microsoft.com/office/drawing/2014/main" id="{1A6E57A9-A03F-4AE1-9F12-C5C98339F42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83" name="直線コネクタ 113982">
                      <a:extLst>
                        <a:ext uri="{FF2B5EF4-FFF2-40B4-BE49-F238E27FC236}">
                          <a16:creationId xmlns:a16="http://schemas.microsoft.com/office/drawing/2014/main" id="{D62668AD-F58E-410B-AA36-C77F1F802BA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84" name="直線コネクタ 113983">
                      <a:extLst>
                        <a:ext uri="{FF2B5EF4-FFF2-40B4-BE49-F238E27FC236}">
                          <a16:creationId xmlns:a16="http://schemas.microsoft.com/office/drawing/2014/main" id="{72FEB829-59BD-4CE0-8350-B43F5D4950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85" name="直線コネクタ 113984">
                      <a:extLst>
                        <a:ext uri="{FF2B5EF4-FFF2-40B4-BE49-F238E27FC236}">
                          <a16:creationId xmlns:a16="http://schemas.microsoft.com/office/drawing/2014/main" id="{42DEC822-C343-4D74-BE8B-A93422EBEC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822" name="グループ化 113821">
                    <a:extLst>
                      <a:ext uri="{FF2B5EF4-FFF2-40B4-BE49-F238E27FC236}">
                        <a16:creationId xmlns:a16="http://schemas.microsoft.com/office/drawing/2014/main" id="{A8DAF69F-529F-43F8-95BB-2B2E24FF795C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4414086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3970" name="直線コネクタ 113969">
                      <a:extLst>
                        <a:ext uri="{FF2B5EF4-FFF2-40B4-BE49-F238E27FC236}">
                          <a16:creationId xmlns:a16="http://schemas.microsoft.com/office/drawing/2014/main" id="{8C822465-ED1D-41A1-BAB6-4DD2145A96C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71" name="直線コネクタ 113970">
                      <a:extLst>
                        <a:ext uri="{FF2B5EF4-FFF2-40B4-BE49-F238E27FC236}">
                          <a16:creationId xmlns:a16="http://schemas.microsoft.com/office/drawing/2014/main" id="{B8BEF662-D91C-4D06-938A-210B9A3B4F0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72" name="直線コネクタ 113971">
                      <a:extLst>
                        <a:ext uri="{FF2B5EF4-FFF2-40B4-BE49-F238E27FC236}">
                          <a16:creationId xmlns:a16="http://schemas.microsoft.com/office/drawing/2014/main" id="{024885F3-4EB0-4E74-906B-8C27C6728D9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73" name="直線コネクタ 113972">
                      <a:extLst>
                        <a:ext uri="{FF2B5EF4-FFF2-40B4-BE49-F238E27FC236}">
                          <a16:creationId xmlns:a16="http://schemas.microsoft.com/office/drawing/2014/main" id="{0083DE25-3087-438D-A7B1-1EFAD1B436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74" name="直線コネクタ 113973">
                      <a:extLst>
                        <a:ext uri="{FF2B5EF4-FFF2-40B4-BE49-F238E27FC236}">
                          <a16:creationId xmlns:a16="http://schemas.microsoft.com/office/drawing/2014/main" id="{DF3AA963-7DA6-45FB-90B2-E8F394087C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75" name="直線コネクタ 113974">
                      <a:extLst>
                        <a:ext uri="{FF2B5EF4-FFF2-40B4-BE49-F238E27FC236}">
                          <a16:creationId xmlns:a16="http://schemas.microsoft.com/office/drawing/2014/main" id="{9CD5733A-16AB-4E2D-A399-FB7A0E1EBC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76" name="直線コネクタ 113975">
                      <a:extLst>
                        <a:ext uri="{FF2B5EF4-FFF2-40B4-BE49-F238E27FC236}">
                          <a16:creationId xmlns:a16="http://schemas.microsoft.com/office/drawing/2014/main" id="{6D38CB95-A65B-4A50-89D5-F4C4A6EF1C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77" name="直線コネクタ 113976">
                      <a:extLst>
                        <a:ext uri="{FF2B5EF4-FFF2-40B4-BE49-F238E27FC236}">
                          <a16:creationId xmlns:a16="http://schemas.microsoft.com/office/drawing/2014/main" id="{E7DE289F-3998-4074-89BC-C84055D4622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823" name="グループ化 113822">
                    <a:extLst>
                      <a:ext uri="{FF2B5EF4-FFF2-40B4-BE49-F238E27FC236}">
                        <a16:creationId xmlns:a16="http://schemas.microsoft.com/office/drawing/2014/main" id="{8C9A5B59-F89E-4C5B-A580-66880FB25E96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4414086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3928" name="直線コネクタ 113927">
                      <a:extLst>
                        <a:ext uri="{FF2B5EF4-FFF2-40B4-BE49-F238E27FC236}">
                          <a16:creationId xmlns:a16="http://schemas.microsoft.com/office/drawing/2014/main" id="{E1A311A9-A814-4C94-8356-A640D63F61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9" name="直線コネクタ 113928">
                      <a:extLst>
                        <a:ext uri="{FF2B5EF4-FFF2-40B4-BE49-F238E27FC236}">
                          <a16:creationId xmlns:a16="http://schemas.microsoft.com/office/drawing/2014/main" id="{99764218-C1D4-4BF2-BC49-7E0E12A05A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0" name="直線コネクタ 113929">
                      <a:extLst>
                        <a:ext uri="{FF2B5EF4-FFF2-40B4-BE49-F238E27FC236}">
                          <a16:creationId xmlns:a16="http://schemas.microsoft.com/office/drawing/2014/main" id="{94D4A764-1486-477D-9EE8-2984EF83FBB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1" name="直線コネクタ 113930">
                      <a:extLst>
                        <a:ext uri="{FF2B5EF4-FFF2-40B4-BE49-F238E27FC236}">
                          <a16:creationId xmlns:a16="http://schemas.microsoft.com/office/drawing/2014/main" id="{21C2FB12-D11B-453D-AA92-A569B79478D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2" name="直線コネクタ 113931">
                      <a:extLst>
                        <a:ext uri="{FF2B5EF4-FFF2-40B4-BE49-F238E27FC236}">
                          <a16:creationId xmlns:a16="http://schemas.microsoft.com/office/drawing/2014/main" id="{30D1033C-3926-492F-B4F0-696FE637D18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3" name="直線コネクタ 113932">
                      <a:extLst>
                        <a:ext uri="{FF2B5EF4-FFF2-40B4-BE49-F238E27FC236}">
                          <a16:creationId xmlns:a16="http://schemas.microsoft.com/office/drawing/2014/main" id="{D756A219-164D-4B42-A541-AACCADC6616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4" name="直線コネクタ 113933">
                      <a:extLst>
                        <a:ext uri="{FF2B5EF4-FFF2-40B4-BE49-F238E27FC236}">
                          <a16:creationId xmlns:a16="http://schemas.microsoft.com/office/drawing/2014/main" id="{C3EE251B-F5BE-408E-9BBD-67AB9B9EDE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5" name="直線コネクタ 113934">
                      <a:extLst>
                        <a:ext uri="{FF2B5EF4-FFF2-40B4-BE49-F238E27FC236}">
                          <a16:creationId xmlns:a16="http://schemas.microsoft.com/office/drawing/2014/main" id="{757E868F-8993-4C8D-96AB-C7E489CD39D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6" name="直線コネクタ 113935">
                      <a:extLst>
                        <a:ext uri="{FF2B5EF4-FFF2-40B4-BE49-F238E27FC236}">
                          <a16:creationId xmlns:a16="http://schemas.microsoft.com/office/drawing/2014/main" id="{DB37219A-33DA-4AEA-9D1A-A6CAEC35ACA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7" name="直線コネクタ 113936">
                      <a:extLst>
                        <a:ext uri="{FF2B5EF4-FFF2-40B4-BE49-F238E27FC236}">
                          <a16:creationId xmlns:a16="http://schemas.microsoft.com/office/drawing/2014/main" id="{8A5A7D36-B035-4E7A-8CF8-639CF8F277F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8" name="直線コネクタ 113937">
                      <a:extLst>
                        <a:ext uri="{FF2B5EF4-FFF2-40B4-BE49-F238E27FC236}">
                          <a16:creationId xmlns:a16="http://schemas.microsoft.com/office/drawing/2014/main" id="{A83FE5E7-B4C9-4528-A886-C7F8CC2B0F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39" name="直線コネクタ 113938">
                      <a:extLst>
                        <a:ext uri="{FF2B5EF4-FFF2-40B4-BE49-F238E27FC236}">
                          <a16:creationId xmlns:a16="http://schemas.microsoft.com/office/drawing/2014/main" id="{B553D23C-5C5F-44E8-B625-7DC19A83A18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0" name="直線コネクタ 113939">
                      <a:extLst>
                        <a:ext uri="{FF2B5EF4-FFF2-40B4-BE49-F238E27FC236}">
                          <a16:creationId xmlns:a16="http://schemas.microsoft.com/office/drawing/2014/main" id="{A0C89E72-70AF-4F08-907A-A25AE3D060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1" name="直線コネクタ 113940">
                      <a:extLst>
                        <a:ext uri="{FF2B5EF4-FFF2-40B4-BE49-F238E27FC236}">
                          <a16:creationId xmlns:a16="http://schemas.microsoft.com/office/drawing/2014/main" id="{BF0E2E6F-C591-42D1-B5AE-EAFF18F980C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2" name="直線コネクタ 113941">
                      <a:extLst>
                        <a:ext uri="{FF2B5EF4-FFF2-40B4-BE49-F238E27FC236}">
                          <a16:creationId xmlns:a16="http://schemas.microsoft.com/office/drawing/2014/main" id="{95F5FE67-CFEF-4A21-A7B1-71F23E5AE1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3" name="直線コネクタ 113942">
                      <a:extLst>
                        <a:ext uri="{FF2B5EF4-FFF2-40B4-BE49-F238E27FC236}">
                          <a16:creationId xmlns:a16="http://schemas.microsoft.com/office/drawing/2014/main" id="{E90D42D4-7E2C-43C1-B6B2-D269EB02073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4" name="直線コネクタ 113943">
                      <a:extLst>
                        <a:ext uri="{FF2B5EF4-FFF2-40B4-BE49-F238E27FC236}">
                          <a16:creationId xmlns:a16="http://schemas.microsoft.com/office/drawing/2014/main" id="{A45F1B59-F756-4163-8E05-E418F9B1D8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5" name="直線コネクタ 113944">
                      <a:extLst>
                        <a:ext uri="{FF2B5EF4-FFF2-40B4-BE49-F238E27FC236}">
                          <a16:creationId xmlns:a16="http://schemas.microsoft.com/office/drawing/2014/main" id="{55EE8557-2898-46DC-A7A2-DFB6082B18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6" name="直線コネクタ 113945">
                      <a:extLst>
                        <a:ext uri="{FF2B5EF4-FFF2-40B4-BE49-F238E27FC236}">
                          <a16:creationId xmlns:a16="http://schemas.microsoft.com/office/drawing/2014/main" id="{2FCA2778-FF05-467B-B499-5817CD28F4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7" name="直線コネクタ 113946">
                      <a:extLst>
                        <a:ext uri="{FF2B5EF4-FFF2-40B4-BE49-F238E27FC236}">
                          <a16:creationId xmlns:a16="http://schemas.microsoft.com/office/drawing/2014/main" id="{FBCFF4D5-A3D5-40A1-B88A-60B7B0C89A6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8" name="直線コネクタ 113947">
                      <a:extLst>
                        <a:ext uri="{FF2B5EF4-FFF2-40B4-BE49-F238E27FC236}">
                          <a16:creationId xmlns:a16="http://schemas.microsoft.com/office/drawing/2014/main" id="{43D11E68-1C2C-4D84-B283-6721DF6414C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49" name="直線コネクタ 113948">
                      <a:extLst>
                        <a:ext uri="{FF2B5EF4-FFF2-40B4-BE49-F238E27FC236}">
                          <a16:creationId xmlns:a16="http://schemas.microsoft.com/office/drawing/2014/main" id="{FAF1F535-B6BF-4940-8829-A5B87282DBD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0" name="直線コネクタ 113949">
                      <a:extLst>
                        <a:ext uri="{FF2B5EF4-FFF2-40B4-BE49-F238E27FC236}">
                          <a16:creationId xmlns:a16="http://schemas.microsoft.com/office/drawing/2014/main" id="{D5CEF3C4-ECF2-44C1-ADC3-3B7E430CF4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1" name="直線コネクタ 113950">
                      <a:extLst>
                        <a:ext uri="{FF2B5EF4-FFF2-40B4-BE49-F238E27FC236}">
                          <a16:creationId xmlns:a16="http://schemas.microsoft.com/office/drawing/2014/main" id="{CB43EC0C-2D7D-409F-8158-8522202DDB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2" name="直線コネクタ 113951">
                      <a:extLst>
                        <a:ext uri="{FF2B5EF4-FFF2-40B4-BE49-F238E27FC236}">
                          <a16:creationId xmlns:a16="http://schemas.microsoft.com/office/drawing/2014/main" id="{260AB684-BA75-4061-8665-204AE762D00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3" name="直線コネクタ 113952">
                      <a:extLst>
                        <a:ext uri="{FF2B5EF4-FFF2-40B4-BE49-F238E27FC236}">
                          <a16:creationId xmlns:a16="http://schemas.microsoft.com/office/drawing/2014/main" id="{267B6B8D-1C87-49A3-AF78-0B38C46AD2E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4" name="直線コネクタ 113953">
                      <a:extLst>
                        <a:ext uri="{FF2B5EF4-FFF2-40B4-BE49-F238E27FC236}">
                          <a16:creationId xmlns:a16="http://schemas.microsoft.com/office/drawing/2014/main" id="{CC3BFDC9-BF62-432E-9A28-BF2AC5118BC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5" name="直線コネクタ 113954">
                      <a:extLst>
                        <a:ext uri="{FF2B5EF4-FFF2-40B4-BE49-F238E27FC236}">
                          <a16:creationId xmlns:a16="http://schemas.microsoft.com/office/drawing/2014/main" id="{A8656688-76E8-441D-9FAD-09F29456298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6" name="直線コネクタ 113955">
                      <a:extLst>
                        <a:ext uri="{FF2B5EF4-FFF2-40B4-BE49-F238E27FC236}">
                          <a16:creationId xmlns:a16="http://schemas.microsoft.com/office/drawing/2014/main" id="{E68B0198-F15E-404F-84B1-0E914C6E8B5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7" name="直線コネクタ 113956">
                      <a:extLst>
                        <a:ext uri="{FF2B5EF4-FFF2-40B4-BE49-F238E27FC236}">
                          <a16:creationId xmlns:a16="http://schemas.microsoft.com/office/drawing/2014/main" id="{07F0A6E8-564A-4BF0-8044-8691B4602CD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8" name="直線コネクタ 113957">
                      <a:extLst>
                        <a:ext uri="{FF2B5EF4-FFF2-40B4-BE49-F238E27FC236}">
                          <a16:creationId xmlns:a16="http://schemas.microsoft.com/office/drawing/2014/main" id="{54CAFFEC-71DE-4A46-9086-3F9A716F29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59" name="直線コネクタ 113958">
                      <a:extLst>
                        <a:ext uri="{FF2B5EF4-FFF2-40B4-BE49-F238E27FC236}">
                          <a16:creationId xmlns:a16="http://schemas.microsoft.com/office/drawing/2014/main" id="{0F2CEFB2-22DB-4F46-82A8-03789B2E9A8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0" name="直線コネクタ 113959">
                      <a:extLst>
                        <a:ext uri="{FF2B5EF4-FFF2-40B4-BE49-F238E27FC236}">
                          <a16:creationId xmlns:a16="http://schemas.microsoft.com/office/drawing/2014/main" id="{49995A63-582D-4931-9682-121CB740AB6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1" name="直線コネクタ 113960">
                      <a:extLst>
                        <a:ext uri="{FF2B5EF4-FFF2-40B4-BE49-F238E27FC236}">
                          <a16:creationId xmlns:a16="http://schemas.microsoft.com/office/drawing/2014/main" id="{A67C46F5-854D-4C97-996D-F38C3DF6B6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2" name="直線コネクタ 113961">
                      <a:extLst>
                        <a:ext uri="{FF2B5EF4-FFF2-40B4-BE49-F238E27FC236}">
                          <a16:creationId xmlns:a16="http://schemas.microsoft.com/office/drawing/2014/main" id="{B67F4A47-5AE0-4FA4-B7C6-650C7D4C96E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3" name="直線コネクタ 113962">
                      <a:extLst>
                        <a:ext uri="{FF2B5EF4-FFF2-40B4-BE49-F238E27FC236}">
                          <a16:creationId xmlns:a16="http://schemas.microsoft.com/office/drawing/2014/main" id="{0A01EF3E-B59C-41A9-9E13-2C5845BF9EE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4" name="直線コネクタ 113963">
                      <a:extLst>
                        <a:ext uri="{FF2B5EF4-FFF2-40B4-BE49-F238E27FC236}">
                          <a16:creationId xmlns:a16="http://schemas.microsoft.com/office/drawing/2014/main" id="{429E4418-23DC-4BDF-885B-E9C6D66A33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5" name="直線コネクタ 113964">
                      <a:extLst>
                        <a:ext uri="{FF2B5EF4-FFF2-40B4-BE49-F238E27FC236}">
                          <a16:creationId xmlns:a16="http://schemas.microsoft.com/office/drawing/2014/main" id="{29B688BD-1968-4C07-ACC4-BF219FBA3F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6" name="直線コネクタ 113965">
                      <a:extLst>
                        <a:ext uri="{FF2B5EF4-FFF2-40B4-BE49-F238E27FC236}">
                          <a16:creationId xmlns:a16="http://schemas.microsoft.com/office/drawing/2014/main" id="{9D2A261C-439B-4029-830E-4FF7CCCAB08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7" name="直線コネクタ 113966">
                      <a:extLst>
                        <a:ext uri="{FF2B5EF4-FFF2-40B4-BE49-F238E27FC236}">
                          <a16:creationId xmlns:a16="http://schemas.microsoft.com/office/drawing/2014/main" id="{0DDED3F4-A52A-4E5D-B180-35537DB3A34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8" name="直線コネクタ 113967">
                      <a:extLst>
                        <a:ext uri="{FF2B5EF4-FFF2-40B4-BE49-F238E27FC236}">
                          <a16:creationId xmlns:a16="http://schemas.microsoft.com/office/drawing/2014/main" id="{F67FFAAF-B3BC-4666-8A0D-4312911920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69" name="直線コネクタ 113968">
                      <a:extLst>
                        <a:ext uri="{FF2B5EF4-FFF2-40B4-BE49-F238E27FC236}">
                          <a16:creationId xmlns:a16="http://schemas.microsoft.com/office/drawing/2014/main" id="{50524961-5CE5-47AF-A090-A530EAA8CF1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824" name="グループ化 113823">
                    <a:extLst>
                      <a:ext uri="{FF2B5EF4-FFF2-40B4-BE49-F238E27FC236}">
                        <a16:creationId xmlns:a16="http://schemas.microsoft.com/office/drawing/2014/main" id="{CF3FE52D-9C27-49B3-8D75-99BC5F4CB3F6}"/>
                      </a:ext>
                    </a:extLst>
                  </p:cNvPr>
                  <p:cNvGrpSpPr/>
                  <p:nvPr/>
                </p:nvGrpSpPr>
                <p:grpSpPr>
                  <a:xfrm rot="5400000" flipH="1">
                    <a:off x="3809177" y="5311863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3886" name="直線コネクタ 113885">
                      <a:extLst>
                        <a:ext uri="{FF2B5EF4-FFF2-40B4-BE49-F238E27FC236}">
                          <a16:creationId xmlns:a16="http://schemas.microsoft.com/office/drawing/2014/main" id="{7FB03A53-59F4-4598-8CAD-FD237F96C5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7" name="直線コネクタ 113886">
                      <a:extLst>
                        <a:ext uri="{FF2B5EF4-FFF2-40B4-BE49-F238E27FC236}">
                          <a16:creationId xmlns:a16="http://schemas.microsoft.com/office/drawing/2014/main" id="{EBA56D70-184C-4D4C-989D-19A299F094E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8" name="直線コネクタ 113887">
                      <a:extLst>
                        <a:ext uri="{FF2B5EF4-FFF2-40B4-BE49-F238E27FC236}">
                          <a16:creationId xmlns:a16="http://schemas.microsoft.com/office/drawing/2014/main" id="{5853D86B-E1FF-44BA-86A0-F7A843C66D8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9" name="直線コネクタ 113888">
                      <a:extLst>
                        <a:ext uri="{FF2B5EF4-FFF2-40B4-BE49-F238E27FC236}">
                          <a16:creationId xmlns:a16="http://schemas.microsoft.com/office/drawing/2014/main" id="{BCC3E0F1-41E3-4044-8B0D-E5D6DF88FD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0" name="直線コネクタ 113889">
                      <a:extLst>
                        <a:ext uri="{FF2B5EF4-FFF2-40B4-BE49-F238E27FC236}">
                          <a16:creationId xmlns:a16="http://schemas.microsoft.com/office/drawing/2014/main" id="{7FE028FF-AD31-4ECC-8FFA-7CB011F8BE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1" name="直線コネクタ 113890">
                      <a:extLst>
                        <a:ext uri="{FF2B5EF4-FFF2-40B4-BE49-F238E27FC236}">
                          <a16:creationId xmlns:a16="http://schemas.microsoft.com/office/drawing/2014/main" id="{E5DB983F-58A2-4B43-97DF-9D6E6027284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2" name="直線コネクタ 113891">
                      <a:extLst>
                        <a:ext uri="{FF2B5EF4-FFF2-40B4-BE49-F238E27FC236}">
                          <a16:creationId xmlns:a16="http://schemas.microsoft.com/office/drawing/2014/main" id="{A9799327-190A-480D-B5D1-70748B6B2B9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3" name="直線コネクタ 113892">
                      <a:extLst>
                        <a:ext uri="{FF2B5EF4-FFF2-40B4-BE49-F238E27FC236}">
                          <a16:creationId xmlns:a16="http://schemas.microsoft.com/office/drawing/2014/main" id="{683F2713-A258-424F-9A18-963FB8698A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4" name="直線コネクタ 113893">
                      <a:extLst>
                        <a:ext uri="{FF2B5EF4-FFF2-40B4-BE49-F238E27FC236}">
                          <a16:creationId xmlns:a16="http://schemas.microsoft.com/office/drawing/2014/main" id="{17800BE5-B3AA-4B65-8C94-9709D9E40F2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5" name="直線コネクタ 113894">
                      <a:extLst>
                        <a:ext uri="{FF2B5EF4-FFF2-40B4-BE49-F238E27FC236}">
                          <a16:creationId xmlns:a16="http://schemas.microsoft.com/office/drawing/2014/main" id="{1296DDB7-9206-4142-AC1C-08555AC3D3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6" name="直線コネクタ 113895">
                      <a:extLst>
                        <a:ext uri="{FF2B5EF4-FFF2-40B4-BE49-F238E27FC236}">
                          <a16:creationId xmlns:a16="http://schemas.microsoft.com/office/drawing/2014/main" id="{647037FA-2E5F-4E07-8B51-986858C303D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7" name="直線コネクタ 113896">
                      <a:extLst>
                        <a:ext uri="{FF2B5EF4-FFF2-40B4-BE49-F238E27FC236}">
                          <a16:creationId xmlns:a16="http://schemas.microsoft.com/office/drawing/2014/main" id="{1DE28A1A-7AB0-4A41-BF57-34770918109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8" name="直線コネクタ 113897">
                      <a:extLst>
                        <a:ext uri="{FF2B5EF4-FFF2-40B4-BE49-F238E27FC236}">
                          <a16:creationId xmlns:a16="http://schemas.microsoft.com/office/drawing/2014/main" id="{1EA90377-DABD-4CAA-9193-492DD11D230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99" name="直線コネクタ 113898">
                      <a:extLst>
                        <a:ext uri="{FF2B5EF4-FFF2-40B4-BE49-F238E27FC236}">
                          <a16:creationId xmlns:a16="http://schemas.microsoft.com/office/drawing/2014/main" id="{78CBD795-18F2-4075-8C23-F0931201413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0" name="直線コネクタ 113899">
                      <a:extLst>
                        <a:ext uri="{FF2B5EF4-FFF2-40B4-BE49-F238E27FC236}">
                          <a16:creationId xmlns:a16="http://schemas.microsoft.com/office/drawing/2014/main" id="{415A8510-122B-434F-964D-C9CF27B19D6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1" name="直線コネクタ 113900">
                      <a:extLst>
                        <a:ext uri="{FF2B5EF4-FFF2-40B4-BE49-F238E27FC236}">
                          <a16:creationId xmlns:a16="http://schemas.microsoft.com/office/drawing/2014/main" id="{739D5AB9-91CB-41FC-BFFD-F5EFDFC7AB1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2" name="直線コネクタ 113901">
                      <a:extLst>
                        <a:ext uri="{FF2B5EF4-FFF2-40B4-BE49-F238E27FC236}">
                          <a16:creationId xmlns:a16="http://schemas.microsoft.com/office/drawing/2014/main" id="{D6043142-53AE-4FCC-91D1-4F2E9867D53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3" name="直線コネクタ 113902">
                      <a:extLst>
                        <a:ext uri="{FF2B5EF4-FFF2-40B4-BE49-F238E27FC236}">
                          <a16:creationId xmlns:a16="http://schemas.microsoft.com/office/drawing/2014/main" id="{95F4CA78-1DA5-4CE1-9133-1B76B58C16B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4" name="直線コネクタ 113903">
                      <a:extLst>
                        <a:ext uri="{FF2B5EF4-FFF2-40B4-BE49-F238E27FC236}">
                          <a16:creationId xmlns:a16="http://schemas.microsoft.com/office/drawing/2014/main" id="{79154E50-BE2A-45F2-99AF-98835027D6E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5" name="直線コネクタ 113904">
                      <a:extLst>
                        <a:ext uri="{FF2B5EF4-FFF2-40B4-BE49-F238E27FC236}">
                          <a16:creationId xmlns:a16="http://schemas.microsoft.com/office/drawing/2014/main" id="{A619ED7F-2D44-4F0F-8CAE-7BBC4C41C22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6" name="直線コネクタ 113905">
                      <a:extLst>
                        <a:ext uri="{FF2B5EF4-FFF2-40B4-BE49-F238E27FC236}">
                          <a16:creationId xmlns:a16="http://schemas.microsoft.com/office/drawing/2014/main" id="{B4203AF9-9226-4012-A0FB-30E5F31175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7" name="直線コネクタ 113906">
                      <a:extLst>
                        <a:ext uri="{FF2B5EF4-FFF2-40B4-BE49-F238E27FC236}">
                          <a16:creationId xmlns:a16="http://schemas.microsoft.com/office/drawing/2014/main" id="{04CEF109-ADB6-426F-AA59-F9F673E9D19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8" name="直線コネクタ 113907">
                      <a:extLst>
                        <a:ext uri="{FF2B5EF4-FFF2-40B4-BE49-F238E27FC236}">
                          <a16:creationId xmlns:a16="http://schemas.microsoft.com/office/drawing/2014/main" id="{C67CC795-1F52-42FB-AF4B-8C358E4FAE6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09" name="直線コネクタ 113908">
                      <a:extLst>
                        <a:ext uri="{FF2B5EF4-FFF2-40B4-BE49-F238E27FC236}">
                          <a16:creationId xmlns:a16="http://schemas.microsoft.com/office/drawing/2014/main" id="{CDB116B6-0B80-4D8F-AA20-623932ADBDD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0" name="直線コネクタ 113909">
                      <a:extLst>
                        <a:ext uri="{FF2B5EF4-FFF2-40B4-BE49-F238E27FC236}">
                          <a16:creationId xmlns:a16="http://schemas.microsoft.com/office/drawing/2014/main" id="{D3B81D00-B398-4BAE-849D-2DE5893E23F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1" name="直線コネクタ 113910">
                      <a:extLst>
                        <a:ext uri="{FF2B5EF4-FFF2-40B4-BE49-F238E27FC236}">
                          <a16:creationId xmlns:a16="http://schemas.microsoft.com/office/drawing/2014/main" id="{167C0BCB-C292-4D47-988F-E1DBA1C44BB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2" name="直線コネクタ 113911">
                      <a:extLst>
                        <a:ext uri="{FF2B5EF4-FFF2-40B4-BE49-F238E27FC236}">
                          <a16:creationId xmlns:a16="http://schemas.microsoft.com/office/drawing/2014/main" id="{8C901B52-E5EA-48FD-97B2-6B7D93F4670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3" name="直線コネクタ 113912">
                      <a:extLst>
                        <a:ext uri="{FF2B5EF4-FFF2-40B4-BE49-F238E27FC236}">
                          <a16:creationId xmlns:a16="http://schemas.microsoft.com/office/drawing/2014/main" id="{C1E5093C-56D7-48C0-A1A8-34A58B69902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4" name="直線コネクタ 113913">
                      <a:extLst>
                        <a:ext uri="{FF2B5EF4-FFF2-40B4-BE49-F238E27FC236}">
                          <a16:creationId xmlns:a16="http://schemas.microsoft.com/office/drawing/2014/main" id="{6B59D2E8-3488-4804-B764-854A1A9208C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5" name="直線コネクタ 113914">
                      <a:extLst>
                        <a:ext uri="{FF2B5EF4-FFF2-40B4-BE49-F238E27FC236}">
                          <a16:creationId xmlns:a16="http://schemas.microsoft.com/office/drawing/2014/main" id="{1762AF48-1769-4E08-AC69-E79CC27D8A8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6" name="直線コネクタ 113915">
                      <a:extLst>
                        <a:ext uri="{FF2B5EF4-FFF2-40B4-BE49-F238E27FC236}">
                          <a16:creationId xmlns:a16="http://schemas.microsoft.com/office/drawing/2014/main" id="{FBC3D45C-0C3C-4984-980F-18A84D433D3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7" name="直線コネクタ 113916">
                      <a:extLst>
                        <a:ext uri="{FF2B5EF4-FFF2-40B4-BE49-F238E27FC236}">
                          <a16:creationId xmlns:a16="http://schemas.microsoft.com/office/drawing/2014/main" id="{71C6D0F3-948F-4F74-BB8B-11EE0CDC927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8" name="直線コネクタ 113917">
                      <a:extLst>
                        <a:ext uri="{FF2B5EF4-FFF2-40B4-BE49-F238E27FC236}">
                          <a16:creationId xmlns:a16="http://schemas.microsoft.com/office/drawing/2014/main" id="{54D76CFC-5951-46F4-A06F-694D49B16F5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19" name="直線コネクタ 113918">
                      <a:extLst>
                        <a:ext uri="{FF2B5EF4-FFF2-40B4-BE49-F238E27FC236}">
                          <a16:creationId xmlns:a16="http://schemas.microsoft.com/office/drawing/2014/main" id="{1630BEFA-6EB1-4CCE-AB9E-55A4913493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0" name="直線コネクタ 113919">
                      <a:extLst>
                        <a:ext uri="{FF2B5EF4-FFF2-40B4-BE49-F238E27FC236}">
                          <a16:creationId xmlns:a16="http://schemas.microsoft.com/office/drawing/2014/main" id="{F1F8BFFE-446C-43C4-9F35-30A4DE20926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1" name="直線コネクタ 113920">
                      <a:extLst>
                        <a:ext uri="{FF2B5EF4-FFF2-40B4-BE49-F238E27FC236}">
                          <a16:creationId xmlns:a16="http://schemas.microsoft.com/office/drawing/2014/main" id="{8576955B-27D4-48E1-AE11-B9521CDD48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2" name="直線コネクタ 113921">
                      <a:extLst>
                        <a:ext uri="{FF2B5EF4-FFF2-40B4-BE49-F238E27FC236}">
                          <a16:creationId xmlns:a16="http://schemas.microsoft.com/office/drawing/2014/main" id="{7B06F92B-A774-4CC9-B5E1-D362FD42E46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3" name="直線コネクタ 113922">
                      <a:extLst>
                        <a:ext uri="{FF2B5EF4-FFF2-40B4-BE49-F238E27FC236}">
                          <a16:creationId xmlns:a16="http://schemas.microsoft.com/office/drawing/2014/main" id="{4ADF40E4-4683-4311-BC35-75AFA178DFB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4" name="直線コネクタ 113923">
                      <a:extLst>
                        <a:ext uri="{FF2B5EF4-FFF2-40B4-BE49-F238E27FC236}">
                          <a16:creationId xmlns:a16="http://schemas.microsoft.com/office/drawing/2014/main" id="{32D15092-9706-44E5-8D73-84E072BCFE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5" name="直線コネクタ 113924">
                      <a:extLst>
                        <a:ext uri="{FF2B5EF4-FFF2-40B4-BE49-F238E27FC236}">
                          <a16:creationId xmlns:a16="http://schemas.microsoft.com/office/drawing/2014/main" id="{94DA88C0-2532-4D95-AF3B-3C324A8411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6" name="直線コネクタ 113925">
                      <a:extLst>
                        <a:ext uri="{FF2B5EF4-FFF2-40B4-BE49-F238E27FC236}">
                          <a16:creationId xmlns:a16="http://schemas.microsoft.com/office/drawing/2014/main" id="{57141A1A-B5D4-4A30-89B5-720267CF132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927" name="直線コネクタ 113926">
                      <a:extLst>
                        <a:ext uri="{FF2B5EF4-FFF2-40B4-BE49-F238E27FC236}">
                          <a16:creationId xmlns:a16="http://schemas.microsoft.com/office/drawing/2014/main" id="{A2F553D8-4476-453E-993B-A3CBFB1D74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825" name="グループ化 113824">
                    <a:extLst>
                      <a:ext uri="{FF2B5EF4-FFF2-40B4-BE49-F238E27FC236}">
                        <a16:creationId xmlns:a16="http://schemas.microsoft.com/office/drawing/2014/main" id="{51FD8BBA-9AE5-4C6F-9A29-73613F8A8B24}"/>
                      </a:ext>
                    </a:extLst>
                  </p:cNvPr>
                  <p:cNvGrpSpPr/>
                  <p:nvPr/>
                </p:nvGrpSpPr>
                <p:grpSpPr>
                  <a:xfrm>
                    <a:off x="4413600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3878" name="直線コネクタ 113877">
                      <a:extLst>
                        <a:ext uri="{FF2B5EF4-FFF2-40B4-BE49-F238E27FC236}">
                          <a16:creationId xmlns:a16="http://schemas.microsoft.com/office/drawing/2014/main" id="{27DF0A3A-5A39-4752-B2A5-8687E8BA9E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79" name="直線コネクタ 113878">
                      <a:extLst>
                        <a:ext uri="{FF2B5EF4-FFF2-40B4-BE49-F238E27FC236}">
                          <a16:creationId xmlns:a16="http://schemas.microsoft.com/office/drawing/2014/main" id="{BB54132B-0FBC-4BF5-AF59-FC86262F36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0" name="直線コネクタ 113879">
                      <a:extLst>
                        <a:ext uri="{FF2B5EF4-FFF2-40B4-BE49-F238E27FC236}">
                          <a16:creationId xmlns:a16="http://schemas.microsoft.com/office/drawing/2014/main" id="{81D11B4B-5687-4811-A74F-A6800551B15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1" name="直線コネクタ 113880">
                      <a:extLst>
                        <a:ext uri="{FF2B5EF4-FFF2-40B4-BE49-F238E27FC236}">
                          <a16:creationId xmlns:a16="http://schemas.microsoft.com/office/drawing/2014/main" id="{5765A84D-16B2-4A20-973A-84196CD1A8B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2" name="直線コネクタ 113881">
                      <a:extLst>
                        <a:ext uri="{FF2B5EF4-FFF2-40B4-BE49-F238E27FC236}">
                          <a16:creationId xmlns:a16="http://schemas.microsoft.com/office/drawing/2014/main" id="{4794E1C6-AC73-4CA9-ACBB-9AC96F23A8A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3" name="直線コネクタ 113882">
                      <a:extLst>
                        <a:ext uri="{FF2B5EF4-FFF2-40B4-BE49-F238E27FC236}">
                          <a16:creationId xmlns:a16="http://schemas.microsoft.com/office/drawing/2014/main" id="{2544AEB4-DED4-4843-AF29-DBBEFAEDD8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4" name="直線コネクタ 113883">
                      <a:extLst>
                        <a:ext uri="{FF2B5EF4-FFF2-40B4-BE49-F238E27FC236}">
                          <a16:creationId xmlns:a16="http://schemas.microsoft.com/office/drawing/2014/main" id="{D386E861-92DC-4DC1-A22C-AA0BAB3CF56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85" name="直線コネクタ 113884">
                      <a:extLst>
                        <a:ext uri="{FF2B5EF4-FFF2-40B4-BE49-F238E27FC236}">
                          <a16:creationId xmlns:a16="http://schemas.microsoft.com/office/drawing/2014/main" id="{AB06326B-B614-4326-8AE3-CE7E2E321B2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826" name="グループ化 113825">
                    <a:extLst>
                      <a:ext uri="{FF2B5EF4-FFF2-40B4-BE49-F238E27FC236}">
                        <a16:creationId xmlns:a16="http://schemas.microsoft.com/office/drawing/2014/main" id="{9196F544-9B12-4394-BB13-C4E0692755F4}"/>
                      </a:ext>
                    </a:extLst>
                  </p:cNvPr>
                  <p:cNvGrpSpPr/>
                  <p:nvPr/>
                </p:nvGrpSpPr>
                <p:grpSpPr>
                  <a:xfrm>
                    <a:off x="6213805" y="6216991"/>
                    <a:ext cx="168547" cy="168685"/>
                    <a:chOff x="4413600" y="4414086"/>
                    <a:chExt cx="168547" cy="168685"/>
                  </a:xfrm>
                </p:grpSpPr>
                <p:cxnSp>
                  <p:nvCxnSpPr>
                    <p:cNvPr id="113870" name="直線コネクタ 113869">
                      <a:extLst>
                        <a:ext uri="{FF2B5EF4-FFF2-40B4-BE49-F238E27FC236}">
                          <a16:creationId xmlns:a16="http://schemas.microsoft.com/office/drawing/2014/main" id="{2CC820E8-8DFF-4421-B1B8-BB9C2DF8A27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689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71" name="直線コネクタ 113870">
                      <a:extLst>
                        <a:ext uri="{FF2B5EF4-FFF2-40B4-BE49-F238E27FC236}">
                          <a16:creationId xmlns:a16="http://schemas.microsoft.com/office/drawing/2014/main" id="{2CAF953F-42F5-4446-A658-79133426CBF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53127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72" name="直線コネクタ 113871">
                      <a:extLst>
                        <a:ext uri="{FF2B5EF4-FFF2-40B4-BE49-F238E27FC236}">
                          <a16:creationId xmlns:a16="http://schemas.microsoft.com/office/drawing/2014/main" id="{E4F3309F-17BC-455B-B387-8392F6DC75F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88504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73" name="直線コネクタ 113872">
                      <a:extLst>
                        <a:ext uri="{FF2B5EF4-FFF2-40B4-BE49-F238E27FC236}">
                          <a16:creationId xmlns:a16="http://schemas.microsoft.com/office/drawing/2014/main" id="{5AAD783D-BCF5-4AFE-9840-DCA902A697F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446251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74" name="直線コネクタ 113873">
                      <a:extLst>
                        <a:ext uri="{FF2B5EF4-FFF2-40B4-BE49-F238E27FC236}">
                          <a16:creationId xmlns:a16="http://schemas.microsoft.com/office/drawing/2014/main" id="{BDA2D35D-B591-4C3E-B808-EE925A5267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3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75" name="直線コネクタ 113874">
                      <a:extLst>
                        <a:ext uri="{FF2B5EF4-FFF2-40B4-BE49-F238E27FC236}">
                          <a16:creationId xmlns:a16="http://schemas.microsoft.com/office/drawing/2014/main" id="{3317FA19-6C82-47C9-92F2-E6B09F6635A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4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76" name="直線コネクタ 113875">
                      <a:extLst>
                        <a:ext uri="{FF2B5EF4-FFF2-40B4-BE49-F238E27FC236}">
                          <a16:creationId xmlns:a16="http://schemas.microsoft.com/office/drawing/2014/main" id="{434E665B-1C4E-4654-9C67-BE671593F72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77" name="直線コネクタ 113876">
                      <a:extLst>
                        <a:ext uri="{FF2B5EF4-FFF2-40B4-BE49-F238E27FC236}">
                          <a16:creationId xmlns:a16="http://schemas.microsoft.com/office/drawing/2014/main" id="{71E08E3B-7090-48EE-8745-27ADCFEAD90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4135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827" name="グループ化 113826">
                    <a:extLst>
                      <a:ext uri="{FF2B5EF4-FFF2-40B4-BE49-F238E27FC236}">
                        <a16:creationId xmlns:a16="http://schemas.microsoft.com/office/drawing/2014/main" id="{F5770EC2-CB13-4EAB-B6BA-154BEED89A5F}"/>
                      </a:ext>
                    </a:extLst>
                  </p:cNvPr>
                  <p:cNvGrpSpPr/>
                  <p:nvPr/>
                </p:nvGrpSpPr>
                <p:grpSpPr>
                  <a:xfrm>
                    <a:off x="4712400" y="6216991"/>
                    <a:ext cx="1378503" cy="168685"/>
                    <a:chOff x="4712400" y="4414086"/>
                    <a:chExt cx="1378503" cy="168685"/>
                  </a:xfrm>
                </p:grpSpPr>
                <p:cxnSp>
                  <p:nvCxnSpPr>
                    <p:cNvPr id="113828" name="直線コネクタ 113827">
                      <a:extLst>
                        <a:ext uri="{FF2B5EF4-FFF2-40B4-BE49-F238E27FC236}">
                          <a16:creationId xmlns:a16="http://schemas.microsoft.com/office/drawing/2014/main" id="{247F7298-E69F-406D-AA4C-9B084BE1D0C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677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29" name="直線コネクタ 113828">
                      <a:extLst>
                        <a:ext uri="{FF2B5EF4-FFF2-40B4-BE49-F238E27FC236}">
                          <a16:creationId xmlns:a16="http://schemas.microsoft.com/office/drawing/2014/main" id="{05A2D0B0-94F8-4ECE-A9E8-06DF4F88C6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45051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0" name="直線コネクタ 113829">
                      <a:extLst>
                        <a:ext uri="{FF2B5EF4-FFF2-40B4-BE49-F238E27FC236}">
                          <a16:creationId xmlns:a16="http://schemas.microsoft.com/office/drawing/2014/main" id="{0DA30EC4-EB9D-4767-9F31-54353A25230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188" y="4414299"/>
                      <a:ext cx="151625" cy="1512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1" name="直線コネクタ 113830">
                      <a:extLst>
                        <a:ext uri="{FF2B5EF4-FFF2-40B4-BE49-F238E27FC236}">
                          <a16:creationId xmlns:a16="http://schemas.microsoft.com/office/drawing/2014/main" id="{9FB0FAE1-9EFB-4506-8A8B-5B75879C92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248" y="4416326"/>
                      <a:ext cx="108304" cy="1080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2" name="直線コネクタ 113831">
                      <a:extLst>
                        <a:ext uri="{FF2B5EF4-FFF2-40B4-BE49-F238E27FC236}">
                          <a16:creationId xmlns:a16="http://schemas.microsoft.com/office/drawing/2014/main" id="{626F94C6-B437-4505-B2A8-CF43AB3CC0A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09" y="4414421"/>
                      <a:ext cx="64982" cy="64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3" name="直線コネクタ 113832">
                      <a:extLst>
                        <a:ext uri="{FF2B5EF4-FFF2-40B4-BE49-F238E27FC236}">
                          <a16:creationId xmlns:a16="http://schemas.microsoft.com/office/drawing/2014/main" id="{877C0EB3-BECE-49FA-BFE1-A3BEF332A21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rot="16200000">
                      <a:off x="4712371" y="4414481"/>
                      <a:ext cx="21661" cy="216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4" name="直線コネクタ 113833">
                      <a:extLst>
                        <a:ext uri="{FF2B5EF4-FFF2-40B4-BE49-F238E27FC236}">
                          <a16:creationId xmlns:a16="http://schemas.microsoft.com/office/drawing/2014/main" id="{40F17F53-929E-4C94-90A4-67861276B11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788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5" name="直線コネクタ 113834">
                      <a:extLst>
                        <a:ext uri="{FF2B5EF4-FFF2-40B4-BE49-F238E27FC236}">
                          <a16:creationId xmlns:a16="http://schemas.microsoft.com/office/drawing/2014/main" id="{BF601F65-B1FE-49B8-8DF6-2AB8426D70E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31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6" name="直線コネクタ 113835">
                      <a:extLst>
                        <a:ext uri="{FF2B5EF4-FFF2-40B4-BE49-F238E27FC236}">
                          <a16:creationId xmlns:a16="http://schemas.microsoft.com/office/drawing/2014/main" id="{35ADF67F-917A-456E-84CF-89DB528881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874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7" name="直線コネクタ 113836">
                      <a:extLst>
                        <a:ext uri="{FF2B5EF4-FFF2-40B4-BE49-F238E27FC236}">
                          <a16:creationId xmlns:a16="http://schemas.microsoft.com/office/drawing/2014/main" id="{96EE4DA0-C387-4221-95AF-EB683D9C86D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03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8" name="直線コネクタ 113837">
                      <a:extLst>
                        <a:ext uri="{FF2B5EF4-FFF2-40B4-BE49-F238E27FC236}">
                          <a16:creationId xmlns:a16="http://schemas.microsoft.com/office/drawing/2014/main" id="{B46D5DEE-D707-4DF0-8C40-EB41BB65AC3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176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39" name="直線コネクタ 113838">
                      <a:extLst>
                        <a:ext uri="{FF2B5EF4-FFF2-40B4-BE49-F238E27FC236}">
                          <a16:creationId xmlns:a16="http://schemas.microsoft.com/office/drawing/2014/main" id="{23955E6F-F3E3-4C28-B356-6651936078A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4960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0" name="直線コネクタ 113839">
                      <a:extLst>
                        <a:ext uri="{FF2B5EF4-FFF2-40B4-BE49-F238E27FC236}">
                          <a16:creationId xmlns:a16="http://schemas.microsoft.com/office/drawing/2014/main" id="{4C0F8785-3C06-47D3-A1FA-4DDE41A293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03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1" name="直線コネクタ 113840">
                      <a:extLst>
                        <a:ext uri="{FF2B5EF4-FFF2-40B4-BE49-F238E27FC236}">
                          <a16:creationId xmlns:a16="http://schemas.microsoft.com/office/drawing/2014/main" id="{157C7473-AFF3-4A82-897C-087DB5EBF3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46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2" name="直線コネクタ 113841">
                      <a:extLst>
                        <a:ext uri="{FF2B5EF4-FFF2-40B4-BE49-F238E27FC236}">
                          <a16:creationId xmlns:a16="http://schemas.microsoft.com/office/drawing/2014/main" id="{A3A2F1D6-9974-480C-BC25-FB0D6260EDB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3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3" name="直線コネクタ 113842">
                      <a:extLst>
                        <a:ext uri="{FF2B5EF4-FFF2-40B4-BE49-F238E27FC236}">
                          <a16:creationId xmlns:a16="http://schemas.microsoft.com/office/drawing/2014/main" id="{3EDD0585-4D82-4E9E-A8B8-52233EEF2D0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090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4" name="直線コネクタ 113843">
                      <a:extLst>
                        <a:ext uri="{FF2B5EF4-FFF2-40B4-BE49-F238E27FC236}">
                          <a16:creationId xmlns:a16="http://schemas.microsoft.com/office/drawing/2014/main" id="{DC86F610-3206-4803-912D-6FF05CAE535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33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5" name="直線コネクタ 113844">
                      <a:extLst>
                        <a:ext uri="{FF2B5EF4-FFF2-40B4-BE49-F238E27FC236}">
                          <a16:creationId xmlns:a16="http://schemas.microsoft.com/office/drawing/2014/main" id="{5133411C-809E-446A-B248-5AAC728767F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176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6" name="直線コネクタ 113845">
                      <a:extLst>
                        <a:ext uri="{FF2B5EF4-FFF2-40B4-BE49-F238E27FC236}">
                          <a16:creationId xmlns:a16="http://schemas.microsoft.com/office/drawing/2014/main" id="{66EA2D3E-B499-415D-9AB0-0CC598FE11E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19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7" name="直線コネクタ 113846">
                      <a:extLst>
                        <a:ext uri="{FF2B5EF4-FFF2-40B4-BE49-F238E27FC236}">
                          <a16:creationId xmlns:a16="http://schemas.microsoft.com/office/drawing/2014/main" id="{7430CA75-227C-474A-B3AF-FF15321F0D4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85692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8" name="直線コネクタ 113847">
                      <a:extLst>
                        <a:ext uri="{FF2B5EF4-FFF2-40B4-BE49-F238E27FC236}">
                          <a16:creationId xmlns:a16="http://schemas.microsoft.com/office/drawing/2014/main" id="{8207119D-1346-471B-B2D9-48B4D46A114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2629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49" name="直線コネクタ 113848">
                      <a:extLst>
                        <a:ext uri="{FF2B5EF4-FFF2-40B4-BE49-F238E27FC236}">
                          <a16:creationId xmlns:a16="http://schemas.microsoft.com/office/drawing/2014/main" id="{559B87D5-FC1D-4488-AFE1-932ECB1C82B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058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0" name="直線コネクタ 113849">
                      <a:extLst>
                        <a:ext uri="{FF2B5EF4-FFF2-40B4-BE49-F238E27FC236}">
                          <a16:creationId xmlns:a16="http://schemas.microsoft.com/office/drawing/2014/main" id="{23FAB837-8754-477C-ABD1-564AE425B54D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490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1" name="直線コネクタ 113850">
                      <a:extLst>
                        <a:ext uri="{FF2B5EF4-FFF2-40B4-BE49-F238E27FC236}">
                          <a16:creationId xmlns:a16="http://schemas.microsoft.com/office/drawing/2014/main" id="{AA4CE189-774D-4940-BBAD-F705B50E8A1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2594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2" name="直線コネクタ 113851">
                      <a:extLst>
                        <a:ext uri="{FF2B5EF4-FFF2-40B4-BE49-F238E27FC236}">
                          <a16:creationId xmlns:a16="http://schemas.microsoft.com/office/drawing/2014/main" id="{8F3B26FC-5AD8-4969-B784-7FAD35AFA6A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3928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3" name="直線コネクタ 113852">
                      <a:extLst>
                        <a:ext uri="{FF2B5EF4-FFF2-40B4-BE49-F238E27FC236}">
                          <a16:creationId xmlns:a16="http://schemas.microsoft.com/office/drawing/2014/main" id="{A51B882E-4AEE-4F3C-B5FB-7012CEF457B5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360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4" name="直線コネクタ 113853">
                      <a:extLst>
                        <a:ext uri="{FF2B5EF4-FFF2-40B4-BE49-F238E27FC236}">
                          <a16:creationId xmlns:a16="http://schemas.microsoft.com/office/drawing/2014/main" id="{724D2534-EF8B-4D96-8A42-4FEECD6315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479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5" name="直線コネクタ 113854">
                      <a:extLst>
                        <a:ext uri="{FF2B5EF4-FFF2-40B4-BE49-F238E27FC236}">
                          <a16:creationId xmlns:a16="http://schemas.microsoft.com/office/drawing/2014/main" id="{45000321-E961-4269-A216-72EDA6AE0F9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451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6" name="直線コネクタ 113855">
                      <a:extLst>
                        <a:ext uri="{FF2B5EF4-FFF2-40B4-BE49-F238E27FC236}">
                          <a16:creationId xmlns:a16="http://schemas.microsoft.com/office/drawing/2014/main" id="{9C009E4A-7CC6-4584-B166-014E7CD0D19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224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7" name="直線コネクタ 113856">
                      <a:extLst>
                        <a:ext uri="{FF2B5EF4-FFF2-40B4-BE49-F238E27FC236}">
                          <a16:creationId xmlns:a16="http://schemas.microsoft.com/office/drawing/2014/main" id="{3B197B6C-5EC6-4935-9110-41C85888477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565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8" name="直線コネクタ 113857">
                      <a:extLst>
                        <a:ext uri="{FF2B5EF4-FFF2-40B4-BE49-F238E27FC236}">
                          <a16:creationId xmlns:a16="http://schemas.microsoft.com/office/drawing/2014/main" id="{9FB063A2-F805-4FE9-96C2-92818217C3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08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59" name="直線コネクタ 113858">
                      <a:extLst>
                        <a:ext uri="{FF2B5EF4-FFF2-40B4-BE49-F238E27FC236}">
                          <a16:creationId xmlns:a16="http://schemas.microsoft.com/office/drawing/2014/main" id="{488F26E4-2865-450C-84A6-DE1C4DBD2853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51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0" name="直線コネクタ 113859">
                      <a:extLst>
                        <a:ext uri="{FF2B5EF4-FFF2-40B4-BE49-F238E27FC236}">
                          <a16:creationId xmlns:a16="http://schemas.microsoft.com/office/drawing/2014/main" id="{6E1212CA-F724-4266-9D55-DC00FAB963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17943" y="4569581"/>
                      <a:ext cx="13153" cy="1319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1" name="直線コネクタ 113860">
                      <a:extLst>
                        <a:ext uri="{FF2B5EF4-FFF2-40B4-BE49-F238E27FC236}">
                          <a16:creationId xmlns:a16="http://schemas.microsoft.com/office/drawing/2014/main" id="{13B51AD1-29FE-4873-967D-74EE44506A1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695200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2" name="直線コネクタ 113861">
                      <a:extLst>
                        <a:ext uri="{FF2B5EF4-FFF2-40B4-BE49-F238E27FC236}">
                          <a16:creationId xmlns:a16="http://schemas.microsoft.com/office/drawing/2014/main" id="{60B598C5-F705-4699-B072-C473073E9E4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381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3" name="直線コネクタ 113862">
                      <a:extLst>
                        <a:ext uri="{FF2B5EF4-FFF2-40B4-BE49-F238E27FC236}">
                          <a16:creationId xmlns:a16="http://schemas.microsoft.com/office/drawing/2014/main" id="{44DD6453-8FE6-40D9-A3C1-70D8C6E84CC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7813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4" name="直線コネクタ 113863">
                      <a:extLst>
                        <a:ext uri="{FF2B5EF4-FFF2-40B4-BE49-F238E27FC236}">
                          <a16:creationId xmlns:a16="http://schemas.microsoft.com/office/drawing/2014/main" id="{778C7E4B-9D2D-4877-B723-5EC74C338A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245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5" name="直線コネクタ 113864">
                      <a:extLst>
                        <a:ext uri="{FF2B5EF4-FFF2-40B4-BE49-F238E27FC236}">
                          <a16:creationId xmlns:a16="http://schemas.microsoft.com/office/drawing/2014/main" id="{113E9EE8-2752-4091-9190-FF5077742ED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867749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6" name="直線コネクタ 113865">
                      <a:extLst>
                        <a:ext uri="{FF2B5EF4-FFF2-40B4-BE49-F238E27FC236}">
                          <a16:creationId xmlns:a16="http://schemas.microsoft.com/office/drawing/2014/main" id="{52FFCEBA-883C-4A04-B9AD-9A69BE1D8134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10698" y="4420938"/>
                      <a:ext cx="154796" cy="155236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7" name="直線コネクタ 113866">
                      <a:extLst>
                        <a:ext uri="{FF2B5EF4-FFF2-40B4-BE49-F238E27FC236}">
                          <a16:creationId xmlns:a16="http://schemas.microsoft.com/office/drawing/2014/main" id="{CE5EA663-E879-4FFD-BB96-AB8BA6E627A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6040800" y="4527099"/>
                      <a:ext cx="50103" cy="50245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8" name="直線コネクタ 113867">
                      <a:extLst>
                        <a:ext uri="{FF2B5EF4-FFF2-40B4-BE49-F238E27FC236}">
                          <a16:creationId xmlns:a16="http://schemas.microsoft.com/office/drawing/2014/main" id="{B5DD3F69-D0D7-4154-A221-29A89949F10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97600" y="4484694"/>
                      <a:ext cx="92034" cy="92293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869" name="直線コネクタ 113868">
                      <a:extLst>
                        <a:ext uri="{FF2B5EF4-FFF2-40B4-BE49-F238E27FC236}">
                          <a16:creationId xmlns:a16="http://schemas.microsoft.com/office/drawing/2014/main" id="{C8FC8A9E-4E37-4819-95C9-4B6F2FBA5E3F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V="1">
                      <a:off x="5952874" y="4440024"/>
                      <a:ext cx="135764" cy="136147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04913" name="グループ化 104912">
              <a:extLst>
                <a:ext uri="{FF2B5EF4-FFF2-40B4-BE49-F238E27FC236}">
                  <a16:creationId xmlns:a16="http://schemas.microsoft.com/office/drawing/2014/main" id="{EE9910F3-2A4B-417E-A335-5AB9235CE098}"/>
                </a:ext>
              </a:extLst>
            </p:cNvPr>
            <p:cNvGrpSpPr/>
            <p:nvPr/>
          </p:nvGrpSpPr>
          <p:grpSpPr>
            <a:xfrm>
              <a:off x="3560689" y="3560689"/>
              <a:ext cx="3678384" cy="3678384"/>
              <a:chOff x="3560689" y="3560689"/>
              <a:chExt cx="3678384" cy="3678384"/>
            </a:xfrm>
          </p:grpSpPr>
          <p:grpSp>
            <p:nvGrpSpPr>
              <p:cNvPr id="111211" name="グループ化 111210">
                <a:extLst>
                  <a:ext uri="{FF2B5EF4-FFF2-40B4-BE49-F238E27FC236}">
                    <a16:creationId xmlns:a16="http://schemas.microsoft.com/office/drawing/2014/main" id="{80085FBF-FA28-404B-8B6E-2690F1B89DCA}"/>
                  </a:ext>
                </a:extLst>
              </p:cNvPr>
              <p:cNvGrpSpPr/>
              <p:nvPr/>
            </p:nvGrpSpPr>
            <p:grpSpPr>
              <a:xfrm>
                <a:off x="3560689" y="3560689"/>
                <a:ext cx="3678384" cy="3678384"/>
                <a:chOff x="3560689" y="3560689"/>
                <a:chExt cx="3678384" cy="3678384"/>
              </a:xfrm>
            </p:grpSpPr>
            <p:grpSp>
              <p:nvGrpSpPr>
                <p:cNvPr id="111622" name="グループ化 111621">
                  <a:extLst>
                    <a:ext uri="{FF2B5EF4-FFF2-40B4-BE49-F238E27FC236}">
                      <a16:creationId xmlns:a16="http://schemas.microsoft.com/office/drawing/2014/main" id="{F664B9AA-C972-4402-8DE9-4769725832AF}"/>
                    </a:ext>
                  </a:extLst>
                </p:cNvPr>
                <p:cNvGrpSpPr/>
                <p:nvPr/>
              </p:nvGrpSpPr>
              <p:grpSpPr>
                <a:xfrm>
                  <a:off x="3600000" y="3600000"/>
                  <a:ext cx="3600000" cy="3600000"/>
                  <a:chOff x="-119" y="-119"/>
                  <a:chExt cx="3600000" cy="3600000"/>
                </a:xfrm>
              </p:grpSpPr>
              <p:sp>
                <p:nvSpPr>
                  <p:cNvPr id="113581" name="楕円 113580">
                    <a:extLst>
                      <a:ext uri="{FF2B5EF4-FFF2-40B4-BE49-F238E27FC236}">
                        <a16:creationId xmlns:a16="http://schemas.microsoft.com/office/drawing/2014/main" id="{109C5B8F-C962-46C5-8AD2-D4C95AAC91E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99762" y="1199762"/>
                    <a:ext cx="1200000" cy="12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13582" name="直線コネクタ 113581">
                    <a:extLst>
                      <a:ext uri="{FF2B5EF4-FFF2-40B4-BE49-F238E27FC236}">
                        <a16:creationId xmlns:a16="http://schemas.microsoft.com/office/drawing/2014/main" id="{C99B23E2-35E8-4763-ABE9-4D3822040256}"/>
                      </a:ext>
                    </a:extLst>
                  </p:cNvPr>
                  <p:cNvCxnSpPr>
                    <a:cxnSpLocks/>
                    <a:stCxn id="113581" idx="7"/>
                    <a:endCxn id="113581" idx="3"/>
                  </p:cNvCxnSpPr>
                  <p:nvPr/>
                </p:nvCxnSpPr>
                <p:spPr>
                  <a:xfrm flipH="1"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583" name="直線コネクタ 113582">
                    <a:extLst>
                      <a:ext uri="{FF2B5EF4-FFF2-40B4-BE49-F238E27FC236}">
                        <a16:creationId xmlns:a16="http://schemas.microsoft.com/office/drawing/2014/main" id="{CAD12867-4E34-4449-8E72-B48828253E81}"/>
                      </a:ext>
                    </a:extLst>
                  </p:cNvPr>
                  <p:cNvCxnSpPr>
                    <a:cxnSpLocks/>
                    <a:stCxn id="113581" idx="1"/>
                    <a:endCxn id="113581" idx="5"/>
                  </p:cNvCxnSpPr>
                  <p:nvPr/>
                </p:nvCxnSpPr>
                <p:spPr>
                  <a:xfrm>
                    <a:off x="1375498" y="1375498"/>
                    <a:ext cx="848528" cy="84852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13584" name="楕円 113583">
                    <a:extLst>
                      <a:ext uri="{FF2B5EF4-FFF2-40B4-BE49-F238E27FC236}">
                        <a16:creationId xmlns:a16="http://schemas.microsoft.com/office/drawing/2014/main" id="{AC21517B-7F36-4847-9491-4885B528BAF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649881" y="1649881"/>
                    <a:ext cx="300000" cy="3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13585" name="直線コネクタ 113584">
                    <a:extLst>
                      <a:ext uri="{FF2B5EF4-FFF2-40B4-BE49-F238E27FC236}">
                        <a16:creationId xmlns:a16="http://schemas.microsoft.com/office/drawing/2014/main" id="{8DFE9015-DBB6-4CF6-9630-B39DF1E9D4F0}"/>
                      </a:ext>
                    </a:extLst>
                  </p:cNvPr>
                  <p:cNvCxnSpPr>
                    <a:cxnSpLocks/>
                    <a:stCxn id="113586" idx="2"/>
                    <a:endCxn id="113586" idx="6"/>
                  </p:cNvCxnSpPr>
                  <p:nvPr/>
                </p:nvCxnSpPr>
                <p:spPr>
                  <a:xfrm>
                    <a:off x="-119" y="1799881"/>
                    <a:ext cx="3600000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13586" name="楕円 113585">
                    <a:extLst>
                      <a:ext uri="{FF2B5EF4-FFF2-40B4-BE49-F238E27FC236}">
                        <a16:creationId xmlns:a16="http://schemas.microsoft.com/office/drawing/2014/main" id="{3A7F8D46-9C11-4B17-BF7E-CEA70FD2B9F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19" y="-119"/>
                    <a:ext cx="3600000" cy="36000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cxnSp>
                <p:nvCxnSpPr>
                  <p:cNvPr id="113587" name="直線コネクタ 113586">
                    <a:extLst>
                      <a:ext uri="{FF2B5EF4-FFF2-40B4-BE49-F238E27FC236}">
                        <a16:creationId xmlns:a16="http://schemas.microsoft.com/office/drawing/2014/main" id="{A7987D2D-4110-4298-9FD4-31AC6E070D91}"/>
                      </a:ext>
                    </a:extLst>
                  </p:cNvPr>
                  <p:cNvCxnSpPr>
                    <a:cxnSpLocks/>
                    <a:stCxn id="113586" idx="0"/>
                    <a:endCxn id="113586" idx="4"/>
                  </p:cNvCxnSpPr>
                  <p:nvPr/>
                </p:nvCxnSpPr>
                <p:spPr>
                  <a:xfrm>
                    <a:off x="1799881" y="-119"/>
                    <a:ext cx="0" cy="360000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3588" name="グループ化 113587">
                    <a:extLst>
                      <a:ext uri="{FF2B5EF4-FFF2-40B4-BE49-F238E27FC236}">
                        <a16:creationId xmlns:a16="http://schemas.microsoft.com/office/drawing/2014/main" id="{E0A98901-B8A4-433C-9985-4EF965DB734C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801325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13636" name="楕円 113635">
                      <a:extLst>
                        <a:ext uri="{FF2B5EF4-FFF2-40B4-BE49-F238E27FC236}">
                          <a16:creationId xmlns:a16="http://schemas.microsoft.com/office/drawing/2014/main" id="{B2A2A62E-53CC-465E-A040-AB14452F879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13637" name="直線コネクタ 113636">
                      <a:extLst>
                        <a:ext uri="{FF2B5EF4-FFF2-40B4-BE49-F238E27FC236}">
                          <a16:creationId xmlns:a16="http://schemas.microsoft.com/office/drawing/2014/main" id="{69B7427D-A08A-412F-BE98-4E3D1269C8DC}"/>
                        </a:ext>
                      </a:extLst>
                    </p:cNvPr>
                    <p:cNvCxnSpPr>
                      <a:cxnSpLocks/>
                      <a:stCxn id="113636" idx="0"/>
                      <a:endCxn id="113636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38" name="直線コネクタ 113637">
                      <a:extLst>
                        <a:ext uri="{FF2B5EF4-FFF2-40B4-BE49-F238E27FC236}">
                          <a16:creationId xmlns:a16="http://schemas.microsoft.com/office/drawing/2014/main" id="{455AFDED-8EA2-43AD-BD34-12F63445F557}"/>
                        </a:ext>
                      </a:extLst>
                    </p:cNvPr>
                    <p:cNvCxnSpPr>
                      <a:cxnSpLocks/>
                      <a:stCxn id="113636" idx="2"/>
                      <a:endCxn id="113636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89" name="グループ化 113588">
                    <a:extLst>
                      <a:ext uri="{FF2B5EF4-FFF2-40B4-BE49-F238E27FC236}">
                        <a16:creationId xmlns:a16="http://schemas.microsoft.com/office/drawing/2014/main" id="{83ADDAA6-6AD0-407D-82D6-DC2402397019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801325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13633" name="楕円 113632">
                      <a:extLst>
                        <a:ext uri="{FF2B5EF4-FFF2-40B4-BE49-F238E27FC236}">
                          <a16:creationId xmlns:a16="http://schemas.microsoft.com/office/drawing/2014/main" id="{FCF2F772-A997-4877-B0E3-53601D71B5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13634" name="直線コネクタ 113633">
                      <a:extLst>
                        <a:ext uri="{FF2B5EF4-FFF2-40B4-BE49-F238E27FC236}">
                          <a16:creationId xmlns:a16="http://schemas.microsoft.com/office/drawing/2014/main" id="{3DB91418-C583-4BC4-9CCC-36746FB82587}"/>
                        </a:ext>
                      </a:extLst>
                    </p:cNvPr>
                    <p:cNvCxnSpPr>
                      <a:cxnSpLocks/>
                      <a:stCxn id="113633" idx="0"/>
                      <a:endCxn id="113633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35" name="直線コネクタ 113634">
                      <a:extLst>
                        <a:ext uri="{FF2B5EF4-FFF2-40B4-BE49-F238E27FC236}">
                          <a16:creationId xmlns:a16="http://schemas.microsoft.com/office/drawing/2014/main" id="{5E16620E-B084-4922-AE12-DDA8A08B6757}"/>
                        </a:ext>
                      </a:extLst>
                    </p:cNvPr>
                    <p:cNvCxnSpPr>
                      <a:cxnSpLocks/>
                      <a:stCxn id="113633" idx="2"/>
                      <a:endCxn id="113633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0" name="グループ化 113589">
                    <a:extLst>
                      <a:ext uri="{FF2B5EF4-FFF2-40B4-BE49-F238E27FC236}">
                        <a16:creationId xmlns:a16="http://schemas.microsoft.com/office/drawing/2014/main" id="{69C1CD7D-DED1-4184-B1BB-6F258E648E35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2498437" y="801325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13630" name="楕円 113629">
                      <a:extLst>
                        <a:ext uri="{FF2B5EF4-FFF2-40B4-BE49-F238E27FC236}">
                          <a16:creationId xmlns:a16="http://schemas.microsoft.com/office/drawing/2014/main" id="{024CD958-847F-4CF9-8372-B9316104AA2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13631" name="直線コネクタ 113630">
                      <a:extLst>
                        <a:ext uri="{FF2B5EF4-FFF2-40B4-BE49-F238E27FC236}">
                          <a16:creationId xmlns:a16="http://schemas.microsoft.com/office/drawing/2014/main" id="{B4FDBB0A-E84D-44CB-8244-F3637A0EAF23}"/>
                        </a:ext>
                      </a:extLst>
                    </p:cNvPr>
                    <p:cNvCxnSpPr>
                      <a:cxnSpLocks/>
                      <a:stCxn id="113630" idx="0"/>
                      <a:endCxn id="113630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32" name="直線コネクタ 113631">
                      <a:extLst>
                        <a:ext uri="{FF2B5EF4-FFF2-40B4-BE49-F238E27FC236}">
                          <a16:creationId xmlns:a16="http://schemas.microsoft.com/office/drawing/2014/main" id="{8737A7DE-C9C6-44B0-839C-4C5BB5113A62}"/>
                        </a:ext>
                      </a:extLst>
                    </p:cNvPr>
                    <p:cNvCxnSpPr>
                      <a:cxnSpLocks/>
                      <a:stCxn id="113630" idx="2"/>
                      <a:endCxn id="113630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1" name="グループ化 113590">
                    <a:extLst>
                      <a:ext uri="{FF2B5EF4-FFF2-40B4-BE49-F238E27FC236}">
                        <a16:creationId xmlns:a16="http://schemas.microsoft.com/office/drawing/2014/main" id="{91BBE060-200A-4BE4-863E-04EBFC1D03A8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2498437" y="2498437"/>
                    <a:ext cx="300000" cy="300000"/>
                    <a:chOff x="6575506" y="2398381"/>
                    <a:chExt cx="900000" cy="900000"/>
                  </a:xfrm>
                </p:grpSpPr>
                <p:sp>
                  <p:nvSpPr>
                    <p:cNvPr id="113627" name="楕円 113626">
                      <a:extLst>
                        <a:ext uri="{FF2B5EF4-FFF2-40B4-BE49-F238E27FC236}">
                          <a16:creationId xmlns:a16="http://schemas.microsoft.com/office/drawing/2014/main" id="{44098CB2-9FDF-4DB7-B04C-8C3D25437B8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6575506" y="2398381"/>
                      <a:ext cx="900000" cy="900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cxnSp>
                  <p:nvCxnSpPr>
                    <p:cNvPr id="113628" name="直線コネクタ 113627">
                      <a:extLst>
                        <a:ext uri="{FF2B5EF4-FFF2-40B4-BE49-F238E27FC236}">
                          <a16:creationId xmlns:a16="http://schemas.microsoft.com/office/drawing/2014/main" id="{FDF9223D-858A-473D-A17B-AF449222AE28}"/>
                        </a:ext>
                      </a:extLst>
                    </p:cNvPr>
                    <p:cNvCxnSpPr>
                      <a:cxnSpLocks/>
                      <a:stCxn id="113627" idx="0"/>
                      <a:endCxn id="113627" idx="4"/>
                    </p:cNvCxnSpPr>
                    <p:nvPr/>
                  </p:nvCxnSpPr>
                  <p:spPr>
                    <a:xfrm>
                      <a:off x="7025506" y="2398381"/>
                      <a:ext cx="0" cy="90000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29" name="直線コネクタ 113628">
                      <a:extLst>
                        <a:ext uri="{FF2B5EF4-FFF2-40B4-BE49-F238E27FC236}">
                          <a16:creationId xmlns:a16="http://schemas.microsoft.com/office/drawing/2014/main" id="{D3558AC1-3A8A-479C-9865-B6BA0BAAF01F}"/>
                        </a:ext>
                      </a:extLst>
                    </p:cNvPr>
                    <p:cNvCxnSpPr>
                      <a:cxnSpLocks/>
                      <a:stCxn id="113627" idx="2"/>
                      <a:endCxn id="113627" idx="6"/>
                    </p:cNvCxnSpPr>
                    <p:nvPr/>
                  </p:nvCxnSpPr>
                  <p:spPr>
                    <a:xfrm>
                      <a:off x="6575506" y="2848381"/>
                      <a:ext cx="900000" cy="0"/>
                    </a:xfrm>
                    <a:prstGeom prst="lin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2" name="グループ化 113591">
                    <a:extLst>
                      <a:ext uri="{FF2B5EF4-FFF2-40B4-BE49-F238E27FC236}">
                        <a16:creationId xmlns:a16="http://schemas.microsoft.com/office/drawing/2014/main" id="{4F7FD3F8-DBBC-4CAD-9B10-EE18A9F46246}"/>
                      </a:ext>
                    </a:extLst>
                  </p:cNvPr>
                  <p:cNvGrpSpPr/>
                  <p:nvPr/>
                </p:nvGrpSpPr>
                <p:grpSpPr>
                  <a:xfrm>
                    <a:off x="1319881" y="539921"/>
                    <a:ext cx="960040" cy="120000"/>
                    <a:chOff x="3959881" y="1620000"/>
                    <a:chExt cx="2880119" cy="360000"/>
                  </a:xfrm>
                </p:grpSpPr>
                <p:cxnSp>
                  <p:nvCxnSpPr>
                    <p:cNvPr id="113623" name="直線コネクタ 113622">
                      <a:extLst>
                        <a:ext uri="{FF2B5EF4-FFF2-40B4-BE49-F238E27FC236}">
                          <a16:creationId xmlns:a16="http://schemas.microsoft.com/office/drawing/2014/main" id="{6182A162-E1A2-4116-A31E-5640FEC4BF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24" name="直線コネクタ 113623">
                      <a:extLst>
                        <a:ext uri="{FF2B5EF4-FFF2-40B4-BE49-F238E27FC236}">
                          <a16:creationId xmlns:a16="http://schemas.microsoft.com/office/drawing/2014/main" id="{940D3C6F-5AF6-4C29-811B-B7B8C2DBEE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59881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25" name="直線コネクタ 113624">
                      <a:extLst>
                        <a:ext uri="{FF2B5EF4-FFF2-40B4-BE49-F238E27FC236}">
                          <a16:creationId xmlns:a16="http://schemas.microsoft.com/office/drawing/2014/main" id="{82D8D144-C27D-430E-A208-F0FA458315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26" name="直線コネクタ 113625">
                      <a:extLst>
                        <a:ext uri="{FF2B5EF4-FFF2-40B4-BE49-F238E27FC236}">
                          <a16:creationId xmlns:a16="http://schemas.microsoft.com/office/drawing/2014/main" id="{3F74E1D9-5202-4921-96D5-A8F109D4A3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3" name="グループ化 113592">
                    <a:extLst>
                      <a:ext uri="{FF2B5EF4-FFF2-40B4-BE49-F238E27FC236}">
                        <a16:creationId xmlns:a16="http://schemas.microsoft.com/office/drawing/2014/main" id="{EBED7EB4-568A-4666-9AA6-E90CE62B5786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1319841" y="2939841"/>
                    <a:ext cx="960000" cy="120000"/>
                    <a:chOff x="3960000" y="1620000"/>
                    <a:chExt cx="2880000" cy="360000"/>
                  </a:xfrm>
                </p:grpSpPr>
                <p:cxnSp>
                  <p:nvCxnSpPr>
                    <p:cNvPr id="113621" name="直線コネクタ 113620">
                      <a:extLst>
                        <a:ext uri="{FF2B5EF4-FFF2-40B4-BE49-F238E27FC236}">
                          <a16:creationId xmlns:a16="http://schemas.microsoft.com/office/drawing/2014/main" id="{7EDDFEDA-185C-4F68-8AE3-98034BAEED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22" name="直線コネクタ 113621">
                      <a:extLst>
                        <a:ext uri="{FF2B5EF4-FFF2-40B4-BE49-F238E27FC236}">
                          <a16:creationId xmlns:a16="http://schemas.microsoft.com/office/drawing/2014/main" id="{8B11605A-36D1-4DE9-BE0D-D1F11A5BBA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4" name="グループ化 113593">
                    <a:extLst>
                      <a:ext uri="{FF2B5EF4-FFF2-40B4-BE49-F238E27FC236}">
                        <a16:creationId xmlns:a16="http://schemas.microsoft.com/office/drawing/2014/main" id="{F27E4B14-DCD8-4B97-B73A-2D98A40E877B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2519822" y="1739941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13618" name="直線コネクタ 113617">
                      <a:extLst>
                        <a:ext uri="{FF2B5EF4-FFF2-40B4-BE49-F238E27FC236}">
                          <a16:creationId xmlns:a16="http://schemas.microsoft.com/office/drawing/2014/main" id="{3EFF5F4F-4739-4781-94DA-39D4B869A6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19" name="直線コネクタ 113618">
                      <a:extLst>
                        <a:ext uri="{FF2B5EF4-FFF2-40B4-BE49-F238E27FC236}">
                          <a16:creationId xmlns:a16="http://schemas.microsoft.com/office/drawing/2014/main" id="{D148E420-F9E7-4978-8847-E5BEA60259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20" name="直線コネクタ 113619">
                      <a:extLst>
                        <a:ext uri="{FF2B5EF4-FFF2-40B4-BE49-F238E27FC236}">
                          <a16:creationId xmlns:a16="http://schemas.microsoft.com/office/drawing/2014/main" id="{B7257A3E-78D2-40D6-9089-9BB970F267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62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5" name="グループ化 113594">
                    <a:extLst>
                      <a:ext uri="{FF2B5EF4-FFF2-40B4-BE49-F238E27FC236}">
                        <a16:creationId xmlns:a16="http://schemas.microsoft.com/office/drawing/2014/main" id="{4AD5DC82-7780-4801-ADEC-51EC132F48A4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119901" y="1739822"/>
                    <a:ext cx="960040" cy="120000"/>
                    <a:chOff x="3960000" y="1620000"/>
                    <a:chExt cx="2880119" cy="360000"/>
                  </a:xfrm>
                </p:grpSpPr>
                <p:cxnSp>
                  <p:nvCxnSpPr>
                    <p:cNvPr id="113615" name="直線コネクタ 113614">
                      <a:extLst>
                        <a:ext uri="{FF2B5EF4-FFF2-40B4-BE49-F238E27FC236}">
                          <a16:creationId xmlns:a16="http://schemas.microsoft.com/office/drawing/2014/main" id="{9BCE1F2E-8935-436B-856C-A384546CC9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16" name="直線コネクタ 113615">
                      <a:extLst>
                        <a:ext uri="{FF2B5EF4-FFF2-40B4-BE49-F238E27FC236}">
                          <a16:creationId xmlns:a16="http://schemas.microsoft.com/office/drawing/2014/main" id="{1249288D-739E-4036-BA7C-68D9C4322E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60000" y="1620000"/>
                      <a:ext cx="288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17" name="直線コネクタ 113616">
                      <a:extLst>
                        <a:ext uri="{FF2B5EF4-FFF2-40B4-BE49-F238E27FC236}">
                          <a16:creationId xmlns:a16="http://schemas.microsoft.com/office/drawing/2014/main" id="{D5E5D3B0-C741-475C-B1D5-A1CA27D99C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80119" y="1980000"/>
                      <a:ext cx="1260000" cy="0"/>
                    </a:xfrm>
                    <a:prstGeom prst="line">
                      <a:avLst/>
                    </a:prstGeom>
                    <a:ln w="381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6" name="グループ化 113595">
                    <a:extLst>
                      <a:ext uri="{FF2B5EF4-FFF2-40B4-BE49-F238E27FC236}">
                        <a16:creationId xmlns:a16="http://schemas.microsoft.com/office/drawing/2014/main" id="{6ABD6B77-4C5C-4B05-8E7A-1AD94859C8C6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1425521"/>
                    <a:ext cx="320400" cy="40048"/>
                    <a:chOff x="1639681" y="1425521"/>
                    <a:chExt cx="320400" cy="40048"/>
                  </a:xfrm>
                </p:grpSpPr>
                <p:cxnSp>
                  <p:nvCxnSpPr>
                    <p:cNvPr id="113612" name="直線コネクタ 113611">
                      <a:extLst>
                        <a:ext uri="{FF2B5EF4-FFF2-40B4-BE49-F238E27FC236}">
                          <a16:creationId xmlns:a16="http://schemas.microsoft.com/office/drawing/2014/main" id="{524EB463-0646-43F7-96D5-4067744070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65569"/>
                      <a:ext cx="320387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13" name="直線コネクタ 113612">
                      <a:extLst>
                        <a:ext uri="{FF2B5EF4-FFF2-40B4-BE49-F238E27FC236}">
                          <a16:creationId xmlns:a16="http://schemas.microsoft.com/office/drawing/2014/main" id="{36238380-EE17-4593-AB17-A13064B25B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639681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14" name="直線コネクタ 113613">
                      <a:extLst>
                        <a:ext uri="{FF2B5EF4-FFF2-40B4-BE49-F238E27FC236}">
                          <a16:creationId xmlns:a16="http://schemas.microsoft.com/office/drawing/2014/main" id="{FB54BC7F-AA11-4715-9D9B-73796715C7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819912" y="142552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7" name="グループ化 113596">
                    <a:extLst>
                      <a:ext uri="{FF2B5EF4-FFF2-40B4-BE49-F238E27FC236}">
                        <a16:creationId xmlns:a16="http://schemas.microsoft.com/office/drawing/2014/main" id="{BD3B0A2F-5026-4D16-B9D1-E2585DBE7CE1}"/>
                      </a:ext>
                    </a:extLst>
                  </p:cNvPr>
                  <p:cNvGrpSpPr/>
                  <p:nvPr/>
                </p:nvGrpSpPr>
                <p:grpSpPr>
                  <a:xfrm>
                    <a:off x="2134641" y="1639681"/>
                    <a:ext cx="39600" cy="320399"/>
                    <a:chOff x="2134641" y="1639681"/>
                    <a:chExt cx="39600" cy="320399"/>
                  </a:xfrm>
                </p:grpSpPr>
                <p:cxnSp>
                  <p:nvCxnSpPr>
                    <p:cNvPr id="113608" name="直線コネクタ 113607">
                      <a:extLst>
                        <a:ext uri="{FF2B5EF4-FFF2-40B4-BE49-F238E27FC236}">
                          <a16:creationId xmlns:a16="http://schemas.microsoft.com/office/drawing/2014/main" id="{7DA003F1-CAFF-483C-B781-D43A98BB78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09" name="直線コネクタ 113608">
                      <a:extLst>
                        <a:ext uri="{FF2B5EF4-FFF2-40B4-BE49-F238E27FC236}">
                          <a16:creationId xmlns:a16="http://schemas.microsoft.com/office/drawing/2014/main" id="{D93B80B3-D3A7-4DB2-B59E-F3DCB31F6F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1041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10" name="直線コネクタ 113609">
                      <a:extLst>
                        <a:ext uri="{FF2B5EF4-FFF2-40B4-BE49-F238E27FC236}">
                          <a16:creationId xmlns:a16="http://schemas.microsoft.com/office/drawing/2014/main" id="{7011B122-AE92-4D38-A0BB-64659C8752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70976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11" name="直線コネクタ 113610">
                      <a:extLst>
                        <a:ext uri="{FF2B5EF4-FFF2-40B4-BE49-F238E27FC236}">
                          <a16:creationId xmlns:a16="http://schemas.microsoft.com/office/drawing/2014/main" id="{F0246588-180E-4BE4-BA82-6D33192AB7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>
                      <a:off x="2064556" y="1889996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3598" name="グループ化 113597">
                    <a:extLst>
                      <a:ext uri="{FF2B5EF4-FFF2-40B4-BE49-F238E27FC236}">
                        <a16:creationId xmlns:a16="http://schemas.microsoft.com/office/drawing/2014/main" id="{EAF8E678-D73C-4BA1-9E66-03233FE7807B}"/>
                      </a:ext>
                    </a:extLst>
                  </p:cNvPr>
                  <p:cNvGrpSpPr/>
                  <p:nvPr/>
                </p:nvGrpSpPr>
                <p:grpSpPr>
                  <a:xfrm>
                    <a:off x="1639681" y="2134641"/>
                    <a:ext cx="320400" cy="39600"/>
                    <a:chOff x="1639681" y="2134641"/>
                    <a:chExt cx="320400" cy="39600"/>
                  </a:xfrm>
                </p:grpSpPr>
                <p:cxnSp>
                  <p:nvCxnSpPr>
                    <p:cNvPr id="113605" name="直線コネクタ 113604">
                      <a:extLst>
                        <a:ext uri="{FF2B5EF4-FFF2-40B4-BE49-F238E27FC236}">
                          <a16:creationId xmlns:a16="http://schemas.microsoft.com/office/drawing/2014/main" id="{A250E925-9735-483B-B546-D5D5FAA13B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74241"/>
                      <a:ext cx="320400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06" name="直線コネクタ 113605">
                      <a:extLst>
                        <a:ext uri="{FF2B5EF4-FFF2-40B4-BE49-F238E27FC236}">
                          <a16:creationId xmlns:a16="http://schemas.microsoft.com/office/drawing/2014/main" id="{6B4EF6C9-BD44-487B-94D6-D91FE4F012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819912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607" name="直線コネクタ 113606">
                      <a:extLst>
                        <a:ext uri="{FF2B5EF4-FFF2-40B4-BE49-F238E27FC236}">
                          <a16:creationId xmlns:a16="http://schemas.microsoft.com/office/drawing/2014/main" id="{9B3C368D-4618-4CDA-A0FB-CCFBF19DD8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0800000">
                      <a:off x="1639681" y="2134641"/>
                      <a:ext cx="140169" cy="0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13599" name="直線コネクタ 113598">
                    <a:extLst>
                      <a:ext uri="{FF2B5EF4-FFF2-40B4-BE49-F238E27FC236}">
                        <a16:creationId xmlns:a16="http://schemas.microsoft.com/office/drawing/2014/main" id="{39E73AA0-7235-4749-8B7D-81ABCDB04B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2653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00" name="直線コネクタ 113599">
                    <a:extLst>
                      <a:ext uri="{FF2B5EF4-FFF2-40B4-BE49-F238E27FC236}">
                        <a16:creationId xmlns:a16="http://schemas.microsoft.com/office/drawing/2014/main" id="{7D56829F-E96B-48E4-B133-EE30C8B35A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1304921" y="1799881"/>
                    <a:ext cx="32040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01" name="直線コネクタ 113600">
                    <a:extLst>
                      <a:ext uri="{FF2B5EF4-FFF2-40B4-BE49-F238E27FC236}">
                        <a16:creationId xmlns:a16="http://schemas.microsoft.com/office/drawing/2014/main" id="{D2D921CC-539B-4113-80F0-5E2FDC45EE2F}"/>
                      </a:ext>
                    </a:extLst>
                  </p:cNvPr>
                  <p:cNvCxnSpPr>
                    <a:cxnSpLocks/>
                    <a:stCxn id="113630" idx="4"/>
                  </p:cNvCxnSpPr>
                  <p:nvPr/>
                </p:nvCxnSpPr>
                <p:spPr>
                  <a:xfrm flipV="1">
                    <a:off x="2754503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02" name="直線コネクタ 113601">
                    <a:extLst>
                      <a:ext uri="{FF2B5EF4-FFF2-40B4-BE49-F238E27FC236}">
                        <a16:creationId xmlns:a16="http://schemas.microsoft.com/office/drawing/2014/main" id="{DE505F65-95E3-450D-A68E-25E20501D294}"/>
                      </a:ext>
                    </a:extLst>
                  </p:cNvPr>
                  <p:cNvCxnSpPr>
                    <a:cxnSpLocks/>
                    <a:stCxn id="113627" idx="4"/>
                  </p:cNvCxnSpPr>
                  <p:nvPr/>
                </p:nvCxnSpPr>
                <p:spPr>
                  <a:xfrm>
                    <a:off x="2754503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03" name="直線コネクタ 113602">
                    <a:extLst>
                      <a:ext uri="{FF2B5EF4-FFF2-40B4-BE49-F238E27FC236}">
                        <a16:creationId xmlns:a16="http://schemas.microsoft.com/office/drawing/2014/main" id="{7E3605C6-F1E8-4FE0-B2A0-5E8AB434836A}"/>
                      </a:ext>
                    </a:extLst>
                  </p:cNvPr>
                  <p:cNvCxnSpPr>
                    <a:cxnSpLocks/>
                    <a:stCxn id="113636" idx="4"/>
                  </p:cNvCxnSpPr>
                  <p:nvPr/>
                </p:nvCxnSpPr>
                <p:spPr>
                  <a:xfrm flipH="1">
                    <a:off x="-79" y="2754503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604" name="直線コネクタ 113603">
                    <a:extLst>
                      <a:ext uri="{FF2B5EF4-FFF2-40B4-BE49-F238E27FC236}">
                        <a16:creationId xmlns:a16="http://schemas.microsoft.com/office/drawing/2014/main" id="{D5D1AEB8-458C-4276-B3CE-6B17BD7C64A7}"/>
                      </a:ext>
                    </a:extLst>
                  </p:cNvPr>
                  <p:cNvCxnSpPr>
                    <a:cxnSpLocks/>
                    <a:stCxn id="113633" idx="4"/>
                  </p:cNvCxnSpPr>
                  <p:nvPr/>
                </p:nvCxnSpPr>
                <p:spPr>
                  <a:xfrm flipH="1" flipV="1">
                    <a:off x="-79" y="-79"/>
                    <a:ext cx="845338" cy="845338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11623" name="正方形/長方形 111622">
                  <a:extLst>
                    <a:ext uri="{FF2B5EF4-FFF2-40B4-BE49-F238E27FC236}">
                      <a16:creationId xmlns:a16="http://schemas.microsoft.com/office/drawing/2014/main" id="{D0723262-A43E-4B8B-BBEA-37C2795C17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599881" y="3599881"/>
                  <a:ext cx="3600000" cy="360000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111624" name="グループ化 111623">
                  <a:extLst>
                    <a:ext uri="{FF2B5EF4-FFF2-40B4-BE49-F238E27FC236}">
                      <a16:creationId xmlns:a16="http://schemas.microsoft.com/office/drawing/2014/main" id="{150BD455-C4FB-45A3-B459-46365FA3C09E}"/>
                    </a:ext>
                  </a:extLst>
                </p:cNvPr>
                <p:cNvGrpSpPr/>
                <p:nvPr/>
              </p:nvGrpSpPr>
              <p:grpSpPr>
                <a:xfrm>
                  <a:off x="4456023" y="4456022"/>
                  <a:ext cx="1887718" cy="1887718"/>
                  <a:chOff x="4456023" y="4456022"/>
                  <a:chExt cx="1887718" cy="1887718"/>
                </a:xfrm>
              </p:grpSpPr>
              <p:grpSp>
                <p:nvGrpSpPr>
                  <p:cNvPr id="112626" name="グループ化 112625">
                    <a:extLst>
                      <a:ext uri="{FF2B5EF4-FFF2-40B4-BE49-F238E27FC236}">
                        <a16:creationId xmlns:a16="http://schemas.microsoft.com/office/drawing/2014/main" id="{4DB93A22-3346-4EF2-8F79-A72CA549BF21}"/>
                      </a:ext>
                    </a:extLst>
                  </p:cNvPr>
                  <p:cNvGrpSpPr/>
                  <p:nvPr/>
                </p:nvGrpSpPr>
                <p:grpSpPr>
                  <a:xfrm>
                    <a:off x="5862907" y="4680000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13541" name="グループ化 113540">
                      <a:extLst>
                        <a:ext uri="{FF2B5EF4-FFF2-40B4-BE49-F238E27FC236}">
                          <a16:creationId xmlns:a16="http://schemas.microsoft.com/office/drawing/2014/main" id="{1C90A5EA-7E02-466A-8A1B-E1DF143536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13578" name="楕円 113577">
                        <a:extLst>
                          <a:ext uri="{FF2B5EF4-FFF2-40B4-BE49-F238E27FC236}">
                            <a16:creationId xmlns:a16="http://schemas.microsoft.com/office/drawing/2014/main" id="{DF8801FE-A981-48C3-AED3-A27B96986B8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579" name="直線コネクタ 113578">
                        <a:extLst>
                          <a:ext uri="{FF2B5EF4-FFF2-40B4-BE49-F238E27FC236}">
                            <a16:creationId xmlns:a16="http://schemas.microsoft.com/office/drawing/2014/main" id="{C47A4BE3-A3BB-418E-A1E7-5048F4720EEE}"/>
                          </a:ext>
                        </a:extLst>
                      </p:cNvPr>
                      <p:cNvCxnSpPr>
                        <a:cxnSpLocks/>
                        <a:stCxn id="113578" idx="3"/>
                        <a:endCxn id="113578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580" name="直線コネクタ 113579">
                        <a:extLst>
                          <a:ext uri="{FF2B5EF4-FFF2-40B4-BE49-F238E27FC236}">
                            <a16:creationId xmlns:a16="http://schemas.microsoft.com/office/drawing/2014/main" id="{A4E910BA-B35E-408E-B0EC-E5A4581D5C6C}"/>
                          </a:ext>
                        </a:extLst>
                      </p:cNvPr>
                      <p:cNvCxnSpPr>
                        <a:cxnSpLocks/>
                        <a:stCxn id="113578" idx="1"/>
                        <a:endCxn id="113578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542" name="グループ化 113541">
                      <a:extLst>
                        <a:ext uri="{FF2B5EF4-FFF2-40B4-BE49-F238E27FC236}">
                          <a16:creationId xmlns:a16="http://schemas.microsoft.com/office/drawing/2014/main" id="{43FCFEA4-1C24-47C6-B0A0-848E8C53F4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570" name="グループ化 113569">
                        <a:extLst>
                          <a:ext uri="{FF2B5EF4-FFF2-40B4-BE49-F238E27FC236}">
                            <a16:creationId xmlns:a16="http://schemas.microsoft.com/office/drawing/2014/main" id="{525C885E-A580-4A5A-B616-530B35C19B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575" name="楕円 113574">
                          <a:extLst>
                            <a:ext uri="{FF2B5EF4-FFF2-40B4-BE49-F238E27FC236}">
                              <a16:creationId xmlns:a16="http://schemas.microsoft.com/office/drawing/2014/main" id="{0578FB12-2A49-48A9-A0CE-783805712C6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576" name="直線コネクタ 113575">
                          <a:extLst>
                            <a:ext uri="{FF2B5EF4-FFF2-40B4-BE49-F238E27FC236}">
                              <a16:creationId xmlns:a16="http://schemas.microsoft.com/office/drawing/2014/main" id="{F690E649-4A83-4BAD-9BF6-BD5BB5A1B986}"/>
                            </a:ext>
                          </a:extLst>
                        </p:cNvPr>
                        <p:cNvCxnSpPr>
                          <a:cxnSpLocks/>
                          <a:stCxn id="113575" idx="0"/>
                          <a:endCxn id="113575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577" name="直線コネクタ 113576">
                          <a:extLst>
                            <a:ext uri="{FF2B5EF4-FFF2-40B4-BE49-F238E27FC236}">
                              <a16:creationId xmlns:a16="http://schemas.microsoft.com/office/drawing/2014/main" id="{55096998-767C-4302-BA7B-7E219E4D258F}"/>
                            </a:ext>
                          </a:extLst>
                        </p:cNvPr>
                        <p:cNvCxnSpPr>
                          <a:cxnSpLocks/>
                          <a:stCxn id="113575" idx="2"/>
                          <a:endCxn id="113575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571" name="楕円 113570">
                        <a:extLst>
                          <a:ext uri="{FF2B5EF4-FFF2-40B4-BE49-F238E27FC236}">
                            <a16:creationId xmlns:a16="http://schemas.microsoft.com/office/drawing/2014/main" id="{BB4C35DE-F043-4BC8-83DC-8D0AD9A4368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72" name="楕円 113571">
                        <a:extLst>
                          <a:ext uri="{FF2B5EF4-FFF2-40B4-BE49-F238E27FC236}">
                            <a16:creationId xmlns:a16="http://schemas.microsoft.com/office/drawing/2014/main" id="{F864E4F3-AEAB-4AD5-8EA5-95E54FF8C40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73" name="楕円 113572">
                        <a:extLst>
                          <a:ext uri="{FF2B5EF4-FFF2-40B4-BE49-F238E27FC236}">
                            <a16:creationId xmlns:a16="http://schemas.microsoft.com/office/drawing/2014/main" id="{496E099E-09EC-4DE5-AE26-540FD148796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74" name="楕円 113573">
                        <a:extLst>
                          <a:ext uri="{FF2B5EF4-FFF2-40B4-BE49-F238E27FC236}">
                            <a16:creationId xmlns:a16="http://schemas.microsoft.com/office/drawing/2014/main" id="{26BB8F0D-6F17-46C8-9060-52A0F6AC21D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543" name="グループ化 113542">
                      <a:extLst>
                        <a:ext uri="{FF2B5EF4-FFF2-40B4-BE49-F238E27FC236}">
                          <a16:creationId xmlns:a16="http://schemas.microsoft.com/office/drawing/2014/main" id="{AFC2B27F-28D2-4263-8589-BE66778F2B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562" name="グループ化 113561">
                        <a:extLst>
                          <a:ext uri="{FF2B5EF4-FFF2-40B4-BE49-F238E27FC236}">
                            <a16:creationId xmlns:a16="http://schemas.microsoft.com/office/drawing/2014/main" id="{CA1990D2-1512-4850-BCB5-7A5F12EF15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567" name="楕円 113566">
                          <a:extLst>
                            <a:ext uri="{FF2B5EF4-FFF2-40B4-BE49-F238E27FC236}">
                              <a16:creationId xmlns:a16="http://schemas.microsoft.com/office/drawing/2014/main" id="{D3D394B7-524A-4E66-9E23-AD23DD0CC19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568" name="直線コネクタ 113567">
                          <a:extLst>
                            <a:ext uri="{FF2B5EF4-FFF2-40B4-BE49-F238E27FC236}">
                              <a16:creationId xmlns:a16="http://schemas.microsoft.com/office/drawing/2014/main" id="{5B8F8A69-8F83-4DB6-965B-E711426DA5B5}"/>
                            </a:ext>
                          </a:extLst>
                        </p:cNvPr>
                        <p:cNvCxnSpPr>
                          <a:cxnSpLocks/>
                          <a:stCxn id="113567" idx="0"/>
                          <a:endCxn id="113567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569" name="直線コネクタ 113568">
                          <a:extLst>
                            <a:ext uri="{FF2B5EF4-FFF2-40B4-BE49-F238E27FC236}">
                              <a16:creationId xmlns:a16="http://schemas.microsoft.com/office/drawing/2014/main" id="{A4D52283-9459-4FAF-8291-3B8F42A82093}"/>
                            </a:ext>
                          </a:extLst>
                        </p:cNvPr>
                        <p:cNvCxnSpPr>
                          <a:cxnSpLocks/>
                          <a:stCxn id="113567" idx="2"/>
                          <a:endCxn id="113567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563" name="楕円 113562">
                        <a:extLst>
                          <a:ext uri="{FF2B5EF4-FFF2-40B4-BE49-F238E27FC236}">
                            <a16:creationId xmlns:a16="http://schemas.microsoft.com/office/drawing/2014/main" id="{BE348773-B82C-499E-894B-9943CBF9819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64" name="楕円 113563">
                        <a:extLst>
                          <a:ext uri="{FF2B5EF4-FFF2-40B4-BE49-F238E27FC236}">
                            <a16:creationId xmlns:a16="http://schemas.microsoft.com/office/drawing/2014/main" id="{D5BC965B-F355-48FA-9725-1C48663F082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65" name="楕円 113564">
                        <a:extLst>
                          <a:ext uri="{FF2B5EF4-FFF2-40B4-BE49-F238E27FC236}">
                            <a16:creationId xmlns:a16="http://schemas.microsoft.com/office/drawing/2014/main" id="{924AE411-0BF8-4EEB-BAED-AA46EBB0F56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66" name="楕円 113565">
                        <a:extLst>
                          <a:ext uri="{FF2B5EF4-FFF2-40B4-BE49-F238E27FC236}">
                            <a16:creationId xmlns:a16="http://schemas.microsoft.com/office/drawing/2014/main" id="{030E74F3-21CD-4B55-B4BD-FEBD70E9EB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544" name="グループ化 113543">
                      <a:extLst>
                        <a:ext uri="{FF2B5EF4-FFF2-40B4-BE49-F238E27FC236}">
                          <a16:creationId xmlns:a16="http://schemas.microsoft.com/office/drawing/2014/main" id="{F5803449-B31C-4DBD-BDD0-A68CDD21E1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554" name="グループ化 113553">
                        <a:extLst>
                          <a:ext uri="{FF2B5EF4-FFF2-40B4-BE49-F238E27FC236}">
                            <a16:creationId xmlns:a16="http://schemas.microsoft.com/office/drawing/2014/main" id="{40AD04E8-2801-49CD-AAC4-1DF59C1B22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559" name="楕円 113558">
                          <a:extLst>
                            <a:ext uri="{FF2B5EF4-FFF2-40B4-BE49-F238E27FC236}">
                              <a16:creationId xmlns:a16="http://schemas.microsoft.com/office/drawing/2014/main" id="{AC46E180-8B55-4754-BFD0-0E68D2D8B1F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560" name="直線コネクタ 113559">
                          <a:extLst>
                            <a:ext uri="{FF2B5EF4-FFF2-40B4-BE49-F238E27FC236}">
                              <a16:creationId xmlns:a16="http://schemas.microsoft.com/office/drawing/2014/main" id="{D518479F-7DB0-4DB2-B032-3A4434163848}"/>
                            </a:ext>
                          </a:extLst>
                        </p:cNvPr>
                        <p:cNvCxnSpPr>
                          <a:cxnSpLocks/>
                          <a:stCxn id="113559" idx="0"/>
                          <a:endCxn id="113559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561" name="直線コネクタ 113560">
                          <a:extLst>
                            <a:ext uri="{FF2B5EF4-FFF2-40B4-BE49-F238E27FC236}">
                              <a16:creationId xmlns:a16="http://schemas.microsoft.com/office/drawing/2014/main" id="{B95887B5-10F8-4129-8C94-20A304AF2F2D}"/>
                            </a:ext>
                          </a:extLst>
                        </p:cNvPr>
                        <p:cNvCxnSpPr>
                          <a:cxnSpLocks/>
                          <a:stCxn id="113559" idx="2"/>
                          <a:endCxn id="113559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555" name="楕円 113554">
                        <a:extLst>
                          <a:ext uri="{FF2B5EF4-FFF2-40B4-BE49-F238E27FC236}">
                            <a16:creationId xmlns:a16="http://schemas.microsoft.com/office/drawing/2014/main" id="{83354231-E64A-4958-B212-6EBAD2295BB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56" name="楕円 113555">
                        <a:extLst>
                          <a:ext uri="{FF2B5EF4-FFF2-40B4-BE49-F238E27FC236}">
                            <a16:creationId xmlns:a16="http://schemas.microsoft.com/office/drawing/2014/main" id="{0063E116-D53C-4E0C-8F9A-89029821817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57" name="楕円 113556">
                        <a:extLst>
                          <a:ext uri="{FF2B5EF4-FFF2-40B4-BE49-F238E27FC236}">
                            <a16:creationId xmlns:a16="http://schemas.microsoft.com/office/drawing/2014/main" id="{F346A268-D1EA-44C8-BCFB-7710994113D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58" name="楕円 113557">
                        <a:extLst>
                          <a:ext uri="{FF2B5EF4-FFF2-40B4-BE49-F238E27FC236}">
                            <a16:creationId xmlns:a16="http://schemas.microsoft.com/office/drawing/2014/main" id="{AEE2D4C7-49F4-4284-BA1E-323F6B2DF1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545" name="グループ化 113544">
                      <a:extLst>
                        <a:ext uri="{FF2B5EF4-FFF2-40B4-BE49-F238E27FC236}">
                          <a16:creationId xmlns:a16="http://schemas.microsoft.com/office/drawing/2014/main" id="{39100D02-4239-47B1-9073-0F503FB096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546" name="グループ化 113545">
                        <a:extLst>
                          <a:ext uri="{FF2B5EF4-FFF2-40B4-BE49-F238E27FC236}">
                            <a16:creationId xmlns:a16="http://schemas.microsoft.com/office/drawing/2014/main" id="{085E20BB-CE37-4447-B3C0-21F728EF3A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551" name="楕円 113550">
                          <a:extLst>
                            <a:ext uri="{FF2B5EF4-FFF2-40B4-BE49-F238E27FC236}">
                              <a16:creationId xmlns:a16="http://schemas.microsoft.com/office/drawing/2014/main" id="{F043F9EE-60D0-47D5-98E0-15BBC68BFB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552" name="直線コネクタ 113551">
                          <a:extLst>
                            <a:ext uri="{FF2B5EF4-FFF2-40B4-BE49-F238E27FC236}">
                              <a16:creationId xmlns:a16="http://schemas.microsoft.com/office/drawing/2014/main" id="{56BEAF1D-2444-4F51-ADB1-E52FC448B7E4}"/>
                            </a:ext>
                          </a:extLst>
                        </p:cNvPr>
                        <p:cNvCxnSpPr>
                          <a:cxnSpLocks/>
                          <a:stCxn id="113551" idx="0"/>
                          <a:endCxn id="113551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553" name="直線コネクタ 113552">
                          <a:extLst>
                            <a:ext uri="{FF2B5EF4-FFF2-40B4-BE49-F238E27FC236}">
                              <a16:creationId xmlns:a16="http://schemas.microsoft.com/office/drawing/2014/main" id="{15841742-AF48-4798-8BB7-C804AA301A5F}"/>
                            </a:ext>
                          </a:extLst>
                        </p:cNvPr>
                        <p:cNvCxnSpPr>
                          <a:cxnSpLocks/>
                          <a:stCxn id="113551" idx="2"/>
                          <a:endCxn id="113551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547" name="楕円 113546">
                        <a:extLst>
                          <a:ext uri="{FF2B5EF4-FFF2-40B4-BE49-F238E27FC236}">
                            <a16:creationId xmlns:a16="http://schemas.microsoft.com/office/drawing/2014/main" id="{0A88E567-55FB-47E3-80C3-EA928D54874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48" name="楕円 113547">
                        <a:extLst>
                          <a:ext uri="{FF2B5EF4-FFF2-40B4-BE49-F238E27FC236}">
                            <a16:creationId xmlns:a16="http://schemas.microsoft.com/office/drawing/2014/main" id="{1178E9FA-E8E3-4146-B7DB-9AB7FCE9F4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49" name="楕円 113548">
                        <a:extLst>
                          <a:ext uri="{FF2B5EF4-FFF2-40B4-BE49-F238E27FC236}">
                            <a16:creationId xmlns:a16="http://schemas.microsoft.com/office/drawing/2014/main" id="{F8AE4E0E-47DF-45C9-87D6-4E3CDD4FD8F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50" name="楕円 113549">
                        <a:extLst>
                          <a:ext uri="{FF2B5EF4-FFF2-40B4-BE49-F238E27FC236}">
                            <a16:creationId xmlns:a16="http://schemas.microsoft.com/office/drawing/2014/main" id="{1D2A606D-0232-45C7-9E92-B24C1048479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sp>
                <p:nvSpPr>
                  <p:cNvPr id="112627" name="楕円 112626">
                    <a:extLst>
                      <a:ext uri="{FF2B5EF4-FFF2-40B4-BE49-F238E27FC236}">
                        <a16:creationId xmlns:a16="http://schemas.microsoft.com/office/drawing/2014/main" id="{8D402B23-904D-4A69-9D15-AADBAD15D56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9480000" flipH="1">
                    <a:off x="5648400" y="47351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cxnSp>
                <p:nvCxnSpPr>
                  <p:cNvPr id="112628" name="直線コネクタ 112627">
                    <a:extLst>
                      <a:ext uri="{FF2B5EF4-FFF2-40B4-BE49-F238E27FC236}">
                        <a16:creationId xmlns:a16="http://schemas.microsoft.com/office/drawing/2014/main" id="{CC7DFBF2-DC77-4355-8A98-8BD0BD4178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8900000" flipH="1" flipV="1">
                    <a:off x="5828410" y="494795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29" name="直線コネクタ 112628">
                    <a:extLst>
                      <a:ext uri="{FF2B5EF4-FFF2-40B4-BE49-F238E27FC236}">
                        <a16:creationId xmlns:a16="http://schemas.microsoft.com/office/drawing/2014/main" id="{0F219D2A-C450-44D4-8713-A7690C75908A}"/>
                      </a:ext>
                    </a:extLst>
                  </p:cNvPr>
                  <p:cNvCxnSpPr>
                    <a:cxnSpLocks/>
                    <a:stCxn id="113630" idx="0"/>
                  </p:cNvCxnSpPr>
                  <p:nvPr/>
                </p:nvCxnSpPr>
                <p:spPr>
                  <a:xfrm flipH="1">
                    <a:off x="6103425" y="46575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30" name="直線コネクタ 112629">
                    <a:extLst>
                      <a:ext uri="{FF2B5EF4-FFF2-40B4-BE49-F238E27FC236}">
                        <a16:creationId xmlns:a16="http://schemas.microsoft.com/office/drawing/2014/main" id="{3154F368-E474-49DC-8502-8665AE4EF7B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7580000" flipH="1" flipV="1">
                    <a:off x="5623200" y="4809600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31" name="直線コネクタ 112630">
                    <a:extLst>
                      <a:ext uri="{FF2B5EF4-FFF2-40B4-BE49-F238E27FC236}">
                        <a16:creationId xmlns:a16="http://schemas.microsoft.com/office/drawing/2014/main" id="{62FCEF65-8CFD-4932-8843-2EA77523C11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0280000" flipH="1" flipV="1">
                    <a:off x="5968326" y="515694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32" name="直線コネクタ 112631">
                    <a:extLst>
                      <a:ext uri="{FF2B5EF4-FFF2-40B4-BE49-F238E27FC236}">
                        <a16:creationId xmlns:a16="http://schemas.microsoft.com/office/drawing/2014/main" id="{38B439F1-B207-46FE-8FA6-4194FED38C3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2700000" flipH="1" flipV="1">
                    <a:off x="5828402" y="585180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33" name="直線コネクタ 112632">
                    <a:extLst>
                      <a:ext uri="{FF2B5EF4-FFF2-40B4-BE49-F238E27FC236}">
                        <a16:creationId xmlns:a16="http://schemas.microsoft.com/office/drawing/2014/main" id="{2AC66E06-35BC-4090-A1F3-4CB55485F8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>
                    <a:off x="6103172" y="6103410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2634" name="グループ化 112633">
                    <a:extLst>
                      <a:ext uri="{FF2B5EF4-FFF2-40B4-BE49-F238E27FC236}">
                        <a16:creationId xmlns:a16="http://schemas.microsoft.com/office/drawing/2014/main" id="{82E6DD4E-6EA4-4C44-AB58-EE738D0971E3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862959" y="5862953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13501" name="グループ化 113500">
                      <a:extLst>
                        <a:ext uri="{FF2B5EF4-FFF2-40B4-BE49-F238E27FC236}">
                          <a16:creationId xmlns:a16="http://schemas.microsoft.com/office/drawing/2014/main" id="{61F64B63-6F13-461A-B167-C38CEA9ECC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13538" name="楕円 113537">
                        <a:extLst>
                          <a:ext uri="{FF2B5EF4-FFF2-40B4-BE49-F238E27FC236}">
                            <a16:creationId xmlns:a16="http://schemas.microsoft.com/office/drawing/2014/main" id="{1AB75DBB-A7F4-4CFD-9A96-65BEC026845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539" name="直線コネクタ 113538">
                        <a:extLst>
                          <a:ext uri="{FF2B5EF4-FFF2-40B4-BE49-F238E27FC236}">
                            <a16:creationId xmlns:a16="http://schemas.microsoft.com/office/drawing/2014/main" id="{73499B56-6849-42E1-AF90-5C91E1053BFB}"/>
                          </a:ext>
                        </a:extLst>
                      </p:cNvPr>
                      <p:cNvCxnSpPr>
                        <a:cxnSpLocks/>
                        <a:stCxn id="113538" idx="3"/>
                        <a:endCxn id="113538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540" name="直線コネクタ 113539">
                        <a:extLst>
                          <a:ext uri="{FF2B5EF4-FFF2-40B4-BE49-F238E27FC236}">
                            <a16:creationId xmlns:a16="http://schemas.microsoft.com/office/drawing/2014/main" id="{E8208C9C-7DCA-4731-87FD-3B5DFC202F2D}"/>
                          </a:ext>
                        </a:extLst>
                      </p:cNvPr>
                      <p:cNvCxnSpPr>
                        <a:cxnSpLocks/>
                        <a:stCxn id="113538" idx="1"/>
                        <a:endCxn id="113538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502" name="グループ化 113501">
                      <a:extLst>
                        <a:ext uri="{FF2B5EF4-FFF2-40B4-BE49-F238E27FC236}">
                          <a16:creationId xmlns:a16="http://schemas.microsoft.com/office/drawing/2014/main" id="{4A11094A-9FFC-48ED-BF0B-A1FB52070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530" name="グループ化 113529">
                        <a:extLst>
                          <a:ext uri="{FF2B5EF4-FFF2-40B4-BE49-F238E27FC236}">
                            <a16:creationId xmlns:a16="http://schemas.microsoft.com/office/drawing/2014/main" id="{1865119D-5D72-4670-94FB-2A36B5279B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535" name="楕円 113534">
                          <a:extLst>
                            <a:ext uri="{FF2B5EF4-FFF2-40B4-BE49-F238E27FC236}">
                              <a16:creationId xmlns:a16="http://schemas.microsoft.com/office/drawing/2014/main" id="{B917A069-6A80-4A86-BEA7-1C6CFD3F5A1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536" name="直線コネクタ 113535">
                          <a:extLst>
                            <a:ext uri="{FF2B5EF4-FFF2-40B4-BE49-F238E27FC236}">
                              <a16:creationId xmlns:a16="http://schemas.microsoft.com/office/drawing/2014/main" id="{AD3D2F94-F1D8-4C7C-B3E7-BA24F50F4929}"/>
                            </a:ext>
                          </a:extLst>
                        </p:cNvPr>
                        <p:cNvCxnSpPr>
                          <a:cxnSpLocks/>
                          <a:stCxn id="113535" idx="0"/>
                          <a:endCxn id="113535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537" name="直線コネクタ 113536">
                          <a:extLst>
                            <a:ext uri="{FF2B5EF4-FFF2-40B4-BE49-F238E27FC236}">
                              <a16:creationId xmlns:a16="http://schemas.microsoft.com/office/drawing/2014/main" id="{44263AEF-A1AC-4A1A-81EE-C8B0A727DDFE}"/>
                            </a:ext>
                          </a:extLst>
                        </p:cNvPr>
                        <p:cNvCxnSpPr>
                          <a:cxnSpLocks/>
                          <a:stCxn id="113535" idx="2"/>
                          <a:endCxn id="113535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531" name="楕円 113530">
                        <a:extLst>
                          <a:ext uri="{FF2B5EF4-FFF2-40B4-BE49-F238E27FC236}">
                            <a16:creationId xmlns:a16="http://schemas.microsoft.com/office/drawing/2014/main" id="{FBFAA848-64D8-4793-9FA2-D65E76DA5E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32" name="楕円 113531">
                        <a:extLst>
                          <a:ext uri="{FF2B5EF4-FFF2-40B4-BE49-F238E27FC236}">
                            <a16:creationId xmlns:a16="http://schemas.microsoft.com/office/drawing/2014/main" id="{A2F75FB6-342A-4061-9BE4-79B636041A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33" name="楕円 113532">
                        <a:extLst>
                          <a:ext uri="{FF2B5EF4-FFF2-40B4-BE49-F238E27FC236}">
                            <a16:creationId xmlns:a16="http://schemas.microsoft.com/office/drawing/2014/main" id="{EBD806AA-BB12-435A-86D4-0D0292FF29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34" name="楕円 113533">
                        <a:extLst>
                          <a:ext uri="{FF2B5EF4-FFF2-40B4-BE49-F238E27FC236}">
                            <a16:creationId xmlns:a16="http://schemas.microsoft.com/office/drawing/2014/main" id="{8FD15E08-7C2E-4E6F-BA3F-E30500C92C5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503" name="グループ化 113502">
                      <a:extLst>
                        <a:ext uri="{FF2B5EF4-FFF2-40B4-BE49-F238E27FC236}">
                          <a16:creationId xmlns:a16="http://schemas.microsoft.com/office/drawing/2014/main" id="{1E3CEF4F-ED9D-4411-8F7A-8080CAD8F8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522" name="グループ化 113521">
                        <a:extLst>
                          <a:ext uri="{FF2B5EF4-FFF2-40B4-BE49-F238E27FC236}">
                            <a16:creationId xmlns:a16="http://schemas.microsoft.com/office/drawing/2014/main" id="{43472F78-E9C2-4784-98E2-62E73BC4AC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527" name="楕円 113526">
                          <a:extLst>
                            <a:ext uri="{FF2B5EF4-FFF2-40B4-BE49-F238E27FC236}">
                              <a16:creationId xmlns:a16="http://schemas.microsoft.com/office/drawing/2014/main" id="{7C6B4CB2-55C0-4CE7-9701-DF9AA3EB0F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528" name="直線コネクタ 113527">
                          <a:extLst>
                            <a:ext uri="{FF2B5EF4-FFF2-40B4-BE49-F238E27FC236}">
                              <a16:creationId xmlns:a16="http://schemas.microsoft.com/office/drawing/2014/main" id="{F08B9032-F573-40A6-A8AB-4683F0521DAD}"/>
                            </a:ext>
                          </a:extLst>
                        </p:cNvPr>
                        <p:cNvCxnSpPr>
                          <a:cxnSpLocks/>
                          <a:stCxn id="113527" idx="0"/>
                          <a:endCxn id="113527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529" name="直線コネクタ 113528">
                          <a:extLst>
                            <a:ext uri="{FF2B5EF4-FFF2-40B4-BE49-F238E27FC236}">
                              <a16:creationId xmlns:a16="http://schemas.microsoft.com/office/drawing/2014/main" id="{6D651783-6C54-4B30-919F-F0B46E1FB255}"/>
                            </a:ext>
                          </a:extLst>
                        </p:cNvPr>
                        <p:cNvCxnSpPr>
                          <a:cxnSpLocks/>
                          <a:stCxn id="113527" idx="2"/>
                          <a:endCxn id="113527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523" name="楕円 113522">
                        <a:extLst>
                          <a:ext uri="{FF2B5EF4-FFF2-40B4-BE49-F238E27FC236}">
                            <a16:creationId xmlns:a16="http://schemas.microsoft.com/office/drawing/2014/main" id="{C4BFA2EE-5CCA-4AE3-870B-E3306D9D110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24" name="楕円 113523">
                        <a:extLst>
                          <a:ext uri="{FF2B5EF4-FFF2-40B4-BE49-F238E27FC236}">
                            <a16:creationId xmlns:a16="http://schemas.microsoft.com/office/drawing/2014/main" id="{AC0A5A56-8875-4178-BB87-56DA1382014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25" name="楕円 113524">
                        <a:extLst>
                          <a:ext uri="{FF2B5EF4-FFF2-40B4-BE49-F238E27FC236}">
                            <a16:creationId xmlns:a16="http://schemas.microsoft.com/office/drawing/2014/main" id="{8E79B48D-3066-43B1-90F7-3F77585B36E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26" name="楕円 113525">
                        <a:extLst>
                          <a:ext uri="{FF2B5EF4-FFF2-40B4-BE49-F238E27FC236}">
                            <a16:creationId xmlns:a16="http://schemas.microsoft.com/office/drawing/2014/main" id="{13E010AD-4CB3-4EBE-BDAC-32390F3A07D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504" name="グループ化 113503">
                      <a:extLst>
                        <a:ext uri="{FF2B5EF4-FFF2-40B4-BE49-F238E27FC236}">
                          <a16:creationId xmlns:a16="http://schemas.microsoft.com/office/drawing/2014/main" id="{6D755AF5-5AB1-441E-BA5B-AC17878330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514" name="グループ化 113513">
                        <a:extLst>
                          <a:ext uri="{FF2B5EF4-FFF2-40B4-BE49-F238E27FC236}">
                            <a16:creationId xmlns:a16="http://schemas.microsoft.com/office/drawing/2014/main" id="{11596A81-F98E-4E0C-A44D-28939B2F05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519" name="楕円 113518">
                          <a:extLst>
                            <a:ext uri="{FF2B5EF4-FFF2-40B4-BE49-F238E27FC236}">
                              <a16:creationId xmlns:a16="http://schemas.microsoft.com/office/drawing/2014/main" id="{CD83C651-C8F7-4A2A-B327-88E564CCC1D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520" name="直線コネクタ 113519">
                          <a:extLst>
                            <a:ext uri="{FF2B5EF4-FFF2-40B4-BE49-F238E27FC236}">
                              <a16:creationId xmlns:a16="http://schemas.microsoft.com/office/drawing/2014/main" id="{1A44D973-9127-4D33-9011-3B392FA56E37}"/>
                            </a:ext>
                          </a:extLst>
                        </p:cNvPr>
                        <p:cNvCxnSpPr>
                          <a:cxnSpLocks/>
                          <a:stCxn id="113519" idx="0"/>
                          <a:endCxn id="113519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521" name="直線コネクタ 113520">
                          <a:extLst>
                            <a:ext uri="{FF2B5EF4-FFF2-40B4-BE49-F238E27FC236}">
                              <a16:creationId xmlns:a16="http://schemas.microsoft.com/office/drawing/2014/main" id="{8F00F84E-2A30-4B9F-888B-69C68E638CE2}"/>
                            </a:ext>
                          </a:extLst>
                        </p:cNvPr>
                        <p:cNvCxnSpPr>
                          <a:cxnSpLocks/>
                          <a:stCxn id="113519" idx="2"/>
                          <a:endCxn id="113519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515" name="楕円 113514">
                        <a:extLst>
                          <a:ext uri="{FF2B5EF4-FFF2-40B4-BE49-F238E27FC236}">
                            <a16:creationId xmlns:a16="http://schemas.microsoft.com/office/drawing/2014/main" id="{26AA3ED3-F734-4EF8-B1EE-515E6E547E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16" name="楕円 113515">
                        <a:extLst>
                          <a:ext uri="{FF2B5EF4-FFF2-40B4-BE49-F238E27FC236}">
                            <a16:creationId xmlns:a16="http://schemas.microsoft.com/office/drawing/2014/main" id="{67765FE7-EE15-4C97-A473-313B3D47809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17" name="楕円 113516">
                        <a:extLst>
                          <a:ext uri="{FF2B5EF4-FFF2-40B4-BE49-F238E27FC236}">
                            <a16:creationId xmlns:a16="http://schemas.microsoft.com/office/drawing/2014/main" id="{53021287-51E6-42D3-91CF-E069D9932C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18" name="楕円 113517">
                        <a:extLst>
                          <a:ext uri="{FF2B5EF4-FFF2-40B4-BE49-F238E27FC236}">
                            <a16:creationId xmlns:a16="http://schemas.microsoft.com/office/drawing/2014/main" id="{4D783CB1-4877-4587-B861-EDAB2F487A5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505" name="グループ化 113504">
                      <a:extLst>
                        <a:ext uri="{FF2B5EF4-FFF2-40B4-BE49-F238E27FC236}">
                          <a16:creationId xmlns:a16="http://schemas.microsoft.com/office/drawing/2014/main" id="{AFE5A04C-A0C6-42C7-964C-27DDCEE614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506" name="グループ化 113505">
                        <a:extLst>
                          <a:ext uri="{FF2B5EF4-FFF2-40B4-BE49-F238E27FC236}">
                            <a16:creationId xmlns:a16="http://schemas.microsoft.com/office/drawing/2014/main" id="{9AF0CE1E-0F06-4F94-975D-6286E5F6C6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511" name="楕円 113510">
                          <a:extLst>
                            <a:ext uri="{FF2B5EF4-FFF2-40B4-BE49-F238E27FC236}">
                              <a16:creationId xmlns:a16="http://schemas.microsoft.com/office/drawing/2014/main" id="{1EA68E69-FC97-4A45-AA30-D5DAE4597B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512" name="直線コネクタ 113511">
                          <a:extLst>
                            <a:ext uri="{FF2B5EF4-FFF2-40B4-BE49-F238E27FC236}">
                              <a16:creationId xmlns:a16="http://schemas.microsoft.com/office/drawing/2014/main" id="{EC69181D-48B7-459D-ABD8-F1722B43B548}"/>
                            </a:ext>
                          </a:extLst>
                        </p:cNvPr>
                        <p:cNvCxnSpPr>
                          <a:cxnSpLocks/>
                          <a:stCxn id="113511" idx="0"/>
                          <a:endCxn id="113511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513" name="直線コネクタ 113512">
                          <a:extLst>
                            <a:ext uri="{FF2B5EF4-FFF2-40B4-BE49-F238E27FC236}">
                              <a16:creationId xmlns:a16="http://schemas.microsoft.com/office/drawing/2014/main" id="{FA91A097-ACF6-43E4-B005-BE21EC9C770F}"/>
                            </a:ext>
                          </a:extLst>
                        </p:cNvPr>
                        <p:cNvCxnSpPr>
                          <a:cxnSpLocks/>
                          <a:stCxn id="113511" idx="2"/>
                          <a:endCxn id="113511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507" name="楕円 113506">
                        <a:extLst>
                          <a:ext uri="{FF2B5EF4-FFF2-40B4-BE49-F238E27FC236}">
                            <a16:creationId xmlns:a16="http://schemas.microsoft.com/office/drawing/2014/main" id="{98B5BE49-6391-4F21-8B3F-EDC4E53FB4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08" name="楕円 113507">
                        <a:extLst>
                          <a:ext uri="{FF2B5EF4-FFF2-40B4-BE49-F238E27FC236}">
                            <a16:creationId xmlns:a16="http://schemas.microsoft.com/office/drawing/2014/main" id="{7EE15F2B-9CAF-488C-B77E-B2C3A2013C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09" name="楕円 113508">
                        <a:extLst>
                          <a:ext uri="{FF2B5EF4-FFF2-40B4-BE49-F238E27FC236}">
                            <a16:creationId xmlns:a16="http://schemas.microsoft.com/office/drawing/2014/main" id="{C13602A1-F2E9-4E47-A7FF-A14FCA548E2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510" name="楕円 113509">
                        <a:extLst>
                          <a:ext uri="{FF2B5EF4-FFF2-40B4-BE49-F238E27FC236}">
                            <a16:creationId xmlns:a16="http://schemas.microsoft.com/office/drawing/2014/main" id="{B063EF82-280E-419C-BD35-AAA5749638D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12635" name="直線コネクタ 112634">
                    <a:extLst>
                      <a:ext uri="{FF2B5EF4-FFF2-40B4-BE49-F238E27FC236}">
                        <a16:creationId xmlns:a16="http://schemas.microsoft.com/office/drawing/2014/main" id="{0A3A8EFF-E927-437B-9BAF-BA631F56BE8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80000" flipH="1" flipV="1">
                    <a:off x="5966757" y="5646595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36" name="直線コネクタ 112635">
                    <a:extLst>
                      <a:ext uri="{FF2B5EF4-FFF2-40B4-BE49-F238E27FC236}">
                        <a16:creationId xmlns:a16="http://schemas.microsoft.com/office/drawing/2014/main" id="{861E99BC-3952-4BB6-81D8-61A004EEA84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4080000" flipH="1" flipV="1">
                    <a:off x="5619412" y="599172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37" name="直線コネクタ 112636">
                    <a:extLst>
                      <a:ext uri="{FF2B5EF4-FFF2-40B4-BE49-F238E27FC236}">
                        <a16:creationId xmlns:a16="http://schemas.microsoft.com/office/drawing/2014/main" id="{E07C4261-EEC1-48D9-B43A-577CD97C85A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8100000" flipH="1" flipV="1">
                    <a:off x="4924552" y="585179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38" name="直線コネクタ 112637">
                    <a:extLst>
                      <a:ext uri="{FF2B5EF4-FFF2-40B4-BE49-F238E27FC236}">
                        <a16:creationId xmlns:a16="http://schemas.microsoft.com/office/drawing/2014/main" id="{3D3DFA17-F0AB-49B2-8098-1A167E8C993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657272" y="61031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2639" name="グループ化 112638">
                    <a:extLst>
                      <a:ext uri="{FF2B5EF4-FFF2-40B4-BE49-F238E27FC236}">
                        <a16:creationId xmlns:a16="http://schemas.microsoft.com/office/drawing/2014/main" id="{1B62BD30-74DF-48BF-ADE0-A28B64FFCA11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680006" y="5863004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13461" name="グループ化 113460">
                      <a:extLst>
                        <a:ext uri="{FF2B5EF4-FFF2-40B4-BE49-F238E27FC236}">
                          <a16:creationId xmlns:a16="http://schemas.microsoft.com/office/drawing/2014/main" id="{278E1847-7E26-4FF8-9DFA-4D6507E01B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13498" name="楕円 113497">
                        <a:extLst>
                          <a:ext uri="{FF2B5EF4-FFF2-40B4-BE49-F238E27FC236}">
                            <a16:creationId xmlns:a16="http://schemas.microsoft.com/office/drawing/2014/main" id="{DE35FC33-BA04-4F7A-B4AA-F9DDE50CD0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499" name="直線コネクタ 113498">
                        <a:extLst>
                          <a:ext uri="{FF2B5EF4-FFF2-40B4-BE49-F238E27FC236}">
                            <a16:creationId xmlns:a16="http://schemas.microsoft.com/office/drawing/2014/main" id="{D3AE2170-75EB-40F3-8E34-1889B0C75B59}"/>
                          </a:ext>
                        </a:extLst>
                      </p:cNvPr>
                      <p:cNvCxnSpPr>
                        <a:cxnSpLocks/>
                        <a:stCxn id="113498" idx="3"/>
                        <a:endCxn id="113498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500" name="直線コネクタ 113499">
                        <a:extLst>
                          <a:ext uri="{FF2B5EF4-FFF2-40B4-BE49-F238E27FC236}">
                            <a16:creationId xmlns:a16="http://schemas.microsoft.com/office/drawing/2014/main" id="{53786DC5-5C60-40A0-9B36-1C1A6DAB7416}"/>
                          </a:ext>
                        </a:extLst>
                      </p:cNvPr>
                      <p:cNvCxnSpPr>
                        <a:cxnSpLocks/>
                        <a:stCxn id="113498" idx="1"/>
                        <a:endCxn id="113498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462" name="グループ化 113461">
                      <a:extLst>
                        <a:ext uri="{FF2B5EF4-FFF2-40B4-BE49-F238E27FC236}">
                          <a16:creationId xmlns:a16="http://schemas.microsoft.com/office/drawing/2014/main" id="{A35ED112-6A4F-452A-A62C-3E9D01BA07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490" name="グループ化 113489">
                        <a:extLst>
                          <a:ext uri="{FF2B5EF4-FFF2-40B4-BE49-F238E27FC236}">
                            <a16:creationId xmlns:a16="http://schemas.microsoft.com/office/drawing/2014/main" id="{99F2A69A-46AC-4538-B34C-96F55BB310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495" name="楕円 113494">
                          <a:extLst>
                            <a:ext uri="{FF2B5EF4-FFF2-40B4-BE49-F238E27FC236}">
                              <a16:creationId xmlns:a16="http://schemas.microsoft.com/office/drawing/2014/main" id="{0960340B-1680-44AC-804E-076532D611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496" name="直線コネクタ 113495">
                          <a:extLst>
                            <a:ext uri="{FF2B5EF4-FFF2-40B4-BE49-F238E27FC236}">
                              <a16:creationId xmlns:a16="http://schemas.microsoft.com/office/drawing/2014/main" id="{06D38EE2-954A-446F-BEF5-852FEC8135FE}"/>
                            </a:ext>
                          </a:extLst>
                        </p:cNvPr>
                        <p:cNvCxnSpPr>
                          <a:cxnSpLocks/>
                          <a:stCxn id="113495" idx="0"/>
                          <a:endCxn id="113495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497" name="直線コネクタ 113496">
                          <a:extLst>
                            <a:ext uri="{FF2B5EF4-FFF2-40B4-BE49-F238E27FC236}">
                              <a16:creationId xmlns:a16="http://schemas.microsoft.com/office/drawing/2014/main" id="{28BB2000-A7A4-44D9-8566-12562B5B7E6C}"/>
                            </a:ext>
                          </a:extLst>
                        </p:cNvPr>
                        <p:cNvCxnSpPr>
                          <a:cxnSpLocks/>
                          <a:stCxn id="113495" idx="2"/>
                          <a:endCxn id="113495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491" name="楕円 113490">
                        <a:extLst>
                          <a:ext uri="{FF2B5EF4-FFF2-40B4-BE49-F238E27FC236}">
                            <a16:creationId xmlns:a16="http://schemas.microsoft.com/office/drawing/2014/main" id="{B1119E0F-9443-42DC-8E94-8AB5430358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92" name="楕円 113491">
                        <a:extLst>
                          <a:ext uri="{FF2B5EF4-FFF2-40B4-BE49-F238E27FC236}">
                            <a16:creationId xmlns:a16="http://schemas.microsoft.com/office/drawing/2014/main" id="{6998F6B2-0286-4F21-983A-871FE0E25F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93" name="楕円 113492">
                        <a:extLst>
                          <a:ext uri="{FF2B5EF4-FFF2-40B4-BE49-F238E27FC236}">
                            <a16:creationId xmlns:a16="http://schemas.microsoft.com/office/drawing/2014/main" id="{2BA31141-1E24-49D2-9CCB-682AF62E476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94" name="楕円 113493">
                        <a:extLst>
                          <a:ext uri="{FF2B5EF4-FFF2-40B4-BE49-F238E27FC236}">
                            <a16:creationId xmlns:a16="http://schemas.microsoft.com/office/drawing/2014/main" id="{EC3F17F3-87DD-45C8-AF72-0BB5EC3B607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463" name="グループ化 113462">
                      <a:extLst>
                        <a:ext uri="{FF2B5EF4-FFF2-40B4-BE49-F238E27FC236}">
                          <a16:creationId xmlns:a16="http://schemas.microsoft.com/office/drawing/2014/main" id="{7761AFA5-555D-4AD0-8E89-EA9EEB5D7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482" name="グループ化 113481">
                        <a:extLst>
                          <a:ext uri="{FF2B5EF4-FFF2-40B4-BE49-F238E27FC236}">
                            <a16:creationId xmlns:a16="http://schemas.microsoft.com/office/drawing/2014/main" id="{7C0C556D-14D4-46AE-AAFC-37E2CEE3DC9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487" name="楕円 113486">
                          <a:extLst>
                            <a:ext uri="{FF2B5EF4-FFF2-40B4-BE49-F238E27FC236}">
                              <a16:creationId xmlns:a16="http://schemas.microsoft.com/office/drawing/2014/main" id="{E6FA3C7D-4144-4379-B7FA-1203CE8287E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488" name="直線コネクタ 113487">
                          <a:extLst>
                            <a:ext uri="{FF2B5EF4-FFF2-40B4-BE49-F238E27FC236}">
                              <a16:creationId xmlns:a16="http://schemas.microsoft.com/office/drawing/2014/main" id="{AA6194FC-4795-482C-913C-BD31E7163290}"/>
                            </a:ext>
                          </a:extLst>
                        </p:cNvPr>
                        <p:cNvCxnSpPr>
                          <a:cxnSpLocks/>
                          <a:stCxn id="113487" idx="0"/>
                          <a:endCxn id="113487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489" name="直線コネクタ 113488">
                          <a:extLst>
                            <a:ext uri="{FF2B5EF4-FFF2-40B4-BE49-F238E27FC236}">
                              <a16:creationId xmlns:a16="http://schemas.microsoft.com/office/drawing/2014/main" id="{0A8E2563-4891-4A5F-94D3-B255991BA74B}"/>
                            </a:ext>
                          </a:extLst>
                        </p:cNvPr>
                        <p:cNvCxnSpPr>
                          <a:cxnSpLocks/>
                          <a:stCxn id="113487" idx="2"/>
                          <a:endCxn id="113487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483" name="楕円 113482">
                        <a:extLst>
                          <a:ext uri="{FF2B5EF4-FFF2-40B4-BE49-F238E27FC236}">
                            <a16:creationId xmlns:a16="http://schemas.microsoft.com/office/drawing/2014/main" id="{CC6976C5-BAC8-43A5-981A-9875BB6015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84" name="楕円 113483">
                        <a:extLst>
                          <a:ext uri="{FF2B5EF4-FFF2-40B4-BE49-F238E27FC236}">
                            <a16:creationId xmlns:a16="http://schemas.microsoft.com/office/drawing/2014/main" id="{419EB208-65FD-4A07-8177-15310E275BD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85" name="楕円 113484">
                        <a:extLst>
                          <a:ext uri="{FF2B5EF4-FFF2-40B4-BE49-F238E27FC236}">
                            <a16:creationId xmlns:a16="http://schemas.microsoft.com/office/drawing/2014/main" id="{0B9C0139-DFFC-4C9B-821C-745E720CEB8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86" name="楕円 113485">
                        <a:extLst>
                          <a:ext uri="{FF2B5EF4-FFF2-40B4-BE49-F238E27FC236}">
                            <a16:creationId xmlns:a16="http://schemas.microsoft.com/office/drawing/2014/main" id="{F0D93BDB-C3D6-4613-845D-B43D66FB7A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464" name="グループ化 113463">
                      <a:extLst>
                        <a:ext uri="{FF2B5EF4-FFF2-40B4-BE49-F238E27FC236}">
                          <a16:creationId xmlns:a16="http://schemas.microsoft.com/office/drawing/2014/main" id="{E514ABBE-1073-4FDE-9746-AA26C7BE221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474" name="グループ化 113473">
                        <a:extLst>
                          <a:ext uri="{FF2B5EF4-FFF2-40B4-BE49-F238E27FC236}">
                            <a16:creationId xmlns:a16="http://schemas.microsoft.com/office/drawing/2014/main" id="{9F88F20E-0C97-4AFE-B1A5-0328DCDEF0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479" name="楕円 113478">
                          <a:extLst>
                            <a:ext uri="{FF2B5EF4-FFF2-40B4-BE49-F238E27FC236}">
                              <a16:creationId xmlns:a16="http://schemas.microsoft.com/office/drawing/2014/main" id="{AF01AEBD-9A4A-4FA2-A88D-4CBF2F4B7C4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480" name="直線コネクタ 113479">
                          <a:extLst>
                            <a:ext uri="{FF2B5EF4-FFF2-40B4-BE49-F238E27FC236}">
                              <a16:creationId xmlns:a16="http://schemas.microsoft.com/office/drawing/2014/main" id="{573FCDE8-F4D9-46B6-95F8-0AD5579BA367}"/>
                            </a:ext>
                          </a:extLst>
                        </p:cNvPr>
                        <p:cNvCxnSpPr>
                          <a:cxnSpLocks/>
                          <a:stCxn id="113479" idx="0"/>
                          <a:endCxn id="113479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481" name="直線コネクタ 113480">
                          <a:extLst>
                            <a:ext uri="{FF2B5EF4-FFF2-40B4-BE49-F238E27FC236}">
                              <a16:creationId xmlns:a16="http://schemas.microsoft.com/office/drawing/2014/main" id="{0A5D740D-8398-4B6F-BA7B-6557DF855595}"/>
                            </a:ext>
                          </a:extLst>
                        </p:cNvPr>
                        <p:cNvCxnSpPr>
                          <a:cxnSpLocks/>
                          <a:stCxn id="113479" idx="2"/>
                          <a:endCxn id="113479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475" name="楕円 113474">
                        <a:extLst>
                          <a:ext uri="{FF2B5EF4-FFF2-40B4-BE49-F238E27FC236}">
                            <a16:creationId xmlns:a16="http://schemas.microsoft.com/office/drawing/2014/main" id="{5072F1F7-D355-4384-9370-FBE9971E8C3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76" name="楕円 113475">
                        <a:extLst>
                          <a:ext uri="{FF2B5EF4-FFF2-40B4-BE49-F238E27FC236}">
                            <a16:creationId xmlns:a16="http://schemas.microsoft.com/office/drawing/2014/main" id="{56E129D1-A8C0-49F8-B753-F91F2C34ED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77" name="楕円 113476">
                        <a:extLst>
                          <a:ext uri="{FF2B5EF4-FFF2-40B4-BE49-F238E27FC236}">
                            <a16:creationId xmlns:a16="http://schemas.microsoft.com/office/drawing/2014/main" id="{AF590F28-4635-4306-8B28-4E5BF761E7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78" name="楕円 113477">
                        <a:extLst>
                          <a:ext uri="{FF2B5EF4-FFF2-40B4-BE49-F238E27FC236}">
                            <a16:creationId xmlns:a16="http://schemas.microsoft.com/office/drawing/2014/main" id="{0C9F7BDB-A0C3-4506-B199-D661B4C69D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465" name="グループ化 113464">
                      <a:extLst>
                        <a:ext uri="{FF2B5EF4-FFF2-40B4-BE49-F238E27FC236}">
                          <a16:creationId xmlns:a16="http://schemas.microsoft.com/office/drawing/2014/main" id="{C09312C5-6D46-450A-9F7E-AFEE69A755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466" name="グループ化 113465">
                        <a:extLst>
                          <a:ext uri="{FF2B5EF4-FFF2-40B4-BE49-F238E27FC236}">
                            <a16:creationId xmlns:a16="http://schemas.microsoft.com/office/drawing/2014/main" id="{25A2FF9E-3C80-4D12-AD83-0BEE55DCF4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471" name="楕円 113470">
                          <a:extLst>
                            <a:ext uri="{FF2B5EF4-FFF2-40B4-BE49-F238E27FC236}">
                              <a16:creationId xmlns:a16="http://schemas.microsoft.com/office/drawing/2014/main" id="{03F9B30E-4A79-4F62-839A-85C1A965229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472" name="直線コネクタ 113471">
                          <a:extLst>
                            <a:ext uri="{FF2B5EF4-FFF2-40B4-BE49-F238E27FC236}">
                              <a16:creationId xmlns:a16="http://schemas.microsoft.com/office/drawing/2014/main" id="{241C9D5F-02A5-4739-AB51-0BAD24D87FA8}"/>
                            </a:ext>
                          </a:extLst>
                        </p:cNvPr>
                        <p:cNvCxnSpPr>
                          <a:cxnSpLocks/>
                          <a:stCxn id="113471" idx="0"/>
                          <a:endCxn id="113471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473" name="直線コネクタ 113472">
                          <a:extLst>
                            <a:ext uri="{FF2B5EF4-FFF2-40B4-BE49-F238E27FC236}">
                              <a16:creationId xmlns:a16="http://schemas.microsoft.com/office/drawing/2014/main" id="{A96F6773-B990-4795-851E-5646812BCA7B}"/>
                            </a:ext>
                          </a:extLst>
                        </p:cNvPr>
                        <p:cNvCxnSpPr>
                          <a:cxnSpLocks/>
                          <a:stCxn id="113471" idx="2"/>
                          <a:endCxn id="113471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467" name="楕円 113466">
                        <a:extLst>
                          <a:ext uri="{FF2B5EF4-FFF2-40B4-BE49-F238E27FC236}">
                            <a16:creationId xmlns:a16="http://schemas.microsoft.com/office/drawing/2014/main" id="{21FC4E2B-A97A-410B-B1DE-3D04C9468FB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68" name="楕円 113467">
                        <a:extLst>
                          <a:ext uri="{FF2B5EF4-FFF2-40B4-BE49-F238E27FC236}">
                            <a16:creationId xmlns:a16="http://schemas.microsoft.com/office/drawing/2014/main" id="{CBEABC82-12C4-4B75-80C6-DA0A75B62B9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69" name="楕円 113468">
                        <a:extLst>
                          <a:ext uri="{FF2B5EF4-FFF2-40B4-BE49-F238E27FC236}">
                            <a16:creationId xmlns:a16="http://schemas.microsoft.com/office/drawing/2014/main" id="{C292BDA2-31C3-4600-9110-721C9DF5D0B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70" name="楕円 113469">
                        <a:extLst>
                          <a:ext uri="{FF2B5EF4-FFF2-40B4-BE49-F238E27FC236}">
                            <a16:creationId xmlns:a16="http://schemas.microsoft.com/office/drawing/2014/main" id="{11F950A0-7EE8-4FEB-9633-7F07B1D9C6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12640" name="直線コネクタ 112639">
                    <a:extLst>
                      <a:ext uri="{FF2B5EF4-FFF2-40B4-BE49-F238E27FC236}">
                        <a16:creationId xmlns:a16="http://schemas.microsoft.com/office/drawing/2014/main" id="{9C80A56E-E01E-46B4-88F8-75782E47C2CF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6780000" flipH="1" flipV="1">
                    <a:off x="5129762" y="5990152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41" name="直線コネクタ 112640">
                    <a:extLst>
                      <a:ext uri="{FF2B5EF4-FFF2-40B4-BE49-F238E27FC236}">
                        <a16:creationId xmlns:a16="http://schemas.microsoft.com/office/drawing/2014/main" id="{967DDA97-9A26-4AAA-8E46-848731D5AE94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9480000" flipH="1" flipV="1">
                    <a:off x="4784636" y="564280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42" name="直線コネクタ 112641">
                    <a:extLst>
                      <a:ext uri="{FF2B5EF4-FFF2-40B4-BE49-F238E27FC236}">
                        <a16:creationId xmlns:a16="http://schemas.microsoft.com/office/drawing/2014/main" id="{3E4DBEB8-4F25-431B-8CF6-1C80C2A92F8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3500000" flipH="1" flipV="1">
                    <a:off x="4924560" y="494794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43" name="直線コネクタ 112642">
                    <a:extLst>
                      <a:ext uri="{FF2B5EF4-FFF2-40B4-BE49-F238E27FC236}">
                        <a16:creationId xmlns:a16="http://schemas.microsoft.com/office/drawing/2014/main" id="{78417D8B-8F7C-47CD-B8E3-479794CE7C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H="1">
                    <a:off x="4657526" y="4657256"/>
                    <a:ext cx="39065" cy="39096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12644" name="グループ化 112643">
                    <a:extLst>
                      <a:ext uri="{FF2B5EF4-FFF2-40B4-BE49-F238E27FC236}">
                        <a16:creationId xmlns:a16="http://schemas.microsoft.com/office/drawing/2014/main" id="{035E4CEC-9773-4ADA-ACF3-D956B0DFFB4B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679955" y="4680051"/>
                    <a:ext cx="256849" cy="256758"/>
                    <a:chOff x="5862907" y="4680000"/>
                    <a:chExt cx="256849" cy="256758"/>
                  </a:xfrm>
                </p:grpSpPr>
                <p:grpSp>
                  <p:nvGrpSpPr>
                    <p:cNvPr id="113421" name="グループ化 113420">
                      <a:extLst>
                        <a:ext uri="{FF2B5EF4-FFF2-40B4-BE49-F238E27FC236}">
                          <a16:creationId xmlns:a16="http://schemas.microsoft.com/office/drawing/2014/main" id="{2D771C1D-330D-495F-B657-061E1A113F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36951" y="4755080"/>
                      <a:ext cx="108000" cy="108000"/>
                      <a:chOff x="7405319" y="4457180"/>
                      <a:chExt cx="108000" cy="108000"/>
                    </a:xfrm>
                  </p:grpSpPr>
                  <p:sp>
                    <p:nvSpPr>
                      <p:cNvPr id="113458" name="楕円 113457">
                        <a:extLst>
                          <a:ext uri="{FF2B5EF4-FFF2-40B4-BE49-F238E27FC236}">
                            <a16:creationId xmlns:a16="http://schemas.microsoft.com/office/drawing/2014/main" id="{317E8657-B735-4716-8F70-617F1C7DAA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405319" y="4457180"/>
                        <a:ext cx="108000" cy="1080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459" name="直線コネクタ 113458">
                        <a:extLst>
                          <a:ext uri="{FF2B5EF4-FFF2-40B4-BE49-F238E27FC236}">
                            <a16:creationId xmlns:a16="http://schemas.microsoft.com/office/drawing/2014/main" id="{7EE94AF4-63EF-474A-9F59-9B9038330B4D}"/>
                          </a:ext>
                        </a:extLst>
                      </p:cNvPr>
                      <p:cNvCxnSpPr>
                        <a:cxnSpLocks/>
                        <a:stCxn id="113458" idx="3"/>
                        <a:endCxn id="113458" idx="7"/>
                      </p:cNvCxnSpPr>
                      <p:nvPr/>
                    </p:nvCxnSpPr>
                    <p:spPr>
                      <a:xfrm flipV="1"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60" name="直線コネクタ 113459">
                        <a:extLst>
                          <a:ext uri="{FF2B5EF4-FFF2-40B4-BE49-F238E27FC236}">
                            <a16:creationId xmlns:a16="http://schemas.microsoft.com/office/drawing/2014/main" id="{D0AB32E8-5914-45E6-9797-87304CE2FF4B}"/>
                          </a:ext>
                        </a:extLst>
                      </p:cNvPr>
                      <p:cNvCxnSpPr>
                        <a:cxnSpLocks/>
                        <a:stCxn id="113458" idx="1"/>
                        <a:endCxn id="113458" idx="5"/>
                      </p:cNvCxnSpPr>
                      <p:nvPr/>
                    </p:nvCxnSpPr>
                    <p:spPr>
                      <a:xfrm>
                        <a:off x="7421135" y="4472996"/>
                        <a:ext cx="76368" cy="76368"/>
                      </a:xfrm>
                      <a:prstGeom prst="lin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422" name="グループ化 113421">
                      <a:extLst>
                        <a:ext uri="{FF2B5EF4-FFF2-40B4-BE49-F238E27FC236}">
                          <a16:creationId xmlns:a16="http://schemas.microsoft.com/office/drawing/2014/main" id="{4E48E935-D93F-4ED2-BA07-2BABCC6D70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450" name="グループ化 113449">
                        <a:extLst>
                          <a:ext uri="{FF2B5EF4-FFF2-40B4-BE49-F238E27FC236}">
                            <a16:creationId xmlns:a16="http://schemas.microsoft.com/office/drawing/2014/main" id="{11031B25-EC3D-4A6E-8709-5409733F13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455" name="楕円 113454">
                          <a:extLst>
                            <a:ext uri="{FF2B5EF4-FFF2-40B4-BE49-F238E27FC236}">
                              <a16:creationId xmlns:a16="http://schemas.microsoft.com/office/drawing/2014/main" id="{D90A4EED-1892-46BC-96BB-6B20C13196D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456" name="直線コネクタ 113455">
                          <a:extLst>
                            <a:ext uri="{FF2B5EF4-FFF2-40B4-BE49-F238E27FC236}">
                              <a16:creationId xmlns:a16="http://schemas.microsoft.com/office/drawing/2014/main" id="{73B271F5-7B64-4BBB-B968-EE826A17CEA6}"/>
                            </a:ext>
                          </a:extLst>
                        </p:cNvPr>
                        <p:cNvCxnSpPr>
                          <a:cxnSpLocks/>
                          <a:stCxn id="113455" idx="0"/>
                          <a:endCxn id="113455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457" name="直線コネクタ 113456">
                          <a:extLst>
                            <a:ext uri="{FF2B5EF4-FFF2-40B4-BE49-F238E27FC236}">
                              <a16:creationId xmlns:a16="http://schemas.microsoft.com/office/drawing/2014/main" id="{52E2B7B6-C27E-4B72-9C76-F32E250BFC59}"/>
                            </a:ext>
                          </a:extLst>
                        </p:cNvPr>
                        <p:cNvCxnSpPr>
                          <a:cxnSpLocks/>
                          <a:stCxn id="113455" idx="2"/>
                          <a:endCxn id="113455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451" name="楕円 113450">
                        <a:extLst>
                          <a:ext uri="{FF2B5EF4-FFF2-40B4-BE49-F238E27FC236}">
                            <a16:creationId xmlns:a16="http://schemas.microsoft.com/office/drawing/2014/main" id="{1BBBF5A4-AF43-4EE4-87C4-7CEC6A788A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52" name="楕円 113451">
                        <a:extLst>
                          <a:ext uri="{FF2B5EF4-FFF2-40B4-BE49-F238E27FC236}">
                            <a16:creationId xmlns:a16="http://schemas.microsoft.com/office/drawing/2014/main" id="{E1AC1933-A052-4160-9359-70943556EB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53" name="楕円 113452">
                        <a:extLst>
                          <a:ext uri="{FF2B5EF4-FFF2-40B4-BE49-F238E27FC236}">
                            <a16:creationId xmlns:a16="http://schemas.microsoft.com/office/drawing/2014/main" id="{1B60265D-52B3-4ECD-A559-135B4966218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54" name="楕円 113453">
                        <a:extLst>
                          <a:ext uri="{FF2B5EF4-FFF2-40B4-BE49-F238E27FC236}">
                            <a16:creationId xmlns:a16="http://schemas.microsoft.com/office/drawing/2014/main" id="{1AF74252-3CA4-4227-9678-7DA68903C5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423" name="グループ化 113422">
                      <a:extLst>
                        <a:ext uri="{FF2B5EF4-FFF2-40B4-BE49-F238E27FC236}">
                          <a16:creationId xmlns:a16="http://schemas.microsoft.com/office/drawing/2014/main" id="{01B49BB5-AA0E-4843-AFE1-765823DC2A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875802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442" name="グループ化 113441">
                        <a:extLst>
                          <a:ext uri="{FF2B5EF4-FFF2-40B4-BE49-F238E27FC236}">
                            <a16:creationId xmlns:a16="http://schemas.microsoft.com/office/drawing/2014/main" id="{E4C87AC9-8990-4CB4-A275-72F73BBE88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447" name="楕円 113446">
                          <a:extLst>
                            <a:ext uri="{FF2B5EF4-FFF2-40B4-BE49-F238E27FC236}">
                              <a16:creationId xmlns:a16="http://schemas.microsoft.com/office/drawing/2014/main" id="{C052C219-D22C-4EB0-A01E-E76EC4F5966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448" name="直線コネクタ 113447">
                          <a:extLst>
                            <a:ext uri="{FF2B5EF4-FFF2-40B4-BE49-F238E27FC236}">
                              <a16:creationId xmlns:a16="http://schemas.microsoft.com/office/drawing/2014/main" id="{5773EA69-50DE-4159-B3B1-72DCAF37ABF1}"/>
                            </a:ext>
                          </a:extLst>
                        </p:cNvPr>
                        <p:cNvCxnSpPr>
                          <a:cxnSpLocks/>
                          <a:stCxn id="113447" idx="0"/>
                          <a:endCxn id="113447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449" name="直線コネクタ 113448">
                          <a:extLst>
                            <a:ext uri="{FF2B5EF4-FFF2-40B4-BE49-F238E27FC236}">
                              <a16:creationId xmlns:a16="http://schemas.microsoft.com/office/drawing/2014/main" id="{4D98BE86-8B37-4D3E-8A67-CA6947D7879E}"/>
                            </a:ext>
                          </a:extLst>
                        </p:cNvPr>
                        <p:cNvCxnSpPr>
                          <a:cxnSpLocks/>
                          <a:stCxn id="113447" idx="2"/>
                          <a:endCxn id="113447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443" name="楕円 113442">
                        <a:extLst>
                          <a:ext uri="{FF2B5EF4-FFF2-40B4-BE49-F238E27FC236}">
                            <a16:creationId xmlns:a16="http://schemas.microsoft.com/office/drawing/2014/main" id="{32DC0E95-762F-4469-B1C5-0E818DAFCDC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44" name="楕円 113443">
                        <a:extLst>
                          <a:ext uri="{FF2B5EF4-FFF2-40B4-BE49-F238E27FC236}">
                            <a16:creationId xmlns:a16="http://schemas.microsoft.com/office/drawing/2014/main" id="{3A4574AF-238E-4BC1-9AEB-210688C3B65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45" name="楕円 113444">
                        <a:extLst>
                          <a:ext uri="{FF2B5EF4-FFF2-40B4-BE49-F238E27FC236}">
                            <a16:creationId xmlns:a16="http://schemas.microsoft.com/office/drawing/2014/main" id="{A51A8D01-F36D-4B18-8606-9EDC5FCDCD4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46" name="楕円 113445">
                        <a:extLst>
                          <a:ext uri="{FF2B5EF4-FFF2-40B4-BE49-F238E27FC236}">
                            <a16:creationId xmlns:a16="http://schemas.microsoft.com/office/drawing/2014/main" id="{0EAC361C-D737-4C82-AE8A-5BA195F6464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424" name="グループ化 113423">
                      <a:extLst>
                        <a:ext uri="{FF2B5EF4-FFF2-40B4-BE49-F238E27FC236}">
                          <a16:creationId xmlns:a16="http://schemas.microsoft.com/office/drawing/2014/main" id="{3CB62CD0-5C0F-45B3-A83D-91FE632243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62907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434" name="グループ化 113433">
                        <a:extLst>
                          <a:ext uri="{FF2B5EF4-FFF2-40B4-BE49-F238E27FC236}">
                            <a16:creationId xmlns:a16="http://schemas.microsoft.com/office/drawing/2014/main" id="{57B938BF-FF1B-4EE2-A9F4-75B8C9DF96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439" name="楕円 113438">
                          <a:extLst>
                            <a:ext uri="{FF2B5EF4-FFF2-40B4-BE49-F238E27FC236}">
                              <a16:creationId xmlns:a16="http://schemas.microsoft.com/office/drawing/2014/main" id="{B1EDA100-B736-4AE3-8909-AB3C8E785E8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440" name="直線コネクタ 113439">
                          <a:extLst>
                            <a:ext uri="{FF2B5EF4-FFF2-40B4-BE49-F238E27FC236}">
                              <a16:creationId xmlns:a16="http://schemas.microsoft.com/office/drawing/2014/main" id="{6CA63DF8-B96F-4C06-A766-9C12CF0439A4}"/>
                            </a:ext>
                          </a:extLst>
                        </p:cNvPr>
                        <p:cNvCxnSpPr>
                          <a:cxnSpLocks/>
                          <a:stCxn id="113439" idx="0"/>
                          <a:endCxn id="113439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441" name="直線コネクタ 113440">
                          <a:extLst>
                            <a:ext uri="{FF2B5EF4-FFF2-40B4-BE49-F238E27FC236}">
                              <a16:creationId xmlns:a16="http://schemas.microsoft.com/office/drawing/2014/main" id="{E2208228-88CF-4B17-B9EA-02094C0F0FED}"/>
                            </a:ext>
                          </a:extLst>
                        </p:cNvPr>
                        <p:cNvCxnSpPr>
                          <a:cxnSpLocks/>
                          <a:stCxn id="113439" idx="2"/>
                          <a:endCxn id="113439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435" name="楕円 113434">
                        <a:extLst>
                          <a:ext uri="{FF2B5EF4-FFF2-40B4-BE49-F238E27FC236}">
                            <a16:creationId xmlns:a16="http://schemas.microsoft.com/office/drawing/2014/main" id="{C9124065-A391-4B9F-A994-943A9CE7669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36" name="楕円 113435">
                        <a:extLst>
                          <a:ext uri="{FF2B5EF4-FFF2-40B4-BE49-F238E27FC236}">
                            <a16:creationId xmlns:a16="http://schemas.microsoft.com/office/drawing/2014/main" id="{B9570F61-0E9F-4D68-915D-6E0A2EB9CE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37" name="楕円 113436">
                        <a:extLst>
                          <a:ext uri="{FF2B5EF4-FFF2-40B4-BE49-F238E27FC236}">
                            <a16:creationId xmlns:a16="http://schemas.microsoft.com/office/drawing/2014/main" id="{9C17A860-B671-44FF-9F21-C722323D0BB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38" name="楕円 113437">
                        <a:extLst>
                          <a:ext uri="{FF2B5EF4-FFF2-40B4-BE49-F238E27FC236}">
                            <a16:creationId xmlns:a16="http://schemas.microsoft.com/office/drawing/2014/main" id="{FAF7BF94-E25D-4B93-BE37-55AC886755F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  <p:grpSp>
                  <p:nvGrpSpPr>
                    <p:cNvPr id="113425" name="グループ化 113424">
                      <a:extLst>
                        <a:ext uri="{FF2B5EF4-FFF2-40B4-BE49-F238E27FC236}">
                          <a16:creationId xmlns:a16="http://schemas.microsoft.com/office/drawing/2014/main" id="{6D7C0F31-E2FD-47C3-8D58-9B7B049F40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8800" y="4680000"/>
                      <a:ext cx="60956" cy="60956"/>
                      <a:chOff x="5862907" y="4875802"/>
                      <a:chExt cx="60956" cy="60956"/>
                    </a:xfrm>
                  </p:grpSpPr>
                  <p:grpSp>
                    <p:nvGrpSpPr>
                      <p:cNvPr id="113426" name="グループ化 113425">
                        <a:extLst>
                          <a:ext uri="{FF2B5EF4-FFF2-40B4-BE49-F238E27FC236}">
                            <a16:creationId xmlns:a16="http://schemas.microsoft.com/office/drawing/2014/main" id="{B0185C6D-CA91-471F-8344-FBE2EF9694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71906" y="4884680"/>
                        <a:ext cx="43200" cy="43200"/>
                        <a:chOff x="5864155" y="4892400"/>
                        <a:chExt cx="43200" cy="43200"/>
                      </a:xfrm>
                    </p:grpSpPr>
                    <p:sp>
                      <p:nvSpPr>
                        <p:cNvPr id="113431" name="楕円 113430">
                          <a:extLst>
                            <a:ext uri="{FF2B5EF4-FFF2-40B4-BE49-F238E27FC236}">
                              <a16:creationId xmlns:a16="http://schemas.microsoft.com/office/drawing/2014/main" id="{554068BE-BEA2-4C59-B56F-2E4349CF45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rot="10800000" flipH="1">
                          <a:off x="5864155" y="4892400"/>
                          <a:ext cx="43200" cy="43200"/>
                        </a:xfrm>
                        <a:prstGeom prst="ellipse">
                          <a:avLst/>
                        </a:pr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432" name="直線コネクタ 113431">
                          <a:extLst>
                            <a:ext uri="{FF2B5EF4-FFF2-40B4-BE49-F238E27FC236}">
                              <a16:creationId xmlns:a16="http://schemas.microsoft.com/office/drawing/2014/main" id="{4DF6F8CC-DA4D-45F8-B515-FC7AD1A51D41}"/>
                            </a:ext>
                          </a:extLst>
                        </p:cNvPr>
                        <p:cNvCxnSpPr>
                          <a:cxnSpLocks/>
                          <a:stCxn id="113431" idx="0"/>
                          <a:endCxn id="113431" idx="4"/>
                        </p:cNvCxnSpPr>
                        <p:nvPr/>
                      </p:nvCxnSpPr>
                      <p:spPr>
                        <a:xfrm flipV="1">
                          <a:off x="5885755" y="4892400"/>
                          <a:ext cx="0" cy="4320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433" name="直線コネクタ 113432">
                          <a:extLst>
                            <a:ext uri="{FF2B5EF4-FFF2-40B4-BE49-F238E27FC236}">
                              <a16:creationId xmlns:a16="http://schemas.microsoft.com/office/drawing/2014/main" id="{DCDE465B-5ED5-40B6-AB19-C1D6813B4824}"/>
                            </a:ext>
                          </a:extLst>
                        </p:cNvPr>
                        <p:cNvCxnSpPr>
                          <a:cxnSpLocks/>
                          <a:stCxn id="113431" idx="2"/>
                          <a:endCxn id="113431" idx="6"/>
                        </p:cNvCxnSpPr>
                        <p:nvPr/>
                      </p:nvCxnSpPr>
                      <p:spPr>
                        <a:xfrm>
                          <a:off x="5864155" y="4914000"/>
                          <a:ext cx="43200" cy="0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sp>
                    <p:nvSpPr>
                      <p:cNvPr id="113427" name="楕円 113426">
                        <a:extLst>
                          <a:ext uri="{FF2B5EF4-FFF2-40B4-BE49-F238E27FC236}">
                            <a16:creationId xmlns:a16="http://schemas.microsoft.com/office/drawing/2014/main" id="{6184E78E-F984-413C-931B-8B1CC9D4671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3500000" flipH="1">
                        <a:off x="5862907" y="4876537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28" name="楕円 113427">
                        <a:extLst>
                          <a:ext uri="{FF2B5EF4-FFF2-40B4-BE49-F238E27FC236}">
                            <a16:creationId xmlns:a16="http://schemas.microsoft.com/office/drawing/2014/main" id="{F1C2A37C-DB5B-47E7-9DBD-C3276A05D1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18900000" flipH="1">
                        <a:off x="5908728" y="4875802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29" name="楕円 113428">
                        <a:extLst>
                          <a:ext uri="{FF2B5EF4-FFF2-40B4-BE49-F238E27FC236}">
                            <a16:creationId xmlns:a16="http://schemas.microsoft.com/office/drawing/2014/main" id="{55D61BC7-5B8F-4098-8E1C-F35ADA5E3C4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2700000" flipH="1">
                        <a:off x="5909463" y="4921623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sp>
                    <p:nvSpPr>
                      <p:cNvPr id="113430" name="楕円 113429">
                        <a:extLst>
                          <a:ext uri="{FF2B5EF4-FFF2-40B4-BE49-F238E27FC236}">
                            <a16:creationId xmlns:a16="http://schemas.microsoft.com/office/drawing/2014/main" id="{B3790B23-B788-482A-8577-506D60A98FF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rot="8100000" flipH="1">
                        <a:off x="5863642" y="4922358"/>
                        <a:ext cx="14400" cy="14400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</p:grpSp>
              </p:grpSp>
              <p:cxnSp>
                <p:nvCxnSpPr>
                  <p:cNvPr id="112645" name="直線コネクタ 112644">
                    <a:extLst>
                      <a:ext uri="{FF2B5EF4-FFF2-40B4-BE49-F238E27FC236}">
                        <a16:creationId xmlns:a16="http://schemas.microsoft.com/office/drawing/2014/main" id="{237C08F0-AF1C-4E85-9D02-91EAE406B28D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2180000" flipH="1" flipV="1">
                    <a:off x="4786205" y="5153157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646" name="直線コネクタ 112645">
                    <a:extLst>
                      <a:ext uri="{FF2B5EF4-FFF2-40B4-BE49-F238E27FC236}">
                        <a16:creationId xmlns:a16="http://schemas.microsoft.com/office/drawing/2014/main" id="{A3469252-718E-4A29-A6E3-4131E1F681E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>
                  <a:xfrm rot="14880000" flipH="1" flipV="1">
                    <a:off x="5133550" y="4808031"/>
                    <a:ext cx="46800" cy="1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12647" name="楕円 112646">
                    <a:extLst>
                      <a:ext uri="{FF2B5EF4-FFF2-40B4-BE49-F238E27FC236}">
                        <a16:creationId xmlns:a16="http://schemas.microsoft.com/office/drawing/2014/main" id="{E4C4C0B3-40AD-47BB-AEB1-D12AFD11E5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2180000" flipH="1">
                    <a:off x="6024048" y="511452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48" name="楕円 112647">
                    <a:extLst>
                      <a:ext uri="{FF2B5EF4-FFF2-40B4-BE49-F238E27FC236}">
                        <a16:creationId xmlns:a16="http://schemas.microsoft.com/office/drawing/2014/main" id="{678019B1-6292-4482-8705-E567F203F3B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6076355" y="5378299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49" name="楕円 112648">
                    <a:extLst>
                      <a:ext uri="{FF2B5EF4-FFF2-40B4-BE49-F238E27FC236}">
                        <a16:creationId xmlns:a16="http://schemas.microsoft.com/office/drawing/2014/main" id="{14B9B647-CA74-4A7C-BC0E-0BF7EFAE99B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378263" y="6076355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50" name="楕円 112649">
                    <a:extLst>
                      <a:ext uri="{FF2B5EF4-FFF2-40B4-BE49-F238E27FC236}">
                        <a16:creationId xmlns:a16="http://schemas.microsoft.com/office/drawing/2014/main" id="{5A2C71ED-8EE8-4EAA-B8E2-DF76461DBCD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7580000" flipH="1">
                    <a:off x="5642042" y="6024048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51" name="楕円 112650">
                    <a:extLst>
                      <a:ext uri="{FF2B5EF4-FFF2-40B4-BE49-F238E27FC236}">
                        <a16:creationId xmlns:a16="http://schemas.microsoft.com/office/drawing/2014/main" id="{D44E432B-2753-4F98-B9C7-01D5F79784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4880000" flipH="1">
                    <a:off x="6021414" y="5648400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52" name="楕円 112651">
                    <a:extLst>
                      <a:ext uri="{FF2B5EF4-FFF2-40B4-BE49-F238E27FC236}">
                        <a16:creationId xmlns:a16="http://schemas.microsoft.com/office/drawing/2014/main" id="{E442E6EF-CAB0-415C-BD24-BF88A00E43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>
                    <a:off x="4680207" y="5378263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53" name="楕円 112652">
                    <a:extLst>
                      <a:ext uri="{FF2B5EF4-FFF2-40B4-BE49-F238E27FC236}">
                        <a16:creationId xmlns:a16="http://schemas.microsoft.com/office/drawing/2014/main" id="{219B9D28-E3E2-4A83-A712-1E06A2E69C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80000" flipH="1">
                    <a:off x="4732514" y="564204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54" name="楕円 112653">
                    <a:extLst>
                      <a:ext uri="{FF2B5EF4-FFF2-40B4-BE49-F238E27FC236}">
                        <a16:creationId xmlns:a16="http://schemas.microsoft.com/office/drawing/2014/main" id="{73C6C940-8D0A-44AE-9A35-4540187EF4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0280000" flipH="1">
                    <a:off x="5108162" y="60214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55" name="楕円 112654">
                    <a:extLst>
                      <a:ext uri="{FF2B5EF4-FFF2-40B4-BE49-F238E27FC236}">
                        <a16:creationId xmlns:a16="http://schemas.microsoft.com/office/drawing/2014/main" id="{9BBFAB02-62CE-4A4C-AD47-0A04EB11A20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6780000" flipH="1">
                    <a:off x="5114520" y="4732514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56" name="楕円 112655">
                    <a:extLst>
                      <a:ext uri="{FF2B5EF4-FFF2-40B4-BE49-F238E27FC236}">
                        <a16:creationId xmlns:a16="http://schemas.microsoft.com/office/drawing/2014/main" id="{EB3CA1D3-5A46-4A32-8EE3-86F25DB83E1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4080000" flipH="1">
                    <a:off x="4735148" y="5108162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12657" name="楕円 112656">
                    <a:extLst>
                      <a:ext uri="{FF2B5EF4-FFF2-40B4-BE49-F238E27FC236}">
                        <a16:creationId xmlns:a16="http://schemas.microsoft.com/office/drawing/2014/main" id="{7AF31C57-F5BF-4F9E-AF9E-3BD00ECF9F3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>
                    <a:off x="5378299" y="4680207"/>
                    <a:ext cx="43200" cy="43200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grpSp>
                <p:nvGrpSpPr>
                  <p:cNvPr id="112658" name="グループ化 112657">
                    <a:extLst>
                      <a:ext uri="{FF2B5EF4-FFF2-40B4-BE49-F238E27FC236}">
                        <a16:creationId xmlns:a16="http://schemas.microsoft.com/office/drawing/2014/main" id="{39DC7356-7DD2-4FA6-B6F1-DA199A19745B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3387" name="グループ化 113386">
                      <a:extLst>
                        <a:ext uri="{FF2B5EF4-FFF2-40B4-BE49-F238E27FC236}">
                          <a16:creationId xmlns:a16="http://schemas.microsoft.com/office/drawing/2014/main" id="{B9BCE62A-DAB4-4A48-A56C-D61DE74609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3412" name="直線コネクタ 113411">
                        <a:extLst>
                          <a:ext uri="{FF2B5EF4-FFF2-40B4-BE49-F238E27FC236}">
                            <a16:creationId xmlns:a16="http://schemas.microsoft.com/office/drawing/2014/main" id="{8C65C384-3CB7-46CA-B0B9-A87CC979E51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13" name="直線コネクタ 113412">
                        <a:extLst>
                          <a:ext uri="{FF2B5EF4-FFF2-40B4-BE49-F238E27FC236}">
                            <a16:creationId xmlns:a16="http://schemas.microsoft.com/office/drawing/2014/main" id="{3C42A5C2-F549-44BA-9E79-92264D101E8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14" name="直線コネクタ 113413">
                        <a:extLst>
                          <a:ext uri="{FF2B5EF4-FFF2-40B4-BE49-F238E27FC236}">
                            <a16:creationId xmlns:a16="http://schemas.microsoft.com/office/drawing/2014/main" id="{A74709F7-824F-42DE-87C2-DAE3B01505C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15" name="直線コネクタ 113414">
                        <a:extLst>
                          <a:ext uri="{FF2B5EF4-FFF2-40B4-BE49-F238E27FC236}">
                            <a16:creationId xmlns:a16="http://schemas.microsoft.com/office/drawing/2014/main" id="{14A30D23-C55F-4A73-823F-41FEC53F72D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16" name="直線コネクタ 113415">
                        <a:extLst>
                          <a:ext uri="{FF2B5EF4-FFF2-40B4-BE49-F238E27FC236}">
                            <a16:creationId xmlns:a16="http://schemas.microsoft.com/office/drawing/2014/main" id="{C98C1D47-E863-4113-9590-F4CC00C32DE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17" name="直線コネクタ 113416">
                        <a:extLst>
                          <a:ext uri="{FF2B5EF4-FFF2-40B4-BE49-F238E27FC236}">
                            <a16:creationId xmlns:a16="http://schemas.microsoft.com/office/drawing/2014/main" id="{301C7DED-E594-4D25-A6B3-AF638099673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18" name="直線コネクタ 113417">
                        <a:extLst>
                          <a:ext uri="{FF2B5EF4-FFF2-40B4-BE49-F238E27FC236}">
                            <a16:creationId xmlns:a16="http://schemas.microsoft.com/office/drawing/2014/main" id="{7C1557A9-4B63-4805-B191-EB3E199E647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19" name="直線コネクタ 113418">
                        <a:extLst>
                          <a:ext uri="{FF2B5EF4-FFF2-40B4-BE49-F238E27FC236}">
                            <a16:creationId xmlns:a16="http://schemas.microsoft.com/office/drawing/2014/main" id="{B598F83A-B164-4741-89D8-BF72248A358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20" name="直線コネクタ 113419">
                        <a:extLst>
                          <a:ext uri="{FF2B5EF4-FFF2-40B4-BE49-F238E27FC236}">
                            <a16:creationId xmlns:a16="http://schemas.microsoft.com/office/drawing/2014/main" id="{949FF1D1-F52C-4DF6-86E1-089CF9A6E5B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88" name="グループ化 113387">
                      <a:extLst>
                        <a:ext uri="{FF2B5EF4-FFF2-40B4-BE49-F238E27FC236}">
                          <a16:creationId xmlns:a16="http://schemas.microsoft.com/office/drawing/2014/main" id="{D022A62F-BEE5-41C3-9ADD-D44B6CA899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409" name="楕円 113408">
                        <a:extLst>
                          <a:ext uri="{FF2B5EF4-FFF2-40B4-BE49-F238E27FC236}">
                            <a16:creationId xmlns:a16="http://schemas.microsoft.com/office/drawing/2014/main" id="{CB8D6FB1-0F82-463A-96CE-43D0BF438C0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410" name="直線コネクタ 113409">
                        <a:extLst>
                          <a:ext uri="{FF2B5EF4-FFF2-40B4-BE49-F238E27FC236}">
                            <a16:creationId xmlns:a16="http://schemas.microsoft.com/office/drawing/2014/main" id="{08FE1D0B-B4D9-4CC5-A16A-F5DA17A0669C}"/>
                          </a:ext>
                        </a:extLst>
                      </p:cNvPr>
                      <p:cNvCxnSpPr>
                        <a:cxnSpLocks/>
                        <a:stCxn id="113409" idx="6"/>
                        <a:endCxn id="11340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11" name="直線コネクタ 113410">
                        <a:extLst>
                          <a:ext uri="{FF2B5EF4-FFF2-40B4-BE49-F238E27FC236}">
                            <a16:creationId xmlns:a16="http://schemas.microsoft.com/office/drawing/2014/main" id="{773C2EBB-FEAC-4178-89B2-C8B47978EA71}"/>
                          </a:ext>
                        </a:extLst>
                      </p:cNvPr>
                      <p:cNvCxnSpPr>
                        <a:cxnSpLocks/>
                        <a:stCxn id="113409" idx="4"/>
                        <a:endCxn id="11340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89" name="グループ化 113388">
                      <a:extLst>
                        <a:ext uri="{FF2B5EF4-FFF2-40B4-BE49-F238E27FC236}">
                          <a16:creationId xmlns:a16="http://schemas.microsoft.com/office/drawing/2014/main" id="{0A6070FD-D1FB-43E4-A06C-4E15BE714FD2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406" name="楕円 113405">
                        <a:extLst>
                          <a:ext uri="{FF2B5EF4-FFF2-40B4-BE49-F238E27FC236}">
                            <a16:creationId xmlns:a16="http://schemas.microsoft.com/office/drawing/2014/main" id="{943CB828-D103-4A99-B180-A2E27C47329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407" name="直線コネクタ 113406">
                        <a:extLst>
                          <a:ext uri="{FF2B5EF4-FFF2-40B4-BE49-F238E27FC236}">
                            <a16:creationId xmlns:a16="http://schemas.microsoft.com/office/drawing/2014/main" id="{5739B63A-5AF1-451C-89B7-C2B64D9510A4}"/>
                          </a:ext>
                        </a:extLst>
                      </p:cNvPr>
                      <p:cNvCxnSpPr>
                        <a:cxnSpLocks/>
                        <a:stCxn id="113406" idx="6"/>
                        <a:endCxn id="11340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08" name="直線コネクタ 113407">
                        <a:extLst>
                          <a:ext uri="{FF2B5EF4-FFF2-40B4-BE49-F238E27FC236}">
                            <a16:creationId xmlns:a16="http://schemas.microsoft.com/office/drawing/2014/main" id="{784F89A9-3A8D-47C2-947B-C519C59B4A5D}"/>
                          </a:ext>
                        </a:extLst>
                      </p:cNvPr>
                      <p:cNvCxnSpPr>
                        <a:cxnSpLocks/>
                        <a:stCxn id="113406" idx="4"/>
                        <a:endCxn id="11340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90" name="グループ化 113389">
                      <a:extLst>
                        <a:ext uri="{FF2B5EF4-FFF2-40B4-BE49-F238E27FC236}">
                          <a16:creationId xmlns:a16="http://schemas.microsoft.com/office/drawing/2014/main" id="{3B644B08-4DD3-417C-A60A-3EA4937378F9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403" name="楕円 113402">
                        <a:extLst>
                          <a:ext uri="{FF2B5EF4-FFF2-40B4-BE49-F238E27FC236}">
                            <a16:creationId xmlns:a16="http://schemas.microsoft.com/office/drawing/2014/main" id="{D9973C55-4AFD-4354-97FA-18B09FA0963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404" name="直線コネクタ 113403">
                        <a:extLst>
                          <a:ext uri="{FF2B5EF4-FFF2-40B4-BE49-F238E27FC236}">
                            <a16:creationId xmlns:a16="http://schemas.microsoft.com/office/drawing/2014/main" id="{2EF8973D-A2A5-45CD-9E01-3CE26526E0FA}"/>
                          </a:ext>
                        </a:extLst>
                      </p:cNvPr>
                      <p:cNvCxnSpPr>
                        <a:cxnSpLocks/>
                        <a:stCxn id="113403" idx="6"/>
                        <a:endCxn id="11340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05" name="直線コネクタ 113404">
                        <a:extLst>
                          <a:ext uri="{FF2B5EF4-FFF2-40B4-BE49-F238E27FC236}">
                            <a16:creationId xmlns:a16="http://schemas.microsoft.com/office/drawing/2014/main" id="{8F01CADC-4A4C-445C-8495-A1D2EBD81210}"/>
                          </a:ext>
                        </a:extLst>
                      </p:cNvPr>
                      <p:cNvCxnSpPr>
                        <a:cxnSpLocks/>
                        <a:stCxn id="113403" idx="4"/>
                        <a:endCxn id="11340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91" name="グループ化 113390">
                      <a:extLst>
                        <a:ext uri="{FF2B5EF4-FFF2-40B4-BE49-F238E27FC236}">
                          <a16:creationId xmlns:a16="http://schemas.microsoft.com/office/drawing/2014/main" id="{624D8A76-F78E-4225-927F-CA9C18418372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400" name="楕円 113399">
                        <a:extLst>
                          <a:ext uri="{FF2B5EF4-FFF2-40B4-BE49-F238E27FC236}">
                            <a16:creationId xmlns:a16="http://schemas.microsoft.com/office/drawing/2014/main" id="{68919CE1-0F37-4371-A4B9-E38D3D181C8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401" name="直線コネクタ 113400">
                        <a:extLst>
                          <a:ext uri="{FF2B5EF4-FFF2-40B4-BE49-F238E27FC236}">
                            <a16:creationId xmlns:a16="http://schemas.microsoft.com/office/drawing/2014/main" id="{559C3BA3-FBE9-4516-8B7C-F9D2569BF33D}"/>
                          </a:ext>
                        </a:extLst>
                      </p:cNvPr>
                      <p:cNvCxnSpPr>
                        <a:cxnSpLocks/>
                        <a:stCxn id="113400" idx="6"/>
                        <a:endCxn id="11340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402" name="直線コネクタ 113401">
                        <a:extLst>
                          <a:ext uri="{FF2B5EF4-FFF2-40B4-BE49-F238E27FC236}">
                            <a16:creationId xmlns:a16="http://schemas.microsoft.com/office/drawing/2014/main" id="{322E05B2-FA8A-4A0E-8D23-0A9E2D1BAF86}"/>
                          </a:ext>
                        </a:extLst>
                      </p:cNvPr>
                      <p:cNvCxnSpPr>
                        <a:cxnSpLocks/>
                        <a:stCxn id="113400" idx="4"/>
                        <a:endCxn id="11340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92" name="グループ化 113391">
                      <a:extLst>
                        <a:ext uri="{FF2B5EF4-FFF2-40B4-BE49-F238E27FC236}">
                          <a16:creationId xmlns:a16="http://schemas.microsoft.com/office/drawing/2014/main" id="{E9B453B8-81B2-4BDC-A2EC-83EBB6E3E0A1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397" name="楕円 113396">
                        <a:extLst>
                          <a:ext uri="{FF2B5EF4-FFF2-40B4-BE49-F238E27FC236}">
                            <a16:creationId xmlns:a16="http://schemas.microsoft.com/office/drawing/2014/main" id="{C41E30A0-4F84-47AE-B661-1239BFC05C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398" name="直線コネクタ 113397">
                        <a:extLst>
                          <a:ext uri="{FF2B5EF4-FFF2-40B4-BE49-F238E27FC236}">
                            <a16:creationId xmlns:a16="http://schemas.microsoft.com/office/drawing/2014/main" id="{B51D25D9-4286-435E-ACD3-8DCFF1E888B0}"/>
                          </a:ext>
                        </a:extLst>
                      </p:cNvPr>
                      <p:cNvCxnSpPr>
                        <a:cxnSpLocks/>
                        <a:stCxn id="113397" idx="6"/>
                        <a:endCxn id="11339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99" name="直線コネクタ 113398">
                        <a:extLst>
                          <a:ext uri="{FF2B5EF4-FFF2-40B4-BE49-F238E27FC236}">
                            <a16:creationId xmlns:a16="http://schemas.microsoft.com/office/drawing/2014/main" id="{C492D9E6-699A-446E-8884-68EC52ABDAC1}"/>
                          </a:ext>
                        </a:extLst>
                      </p:cNvPr>
                      <p:cNvCxnSpPr>
                        <a:cxnSpLocks/>
                        <a:stCxn id="113397" idx="4"/>
                        <a:endCxn id="11339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93" name="グループ化 113392">
                      <a:extLst>
                        <a:ext uri="{FF2B5EF4-FFF2-40B4-BE49-F238E27FC236}">
                          <a16:creationId xmlns:a16="http://schemas.microsoft.com/office/drawing/2014/main" id="{290F14BA-AC39-4466-8F48-1AB3646DA6C7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394" name="楕円 113393">
                        <a:extLst>
                          <a:ext uri="{FF2B5EF4-FFF2-40B4-BE49-F238E27FC236}">
                            <a16:creationId xmlns:a16="http://schemas.microsoft.com/office/drawing/2014/main" id="{AA5FF31F-E9BA-47C3-A148-FA5E4ED49C8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395" name="直線コネクタ 113394">
                        <a:extLst>
                          <a:ext uri="{FF2B5EF4-FFF2-40B4-BE49-F238E27FC236}">
                            <a16:creationId xmlns:a16="http://schemas.microsoft.com/office/drawing/2014/main" id="{1A6B2DB0-D60B-488F-B248-BBC5208B10C0}"/>
                          </a:ext>
                        </a:extLst>
                      </p:cNvPr>
                      <p:cNvCxnSpPr>
                        <a:cxnSpLocks/>
                        <a:stCxn id="113394" idx="6"/>
                        <a:endCxn id="11339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96" name="直線コネクタ 113395">
                        <a:extLst>
                          <a:ext uri="{FF2B5EF4-FFF2-40B4-BE49-F238E27FC236}">
                            <a16:creationId xmlns:a16="http://schemas.microsoft.com/office/drawing/2014/main" id="{33BD3AFB-BAEF-43CF-A610-AB2C171DDF85}"/>
                          </a:ext>
                        </a:extLst>
                      </p:cNvPr>
                      <p:cNvCxnSpPr>
                        <a:cxnSpLocks/>
                        <a:stCxn id="113394" idx="4"/>
                        <a:endCxn id="11339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12659" name="グループ化 112658">
                    <a:extLst>
                      <a:ext uri="{FF2B5EF4-FFF2-40B4-BE49-F238E27FC236}">
                        <a16:creationId xmlns:a16="http://schemas.microsoft.com/office/drawing/2014/main" id="{F0476B81-54D4-4EEA-9A1F-79D26280F5AD}"/>
                      </a:ext>
                    </a:extLst>
                  </p:cNvPr>
                  <p:cNvGrpSpPr/>
                  <p:nvPr/>
                </p:nvGrpSpPr>
                <p:grpSpPr>
                  <a:xfrm>
                    <a:off x="5634209" y="452689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13332" name="グループ化 113331">
                      <a:extLst>
                        <a:ext uri="{FF2B5EF4-FFF2-40B4-BE49-F238E27FC236}">
                          <a16:creationId xmlns:a16="http://schemas.microsoft.com/office/drawing/2014/main" id="{2A6B392D-6D8E-4096-BE08-06C9E727D2ED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13361" name="グループ化 113360">
                        <a:extLst>
                          <a:ext uri="{FF2B5EF4-FFF2-40B4-BE49-F238E27FC236}">
                            <a16:creationId xmlns:a16="http://schemas.microsoft.com/office/drawing/2014/main" id="{EDA529CA-2833-4546-AA54-05B68A40B05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382" name="直線コネクタ 113381">
                          <a:extLst>
                            <a:ext uri="{FF2B5EF4-FFF2-40B4-BE49-F238E27FC236}">
                              <a16:creationId xmlns:a16="http://schemas.microsoft.com/office/drawing/2014/main" id="{5406C885-D7FD-43D9-ADF9-B6B35C943B6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83" name="直線コネクタ 113382">
                          <a:extLst>
                            <a:ext uri="{FF2B5EF4-FFF2-40B4-BE49-F238E27FC236}">
                              <a16:creationId xmlns:a16="http://schemas.microsoft.com/office/drawing/2014/main" id="{8060242E-919E-4534-BCCA-5B7AE419C0E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84" name="直線コネクタ 113383">
                          <a:extLst>
                            <a:ext uri="{FF2B5EF4-FFF2-40B4-BE49-F238E27FC236}">
                              <a16:creationId xmlns:a16="http://schemas.microsoft.com/office/drawing/2014/main" id="{32BEAEE3-851C-4387-892C-D054CC11A33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85" name="直線コネクタ 113384">
                          <a:extLst>
                            <a:ext uri="{FF2B5EF4-FFF2-40B4-BE49-F238E27FC236}">
                              <a16:creationId xmlns:a16="http://schemas.microsoft.com/office/drawing/2014/main" id="{82C06CBD-B963-4C77-BAEE-68D5C10C806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86" name="直線コネクタ 113385">
                          <a:extLst>
                            <a:ext uri="{FF2B5EF4-FFF2-40B4-BE49-F238E27FC236}">
                              <a16:creationId xmlns:a16="http://schemas.microsoft.com/office/drawing/2014/main" id="{C813C29E-E8C4-4608-A563-3112BF0F2A0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62" name="グループ化 113361">
                        <a:extLst>
                          <a:ext uri="{FF2B5EF4-FFF2-40B4-BE49-F238E27FC236}">
                            <a16:creationId xmlns:a16="http://schemas.microsoft.com/office/drawing/2014/main" id="{B352E75E-414D-4F9F-BFD9-420F8477B0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79" name="楕円 113378">
                          <a:extLst>
                            <a:ext uri="{FF2B5EF4-FFF2-40B4-BE49-F238E27FC236}">
                              <a16:creationId xmlns:a16="http://schemas.microsoft.com/office/drawing/2014/main" id="{A2B0CB4D-100E-4AD5-B0F7-214B9077AD6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80" name="直線コネクタ 113379">
                          <a:extLst>
                            <a:ext uri="{FF2B5EF4-FFF2-40B4-BE49-F238E27FC236}">
                              <a16:creationId xmlns:a16="http://schemas.microsoft.com/office/drawing/2014/main" id="{0D9E2ACF-977F-4211-9C5E-94DC36C99D58}"/>
                            </a:ext>
                          </a:extLst>
                        </p:cNvPr>
                        <p:cNvCxnSpPr>
                          <a:cxnSpLocks/>
                          <a:stCxn id="113379" idx="6"/>
                          <a:endCxn id="11337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81" name="直線コネクタ 113380">
                          <a:extLst>
                            <a:ext uri="{FF2B5EF4-FFF2-40B4-BE49-F238E27FC236}">
                              <a16:creationId xmlns:a16="http://schemas.microsoft.com/office/drawing/2014/main" id="{52C12C69-6118-40E6-965F-54549E62B033}"/>
                            </a:ext>
                          </a:extLst>
                        </p:cNvPr>
                        <p:cNvCxnSpPr>
                          <a:cxnSpLocks/>
                          <a:stCxn id="113379" idx="4"/>
                          <a:endCxn id="11337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63" name="グループ化 113362">
                        <a:extLst>
                          <a:ext uri="{FF2B5EF4-FFF2-40B4-BE49-F238E27FC236}">
                            <a16:creationId xmlns:a16="http://schemas.microsoft.com/office/drawing/2014/main" id="{54ADE1A8-5CD1-4F8F-9F45-707BC257027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76" name="楕円 113375">
                          <a:extLst>
                            <a:ext uri="{FF2B5EF4-FFF2-40B4-BE49-F238E27FC236}">
                              <a16:creationId xmlns:a16="http://schemas.microsoft.com/office/drawing/2014/main" id="{AB47D570-9911-4808-B348-AE1E45D114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77" name="直線コネクタ 113376">
                          <a:extLst>
                            <a:ext uri="{FF2B5EF4-FFF2-40B4-BE49-F238E27FC236}">
                              <a16:creationId xmlns:a16="http://schemas.microsoft.com/office/drawing/2014/main" id="{35EE4871-1990-4959-BF56-2D6D9480600E}"/>
                            </a:ext>
                          </a:extLst>
                        </p:cNvPr>
                        <p:cNvCxnSpPr>
                          <a:cxnSpLocks/>
                          <a:stCxn id="113376" idx="6"/>
                          <a:endCxn id="11337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78" name="直線コネクタ 113377">
                          <a:extLst>
                            <a:ext uri="{FF2B5EF4-FFF2-40B4-BE49-F238E27FC236}">
                              <a16:creationId xmlns:a16="http://schemas.microsoft.com/office/drawing/2014/main" id="{65C76A65-B163-4445-B2CC-B1E8AEA7B341}"/>
                            </a:ext>
                          </a:extLst>
                        </p:cNvPr>
                        <p:cNvCxnSpPr>
                          <a:cxnSpLocks/>
                          <a:stCxn id="113376" idx="4"/>
                          <a:endCxn id="11337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64" name="グループ化 113363">
                        <a:extLst>
                          <a:ext uri="{FF2B5EF4-FFF2-40B4-BE49-F238E27FC236}">
                            <a16:creationId xmlns:a16="http://schemas.microsoft.com/office/drawing/2014/main" id="{02F3A936-D9C8-4AB0-B4E4-22FE694D945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73" name="楕円 113372">
                          <a:extLst>
                            <a:ext uri="{FF2B5EF4-FFF2-40B4-BE49-F238E27FC236}">
                              <a16:creationId xmlns:a16="http://schemas.microsoft.com/office/drawing/2014/main" id="{84F748F6-0D84-4CC8-9851-1D69E027EAA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74" name="直線コネクタ 113373">
                          <a:extLst>
                            <a:ext uri="{FF2B5EF4-FFF2-40B4-BE49-F238E27FC236}">
                              <a16:creationId xmlns:a16="http://schemas.microsoft.com/office/drawing/2014/main" id="{2B35EAE9-D733-47E7-90B5-B84C50993162}"/>
                            </a:ext>
                          </a:extLst>
                        </p:cNvPr>
                        <p:cNvCxnSpPr>
                          <a:cxnSpLocks/>
                          <a:stCxn id="113373" idx="6"/>
                          <a:endCxn id="11337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75" name="直線コネクタ 113374">
                          <a:extLst>
                            <a:ext uri="{FF2B5EF4-FFF2-40B4-BE49-F238E27FC236}">
                              <a16:creationId xmlns:a16="http://schemas.microsoft.com/office/drawing/2014/main" id="{640841F5-5066-4C6E-B9D7-FF949749D827}"/>
                            </a:ext>
                          </a:extLst>
                        </p:cNvPr>
                        <p:cNvCxnSpPr>
                          <a:cxnSpLocks/>
                          <a:stCxn id="113373" idx="4"/>
                          <a:endCxn id="11337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65" name="グループ化 113364">
                        <a:extLst>
                          <a:ext uri="{FF2B5EF4-FFF2-40B4-BE49-F238E27FC236}">
                            <a16:creationId xmlns:a16="http://schemas.microsoft.com/office/drawing/2014/main" id="{297129AF-9A85-4CA9-AB82-603A8A582A0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70" name="楕円 113369">
                          <a:extLst>
                            <a:ext uri="{FF2B5EF4-FFF2-40B4-BE49-F238E27FC236}">
                              <a16:creationId xmlns:a16="http://schemas.microsoft.com/office/drawing/2014/main" id="{2BD5CF7F-F9B4-437C-83FC-997B28C695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71" name="直線コネクタ 113370">
                          <a:extLst>
                            <a:ext uri="{FF2B5EF4-FFF2-40B4-BE49-F238E27FC236}">
                              <a16:creationId xmlns:a16="http://schemas.microsoft.com/office/drawing/2014/main" id="{E111B7D5-6AA8-4BAF-8BE4-A26496CBABE8}"/>
                            </a:ext>
                          </a:extLst>
                        </p:cNvPr>
                        <p:cNvCxnSpPr>
                          <a:cxnSpLocks/>
                          <a:stCxn id="113370" idx="6"/>
                          <a:endCxn id="11337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72" name="直線コネクタ 113371">
                          <a:extLst>
                            <a:ext uri="{FF2B5EF4-FFF2-40B4-BE49-F238E27FC236}">
                              <a16:creationId xmlns:a16="http://schemas.microsoft.com/office/drawing/2014/main" id="{FD10D293-4853-412F-A2FD-CB969A544A42}"/>
                            </a:ext>
                          </a:extLst>
                        </p:cNvPr>
                        <p:cNvCxnSpPr>
                          <a:cxnSpLocks/>
                          <a:stCxn id="113370" idx="4"/>
                          <a:endCxn id="11337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66" name="グループ化 113365">
                        <a:extLst>
                          <a:ext uri="{FF2B5EF4-FFF2-40B4-BE49-F238E27FC236}">
                            <a16:creationId xmlns:a16="http://schemas.microsoft.com/office/drawing/2014/main" id="{57CB0D8B-DDA3-43ED-B6C6-734FA357FC9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67" name="楕円 113366">
                          <a:extLst>
                            <a:ext uri="{FF2B5EF4-FFF2-40B4-BE49-F238E27FC236}">
                              <a16:creationId xmlns:a16="http://schemas.microsoft.com/office/drawing/2014/main" id="{86C213B2-7058-4563-9626-FA3B8E97C3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68" name="直線コネクタ 113367">
                          <a:extLst>
                            <a:ext uri="{FF2B5EF4-FFF2-40B4-BE49-F238E27FC236}">
                              <a16:creationId xmlns:a16="http://schemas.microsoft.com/office/drawing/2014/main" id="{AB228E2F-0956-41B1-9B36-850C56798391}"/>
                            </a:ext>
                          </a:extLst>
                        </p:cNvPr>
                        <p:cNvCxnSpPr>
                          <a:cxnSpLocks/>
                          <a:stCxn id="113367" idx="6"/>
                          <a:endCxn id="11336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69" name="直線コネクタ 113368">
                          <a:extLst>
                            <a:ext uri="{FF2B5EF4-FFF2-40B4-BE49-F238E27FC236}">
                              <a16:creationId xmlns:a16="http://schemas.microsoft.com/office/drawing/2014/main" id="{B5FA1435-79B6-406D-8163-4188752B21D0}"/>
                            </a:ext>
                          </a:extLst>
                        </p:cNvPr>
                        <p:cNvCxnSpPr>
                          <a:cxnSpLocks/>
                          <a:stCxn id="113367" idx="4"/>
                          <a:endCxn id="11336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13333" name="楕円 113332">
                      <a:extLst>
                        <a:ext uri="{FF2B5EF4-FFF2-40B4-BE49-F238E27FC236}">
                          <a16:creationId xmlns:a16="http://schemas.microsoft.com/office/drawing/2014/main" id="{1858C097-3CB0-4515-B3D1-07411EA908D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13334" name="グループ化 113333">
                      <a:extLst>
                        <a:ext uri="{FF2B5EF4-FFF2-40B4-BE49-F238E27FC236}">
                          <a16:creationId xmlns:a16="http://schemas.microsoft.com/office/drawing/2014/main" id="{DC5F0A84-C94B-4BD9-9CCC-99278D919C90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13335" name="グループ化 113334">
                        <a:extLst>
                          <a:ext uri="{FF2B5EF4-FFF2-40B4-BE49-F238E27FC236}">
                            <a16:creationId xmlns:a16="http://schemas.microsoft.com/office/drawing/2014/main" id="{A0900CF8-2911-424D-B1AB-DE2B1832E2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356" name="直線コネクタ 113355">
                          <a:extLst>
                            <a:ext uri="{FF2B5EF4-FFF2-40B4-BE49-F238E27FC236}">
                              <a16:creationId xmlns:a16="http://schemas.microsoft.com/office/drawing/2014/main" id="{88164729-E5BC-4150-BE4E-648CBA86FDA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57" name="直線コネクタ 113356">
                          <a:extLst>
                            <a:ext uri="{FF2B5EF4-FFF2-40B4-BE49-F238E27FC236}">
                              <a16:creationId xmlns:a16="http://schemas.microsoft.com/office/drawing/2014/main" id="{7C4C7F47-019D-4416-B984-BFE90B0F5E4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58" name="直線コネクタ 113357">
                          <a:extLst>
                            <a:ext uri="{FF2B5EF4-FFF2-40B4-BE49-F238E27FC236}">
                              <a16:creationId xmlns:a16="http://schemas.microsoft.com/office/drawing/2014/main" id="{F4EC15A8-E9C1-410A-8BEE-E65CACD9286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59" name="直線コネクタ 113358">
                          <a:extLst>
                            <a:ext uri="{FF2B5EF4-FFF2-40B4-BE49-F238E27FC236}">
                              <a16:creationId xmlns:a16="http://schemas.microsoft.com/office/drawing/2014/main" id="{02525E17-2CF9-453D-994B-559095FFA5D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60" name="直線コネクタ 113359">
                          <a:extLst>
                            <a:ext uri="{FF2B5EF4-FFF2-40B4-BE49-F238E27FC236}">
                              <a16:creationId xmlns:a16="http://schemas.microsoft.com/office/drawing/2014/main" id="{057C1F9C-8CC3-4985-8BDF-78995F9EB71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36" name="グループ化 113335">
                        <a:extLst>
                          <a:ext uri="{FF2B5EF4-FFF2-40B4-BE49-F238E27FC236}">
                            <a16:creationId xmlns:a16="http://schemas.microsoft.com/office/drawing/2014/main" id="{5C4D51BF-8371-4EDD-BD23-8167445209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53" name="楕円 113352">
                          <a:extLst>
                            <a:ext uri="{FF2B5EF4-FFF2-40B4-BE49-F238E27FC236}">
                              <a16:creationId xmlns:a16="http://schemas.microsoft.com/office/drawing/2014/main" id="{ED4AA65D-E03E-48F6-AB64-35D15ACC2B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54" name="直線コネクタ 113353">
                          <a:extLst>
                            <a:ext uri="{FF2B5EF4-FFF2-40B4-BE49-F238E27FC236}">
                              <a16:creationId xmlns:a16="http://schemas.microsoft.com/office/drawing/2014/main" id="{250D6412-A12C-425F-BFC5-AD4726EE32E2}"/>
                            </a:ext>
                          </a:extLst>
                        </p:cNvPr>
                        <p:cNvCxnSpPr>
                          <a:cxnSpLocks/>
                          <a:stCxn id="113353" idx="6"/>
                          <a:endCxn id="11335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55" name="直線コネクタ 113354">
                          <a:extLst>
                            <a:ext uri="{FF2B5EF4-FFF2-40B4-BE49-F238E27FC236}">
                              <a16:creationId xmlns:a16="http://schemas.microsoft.com/office/drawing/2014/main" id="{F5B02257-44EE-4E17-8E2D-8DD19FC18E89}"/>
                            </a:ext>
                          </a:extLst>
                        </p:cNvPr>
                        <p:cNvCxnSpPr>
                          <a:cxnSpLocks/>
                          <a:stCxn id="113353" idx="4"/>
                          <a:endCxn id="11335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37" name="グループ化 113336">
                        <a:extLst>
                          <a:ext uri="{FF2B5EF4-FFF2-40B4-BE49-F238E27FC236}">
                            <a16:creationId xmlns:a16="http://schemas.microsoft.com/office/drawing/2014/main" id="{F83B43D2-597E-4535-9FDC-ADD659E2A90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50" name="楕円 113349">
                          <a:extLst>
                            <a:ext uri="{FF2B5EF4-FFF2-40B4-BE49-F238E27FC236}">
                              <a16:creationId xmlns:a16="http://schemas.microsoft.com/office/drawing/2014/main" id="{406C4077-72B1-43F8-880F-9FFC1C81511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51" name="直線コネクタ 113350">
                          <a:extLst>
                            <a:ext uri="{FF2B5EF4-FFF2-40B4-BE49-F238E27FC236}">
                              <a16:creationId xmlns:a16="http://schemas.microsoft.com/office/drawing/2014/main" id="{6112F000-82B4-460F-9170-43C987AC1F49}"/>
                            </a:ext>
                          </a:extLst>
                        </p:cNvPr>
                        <p:cNvCxnSpPr>
                          <a:cxnSpLocks/>
                          <a:stCxn id="113350" idx="6"/>
                          <a:endCxn id="11335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52" name="直線コネクタ 113351">
                          <a:extLst>
                            <a:ext uri="{FF2B5EF4-FFF2-40B4-BE49-F238E27FC236}">
                              <a16:creationId xmlns:a16="http://schemas.microsoft.com/office/drawing/2014/main" id="{AA336B38-7382-4E68-98EE-3F577D6DB364}"/>
                            </a:ext>
                          </a:extLst>
                        </p:cNvPr>
                        <p:cNvCxnSpPr>
                          <a:cxnSpLocks/>
                          <a:stCxn id="113350" idx="4"/>
                          <a:endCxn id="11335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38" name="グループ化 113337">
                        <a:extLst>
                          <a:ext uri="{FF2B5EF4-FFF2-40B4-BE49-F238E27FC236}">
                            <a16:creationId xmlns:a16="http://schemas.microsoft.com/office/drawing/2014/main" id="{E13D6112-2154-4C2E-B8BB-E5C4C6605E5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47" name="楕円 113346">
                          <a:extLst>
                            <a:ext uri="{FF2B5EF4-FFF2-40B4-BE49-F238E27FC236}">
                              <a16:creationId xmlns:a16="http://schemas.microsoft.com/office/drawing/2014/main" id="{13F36979-B980-4E2D-A916-8E70DA399B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48" name="直線コネクタ 113347">
                          <a:extLst>
                            <a:ext uri="{FF2B5EF4-FFF2-40B4-BE49-F238E27FC236}">
                              <a16:creationId xmlns:a16="http://schemas.microsoft.com/office/drawing/2014/main" id="{655B3A07-7034-4A8D-8185-FEB4FC56D375}"/>
                            </a:ext>
                          </a:extLst>
                        </p:cNvPr>
                        <p:cNvCxnSpPr>
                          <a:cxnSpLocks/>
                          <a:stCxn id="113347" idx="6"/>
                          <a:endCxn id="11334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49" name="直線コネクタ 113348">
                          <a:extLst>
                            <a:ext uri="{FF2B5EF4-FFF2-40B4-BE49-F238E27FC236}">
                              <a16:creationId xmlns:a16="http://schemas.microsoft.com/office/drawing/2014/main" id="{5E58AB01-A8AB-4C82-9BA6-D1600D866FBF}"/>
                            </a:ext>
                          </a:extLst>
                        </p:cNvPr>
                        <p:cNvCxnSpPr>
                          <a:cxnSpLocks/>
                          <a:stCxn id="113347" idx="4"/>
                          <a:endCxn id="11334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39" name="グループ化 113338">
                        <a:extLst>
                          <a:ext uri="{FF2B5EF4-FFF2-40B4-BE49-F238E27FC236}">
                            <a16:creationId xmlns:a16="http://schemas.microsoft.com/office/drawing/2014/main" id="{5295BA6B-2CD5-4F1F-884D-800909646DA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44" name="楕円 113343">
                          <a:extLst>
                            <a:ext uri="{FF2B5EF4-FFF2-40B4-BE49-F238E27FC236}">
                              <a16:creationId xmlns:a16="http://schemas.microsoft.com/office/drawing/2014/main" id="{A70CD33B-FD17-4A42-BB1E-6B9A5B04B2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45" name="直線コネクタ 113344">
                          <a:extLst>
                            <a:ext uri="{FF2B5EF4-FFF2-40B4-BE49-F238E27FC236}">
                              <a16:creationId xmlns:a16="http://schemas.microsoft.com/office/drawing/2014/main" id="{19402261-505E-48CC-83A2-F8CC4D998342}"/>
                            </a:ext>
                          </a:extLst>
                        </p:cNvPr>
                        <p:cNvCxnSpPr>
                          <a:cxnSpLocks/>
                          <a:stCxn id="113344" idx="6"/>
                          <a:endCxn id="11334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46" name="直線コネクタ 113345">
                          <a:extLst>
                            <a:ext uri="{FF2B5EF4-FFF2-40B4-BE49-F238E27FC236}">
                              <a16:creationId xmlns:a16="http://schemas.microsoft.com/office/drawing/2014/main" id="{9488333D-80BA-47E1-BDD3-1E5B2000E04C}"/>
                            </a:ext>
                          </a:extLst>
                        </p:cNvPr>
                        <p:cNvCxnSpPr>
                          <a:cxnSpLocks/>
                          <a:stCxn id="113344" idx="4"/>
                          <a:endCxn id="11334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340" name="グループ化 113339">
                        <a:extLst>
                          <a:ext uri="{FF2B5EF4-FFF2-40B4-BE49-F238E27FC236}">
                            <a16:creationId xmlns:a16="http://schemas.microsoft.com/office/drawing/2014/main" id="{BFB996D1-D2EE-41DE-8C0C-310F99A8A28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341" name="楕円 113340">
                          <a:extLst>
                            <a:ext uri="{FF2B5EF4-FFF2-40B4-BE49-F238E27FC236}">
                              <a16:creationId xmlns:a16="http://schemas.microsoft.com/office/drawing/2014/main" id="{C733CD0B-4EA0-4237-9ADD-3CEDBB3A4AD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342" name="直線コネクタ 113341">
                          <a:extLst>
                            <a:ext uri="{FF2B5EF4-FFF2-40B4-BE49-F238E27FC236}">
                              <a16:creationId xmlns:a16="http://schemas.microsoft.com/office/drawing/2014/main" id="{B79569C9-0EA4-48CF-A2B8-25BE9EF1B9F1}"/>
                            </a:ext>
                          </a:extLst>
                        </p:cNvPr>
                        <p:cNvCxnSpPr>
                          <a:cxnSpLocks/>
                          <a:stCxn id="113341" idx="6"/>
                          <a:endCxn id="11334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343" name="直線コネクタ 113342">
                          <a:extLst>
                            <a:ext uri="{FF2B5EF4-FFF2-40B4-BE49-F238E27FC236}">
                              <a16:creationId xmlns:a16="http://schemas.microsoft.com/office/drawing/2014/main" id="{BDEF831C-250C-4CB3-BB08-20A27BD17A57}"/>
                            </a:ext>
                          </a:extLst>
                        </p:cNvPr>
                        <p:cNvCxnSpPr>
                          <a:cxnSpLocks/>
                          <a:stCxn id="113341" idx="4"/>
                          <a:endCxn id="11334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12660" name="グループ化 112659">
                    <a:extLst>
                      <a:ext uri="{FF2B5EF4-FFF2-40B4-BE49-F238E27FC236}">
                        <a16:creationId xmlns:a16="http://schemas.microsoft.com/office/drawing/2014/main" id="{EF08BF65-0764-4455-95C1-0B3CBF7418E5}"/>
                      </a:ext>
                    </a:extLst>
                  </p:cNvPr>
                  <p:cNvGrpSpPr/>
                  <p:nvPr/>
                </p:nvGrpSpPr>
                <p:grpSpPr>
                  <a:xfrm>
                    <a:off x="5292755" y="445602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3298" name="グループ化 113297">
                      <a:extLst>
                        <a:ext uri="{FF2B5EF4-FFF2-40B4-BE49-F238E27FC236}">
                          <a16:creationId xmlns:a16="http://schemas.microsoft.com/office/drawing/2014/main" id="{19F0671D-7392-4CB7-B44D-6C1A75A533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3323" name="直線コネクタ 113322">
                        <a:extLst>
                          <a:ext uri="{FF2B5EF4-FFF2-40B4-BE49-F238E27FC236}">
                            <a16:creationId xmlns:a16="http://schemas.microsoft.com/office/drawing/2014/main" id="{D801361A-48F3-462B-828C-3BBB8A10650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24" name="直線コネクタ 113323">
                        <a:extLst>
                          <a:ext uri="{FF2B5EF4-FFF2-40B4-BE49-F238E27FC236}">
                            <a16:creationId xmlns:a16="http://schemas.microsoft.com/office/drawing/2014/main" id="{CA272B05-FBD1-413F-8371-CCE728B9EC8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25" name="直線コネクタ 113324">
                        <a:extLst>
                          <a:ext uri="{FF2B5EF4-FFF2-40B4-BE49-F238E27FC236}">
                            <a16:creationId xmlns:a16="http://schemas.microsoft.com/office/drawing/2014/main" id="{6576AF76-9430-4DB6-9157-ED48F51441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26" name="直線コネクタ 113325">
                        <a:extLst>
                          <a:ext uri="{FF2B5EF4-FFF2-40B4-BE49-F238E27FC236}">
                            <a16:creationId xmlns:a16="http://schemas.microsoft.com/office/drawing/2014/main" id="{32564C2E-D9D7-4F5E-B873-74F73272155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27" name="直線コネクタ 113326">
                        <a:extLst>
                          <a:ext uri="{FF2B5EF4-FFF2-40B4-BE49-F238E27FC236}">
                            <a16:creationId xmlns:a16="http://schemas.microsoft.com/office/drawing/2014/main" id="{7763F1E7-72AC-450F-8C66-23642DF9F1A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28" name="直線コネクタ 113327">
                        <a:extLst>
                          <a:ext uri="{FF2B5EF4-FFF2-40B4-BE49-F238E27FC236}">
                            <a16:creationId xmlns:a16="http://schemas.microsoft.com/office/drawing/2014/main" id="{C4052346-052F-43F1-9C03-AAFD25E4EAE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29" name="直線コネクタ 113328">
                        <a:extLst>
                          <a:ext uri="{FF2B5EF4-FFF2-40B4-BE49-F238E27FC236}">
                            <a16:creationId xmlns:a16="http://schemas.microsoft.com/office/drawing/2014/main" id="{BE4AA680-134C-48A4-84D0-42E49D59F3B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30" name="直線コネクタ 113329">
                        <a:extLst>
                          <a:ext uri="{FF2B5EF4-FFF2-40B4-BE49-F238E27FC236}">
                            <a16:creationId xmlns:a16="http://schemas.microsoft.com/office/drawing/2014/main" id="{1080313E-B139-40BE-9339-0E247C3370E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31" name="直線コネクタ 113330">
                        <a:extLst>
                          <a:ext uri="{FF2B5EF4-FFF2-40B4-BE49-F238E27FC236}">
                            <a16:creationId xmlns:a16="http://schemas.microsoft.com/office/drawing/2014/main" id="{99CD264D-E878-42C4-9205-614F00D00F7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299" name="グループ化 113298">
                      <a:extLst>
                        <a:ext uri="{FF2B5EF4-FFF2-40B4-BE49-F238E27FC236}">
                          <a16:creationId xmlns:a16="http://schemas.microsoft.com/office/drawing/2014/main" id="{BBB8689E-8E2F-4E3E-9EA5-14E03D522A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320" name="楕円 113319">
                        <a:extLst>
                          <a:ext uri="{FF2B5EF4-FFF2-40B4-BE49-F238E27FC236}">
                            <a16:creationId xmlns:a16="http://schemas.microsoft.com/office/drawing/2014/main" id="{96AC1F46-5F74-40D0-AEF7-B7589F6FC39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321" name="直線コネクタ 113320">
                        <a:extLst>
                          <a:ext uri="{FF2B5EF4-FFF2-40B4-BE49-F238E27FC236}">
                            <a16:creationId xmlns:a16="http://schemas.microsoft.com/office/drawing/2014/main" id="{4A3FB2F1-62C8-431F-8B3C-7EF92581BD78}"/>
                          </a:ext>
                        </a:extLst>
                      </p:cNvPr>
                      <p:cNvCxnSpPr>
                        <a:cxnSpLocks/>
                        <a:stCxn id="113320" idx="6"/>
                        <a:endCxn id="11332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22" name="直線コネクタ 113321">
                        <a:extLst>
                          <a:ext uri="{FF2B5EF4-FFF2-40B4-BE49-F238E27FC236}">
                            <a16:creationId xmlns:a16="http://schemas.microsoft.com/office/drawing/2014/main" id="{5F2DD2AF-7BA2-472B-8631-FBEA9697105F}"/>
                          </a:ext>
                        </a:extLst>
                      </p:cNvPr>
                      <p:cNvCxnSpPr>
                        <a:cxnSpLocks/>
                        <a:stCxn id="113320" idx="4"/>
                        <a:endCxn id="11332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00" name="グループ化 113299">
                      <a:extLst>
                        <a:ext uri="{FF2B5EF4-FFF2-40B4-BE49-F238E27FC236}">
                          <a16:creationId xmlns:a16="http://schemas.microsoft.com/office/drawing/2014/main" id="{0D0DE06C-04D2-4A60-8BE7-FC6FE258F89E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317" name="楕円 113316">
                        <a:extLst>
                          <a:ext uri="{FF2B5EF4-FFF2-40B4-BE49-F238E27FC236}">
                            <a16:creationId xmlns:a16="http://schemas.microsoft.com/office/drawing/2014/main" id="{A55663AC-B6A8-4049-BD23-FA4DA2562ED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318" name="直線コネクタ 113317">
                        <a:extLst>
                          <a:ext uri="{FF2B5EF4-FFF2-40B4-BE49-F238E27FC236}">
                            <a16:creationId xmlns:a16="http://schemas.microsoft.com/office/drawing/2014/main" id="{3F4D1E98-F24C-462C-965E-BA0E84138F1F}"/>
                          </a:ext>
                        </a:extLst>
                      </p:cNvPr>
                      <p:cNvCxnSpPr>
                        <a:cxnSpLocks/>
                        <a:stCxn id="113317" idx="6"/>
                        <a:endCxn id="11331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19" name="直線コネクタ 113318">
                        <a:extLst>
                          <a:ext uri="{FF2B5EF4-FFF2-40B4-BE49-F238E27FC236}">
                            <a16:creationId xmlns:a16="http://schemas.microsoft.com/office/drawing/2014/main" id="{32C25E03-634E-4287-8438-D1C50ABC12A2}"/>
                          </a:ext>
                        </a:extLst>
                      </p:cNvPr>
                      <p:cNvCxnSpPr>
                        <a:cxnSpLocks/>
                        <a:stCxn id="113317" idx="4"/>
                        <a:endCxn id="11331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01" name="グループ化 113300">
                      <a:extLst>
                        <a:ext uri="{FF2B5EF4-FFF2-40B4-BE49-F238E27FC236}">
                          <a16:creationId xmlns:a16="http://schemas.microsoft.com/office/drawing/2014/main" id="{559118E9-C3CF-426D-8633-E9DFC4EF58CA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314" name="楕円 113313">
                        <a:extLst>
                          <a:ext uri="{FF2B5EF4-FFF2-40B4-BE49-F238E27FC236}">
                            <a16:creationId xmlns:a16="http://schemas.microsoft.com/office/drawing/2014/main" id="{B5A2B24D-CE6E-4C4C-8248-8C39348B56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315" name="直線コネクタ 113314">
                        <a:extLst>
                          <a:ext uri="{FF2B5EF4-FFF2-40B4-BE49-F238E27FC236}">
                            <a16:creationId xmlns:a16="http://schemas.microsoft.com/office/drawing/2014/main" id="{5774EED5-22D8-4BC4-BA56-1736C4F260F9}"/>
                          </a:ext>
                        </a:extLst>
                      </p:cNvPr>
                      <p:cNvCxnSpPr>
                        <a:cxnSpLocks/>
                        <a:stCxn id="113314" idx="6"/>
                        <a:endCxn id="11331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16" name="直線コネクタ 113315">
                        <a:extLst>
                          <a:ext uri="{FF2B5EF4-FFF2-40B4-BE49-F238E27FC236}">
                            <a16:creationId xmlns:a16="http://schemas.microsoft.com/office/drawing/2014/main" id="{9805990F-F718-4C74-9397-0E0044436AEA}"/>
                          </a:ext>
                        </a:extLst>
                      </p:cNvPr>
                      <p:cNvCxnSpPr>
                        <a:cxnSpLocks/>
                        <a:stCxn id="113314" idx="4"/>
                        <a:endCxn id="11331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02" name="グループ化 113301">
                      <a:extLst>
                        <a:ext uri="{FF2B5EF4-FFF2-40B4-BE49-F238E27FC236}">
                          <a16:creationId xmlns:a16="http://schemas.microsoft.com/office/drawing/2014/main" id="{B2E71097-49CB-4DBA-A4D5-269098C4C959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311" name="楕円 113310">
                        <a:extLst>
                          <a:ext uri="{FF2B5EF4-FFF2-40B4-BE49-F238E27FC236}">
                            <a16:creationId xmlns:a16="http://schemas.microsoft.com/office/drawing/2014/main" id="{39461444-C319-41E4-A25C-47E09832EE4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312" name="直線コネクタ 113311">
                        <a:extLst>
                          <a:ext uri="{FF2B5EF4-FFF2-40B4-BE49-F238E27FC236}">
                            <a16:creationId xmlns:a16="http://schemas.microsoft.com/office/drawing/2014/main" id="{412609C3-4786-4F6E-B2A3-CFE14BE0E66F}"/>
                          </a:ext>
                        </a:extLst>
                      </p:cNvPr>
                      <p:cNvCxnSpPr>
                        <a:cxnSpLocks/>
                        <a:stCxn id="113311" idx="6"/>
                        <a:endCxn id="11331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13" name="直線コネクタ 113312">
                        <a:extLst>
                          <a:ext uri="{FF2B5EF4-FFF2-40B4-BE49-F238E27FC236}">
                            <a16:creationId xmlns:a16="http://schemas.microsoft.com/office/drawing/2014/main" id="{1B281699-033A-4E69-8DFE-8D05AB3284A4}"/>
                          </a:ext>
                        </a:extLst>
                      </p:cNvPr>
                      <p:cNvCxnSpPr>
                        <a:cxnSpLocks/>
                        <a:stCxn id="113311" idx="4"/>
                        <a:endCxn id="11331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03" name="グループ化 113302">
                      <a:extLst>
                        <a:ext uri="{FF2B5EF4-FFF2-40B4-BE49-F238E27FC236}">
                          <a16:creationId xmlns:a16="http://schemas.microsoft.com/office/drawing/2014/main" id="{11A42126-1878-43AF-AC4D-BEF49BEC6D48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308" name="楕円 113307">
                        <a:extLst>
                          <a:ext uri="{FF2B5EF4-FFF2-40B4-BE49-F238E27FC236}">
                            <a16:creationId xmlns:a16="http://schemas.microsoft.com/office/drawing/2014/main" id="{527A4582-4C32-4075-95F2-EC0CF23ADC7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309" name="直線コネクタ 113308">
                        <a:extLst>
                          <a:ext uri="{FF2B5EF4-FFF2-40B4-BE49-F238E27FC236}">
                            <a16:creationId xmlns:a16="http://schemas.microsoft.com/office/drawing/2014/main" id="{45CAD1C7-7CD8-4E6F-A0F9-95835A52C9C6}"/>
                          </a:ext>
                        </a:extLst>
                      </p:cNvPr>
                      <p:cNvCxnSpPr>
                        <a:cxnSpLocks/>
                        <a:stCxn id="113308" idx="6"/>
                        <a:endCxn id="11330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10" name="直線コネクタ 113309">
                        <a:extLst>
                          <a:ext uri="{FF2B5EF4-FFF2-40B4-BE49-F238E27FC236}">
                            <a16:creationId xmlns:a16="http://schemas.microsoft.com/office/drawing/2014/main" id="{E00D9A97-E883-44FE-B390-2898FFB9EA8D}"/>
                          </a:ext>
                        </a:extLst>
                      </p:cNvPr>
                      <p:cNvCxnSpPr>
                        <a:cxnSpLocks/>
                        <a:stCxn id="113308" idx="4"/>
                        <a:endCxn id="11330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304" name="グループ化 113303">
                      <a:extLst>
                        <a:ext uri="{FF2B5EF4-FFF2-40B4-BE49-F238E27FC236}">
                          <a16:creationId xmlns:a16="http://schemas.microsoft.com/office/drawing/2014/main" id="{389A36B4-4004-49EC-A5AE-E73A5A39338D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305" name="楕円 113304">
                        <a:extLst>
                          <a:ext uri="{FF2B5EF4-FFF2-40B4-BE49-F238E27FC236}">
                            <a16:creationId xmlns:a16="http://schemas.microsoft.com/office/drawing/2014/main" id="{4A43051A-7B34-4B4D-A4D7-9D0B374BEC0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306" name="直線コネクタ 113305">
                        <a:extLst>
                          <a:ext uri="{FF2B5EF4-FFF2-40B4-BE49-F238E27FC236}">
                            <a16:creationId xmlns:a16="http://schemas.microsoft.com/office/drawing/2014/main" id="{67C1286E-2E09-4C5D-8A4B-FF23BC753CD3}"/>
                          </a:ext>
                        </a:extLst>
                      </p:cNvPr>
                      <p:cNvCxnSpPr>
                        <a:cxnSpLocks/>
                        <a:stCxn id="113305" idx="6"/>
                        <a:endCxn id="11330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307" name="直線コネクタ 113306">
                        <a:extLst>
                          <a:ext uri="{FF2B5EF4-FFF2-40B4-BE49-F238E27FC236}">
                            <a16:creationId xmlns:a16="http://schemas.microsoft.com/office/drawing/2014/main" id="{8D542787-FEA9-408A-9E44-4BD0F435023E}"/>
                          </a:ext>
                        </a:extLst>
                      </p:cNvPr>
                      <p:cNvCxnSpPr>
                        <a:cxnSpLocks/>
                        <a:stCxn id="113305" idx="4"/>
                        <a:endCxn id="11330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12661" name="グループ化 112660">
                    <a:extLst>
                      <a:ext uri="{FF2B5EF4-FFF2-40B4-BE49-F238E27FC236}">
                        <a16:creationId xmlns:a16="http://schemas.microsoft.com/office/drawing/2014/main" id="{D28078DF-B8C8-4899-9FC6-464094AB0A8E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090766" y="4988129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13243" name="グループ化 113242">
                      <a:extLst>
                        <a:ext uri="{FF2B5EF4-FFF2-40B4-BE49-F238E27FC236}">
                          <a16:creationId xmlns:a16="http://schemas.microsoft.com/office/drawing/2014/main" id="{88A910C4-E94C-4DAD-A401-CE89FCEE13BD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13272" name="グループ化 113271">
                        <a:extLst>
                          <a:ext uri="{FF2B5EF4-FFF2-40B4-BE49-F238E27FC236}">
                            <a16:creationId xmlns:a16="http://schemas.microsoft.com/office/drawing/2014/main" id="{2C26230F-2A9B-4D3F-86F4-5A35149FE7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293" name="直線コネクタ 113292">
                          <a:extLst>
                            <a:ext uri="{FF2B5EF4-FFF2-40B4-BE49-F238E27FC236}">
                              <a16:creationId xmlns:a16="http://schemas.microsoft.com/office/drawing/2014/main" id="{764059E6-B9C4-4391-92B3-AF618D71E24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94" name="直線コネクタ 113293">
                          <a:extLst>
                            <a:ext uri="{FF2B5EF4-FFF2-40B4-BE49-F238E27FC236}">
                              <a16:creationId xmlns:a16="http://schemas.microsoft.com/office/drawing/2014/main" id="{93A51974-A64F-4050-87FC-39A046A9513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95" name="直線コネクタ 113294">
                          <a:extLst>
                            <a:ext uri="{FF2B5EF4-FFF2-40B4-BE49-F238E27FC236}">
                              <a16:creationId xmlns:a16="http://schemas.microsoft.com/office/drawing/2014/main" id="{54B50B5C-FF78-4A5E-83D8-75A9DCB66A6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96" name="直線コネクタ 113295">
                          <a:extLst>
                            <a:ext uri="{FF2B5EF4-FFF2-40B4-BE49-F238E27FC236}">
                              <a16:creationId xmlns:a16="http://schemas.microsoft.com/office/drawing/2014/main" id="{B0AFEA91-9BF3-443E-8F21-762411EF34C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97" name="直線コネクタ 113296">
                          <a:extLst>
                            <a:ext uri="{FF2B5EF4-FFF2-40B4-BE49-F238E27FC236}">
                              <a16:creationId xmlns:a16="http://schemas.microsoft.com/office/drawing/2014/main" id="{BC86456E-C7EF-4C77-8A68-CBF9C0D996E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73" name="グループ化 113272">
                        <a:extLst>
                          <a:ext uri="{FF2B5EF4-FFF2-40B4-BE49-F238E27FC236}">
                            <a16:creationId xmlns:a16="http://schemas.microsoft.com/office/drawing/2014/main" id="{937AD83E-C938-44D8-A629-BC12F7CB6D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90" name="楕円 113289">
                          <a:extLst>
                            <a:ext uri="{FF2B5EF4-FFF2-40B4-BE49-F238E27FC236}">
                              <a16:creationId xmlns:a16="http://schemas.microsoft.com/office/drawing/2014/main" id="{71BC7442-71D9-469F-B73C-EE7665A2E9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91" name="直線コネクタ 113290">
                          <a:extLst>
                            <a:ext uri="{FF2B5EF4-FFF2-40B4-BE49-F238E27FC236}">
                              <a16:creationId xmlns:a16="http://schemas.microsoft.com/office/drawing/2014/main" id="{F740C7D7-C470-4F4A-8B6D-58D77B5F83F6}"/>
                            </a:ext>
                          </a:extLst>
                        </p:cNvPr>
                        <p:cNvCxnSpPr>
                          <a:cxnSpLocks/>
                          <a:stCxn id="113290" idx="6"/>
                          <a:endCxn id="11329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92" name="直線コネクタ 113291">
                          <a:extLst>
                            <a:ext uri="{FF2B5EF4-FFF2-40B4-BE49-F238E27FC236}">
                              <a16:creationId xmlns:a16="http://schemas.microsoft.com/office/drawing/2014/main" id="{6D217B62-0822-48BD-8938-FE107C13C38C}"/>
                            </a:ext>
                          </a:extLst>
                        </p:cNvPr>
                        <p:cNvCxnSpPr>
                          <a:cxnSpLocks/>
                          <a:stCxn id="113290" idx="4"/>
                          <a:endCxn id="11329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74" name="グループ化 113273">
                        <a:extLst>
                          <a:ext uri="{FF2B5EF4-FFF2-40B4-BE49-F238E27FC236}">
                            <a16:creationId xmlns:a16="http://schemas.microsoft.com/office/drawing/2014/main" id="{B3490A2D-BD65-4F54-A4B3-F240A0720BF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87" name="楕円 113286">
                          <a:extLst>
                            <a:ext uri="{FF2B5EF4-FFF2-40B4-BE49-F238E27FC236}">
                              <a16:creationId xmlns:a16="http://schemas.microsoft.com/office/drawing/2014/main" id="{BF1D8CCD-B951-4569-95D7-CF7E769CF0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88" name="直線コネクタ 113287">
                          <a:extLst>
                            <a:ext uri="{FF2B5EF4-FFF2-40B4-BE49-F238E27FC236}">
                              <a16:creationId xmlns:a16="http://schemas.microsoft.com/office/drawing/2014/main" id="{AFE5F960-ADDD-4320-B879-1966AE345248}"/>
                            </a:ext>
                          </a:extLst>
                        </p:cNvPr>
                        <p:cNvCxnSpPr>
                          <a:cxnSpLocks/>
                          <a:stCxn id="113287" idx="6"/>
                          <a:endCxn id="11328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89" name="直線コネクタ 113288">
                          <a:extLst>
                            <a:ext uri="{FF2B5EF4-FFF2-40B4-BE49-F238E27FC236}">
                              <a16:creationId xmlns:a16="http://schemas.microsoft.com/office/drawing/2014/main" id="{EC4B2C4A-AF1E-4FC7-895D-4F3C601CF249}"/>
                            </a:ext>
                          </a:extLst>
                        </p:cNvPr>
                        <p:cNvCxnSpPr>
                          <a:cxnSpLocks/>
                          <a:stCxn id="113287" idx="4"/>
                          <a:endCxn id="11328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75" name="グループ化 113274">
                        <a:extLst>
                          <a:ext uri="{FF2B5EF4-FFF2-40B4-BE49-F238E27FC236}">
                            <a16:creationId xmlns:a16="http://schemas.microsoft.com/office/drawing/2014/main" id="{C0A1B924-C601-4B43-87EB-DB32619D7A3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84" name="楕円 113283">
                          <a:extLst>
                            <a:ext uri="{FF2B5EF4-FFF2-40B4-BE49-F238E27FC236}">
                              <a16:creationId xmlns:a16="http://schemas.microsoft.com/office/drawing/2014/main" id="{E73F2178-1A85-491B-B635-D04E2DE7598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85" name="直線コネクタ 113284">
                          <a:extLst>
                            <a:ext uri="{FF2B5EF4-FFF2-40B4-BE49-F238E27FC236}">
                              <a16:creationId xmlns:a16="http://schemas.microsoft.com/office/drawing/2014/main" id="{15B8C6C4-4C6C-4E5F-AF5D-66795C8B7628}"/>
                            </a:ext>
                          </a:extLst>
                        </p:cNvPr>
                        <p:cNvCxnSpPr>
                          <a:cxnSpLocks/>
                          <a:stCxn id="113284" idx="6"/>
                          <a:endCxn id="11328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86" name="直線コネクタ 113285">
                          <a:extLst>
                            <a:ext uri="{FF2B5EF4-FFF2-40B4-BE49-F238E27FC236}">
                              <a16:creationId xmlns:a16="http://schemas.microsoft.com/office/drawing/2014/main" id="{27029D3F-0D6D-4099-BD9F-DF2F031F9C90}"/>
                            </a:ext>
                          </a:extLst>
                        </p:cNvPr>
                        <p:cNvCxnSpPr>
                          <a:cxnSpLocks/>
                          <a:stCxn id="113284" idx="4"/>
                          <a:endCxn id="11328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76" name="グループ化 113275">
                        <a:extLst>
                          <a:ext uri="{FF2B5EF4-FFF2-40B4-BE49-F238E27FC236}">
                            <a16:creationId xmlns:a16="http://schemas.microsoft.com/office/drawing/2014/main" id="{97D8EA0C-D776-4DC5-B301-E8FF999664B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81" name="楕円 113280">
                          <a:extLst>
                            <a:ext uri="{FF2B5EF4-FFF2-40B4-BE49-F238E27FC236}">
                              <a16:creationId xmlns:a16="http://schemas.microsoft.com/office/drawing/2014/main" id="{9DF5D645-16D9-460A-896C-7AABB69F87B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82" name="直線コネクタ 113281">
                          <a:extLst>
                            <a:ext uri="{FF2B5EF4-FFF2-40B4-BE49-F238E27FC236}">
                              <a16:creationId xmlns:a16="http://schemas.microsoft.com/office/drawing/2014/main" id="{2EF39125-98FA-40CE-8BB2-AB1B054EF835}"/>
                            </a:ext>
                          </a:extLst>
                        </p:cNvPr>
                        <p:cNvCxnSpPr>
                          <a:cxnSpLocks/>
                          <a:stCxn id="113281" idx="6"/>
                          <a:endCxn id="11328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83" name="直線コネクタ 113282">
                          <a:extLst>
                            <a:ext uri="{FF2B5EF4-FFF2-40B4-BE49-F238E27FC236}">
                              <a16:creationId xmlns:a16="http://schemas.microsoft.com/office/drawing/2014/main" id="{D8724914-C28F-42E4-93BB-0091065F7128}"/>
                            </a:ext>
                          </a:extLst>
                        </p:cNvPr>
                        <p:cNvCxnSpPr>
                          <a:cxnSpLocks/>
                          <a:stCxn id="113281" idx="4"/>
                          <a:endCxn id="11328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77" name="グループ化 113276">
                        <a:extLst>
                          <a:ext uri="{FF2B5EF4-FFF2-40B4-BE49-F238E27FC236}">
                            <a16:creationId xmlns:a16="http://schemas.microsoft.com/office/drawing/2014/main" id="{DD8B881C-6B09-45BD-8607-340E7474954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78" name="楕円 113277">
                          <a:extLst>
                            <a:ext uri="{FF2B5EF4-FFF2-40B4-BE49-F238E27FC236}">
                              <a16:creationId xmlns:a16="http://schemas.microsoft.com/office/drawing/2014/main" id="{9C5A1BE1-5D68-4047-BD3E-BD90D43C1F3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79" name="直線コネクタ 113278">
                          <a:extLst>
                            <a:ext uri="{FF2B5EF4-FFF2-40B4-BE49-F238E27FC236}">
                              <a16:creationId xmlns:a16="http://schemas.microsoft.com/office/drawing/2014/main" id="{A805662A-1AEC-4579-A6C4-13DEC16728A7}"/>
                            </a:ext>
                          </a:extLst>
                        </p:cNvPr>
                        <p:cNvCxnSpPr>
                          <a:cxnSpLocks/>
                          <a:stCxn id="113278" idx="6"/>
                          <a:endCxn id="11327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80" name="直線コネクタ 113279">
                          <a:extLst>
                            <a:ext uri="{FF2B5EF4-FFF2-40B4-BE49-F238E27FC236}">
                              <a16:creationId xmlns:a16="http://schemas.microsoft.com/office/drawing/2014/main" id="{D15405D7-F1E9-442B-9994-DA077B9B07DA}"/>
                            </a:ext>
                          </a:extLst>
                        </p:cNvPr>
                        <p:cNvCxnSpPr>
                          <a:cxnSpLocks/>
                          <a:stCxn id="113278" idx="4"/>
                          <a:endCxn id="11327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13244" name="楕円 113243">
                      <a:extLst>
                        <a:ext uri="{FF2B5EF4-FFF2-40B4-BE49-F238E27FC236}">
                          <a16:creationId xmlns:a16="http://schemas.microsoft.com/office/drawing/2014/main" id="{563218B1-1C2D-4F11-A277-7C51F7ACABC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13245" name="グループ化 113244">
                      <a:extLst>
                        <a:ext uri="{FF2B5EF4-FFF2-40B4-BE49-F238E27FC236}">
                          <a16:creationId xmlns:a16="http://schemas.microsoft.com/office/drawing/2014/main" id="{5AB98DA6-AA7E-4139-8D53-96617659782E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13246" name="グループ化 113245">
                        <a:extLst>
                          <a:ext uri="{FF2B5EF4-FFF2-40B4-BE49-F238E27FC236}">
                            <a16:creationId xmlns:a16="http://schemas.microsoft.com/office/drawing/2014/main" id="{D0915F04-2730-4228-9245-6911FE9693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267" name="直線コネクタ 113266">
                          <a:extLst>
                            <a:ext uri="{FF2B5EF4-FFF2-40B4-BE49-F238E27FC236}">
                              <a16:creationId xmlns:a16="http://schemas.microsoft.com/office/drawing/2014/main" id="{1E3D96BE-6D3E-43D9-AF92-63C06DCD554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68" name="直線コネクタ 113267">
                          <a:extLst>
                            <a:ext uri="{FF2B5EF4-FFF2-40B4-BE49-F238E27FC236}">
                              <a16:creationId xmlns:a16="http://schemas.microsoft.com/office/drawing/2014/main" id="{30180872-84C2-40B4-B465-E9887243DEE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69" name="直線コネクタ 113268">
                          <a:extLst>
                            <a:ext uri="{FF2B5EF4-FFF2-40B4-BE49-F238E27FC236}">
                              <a16:creationId xmlns:a16="http://schemas.microsoft.com/office/drawing/2014/main" id="{130FA64A-EFE9-4FAC-8941-8B49395B756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70" name="直線コネクタ 113269">
                          <a:extLst>
                            <a:ext uri="{FF2B5EF4-FFF2-40B4-BE49-F238E27FC236}">
                              <a16:creationId xmlns:a16="http://schemas.microsoft.com/office/drawing/2014/main" id="{F27BBC05-C6F6-4D80-B2A5-4B073E8254B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71" name="直線コネクタ 113270">
                          <a:extLst>
                            <a:ext uri="{FF2B5EF4-FFF2-40B4-BE49-F238E27FC236}">
                              <a16:creationId xmlns:a16="http://schemas.microsoft.com/office/drawing/2014/main" id="{DD999C17-1DA1-40E5-BF03-A608F44D3E4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47" name="グループ化 113246">
                        <a:extLst>
                          <a:ext uri="{FF2B5EF4-FFF2-40B4-BE49-F238E27FC236}">
                            <a16:creationId xmlns:a16="http://schemas.microsoft.com/office/drawing/2014/main" id="{B1FD77B9-B6D3-410C-BA2D-59954C4902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64" name="楕円 113263">
                          <a:extLst>
                            <a:ext uri="{FF2B5EF4-FFF2-40B4-BE49-F238E27FC236}">
                              <a16:creationId xmlns:a16="http://schemas.microsoft.com/office/drawing/2014/main" id="{54DE98A5-FADE-4170-B3E9-AFB5F5A1360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65" name="直線コネクタ 113264">
                          <a:extLst>
                            <a:ext uri="{FF2B5EF4-FFF2-40B4-BE49-F238E27FC236}">
                              <a16:creationId xmlns:a16="http://schemas.microsoft.com/office/drawing/2014/main" id="{06601BA6-42A7-445B-B8A8-124D2E580158}"/>
                            </a:ext>
                          </a:extLst>
                        </p:cNvPr>
                        <p:cNvCxnSpPr>
                          <a:cxnSpLocks/>
                          <a:stCxn id="113264" idx="6"/>
                          <a:endCxn id="11326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66" name="直線コネクタ 113265">
                          <a:extLst>
                            <a:ext uri="{FF2B5EF4-FFF2-40B4-BE49-F238E27FC236}">
                              <a16:creationId xmlns:a16="http://schemas.microsoft.com/office/drawing/2014/main" id="{C20BB825-855D-483A-9A9A-F1ADC4B34E1B}"/>
                            </a:ext>
                          </a:extLst>
                        </p:cNvPr>
                        <p:cNvCxnSpPr>
                          <a:cxnSpLocks/>
                          <a:stCxn id="113264" idx="4"/>
                          <a:endCxn id="11326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48" name="グループ化 113247">
                        <a:extLst>
                          <a:ext uri="{FF2B5EF4-FFF2-40B4-BE49-F238E27FC236}">
                            <a16:creationId xmlns:a16="http://schemas.microsoft.com/office/drawing/2014/main" id="{5A5D5C02-D781-4DAB-A6C8-80A38AA8A48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61" name="楕円 113260">
                          <a:extLst>
                            <a:ext uri="{FF2B5EF4-FFF2-40B4-BE49-F238E27FC236}">
                              <a16:creationId xmlns:a16="http://schemas.microsoft.com/office/drawing/2014/main" id="{0B1C01BF-D8B5-4227-A535-D0F4631EC5A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62" name="直線コネクタ 113261">
                          <a:extLst>
                            <a:ext uri="{FF2B5EF4-FFF2-40B4-BE49-F238E27FC236}">
                              <a16:creationId xmlns:a16="http://schemas.microsoft.com/office/drawing/2014/main" id="{0625B466-5B53-4628-828D-B65035119819}"/>
                            </a:ext>
                          </a:extLst>
                        </p:cNvPr>
                        <p:cNvCxnSpPr>
                          <a:cxnSpLocks/>
                          <a:stCxn id="113261" idx="6"/>
                          <a:endCxn id="11326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63" name="直線コネクタ 113262">
                          <a:extLst>
                            <a:ext uri="{FF2B5EF4-FFF2-40B4-BE49-F238E27FC236}">
                              <a16:creationId xmlns:a16="http://schemas.microsoft.com/office/drawing/2014/main" id="{2B0866F9-FCBB-4BE9-8018-E7EF590E2F12}"/>
                            </a:ext>
                          </a:extLst>
                        </p:cNvPr>
                        <p:cNvCxnSpPr>
                          <a:cxnSpLocks/>
                          <a:stCxn id="113261" idx="4"/>
                          <a:endCxn id="11326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49" name="グループ化 113248">
                        <a:extLst>
                          <a:ext uri="{FF2B5EF4-FFF2-40B4-BE49-F238E27FC236}">
                            <a16:creationId xmlns:a16="http://schemas.microsoft.com/office/drawing/2014/main" id="{AAAA60CC-4CDB-463B-A496-020581CD9EF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58" name="楕円 113257">
                          <a:extLst>
                            <a:ext uri="{FF2B5EF4-FFF2-40B4-BE49-F238E27FC236}">
                              <a16:creationId xmlns:a16="http://schemas.microsoft.com/office/drawing/2014/main" id="{97022CA1-493C-4794-AF67-06989835190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59" name="直線コネクタ 113258">
                          <a:extLst>
                            <a:ext uri="{FF2B5EF4-FFF2-40B4-BE49-F238E27FC236}">
                              <a16:creationId xmlns:a16="http://schemas.microsoft.com/office/drawing/2014/main" id="{5D37F20E-DA8A-4877-AC97-31CAEF20A50F}"/>
                            </a:ext>
                          </a:extLst>
                        </p:cNvPr>
                        <p:cNvCxnSpPr>
                          <a:cxnSpLocks/>
                          <a:stCxn id="113258" idx="6"/>
                          <a:endCxn id="11325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60" name="直線コネクタ 113259">
                          <a:extLst>
                            <a:ext uri="{FF2B5EF4-FFF2-40B4-BE49-F238E27FC236}">
                              <a16:creationId xmlns:a16="http://schemas.microsoft.com/office/drawing/2014/main" id="{FA7EC886-A1C9-463F-9565-A1A1B79D1EA2}"/>
                            </a:ext>
                          </a:extLst>
                        </p:cNvPr>
                        <p:cNvCxnSpPr>
                          <a:cxnSpLocks/>
                          <a:stCxn id="113258" idx="4"/>
                          <a:endCxn id="11325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50" name="グループ化 113249">
                        <a:extLst>
                          <a:ext uri="{FF2B5EF4-FFF2-40B4-BE49-F238E27FC236}">
                            <a16:creationId xmlns:a16="http://schemas.microsoft.com/office/drawing/2014/main" id="{63CAEDE1-0778-484A-86C7-F6CD0CA52E2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55" name="楕円 113254">
                          <a:extLst>
                            <a:ext uri="{FF2B5EF4-FFF2-40B4-BE49-F238E27FC236}">
                              <a16:creationId xmlns:a16="http://schemas.microsoft.com/office/drawing/2014/main" id="{64CF928C-B20E-4637-A6CB-6E297E62FC3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56" name="直線コネクタ 113255">
                          <a:extLst>
                            <a:ext uri="{FF2B5EF4-FFF2-40B4-BE49-F238E27FC236}">
                              <a16:creationId xmlns:a16="http://schemas.microsoft.com/office/drawing/2014/main" id="{90BBA431-06DC-4EC0-BBF6-E4FA83271295}"/>
                            </a:ext>
                          </a:extLst>
                        </p:cNvPr>
                        <p:cNvCxnSpPr>
                          <a:cxnSpLocks/>
                          <a:stCxn id="113255" idx="6"/>
                          <a:endCxn id="11325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57" name="直線コネクタ 113256">
                          <a:extLst>
                            <a:ext uri="{FF2B5EF4-FFF2-40B4-BE49-F238E27FC236}">
                              <a16:creationId xmlns:a16="http://schemas.microsoft.com/office/drawing/2014/main" id="{01F6B5E6-5929-4372-95D6-E648E16F0966}"/>
                            </a:ext>
                          </a:extLst>
                        </p:cNvPr>
                        <p:cNvCxnSpPr>
                          <a:cxnSpLocks/>
                          <a:stCxn id="113255" idx="4"/>
                          <a:endCxn id="11325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251" name="グループ化 113250">
                        <a:extLst>
                          <a:ext uri="{FF2B5EF4-FFF2-40B4-BE49-F238E27FC236}">
                            <a16:creationId xmlns:a16="http://schemas.microsoft.com/office/drawing/2014/main" id="{4AAFFB86-2F4F-4767-ABEC-97BBBE9BCA5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52" name="楕円 113251">
                          <a:extLst>
                            <a:ext uri="{FF2B5EF4-FFF2-40B4-BE49-F238E27FC236}">
                              <a16:creationId xmlns:a16="http://schemas.microsoft.com/office/drawing/2014/main" id="{9239C00B-A790-4E93-9DB7-067F641D00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53" name="直線コネクタ 113252">
                          <a:extLst>
                            <a:ext uri="{FF2B5EF4-FFF2-40B4-BE49-F238E27FC236}">
                              <a16:creationId xmlns:a16="http://schemas.microsoft.com/office/drawing/2014/main" id="{BC3203A8-E8DA-490D-8A22-760FFAE1DA4A}"/>
                            </a:ext>
                          </a:extLst>
                        </p:cNvPr>
                        <p:cNvCxnSpPr>
                          <a:cxnSpLocks/>
                          <a:stCxn id="113252" idx="6"/>
                          <a:endCxn id="11325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54" name="直線コネクタ 113253">
                          <a:extLst>
                            <a:ext uri="{FF2B5EF4-FFF2-40B4-BE49-F238E27FC236}">
                              <a16:creationId xmlns:a16="http://schemas.microsoft.com/office/drawing/2014/main" id="{2031CFBB-66F5-4F4E-A83C-F86B6C40C4D9}"/>
                            </a:ext>
                          </a:extLst>
                        </p:cNvPr>
                        <p:cNvCxnSpPr>
                          <a:cxnSpLocks/>
                          <a:stCxn id="113252" idx="4"/>
                          <a:endCxn id="11325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12662" name="グループ化 112661">
                    <a:extLst>
                      <a:ext uri="{FF2B5EF4-FFF2-40B4-BE49-F238E27FC236}">
                        <a16:creationId xmlns:a16="http://schemas.microsoft.com/office/drawing/2014/main" id="{7EB28B9B-F18E-4E8D-ABCB-22AE3225E098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85337" y="470003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3209" name="グループ化 113208">
                      <a:extLst>
                        <a:ext uri="{FF2B5EF4-FFF2-40B4-BE49-F238E27FC236}">
                          <a16:creationId xmlns:a16="http://schemas.microsoft.com/office/drawing/2014/main" id="{022E0753-1DA2-4C15-A8B5-480AD328AD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3234" name="直線コネクタ 113233">
                        <a:extLst>
                          <a:ext uri="{FF2B5EF4-FFF2-40B4-BE49-F238E27FC236}">
                            <a16:creationId xmlns:a16="http://schemas.microsoft.com/office/drawing/2014/main" id="{BD6CC48B-22D5-4ED7-8B62-87D40B49A18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35" name="直線コネクタ 113234">
                        <a:extLst>
                          <a:ext uri="{FF2B5EF4-FFF2-40B4-BE49-F238E27FC236}">
                            <a16:creationId xmlns:a16="http://schemas.microsoft.com/office/drawing/2014/main" id="{8476809A-CD9B-4D71-9E8A-24028A2A4D6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36" name="直線コネクタ 113235">
                        <a:extLst>
                          <a:ext uri="{FF2B5EF4-FFF2-40B4-BE49-F238E27FC236}">
                            <a16:creationId xmlns:a16="http://schemas.microsoft.com/office/drawing/2014/main" id="{4E168716-0F0E-4970-A5D3-E96E24182FD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37" name="直線コネクタ 113236">
                        <a:extLst>
                          <a:ext uri="{FF2B5EF4-FFF2-40B4-BE49-F238E27FC236}">
                            <a16:creationId xmlns:a16="http://schemas.microsoft.com/office/drawing/2014/main" id="{6945BF35-3A8E-45A2-A02C-C896E0C287B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38" name="直線コネクタ 113237">
                        <a:extLst>
                          <a:ext uri="{FF2B5EF4-FFF2-40B4-BE49-F238E27FC236}">
                            <a16:creationId xmlns:a16="http://schemas.microsoft.com/office/drawing/2014/main" id="{444A9802-C46E-432A-9783-76ED56F9C31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39" name="直線コネクタ 113238">
                        <a:extLst>
                          <a:ext uri="{FF2B5EF4-FFF2-40B4-BE49-F238E27FC236}">
                            <a16:creationId xmlns:a16="http://schemas.microsoft.com/office/drawing/2014/main" id="{82868514-3197-4556-AC51-0AB9984F55A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40" name="直線コネクタ 113239">
                        <a:extLst>
                          <a:ext uri="{FF2B5EF4-FFF2-40B4-BE49-F238E27FC236}">
                            <a16:creationId xmlns:a16="http://schemas.microsoft.com/office/drawing/2014/main" id="{A10FD54A-9325-43A9-B3EE-B05C11287DB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41" name="直線コネクタ 113240">
                        <a:extLst>
                          <a:ext uri="{FF2B5EF4-FFF2-40B4-BE49-F238E27FC236}">
                            <a16:creationId xmlns:a16="http://schemas.microsoft.com/office/drawing/2014/main" id="{DC1DAAF7-C038-4129-96D7-E5DB43562B2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42" name="直線コネクタ 113241">
                        <a:extLst>
                          <a:ext uri="{FF2B5EF4-FFF2-40B4-BE49-F238E27FC236}">
                            <a16:creationId xmlns:a16="http://schemas.microsoft.com/office/drawing/2014/main" id="{1784D809-D086-49B5-BC29-E47E4FCA585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210" name="グループ化 113209">
                      <a:extLst>
                        <a:ext uri="{FF2B5EF4-FFF2-40B4-BE49-F238E27FC236}">
                          <a16:creationId xmlns:a16="http://schemas.microsoft.com/office/drawing/2014/main" id="{D5B6365F-4A46-4CE3-8B0E-747856A9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231" name="楕円 113230">
                        <a:extLst>
                          <a:ext uri="{FF2B5EF4-FFF2-40B4-BE49-F238E27FC236}">
                            <a16:creationId xmlns:a16="http://schemas.microsoft.com/office/drawing/2014/main" id="{C45ED283-9016-42DD-B702-1EDBB745F3B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232" name="直線コネクタ 113231">
                        <a:extLst>
                          <a:ext uri="{FF2B5EF4-FFF2-40B4-BE49-F238E27FC236}">
                            <a16:creationId xmlns:a16="http://schemas.microsoft.com/office/drawing/2014/main" id="{217DEFF6-5EA5-4DF9-8181-1B7012672884}"/>
                          </a:ext>
                        </a:extLst>
                      </p:cNvPr>
                      <p:cNvCxnSpPr>
                        <a:cxnSpLocks/>
                        <a:stCxn id="113231" idx="6"/>
                        <a:endCxn id="11323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33" name="直線コネクタ 113232">
                        <a:extLst>
                          <a:ext uri="{FF2B5EF4-FFF2-40B4-BE49-F238E27FC236}">
                            <a16:creationId xmlns:a16="http://schemas.microsoft.com/office/drawing/2014/main" id="{59FA635E-B103-4219-847A-A4603B481436}"/>
                          </a:ext>
                        </a:extLst>
                      </p:cNvPr>
                      <p:cNvCxnSpPr>
                        <a:cxnSpLocks/>
                        <a:stCxn id="113231" idx="4"/>
                        <a:endCxn id="11323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211" name="グループ化 113210">
                      <a:extLst>
                        <a:ext uri="{FF2B5EF4-FFF2-40B4-BE49-F238E27FC236}">
                          <a16:creationId xmlns:a16="http://schemas.microsoft.com/office/drawing/2014/main" id="{DCFA422E-FED4-4649-B695-986386254C76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228" name="楕円 113227">
                        <a:extLst>
                          <a:ext uri="{FF2B5EF4-FFF2-40B4-BE49-F238E27FC236}">
                            <a16:creationId xmlns:a16="http://schemas.microsoft.com/office/drawing/2014/main" id="{AC5890E9-EE02-4B63-80E9-100DC8EE09A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229" name="直線コネクタ 113228">
                        <a:extLst>
                          <a:ext uri="{FF2B5EF4-FFF2-40B4-BE49-F238E27FC236}">
                            <a16:creationId xmlns:a16="http://schemas.microsoft.com/office/drawing/2014/main" id="{3638410D-97B0-49EF-B8C5-64AFB8EB1E27}"/>
                          </a:ext>
                        </a:extLst>
                      </p:cNvPr>
                      <p:cNvCxnSpPr>
                        <a:cxnSpLocks/>
                        <a:stCxn id="113228" idx="6"/>
                        <a:endCxn id="11322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30" name="直線コネクタ 113229">
                        <a:extLst>
                          <a:ext uri="{FF2B5EF4-FFF2-40B4-BE49-F238E27FC236}">
                            <a16:creationId xmlns:a16="http://schemas.microsoft.com/office/drawing/2014/main" id="{F83679C4-F233-409C-AB5F-AF831BFFEA3D}"/>
                          </a:ext>
                        </a:extLst>
                      </p:cNvPr>
                      <p:cNvCxnSpPr>
                        <a:cxnSpLocks/>
                        <a:stCxn id="113228" idx="4"/>
                        <a:endCxn id="11322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212" name="グループ化 113211">
                      <a:extLst>
                        <a:ext uri="{FF2B5EF4-FFF2-40B4-BE49-F238E27FC236}">
                          <a16:creationId xmlns:a16="http://schemas.microsoft.com/office/drawing/2014/main" id="{632438A0-3EA6-4435-95E3-B93EDCC8348A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225" name="楕円 113224">
                        <a:extLst>
                          <a:ext uri="{FF2B5EF4-FFF2-40B4-BE49-F238E27FC236}">
                            <a16:creationId xmlns:a16="http://schemas.microsoft.com/office/drawing/2014/main" id="{2F17F76A-ED71-40E8-AD6C-8DD0A47B9FD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226" name="直線コネクタ 113225">
                        <a:extLst>
                          <a:ext uri="{FF2B5EF4-FFF2-40B4-BE49-F238E27FC236}">
                            <a16:creationId xmlns:a16="http://schemas.microsoft.com/office/drawing/2014/main" id="{A472629A-4FF7-4F11-8D55-9D8A270FDB13}"/>
                          </a:ext>
                        </a:extLst>
                      </p:cNvPr>
                      <p:cNvCxnSpPr>
                        <a:cxnSpLocks/>
                        <a:stCxn id="113225" idx="6"/>
                        <a:endCxn id="11322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27" name="直線コネクタ 113226">
                        <a:extLst>
                          <a:ext uri="{FF2B5EF4-FFF2-40B4-BE49-F238E27FC236}">
                            <a16:creationId xmlns:a16="http://schemas.microsoft.com/office/drawing/2014/main" id="{93E9B081-A0BE-4959-9660-4FD4A3AA409D}"/>
                          </a:ext>
                        </a:extLst>
                      </p:cNvPr>
                      <p:cNvCxnSpPr>
                        <a:cxnSpLocks/>
                        <a:stCxn id="113225" idx="4"/>
                        <a:endCxn id="11322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213" name="グループ化 113212">
                      <a:extLst>
                        <a:ext uri="{FF2B5EF4-FFF2-40B4-BE49-F238E27FC236}">
                          <a16:creationId xmlns:a16="http://schemas.microsoft.com/office/drawing/2014/main" id="{A225C349-8B63-4ACB-A2FD-22D7EE61BB80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222" name="楕円 113221">
                        <a:extLst>
                          <a:ext uri="{FF2B5EF4-FFF2-40B4-BE49-F238E27FC236}">
                            <a16:creationId xmlns:a16="http://schemas.microsoft.com/office/drawing/2014/main" id="{1442E569-FF73-45E0-BE25-D28299B94E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223" name="直線コネクタ 113222">
                        <a:extLst>
                          <a:ext uri="{FF2B5EF4-FFF2-40B4-BE49-F238E27FC236}">
                            <a16:creationId xmlns:a16="http://schemas.microsoft.com/office/drawing/2014/main" id="{6658F284-663E-43B6-92A9-C5B129ED8D5C}"/>
                          </a:ext>
                        </a:extLst>
                      </p:cNvPr>
                      <p:cNvCxnSpPr>
                        <a:cxnSpLocks/>
                        <a:stCxn id="113222" idx="6"/>
                        <a:endCxn id="11322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24" name="直線コネクタ 113223">
                        <a:extLst>
                          <a:ext uri="{FF2B5EF4-FFF2-40B4-BE49-F238E27FC236}">
                            <a16:creationId xmlns:a16="http://schemas.microsoft.com/office/drawing/2014/main" id="{B9EAB3D2-BC1C-437B-84C2-44A98BF91778}"/>
                          </a:ext>
                        </a:extLst>
                      </p:cNvPr>
                      <p:cNvCxnSpPr>
                        <a:cxnSpLocks/>
                        <a:stCxn id="113222" idx="4"/>
                        <a:endCxn id="11322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214" name="グループ化 113213">
                      <a:extLst>
                        <a:ext uri="{FF2B5EF4-FFF2-40B4-BE49-F238E27FC236}">
                          <a16:creationId xmlns:a16="http://schemas.microsoft.com/office/drawing/2014/main" id="{025F9762-776D-4541-B3EF-7BEEE986AF4C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219" name="楕円 113218">
                        <a:extLst>
                          <a:ext uri="{FF2B5EF4-FFF2-40B4-BE49-F238E27FC236}">
                            <a16:creationId xmlns:a16="http://schemas.microsoft.com/office/drawing/2014/main" id="{2CDF496F-1907-4349-B093-246E47BFBFF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220" name="直線コネクタ 113219">
                        <a:extLst>
                          <a:ext uri="{FF2B5EF4-FFF2-40B4-BE49-F238E27FC236}">
                            <a16:creationId xmlns:a16="http://schemas.microsoft.com/office/drawing/2014/main" id="{E930B7AB-2BF9-456C-BF6E-01A29887B274}"/>
                          </a:ext>
                        </a:extLst>
                      </p:cNvPr>
                      <p:cNvCxnSpPr>
                        <a:cxnSpLocks/>
                        <a:stCxn id="113219" idx="6"/>
                        <a:endCxn id="11321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21" name="直線コネクタ 113220">
                        <a:extLst>
                          <a:ext uri="{FF2B5EF4-FFF2-40B4-BE49-F238E27FC236}">
                            <a16:creationId xmlns:a16="http://schemas.microsoft.com/office/drawing/2014/main" id="{50713AAD-021E-48D9-A8F8-2E3DDB795AF2}"/>
                          </a:ext>
                        </a:extLst>
                      </p:cNvPr>
                      <p:cNvCxnSpPr>
                        <a:cxnSpLocks/>
                        <a:stCxn id="113219" idx="4"/>
                        <a:endCxn id="11321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215" name="グループ化 113214">
                      <a:extLst>
                        <a:ext uri="{FF2B5EF4-FFF2-40B4-BE49-F238E27FC236}">
                          <a16:creationId xmlns:a16="http://schemas.microsoft.com/office/drawing/2014/main" id="{B9DCA257-49CA-4295-BCF6-6AFF8610D28C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216" name="楕円 113215">
                        <a:extLst>
                          <a:ext uri="{FF2B5EF4-FFF2-40B4-BE49-F238E27FC236}">
                            <a16:creationId xmlns:a16="http://schemas.microsoft.com/office/drawing/2014/main" id="{3F03E467-822B-4C2C-A424-1DFBE951E4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217" name="直線コネクタ 113216">
                        <a:extLst>
                          <a:ext uri="{FF2B5EF4-FFF2-40B4-BE49-F238E27FC236}">
                            <a16:creationId xmlns:a16="http://schemas.microsoft.com/office/drawing/2014/main" id="{49B738B0-6FE9-42FC-85F7-13A351A5EC71}"/>
                          </a:ext>
                        </a:extLst>
                      </p:cNvPr>
                      <p:cNvCxnSpPr>
                        <a:cxnSpLocks/>
                        <a:stCxn id="113216" idx="6"/>
                        <a:endCxn id="11321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218" name="直線コネクタ 113217">
                        <a:extLst>
                          <a:ext uri="{FF2B5EF4-FFF2-40B4-BE49-F238E27FC236}">
                            <a16:creationId xmlns:a16="http://schemas.microsoft.com/office/drawing/2014/main" id="{ED5897F2-B762-4C95-AAB1-D08659CB2CA8}"/>
                          </a:ext>
                        </a:extLst>
                      </p:cNvPr>
                      <p:cNvCxnSpPr>
                        <a:cxnSpLocks/>
                        <a:stCxn id="113216" idx="4"/>
                        <a:endCxn id="11321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12663" name="グループ化 112662">
                    <a:extLst>
                      <a:ext uri="{FF2B5EF4-FFF2-40B4-BE49-F238E27FC236}">
                        <a16:creationId xmlns:a16="http://schemas.microsoft.com/office/drawing/2014/main" id="{66100ADF-1DC8-4BDF-98D3-A2D1D12A7260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087459" y="5637105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13154" name="グループ化 113153">
                      <a:extLst>
                        <a:ext uri="{FF2B5EF4-FFF2-40B4-BE49-F238E27FC236}">
                          <a16:creationId xmlns:a16="http://schemas.microsoft.com/office/drawing/2014/main" id="{162005F6-C5C4-4047-B301-71FA27B33937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13183" name="グループ化 113182">
                        <a:extLst>
                          <a:ext uri="{FF2B5EF4-FFF2-40B4-BE49-F238E27FC236}">
                            <a16:creationId xmlns:a16="http://schemas.microsoft.com/office/drawing/2014/main" id="{CA1DA4B7-A65E-4D80-81CD-DE11317C18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204" name="直線コネクタ 113203">
                          <a:extLst>
                            <a:ext uri="{FF2B5EF4-FFF2-40B4-BE49-F238E27FC236}">
                              <a16:creationId xmlns:a16="http://schemas.microsoft.com/office/drawing/2014/main" id="{09B26453-6B0F-4E54-A4B3-8B9BEE1CF16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05" name="直線コネクタ 113204">
                          <a:extLst>
                            <a:ext uri="{FF2B5EF4-FFF2-40B4-BE49-F238E27FC236}">
                              <a16:creationId xmlns:a16="http://schemas.microsoft.com/office/drawing/2014/main" id="{9CD68E62-2AB4-41AA-8314-1C117218531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06" name="直線コネクタ 113205">
                          <a:extLst>
                            <a:ext uri="{FF2B5EF4-FFF2-40B4-BE49-F238E27FC236}">
                              <a16:creationId xmlns:a16="http://schemas.microsoft.com/office/drawing/2014/main" id="{EAC2FF50-92AC-439B-AF2E-088C3372983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07" name="直線コネクタ 113206">
                          <a:extLst>
                            <a:ext uri="{FF2B5EF4-FFF2-40B4-BE49-F238E27FC236}">
                              <a16:creationId xmlns:a16="http://schemas.microsoft.com/office/drawing/2014/main" id="{7D783206-B661-4569-87F6-D59CE9D7B95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08" name="直線コネクタ 113207">
                          <a:extLst>
                            <a:ext uri="{FF2B5EF4-FFF2-40B4-BE49-F238E27FC236}">
                              <a16:creationId xmlns:a16="http://schemas.microsoft.com/office/drawing/2014/main" id="{7124178F-EB54-4048-AED6-7D058B59F5A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84" name="グループ化 113183">
                        <a:extLst>
                          <a:ext uri="{FF2B5EF4-FFF2-40B4-BE49-F238E27FC236}">
                            <a16:creationId xmlns:a16="http://schemas.microsoft.com/office/drawing/2014/main" id="{ADA607CF-8655-4251-A96B-DFE9A255C2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201" name="楕円 113200">
                          <a:extLst>
                            <a:ext uri="{FF2B5EF4-FFF2-40B4-BE49-F238E27FC236}">
                              <a16:creationId xmlns:a16="http://schemas.microsoft.com/office/drawing/2014/main" id="{A7AF7962-9B1F-4695-94A3-FECFE8C817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202" name="直線コネクタ 113201">
                          <a:extLst>
                            <a:ext uri="{FF2B5EF4-FFF2-40B4-BE49-F238E27FC236}">
                              <a16:creationId xmlns:a16="http://schemas.microsoft.com/office/drawing/2014/main" id="{7C94BCFD-41BA-4B93-B112-D3283827D581}"/>
                            </a:ext>
                          </a:extLst>
                        </p:cNvPr>
                        <p:cNvCxnSpPr>
                          <a:cxnSpLocks/>
                          <a:stCxn id="113201" idx="6"/>
                          <a:endCxn id="11320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03" name="直線コネクタ 113202">
                          <a:extLst>
                            <a:ext uri="{FF2B5EF4-FFF2-40B4-BE49-F238E27FC236}">
                              <a16:creationId xmlns:a16="http://schemas.microsoft.com/office/drawing/2014/main" id="{BEA3CAA0-2531-4284-9B92-E940F57818F3}"/>
                            </a:ext>
                          </a:extLst>
                        </p:cNvPr>
                        <p:cNvCxnSpPr>
                          <a:cxnSpLocks/>
                          <a:stCxn id="113201" idx="4"/>
                          <a:endCxn id="11320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85" name="グループ化 113184">
                        <a:extLst>
                          <a:ext uri="{FF2B5EF4-FFF2-40B4-BE49-F238E27FC236}">
                            <a16:creationId xmlns:a16="http://schemas.microsoft.com/office/drawing/2014/main" id="{5F0C6AD1-717A-41FA-BE18-E7829C9E610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98" name="楕円 113197">
                          <a:extLst>
                            <a:ext uri="{FF2B5EF4-FFF2-40B4-BE49-F238E27FC236}">
                              <a16:creationId xmlns:a16="http://schemas.microsoft.com/office/drawing/2014/main" id="{F459276B-1A31-4360-8B19-DE7A3B893D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99" name="直線コネクタ 113198">
                          <a:extLst>
                            <a:ext uri="{FF2B5EF4-FFF2-40B4-BE49-F238E27FC236}">
                              <a16:creationId xmlns:a16="http://schemas.microsoft.com/office/drawing/2014/main" id="{DC5B3558-8E00-44D9-9A83-D1A4E8938C34}"/>
                            </a:ext>
                          </a:extLst>
                        </p:cNvPr>
                        <p:cNvCxnSpPr>
                          <a:cxnSpLocks/>
                          <a:stCxn id="113198" idx="6"/>
                          <a:endCxn id="11319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200" name="直線コネクタ 113199">
                          <a:extLst>
                            <a:ext uri="{FF2B5EF4-FFF2-40B4-BE49-F238E27FC236}">
                              <a16:creationId xmlns:a16="http://schemas.microsoft.com/office/drawing/2014/main" id="{C1417DC1-C1F3-4F8C-8C30-1F6865162763}"/>
                            </a:ext>
                          </a:extLst>
                        </p:cNvPr>
                        <p:cNvCxnSpPr>
                          <a:cxnSpLocks/>
                          <a:stCxn id="113198" idx="4"/>
                          <a:endCxn id="11319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86" name="グループ化 113185">
                        <a:extLst>
                          <a:ext uri="{FF2B5EF4-FFF2-40B4-BE49-F238E27FC236}">
                            <a16:creationId xmlns:a16="http://schemas.microsoft.com/office/drawing/2014/main" id="{96DC91B4-655A-430F-9D44-4B6FE2A087B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95" name="楕円 113194">
                          <a:extLst>
                            <a:ext uri="{FF2B5EF4-FFF2-40B4-BE49-F238E27FC236}">
                              <a16:creationId xmlns:a16="http://schemas.microsoft.com/office/drawing/2014/main" id="{010FC53D-018E-411E-9D5B-AEED550108A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96" name="直線コネクタ 113195">
                          <a:extLst>
                            <a:ext uri="{FF2B5EF4-FFF2-40B4-BE49-F238E27FC236}">
                              <a16:creationId xmlns:a16="http://schemas.microsoft.com/office/drawing/2014/main" id="{315C8D8F-9F60-4CDF-8800-9407150D3BE8}"/>
                            </a:ext>
                          </a:extLst>
                        </p:cNvPr>
                        <p:cNvCxnSpPr>
                          <a:cxnSpLocks/>
                          <a:stCxn id="113195" idx="6"/>
                          <a:endCxn id="11319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97" name="直線コネクタ 113196">
                          <a:extLst>
                            <a:ext uri="{FF2B5EF4-FFF2-40B4-BE49-F238E27FC236}">
                              <a16:creationId xmlns:a16="http://schemas.microsoft.com/office/drawing/2014/main" id="{B17650F1-648D-4360-BF1C-0F9FFC147E2E}"/>
                            </a:ext>
                          </a:extLst>
                        </p:cNvPr>
                        <p:cNvCxnSpPr>
                          <a:cxnSpLocks/>
                          <a:stCxn id="113195" idx="4"/>
                          <a:endCxn id="11319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87" name="グループ化 113186">
                        <a:extLst>
                          <a:ext uri="{FF2B5EF4-FFF2-40B4-BE49-F238E27FC236}">
                            <a16:creationId xmlns:a16="http://schemas.microsoft.com/office/drawing/2014/main" id="{35EB471B-3936-4EF7-BAC4-323DA45CAE4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92" name="楕円 113191">
                          <a:extLst>
                            <a:ext uri="{FF2B5EF4-FFF2-40B4-BE49-F238E27FC236}">
                              <a16:creationId xmlns:a16="http://schemas.microsoft.com/office/drawing/2014/main" id="{CE86C7C3-1D28-44CC-AC73-88F2E3617BB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93" name="直線コネクタ 113192">
                          <a:extLst>
                            <a:ext uri="{FF2B5EF4-FFF2-40B4-BE49-F238E27FC236}">
                              <a16:creationId xmlns:a16="http://schemas.microsoft.com/office/drawing/2014/main" id="{01237B19-396E-446B-92B9-69AF25413115}"/>
                            </a:ext>
                          </a:extLst>
                        </p:cNvPr>
                        <p:cNvCxnSpPr>
                          <a:cxnSpLocks/>
                          <a:stCxn id="113192" idx="6"/>
                          <a:endCxn id="11319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94" name="直線コネクタ 113193">
                          <a:extLst>
                            <a:ext uri="{FF2B5EF4-FFF2-40B4-BE49-F238E27FC236}">
                              <a16:creationId xmlns:a16="http://schemas.microsoft.com/office/drawing/2014/main" id="{98193182-D795-49DD-B955-77CBD54F209F}"/>
                            </a:ext>
                          </a:extLst>
                        </p:cNvPr>
                        <p:cNvCxnSpPr>
                          <a:cxnSpLocks/>
                          <a:stCxn id="113192" idx="4"/>
                          <a:endCxn id="11319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88" name="グループ化 113187">
                        <a:extLst>
                          <a:ext uri="{FF2B5EF4-FFF2-40B4-BE49-F238E27FC236}">
                            <a16:creationId xmlns:a16="http://schemas.microsoft.com/office/drawing/2014/main" id="{20BD8037-F7B2-4B3E-9AD2-11DFB7BD062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89" name="楕円 113188">
                          <a:extLst>
                            <a:ext uri="{FF2B5EF4-FFF2-40B4-BE49-F238E27FC236}">
                              <a16:creationId xmlns:a16="http://schemas.microsoft.com/office/drawing/2014/main" id="{152270BD-F253-41D4-ADEA-EA766A613AE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90" name="直線コネクタ 113189">
                          <a:extLst>
                            <a:ext uri="{FF2B5EF4-FFF2-40B4-BE49-F238E27FC236}">
                              <a16:creationId xmlns:a16="http://schemas.microsoft.com/office/drawing/2014/main" id="{8BB9D9FA-4FB9-4DE9-843F-3CFE5F4B36E1}"/>
                            </a:ext>
                          </a:extLst>
                        </p:cNvPr>
                        <p:cNvCxnSpPr>
                          <a:cxnSpLocks/>
                          <a:stCxn id="113189" idx="6"/>
                          <a:endCxn id="11318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91" name="直線コネクタ 113190">
                          <a:extLst>
                            <a:ext uri="{FF2B5EF4-FFF2-40B4-BE49-F238E27FC236}">
                              <a16:creationId xmlns:a16="http://schemas.microsoft.com/office/drawing/2014/main" id="{23A69912-8143-468F-A75E-09908E67EF7C}"/>
                            </a:ext>
                          </a:extLst>
                        </p:cNvPr>
                        <p:cNvCxnSpPr>
                          <a:cxnSpLocks/>
                          <a:stCxn id="113189" idx="4"/>
                          <a:endCxn id="11318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13155" name="楕円 113154">
                      <a:extLst>
                        <a:ext uri="{FF2B5EF4-FFF2-40B4-BE49-F238E27FC236}">
                          <a16:creationId xmlns:a16="http://schemas.microsoft.com/office/drawing/2014/main" id="{394BF89F-889B-465F-9695-05E47CBB2CE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13156" name="グループ化 113155">
                      <a:extLst>
                        <a:ext uri="{FF2B5EF4-FFF2-40B4-BE49-F238E27FC236}">
                          <a16:creationId xmlns:a16="http://schemas.microsoft.com/office/drawing/2014/main" id="{949866F2-7BA7-4F36-9005-A3D30827B483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13157" name="グループ化 113156">
                        <a:extLst>
                          <a:ext uri="{FF2B5EF4-FFF2-40B4-BE49-F238E27FC236}">
                            <a16:creationId xmlns:a16="http://schemas.microsoft.com/office/drawing/2014/main" id="{AC628307-7C19-437F-B8CD-6EDF7B4315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178" name="直線コネクタ 113177">
                          <a:extLst>
                            <a:ext uri="{FF2B5EF4-FFF2-40B4-BE49-F238E27FC236}">
                              <a16:creationId xmlns:a16="http://schemas.microsoft.com/office/drawing/2014/main" id="{4125268C-2794-49BD-BC9D-2107C78314A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79" name="直線コネクタ 113178">
                          <a:extLst>
                            <a:ext uri="{FF2B5EF4-FFF2-40B4-BE49-F238E27FC236}">
                              <a16:creationId xmlns:a16="http://schemas.microsoft.com/office/drawing/2014/main" id="{0C595A53-4163-48F5-A450-E8039971F02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80" name="直線コネクタ 113179">
                          <a:extLst>
                            <a:ext uri="{FF2B5EF4-FFF2-40B4-BE49-F238E27FC236}">
                              <a16:creationId xmlns:a16="http://schemas.microsoft.com/office/drawing/2014/main" id="{D1A913C5-4880-4769-BFCD-ABD19E0CEFF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81" name="直線コネクタ 113180">
                          <a:extLst>
                            <a:ext uri="{FF2B5EF4-FFF2-40B4-BE49-F238E27FC236}">
                              <a16:creationId xmlns:a16="http://schemas.microsoft.com/office/drawing/2014/main" id="{23B7BD4C-617A-4E97-AD85-164CD2347ED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82" name="直線コネクタ 113181">
                          <a:extLst>
                            <a:ext uri="{FF2B5EF4-FFF2-40B4-BE49-F238E27FC236}">
                              <a16:creationId xmlns:a16="http://schemas.microsoft.com/office/drawing/2014/main" id="{32DCC4C2-93EE-44A1-A04C-CD55AA55D85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58" name="グループ化 113157">
                        <a:extLst>
                          <a:ext uri="{FF2B5EF4-FFF2-40B4-BE49-F238E27FC236}">
                            <a16:creationId xmlns:a16="http://schemas.microsoft.com/office/drawing/2014/main" id="{7BD76844-ADF3-498E-802C-2FE63C50B4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75" name="楕円 113174">
                          <a:extLst>
                            <a:ext uri="{FF2B5EF4-FFF2-40B4-BE49-F238E27FC236}">
                              <a16:creationId xmlns:a16="http://schemas.microsoft.com/office/drawing/2014/main" id="{CD2FF1E3-F3CA-4B3F-94A6-8FF5247B497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76" name="直線コネクタ 113175">
                          <a:extLst>
                            <a:ext uri="{FF2B5EF4-FFF2-40B4-BE49-F238E27FC236}">
                              <a16:creationId xmlns:a16="http://schemas.microsoft.com/office/drawing/2014/main" id="{0CA3B808-DF61-403B-86F7-495188D6B1E2}"/>
                            </a:ext>
                          </a:extLst>
                        </p:cNvPr>
                        <p:cNvCxnSpPr>
                          <a:cxnSpLocks/>
                          <a:stCxn id="113175" idx="6"/>
                          <a:endCxn id="11317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77" name="直線コネクタ 113176">
                          <a:extLst>
                            <a:ext uri="{FF2B5EF4-FFF2-40B4-BE49-F238E27FC236}">
                              <a16:creationId xmlns:a16="http://schemas.microsoft.com/office/drawing/2014/main" id="{481B44EB-B89D-4031-8385-B4D883D0C781}"/>
                            </a:ext>
                          </a:extLst>
                        </p:cNvPr>
                        <p:cNvCxnSpPr>
                          <a:cxnSpLocks/>
                          <a:stCxn id="113175" idx="4"/>
                          <a:endCxn id="11317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59" name="グループ化 113158">
                        <a:extLst>
                          <a:ext uri="{FF2B5EF4-FFF2-40B4-BE49-F238E27FC236}">
                            <a16:creationId xmlns:a16="http://schemas.microsoft.com/office/drawing/2014/main" id="{16BD6712-926E-4C8B-8D26-998950EAEAD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72" name="楕円 113171">
                          <a:extLst>
                            <a:ext uri="{FF2B5EF4-FFF2-40B4-BE49-F238E27FC236}">
                              <a16:creationId xmlns:a16="http://schemas.microsoft.com/office/drawing/2014/main" id="{830661C0-D874-4571-A5CD-3483B349C6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73" name="直線コネクタ 113172">
                          <a:extLst>
                            <a:ext uri="{FF2B5EF4-FFF2-40B4-BE49-F238E27FC236}">
                              <a16:creationId xmlns:a16="http://schemas.microsoft.com/office/drawing/2014/main" id="{9D951AF4-F46F-4621-80A8-33DC49F3CDBC}"/>
                            </a:ext>
                          </a:extLst>
                        </p:cNvPr>
                        <p:cNvCxnSpPr>
                          <a:cxnSpLocks/>
                          <a:stCxn id="113172" idx="6"/>
                          <a:endCxn id="11317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74" name="直線コネクタ 113173">
                          <a:extLst>
                            <a:ext uri="{FF2B5EF4-FFF2-40B4-BE49-F238E27FC236}">
                              <a16:creationId xmlns:a16="http://schemas.microsoft.com/office/drawing/2014/main" id="{83C5D26A-0718-43C3-AACC-CC2F93939C47}"/>
                            </a:ext>
                          </a:extLst>
                        </p:cNvPr>
                        <p:cNvCxnSpPr>
                          <a:cxnSpLocks/>
                          <a:stCxn id="113172" idx="4"/>
                          <a:endCxn id="11317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60" name="グループ化 113159">
                        <a:extLst>
                          <a:ext uri="{FF2B5EF4-FFF2-40B4-BE49-F238E27FC236}">
                            <a16:creationId xmlns:a16="http://schemas.microsoft.com/office/drawing/2014/main" id="{692C80C1-28CD-4F34-80F1-D28112F5AEB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69" name="楕円 113168">
                          <a:extLst>
                            <a:ext uri="{FF2B5EF4-FFF2-40B4-BE49-F238E27FC236}">
                              <a16:creationId xmlns:a16="http://schemas.microsoft.com/office/drawing/2014/main" id="{E46B8459-183A-41FF-9EB4-EF13DFFADB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70" name="直線コネクタ 113169">
                          <a:extLst>
                            <a:ext uri="{FF2B5EF4-FFF2-40B4-BE49-F238E27FC236}">
                              <a16:creationId xmlns:a16="http://schemas.microsoft.com/office/drawing/2014/main" id="{9289DE0F-C835-4F16-9173-B6BC099E7CA8}"/>
                            </a:ext>
                          </a:extLst>
                        </p:cNvPr>
                        <p:cNvCxnSpPr>
                          <a:cxnSpLocks/>
                          <a:stCxn id="113169" idx="6"/>
                          <a:endCxn id="11316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71" name="直線コネクタ 113170">
                          <a:extLst>
                            <a:ext uri="{FF2B5EF4-FFF2-40B4-BE49-F238E27FC236}">
                              <a16:creationId xmlns:a16="http://schemas.microsoft.com/office/drawing/2014/main" id="{3CC9CB66-8C22-4781-A107-494792A9BBED}"/>
                            </a:ext>
                          </a:extLst>
                        </p:cNvPr>
                        <p:cNvCxnSpPr>
                          <a:cxnSpLocks/>
                          <a:stCxn id="113169" idx="4"/>
                          <a:endCxn id="11316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61" name="グループ化 113160">
                        <a:extLst>
                          <a:ext uri="{FF2B5EF4-FFF2-40B4-BE49-F238E27FC236}">
                            <a16:creationId xmlns:a16="http://schemas.microsoft.com/office/drawing/2014/main" id="{0C425AA5-B1A8-4A49-ACF5-211BFCD9406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66" name="楕円 113165">
                          <a:extLst>
                            <a:ext uri="{FF2B5EF4-FFF2-40B4-BE49-F238E27FC236}">
                              <a16:creationId xmlns:a16="http://schemas.microsoft.com/office/drawing/2014/main" id="{CA571AF1-B435-467D-97CC-9A2A7A50F17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67" name="直線コネクタ 113166">
                          <a:extLst>
                            <a:ext uri="{FF2B5EF4-FFF2-40B4-BE49-F238E27FC236}">
                              <a16:creationId xmlns:a16="http://schemas.microsoft.com/office/drawing/2014/main" id="{F6CF8EC1-C92D-4FC3-98B9-617AAB4691E2}"/>
                            </a:ext>
                          </a:extLst>
                        </p:cNvPr>
                        <p:cNvCxnSpPr>
                          <a:cxnSpLocks/>
                          <a:stCxn id="113166" idx="6"/>
                          <a:endCxn id="11316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68" name="直線コネクタ 113167">
                          <a:extLst>
                            <a:ext uri="{FF2B5EF4-FFF2-40B4-BE49-F238E27FC236}">
                              <a16:creationId xmlns:a16="http://schemas.microsoft.com/office/drawing/2014/main" id="{5AABAC0B-63C5-4F05-8CC5-033EDC50314E}"/>
                            </a:ext>
                          </a:extLst>
                        </p:cNvPr>
                        <p:cNvCxnSpPr>
                          <a:cxnSpLocks/>
                          <a:stCxn id="113166" idx="4"/>
                          <a:endCxn id="11316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162" name="グループ化 113161">
                        <a:extLst>
                          <a:ext uri="{FF2B5EF4-FFF2-40B4-BE49-F238E27FC236}">
                            <a16:creationId xmlns:a16="http://schemas.microsoft.com/office/drawing/2014/main" id="{F252CA9B-AA92-44ED-80A5-E840038201C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63" name="楕円 113162">
                          <a:extLst>
                            <a:ext uri="{FF2B5EF4-FFF2-40B4-BE49-F238E27FC236}">
                              <a16:creationId xmlns:a16="http://schemas.microsoft.com/office/drawing/2014/main" id="{E0ED4E5A-52BC-4849-B6A4-018ECF04428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64" name="直線コネクタ 113163">
                          <a:extLst>
                            <a:ext uri="{FF2B5EF4-FFF2-40B4-BE49-F238E27FC236}">
                              <a16:creationId xmlns:a16="http://schemas.microsoft.com/office/drawing/2014/main" id="{44852FCD-FD73-436C-935E-AE3365E036CE}"/>
                            </a:ext>
                          </a:extLst>
                        </p:cNvPr>
                        <p:cNvCxnSpPr>
                          <a:cxnSpLocks/>
                          <a:stCxn id="113163" idx="6"/>
                          <a:endCxn id="11316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65" name="直線コネクタ 113164">
                          <a:extLst>
                            <a:ext uri="{FF2B5EF4-FFF2-40B4-BE49-F238E27FC236}">
                              <a16:creationId xmlns:a16="http://schemas.microsoft.com/office/drawing/2014/main" id="{8B59AF06-ECDA-47F6-91B3-7288B4392B42}"/>
                            </a:ext>
                          </a:extLst>
                        </p:cNvPr>
                        <p:cNvCxnSpPr>
                          <a:cxnSpLocks/>
                          <a:stCxn id="113163" idx="4"/>
                          <a:endCxn id="11316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12664" name="グループ化 112663">
                    <a:extLst>
                      <a:ext uri="{FF2B5EF4-FFF2-40B4-BE49-F238E27FC236}">
                        <a16:creationId xmlns:a16="http://schemas.microsoft.com/office/drawing/2014/main" id="{FA1EFB33-A7CC-4AF3-93D1-5BC4914E7944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6131813" y="529159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3120" name="グループ化 113119">
                      <a:extLst>
                        <a:ext uri="{FF2B5EF4-FFF2-40B4-BE49-F238E27FC236}">
                          <a16:creationId xmlns:a16="http://schemas.microsoft.com/office/drawing/2014/main" id="{18F525E3-8B21-401E-BF9E-435D6244F2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3145" name="直線コネクタ 113144">
                        <a:extLst>
                          <a:ext uri="{FF2B5EF4-FFF2-40B4-BE49-F238E27FC236}">
                            <a16:creationId xmlns:a16="http://schemas.microsoft.com/office/drawing/2014/main" id="{4AECDC04-6005-4F81-B705-5162AC01F5F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46" name="直線コネクタ 113145">
                        <a:extLst>
                          <a:ext uri="{FF2B5EF4-FFF2-40B4-BE49-F238E27FC236}">
                            <a16:creationId xmlns:a16="http://schemas.microsoft.com/office/drawing/2014/main" id="{A927C7CA-64A9-47E2-82D2-FFB8342C1FC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47" name="直線コネクタ 113146">
                        <a:extLst>
                          <a:ext uri="{FF2B5EF4-FFF2-40B4-BE49-F238E27FC236}">
                            <a16:creationId xmlns:a16="http://schemas.microsoft.com/office/drawing/2014/main" id="{196DA5C7-9BED-46C3-A0DF-E67C7054663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48" name="直線コネクタ 113147">
                        <a:extLst>
                          <a:ext uri="{FF2B5EF4-FFF2-40B4-BE49-F238E27FC236}">
                            <a16:creationId xmlns:a16="http://schemas.microsoft.com/office/drawing/2014/main" id="{45DCF691-4F4E-49F3-A51D-19899A5B6B1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49" name="直線コネクタ 113148">
                        <a:extLst>
                          <a:ext uri="{FF2B5EF4-FFF2-40B4-BE49-F238E27FC236}">
                            <a16:creationId xmlns:a16="http://schemas.microsoft.com/office/drawing/2014/main" id="{02C7DB0C-A094-4B9E-B20E-0DC41DCAB8C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50" name="直線コネクタ 113149">
                        <a:extLst>
                          <a:ext uri="{FF2B5EF4-FFF2-40B4-BE49-F238E27FC236}">
                            <a16:creationId xmlns:a16="http://schemas.microsoft.com/office/drawing/2014/main" id="{28728E4D-8687-4836-BB10-C01870AFE97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51" name="直線コネクタ 113150">
                        <a:extLst>
                          <a:ext uri="{FF2B5EF4-FFF2-40B4-BE49-F238E27FC236}">
                            <a16:creationId xmlns:a16="http://schemas.microsoft.com/office/drawing/2014/main" id="{86B4367F-1381-4951-B492-3C2B4AE2498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52" name="直線コネクタ 113151">
                        <a:extLst>
                          <a:ext uri="{FF2B5EF4-FFF2-40B4-BE49-F238E27FC236}">
                            <a16:creationId xmlns:a16="http://schemas.microsoft.com/office/drawing/2014/main" id="{D726568C-0672-4B91-A1B3-0AF6155C17A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53" name="直線コネクタ 113152">
                        <a:extLst>
                          <a:ext uri="{FF2B5EF4-FFF2-40B4-BE49-F238E27FC236}">
                            <a16:creationId xmlns:a16="http://schemas.microsoft.com/office/drawing/2014/main" id="{862256C5-DEAF-458F-92EB-78FFAB05C10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121" name="グループ化 113120">
                      <a:extLst>
                        <a:ext uri="{FF2B5EF4-FFF2-40B4-BE49-F238E27FC236}">
                          <a16:creationId xmlns:a16="http://schemas.microsoft.com/office/drawing/2014/main" id="{A57CF569-2DC6-4059-B428-7BCDAAAEEC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142" name="楕円 113141">
                        <a:extLst>
                          <a:ext uri="{FF2B5EF4-FFF2-40B4-BE49-F238E27FC236}">
                            <a16:creationId xmlns:a16="http://schemas.microsoft.com/office/drawing/2014/main" id="{873DBF11-E76A-4EB2-958D-9E99366888C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143" name="直線コネクタ 113142">
                        <a:extLst>
                          <a:ext uri="{FF2B5EF4-FFF2-40B4-BE49-F238E27FC236}">
                            <a16:creationId xmlns:a16="http://schemas.microsoft.com/office/drawing/2014/main" id="{A3450046-D7E0-4FFA-8E9C-EA8F5A28389B}"/>
                          </a:ext>
                        </a:extLst>
                      </p:cNvPr>
                      <p:cNvCxnSpPr>
                        <a:cxnSpLocks/>
                        <a:stCxn id="113142" idx="6"/>
                        <a:endCxn id="11314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44" name="直線コネクタ 113143">
                        <a:extLst>
                          <a:ext uri="{FF2B5EF4-FFF2-40B4-BE49-F238E27FC236}">
                            <a16:creationId xmlns:a16="http://schemas.microsoft.com/office/drawing/2014/main" id="{E712AFD9-1ED0-4256-A52A-A0756F0A7FF5}"/>
                          </a:ext>
                        </a:extLst>
                      </p:cNvPr>
                      <p:cNvCxnSpPr>
                        <a:cxnSpLocks/>
                        <a:stCxn id="113142" idx="4"/>
                        <a:endCxn id="11314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122" name="グループ化 113121">
                      <a:extLst>
                        <a:ext uri="{FF2B5EF4-FFF2-40B4-BE49-F238E27FC236}">
                          <a16:creationId xmlns:a16="http://schemas.microsoft.com/office/drawing/2014/main" id="{2CCA4E08-F039-4D22-B365-83418EC9CAF4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139" name="楕円 113138">
                        <a:extLst>
                          <a:ext uri="{FF2B5EF4-FFF2-40B4-BE49-F238E27FC236}">
                            <a16:creationId xmlns:a16="http://schemas.microsoft.com/office/drawing/2014/main" id="{6497958B-0800-4FFF-B576-426BB16CF9D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140" name="直線コネクタ 113139">
                        <a:extLst>
                          <a:ext uri="{FF2B5EF4-FFF2-40B4-BE49-F238E27FC236}">
                            <a16:creationId xmlns:a16="http://schemas.microsoft.com/office/drawing/2014/main" id="{958A6C0A-0D92-4F1B-A38C-D8CAC1CA3F8D}"/>
                          </a:ext>
                        </a:extLst>
                      </p:cNvPr>
                      <p:cNvCxnSpPr>
                        <a:cxnSpLocks/>
                        <a:stCxn id="113139" idx="6"/>
                        <a:endCxn id="11313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41" name="直線コネクタ 113140">
                        <a:extLst>
                          <a:ext uri="{FF2B5EF4-FFF2-40B4-BE49-F238E27FC236}">
                            <a16:creationId xmlns:a16="http://schemas.microsoft.com/office/drawing/2014/main" id="{96A7FDE6-2B0A-4C66-8ABA-60711824C9B5}"/>
                          </a:ext>
                        </a:extLst>
                      </p:cNvPr>
                      <p:cNvCxnSpPr>
                        <a:cxnSpLocks/>
                        <a:stCxn id="113139" idx="4"/>
                        <a:endCxn id="11313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123" name="グループ化 113122">
                      <a:extLst>
                        <a:ext uri="{FF2B5EF4-FFF2-40B4-BE49-F238E27FC236}">
                          <a16:creationId xmlns:a16="http://schemas.microsoft.com/office/drawing/2014/main" id="{FE9E923E-B4CA-4313-85B1-C5B8CAD951DC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136" name="楕円 113135">
                        <a:extLst>
                          <a:ext uri="{FF2B5EF4-FFF2-40B4-BE49-F238E27FC236}">
                            <a16:creationId xmlns:a16="http://schemas.microsoft.com/office/drawing/2014/main" id="{D19B911B-4818-4694-AF72-640A25698DB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137" name="直線コネクタ 113136">
                        <a:extLst>
                          <a:ext uri="{FF2B5EF4-FFF2-40B4-BE49-F238E27FC236}">
                            <a16:creationId xmlns:a16="http://schemas.microsoft.com/office/drawing/2014/main" id="{E1A7FA26-1D74-4237-BA0F-CF4F9D2053F5}"/>
                          </a:ext>
                        </a:extLst>
                      </p:cNvPr>
                      <p:cNvCxnSpPr>
                        <a:cxnSpLocks/>
                        <a:stCxn id="113136" idx="6"/>
                        <a:endCxn id="11313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38" name="直線コネクタ 113137">
                        <a:extLst>
                          <a:ext uri="{FF2B5EF4-FFF2-40B4-BE49-F238E27FC236}">
                            <a16:creationId xmlns:a16="http://schemas.microsoft.com/office/drawing/2014/main" id="{A83469FF-08FF-4671-BE3C-B717654CE263}"/>
                          </a:ext>
                        </a:extLst>
                      </p:cNvPr>
                      <p:cNvCxnSpPr>
                        <a:cxnSpLocks/>
                        <a:stCxn id="113136" idx="4"/>
                        <a:endCxn id="11313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124" name="グループ化 113123">
                      <a:extLst>
                        <a:ext uri="{FF2B5EF4-FFF2-40B4-BE49-F238E27FC236}">
                          <a16:creationId xmlns:a16="http://schemas.microsoft.com/office/drawing/2014/main" id="{40C73BB3-AD76-4836-AD5D-EE0169FAA4FA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133" name="楕円 113132">
                        <a:extLst>
                          <a:ext uri="{FF2B5EF4-FFF2-40B4-BE49-F238E27FC236}">
                            <a16:creationId xmlns:a16="http://schemas.microsoft.com/office/drawing/2014/main" id="{968D962D-F46A-46BD-850B-F04D94C665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134" name="直線コネクタ 113133">
                        <a:extLst>
                          <a:ext uri="{FF2B5EF4-FFF2-40B4-BE49-F238E27FC236}">
                            <a16:creationId xmlns:a16="http://schemas.microsoft.com/office/drawing/2014/main" id="{7E8174DC-438D-4B27-AE91-1EFA9D994FBD}"/>
                          </a:ext>
                        </a:extLst>
                      </p:cNvPr>
                      <p:cNvCxnSpPr>
                        <a:cxnSpLocks/>
                        <a:stCxn id="113133" idx="6"/>
                        <a:endCxn id="11313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35" name="直線コネクタ 113134">
                        <a:extLst>
                          <a:ext uri="{FF2B5EF4-FFF2-40B4-BE49-F238E27FC236}">
                            <a16:creationId xmlns:a16="http://schemas.microsoft.com/office/drawing/2014/main" id="{2923C24F-D5B1-4A2D-8662-2C6971025F76}"/>
                          </a:ext>
                        </a:extLst>
                      </p:cNvPr>
                      <p:cNvCxnSpPr>
                        <a:cxnSpLocks/>
                        <a:stCxn id="113133" idx="4"/>
                        <a:endCxn id="11313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125" name="グループ化 113124">
                      <a:extLst>
                        <a:ext uri="{FF2B5EF4-FFF2-40B4-BE49-F238E27FC236}">
                          <a16:creationId xmlns:a16="http://schemas.microsoft.com/office/drawing/2014/main" id="{687D49FA-CFF5-448D-A441-FDBC80D8BF86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130" name="楕円 113129">
                        <a:extLst>
                          <a:ext uri="{FF2B5EF4-FFF2-40B4-BE49-F238E27FC236}">
                            <a16:creationId xmlns:a16="http://schemas.microsoft.com/office/drawing/2014/main" id="{CCC948D3-3DC0-43C3-A08A-46F3B7296B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131" name="直線コネクタ 113130">
                        <a:extLst>
                          <a:ext uri="{FF2B5EF4-FFF2-40B4-BE49-F238E27FC236}">
                            <a16:creationId xmlns:a16="http://schemas.microsoft.com/office/drawing/2014/main" id="{A67813F6-A011-49A9-BEA6-FE1ADE13307F}"/>
                          </a:ext>
                        </a:extLst>
                      </p:cNvPr>
                      <p:cNvCxnSpPr>
                        <a:cxnSpLocks/>
                        <a:stCxn id="113130" idx="6"/>
                        <a:endCxn id="11313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32" name="直線コネクタ 113131">
                        <a:extLst>
                          <a:ext uri="{FF2B5EF4-FFF2-40B4-BE49-F238E27FC236}">
                            <a16:creationId xmlns:a16="http://schemas.microsoft.com/office/drawing/2014/main" id="{A1CA6796-16E8-4EF5-9CAE-E355D2A0B869}"/>
                          </a:ext>
                        </a:extLst>
                      </p:cNvPr>
                      <p:cNvCxnSpPr>
                        <a:cxnSpLocks/>
                        <a:stCxn id="113130" idx="4"/>
                        <a:endCxn id="11313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126" name="グループ化 113125">
                      <a:extLst>
                        <a:ext uri="{FF2B5EF4-FFF2-40B4-BE49-F238E27FC236}">
                          <a16:creationId xmlns:a16="http://schemas.microsoft.com/office/drawing/2014/main" id="{ECE642B3-4531-4475-98A2-3DE464B1AA33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127" name="楕円 113126">
                        <a:extLst>
                          <a:ext uri="{FF2B5EF4-FFF2-40B4-BE49-F238E27FC236}">
                            <a16:creationId xmlns:a16="http://schemas.microsoft.com/office/drawing/2014/main" id="{85C4EB4C-758C-4165-A8CF-D6F261713ED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128" name="直線コネクタ 113127">
                        <a:extLst>
                          <a:ext uri="{FF2B5EF4-FFF2-40B4-BE49-F238E27FC236}">
                            <a16:creationId xmlns:a16="http://schemas.microsoft.com/office/drawing/2014/main" id="{4DB1AE4D-F968-4BF1-A303-FF0F42FF98E0}"/>
                          </a:ext>
                        </a:extLst>
                      </p:cNvPr>
                      <p:cNvCxnSpPr>
                        <a:cxnSpLocks/>
                        <a:stCxn id="113127" idx="6"/>
                        <a:endCxn id="11312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129" name="直線コネクタ 113128">
                        <a:extLst>
                          <a:ext uri="{FF2B5EF4-FFF2-40B4-BE49-F238E27FC236}">
                            <a16:creationId xmlns:a16="http://schemas.microsoft.com/office/drawing/2014/main" id="{F8B89EF7-4CF9-4630-8C1B-E21A9FBF05DB}"/>
                          </a:ext>
                        </a:extLst>
                      </p:cNvPr>
                      <p:cNvCxnSpPr>
                        <a:cxnSpLocks/>
                        <a:stCxn id="113127" idx="4"/>
                        <a:endCxn id="11312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12665" name="グループ化 112664">
                    <a:extLst>
                      <a:ext uri="{FF2B5EF4-FFF2-40B4-BE49-F238E27FC236}">
                        <a16:creationId xmlns:a16="http://schemas.microsoft.com/office/drawing/2014/main" id="{ED450DC7-2DA4-4A50-9923-A05F84C830CE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626225" y="6093662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13065" name="グループ化 113064">
                      <a:extLst>
                        <a:ext uri="{FF2B5EF4-FFF2-40B4-BE49-F238E27FC236}">
                          <a16:creationId xmlns:a16="http://schemas.microsoft.com/office/drawing/2014/main" id="{B2BB76F1-9F2A-4531-BF7A-8ED38C42CB1F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13094" name="グループ化 113093">
                        <a:extLst>
                          <a:ext uri="{FF2B5EF4-FFF2-40B4-BE49-F238E27FC236}">
                            <a16:creationId xmlns:a16="http://schemas.microsoft.com/office/drawing/2014/main" id="{D3F63B05-D516-48E4-91C5-22F112136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115" name="直線コネクタ 113114">
                          <a:extLst>
                            <a:ext uri="{FF2B5EF4-FFF2-40B4-BE49-F238E27FC236}">
                              <a16:creationId xmlns:a16="http://schemas.microsoft.com/office/drawing/2014/main" id="{A38B4234-5A2E-4198-A5D6-5CACDC15F59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16" name="直線コネクタ 113115">
                          <a:extLst>
                            <a:ext uri="{FF2B5EF4-FFF2-40B4-BE49-F238E27FC236}">
                              <a16:creationId xmlns:a16="http://schemas.microsoft.com/office/drawing/2014/main" id="{0FBEB9A3-4D15-4BF5-A140-EF80B9D54C3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17" name="直線コネクタ 113116">
                          <a:extLst>
                            <a:ext uri="{FF2B5EF4-FFF2-40B4-BE49-F238E27FC236}">
                              <a16:creationId xmlns:a16="http://schemas.microsoft.com/office/drawing/2014/main" id="{2CB14031-CA0E-46EE-B2A1-1C308563F64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18" name="直線コネクタ 113117">
                          <a:extLst>
                            <a:ext uri="{FF2B5EF4-FFF2-40B4-BE49-F238E27FC236}">
                              <a16:creationId xmlns:a16="http://schemas.microsoft.com/office/drawing/2014/main" id="{95C394F0-4070-4649-9387-37B715E361A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19" name="直線コネクタ 113118">
                          <a:extLst>
                            <a:ext uri="{FF2B5EF4-FFF2-40B4-BE49-F238E27FC236}">
                              <a16:creationId xmlns:a16="http://schemas.microsoft.com/office/drawing/2014/main" id="{D7D83ABC-8066-4D97-915D-28F883F8491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95" name="グループ化 113094">
                        <a:extLst>
                          <a:ext uri="{FF2B5EF4-FFF2-40B4-BE49-F238E27FC236}">
                            <a16:creationId xmlns:a16="http://schemas.microsoft.com/office/drawing/2014/main" id="{FFA68F7A-264C-469D-B15E-BBBCBEA21A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12" name="楕円 113111">
                          <a:extLst>
                            <a:ext uri="{FF2B5EF4-FFF2-40B4-BE49-F238E27FC236}">
                              <a16:creationId xmlns:a16="http://schemas.microsoft.com/office/drawing/2014/main" id="{81533747-BFC9-4624-9632-CCD931BBEDD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13" name="直線コネクタ 113112">
                          <a:extLst>
                            <a:ext uri="{FF2B5EF4-FFF2-40B4-BE49-F238E27FC236}">
                              <a16:creationId xmlns:a16="http://schemas.microsoft.com/office/drawing/2014/main" id="{74042D48-232C-4B27-9B12-F8ABED56E35A}"/>
                            </a:ext>
                          </a:extLst>
                        </p:cNvPr>
                        <p:cNvCxnSpPr>
                          <a:cxnSpLocks/>
                          <a:stCxn id="113112" idx="6"/>
                          <a:endCxn id="11311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14" name="直線コネクタ 113113">
                          <a:extLst>
                            <a:ext uri="{FF2B5EF4-FFF2-40B4-BE49-F238E27FC236}">
                              <a16:creationId xmlns:a16="http://schemas.microsoft.com/office/drawing/2014/main" id="{F1A64DA7-0249-42E4-8194-5BC1D7F88140}"/>
                            </a:ext>
                          </a:extLst>
                        </p:cNvPr>
                        <p:cNvCxnSpPr>
                          <a:cxnSpLocks/>
                          <a:stCxn id="113112" idx="4"/>
                          <a:endCxn id="11311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96" name="グループ化 113095">
                        <a:extLst>
                          <a:ext uri="{FF2B5EF4-FFF2-40B4-BE49-F238E27FC236}">
                            <a16:creationId xmlns:a16="http://schemas.microsoft.com/office/drawing/2014/main" id="{D4A2BF53-6BEE-40A9-83DE-84985754549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09" name="楕円 113108">
                          <a:extLst>
                            <a:ext uri="{FF2B5EF4-FFF2-40B4-BE49-F238E27FC236}">
                              <a16:creationId xmlns:a16="http://schemas.microsoft.com/office/drawing/2014/main" id="{AA6722CE-A06E-4D65-B0A1-EC6B4A89122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10" name="直線コネクタ 113109">
                          <a:extLst>
                            <a:ext uri="{FF2B5EF4-FFF2-40B4-BE49-F238E27FC236}">
                              <a16:creationId xmlns:a16="http://schemas.microsoft.com/office/drawing/2014/main" id="{F4091F54-6F97-444F-AA06-8C4B5B9214E7}"/>
                            </a:ext>
                          </a:extLst>
                        </p:cNvPr>
                        <p:cNvCxnSpPr>
                          <a:cxnSpLocks/>
                          <a:stCxn id="113109" idx="6"/>
                          <a:endCxn id="11310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11" name="直線コネクタ 113110">
                          <a:extLst>
                            <a:ext uri="{FF2B5EF4-FFF2-40B4-BE49-F238E27FC236}">
                              <a16:creationId xmlns:a16="http://schemas.microsoft.com/office/drawing/2014/main" id="{9832CE4F-FE12-48A6-B3EF-4AE8AD111E9B}"/>
                            </a:ext>
                          </a:extLst>
                        </p:cNvPr>
                        <p:cNvCxnSpPr>
                          <a:cxnSpLocks/>
                          <a:stCxn id="113109" idx="4"/>
                          <a:endCxn id="11310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97" name="グループ化 113096">
                        <a:extLst>
                          <a:ext uri="{FF2B5EF4-FFF2-40B4-BE49-F238E27FC236}">
                            <a16:creationId xmlns:a16="http://schemas.microsoft.com/office/drawing/2014/main" id="{86190901-7FEA-4F9A-B69C-8A09419D08B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06" name="楕円 113105">
                          <a:extLst>
                            <a:ext uri="{FF2B5EF4-FFF2-40B4-BE49-F238E27FC236}">
                              <a16:creationId xmlns:a16="http://schemas.microsoft.com/office/drawing/2014/main" id="{0466D6EB-F53F-414B-9189-07A8ACAAD5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07" name="直線コネクタ 113106">
                          <a:extLst>
                            <a:ext uri="{FF2B5EF4-FFF2-40B4-BE49-F238E27FC236}">
                              <a16:creationId xmlns:a16="http://schemas.microsoft.com/office/drawing/2014/main" id="{4257BF71-36BB-4683-ABF5-7BE927AFCE2E}"/>
                            </a:ext>
                          </a:extLst>
                        </p:cNvPr>
                        <p:cNvCxnSpPr>
                          <a:cxnSpLocks/>
                          <a:stCxn id="113106" idx="6"/>
                          <a:endCxn id="11310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08" name="直線コネクタ 113107">
                          <a:extLst>
                            <a:ext uri="{FF2B5EF4-FFF2-40B4-BE49-F238E27FC236}">
                              <a16:creationId xmlns:a16="http://schemas.microsoft.com/office/drawing/2014/main" id="{093DA607-0CCA-4386-AF67-79D9B07A4327}"/>
                            </a:ext>
                          </a:extLst>
                        </p:cNvPr>
                        <p:cNvCxnSpPr>
                          <a:cxnSpLocks/>
                          <a:stCxn id="113106" idx="4"/>
                          <a:endCxn id="11310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98" name="グループ化 113097">
                        <a:extLst>
                          <a:ext uri="{FF2B5EF4-FFF2-40B4-BE49-F238E27FC236}">
                            <a16:creationId xmlns:a16="http://schemas.microsoft.com/office/drawing/2014/main" id="{A358A39A-34B6-4135-BE10-E623131B597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03" name="楕円 113102">
                          <a:extLst>
                            <a:ext uri="{FF2B5EF4-FFF2-40B4-BE49-F238E27FC236}">
                              <a16:creationId xmlns:a16="http://schemas.microsoft.com/office/drawing/2014/main" id="{C879EBAB-17F1-421E-8E19-3A352ACC08A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04" name="直線コネクタ 113103">
                          <a:extLst>
                            <a:ext uri="{FF2B5EF4-FFF2-40B4-BE49-F238E27FC236}">
                              <a16:creationId xmlns:a16="http://schemas.microsoft.com/office/drawing/2014/main" id="{F81B1578-FF7A-4284-846D-187FF19E688F}"/>
                            </a:ext>
                          </a:extLst>
                        </p:cNvPr>
                        <p:cNvCxnSpPr>
                          <a:cxnSpLocks/>
                          <a:stCxn id="113103" idx="6"/>
                          <a:endCxn id="11310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05" name="直線コネクタ 113104">
                          <a:extLst>
                            <a:ext uri="{FF2B5EF4-FFF2-40B4-BE49-F238E27FC236}">
                              <a16:creationId xmlns:a16="http://schemas.microsoft.com/office/drawing/2014/main" id="{49CB54A1-5F87-412B-B418-3C422FCCB1A3}"/>
                            </a:ext>
                          </a:extLst>
                        </p:cNvPr>
                        <p:cNvCxnSpPr>
                          <a:cxnSpLocks/>
                          <a:stCxn id="113103" idx="4"/>
                          <a:endCxn id="11310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99" name="グループ化 113098">
                        <a:extLst>
                          <a:ext uri="{FF2B5EF4-FFF2-40B4-BE49-F238E27FC236}">
                            <a16:creationId xmlns:a16="http://schemas.microsoft.com/office/drawing/2014/main" id="{E8BE6B37-826F-48A5-A2AA-216F317F46E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100" name="楕円 113099">
                          <a:extLst>
                            <a:ext uri="{FF2B5EF4-FFF2-40B4-BE49-F238E27FC236}">
                              <a16:creationId xmlns:a16="http://schemas.microsoft.com/office/drawing/2014/main" id="{D217297A-D228-477E-9721-CF509F85DA5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101" name="直線コネクタ 113100">
                          <a:extLst>
                            <a:ext uri="{FF2B5EF4-FFF2-40B4-BE49-F238E27FC236}">
                              <a16:creationId xmlns:a16="http://schemas.microsoft.com/office/drawing/2014/main" id="{C5D13DB1-0442-439A-ADBF-A867E1123FBD}"/>
                            </a:ext>
                          </a:extLst>
                        </p:cNvPr>
                        <p:cNvCxnSpPr>
                          <a:cxnSpLocks/>
                          <a:stCxn id="113100" idx="6"/>
                          <a:endCxn id="11310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102" name="直線コネクタ 113101">
                          <a:extLst>
                            <a:ext uri="{FF2B5EF4-FFF2-40B4-BE49-F238E27FC236}">
                              <a16:creationId xmlns:a16="http://schemas.microsoft.com/office/drawing/2014/main" id="{DA603B04-8778-4161-964A-5CA14125AB88}"/>
                            </a:ext>
                          </a:extLst>
                        </p:cNvPr>
                        <p:cNvCxnSpPr>
                          <a:cxnSpLocks/>
                          <a:stCxn id="113100" idx="4"/>
                          <a:endCxn id="11310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13066" name="楕円 113065">
                      <a:extLst>
                        <a:ext uri="{FF2B5EF4-FFF2-40B4-BE49-F238E27FC236}">
                          <a16:creationId xmlns:a16="http://schemas.microsoft.com/office/drawing/2014/main" id="{7BA23452-5213-4B84-AAE2-C743AC92B0C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13067" name="グループ化 113066">
                      <a:extLst>
                        <a:ext uri="{FF2B5EF4-FFF2-40B4-BE49-F238E27FC236}">
                          <a16:creationId xmlns:a16="http://schemas.microsoft.com/office/drawing/2014/main" id="{18EFC742-3767-4DDF-B818-145BD7F92AC0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13068" name="グループ化 113067">
                        <a:extLst>
                          <a:ext uri="{FF2B5EF4-FFF2-40B4-BE49-F238E27FC236}">
                            <a16:creationId xmlns:a16="http://schemas.microsoft.com/office/drawing/2014/main" id="{8E1D9A27-E5C7-42AB-93C3-1A3FED7EB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089" name="直線コネクタ 113088">
                          <a:extLst>
                            <a:ext uri="{FF2B5EF4-FFF2-40B4-BE49-F238E27FC236}">
                              <a16:creationId xmlns:a16="http://schemas.microsoft.com/office/drawing/2014/main" id="{7B434078-3C73-46E8-A839-A4708C69BA7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90" name="直線コネクタ 113089">
                          <a:extLst>
                            <a:ext uri="{FF2B5EF4-FFF2-40B4-BE49-F238E27FC236}">
                              <a16:creationId xmlns:a16="http://schemas.microsoft.com/office/drawing/2014/main" id="{C5D80C02-68A3-445C-A96D-54E379C00F3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91" name="直線コネクタ 113090">
                          <a:extLst>
                            <a:ext uri="{FF2B5EF4-FFF2-40B4-BE49-F238E27FC236}">
                              <a16:creationId xmlns:a16="http://schemas.microsoft.com/office/drawing/2014/main" id="{69E42C10-E5D5-41DB-B37D-5526DAE8F5E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92" name="直線コネクタ 113091">
                          <a:extLst>
                            <a:ext uri="{FF2B5EF4-FFF2-40B4-BE49-F238E27FC236}">
                              <a16:creationId xmlns:a16="http://schemas.microsoft.com/office/drawing/2014/main" id="{B04A82E8-5C2D-42A3-8EF9-E824DDC50D2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93" name="直線コネクタ 113092">
                          <a:extLst>
                            <a:ext uri="{FF2B5EF4-FFF2-40B4-BE49-F238E27FC236}">
                              <a16:creationId xmlns:a16="http://schemas.microsoft.com/office/drawing/2014/main" id="{98A2A4AA-177D-47DD-8070-6C75ECF0326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69" name="グループ化 113068">
                        <a:extLst>
                          <a:ext uri="{FF2B5EF4-FFF2-40B4-BE49-F238E27FC236}">
                            <a16:creationId xmlns:a16="http://schemas.microsoft.com/office/drawing/2014/main" id="{8B259680-7A39-4B0A-B619-5FA91338E3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86" name="楕円 113085">
                          <a:extLst>
                            <a:ext uri="{FF2B5EF4-FFF2-40B4-BE49-F238E27FC236}">
                              <a16:creationId xmlns:a16="http://schemas.microsoft.com/office/drawing/2014/main" id="{A1F73FEB-7717-474B-8B86-57F5B25B1E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87" name="直線コネクタ 113086">
                          <a:extLst>
                            <a:ext uri="{FF2B5EF4-FFF2-40B4-BE49-F238E27FC236}">
                              <a16:creationId xmlns:a16="http://schemas.microsoft.com/office/drawing/2014/main" id="{E52CD541-7D31-452A-B761-90B60E15DA11}"/>
                            </a:ext>
                          </a:extLst>
                        </p:cNvPr>
                        <p:cNvCxnSpPr>
                          <a:cxnSpLocks/>
                          <a:stCxn id="113086" idx="6"/>
                          <a:endCxn id="11308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88" name="直線コネクタ 113087">
                          <a:extLst>
                            <a:ext uri="{FF2B5EF4-FFF2-40B4-BE49-F238E27FC236}">
                              <a16:creationId xmlns:a16="http://schemas.microsoft.com/office/drawing/2014/main" id="{36BB8C4F-D376-46B4-8F74-22C4E4B88DCE}"/>
                            </a:ext>
                          </a:extLst>
                        </p:cNvPr>
                        <p:cNvCxnSpPr>
                          <a:cxnSpLocks/>
                          <a:stCxn id="113086" idx="4"/>
                          <a:endCxn id="11308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70" name="グループ化 113069">
                        <a:extLst>
                          <a:ext uri="{FF2B5EF4-FFF2-40B4-BE49-F238E27FC236}">
                            <a16:creationId xmlns:a16="http://schemas.microsoft.com/office/drawing/2014/main" id="{9C452F15-F89F-49DE-94EA-6B6DFF9FFD2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83" name="楕円 113082">
                          <a:extLst>
                            <a:ext uri="{FF2B5EF4-FFF2-40B4-BE49-F238E27FC236}">
                              <a16:creationId xmlns:a16="http://schemas.microsoft.com/office/drawing/2014/main" id="{B5E6E150-50ED-4D79-BEDA-1A78D82DAA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84" name="直線コネクタ 113083">
                          <a:extLst>
                            <a:ext uri="{FF2B5EF4-FFF2-40B4-BE49-F238E27FC236}">
                              <a16:creationId xmlns:a16="http://schemas.microsoft.com/office/drawing/2014/main" id="{2F845777-3F5A-4D8A-8D95-9FC3D0510D10}"/>
                            </a:ext>
                          </a:extLst>
                        </p:cNvPr>
                        <p:cNvCxnSpPr>
                          <a:cxnSpLocks/>
                          <a:stCxn id="113083" idx="6"/>
                          <a:endCxn id="11308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85" name="直線コネクタ 113084">
                          <a:extLst>
                            <a:ext uri="{FF2B5EF4-FFF2-40B4-BE49-F238E27FC236}">
                              <a16:creationId xmlns:a16="http://schemas.microsoft.com/office/drawing/2014/main" id="{6AF8C719-ACA7-4EA2-A1AC-816E96C4AD46}"/>
                            </a:ext>
                          </a:extLst>
                        </p:cNvPr>
                        <p:cNvCxnSpPr>
                          <a:cxnSpLocks/>
                          <a:stCxn id="113083" idx="4"/>
                          <a:endCxn id="11308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71" name="グループ化 113070">
                        <a:extLst>
                          <a:ext uri="{FF2B5EF4-FFF2-40B4-BE49-F238E27FC236}">
                            <a16:creationId xmlns:a16="http://schemas.microsoft.com/office/drawing/2014/main" id="{D3F5CB38-44EB-4CFE-B51E-8A7F0A712D2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80" name="楕円 113079">
                          <a:extLst>
                            <a:ext uri="{FF2B5EF4-FFF2-40B4-BE49-F238E27FC236}">
                              <a16:creationId xmlns:a16="http://schemas.microsoft.com/office/drawing/2014/main" id="{2D9CE598-CC32-4EE9-B4A6-9B17CA4E6A6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81" name="直線コネクタ 113080">
                          <a:extLst>
                            <a:ext uri="{FF2B5EF4-FFF2-40B4-BE49-F238E27FC236}">
                              <a16:creationId xmlns:a16="http://schemas.microsoft.com/office/drawing/2014/main" id="{07D714BB-E5DA-4532-893D-9CFA6F7E3FA4}"/>
                            </a:ext>
                          </a:extLst>
                        </p:cNvPr>
                        <p:cNvCxnSpPr>
                          <a:cxnSpLocks/>
                          <a:stCxn id="113080" idx="6"/>
                          <a:endCxn id="11308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82" name="直線コネクタ 113081">
                          <a:extLst>
                            <a:ext uri="{FF2B5EF4-FFF2-40B4-BE49-F238E27FC236}">
                              <a16:creationId xmlns:a16="http://schemas.microsoft.com/office/drawing/2014/main" id="{07D3C27B-1116-436E-BD04-8BD7D01B8C12}"/>
                            </a:ext>
                          </a:extLst>
                        </p:cNvPr>
                        <p:cNvCxnSpPr>
                          <a:cxnSpLocks/>
                          <a:stCxn id="113080" idx="4"/>
                          <a:endCxn id="11308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72" name="グループ化 113071">
                        <a:extLst>
                          <a:ext uri="{FF2B5EF4-FFF2-40B4-BE49-F238E27FC236}">
                            <a16:creationId xmlns:a16="http://schemas.microsoft.com/office/drawing/2014/main" id="{11F01FFB-E6F2-4DB5-9876-6016A5BF965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77" name="楕円 113076">
                          <a:extLst>
                            <a:ext uri="{FF2B5EF4-FFF2-40B4-BE49-F238E27FC236}">
                              <a16:creationId xmlns:a16="http://schemas.microsoft.com/office/drawing/2014/main" id="{A95ABEE5-8B50-4F63-A7F4-0C41ADF5A4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78" name="直線コネクタ 113077">
                          <a:extLst>
                            <a:ext uri="{FF2B5EF4-FFF2-40B4-BE49-F238E27FC236}">
                              <a16:creationId xmlns:a16="http://schemas.microsoft.com/office/drawing/2014/main" id="{CD1FA36D-6DF8-49E4-94F7-51CCE9587AF5}"/>
                            </a:ext>
                          </a:extLst>
                        </p:cNvPr>
                        <p:cNvCxnSpPr>
                          <a:cxnSpLocks/>
                          <a:stCxn id="113077" idx="6"/>
                          <a:endCxn id="11307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79" name="直線コネクタ 113078">
                          <a:extLst>
                            <a:ext uri="{FF2B5EF4-FFF2-40B4-BE49-F238E27FC236}">
                              <a16:creationId xmlns:a16="http://schemas.microsoft.com/office/drawing/2014/main" id="{CB392519-8E5B-49F9-9483-3BCD7D133A29}"/>
                            </a:ext>
                          </a:extLst>
                        </p:cNvPr>
                        <p:cNvCxnSpPr>
                          <a:cxnSpLocks/>
                          <a:stCxn id="113077" idx="4"/>
                          <a:endCxn id="11307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73" name="グループ化 113072">
                        <a:extLst>
                          <a:ext uri="{FF2B5EF4-FFF2-40B4-BE49-F238E27FC236}">
                            <a16:creationId xmlns:a16="http://schemas.microsoft.com/office/drawing/2014/main" id="{9A8C40A7-CF25-432A-846C-3FB18782AA0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74" name="楕円 113073">
                          <a:extLst>
                            <a:ext uri="{FF2B5EF4-FFF2-40B4-BE49-F238E27FC236}">
                              <a16:creationId xmlns:a16="http://schemas.microsoft.com/office/drawing/2014/main" id="{023452F2-4C41-4597-B6BA-4AA0B5F84A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75" name="直線コネクタ 113074">
                          <a:extLst>
                            <a:ext uri="{FF2B5EF4-FFF2-40B4-BE49-F238E27FC236}">
                              <a16:creationId xmlns:a16="http://schemas.microsoft.com/office/drawing/2014/main" id="{4C00C22F-CA12-4182-9A1C-12F688B8F5D6}"/>
                            </a:ext>
                          </a:extLst>
                        </p:cNvPr>
                        <p:cNvCxnSpPr>
                          <a:cxnSpLocks/>
                          <a:stCxn id="113074" idx="6"/>
                          <a:endCxn id="11307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76" name="直線コネクタ 113075">
                          <a:extLst>
                            <a:ext uri="{FF2B5EF4-FFF2-40B4-BE49-F238E27FC236}">
                              <a16:creationId xmlns:a16="http://schemas.microsoft.com/office/drawing/2014/main" id="{18CE890D-7E84-4B90-A1C0-E0891B25693B}"/>
                            </a:ext>
                          </a:extLst>
                        </p:cNvPr>
                        <p:cNvCxnSpPr>
                          <a:cxnSpLocks/>
                          <a:stCxn id="113074" idx="4"/>
                          <a:endCxn id="11307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12666" name="グループ化 112665">
                    <a:extLst>
                      <a:ext uri="{FF2B5EF4-FFF2-40B4-BE49-F238E27FC236}">
                        <a16:creationId xmlns:a16="http://schemas.microsoft.com/office/drawing/2014/main" id="{102EE753-208E-4563-BE16-B0CBC6F93F3C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5887799" y="5884181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3031" name="グループ化 113030">
                      <a:extLst>
                        <a:ext uri="{FF2B5EF4-FFF2-40B4-BE49-F238E27FC236}">
                          <a16:creationId xmlns:a16="http://schemas.microsoft.com/office/drawing/2014/main" id="{0D43080F-9D52-4953-86AF-729564AEEC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3056" name="直線コネクタ 113055">
                        <a:extLst>
                          <a:ext uri="{FF2B5EF4-FFF2-40B4-BE49-F238E27FC236}">
                            <a16:creationId xmlns:a16="http://schemas.microsoft.com/office/drawing/2014/main" id="{CA2C881A-5CF5-4DCC-AF82-E570E6A70F7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57" name="直線コネクタ 113056">
                        <a:extLst>
                          <a:ext uri="{FF2B5EF4-FFF2-40B4-BE49-F238E27FC236}">
                            <a16:creationId xmlns:a16="http://schemas.microsoft.com/office/drawing/2014/main" id="{6E962394-1B17-49CB-AA0B-9529A14345B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58" name="直線コネクタ 113057">
                        <a:extLst>
                          <a:ext uri="{FF2B5EF4-FFF2-40B4-BE49-F238E27FC236}">
                            <a16:creationId xmlns:a16="http://schemas.microsoft.com/office/drawing/2014/main" id="{A07E4032-CDDA-4E49-BC54-C80B1AAC06F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59" name="直線コネクタ 113058">
                        <a:extLst>
                          <a:ext uri="{FF2B5EF4-FFF2-40B4-BE49-F238E27FC236}">
                            <a16:creationId xmlns:a16="http://schemas.microsoft.com/office/drawing/2014/main" id="{584055AB-4EDE-4C04-82AD-C5B0DF9D4D9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60" name="直線コネクタ 113059">
                        <a:extLst>
                          <a:ext uri="{FF2B5EF4-FFF2-40B4-BE49-F238E27FC236}">
                            <a16:creationId xmlns:a16="http://schemas.microsoft.com/office/drawing/2014/main" id="{E74CA397-2B16-4C96-A47E-C9A20D3F4FB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61" name="直線コネクタ 113060">
                        <a:extLst>
                          <a:ext uri="{FF2B5EF4-FFF2-40B4-BE49-F238E27FC236}">
                            <a16:creationId xmlns:a16="http://schemas.microsoft.com/office/drawing/2014/main" id="{992BE991-844C-4456-AE97-41F00555992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62" name="直線コネクタ 113061">
                        <a:extLst>
                          <a:ext uri="{FF2B5EF4-FFF2-40B4-BE49-F238E27FC236}">
                            <a16:creationId xmlns:a16="http://schemas.microsoft.com/office/drawing/2014/main" id="{FE71DA8C-4EE5-46D0-87B6-218DE2C1367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63" name="直線コネクタ 113062">
                        <a:extLst>
                          <a:ext uri="{FF2B5EF4-FFF2-40B4-BE49-F238E27FC236}">
                            <a16:creationId xmlns:a16="http://schemas.microsoft.com/office/drawing/2014/main" id="{078B652C-B42C-40BC-8BC3-C0A5C93ECE7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64" name="直線コネクタ 113063">
                        <a:extLst>
                          <a:ext uri="{FF2B5EF4-FFF2-40B4-BE49-F238E27FC236}">
                            <a16:creationId xmlns:a16="http://schemas.microsoft.com/office/drawing/2014/main" id="{B258CCFD-C06E-4E64-BDB7-D8A7A9831D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032" name="グループ化 113031">
                      <a:extLst>
                        <a:ext uri="{FF2B5EF4-FFF2-40B4-BE49-F238E27FC236}">
                          <a16:creationId xmlns:a16="http://schemas.microsoft.com/office/drawing/2014/main" id="{B23330E6-FD47-435B-9EFC-E832925DC5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053" name="楕円 113052">
                        <a:extLst>
                          <a:ext uri="{FF2B5EF4-FFF2-40B4-BE49-F238E27FC236}">
                            <a16:creationId xmlns:a16="http://schemas.microsoft.com/office/drawing/2014/main" id="{7F472BC1-4A37-483A-9274-8D8E983FD7D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054" name="直線コネクタ 113053">
                        <a:extLst>
                          <a:ext uri="{FF2B5EF4-FFF2-40B4-BE49-F238E27FC236}">
                            <a16:creationId xmlns:a16="http://schemas.microsoft.com/office/drawing/2014/main" id="{06B6AB0E-7272-4B9B-83E8-A1E3511FD6BC}"/>
                          </a:ext>
                        </a:extLst>
                      </p:cNvPr>
                      <p:cNvCxnSpPr>
                        <a:cxnSpLocks/>
                        <a:stCxn id="113053" idx="6"/>
                        <a:endCxn id="11305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55" name="直線コネクタ 113054">
                        <a:extLst>
                          <a:ext uri="{FF2B5EF4-FFF2-40B4-BE49-F238E27FC236}">
                            <a16:creationId xmlns:a16="http://schemas.microsoft.com/office/drawing/2014/main" id="{9771F768-22F4-4264-82A8-260461554658}"/>
                          </a:ext>
                        </a:extLst>
                      </p:cNvPr>
                      <p:cNvCxnSpPr>
                        <a:cxnSpLocks/>
                        <a:stCxn id="113053" idx="4"/>
                        <a:endCxn id="11305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033" name="グループ化 113032">
                      <a:extLst>
                        <a:ext uri="{FF2B5EF4-FFF2-40B4-BE49-F238E27FC236}">
                          <a16:creationId xmlns:a16="http://schemas.microsoft.com/office/drawing/2014/main" id="{AF8DB80F-7FE2-4CB5-B9E8-270D6C6D3C23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050" name="楕円 113049">
                        <a:extLst>
                          <a:ext uri="{FF2B5EF4-FFF2-40B4-BE49-F238E27FC236}">
                            <a16:creationId xmlns:a16="http://schemas.microsoft.com/office/drawing/2014/main" id="{2D7312AA-7D5E-44D8-B027-F5B0665A17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051" name="直線コネクタ 113050">
                        <a:extLst>
                          <a:ext uri="{FF2B5EF4-FFF2-40B4-BE49-F238E27FC236}">
                            <a16:creationId xmlns:a16="http://schemas.microsoft.com/office/drawing/2014/main" id="{BFF53DC3-24D3-4C33-9C0E-D08EE81AA7CC}"/>
                          </a:ext>
                        </a:extLst>
                      </p:cNvPr>
                      <p:cNvCxnSpPr>
                        <a:cxnSpLocks/>
                        <a:stCxn id="113050" idx="6"/>
                        <a:endCxn id="11305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52" name="直線コネクタ 113051">
                        <a:extLst>
                          <a:ext uri="{FF2B5EF4-FFF2-40B4-BE49-F238E27FC236}">
                            <a16:creationId xmlns:a16="http://schemas.microsoft.com/office/drawing/2014/main" id="{7D2308FF-D158-43BA-B03C-2D18401E8E02}"/>
                          </a:ext>
                        </a:extLst>
                      </p:cNvPr>
                      <p:cNvCxnSpPr>
                        <a:cxnSpLocks/>
                        <a:stCxn id="113050" idx="4"/>
                        <a:endCxn id="11305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034" name="グループ化 113033">
                      <a:extLst>
                        <a:ext uri="{FF2B5EF4-FFF2-40B4-BE49-F238E27FC236}">
                          <a16:creationId xmlns:a16="http://schemas.microsoft.com/office/drawing/2014/main" id="{D2895E8A-9F0C-40C6-98ED-0B982C6F2ECD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047" name="楕円 113046">
                        <a:extLst>
                          <a:ext uri="{FF2B5EF4-FFF2-40B4-BE49-F238E27FC236}">
                            <a16:creationId xmlns:a16="http://schemas.microsoft.com/office/drawing/2014/main" id="{D82D095B-0A08-4DE0-9619-332F4A48C9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048" name="直線コネクタ 113047">
                        <a:extLst>
                          <a:ext uri="{FF2B5EF4-FFF2-40B4-BE49-F238E27FC236}">
                            <a16:creationId xmlns:a16="http://schemas.microsoft.com/office/drawing/2014/main" id="{E008A5F0-F49E-415A-8FA0-3E46F4543EA1}"/>
                          </a:ext>
                        </a:extLst>
                      </p:cNvPr>
                      <p:cNvCxnSpPr>
                        <a:cxnSpLocks/>
                        <a:stCxn id="113047" idx="6"/>
                        <a:endCxn id="11304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49" name="直線コネクタ 113048">
                        <a:extLst>
                          <a:ext uri="{FF2B5EF4-FFF2-40B4-BE49-F238E27FC236}">
                            <a16:creationId xmlns:a16="http://schemas.microsoft.com/office/drawing/2014/main" id="{DFEC5C4E-2728-45D9-B107-FAB5AE159926}"/>
                          </a:ext>
                        </a:extLst>
                      </p:cNvPr>
                      <p:cNvCxnSpPr>
                        <a:cxnSpLocks/>
                        <a:stCxn id="113047" idx="4"/>
                        <a:endCxn id="11304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035" name="グループ化 113034">
                      <a:extLst>
                        <a:ext uri="{FF2B5EF4-FFF2-40B4-BE49-F238E27FC236}">
                          <a16:creationId xmlns:a16="http://schemas.microsoft.com/office/drawing/2014/main" id="{3319E6D3-53B1-4FF5-B39F-F9AE71AFA727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044" name="楕円 113043">
                        <a:extLst>
                          <a:ext uri="{FF2B5EF4-FFF2-40B4-BE49-F238E27FC236}">
                            <a16:creationId xmlns:a16="http://schemas.microsoft.com/office/drawing/2014/main" id="{AA698D2D-D0A7-4CD6-AE43-222B73B62EF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045" name="直線コネクタ 113044">
                        <a:extLst>
                          <a:ext uri="{FF2B5EF4-FFF2-40B4-BE49-F238E27FC236}">
                            <a16:creationId xmlns:a16="http://schemas.microsoft.com/office/drawing/2014/main" id="{6C496A01-AAEE-4CEE-8F07-ED9C641F35ED}"/>
                          </a:ext>
                        </a:extLst>
                      </p:cNvPr>
                      <p:cNvCxnSpPr>
                        <a:cxnSpLocks/>
                        <a:stCxn id="113044" idx="6"/>
                        <a:endCxn id="11304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46" name="直線コネクタ 113045">
                        <a:extLst>
                          <a:ext uri="{FF2B5EF4-FFF2-40B4-BE49-F238E27FC236}">
                            <a16:creationId xmlns:a16="http://schemas.microsoft.com/office/drawing/2014/main" id="{378719F5-D053-4D55-9645-C0C0C681B960}"/>
                          </a:ext>
                        </a:extLst>
                      </p:cNvPr>
                      <p:cNvCxnSpPr>
                        <a:cxnSpLocks/>
                        <a:stCxn id="113044" idx="4"/>
                        <a:endCxn id="11304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036" name="グループ化 113035">
                      <a:extLst>
                        <a:ext uri="{FF2B5EF4-FFF2-40B4-BE49-F238E27FC236}">
                          <a16:creationId xmlns:a16="http://schemas.microsoft.com/office/drawing/2014/main" id="{115AC737-9D37-492F-8262-9698684551DF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041" name="楕円 113040">
                        <a:extLst>
                          <a:ext uri="{FF2B5EF4-FFF2-40B4-BE49-F238E27FC236}">
                            <a16:creationId xmlns:a16="http://schemas.microsoft.com/office/drawing/2014/main" id="{8C388A2A-35C2-477A-9945-92BB08CDD1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042" name="直線コネクタ 113041">
                        <a:extLst>
                          <a:ext uri="{FF2B5EF4-FFF2-40B4-BE49-F238E27FC236}">
                            <a16:creationId xmlns:a16="http://schemas.microsoft.com/office/drawing/2014/main" id="{1E96687E-293D-4FAB-85E1-A0A50DCEA92A}"/>
                          </a:ext>
                        </a:extLst>
                      </p:cNvPr>
                      <p:cNvCxnSpPr>
                        <a:cxnSpLocks/>
                        <a:stCxn id="113041" idx="6"/>
                        <a:endCxn id="11304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43" name="直線コネクタ 113042">
                        <a:extLst>
                          <a:ext uri="{FF2B5EF4-FFF2-40B4-BE49-F238E27FC236}">
                            <a16:creationId xmlns:a16="http://schemas.microsoft.com/office/drawing/2014/main" id="{D73CE26A-A137-49E6-A06C-3DD26DE239F6}"/>
                          </a:ext>
                        </a:extLst>
                      </p:cNvPr>
                      <p:cNvCxnSpPr>
                        <a:cxnSpLocks/>
                        <a:stCxn id="113041" idx="4"/>
                        <a:endCxn id="11304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3037" name="グループ化 113036">
                      <a:extLst>
                        <a:ext uri="{FF2B5EF4-FFF2-40B4-BE49-F238E27FC236}">
                          <a16:creationId xmlns:a16="http://schemas.microsoft.com/office/drawing/2014/main" id="{4859D5D7-DA3A-4747-A2AC-4D8FF0849C02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3038" name="楕円 113037">
                        <a:extLst>
                          <a:ext uri="{FF2B5EF4-FFF2-40B4-BE49-F238E27FC236}">
                            <a16:creationId xmlns:a16="http://schemas.microsoft.com/office/drawing/2014/main" id="{6F67F3C9-2D0E-4475-A82C-D8B76100F9F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3039" name="直線コネクタ 113038">
                        <a:extLst>
                          <a:ext uri="{FF2B5EF4-FFF2-40B4-BE49-F238E27FC236}">
                            <a16:creationId xmlns:a16="http://schemas.microsoft.com/office/drawing/2014/main" id="{22EB9309-6EE6-4A15-8B4A-D5B9617C90EF}"/>
                          </a:ext>
                        </a:extLst>
                      </p:cNvPr>
                      <p:cNvCxnSpPr>
                        <a:cxnSpLocks/>
                        <a:stCxn id="113038" idx="6"/>
                        <a:endCxn id="11303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3040" name="直線コネクタ 113039">
                        <a:extLst>
                          <a:ext uri="{FF2B5EF4-FFF2-40B4-BE49-F238E27FC236}">
                            <a16:creationId xmlns:a16="http://schemas.microsoft.com/office/drawing/2014/main" id="{9043532C-6010-4EF0-962C-29FBA29379C9}"/>
                          </a:ext>
                        </a:extLst>
                      </p:cNvPr>
                      <p:cNvCxnSpPr>
                        <a:cxnSpLocks/>
                        <a:stCxn id="113038" idx="4"/>
                        <a:endCxn id="11303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12667" name="グループ化 112666">
                    <a:extLst>
                      <a:ext uri="{FF2B5EF4-FFF2-40B4-BE49-F238E27FC236}">
                        <a16:creationId xmlns:a16="http://schemas.microsoft.com/office/drawing/2014/main" id="{CA75C8DC-A643-48C4-B259-311CFC881024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4977249" y="609035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12976" name="グループ化 112975">
                      <a:extLst>
                        <a:ext uri="{FF2B5EF4-FFF2-40B4-BE49-F238E27FC236}">
                          <a16:creationId xmlns:a16="http://schemas.microsoft.com/office/drawing/2014/main" id="{780F119F-54C3-49E3-BA0B-2DE3D3442924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13005" name="グループ化 113004">
                        <a:extLst>
                          <a:ext uri="{FF2B5EF4-FFF2-40B4-BE49-F238E27FC236}">
                            <a16:creationId xmlns:a16="http://schemas.microsoft.com/office/drawing/2014/main" id="{47E5FB5D-248C-4B9B-B28C-B1EEF9C7B9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026" name="直線コネクタ 113025">
                          <a:extLst>
                            <a:ext uri="{FF2B5EF4-FFF2-40B4-BE49-F238E27FC236}">
                              <a16:creationId xmlns:a16="http://schemas.microsoft.com/office/drawing/2014/main" id="{29119510-0B8A-4BBB-95F0-CD037453A63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27" name="直線コネクタ 113026">
                          <a:extLst>
                            <a:ext uri="{FF2B5EF4-FFF2-40B4-BE49-F238E27FC236}">
                              <a16:creationId xmlns:a16="http://schemas.microsoft.com/office/drawing/2014/main" id="{84231BD4-8434-4583-B0CB-6BE6E57826E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28" name="直線コネクタ 113027">
                          <a:extLst>
                            <a:ext uri="{FF2B5EF4-FFF2-40B4-BE49-F238E27FC236}">
                              <a16:creationId xmlns:a16="http://schemas.microsoft.com/office/drawing/2014/main" id="{4F0D1A16-615C-4EBB-8FF8-91ADFB02AA1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29" name="直線コネクタ 113028">
                          <a:extLst>
                            <a:ext uri="{FF2B5EF4-FFF2-40B4-BE49-F238E27FC236}">
                              <a16:creationId xmlns:a16="http://schemas.microsoft.com/office/drawing/2014/main" id="{B3641BCB-A0A9-450F-A53D-7A3859CEFC8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30" name="直線コネクタ 113029">
                          <a:extLst>
                            <a:ext uri="{FF2B5EF4-FFF2-40B4-BE49-F238E27FC236}">
                              <a16:creationId xmlns:a16="http://schemas.microsoft.com/office/drawing/2014/main" id="{0FC8F383-A74C-4EC8-9B3C-73BCF640401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06" name="グループ化 113005">
                        <a:extLst>
                          <a:ext uri="{FF2B5EF4-FFF2-40B4-BE49-F238E27FC236}">
                            <a16:creationId xmlns:a16="http://schemas.microsoft.com/office/drawing/2014/main" id="{DF7B81A7-4235-4511-AA14-D0F28F2263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23" name="楕円 113022">
                          <a:extLst>
                            <a:ext uri="{FF2B5EF4-FFF2-40B4-BE49-F238E27FC236}">
                              <a16:creationId xmlns:a16="http://schemas.microsoft.com/office/drawing/2014/main" id="{F0DBD3E6-F15C-4192-A550-30B76E6D36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24" name="直線コネクタ 113023">
                          <a:extLst>
                            <a:ext uri="{FF2B5EF4-FFF2-40B4-BE49-F238E27FC236}">
                              <a16:creationId xmlns:a16="http://schemas.microsoft.com/office/drawing/2014/main" id="{4D70F9D4-C022-451A-8A52-B3D8C4791712}"/>
                            </a:ext>
                          </a:extLst>
                        </p:cNvPr>
                        <p:cNvCxnSpPr>
                          <a:cxnSpLocks/>
                          <a:stCxn id="113023" idx="6"/>
                          <a:endCxn id="11302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25" name="直線コネクタ 113024">
                          <a:extLst>
                            <a:ext uri="{FF2B5EF4-FFF2-40B4-BE49-F238E27FC236}">
                              <a16:creationId xmlns:a16="http://schemas.microsoft.com/office/drawing/2014/main" id="{B4A3BF8B-80BE-4BCA-B652-FD3E74E0BD06}"/>
                            </a:ext>
                          </a:extLst>
                        </p:cNvPr>
                        <p:cNvCxnSpPr>
                          <a:cxnSpLocks/>
                          <a:stCxn id="113023" idx="4"/>
                          <a:endCxn id="11302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07" name="グループ化 113006">
                        <a:extLst>
                          <a:ext uri="{FF2B5EF4-FFF2-40B4-BE49-F238E27FC236}">
                            <a16:creationId xmlns:a16="http://schemas.microsoft.com/office/drawing/2014/main" id="{5FBB9574-1075-4881-99C7-C327789D243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20" name="楕円 113019">
                          <a:extLst>
                            <a:ext uri="{FF2B5EF4-FFF2-40B4-BE49-F238E27FC236}">
                              <a16:creationId xmlns:a16="http://schemas.microsoft.com/office/drawing/2014/main" id="{AB60662E-BBC1-41D4-B7A1-9B8C0BEE99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21" name="直線コネクタ 113020">
                          <a:extLst>
                            <a:ext uri="{FF2B5EF4-FFF2-40B4-BE49-F238E27FC236}">
                              <a16:creationId xmlns:a16="http://schemas.microsoft.com/office/drawing/2014/main" id="{DC4C167D-CC3E-408B-8924-6FED98D91C13}"/>
                            </a:ext>
                          </a:extLst>
                        </p:cNvPr>
                        <p:cNvCxnSpPr>
                          <a:cxnSpLocks/>
                          <a:stCxn id="113020" idx="6"/>
                          <a:endCxn id="11302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22" name="直線コネクタ 113021">
                          <a:extLst>
                            <a:ext uri="{FF2B5EF4-FFF2-40B4-BE49-F238E27FC236}">
                              <a16:creationId xmlns:a16="http://schemas.microsoft.com/office/drawing/2014/main" id="{D83FCF04-2EC6-4C90-949A-951C94C8A04D}"/>
                            </a:ext>
                          </a:extLst>
                        </p:cNvPr>
                        <p:cNvCxnSpPr>
                          <a:cxnSpLocks/>
                          <a:stCxn id="113020" idx="4"/>
                          <a:endCxn id="11302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08" name="グループ化 113007">
                        <a:extLst>
                          <a:ext uri="{FF2B5EF4-FFF2-40B4-BE49-F238E27FC236}">
                            <a16:creationId xmlns:a16="http://schemas.microsoft.com/office/drawing/2014/main" id="{E736A88B-AACB-49F8-9B51-C7E67ABA9EA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17" name="楕円 113016">
                          <a:extLst>
                            <a:ext uri="{FF2B5EF4-FFF2-40B4-BE49-F238E27FC236}">
                              <a16:creationId xmlns:a16="http://schemas.microsoft.com/office/drawing/2014/main" id="{0ED9D766-6A16-47E8-B3D2-DFB9F6AABC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18" name="直線コネクタ 113017">
                          <a:extLst>
                            <a:ext uri="{FF2B5EF4-FFF2-40B4-BE49-F238E27FC236}">
                              <a16:creationId xmlns:a16="http://schemas.microsoft.com/office/drawing/2014/main" id="{5DBFFF41-0487-47AB-AF7A-5987AF8FC257}"/>
                            </a:ext>
                          </a:extLst>
                        </p:cNvPr>
                        <p:cNvCxnSpPr>
                          <a:cxnSpLocks/>
                          <a:stCxn id="113017" idx="6"/>
                          <a:endCxn id="11301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19" name="直線コネクタ 113018">
                          <a:extLst>
                            <a:ext uri="{FF2B5EF4-FFF2-40B4-BE49-F238E27FC236}">
                              <a16:creationId xmlns:a16="http://schemas.microsoft.com/office/drawing/2014/main" id="{FDF5BDDF-7657-4A9B-984F-B8E37E377266}"/>
                            </a:ext>
                          </a:extLst>
                        </p:cNvPr>
                        <p:cNvCxnSpPr>
                          <a:cxnSpLocks/>
                          <a:stCxn id="113017" idx="4"/>
                          <a:endCxn id="11301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09" name="グループ化 113008">
                        <a:extLst>
                          <a:ext uri="{FF2B5EF4-FFF2-40B4-BE49-F238E27FC236}">
                            <a16:creationId xmlns:a16="http://schemas.microsoft.com/office/drawing/2014/main" id="{90E60D5F-7CD8-4372-9BD0-B2FC3E0EDAE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14" name="楕円 113013">
                          <a:extLst>
                            <a:ext uri="{FF2B5EF4-FFF2-40B4-BE49-F238E27FC236}">
                              <a16:creationId xmlns:a16="http://schemas.microsoft.com/office/drawing/2014/main" id="{8AD680B8-35C0-4E8D-846F-07597DA805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15" name="直線コネクタ 113014">
                          <a:extLst>
                            <a:ext uri="{FF2B5EF4-FFF2-40B4-BE49-F238E27FC236}">
                              <a16:creationId xmlns:a16="http://schemas.microsoft.com/office/drawing/2014/main" id="{A5060484-6C54-49D1-A733-D989314BA864}"/>
                            </a:ext>
                          </a:extLst>
                        </p:cNvPr>
                        <p:cNvCxnSpPr>
                          <a:cxnSpLocks/>
                          <a:stCxn id="113014" idx="6"/>
                          <a:endCxn id="11301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16" name="直線コネクタ 113015">
                          <a:extLst>
                            <a:ext uri="{FF2B5EF4-FFF2-40B4-BE49-F238E27FC236}">
                              <a16:creationId xmlns:a16="http://schemas.microsoft.com/office/drawing/2014/main" id="{70E32F02-9749-4B77-8EA8-BBD042F1A50A}"/>
                            </a:ext>
                          </a:extLst>
                        </p:cNvPr>
                        <p:cNvCxnSpPr>
                          <a:cxnSpLocks/>
                          <a:stCxn id="113014" idx="4"/>
                          <a:endCxn id="11301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3010" name="グループ化 113009">
                        <a:extLst>
                          <a:ext uri="{FF2B5EF4-FFF2-40B4-BE49-F238E27FC236}">
                            <a16:creationId xmlns:a16="http://schemas.microsoft.com/office/drawing/2014/main" id="{24168FC3-BDDD-4033-AB7E-D8336AA31B7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3011" name="楕円 113010">
                          <a:extLst>
                            <a:ext uri="{FF2B5EF4-FFF2-40B4-BE49-F238E27FC236}">
                              <a16:creationId xmlns:a16="http://schemas.microsoft.com/office/drawing/2014/main" id="{5727D675-FFF7-4C89-BB2A-0570D85F35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3012" name="直線コネクタ 113011">
                          <a:extLst>
                            <a:ext uri="{FF2B5EF4-FFF2-40B4-BE49-F238E27FC236}">
                              <a16:creationId xmlns:a16="http://schemas.microsoft.com/office/drawing/2014/main" id="{F797D871-0FDF-4DEF-9FA9-CE1A11DB53C3}"/>
                            </a:ext>
                          </a:extLst>
                        </p:cNvPr>
                        <p:cNvCxnSpPr>
                          <a:cxnSpLocks/>
                          <a:stCxn id="113011" idx="6"/>
                          <a:endCxn id="11301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13" name="直線コネクタ 113012">
                          <a:extLst>
                            <a:ext uri="{FF2B5EF4-FFF2-40B4-BE49-F238E27FC236}">
                              <a16:creationId xmlns:a16="http://schemas.microsoft.com/office/drawing/2014/main" id="{DA7F6F54-122A-4271-98BE-1D8A611D717D}"/>
                            </a:ext>
                          </a:extLst>
                        </p:cNvPr>
                        <p:cNvCxnSpPr>
                          <a:cxnSpLocks/>
                          <a:stCxn id="113011" idx="4"/>
                          <a:endCxn id="11301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12977" name="楕円 112976">
                      <a:extLst>
                        <a:ext uri="{FF2B5EF4-FFF2-40B4-BE49-F238E27FC236}">
                          <a16:creationId xmlns:a16="http://schemas.microsoft.com/office/drawing/2014/main" id="{ABA7DF0A-DD6C-4E1F-AD6C-9F3720AE074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12978" name="グループ化 112977">
                      <a:extLst>
                        <a:ext uri="{FF2B5EF4-FFF2-40B4-BE49-F238E27FC236}">
                          <a16:creationId xmlns:a16="http://schemas.microsoft.com/office/drawing/2014/main" id="{3A7B1295-2048-4690-B2C1-7812C9ABBDE7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12979" name="グループ化 112978">
                        <a:extLst>
                          <a:ext uri="{FF2B5EF4-FFF2-40B4-BE49-F238E27FC236}">
                            <a16:creationId xmlns:a16="http://schemas.microsoft.com/office/drawing/2014/main" id="{555C8515-9B71-47D0-94F7-305019AD09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3000" name="直線コネクタ 112999">
                          <a:extLst>
                            <a:ext uri="{FF2B5EF4-FFF2-40B4-BE49-F238E27FC236}">
                              <a16:creationId xmlns:a16="http://schemas.microsoft.com/office/drawing/2014/main" id="{B7CBA002-27E6-4F8B-9618-CA97954C9BB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01" name="直線コネクタ 113000">
                          <a:extLst>
                            <a:ext uri="{FF2B5EF4-FFF2-40B4-BE49-F238E27FC236}">
                              <a16:creationId xmlns:a16="http://schemas.microsoft.com/office/drawing/2014/main" id="{0ED2C4C1-889C-477F-A6CF-D366C7A2916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02" name="直線コネクタ 113001">
                          <a:extLst>
                            <a:ext uri="{FF2B5EF4-FFF2-40B4-BE49-F238E27FC236}">
                              <a16:creationId xmlns:a16="http://schemas.microsoft.com/office/drawing/2014/main" id="{39A087B6-93AB-4C36-A6D1-BD0FC4FD9FD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03" name="直線コネクタ 113002">
                          <a:extLst>
                            <a:ext uri="{FF2B5EF4-FFF2-40B4-BE49-F238E27FC236}">
                              <a16:creationId xmlns:a16="http://schemas.microsoft.com/office/drawing/2014/main" id="{3D8737B5-278C-41F9-8A8C-5A3CAE8B8C7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3004" name="直線コネクタ 113003">
                          <a:extLst>
                            <a:ext uri="{FF2B5EF4-FFF2-40B4-BE49-F238E27FC236}">
                              <a16:creationId xmlns:a16="http://schemas.microsoft.com/office/drawing/2014/main" id="{FBCE40BB-AE9A-4BCA-B922-9398D1FF560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80" name="グループ化 112979">
                        <a:extLst>
                          <a:ext uri="{FF2B5EF4-FFF2-40B4-BE49-F238E27FC236}">
                            <a16:creationId xmlns:a16="http://schemas.microsoft.com/office/drawing/2014/main" id="{7DED976F-888C-4445-9597-BE445CE037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97" name="楕円 112996">
                          <a:extLst>
                            <a:ext uri="{FF2B5EF4-FFF2-40B4-BE49-F238E27FC236}">
                              <a16:creationId xmlns:a16="http://schemas.microsoft.com/office/drawing/2014/main" id="{DE432999-1946-489E-B6E9-4EA2304E8ED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98" name="直線コネクタ 112997">
                          <a:extLst>
                            <a:ext uri="{FF2B5EF4-FFF2-40B4-BE49-F238E27FC236}">
                              <a16:creationId xmlns:a16="http://schemas.microsoft.com/office/drawing/2014/main" id="{1BCA7312-2031-48CB-92D0-A25C10B10AB5}"/>
                            </a:ext>
                          </a:extLst>
                        </p:cNvPr>
                        <p:cNvCxnSpPr>
                          <a:cxnSpLocks/>
                          <a:stCxn id="112997" idx="6"/>
                          <a:endCxn id="11299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99" name="直線コネクタ 112998">
                          <a:extLst>
                            <a:ext uri="{FF2B5EF4-FFF2-40B4-BE49-F238E27FC236}">
                              <a16:creationId xmlns:a16="http://schemas.microsoft.com/office/drawing/2014/main" id="{96A76A3B-46B9-4054-AE72-2C27906B3681}"/>
                            </a:ext>
                          </a:extLst>
                        </p:cNvPr>
                        <p:cNvCxnSpPr>
                          <a:cxnSpLocks/>
                          <a:stCxn id="112997" idx="4"/>
                          <a:endCxn id="11299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81" name="グループ化 112980">
                        <a:extLst>
                          <a:ext uri="{FF2B5EF4-FFF2-40B4-BE49-F238E27FC236}">
                            <a16:creationId xmlns:a16="http://schemas.microsoft.com/office/drawing/2014/main" id="{77614DA2-238D-4B17-9DAD-B7995F685A3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94" name="楕円 112993">
                          <a:extLst>
                            <a:ext uri="{FF2B5EF4-FFF2-40B4-BE49-F238E27FC236}">
                              <a16:creationId xmlns:a16="http://schemas.microsoft.com/office/drawing/2014/main" id="{A86B7932-B27F-4072-9C83-170859DE5BB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95" name="直線コネクタ 112994">
                          <a:extLst>
                            <a:ext uri="{FF2B5EF4-FFF2-40B4-BE49-F238E27FC236}">
                              <a16:creationId xmlns:a16="http://schemas.microsoft.com/office/drawing/2014/main" id="{BF25090C-DCDA-4440-8F10-60FDD3FD7530}"/>
                            </a:ext>
                          </a:extLst>
                        </p:cNvPr>
                        <p:cNvCxnSpPr>
                          <a:cxnSpLocks/>
                          <a:stCxn id="112994" idx="6"/>
                          <a:endCxn id="11299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96" name="直線コネクタ 112995">
                          <a:extLst>
                            <a:ext uri="{FF2B5EF4-FFF2-40B4-BE49-F238E27FC236}">
                              <a16:creationId xmlns:a16="http://schemas.microsoft.com/office/drawing/2014/main" id="{F9A11AAE-43C0-4620-AAFE-2014476B2933}"/>
                            </a:ext>
                          </a:extLst>
                        </p:cNvPr>
                        <p:cNvCxnSpPr>
                          <a:cxnSpLocks/>
                          <a:stCxn id="112994" idx="4"/>
                          <a:endCxn id="11299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82" name="グループ化 112981">
                        <a:extLst>
                          <a:ext uri="{FF2B5EF4-FFF2-40B4-BE49-F238E27FC236}">
                            <a16:creationId xmlns:a16="http://schemas.microsoft.com/office/drawing/2014/main" id="{F764A631-ABFF-48BC-8C1E-833D6D92D70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91" name="楕円 112990">
                          <a:extLst>
                            <a:ext uri="{FF2B5EF4-FFF2-40B4-BE49-F238E27FC236}">
                              <a16:creationId xmlns:a16="http://schemas.microsoft.com/office/drawing/2014/main" id="{274276F4-4EFE-46F6-8AFE-1C2B570556C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92" name="直線コネクタ 112991">
                          <a:extLst>
                            <a:ext uri="{FF2B5EF4-FFF2-40B4-BE49-F238E27FC236}">
                              <a16:creationId xmlns:a16="http://schemas.microsoft.com/office/drawing/2014/main" id="{E97B1E58-C107-4FDA-98E3-AF9CC470271B}"/>
                            </a:ext>
                          </a:extLst>
                        </p:cNvPr>
                        <p:cNvCxnSpPr>
                          <a:cxnSpLocks/>
                          <a:stCxn id="112991" idx="6"/>
                          <a:endCxn id="11299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93" name="直線コネクタ 112992">
                          <a:extLst>
                            <a:ext uri="{FF2B5EF4-FFF2-40B4-BE49-F238E27FC236}">
                              <a16:creationId xmlns:a16="http://schemas.microsoft.com/office/drawing/2014/main" id="{8D9DCDA6-4FE0-43F6-BE5D-41F56791C966}"/>
                            </a:ext>
                          </a:extLst>
                        </p:cNvPr>
                        <p:cNvCxnSpPr>
                          <a:cxnSpLocks/>
                          <a:stCxn id="112991" idx="4"/>
                          <a:endCxn id="11299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83" name="グループ化 112982">
                        <a:extLst>
                          <a:ext uri="{FF2B5EF4-FFF2-40B4-BE49-F238E27FC236}">
                            <a16:creationId xmlns:a16="http://schemas.microsoft.com/office/drawing/2014/main" id="{49C66C7A-E517-48EB-9BAB-4A820ABC10C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88" name="楕円 112987">
                          <a:extLst>
                            <a:ext uri="{FF2B5EF4-FFF2-40B4-BE49-F238E27FC236}">
                              <a16:creationId xmlns:a16="http://schemas.microsoft.com/office/drawing/2014/main" id="{14ECFD48-CE51-4DA6-8B7C-56E0A102C2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89" name="直線コネクタ 112988">
                          <a:extLst>
                            <a:ext uri="{FF2B5EF4-FFF2-40B4-BE49-F238E27FC236}">
                              <a16:creationId xmlns:a16="http://schemas.microsoft.com/office/drawing/2014/main" id="{E8A3CEA1-4F6A-4AFF-BED0-8FE8F01128BE}"/>
                            </a:ext>
                          </a:extLst>
                        </p:cNvPr>
                        <p:cNvCxnSpPr>
                          <a:cxnSpLocks/>
                          <a:stCxn id="112988" idx="6"/>
                          <a:endCxn id="11298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90" name="直線コネクタ 112989">
                          <a:extLst>
                            <a:ext uri="{FF2B5EF4-FFF2-40B4-BE49-F238E27FC236}">
                              <a16:creationId xmlns:a16="http://schemas.microsoft.com/office/drawing/2014/main" id="{CDD06CE8-3A24-4EEB-BCC8-CE0CDDC8F015}"/>
                            </a:ext>
                          </a:extLst>
                        </p:cNvPr>
                        <p:cNvCxnSpPr>
                          <a:cxnSpLocks/>
                          <a:stCxn id="112988" idx="4"/>
                          <a:endCxn id="11298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84" name="グループ化 112983">
                        <a:extLst>
                          <a:ext uri="{FF2B5EF4-FFF2-40B4-BE49-F238E27FC236}">
                            <a16:creationId xmlns:a16="http://schemas.microsoft.com/office/drawing/2014/main" id="{EC6F3959-C9D3-415F-863C-163B8F1484B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85" name="楕円 112984">
                          <a:extLst>
                            <a:ext uri="{FF2B5EF4-FFF2-40B4-BE49-F238E27FC236}">
                              <a16:creationId xmlns:a16="http://schemas.microsoft.com/office/drawing/2014/main" id="{28D2C716-1313-406F-AFC0-5396AF137A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86" name="直線コネクタ 112985">
                          <a:extLst>
                            <a:ext uri="{FF2B5EF4-FFF2-40B4-BE49-F238E27FC236}">
                              <a16:creationId xmlns:a16="http://schemas.microsoft.com/office/drawing/2014/main" id="{60E18CCB-0846-4783-859D-B7037339EA43}"/>
                            </a:ext>
                          </a:extLst>
                        </p:cNvPr>
                        <p:cNvCxnSpPr>
                          <a:cxnSpLocks/>
                          <a:stCxn id="112985" idx="6"/>
                          <a:endCxn id="11298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87" name="直線コネクタ 112986">
                          <a:extLst>
                            <a:ext uri="{FF2B5EF4-FFF2-40B4-BE49-F238E27FC236}">
                              <a16:creationId xmlns:a16="http://schemas.microsoft.com/office/drawing/2014/main" id="{519917C6-4825-4C82-93A8-5B5D75F52D4B}"/>
                            </a:ext>
                          </a:extLst>
                        </p:cNvPr>
                        <p:cNvCxnSpPr>
                          <a:cxnSpLocks/>
                          <a:stCxn id="112985" idx="4"/>
                          <a:endCxn id="11298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12668" name="グループ化 112667">
                    <a:extLst>
                      <a:ext uri="{FF2B5EF4-FFF2-40B4-BE49-F238E27FC236}">
                        <a16:creationId xmlns:a16="http://schemas.microsoft.com/office/drawing/2014/main" id="{A562753F-E77F-44A2-9CEE-27B285C52B28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5296236" y="6130656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2942" name="グループ化 112941">
                      <a:extLst>
                        <a:ext uri="{FF2B5EF4-FFF2-40B4-BE49-F238E27FC236}">
                          <a16:creationId xmlns:a16="http://schemas.microsoft.com/office/drawing/2014/main" id="{1F9BD859-D3DB-4D51-BB9C-14A1F9B4B3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2967" name="直線コネクタ 112966">
                        <a:extLst>
                          <a:ext uri="{FF2B5EF4-FFF2-40B4-BE49-F238E27FC236}">
                            <a16:creationId xmlns:a16="http://schemas.microsoft.com/office/drawing/2014/main" id="{58FA9B87-1F35-4366-AA03-3E413C965B3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68" name="直線コネクタ 112967">
                        <a:extLst>
                          <a:ext uri="{FF2B5EF4-FFF2-40B4-BE49-F238E27FC236}">
                            <a16:creationId xmlns:a16="http://schemas.microsoft.com/office/drawing/2014/main" id="{37F47601-D7F2-44B6-AB05-BA9A4E7E784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69" name="直線コネクタ 112968">
                        <a:extLst>
                          <a:ext uri="{FF2B5EF4-FFF2-40B4-BE49-F238E27FC236}">
                            <a16:creationId xmlns:a16="http://schemas.microsoft.com/office/drawing/2014/main" id="{16B2C8F1-DC9A-42C1-B755-AEC4132EDFC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70" name="直線コネクタ 112969">
                        <a:extLst>
                          <a:ext uri="{FF2B5EF4-FFF2-40B4-BE49-F238E27FC236}">
                            <a16:creationId xmlns:a16="http://schemas.microsoft.com/office/drawing/2014/main" id="{A4FBE6AD-D28C-4252-A078-116F7C43489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71" name="直線コネクタ 112970">
                        <a:extLst>
                          <a:ext uri="{FF2B5EF4-FFF2-40B4-BE49-F238E27FC236}">
                            <a16:creationId xmlns:a16="http://schemas.microsoft.com/office/drawing/2014/main" id="{C938F489-7DB2-48A0-B9D8-655D55E1E97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72" name="直線コネクタ 112971">
                        <a:extLst>
                          <a:ext uri="{FF2B5EF4-FFF2-40B4-BE49-F238E27FC236}">
                            <a16:creationId xmlns:a16="http://schemas.microsoft.com/office/drawing/2014/main" id="{5D2D9322-DC93-4D77-B225-6C99F36DAF0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73" name="直線コネクタ 112972">
                        <a:extLst>
                          <a:ext uri="{FF2B5EF4-FFF2-40B4-BE49-F238E27FC236}">
                            <a16:creationId xmlns:a16="http://schemas.microsoft.com/office/drawing/2014/main" id="{78B6D15D-8703-4FE9-9FF2-E7112FCC07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74" name="直線コネクタ 112973">
                        <a:extLst>
                          <a:ext uri="{FF2B5EF4-FFF2-40B4-BE49-F238E27FC236}">
                            <a16:creationId xmlns:a16="http://schemas.microsoft.com/office/drawing/2014/main" id="{4B2BD31D-327F-4DD3-87D7-C53D15F228B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75" name="直線コネクタ 112974">
                        <a:extLst>
                          <a:ext uri="{FF2B5EF4-FFF2-40B4-BE49-F238E27FC236}">
                            <a16:creationId xmlns:a16="http://schemas.microsoft.com/office/drawing/2014/main" id="{91BBB1D1-9087-4EB6-8916-90742CF09EC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943" name="グループ化 112942">
                      <a:extLst>
                        <a:ext uri="{FF2B5EF4-FFF2-40B4-BE49-F238E27FC236}">
                          <a16:creationId xmlns:a16="http://schemas.microsoft.com/office/drawing/2014/main" id="{27591552-C1DD-4BD7-B920-EF7E9BFEED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964" name="楕円 112963">
                        <a:extLst>
                          <a:ext uri="{FF2B5EF4-FFF2-40B4-BE49-F238E27FC236}">
                            <a16:creationId xmlns:a16="http://schemas.microsoft.com/office/drawing/2014/main" id="{01D18957-C631-475B-98F0-1548CFEE2D7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965" name="直線コネクタ 112964">
                        <a:extLst>
                          <a:ext uri="{FF2B5EF4-FFF2-40B4-BE49-F238E27FC236}">
                            <a16:creationId xmlns:a16="http://schemas.microsoft.com/office/drawing/2014/main" id="{E4C1FDD0-2736-4240-8CEF-04DA7D1B052B}"/>
                          </a:ext>
                        </a:extLst>
                      </p:cNvPr>
                      <p:cNvCxnSpPr>
                        <a:cxnSpLocks/>
                        <a:stCxn id="112964" idx="6"/>
                        <a:endCxn id="11296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66" name="直線コネクタ 112965">
                        <a:extLst>
                          <a:ext uri="{FF2B5EF4-FFF2-40B4-BE49-F238E27FC236}">
                            <a16:creationId xmlns:a16="http://schemas.microsoft.com/office/drawing/2014/main" id="{7AE3D6DF-2BC5-495D-8920-520387E9CEC7}"/>
                          </a:ext>
                        </a:extLst>
                      </p:cNvPr>
                      <p:cNvCxnSpPr>
                        <a:cxnSpLocks/>
                        <a:stCxn id="112964" idx="4"/>
                        <a:endCxn id="11296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944" name="グループ化 112943">
                      <a:extLst>
                        <a:ext uri="{FF2B5EF4-FFF2-40B4-BE49-F238E27FC236}">
                          <a16:creationId xmlns:a16="http://schemas.microsoft.com/office/drawing/2014/main" id="{A9EB9CDE-F765-4A35-B519-793A538C49FF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961" name="楕円 112960">
                        <a:extLst>
                          <a:ext uri="{FF2B5EF4-FFF2-40B4-BE49-F238E27FC236}">
                            <a16:creationId xmlns:a16="http://schemas.microsoft.com/office/drawing/2014/main" id="{624DFDEF-DDDF-4923-98A1-FBF92B5CB01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962" name="直線コネクタ 112961">
                        <a:extLst>
                          <a:ext uri="{FF2B5EF4-FFF2-40B4-BE49-F238E27FC236}">
                            <a16:creationId xmlns:a16="http://schemas.microsoft.com/office/drawing/2014/main" id="{DF827A78-6B34-40D7-B736-31D54B0236A6}"/>
                          </a:ext>
                        </a:extLst>
                      </p:cNvPr>
                      <p:cNvCxnSpPr>
                        <a:cxnSpLocks/>
                        <a:stCxn id="112961" idx="6"/>
                        <a:endCxn id="11296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63" name="直線コネクタ 112962">
                        <a:extLst>
                          <a:ext uri="{FF2B5EF4-FFF2-40B4-BE49-F238E27FC236}">
                            <a16:creationId xmlns:a16="http://schemas.microsoft.com/office/drawing/2014/main" id="{C66B92CB-7ACD-4A0E-B14C-3B4E86ED7B4E}"/>
                          </a:ext>
                        </a:extLst>
                      </p:cNvPr>
                      <p:cNvCxnSpPr>
                        <a:cxnSpLocks/>
                        <a:stCxn id="112961" idx="4"/>
                        <a:endCxn id="11296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945" name="グループ化 112944">
                      <a:extLst>
                        <a:ext uri="{FF2B5EF4-FFF2-40B4-BE49-F238E27FC236}">
                          <a16:creationId xmlns:a16="http://schemas.microsoft.com/office/drawing/2014/main" id="{354908E6-FEDA-4581-85F1-DB02BA2639A8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958" name="楕円 112957">
                        <a:extLst>
                          <a:ext uri="{FF2B5EF4-FFF2-40B4-BE49-F238E27FC236}">
                            <a16:creationId xmlns:a16="http://schemas.microsoft.com/office/drawing/2014/main" id="{EC860048-3E9E-4313-833B-E8BA77BC7BF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959" name="直線コネクタ 112958">
                        <a:extLst>
                          <a:ext uri="{FF2B5EF4-FFF2-40B4-BE49-F238E27FC236}">
                            <a16:creationId xmlns:a16="http://schemas.microsoft.com/office/drawing/2014/main" id="{0E5C8B1D-12CD-4E58-840D-D5ADD2931113}"/>
                          </a:ext>
                        </a:extLst>
                      </p:cNvPr>
                      <p:cNvCxnSpPr>
                        <a:cxnSpLocks/>
                        <a:stCxn id="112958" idx="6"/>
                        <a:endCxn id="11295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60" name="直線コネクタ 112959">
                        <a:extLst>
                          <a:ext uri="{FF2B5EF4-FFF2-40B4-BE49-F238E27FC236}">
                            <a16:creationId xmlns:a16="http://schemas.microsoft.com/office/drawing/2014/main" id="{17A27447-767E-4E8B-9DBD-9C9F3874039A}"/>
                          </a:ext>
                        </a:extLst>
                      </p:cNvPr>
                      <p:cNvCxnSpPr>
                        <a:cxnSpLocks/>
                        <a:stCxn id="112958" idx="4"/>
                        <a:endCxn id="11295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946" name="グループ化 112945">
                      <a:extLst>
                        <a:ext uri="{FF2B5EF4-FFF2-40B4-BE49-F238E27FC236}">
                          <a16:creationId xmlns:a16="http://schemas.microsoft.com/office/drawing/2014/main" id="{DA899AC9-9EE5-4A4E-AB97-2F7851DAD8A7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955" name="楕円 112954">
                        <a:extLst>
                          <a:ext uri="{FF2B5EF4-FFF2-40B4-BE49-F238E27FC236}">
                            <a16:creationId xmlns:a16="http://schemas.microsoft.com/office/drawing/2014/main" id="{DDFFD216-F6E2-4F37-8DFD-79EEBC08E5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956" name="直線コネクタ 112955">
                        <a:extLst>
                          <a:ext uri="{FF2B5EF4-FFF2-40B4-BE49-F238E27FC236}">
                            <a16:creationId xmlns:a16="http://schemas.microsoft.com/office/drawing/2014/main" id="{810DD884-CF91-438C-B770-1B16187A3BDA}"/>
                          </a:ext>
                        </a:extLst>
                      </p:cNvPr>
                      <p:cNvCxnSpPr>
                        <a:cxnSpLocks/>
                        <a:stCxn id="112955" idx="6"/>
                        <a:endCxn id="11295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57" name="直線コネクタ 112956">
                        <a:extLst>
                          <a:ext uri="{FF2B5EF4-FFF2-40B4-BE49-F238E27FC236}">
                            <a16:creationId xmlns:a16="http://schemas.microsoft.com/office/drawing/2014/main" id="{5B8C61B2-2734-48A7-8277-FF28949AA1B8}"/>
                          </a:ext>
                        </a:extLst>
                      </p:cNvPr>
                      <p:cNvCxnSpPr>
                        <a:cxnSpLocks/>
                        <a:stCxn id="112955" idx="4"/>
                        <a:endCxn id="11295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947" name="グループ化 112946">
                      <a:extLst>
                        <a:ext uri="{FF2B5EF4-FFF2-40B4-BE49-F238E27FC236}">
                          <a16:creationId xmlns:a16="http://schemas.microsoft.com/office/drawing/2014/main" id="{078FF3C3-CA3D-4598-A05F-6C902473E5D2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952" name="楕円 112951">
                        <a:extLst>
                          <a:ext uri="{FF2B5EF4-FFF2-40B4-BE49-F238E27FC236}">
                            <a16:creationId xmlns:a16="http://schemas.microsoft.com/office/drawing/2014/main" id="{47E345D6-BEC0-4EBE-9C2A-49B0B63114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953" name="直線コネクタ 112952">
                        <a:extLst>
                          <a:ext uri="{FF2B5EF4-FFF2-40B4-BE49-F238E27FC236}">
                            <a16:creationId xmlns:a16="http://schemas.microsoft.com/office/drawing/2014/main" id="{CE7211ED-ECE6-46F0-8114-F995C240B1B5}"/>
                          </a:ext>
                        </a:extLst>
                      </p:cNvPr>
                      <p:cNvCxnSpPr>
                        <a:cxnSpLocks/>
                        <a:stCxn id="112952" idx="6"/>
                        <a:endCxn id="11295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54" name="直線コネクタ 112953">
                        <a:extLst>
                          <a:ext uri="{FF2B5EF4-FFF2-40B4-BE49-F238E27FC236}">
                            <a16:creationId xmlns:a16="http://schemas.microsoft.com/office/drawing/2014/main" id="{B74AF12A-A78A-45EC-95B3-6D11D16B92DE}"/>
                          </a:ext>
                        </a:extLst>
                      </p:cNvPr>
                      <p:cNvCxnSpPr>
                        <a:cxnSpLocks/>
                        <a:stCxn id="112952" idx="4"/>
                        <a:endCxn id="11295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948" name="グループ化 112947">
                      <a:extLst>
                        <a:ext uri="{FF2B5EF4-FFF2-40B4-BE49-F238E27FC236}">
                          <a16:creationId xmlns:a16="http://schemas.microsoft.com/office/drawing/2014/main" id="{98A8BBBC-1F89-422D-ACE0-AA31DCBA7014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949" name="楕円 112948">
                        <a:extLst>
                          <a:ext uri="{FF2B5EF4-FFF2-40B4-BE49-F238E27FC236}">
                            <a16:creationId xmlns:a16="http://schemas.microsoft.com/office/drawing/2014/main" id="{CD087A0E-763C-41ED-B6B8-F3299D9A4C3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950" name="直線コネクタ 112949">
                        <a:extLst>
                          <a:ext uri="{FF2B5EF4-FFF2-40B4-BE49-F238E27FC236}">
                            <a16:creationId xmlns:a16="http://schemas.microsoft.com/office/drawing/2014/main" id="{9CAA758C-C548-4B36-B55C-BC79E79709C6}"/>
                          </a:ext>
                        </a:extLst>
                      </p:cNvPr>
                      <p:cNvCxnSpPr>
                        <a:cxnSpLocks/>
                        <a:stCxn id="112949" idx="6"/>
                        <a:endCxn id="11294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951" name="直線コネクタ 112950">
                        <a:extLst>
                          <a:ext uri="{FF2B5EF4-FFF2-40B4-BE49-F238E27FC236}">
                            <a16:creationId xmlns:a16="http://schemas.microsoft.com/office/drawing/2014/main" id="{D254FC20-2799-4595-818E-8AABAFA5E19A}"/>
                          </a:ext>
                        </a:extLst>
                      </p:cNvPr>
                      <p:cNvCxnSpPr>
                        <a:cxnSpLocks/>
                        <a:stCxn id="112949" idx="4"/>
                        <a:endCxn id="11294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12669" name="グループ化 112668">
                    <a:extLst>
                      <a:ext uri="{FF2B5EF4-FFF2-40B4-BE49-F238E27FC236}">
                        <a16:creationId xmlns:a16="http://schemas.microsoft.com/office/drawing/2014/main" id="{91CD3AC9-248E-4C80-8696-DCA17CDD0487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520692" y="5629120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12887" name="グループ化 112886">
                      <a:extLst>
                        <a:ext uri="{FF2B5EF4-FFF2-40B4-BE49-F238E27FC236}">
                          <a16:creationId xmlns:a16="http://schemas.microsoft.com/office/drawing/2014/main" id="{788EF7DF-05F8-4F61-99D9-B192BE1CBF94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12916" name="グループ化 112915">
                        <a:extLst>
                          <a:ext uri="{FF2B5EF4-FFF2-40B4-BE49-F238E27FC236}">
                            <a16:creationId xmlns:a16="http://schemas.microsoft.com/office/drawing/2014/main" id="{AE4EF3E3-708C-42BC-8B2E-80A1FC6B7C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2937" name="直線コネクタ 112936">
                          <a:extLst>
                            <a:ext uri="{FF2B5EF4-FFF2-40B4-BE49-F238E27FC236}">
                              <a16:creationId xmlns:a16="http://schemas.microsoft.com/office/drawing/2014/main" id="{90F18102-E5CD-40D5-8839-CE4BA835CC2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38" name="直線コネクタ 112937">
                          <a:extLst>
                            <a:ext uri="{FF2B5EF4-FFF2-40B4-BE49-F238E27FC236}">
                              <a16:creationId xmlns:a16="http://schemas.microsoft.com/office/drawing/2014/main" id="{D8625DCE-29AE-4993-BB8C-3128573178F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39" name="直線コネクタ 112938">
                          <a:extLst>
                            <a:ext uri="{FF2B5EF4-FFF2-40B4-BE49-F238E27FC236}">
                              <a16:creationId xmlns:a16="http://schemas.microsoft.com/office/drawing/2014/main" id="{0FB80090-8CEF-440A-8CE5-BA104B7BAB1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40" name="直線コネクタ 112939">
                          <a:extLst>
                            <a:ext uri="{FF2B5EF4-FFF2-40B4-BE49-F238E27FC236}">
                              <a16:creationId xmlns:a16="http://schemas.microsoft.com/office/drawing/2014/main" id="{57031AE0-E1C7-4834-A785-F9A0079D26C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41" name="直線コネクタ 112940">
                          <a:extLst>
                            <a:ext uri="{FF2B5EF4-FFF2-40B4-BE49-F238E27FC236}">
                              <a16:creationId xmlns:a16="http://schemas.microsoft.com/office/drawing/2014/main" id="{F5AACD06-E9E5-4F8D-943F-64782C7EFC3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17" name="グループ化 112916">
                        <a:extLst>
                          <a:ext uri="{FF2B5EF4-FFF2-40B4-BE49-F238E27FC236}">
                            <a16:creationId xmlns:a16="http://schemas.microsoft.com/office/drawing/2014/main" id="{64205E22-EE79-4A38-AB88-0B7B0C80E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34" name="楕円 112933">
                          <a:extLst>
                            <a:ext uri="{FF2B5EF4-FFF2-40B4-BE49-F238E27FC236}">
                              <a16:creationId xmlns:a16="http://schemas.microsoft.com/office/drawing/2014/main" id="{EE6F29F4-9A2C-4675-91C1-3071E8A04A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35" name="直線コネクタ 112934">
                          <a:extLst>
                            <a:ext uri="{FF2B5EF4-FFF2-40B4-BE49-F238E27FC236}">
                              <a16:creationId xmlns:a16="http://schemas.microsoft.com/office/drawing/2014/main" id="{587C2A5D-6D23-4770-938B-E0A044E07C99}"/>
                            </a:ext>
                          </a:extLst>
                        </p:cNvPr>
                        <p:cNvCxnSpPr>
                          <a:cxnSpLocks/>
                          <a:stCxn id="112934" idx="6"/>
                          <a:endCxn id="11293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36" name="直線コネクタ 112935">
                          <a:extLst>
                            <a:ext uri="{FF2B5EF4-FFF2-40B4-BE49-F238E27FC236}">
                              <a16:creationId xmlns:a16="http://schemas.microsoft.com/office/drawing/2014/main" id="{8CAB31B1-02BD-489B-8FD1-2C98D91C096A}"/>
                            </a:ext>
                          </a:extLst>
                        </p:cNvPr>
                        <p:cNvCxnSpPr>
                          <a:cxnSpLocks/>
                          <a:stCxn id="112934" idx="4"/>
                          <a:endCxn id="11293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18" name="グループ化 112917">
                        <a:extLst>
                          <a:ext uri="{FF2B5EF4-FFF2-40B4-BE49-F238E27FC236}">
                            <a16:creationId xmlns:a16="http://schemas.microsoft.com/office/drawing/2014/main" id="{BE3021DA-2519-45D1-8D2C-7CE5F437F87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31" name="楕円 112930">
                          <a:extLst>
                            <a:ext uri="{FF2B5EF4-FFF2-40B4-BE49-F238E27FC236}">
                              <a16:creationId xmlns:a16="http://schemas.microsoft.com/office/drawing/2014/main" id="{56E4A351-9ED1-4BE7-8F3A-D07117595FC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32" name="直線コネクタ 112931">
                          <a:extLst>
                            <a:ext uri="{FF2B5EF4-FFF2-40B4-BE49-F238E27FC236}">
                              <a16:creationId xmlns:a16="http://schemas.microsoft.com/office/drawing/2014/main" id="{0643D13B-F849-4C01-B257-482FA5822F1F}"/>
                            </a:ext>
                          </a:extLst>
                        </p:cNvPr>
                        <p:cNvCxnSpPr>
                          <a:cxnSpLocks/>
                          <a:stCxn id="112931" idx="6"/>
                          <a:endCxn id="11293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33" name="直線コネクタ 112932">
                          <a:extLst>
                            <a:ext uri="{FF2B5EF4-FFF2-40B4-BE49-F238E27FC236}">
                              <a16:creationId xmlns:a16="http://schemas.microsoft.com/office/drawing/2014/main" id="{9CD14CE3-7530-49E1-99E7-136D57CF8847}"/>
                            </a:ext>
                          </a:extLst>
                        </p:cNvPr>
                        <p:cNvCxnSpPr>
                          <a:cxnSpLocks/>
                          <a:stCxn id="112931" idx="4"/>
                          <a:endCxn id="11293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19" name="グループ化 112918">
                        <a:extLst>
                          <a:ext uri="{FF2B5EF4-FFF2-40B4-BE49-F238E27FC236}">
                            <a16:creationId xmlns:a16="http://schemas.microsoft.com/office/drawing/2014/main" id="{385BCD7F-805B-4AE6-80FD-23075B28640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28" name="楕円 112927">
                          <a:extLst>
                            <a:ext uri="{FF2B5EF4-FFF2-40B4-BE49-F238E27FC236}">
                              <a16:creationId xmlns:a16="http://schemas.microsoft.com/office/drawing/2014/main" id="{073D129C-7E02-4901-8499-806462301D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29" name="直線コネクタ 112928">
                          <a:extLst>
                            <a:ext uri="{FF2B5EF4-FFF2-40B4-BE49-F238E27FC236}">
                              <a16:creationId xmlns:a16="http://schemas.microsoft.com/office/drawing/2014/main" id="{93B3F972-9F04-4DEE-A98A-863FAAF257C9}"/>
                            </a:ext>
                          </a:extLst>
                        </p:cNvPr>
                        <p:cNvCxnSpPr>
                          <a:cxnSpLocks/>
                          <a:stCxn id="112928" idx="6"/>
                          <a:endCxn id="11292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30" name="直線コネクタ 112929">
                          <a:extLst>
                            <a:ext uri="{FF2B5EF4-FFF2-40B4-BE49-F238E27FC236}">
                              <a16:creationId xmlns:a16="http://schemas.microsoft.com/office/drawing/2014/main" id="{A48F66F3-7B99-4EFF-8064-BFF867492DDF}"/>
                            </a:ext>
                          </a:extLst>
                        </p:cNvPr>
                        <p:cNvCxnSpPr>
                          <a:cxnSpLocks/>
                          <a:stCxn id="112928" idx="4"/>
                          <a:endCxn id="11292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20" name="グループ化 112919">
                        <a:extLst>
                          <a:ext uri="{FF2B5EF4-FFF2-40B4-BE49-F238E27FC236}">
                            <a16:creationId xmlns:a16="http://schemas.microsoft.com/office/drawing/2014/main" id="{AA7DFF0B-1352-470F-AF06-E9FAF0D5EAA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25" name="楕円 112924">
                          <a:extLst>
                            <a:ext uri="{FF2B5EF4-FFF2-40B4-BE49-F238E27FC236}">
                              <a16:creationId xmlns:a16="http://schemas.microsoft.com/office/drawing/2014/main" id="{5060B73E-4A63-4C22-85C1-86B7DCA9F2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26" name="直線コネクタ 112925">
                          <a:extLst>
                            <a:ext uri="{FF2B5EF4-FFF2-40B4-BE49-F238E27FC236}">
                              <a16:creationId xmlns:a16="http://schemas.microsoft.com/office/drawing/2014/main" id="{AB240968-5708-4B58-8F85-73C9CEFCFC1E}"/>
                            </a:ext>
                          </a:extLst>
                        </p:cNvPr>
                        <p:cNvCxnSpPr>
                          <a:cxnSpLocks/>
                          <a:stCxn id="112925" idx="6"/>
                          <a:endCxn id="11292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27" name="直線コネクタ 112926">
                          <a:extLst>
                            <a:ext uri="{FF2B5EF4-FFF2-40B4-BE49-F238E27FC236}">
                              <a16:creationId xmlns:a16="http://schemas.microsoft.com/office/drawing/2014/main" id="{CB18D5EC-D661-4E29-8A6F-7957C08A5950}"/>
                            </a:ext>
                          </a:extLst>
                        </p:cNvPr>
                        <p:cNvCxnSpPr>
                          <a:cxnSpLocks/>
                          <a:stCxn id="112925" idx="4"/>
                          <a:endCxn id="11292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921" name="グループ化 112920">
                        <a:extLst>
                          <a:ext uri="{FF2B5EF4-FFF2-40B4-BE49-F238E27FC236}">
                            <a16:creationId xmlns:a16="http://schemas.microsoft.com/office/drawing/2014/main" id="{B7D4B833-7CA0-45E4-ABEF-D9B1F64EBF2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22" name="楕円 112921">
                          <a:extLst>
                            <a:ext uri="{FF2B5EF4-FFF2-40B4-BE49-F238E27FC236}">
                              <a16:creationId xmlns:a16="http://schemas.microsoft.com/office/drawing/2014/main" id="{51325D8F-08BA-44FE-9992-BFD1CBE3A2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23" name="直線コネクタ 112922">
                          <a:extLst>
                            <a:ext uri="{FF2B5EF4-FFF2-40B4-BE49-F238E27FC236}">
                              <a16:creationId xmlns:a16="http://schemas.microsoft.com/office/drawing/2014/main" id="{F1ACC5C5-D5EC-4E88-A074-DB5EDF180B17}"/>
                            </a:ext>
                          </a:extLst>
                        </p:cNvPr>
                        <p:cNvCxnSpPr>
                          <a:cxnSpLocks/>
                          <a:stCxn id="112922" idx="6"/>
                          <a:endCxn id="11292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24" name="直線コネクタ 112923">
                          <a:extLst>
                            <a:ext uri="{FF2B5EF4-FFF2-40B4-BE49-F238E27FC236}">
                              <a16:creationId xmlns:a16="http://schemas.microsoft.com/office/drawing/2014/main" id="{96E29FDA-C282-4EBE-BB5B-3B1EF42D087D}"/>
                            </a:ext>
                          </a:extLst>
                        </p:cNvPr>
                        <p:cNvCxnSpPr>
                          <a:cxnSpLocks/>
                          <a:stCxn id="112922" idx="4"/>
                          <a:endCxn id="11292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12888" name="楕円 112887">
                      <a:extLst>
                        <a:ext uri="{FF2B5EF4-FFF2-40B4-BE49-F238E27FC236}">
                          <a16:creationId xmlns:a16="http://schemas.microsoft.com/office/drawing/2014/main" id="{FD82842F-FCFF-4CB3-B372-A565BE791BD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12889" name="グループ化 112888">
                      <a:extLst>
                        <a:ext uri="{FF2B5EF4-FFF2-40B4-BE49-F238E27FC236}">
                          <a16:creationId xmlns:a16="http://schemas.microsoft.com/office/drawing/2014/main" id="{226E8392-A3D6-4822-9264-0D01334974C2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12890" name="グループ化 112889">
                        <a:extLst>
                          <a:ext uri="{FF2B5EF4-FFF2-40B4-BE49-F238E27FC236}">
                            <a16:creationId xmlns:a16="http://schemas.microsoft.com/office/drawing/2014/main" id="{F6A1940B-3610-4E3E-BE4F-81F9C1347E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2911" name="直線コネクタ 112910">
                          <a:extLst>
                            <a:ext uri="{FF2B5EF4-FFF2-40B4-BE49-F238E27FC236}">
                              <a16:creationId xmlns:a16="http://schemas.microsoft.com/office/drawing/2014/main" id="{26201730-D870-439A-AC9D-65C22CAEEC0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12" name="直線コネクタ 112911">
                          <a:extLst>
                            <a:ext uri="{FF2B5EF4-FFF2-40B4-BE49-F238E27FC236}">
                              <a16:creationId xmlns:a16="http://schemas.microsoft.com/office/drawing/2014/main" id="{6FA8639C-B7E6-4444-9211-1BAB816C356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13" name="直線コネクタ 112912">
                          <a:extLst>
                            <a:ext uri="{FF2B5EF4-FFF2-40B4-BE49-F238E27FC236}">
                              <a16:creationId xmlns:a16="http://schemas.microsoft.com/office/drawing/2014/main" id="{F03F110F-238D-466A-9256-751865BE543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14" name="直線コネクタ 112913">
                          <a:extLst>
                            <a:ext uri="{FF2B5EF4-FFF2-40B4-BE49-F238E27FC236}">
                              <a16:creationId xmlns:a16="http://schemas.microsoft.com/office/drawing/2014/main" id="{FEB04949-364E-432F-8950-3FD488DE451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15" name="直線コネクタ 112914">
                          <a:extLst>
                            <a:ext uri="{FF2B5EF4-FFF2-40B4-BE49-F238E27FC236}">
                              <a16:creationId xmlns:a16="http://schemas.microsoft.com/office/drawing/2014/main" id="{85BD020B-659A-4500-98A1-E7145FACB02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91" name="グループ化 112890">
                        <a:extLst>
                          <a:ext uri="{FF2B5EF4-FFF2-40B4-BE49-F238E27FC236}">
                            <a16:creationId xmlns:a16="http://schemas.microsoft.com/office/drawing/2014/main" id="{E6F539B0-F45A-4EBA-9FC6-183606C23F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08" name="楕円 112907">
                          <a:extLst>
                            <a:ext uri="{FF2B5EF4-FFF2-40B4-BE49-F238E27FC236}">
                              <a16:creationId xmlns:a16="http://schemas.microsoft.com/office/drawing/2014/main" id="{62D00E83-5814-440D-8D34-4AB35597B55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09" name="直線コネクタ 112908">
                          <a:extLst>
                            <a:ext uri="{FF2B5EF4-FFF2-40B4-BE49-F238E27FC236}">
                              <a16:creationId xmlns:a16="http://schemas.microsoft.com/office/drawing/2014/main" id="{C05170A2-CE6C-4CAE-9B28-ACADED1CF1A6}"/>
                            </a:ext>
                          </a:extLst>
                        </p:cNvPr>
                        <p:cNvCxnSpPr>
                          <a:cxnSpLocks/>
                          <a:stCxn id="112908" idx="6"/>
                          <a:endCxn id="11290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10" name="直線コネクタ 112909">
                          <a:extLst>
                            <a:ext uri="{FF2B5EF4-FFF2-40B4-BE49-F238E27FC236}">
                              <a16:creationId xmlns:a16="http://schemas.microsoft.com/office/drawing/2014/main" id="{76AC64D2-6ACF-4F0F-AABA-24F9CAD15295}"/>
                            </a:ext>
                          </a:extLst>
                        </p:cNvPr>
                        <p:cNvCxnSpPr>
                          <a:cxnSpLocks/>
                          <a:stCxn id="112908" idx="4"/>
                          <a:endCxn id="11290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92" name="グループ化 112891">
                        <a:extLst>
                          <a:ext uri="{FF2B5EF4-FFF2-40B4-BE49-F238E27FC236}">
                            <a16:creationId xmlns:a16="http://schemas.microsoft.com/office/drawing/2014/main" id="{AC632D83-9BBA-4193-96BF-8D526E37A60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05" name="楕円 112904">
                          <a:extLst>
                            <a:ext uri="{FF2B5EF4-FFF2-40B4-BE49-F238E27FC236}">
                              <a16:creationId xmlns:a16="http://schemas.microsoft.com/office/drawing/2014/main" id="{2A7C45E9-A8A6-4DEC-BF29-D66867788C8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06" name="直線コネクタ 112905">
                          <a:extLst>
                            <a:ext uri="{FF2B5EF4-FFF2-40B4-BE49-F238E27FC236}">
                              <a16:creationId xmlns:a16="http://schemas.microsoft.com/office/drawing/2014/main" id="{EEA45E00-FDAD-477C-B47E-5032D4228771}"/>
                            </a:ext>
                          </a:extLst>
                        </p:cNvPr>
                        <p:cNvCxnSpPr>
                          <a:cxnSpLocks/>
                          <a:stCxn id="112905" idx="6"/>
                          <a:endCxn id="11290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07" name="直線コネクタ 112906">
                          <a:extLst>
                            <a:ext uri="{FF2B5EF4-FFF2-40B4-BE49-F238E27FC236}">
                              <a16:creationId xmlns:a16="http://schemas.microsoft.com/office/drawing/2014/main" id="{7BBE1F55-2FF7-4E0D-9A24-6289F70ABAC7}"/>
                            </a:ext>
                          </a:extLst>
                        </p:cNvPr>
                        <p:cNvCxnSpPr>
                          <a:cxnSpLocks/>
                          <a:stCxn id="112905" idx="4"/>
                          <a:endCxn id="11290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93" name="グループ化 112892">
                        <a:extLst>
                          <a:ext uri="{FF2B5EF4-FFF2-40B4-BE49-F238E27FC236}">
                            <a16:creationId xmlns:a16="http://schemas.microsoft.com/office/drawing/2014/main" id="{48E80D60-BBB7-4A61-8DD6-4325EA4ABDD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902" name="楕円 112901">
                          <a:extLst>
                            <a:ext uri="{FF2B5EF4-FFF2-40B4-BE49-F238E27FC236}">
                              <a16:creationId xmlns:a16="http://schemas.microsoft.com/office/drawing/2014/main" id="{9C60DFEB-9BE8-461C-8835-DD68760C53E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03" name="直線コネクタ 112902">
                          <a:extLst>
                            <a:ext uri="{FF2B5EF4-FFF2-40B4-BE49-F238E27FC236}">
                              <a16:creationId xmlns:a16="http://schemas.microsoft.com/office/drawing/2014/main" id="{F2462F1C-7F84-49C1-B576-1037278B569C}"/>
                            </a:ext>
                          </a:extLst>
                        </p:cNvPr>
                        <p:cNvCxnSpPr>
                          <a:cxnSpLocks/>
                          <a:stCxn id="112902" idx="6"/>
                          <a:endCxn id="11290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04" name="直線コネクタ 112903">
                          <a:extLst>
                            <a:ext uri="{FF2B5EF4-FFF2-40B4-BE49-F238E27FC236}">
                              <a16:creationId xmlns:a16="http://schemas.microsoft.com/office/drawing/2014/main" id="{7D8D782B-65FD-42BA-9468-F834E697B110}"/>
                            </a:ext>
                          </a:extLst>
                        </p:cNvPr>
                        <p:cNvCxnSpPr>
                          <a:cxnSpLocks/>
                          <a:stCxn id="112902" idx="4"/>
                          <a:endCxn id="11290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94" name="グループ化 112893">
                        <a:extLst>
                          <a:ext uri="{FF2B5EF4-FFF2-40B4-BE49-F238E27FC236}">
                            <a16:creationId xmlns:a16="http://schemas.microsoft.com/office/drawing/2014/main" id="{A0F762DA-5545-45A9-9A2B-AF628CA4848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99" name="楕円 112898">
                          <a:extLst>
                            <a:ext uri="{FF2B5EF4-FFF2-40B4-BE49-F238E27FC236}">
                              <a16:creationId xmlns:a16="http://schemas.microsoft.com/office/drawing/2014/main" id="{F465E720-4B21-4493-8D22-DB799BD384A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900" name="直線コネクタ 112899">
                          <a:extLst>
                            <a:ext uri="{FF2B5EF4-FFF2-40B4-BE49-F238E27FC236}">
                              <a16:creationId xmlns:a16="http://schemas.microsoft.com/office/drawing/2014/main" id="{4FFD0A44-AA0E-42CB-B909-82D351C28A90}"/>
                            </a:ext>
                          </a:extLst>
                        </p:cNvPr>
                        <p:cNvCxnSpPr>
                          <a:cxnSpLocks/>
                          <a:stCxn id="112899" idx="6"/>
                          <a:endCxn id="11289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901" name="直線コネクタ 112900">
                          <a:extLst>
                            <a:ext uri="{FF2B5EF4-FFF2-40B4-BE49-F238E27FC236}">
                              <a16:creationId xmlns:a16="http://schemas.microsoft.com/office/drawing/2014/main" id="{31F6478C-0605-48EF-B21A-4217B0094503}"/>
                            </a:ext>
                          </a:extLst>
                        </p:cNvPr>
                        <p:cNvCxnSpPr>
                          <a:cxnSpLocks/>
                          <a:stCxn id="112899" idx="4"/>
                          <a:endCxn id="11289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95" name="グループ化 112894">
                        <a:extLst>
                          <a:ext uri="{FF2B5EF4-FFF2-40B4-BE49-F238E27FC236}">
                            <a16:creationId xmlns:a16="http://schemas.microsoft.com/office/drawing/2014/main" id="{93263FB1-29F2-4789-8592-D65723BDA6B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96" name="楕円 112895">
                          <a:extLst>
                            <a:ext uri="{FF2B5EF4-FFF2-40B4-BE49-F238E27FC236}">
                              <a16:creationId xmlns:a16="http://schemas.microsoft.com/office/drawing/2014/main" id="{A2C120DF-6777-4DC2-93D4-1AB12EEB71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97" name="直線コネクタ 112896">
                          <a:extLst>
                            <a:ext uri="{FF2B5EF4-FFF2-40B4-BE49-F238E27FC236}">
                              <a16:creationId xmlns:a16="http://schemas.microsoft.com/office/drawing/2014/main" id="{B5EE9BB0-9879-41E3-A137-ADA9D24768AF}"/>
                            </a:ext>
                          </a:extLst>
                        </p:cNvPr>
                        <p:cNvCxnSpPr>
                          <a:cxnSpLocks/>
                          <a:stCxn id="112896" idx="6"/>
                          <a:endCxn id="11289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98" name="直線コネクタ 112897">
                          <a:extLst>
                            <a:ext uri="{FF2B5EF4-FFF2-40B4-BE49-F238E27FC236}">
                              <a16:creationId xmlns:a16="http://schemas.microsoft.com/office/drawing/2014/main" id="{33ADFACB-18A7-4D2B-AC23-81E2EAE96C89}"/>
                            </a:ext>
                          </a:extLst>
                        </p:cNvPr>
                        <p:cNvCxnSpPr>
                          <a:cxnSpLocks/>
                          <a:stCxn id="112896" idx="4"/>
                          <a:endCxn id="11289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12670" name="グループ化 112669">
                    <a:extLst>
                      <a:ext uri="{FF2B5EF4-FFF2-40B4-BE49-F238E27FC236}">
                        <a16:creationId xmlns:a16="http://schemas.microsoft.com/office/drawing/2014/main" id="{CD260CA4-1035-4F1E-9A59-00E309A405C9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4703654" y="5886642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2853" name="グループ化 112852">
                      <a:extLst>
                        <a:ext uri="{FF2B5EF4-FFF2-40B4-BE49-F238E27FC236}">
                          <a16:creationId xmlns:a16="http://schemas.microsoft.com/office/drawing/2014/main" id="{D2B5102C-9C32-486C-924B-698BE9ADCA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2878" name="直線コネクタ 112877">
                        <a:extLst>
                          <a:ext uri="{FF2B5EF4-FFF2-40B4-BE49-F238E27FC236}">
                            <a16:creationId xmlns:a16="http://schemas.microsoft.com/office/drawing/2014/main" id="{BF7664BD-8950-4F4B-A3A0-38CB993F3D6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79" name="直線コネクタ 112878">
                        <a:extLst>
                          <a:ext uri="{FF2B5EF4-FFF2-40B4-BE49-F238E27FC236}">
                            <a16:creationId xmlns:a16="http://schemas.microsoft.com/office/drawing/2014/main" id="{64EC586F-0558-4907-A072-6C0B19D05A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80" name="直線コネクタ 112879">
                        <a:extLst>
                          <a:ext uri="{FF2B5EF4-FFF2-40B4-BE49-F238E27FC236}">
                            <a16:creationId xmlns:a16="http://schemas.microsoft.com/office/drawing/2014/main" id="{9AB83EE1-7797-4AD0-A751-E6C0197B9FA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81" name="直線コネクタ 112880">
                        <a:extLst>
                          <a:ext uri="{FF2B5EF4-FFF2-40B4-BE49-F238E27FC236}">
                            <a16:creationId xmlns:a16="http://schemas.microsoft.com/office/drawing/2014/main" id="{E27D8328-7740-4FDB-A9AD-6227460C922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82" name="直線コネクタ 112881">
                        <a:extLst>
                          <a:ext uri="{FF2B5EF4-FFF2-40B4-BE49-F238E27FC236}">
                            <a16:creationId xmlns:a16="http://schemas.microsoft.com/office/drawing/2014/main" id="{55785E80-66C5-45DC-BEBF-28245F2DC02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83" name="直線コネクタ 112882">
                        <a:extLst>
                          <a:ext uri="{FF2B5EF4-FFF2-40B4-BE49-F238E27FC236}">
                            <a16:creationId xmlns:a16="http://schemas.microsoft.com/office/drawing/2014/main" id="{A22D298F-C46B-4E56-9D73-69DC7DE4CF9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84" name="直線コネクタ 112883">
                        <a:extLst>
                          <a:ext uri="{FF2B5EF4-FFF2-40B4-BE49-F238E27FC236}">
                            <a16:creationId xmlns:a16="http://schemas.microsoft.com/office/drawing/2014/main" id="{4F339C56-995B-40BB-B7DB-01EF32444BA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85" name="直線コネクタ 112884">
                        <a:extLst>
                          <a:ext uri="{FF2B5EF4-FFF2-40B4-BE49-F238E27FC236}">
                            <a16:creationId xmlns:a16="http://schemas.microsoft.com/office/drawing/2014/main" id="{EAD42F3E-BADE-4094-BBBE-8AD201AD82B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86" name="直線コネクタ 112885">
                        <a:extLst>
                          <a:ext uri="{FF2B5EF4-FFF2-40B4-BE49-F238E27FC236}">
                            <a16:creationId xmlns:a16="http://schemas.microsoft.com/office/drawing/2014/main" id="{9E1A7659-D89B-437C-B727-F9F10E03D79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854" name="グループ化 112853">
                      <a:extLst>
                        <a:ext uri="{FF2B5EF4-FFF2-40B4-BE49-F238E27FC236}">
                          <a16:creationId xmlns:a16="http://schemas.microsoft.com/office/drawing/2014/main" id="{303DB7DE-3C4C-4343-9795-7982A85CC1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875" name="楕円 112874">
                        <a:extLst>
                          <a:ext uri="{FF2B5EF4-FFF2-40B4-BE49-F238E27FC236}">
                            <a16:creationId xmlns:a16="http://schemas.microsoft.com/office/drawing/2014/main" id="{2980DE01-6443-4E92-9B56-C4236157FD5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876" name="直線コネクタ 112875">
                        <a:extLst>
                          <a:ext uri="{FF2B5EF4-FFF2-40B4-BE49-F238E27FC236}">
                            <a16:creationId xmlns:a16="http://schemas.microsoft.com/office/drawing/2014/main" id="{C73E2791-F734-49D9-8181-44576108F7C6}"/>
                          </a:ext>
                        </a:extLst>
                      </p:cNvPr>
                      <p:cNvCxnSpPr>
                        <a:cxnSpLocks/>
                        <a:stCxn id="112875" idx="6"/>
                        <a:endCxn id="11287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77" name="直線コネクタ 112876">
                        <a:extLst>
                          <a:ext uri="{FF2B5EF4-FFF2-40B4-BE49-F238E27FC236}">
                            <a16:creationId xmlns:a16="http://schemas.microsoft.com/office/drawing/2014/main" id="{B582A21D-5EA4-45C1-82B6-68635EB7F873}"/>
                          </a:ext>
                        </a:extLst>
                      </p:cNvPr>
                      <p:cNvCxnSpPr>
                        <a:cxnSpLocks/>
                        <a:stCxn id="112875" idx="4"/>
                        <a:endCxn id="11287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855" name="グループ化 112854">
                      <a:extLst>
                        <a:ext uri="{FF2B5EF4-FFF2-40B4-BE49-F238E27FC236}">
                          <a16:creationId xmlns:a16="http://schemas.microsoft.com/office/drawing/2014/main" id="{B4AF6B5E-2E40-4FB7-AB37-72754283FAA8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872" name="楕円 112871">
                        <a:extLst>
                          <a:ext uri="{FF2B5EF4-FFF2-40B4-BE49-F238E27FC236}">
                            <a16:creationId xmlns:a16="http://schemas.microsoft.com/office/drawing/2014/main" id="{D4AE1B47-2406-45CF-8FF9-7CC971D321E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873" name="直線コネクタ 112872">
                        <a:extLst>
                          <a:ext uri="{FF2B5EF4-FFF2-40B4-BE49-F238E27FC236}">
                            <a16:creationId xmlns:a16="http://schemas.microsoft.com/office/drawing/2014/main" id="{4224DC06-75A6-485D-957A-7086C7D2FED7}"/>
                          </a:ext>
                        </a:extLst>
                      </p:cNvPr>
                      <p:cNvCxnSpPr>
                        <a:cxnSpLocks/>
                        <a:stCxn id="112872" idx="6"/>
                        <a:endCxn id="11287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74" name="直線コネクタ 112873">
                        <a:extLst>
                          <a:ext uri="{FF2B5EF4-FFF2-40B4-BE49-F238E27FC236}">
                            <a16:creationId xmlns:a16="http://schemas.microsoft.com/office/drawing/2014/main" id="{1A3BEFAC-A627-4A33-9A8F-BE76090141C5}"/>
                          </a:ext>
                        </a:extLst>
                      </p:cNvPr>
                      <p:cNvCxnSpPr>
                        <a:cxnSpLocks/>
                        <a:stCxn id="112872" idx="4"/>
                        <a:endCxn id="11287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856" name="グループ化 112855">
                      <a:extLst>
                        <a:ext uri="{FF2B5EF4-FFF2-40B4-BE49-F238E27FC236}">
                          <a16:creationId xmlns:a16="http://schemas.microsoft.com/office/drawing/2014/main" id="{3C6850BD-69D0-4571-B0E5-E7149EA3CD55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869" name="楕円 112868">
                        <a:extLst>
                          <a:ext uri="{FF2B5EF4-FFF2-40B4-BE49-F238E27FC236}">
                            <a16:creationId xmlns:a16="http://schemas.microsoft.com/office/drawing/2014/main" id="{3B14FC60-4A0E-4DD3-A87E-10446D2C309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870" name="直線コネクタ 112869">
                        <a:extLst>
                          <a:ext uri="{FF2B5EF4-FFF2-40B4-BE49-F238E27FC236}">
                            <a16:creationId xmlns:a16="http://schemas.microsoft.com/office/drawing/2014/main" id="{2EC4A22E-8CD7-41FD-B936-B4BB127438F6}"/>
                          </a:ext>
                        </a:extLst>
                      </p:cNvPr>
                      <p:cNvCxnSpPr>
                        <a:cxnSpLocks/>
                        <a:stCxn id="112869" idx="6"/>
                        <a:endCxn id="112869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71" name="直線コネクタ 112870">
                        <a:extLst>
                          <a:ext uri="{FF2B5EF4-FFF2-40B4-BE49-F238E27FC236}">
                            <a16:creationId xmlns:a16="http://schemas.microsoft.com/office/drawing/2014/main" id="{0ACB5891-F6AB-41C3-9714-991B41925B57}"/>
                          </a:ext>
                        </a:extLst>
                      </p:cNvPr>
                      <p:cNvCxnSpPr>
                        <a:cxnSpLocks/>
                        <a:stCxn id="112869" idx="4"/>
                        <a:endCxn id="112869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857" name="グループ化 112856">
                      <a:extLst>
                        <a:ext uri="{FF2B5EF4-FFF2-40B4-BE49-F238E27FC236}">
                          <a16:creationId xmlns:a16="http://schemas.microsoft.com/office/drawing/2014/main" id="{52F96E0A-AF51-4E0F-B4D6-F536DFC66751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866" name="楕円 112865">
                        <a:extLst>
                          <a:ext uri="{FF2B5EF4-FFF2-40B4-BE49-F238E27FC236}">
                            <a16:creationId xmlns:a16="http://schemas.microsoft.com/office/drawing/2014/main" id="{DFBC8C02-CF11-481A-A90E-FD7B20AD3F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867" name="直線コネクタ 112866">
                        <a:extLst>
                          <a:ext uri="{FF2B5EF4-FFF2-40B4-BE49-F238E27FC236}">
                            <a16:creationId xmlns:a16="http://schemas.microsoft.com/office/drawing/2014/main" id="{4C0A9681-32ED-4FD6-831B-B196A4F6ED38}"/>
                          </a:ext>
                        </a:extLst>
                      </p:cNvPr>
                      <p:cNvCxnSpPr>
                        <a:cxnSpLocks/>
                        <a:stCxn id="112866" idx="6"/>
                        <a:endCxn id="11286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68" name="直線コネクタ 112867">
                        <a:extLst>
                          <a:ext uri="{FF2B5EF4-FFF2-40B4-BE49-F238E27FC236}">
                            <a16:creationId xmlns:a16="http://schemas.microsoft.com/office/drawing/2014/main" id="{17A12CB1-241E-4F57-ADBB-D62A55B0F219}"/>
                          </a:ext>
                        </a:extLst>
                      </p:cNvPr>
                      <p:cNvCxnSpPr>
                        <a:cxnSpLocks/>
                        <a:stCxn id="112866" idx="4"/>
                        <a:endCxn id="11286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858" name="グループ化 112857">
                      <a:extLst>
                        <a:ext uri="{FF2B5EF4-FFF2-40B4-BE49-F238E27FC236}">
                          <a16:creationId xmlns:a16="http://schemas.microsoft.com/office/drawing/2014/main" id="{5CDBB65D-2E06-407B-A46F-39038D1A7535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863" name="楕円 112862">
                        <a:extLst>
                          <a:ext uri="{FF2B5EF4-FFF2-40B4-BE49-F238E27FC236}">
                            <a16:creationId xmlns:a16="http://schemas.microsoft.com/office/drawing/2014/main" id="{45335435-DC7F-4B9B-B74A-F40C9BD07A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864" name="直線コネクタ 112863">
                        <a:extLst>
                          <a:ext uri="{FF2B5EF4-FFF2-40B4-BE49-F238E27FC236}">
                            <a16:creationId xmlns:a16="http://schemas.microsoft.com/office/drawing/2014/main" id="{03F7E4F3-CAF7-4ED2-AEF0-366DBE4E32DF}"/>
                          </a:ext>
                        </a:extLst>
                      </p:cNvPr>
                      <p:cNvCxnSpPr>
                        <a:cxnSpLocks/>
                        <a:stCxn id="112863" idx="6"/>
                        <a:endCxn id="11286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65" name="直線コネクタ 112864">
                        <a:extLst>
                          <a:ext uri="{FF2B5EF4-FFF2-40B4-BE49-F238E27FC236}">
                            <a16:creationId xmlns:a16="http://schemas.microsoft.com/office/drawing/2014/main" id="{F45B1552-4C20-49CE-B736-AAF595BE9E9A}"/>
                          </a:ext>
                        </a:extLst>
                      </p:cNvPr>
                      <p:cNvCxnSpPr>
                        <a:cxnSpLocks/>
                        <a:stCxn id="112863" idx="4"/>
                        <a:endCxn id="11286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859" name="グループ化 112858">
                      <a:extLst>
                        <a:ext uri="{FF2B5EF4-FFF2-40B4-BE49-F238E27FC236}">
                          <a16:creationId xmlns:a16="http://schemas.microsoft.com/office/drawing/2014/main" id="{4A2BA820-B9D8-49E4-998E-8DA85903D126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860" name="楕円 112859">
                        <a:extLst>
                          <a:ext uri="{FF2B5EF4-FFF2-40B4-BE49-F238E27FC236}">
                            <a16:creationId xmlns:a16="http://schemas.microsoft.com/office/drawing/2014/main" id="{0701604A-83AB-4370-9F61-EF15ADF3EE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861" name="直線コネクタ 112860">
                        <a:extLst>
                          <a:ext uri="{FF2B5EF4-FFF2-40B4-BE49-F238E27FC236}">
                            <a16:creationId xmlns:a16="http://schemas.microsoft.com/office/drawing/2014/main" id="{F34776AD-FB89-47DF-9B40-E536208715EE}"/>
                          </a:ext>
                        </a:extLst>
                      </p:cNvPr>
                      <p:cNvCxnSpPr>
                        <a:cxnSpLocks/>
                        <a:stCxn id="112860" idx="6"/>
                        <a:endCxn id="11286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862" name="直線コネクタ 112861">
                        <a:extLst>
                          <a:ext uri="{FF2B5EF4-FFF2-40B4-BE49-F238E27FC236}">
                            <a16:creationId xmlns:a16="http://schemas.microsoft.com/office/drawing/2014/main" id="{E329F57A-FFBA-45D8-84B8-A142BCD39404}"/>
                          </a:ext>
                        </a:extLst>
                      </p:cNvPr>
                      <p:cNvCxnSpPr>
                        <a:cxnSpLocks/>
                        <a:stCxn id="112860" idx="4"/>
                        <a:endCxn id="11286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12671" name="グループ化 112670">
                    <a:extLst>
                      <a:ext uri="{FF2B5EF4-FFF2-40B4-BE49-F238E27FC236}">
                        <a16:creationId xmlns:a16="http://schemas.microsoft.com/office/drawing/2014/main" id="{2AF388B6-4563-44FC-8E65-03B170597B7B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524000" y="4980144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12798" name="グループ化 112797">
                      <a:extLst>
                        <a:ext uri="{FF2B5EF4-FFF2-40B4-BE49-F238E27FC236}">
                          <a16:creationId xmlns:a16="http://schemas.microsoft.com/office/drawing/2014/main" id="{B00C288F-CF62-4522-A4AD-0B43366A7548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12827" name="グループ化 112826">
                        <a:extLst>
                          <a:ext uri="{FF2B5EF4-FFF2-40B4-BE49-F238E27FC236}">
                            <a16:creationId xmlns:a16="http://schemas.microsoft.com/office/drawing/2014/main" id="{FEFCAAB4-F203-4338-A347-3957641F63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2848" name="直線コネクタ 112847">
                          <a:extLst>
                            <a:ext uri="{FF2B5EF4-FFF2-40B4-BE49-F238E27FC236}">
                              <a16:creationId xmlns:a16="http://schemas.microsoft.com/office/drawing/2014/main" id="{D4A16A1B-5D2B-46D6-8C9D-18332750EE8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49" name="直線コネクタ 112848">
                          <a:extLst>
                            <a:ext uri="{FF2B5EF4-FFF2-40B4-BE49-F238E27FC236}">
                              <a16:creationId xmlns:a16="http://schemas.microsoft.com/office/drawing/2014/main" id="{0508E1B0-8D00-4D2E-9D7E-CBD99298DB3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50" name="直線コネクタ 112849">
                          <a:extLst>
                            <a:ext uri="{FF2B5EF4-FFF2-40B4-BE49-F238E27FC236}">
                              <a16:creationId xmlns:a16="http://schemas.microsoft.com/office/drawing/2014/main" id="{CC6EF55A-49B6-4DC0-B75C-A68B44664A7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51" name="直線コネクタ 112850">
                          <a:extLst>
                            <a:ext uri="{FF2B5EF4-FFF2-40B4-BE49-F238E27FC236}">
                              <a16:creationId xmlns:a16="http://schemas.microsoft.com/office/drawing/2014/main" id="{29E19DED-4E5A-41CE-9D89-423BD986AE2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52" name="直線コネクタ 112851">
                          <a:extLst>
                            <a:ext uri="{FF2B5EF4-FFF2-40B4-BE49-F238E27FC236}">
                              <a16:creationId xmlns:a16="http://schemas.microsoft.com/office/drawing/2014/main" id="{E44D3315-1157-4A23-912B-117C2ABD386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28" name="グループ化 112827">
                        <a:extLst>
                          <a:ext uri="{FF2B5EF4-FFF2-40B4-BE49-F238E27FC236}">
                            <a16:creationId xmlns:a16="http://schemas.microsoft.com/office/drawing/2014/main" id="{A3FFE64C-1803-4A7A-8014-DE3BFC0AA1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45" name="楕円 112844">
                          <a:extLst>
                            <a:ext uri="{FF2B5EF4-FFF2-40B4-BE49-F238E27FC236}">
                              <a16:creationId xmlns:a16="http://schemas.microsoft.com/office/drawing/2014/main" id="{2EB061E6-0DF8-4089-BA7D-940A112326F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46" name="直線コネクタ 112845">
                          <a:extLst>
                            <a:ext uri="{FF2B5EF4-FFF2-40B4-BE49-F238E27FC236}">
                              <a16:creationId xmlns:a16="http://schemas.microsoft.com/office/drawing/2014/main" id="{A6DD47B1-59BB-46A0-A7B0-EBD654156CFF}"/>
                            </a:ext>
                          </a:extLst>
                        </p:cNvPr>
                        <p:cNvCxnSpPr>
                          <a:cxnSpLocks/>
                          <a:stCxn id="112845" idx="6"/>
                          <a:endCxn id="112845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47" name="直線コネクタ 112846">
                          <a:extLst>
                            <a:ext uri="{FF2B5EF4-FFF2-40B4-BE49-F238E27FC236}">
                              <a16:creationId xmlns:a16="http://schemas.microsoft.com/office/drawing/2014/main" id="{E2048189-8646-436F-B211-EFED7D895B67}"/>
                            </a:ext>
                          </a:extLst>
                        </p:cNvPr>
                        <p:cNvCxnSpPr>
                          <a:cxnSpLocks/>
                          <a:stCxn id="112845" idx="4"/>
                          <a:endCxn id="112845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29" name="グループ化 112828">
                        <a:extLst>
                          <a:ext uri="{FF2B5EF4-FFF2-40B4-BE49-F238E27FC236}">
                            <a16:creationId xmlns:a16="http://schemas.microsoft.com/office/drawing/2014/main" id="{F2EBE777-BC89-4AFB-865C-2AE954BCD26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42" name="楕円 112841">
                          <a:extLst>
                            <a:ext uri="{FF2B5EF4-FFF2-40B4-BE49-F238E27FC236}">
                              <a16:creationId xmlns:a16="http://schemas.microsoft.com/office/drawing/2014/main" id="{F3C53847-F037-44B0-9EBD-CF64F2FD0F7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43" name="直線コネクタ 112842">
                          <a:extLst>
                            <a:ext uri="{FF2B5EF4-FFF2-40B4-BE49-F238E27FC236}">
                              <a16:creationId xmlns:a16="http://schemas.microsoft.com/office/drawing/2014/main" id="{9A87CB13-3B86-4955-80B4-3D63E894A215}"/>
                            </a:ext>
                          </a:extLst>
                        </p:cNvPr>
                        <p:cNvCxnSpPr>
                          <a:cxnSpLocks/>
                          <a:stCxn id="112842" idx="6"/>
                          <a:endCxn id="112842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44" name="直線コネクタ 112843">
                          <a:extLst>
                            <a:ext uri="{FF2B5EF4-FFF2-40B4-BE49-F238E27FC236}">
                              <a16:creationId xmlns:a16="http://schemas.microsoft.com/office/drawing/2014/main" id="{73C79EFA-1D5E-4D19-88FC-E755100930F0}"/>
                            </a:ext>
                          </a:extLst>
                        </p:cNvPr>
                        <p:cNvCxnSpPr>
                          <a:cxnSpLocks/>
                          <a:stCxn id="112842" idx="4"/>
                          <a:endCxn id="112842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30" name="グループ化 112829">
                        <a:extLst>
                          <a:ext uri="{FF2B5EF4-FFF2-40B4-BE49-F238E27FC236}">
                            <a16:creationId xmlns:a16="http://schemas.microsoft.com/office/drawing/2014/main" id="{4C2A94BD-5BE5-4A25-8C07-8C1D3173D76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39" name="楕円 112838">
                          <a:extLst>
                            <a:ext uri="{FF2B5EF4-FFF2-40B4-BE49-F238E27FC236}">
                              <a16:creationId xmlns:a16="http://schemas.microsoft.com/office/drawing/2014/main" id="{6C86C1D1-1107-4774-BB79-8276323CC51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40" name="直線コネクタ 112839">
                          <a:extLst>
                            <a:ext uri="{FF2B5EF4-FFF2-40B4-BE49-F238E27FC236}">
                              <a16:creationId xmlns:a16="http://schemas.microsoft.com/office/drawing/2014/main" id="{807E6E5B-2B99-4C75-A98D-751611587A8B}"/>
                            </a:ext>
                          </a:extLst>
                        </p:cNvPr>
                        <p:cNvCxnSpPr>
                          <a:cxnSpLocks/>
                          <a:stCxn id="112839" idx="6"/>
                          <a:endCxn id="11283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41" name="直線コネクタ 112840">
                          <a:extLst>
                            <a:ext uri="{FF2B5EF4-FFF2-40B4-BE49-F238E27FC236}">
                              <a16:creationId xmlns:a16="http://schemas.microsoft.com/office/drawing/2014/main" id="{7A266468-E405-49DA-AA2E-3E8B7C5532C9}"/>
                            </a:ext>
                          </a:extLst>
                        </p:cNvPr>
                        <p:cNvCxnSpPr>
                          <a:cxnSpLocks/>
                          <a:stCxn id="112839" idx="4"/>
                          <a:endCxn id="11283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31" name="グループ化 112830">
                        <a:extLst>
                          <a:ext uri="{FF2B5EF4-FFF2-40B4-BE49-F238E27FC236}">
                            <a16:creationId xmlns:a16="http://schemas.microsoft.com/office/drawing/2014/main" id="{38457F11-A069-4EDB-A446-1E4D1CFE106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36" name="楕円 112835">
                          <a:extLst>
                            <a:ext uri="{FF2B5EF4-FFF2-40B4-BE49-F238E27FC236}">
                              <a16:creationId xmlns:a16="http://schemas.microsoft.com/office/drawing/2014/main" id="{5CF68A33-D99D-4A63-9207-2E7653A84B8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37" name="直線コネクタ 112836">
                          <a:extLst>
                            <a:ext uri="{FF2B5EF4-FFF2-40B4-BE49-F238E27FC236}">
                              <a16:creationId xmlns:a16="http://schemas.microsoft.com/office/drawing/2014/main" id="{92936276-C21E-4F9B-A69B-903B30964B58}"/>
                            </a:ext>
                          </a:extLst>
                        </p:cNvPr>
                        <p:cNvCxnSpPr>
                          <a:cxnSpLocks/>
                          <a:stCxn id="112836" idx="6"/>
                          <a:endCxn id="11283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38" name="直線コネクタ 112837">
                          <a:extLst>
                            <a:ext uri="{FF2B5EF4-FFF2-40B4-BE49-F238E27FC236}">
                              <a16:creationId xmlns:a16="http://schemas.microsoft.com/office/drawing/2014/main" id="{DD4F21A1-6B48-4DB7-BF02-09C8AD243D84}"/>
                            </a:ext>
                          </a:extLst>
                        </p:cNvPr>
                        <p:cNvCxnSpPr>
                          <a:cxnSpLocks/>
                          <a:stCxn id="112836" idx="4"/>
                          <a:endCxn id="11283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32" name="グループ化 112831">
                        <a:extLst>
                          <a:ext uri="{FF2B5EF4-FFF2-40B4-BE49-F238E27FC236}">
                            <a16:creationId xmlns:a16="http://schemas.microsoft.com/office/drawing/2014/main" id="{99A725CE-E3DC-4C1F-B3AD-918ED694FF5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33" name="楕円 112832">
                          <a:extLst>
                            <a:ext uri="{FF2B5EF4-FFF2-40B4-BE49-F238E27FC236}">
                              <a16:creationId xmlns:a16="http://schemas.microsoft.com/office/drawing/2014/main" id="{DA69F962-4CA7-42B0-B2C2-37A779A1CF9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34" name="直線コネクタ 112833">
                          <a:extLst>
                            <a:ext uri="{FF2B5EF4-FFF2-40B4-BE49-F238E27FC236}">
                              <a16:creationId xmlns:a16="http://schemas.microsoft.com/office/drawing/2014/main" id="{F773B1BC-AFF6-4E3C-9C99-BC2523E7A81E}"/>
                            </a:ext>
                          </a:extLst>
                        </p:cNvPr>
                        <p:cNvCxnSpPr>
                          <a:cxnSpLocks/>
                          <a:stCxn id="112833" idx="6"/>
                          <a:endCxn id="11283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35" name="直線コネクタ 112834">
                          <a:extLst>
                            <a:ext uri="{FF2B5EF4-FFF2-40B4-BE49-F238E27FC236}">
                              <a16:creationId xmlns:a16="http://schemas.microsoft.com/office/drawing/2014/main" id="{67F011F2-FCF2-4E30-B53F-E4476FD81B0E}"/>
                            </a:ext>
                          </a:extLst>
                        </p:cNvPr>
                        <p:cNvCxnSpPr>
                          <a:cxnSpLocks/>
                          <a:stCxn id="112833" idx="4"/>
                          <a:endCxn id="11283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12799" name="楕円 112798">
                      <a:extLst>
                        <a:ext uri="{FF2B5EF4-FFF2-40B4-BE49-F238E27FC236}">
                          <a16:creationId xmlns:a16="http://schemas.microsoft.com/office/drawing/2014/main" id="{4F559CEE-829D-43B7-9349-80803A83CB4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12800" name="グループ化 112799">
                      <a:extLst>
                        <a:ext uri="{FF2B5EF4-FFF2-40B4-BE49-F238E27FC236}">
                          <a16:creationId xmlns:a16="http://schemas.microsoft.com/office/drawing/2014/main" id="{BAA4E9A3-5E79-461B-A519-52A439E76872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12801" name="グループ化 112800">
                        <a:extLst>
                          <a:ext uri="{FF2B5EF4-FFF2-40B4-BE49-F238E27FC236}">
                            <a16:creationId xmlns:a16="http://schemas.microsoft.com/office/drawing/2014/main" id="{78BA6435-934C-4821-95BA-2442EB93DF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2822" name="直線コネクタ 112821">
                          <a:extLst>
                            <a:ext uri="{FF2B5EF4-FFF2-40B4-BE49-F238E27FC236}">
                              <a16:creationId xmlns:a16="http://schemas.microsoft.com/office/drawing/2014/main" id="{63ED5D5B-4203-4EBC-A044-F4265480DDE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23" name="直線コネクタ 112822">
                          <a:extLst>
                            <a:ext uri="{FF2B5EF4-FFF2-40B4-BE49-F238E27FC236}">
                              <a16:creationId xmlns:a16="http://schemas.microsoft.com/office/drawing/2014/main" id="{EB8C15D5-B8F5-430F-9F21-3DE42A3C276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24" name="直線コネクタ 112823">
                          <a:extLst>
                            <a:ext uri="{FF2B5EF4-FFF2-40B4-BE49-F238E27FC236}">
                              <a16:creationId xmlns:a16="http://schemas.microsoft.com/office/drawing/2014/main" id="{CDE9CA8C-739C-4ED4-A168-14CEFD1E9DA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25" name="直線コネクタ 112824">
                          <a:extLst>
                            <a:ext uri="{FF2B5EF4-FFF2-40B4-BE49-F238E27FC236}">
                              <a16:creationId xmlns:a16="http://schemas.microsoft.com/office/drawing/2014/main" id="{6EE8374A-84AA-4DDF-90D0-A7850C73D52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26" name="直線コネクタ 112825">
                          <a:extLst>
                            <a:ext uri="{FF2B5EF4-FFF2-40B4-BE49-F238E27FC236}">
                              <a16:creationId xmlns:a16="http://schemas.microsoft.com/office/drawing/2014/main" id="{0246E876-962D-4484-938E-04C408352E2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02" name="グループ化 112801">
                        <a:extLst>
                          <a:ext uri="{FF2B5EF4-FFF2-40B4-BE49-F238E27FC236}">
                            <a16:creationId xmlns:a16="http://schemas.microsoft.com/office/drawing/2014/main" id="{DA39290F-2175-4F04-878D-7F9260D844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19" name="楕円 112818">
                          <a:extLst>
                            <a:ext uri="{FF2B5EF4-FFF2-40B4-BE49-F238E27FC236}">
                              <a16:creationId xmlns:a16="http://schemas.microsoft.com/office/drawing/2014/main" id="{DC097AC3-6B44-42E5-86A9-51EDFF5A71D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20" name="直線コネクタ 112819">
                          <a:extLst>
                            <a:ext uri="{FF2B5EF4-FFF2-40B4-BE49-F238E27FC236}">
                              <a16:creationId xmlns:a16="http://schemas.microsoft.com/office/drawing/2014/main" id="{9A82C844-E0A9-483C-A4A4-404FB7FC2FEB}"/>
                            </a:ext>
                          </a:extLst>
                        </p:cNvPr>
                        <p:cNvCxnSpPr>
                          <a:cxnSpLocks/>
                          <a:stCxn id="112819" idx="6"/>
                          <a:endCxn id="112819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21" name="直線コネクタ 112820">
                          <a:extLst>
                            <a:ext uri="{FF2B5EF4-FFF2-40B4-BE49-F238E27FC236}">
                              <a16:creationId xmlns:a16="http://schemas.microsoft.com/office/drawing/2014/main" id="{762B1868-CC11-40A6-9C0F-BEDE18B4B3E8}"/>
                            </a:ext>
                          </a:extLst>
                        </p:cNvPr>
                        <p:cNvCxnSpPr>
                          <a:cxnSpLocks/>
                          <a:stCxn id="112819" idx="4"/>
                          <a:endCxn id="112819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03" name="グループ化 112802">
                        <a:extLst>
                          <a:ext uri="{FF2B5EF4-FFF2-40B4-BE49-F238E27FC236}">
                            <a16:creationId xmlns:a16="http://schemas.microsoft.com/office/drawing/2014/main" id="{69E4CDB1-9AD1-4647-8618-755A9BA2A56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16" name="楕円 112815">
                          <a:extLst>
                            <a:ext uri="{FF2B5EF4-FFF2-40B4-BE49-F238E27FC236}">
                              <a16:creationId xmlns:a16="http://schemas.microsoft.com/office/drawing/2014/main" id="{46A86AEE-4544-46FA-9836-D789C566EB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17" name="直線コネクタ 112816">
                          <a:extLst>
                            <a:ext uri="{FF2B5EF4-FFF2-40B4-BE49-F238E27FC236}">
                              <a16:creationId xmlns:a16="http://schemas.microsoft.com/office/drawing/2014/main" id="{634C241D-1C9C-43F6-84EB-2F2CA1941999}"/>
                            </a:ext>
                          </a:extLst>
                        </p:cNvPr>
                        <p:cNvCxnSpPr>
                          <a:cxnSpLocks/>
                          <a:stCxn id="112816" idx="6"/>
                          <a:endCxn id="11281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18" name="直線コネクタ 112817">
                          <a:extLst>
                            <a:ext uri="{FF2B5EF4-FFF2-40B4-BE49-F238E27FC236}">
                              <a16:creationId xmlns:a16="http://schemas.microsoft.com/office/drawing/2014/main" id="{31CACD81-409C-4F97-B267-FBB31090122D}"/>
                            </a:ext>
                          </a:extLst>
                        </p:cNvPr>
                        <p:cNvCxnSpPr>
                          <a:cxnSpLocks/>
                          <a:stCxn id="112816" idx="4"/>
                          <a:endCxn id="11281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04" name="グループ化 112803">
                        <a:extLst>
                          <a:ext uri="{FF2B5EF4-FFF2-40B4-BE49-F238E27FC236}">
                            <a16:creationId xmlns:a16="http://schemas.microsoft.com/office/drawing/2014/main" id="{EB1005F9-59BD-4529-ADC2-C659AB3D2F8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13" name="楕円 112812">
                          <a:extLst>
                            <a:ext uri="{FF2B5EF4-FFF2-40B4-BE49-F238E27FC236}">
                              <a16:creationId xmlns:a16="http://schemas.microsoft.com/office/drawing/2014/main" id="{1E0D966E-52E7-4E39-BC14-9488C5A183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14" name="直線コネクタ 112813">
                          <a:extLst>
                            <a:ext uri="{FF2B5EF4-FFF2-40B4-BE49-F238E27FC236}">
                              <a16:creationId xmlns:a16="http://schemas.microsoft.com/office/drawing/2014/main" id="{ADE00E32-92ED-42C3-A935-475626735791}"/>
                            </a:ext>
                          </a:extLst>
                        </p:cNvPr>
                        <p:cNvCxnSpPr>
                          <a:cxnSpLocks/>
                          <a:stCxn id="112813" idx="6"/>
                          <a:endCxn id="11281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15" name="直線コネクタ 112814">
                          <a:extLst>
                            <a:ext uri="{FF2B5EF4-FFF2-40B4-BE49-F238E27FC236}">
                              <a16:creationId xmlns:a16="http://schemas.microsoft.com/office/drawing/2014/main" id="{AF99A1A6-5C0F-4A19-A69F-6AB089CD69F1}"/>
                            </a:ext>
                          </a:extLst>
                        </p:cNvPr>
                        <p:cNvCxnSpPr>
                          <a:cxnSpLocks/>
                          <a:stCxn id="112813" idx="4"/>
                          <a:endCxn id="11281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05" name="グループ化 112804">
                        <a:extLst>
                          <a:ext uri="{FF2B5EF4-FFF2-40B4-BE49-F238E27FC236}">
                            <a16:creationId xmlns:a16="http://schemas.microsoft.com/office/drawing/2014/main" id="{2DA17689-14FE-4F07-98E0-DC31B471E7B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10" name="楕円 112809">
                          <a:extLst>
                            <a:ext uri="{FF2B5EF4-FFF2-40B4-BE49-F238E27FC236}">
                              <a16:creationId xmlns:a16="http://schemas.microsoft.com/office/drawing/2014/main" id="{72852E85-8313-419E-ABEC-AA0A9E69228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11" name="直線コネクタ 112810">
                          <a:extLst>
                            <a:ext uri="{FF2B5EF4-FFF2-40B4-BE49-F238E27FC236}">
                              <a16:creationId xmlns:a16="http://schemas.microsoft.com/office/drawing/2014/main" id="{DFCF069A-76B5-4F1E-BA55-137CE381F874}"/>
                            </a:ext>
                          </a:extLst>
                        </p:cNvPr>
                        <p:cNvCxnSpPr>
                          <a:cxnSpLocks/>
                          <a:stCxn id="112810" idx="6"/>
                          <a:endCxn id="11281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12" name="直線コネクタ 112811">
                          <a:extLst>
                            <a:ext uri="{FF2B5EF4-FFF2-40B4-BE49-F238E27FC236}">
                              <a16:creationId xmlns:a16="http://schemas.microsoft.com/office/drawing/2014/main" id="{FD6267F6-3431-41B9-A1FB-D98C1EC6DE67}"/>
                            </a:ext>
                          </a:extLst>
                        </p:cNvPr>
                        <p:cNvCxnSpPr>
                          <a:cxnSpLocks/>
                          <a:stCxn id="112810" idx="4"/>
                          <a:endCxn id="11281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806" name="グループ化 112805">
                        <a:extLst>
                          <a:ext uri="{FF2B5EF4-FFF2-40B4-BE49-F238E27FC236}">
                            <a16:creationId xmlns:a16="http://schemas.microsoft.com/office/drawing/2014/main" id="{B5F59579-D86B-44A7-BA4A-9369D9485CA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807" name="楕円 112806">
                          <a:extLst>
                            <a:ext uri="{FF2B5EF4-FFF2-40B4-BE49-F238E27FC236}">
                              <a16:creationId xmlns:a16="http://schemas.microsoft.com/office/drawing/2014/main" id="{269427E0-7FF3-4596-B7C0-BEE578A94B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808" name="直線コネクタ 112807">
                          <a:extLst>
                            <a:ext uri="{FF2B5EF4-FFF2-40B4-BE49-F238E27FC236}">
                              <a16:creationId xmlns:a16="http://schemas.microsoft.com/office/drawing/2014/main" id="{26F6FA01-10BB-4317-BFCE-7AFA69237164}"/>
                            </a:ext>
                          </a:extLst>
                        </p:cNvPr>
                        <p:cNvCxnSpPr>
                          <a:cxnSpLocks/>
                          <a:stCxn id="112807" idx="6"/>
                          <a:endCxn id="11280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809" name="直線コネクタ 112808">
                          <a:extLst>
                            <a:ext uri="{FF2B5EF4-FFF2-40B4-BE49-F238E27FC236}">
                              <a16:creationId xmlns:a16="http://schemas.microsoft.com/office/drawing/2014/main" id="{62DDBA30-5209-4450-8B58-F7815FBDF2FD}"/>
                            </a:ext>
                          </a:extLst>
                        </p:cNvPr>
                        <p:cNvCxnSpPr>
                          <a:cxnSpLocks/>
                          <a:stCxn id="112807" idx="4"/>
                          <a:endCxn id="11280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12672" name="グループ化 112671">
                    <a:extLst>
                      <a:ext uri="{FF2B5EF4-FFF2-40B4-BE49-F238E27FC236}">
                        <a16:creationId xmlns:a16="http://schemas.microsoft.com/office/drawing/2014/main" id="{415E0584-6A3D-4116-B4EA-44A1251F7534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457179" y="5295079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2764" name="グループ化 112763">
                      <a:extLst>
                        <a:ext uri="{FF2B5EF4-FFF2-40B4-BE49-F238E27FC236}">
                          <a16:creationId xmlns:a16="http://schemas.microsoft.com/office/drawing/2014/main" id="{1AA068B6-86A2-47E1-BF7E-86EB8F52E6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2789" name="直線コネクタ 112788">
                        <a:extLst>
                          <a:ext uri="{FF2B5EF4-FFF2-40B4-BE49-F238E27FC236}">
                            <a16:creationId xmlns:a16="http://schemas.microsoft.com/office/drawing/2014/main" id="{AF4FC68E-431A-4A80-B762-BA9E4D8C898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90" name="直線コネクタ 112789">
                        <a:extLst>
                          <a:ext uri="{FF2B5EF4-FFF2-40B4-BE49-F238E27FC236}">
                            <a16:creationId xmlns:a16="http://schemas.microsoft.com/office/drawing/2014/main" id="{800B92FF-0E07-4D3D-85EC-FEC210EAEF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91" name="直線コネクタ 112790">
                        <a:extLst>
                          <a:ext uri="{FF2B5EF4-FFF2-40B4-BE49-F238E27FC236}">
                            <a16:creationId xmlns:a16="http://schemas.microsoft.com/office/drawing/2014/main" id="{F8A296A2-58DE-4EC0-A63E-BAC456835D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92" name="直線コネクタ 112791">
                        <a:extLst>
                          <a:ext uri="{FF2B5EF4-FFF2-40B4-BE49-F238E27FC236}">
                            <a16:creationId xmlns:a16="http://schemas.microsoft.com/office/drawing/2014/main" id="{BB0F127A-4BE4-4A6A-9317-A8DD0C828ED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93" name="直線コネクタ 112792">
                        <a:extLst>
                          <a:ext uri="{FF2B5EF4-FFF2-40B4-BE49-F238E27FC236}">
                            <a16:creationId xmlns:a16="http://schemas.microsoft.com/office/drawing/2014/main" id="{AE6CA0B6-3D41-40D9-8EBF-11D3F3B53E3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94" name="直線コネクタ 112793">
                        <a:extLst>
                          <a:ext uri="{FF2B5EF4-FFF2-40B4-BE49-F238E27FC236}">
                            <a16:creationId xmlns:a16="http://schemas.microsoft.com/office/drawing/2014/main" id="{C28F1A15-88C8-4CBE-A90B-71A8C3E356F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95" name="直線コネクタ 112794">
                        <a:extLst>
                          <a:ext uri="{FF2B5EF4-FFF2-40B4-BE49-F238E27FC236}">
                            <a16:creationId xmlns:a16="http://schemas.microsoft.com/office/drawing/2014/main" id="{3C2F2632-9972-4D54-B7AA-F1D014BD44B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96" name="直線コネクタ 112795">
                        <a:extLst>
                          <a:ext uri="{FF2B5EF4-FFF2-40B4-BE49-F238E27FC236}">
                            <a16:creationId xmlns:a16="http://schemas.microsoft.com/office/drawing/2014/main" id="{61782FDA-B114-43EC-800C-D954E343689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97" name="直線コネクタ 112796">
                        <a:extLst>
                          <a:ext uri="{FF2B5EF4-FFF2-40B4-BE49-F238E27FC236}">
                            <a16:creationId xmlns:a16="http://schemas.microsoft.com/office/drawing/2014/main" id="{5B188AB9-A1D9-4A23-B07F-7522F77F503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765" name="グループ化 112764">
                      <a:extLst>
                        <a:ext uri="{FF2B5EF4-FFF2-40B4-BE49-F238E27FC236}">
                          <a16:creationId xmlns:a16="http://schemas.microsoft.com/office/drawing/2014/main" id="{0811FD8D-F78D-4BFC-A870-64C6A0B9AD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786" name="楕円 112785">
                        <a:extLst>
                          <a:ext uri="{FF2B5EF4-FFF2-40B4-BE49-F238E27FC236}">
                            <a16:creationId xmlns:a16="http://schemas.microsoft.com/office/drawing/2014/main" id="{3DD77209-1786-4F48-BF6D-6F0EA22A48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787" name="直線コネクタ 112786">
                        <a:extLst>
                          <a:ext uri="{FF2B5EF4-FFF2-40B4-BE49-F238E27FC236}">
                            <a16:creationId xmlns:a16="http://schemas.microsoft.com/office/drawing/2014/main" id="{C726E3A5-CAE4-4ADC-BCBC-AD0E282E9F31}"/>
                          </a:ext>
                        </a:extLst>
                      </p:cNvPr>
                      <p:cNvCxnSpPr>
                        <a:cxnSpLocks/>
                        <a:stCxn id="112786" idx="6"/>
                        <a:endCxn id="112786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88" name="直線コネクタ 112787">
                        <a:extLst>
                          <a:ext uri="{FF2B5EF4-FFF2-40B4-BE49-F238E27FC236}">
                            <a16:creationId xmlns:a16="http://schemas.microsoft.com/office/drawing/2014/main" id="{D7E1503F-74D1-4158-9A9E-2221440BBAE8}"/>
                          </a:ext>
                        </a:extLst>
                      </p:cNvPr>
                      <p:cNvCxnSpPr>
                        <a:cxnSpLocks/>
                        <a:stCxn id="112786" idx="4"/>
                        <a:endCxn id="112786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766" name="グループ化 112765">
                      <a:extLst>
                        <a:ext uri="{FF2B5EF4-FFF2-40B4-BE49-F238E27FC236}">
                          <a16:creationId xmlns:a16="http://schemas.microsoft.com/office/drawing/2014/main" id="{0682A8F0-7BEB-4AED-82A4-C795323FC35B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783" name="楕円 112782">
                        <a:extLst>
                          <a:ext uri="{FF2B5EF4-FFF2-40B4-BE49-F238E27FC236}">
                            <a16:creationId xmlns:a16="http://schemas.microsoft.com/office/drawing/2014/main" id="{17D8C86C-0FC5-488C-B48F-599DE39424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784" name="直線コネクタ 112783">
                        <a:extLst>
                          <a:ext uri="{FF2B5EF4-FFF2-40B4-BE49-F238E27FC236}">
                            <a16:creationId xmlns:a16="http://schemas.microsoft.com/office/drawing/2014/main" id="{9A4099F8-FE03-4B76-B997-BDA73FF13311}"/>
                          </a:ext>
                        </a:extLst>
                      </p:cNvPr>
                      <p:cNvCxnSpPr>
                        <a:cxnSpLocks/>
                        <a:stCxn id="112783" idx="6"/>
                        <a:endCxn id="112783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85" name="直線コネクタ 112784">
                        <a:extLst>
                          <a:ext uri="{FF2B5EF4-FFF2-40B4-BE49-F238E27FC236}">
                            <a16:creationId xmlns:a16="http://schemas.microsoft.com/office/drawing/2014/main" id="{B3ABCEE1-BCC6-4254-9771-9F1B5455C469}"/>
                          </a:ext>
                        </a:extLst>
                      </p:cNvPr>
                      <p:cNvCxnSpPr>
                        <a:cxnSpLocks/>
                        <a:stCxn id="112783" idx="4"/>
                        <a:endCxn id="112783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767" name="グループ化 112766">
                      <a:extLst>
                        <a:ext uri="{FF2B5EF4-FFF2-40B4-BE49-F238E27FC236}">
                          <a16:creationId xmlns:a16="http://schemas.microsoft.com/office/drawing/2014/main" id="{F2C014CF-21A9-44EC-9C2D-86F942124BFD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780" name="楕円 112779">
                        <a:extLst>
                          <a:ext uri="{FF2B5EF4-FFF2-40B4-BE49-F238E27FC236}">
                            <a16:creationId xmlns:a16="http://schemas.microsoft.com/office/drawing/2014/main" id="{AA84F236-FAA8-45D1-98DC-0C17654290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781" name="直線コネクタ 112780">
                        <a:extLst>
                          <a:ext uri="{FF2B5EF4-FFF2-40B4-BE49-F238E27FC236}">
                            <a16:creationId xmlns:a16="http://schemas.microsoft.com/office/drawing/2014/main" id="{0C4A201C-5505-479F-A5B8-D7587E301317}"/>
                          </a:ext>
                        </a:extLst>
                      </p:cNvPr>
                      <p:cNvCxnSpPr>
                        <a:cxnSpLocks/>
                        <a:stCxn id="112780" idx="6"/>
                        <a:endCxn id="112780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82" name="直線コネクタ 112781">
                        <a:extLst>
                          <a:ext uri="{FF2B5EF4-FFF2-40B4-BE49-F238E27FC236}">
                            <a16:creationId xmlns:a16="http://schemas.microsoft.com/office/drawing/2014/main" id="{E647E4A1-40A1-4A16-8DC3-8E5D208DF9CD}"/>
                          </a:ext>
                        </a:extLst>
                      </p:cNvPr>
                      <p:cNvCxnSpPr>
                        <a:cxnSpLocks/>
                        <a:stCxn id="112780" idx="4"/>
                        <a:endCxn id="112780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768" name="グループ化 112767">
                      <a:extLst>
                        <a:ext uri="{FF2B5EF4-FFF2-40B4-BE49-F238E27FC236}">
                          <a16:creationId xmlns:a16="http://schemas.microsoft.com/office/drawing/2014/main" id="{C48AC39B-9AD8-4E28-89F5-17FA8A7051C9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777" name="楕円 112776">
                        <a:extLst>
                          <a:ext uri="{FF2B5EF4-FFF2-40B4-BE49-F238E27FC236}">
                            <a16:creationId xmlns:a16="http://schemas.microsoft.com/office/drawing/2014/main" id="{3FCC92C1-E221-4F3D-84F8-523F99C8FA2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778" name="直線コネクタ 112777">
                        <a:extLst>
                          <a:ext uri="{FF2B5EF4-FFF2-40B4-BE49-F238E27FC236}">
                            <a16:creationId xmlns:a16="http://schemas.microsoft.com/office/drawing/2014/main" id="{94BA730C-ECF5-4629-A93C-1D08FC51C35B}"/>
                          </a:ext>
                        </a:extLst>
                      </p:cNvPr>
                      <p:cNvCxnSpPr>
                        <a:cxnSpLocks/>
                        <a:stCxn id="112777" idx="6"/>
                        <a:endCxn id="11277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79" name="直線コネクタ 112778">
                        <a:extLst>
                          <a:ext uri="{FF2B5EF4-FFF2-40B4-BE49-F238E27FC236}">
                            <a16:creationId xmlns:a16="http://schemas.microsoft.com/office/drawing/2014/main" id="{29DE9F8D-1490-4BD7-AD68-CDE70FAB3547}"/>
                          </a:ext>
                        </a:extLst>
                      </p:cNvPr>
                      <p:cNvCxnSpPr>
                        <a:cxnSpLocks/>
                        <a:stCxn id="112777" idx="4"/>
                        <a:endCxn id="11277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769" name="グループ化 112768">
                      <a:extLst>
                        <a:ext uri="{FF2B5EF4-FFF2-40B4-BE49-F238E27FC236}">
                          <a16:creationId xmlns:a16="http://schemas.microsoft.com/office/drawing/2014/main" id="{E2D2D82D-4323-4F57-819E-96C7A367831D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774" name="楕円 112773">
                        <a:extLst>
                          <a:ext uri="{FF2B5EF4-FFF2-40B4-BE49-F238E27FC236}">
                            <a16:creationId xmlns:a16="http://schemas.microsoft.com/office/drawing/2014/main" id="{F38231CC-1334-43F0-9CCD-84FF842D5AD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775" name="直線コネクタ 112774">
                        <a:extLst>
                          <a:ext uri="{FF2B5EF4-FFF2-40B4-BE49-F238E27FC236}">
                            <a16:creationId xmlns:a16="http://schemas.microsoft.com/office/drawing/2014/main" id="{BB821C9C-EBBE-46D2-9C4D-CEB3491C2999}"/>
                          </a:ext>
                        </a:extLst>
                      </p:cNvPr>
                      <p:cNvCxnSpPr>
                        <a:cxnSpLocks/>
                        <a:stCxn id="112774" idx="6"/>
                        <a:endCxn id="11277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76" name="直線コネクタ 112775">
                        <a:extLst>
                          <a:ext uri="{FF2B5EF4-FFF2-40B4-BE49-F238E27FC236}">
                            <a16:creationId xmlns:a16="http://schemas.microsoft.com/office/drawing/2014/main" id="{D50DF70B-478A-4FB3-BE20-95137F4DF6FC}"/>
                          </a:ext>
                        </a:extLst>
                      </p:cNvPr>
                      <p:cNvCxnSpPr>
                        <a:cxnSpLocks/>
                        <a:stCxn id="112774" idx="4"/>
                        <a:endCxn id="11277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770" name="グループ化 112769">
                      <a:extLst>
                        <a:ext uri="{FF2B5EF4-FFF2-40B4-BE49-F238E27FC236}">
                          <a16:creationId xmlns:a16="http://schemas.microsoft.com/office/drawing/2014/main" id="{C38258B4-807D-4D3C-B612-D81A97BE8C4D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771" name="楕円 112770">
                        <a:extLst>
                          <a:ext uri="{FF2B5EF4-FFF2-40B4-BE49-F238E27FC236}">
                            <a16:creationId xmlns:a16="http://schemas.microsoft.com/office/drawing/2014/main" id="{289DBA6A-97E9-42E4-824C-D4F59B5A208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772" name="直線コネクタ 112771">
                        <a:extLst>
                          <a:ext uri="{FF2B5EF4-FFF2-40B4-BE49-F238E27FC236}">
                            <a16:creationId xmlns:a16="http://schemas.microsoft.com/office/drawing/2014/main" id="{34448C04-D44D-4D9C-91C0-2EC7F2A9B8CB}"/>
                          </a:ext>
                        </a:extLst>
                      </p:cNvPr>
                      <p:cNvCxnSpPr>
                        <a:cxnSpLocks/>
                        <a:stCxn id="112771" idx="6"/>
                        <a:endCxn id="11277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73" name="直線コネクタ 112772">
                        <a:extLst>
                          <a:ext uri="{FF2B5EF4-FFF2-40B4-BE49-F238E27FC236}">
                            <a16:creationId xmlns:a16="http://schemas.microsoft.com/office/drawing/2014/main" id="{01B1E921-43D4-4063-AEF3-C82743ED8E64}"/>
                          </a:ext>
                        </a:extLst>
                      </p:cNvPr>
                      <p:cNvCxnSpPr>
                        <a:cxnSpLocks/>
                        <a:stCxn id="112771" idx="4"/>
                        <a:endCxn id="11277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112673" name="グループ化 112672">
                    <a:extLst>
                      <a:ext uri="{FF2B5EF4-FFF2-40B4-BE49-F238E27FC236}">
                        <a16:creationId xmlns:a16="http://schemas.microsoft.com/office/drawing/2014/main" id="{7A6C085A-5320-4D7C-8A27-D95EE2CAD1BB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985234" y="4523587"/>
                    <a:ext cx="188304" cy="182513"/>
                    <a:chOff x="5634209" y="4526895"/>
                    <a:chExt cx="188304" cy="182513"/>
                  </a:xfrm>
                </p:grpSpPr>
                <p:grpSp>
                  <p:nvGrpSpPr>
                    <p:cNvPr id="112709" name="グループ化 112708">
                      <a:extLst>
                        <a:ext uri="{FF2B5EF4-FFF2-40B4-BE49-F238E27FC236}">
                          <a16:creationId xmlns:a16="http://schemas.microsoft.com/office/drawing/2014/main" id="{6A4B5E43-BBF4-4954-A76B-13890F3A4E16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10" y="4526895"/>
                      <a:ext cx="188303" cy="182512"/>
                      <a:chOff x="5308307" y="4464000"/>
                      <a:chExt cx="188303" cy="182512"/>
                    </a:xfrm>
                  </p:grpSpPr>
                  <p:grpSp>
                    <p:nvGrpSpPr>
                      <p:cNvPr id="112738" name="グループ化 112737">
                        <a:extLst>
                          <a:ext uri="{FF2B5EF4-FFF2-40B4-BE49-F238E27FC236}">
                            <a16:creationId xmlns:a16="http://schemas.microsoft.com/office/drawing/2014/main" id="{7FB52DEC-7E40-4DFF-8E2D-6BBFF3DAB65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29" y="4477046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2759" name="直線コネクタ 112758">
                          <a:extLst>
                            <a:ext uri="{FF2B5EF4-FFF2-40B4-BE49-F238E27FC236}">
                              <a16:creationId xmlns:a16="http://schemas.microsoft.com/office/drawing/2014/main" id="{DC2D4E51-99F3-44C4-B873-ABA994F036C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60" name="直線コネクタ 112759">
                          <a:extLst>
                            <a:ext uri="{FF2B5EF4-FFF2-40B4-BE49-F238E27FC236}">
                              <a16:creationId xmlns:a16="http://schemas.microsoft.com/office/drawing/2014/main" id="{D86DEDFE-602E-4880-B0AE-885FEFD602C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61" name="直線コネクタ 112760">
                          <a:extLst>
                            <a:ext uri="{FF2B5EF4-FFF2-40B4-BE49-F238E27FC236}">
                              <a16:creationId xmlns:a16="http://schemas.microsoft.com/office/drawing/2014/main" id="{E7D88AAC-3E2C-4D6E-BCB5-B9899E57B9A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62" name="直線コネクタ 112761">
                          <a:extLst>
                            <a:ext uri="{FF2B5EF4-FFF2-40B4-BE49-F238E27FC236}">
                              <a16:creationId xmlns:a16="http://schemas.microsoft.com/office/drawing/2014/main" id="{5A5DC7E9-4453-4180-8FDF-12BEB68C2CB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63" name="直線コネクタ 112762">
                          <a:extLst>
                            <a:ext uri="{FF2B5EF4-FFF2-40B4-BE49-F238E27FC236}">
                              <a16:creationId xmlns:a16="http://schemas.microsoft.com/office/drawing/2014/main" id="{12FC35C4-73E1-481A-9200-41E8128F413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39" name="グループ化 112738">
                        <a:extLst>
                          <a:ext uri="{FF2B5EF4-FFF2-40B4-BE49-F238E27FC236}">
                            <a16:creationId xmlns:a16="http://schemas.microsoft.com/office/drawing/2014/main" id="{38ADDBF9-124B-4897-B3C9-811714430A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4000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56" name="楕円 112755">
                          <a:extLst>
                            <a:ext uri="{FF2B5EF4-FFF2-40B4-BE49-F238E27FC236}">
                              <a16:creationId xmlns:a16="http://schemas.microsoft.com/office/drawing/2014/main" id="{9312A748-9B84-4B21-A6E3-2A6FD94B16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57" name="直線コネクタ 112756">
                          <a:extLst>
                            <a:ext uri="{FF2B5EF4-FFF2-40B4-BE49-F238E27FC236}">
                              <a16:creationId xmlns:a16="http://schemas.microsoft.com/office/drawing/2014/main" id="{B3845C3E-7755-426D-983A-BC5BB0A19FB2}"/>
                            </a:ext>
                          </a:extLst>
                        </p:cNvPr>
                        <p:cNvCxnSpPr>
                          <a:cxnSpLocks/>
                          <a:stCxn id="112756" idx="6"/>
                          <a:endCxn id="112756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58" name="直線コネクタ 112757">
                          <a:extLst>
                            <a:ext uri="{FF2B5EF4-FFF2-40B4-BE49-F238E27FC236}">
                              <a16:creationId xmlns:a16="http://schemas.microsoft.com/office/drawing/2014/main" id="{FB9CB252-6DC1-4855-822B-D6729B6DF74E}"/>
                            </a:ext>
                          </a:extLst>
                        </p:cNvPr>
                        <p:cNvCxnSpPr>
                          <a:cxnSpLocks/>
                          <a:stCxn id="112756" idx="4"/>
                          <a:endCxn id="112756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40" name="グループ化 112739">
                        <a:extLst>
                          <a:ext uri="{FF2B5EF4-FFF2-40B4-BE49-F238E27FC236}">
                            <a16:creationId xmlns:a16="http://schemas.microsoft.com/office/drawing/2014/main" id="{3F61E9A1-10E3-4671-8B73-373C5782E62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0" y="4519703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53" name="楕円 112752">
                          <a:extLst>
                            <a:ext uri="{FF2B5EF4-FFF2-40B4-BE49-F238E27FC236}">
                              <a16:creationId xmlns:a16="http://schemas.microsoft.com/office/drawing/2014/main" id="{BC94B0AB-FA1A-4B1B-A86D-EA23EA9A1D0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54" name="直線コネクタ 112753">
                          <a:extLst>
                            <a:ext uri="{FF2B5EF4-FFF2-40B4-BE49-F238E27FC236}">
                              <a16:creationId xmlns:a16="http://schemas.microsoft.com/office/drawing/2014/main" id="{AE948069-B577-4806-B8BF-E21F3BA30D70}"/>
                            </a:ext>
                          </a:extLst>
                        </p:cNvPr>
                        <p:cNvCxnSpPr>
                          <a:cxnSpLocks/>
                          <a:stCxn id="112753" idx="6"/>
                          <a:endCxn id="112753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55" name="直線コネクタ 112754">
                          <a:extLst>
                            <a:ext uri="{FF2B5EF4-FFF2-40B4-BE49-F238E27FC236}">
                              <a16:creationId xmlns:a16="http://schemas.microsoft.com/office/drawing/2014/main" id="{FA29F2D4-286A-42F4-872E-34D5BE064D68}"/>
                            </a:ext>
                          </a:extLst>
                        </p:cNvPr>
                        <p:cNvCxnSpPr>
                          <a:cxnSpLocks/>
                          <a:stCxn id="112753" idx="4"/>
                          <a:endCxn id="112753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41" name="グループ化 112740">
                        <a:extLst>
                          <a:ext uri="{FF2B5EF4-FFF2-40B4-BE49-F238E27FC236}">
                            <a16:creationId xmlns:a16="http://schemas.microsoft.com/office/drawing/2014/main" id="{BF78913B-A83E-4EEF-95BD-B493C3786E9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0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50" name="楕円 112749">
                          <a:extLst>
                            <a:ext uri="{FF2B5EF4-FFF2-40B4-BE49-F238E27FC236}">
                              <a16:creationId xmlns:a16="http://schemas.microsoft.com/office/drawing/2014/main" id="{3A98A779-B6E4-4412-9801-23400F44B46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51" name="直線コネクタ 112750">
                          <a:extLst>
                            <a:ext uri="{FF2B5EF4-FFF2-40B4-BE49-F238E27FC236}">
                              <a16:creationId xmlns:a16="http://schemas.microsoft.com/office/drawing/2014/main" id="{C15FE378-37E4-412E-A53B-0A2E78B9EB57}"/>
                            </a:ext>
                          </a:extLst>
                        </p:cNvPr>
                        <p:cNvCxnSpPr>
                          <a:cxnSpLocks/>
                          <a:stCxn id="112750" idx="6"/>
                          <a:endCxn id="11275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52" name="直線コネクタ 112751">
                          <a:extLst>
                            <a:ext uri="{FF2B5EF4-FFF2-40B4-BE49-F238E27FC236}">
                              <a16:creationId xmlns:a16="http://schemas.microsoft.com/office/drawing/2014/main" id="{FEFADDA6-210D-491F-A787-7D22A7C2645D}"/>
                            </a:ext>
                          </a:extLst>
                        </p:cNvPr>
                        <p:cNvCxnSpPr>
                          <a:cxnSpLocks/>
                          <a:stCxn id="112750" idx="4"/>
                          <a:endCxn id="11275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42" name="グループ化 112741">
                        <a:extLst>
                          <a:ext uri="{FF2B5EF4-FFF2-40B4-BE49-F238E27FC236}">
                            <a16:creationId xmlns:a16="http://schemas.microsoft.com/office/drawing/2014/main" id="{9D9C14B5-169D-4117-9742-112411F45C6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47" name="楕円 112746">
                          <a:extLst>
                            <a:ext uri="{FF2B5EF4-FFF2-40B4-BE49-F238E27FC236}">
                              <a16:creationId xmlns:a16="http://schemas.microsoft.com/office/drawing/2014/main" id="{41CAFB1D-FCCC-4D3D-AF9F-CE30D32D81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48" name="直線コネクタ 112747">
                          <a:extLst>
                            <a:ext uri="{FF2B5EF4-FFF2-40B4-BE49-F238E27FC236}">
                              <a16:creationId xmlns:a16="http://schemas.microsoft.com/office/drawing/2014/main" id="{7C987EBA-432D-43C1-94FE-51ED40480EDC}"/>
                            </a:ext>
                          </a:extLst>
                        </p:cNvPr>
                        <p:cNvCxnSpPr>
                          <a:cxnSpLocks/>
                          <a:stCxn id="112747" idx="6"/>
                          <a:endCxn id="11274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49" name="直線コネクタ 112748">
                          <a:extLst>
                            <a:ext uri="{FF2B5EF4-FFF2-40B4-BE49-F238E27FC236}">
                              <a16:creationId xmlns:a16="http://schemas.microsoft.com/office/drawing/2014/main" id="{124B134C-8056-4942-8434-43D25033E3BE}"/>
                            </a:ext>
                          </a:extLst>
                        </p:cNvPr>
                        <p:cNvCxnSpPr>
                          <a:cxnSpLocks/>
                          <a:stCxn id="112747" idx="4"/>
                          <a:endCxn id="11274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43" name="グループ化 112742">
                        <a:extLst>
                          <a:ext uri="{FF2B5EF4-FFF2-40B4-BE49-F238E27FC236}">
                            <a16:creationId xmlns:a16="http://schemas.microsoft.com/office/drawing/2014/main" id="{01C2AE8F-C949-4F28-9E0F-FAC1A37CB26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44" name="楕円 112743">
                          <a:extLst>
                            <a:ext uri="{FF2B5EF4-FFF2-40B4-BE49-F238E27FC236}">
                              <a16:creationId xmlns:a16="http://schemas.microsoft.com/office/drawing/2014/main" id="{179E90A8-BC26-440F-AB4B-5ADC89B89F5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45" name="直線コネクタ 112744">
                          <a:extLst>
                            <a:ext uri="{FF2B5EF4-FFF2-40B4-BE49-F238E27FC236}">
                              <a16:creationId xmlns:a16="http://schemas.microsoft.com/office/drawing/2014/main" id="{64A5CBA8-BD49-4F84-935C-314A15F31A26}"/>
                            </a:ext>
                          </a:extLst>
                        </p:cNvPr>
                        <p:cNvCxnSpPr>
                          <a:cxnSpLocks/>
                          <a:stCxn id="112744" idx="6"/>
                          <a:endCxn id="11274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46" name="直線コネクタ 112745">
                          <a:extLst>
                            <a:ext uri="{FF2B5EF4-FFF2-40B4-BE49-F238E27FC236}">
                              <a16:creationId xmlns:a16="http://schemas.microsoft.com/office/drawing/2014/main" id="{C32900F0-4FEC-4A0B-BA5D-79234D3823E6}"/>
                            </a:ext>
                          </a:extLst>
                        </p:cNvPr>
                        <p:cNvCxnSpPr>
                          <a:cxnSpLocks/>
                          <a:stCxn id="112744" idx="4"/>
                          <a:endCxn id="11274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12710" name="楕円 112709">
                      <a:extLst>
                        <a:ext uri="{FF2B5EF4-FFF2-40B4-BE49-F238E27FC236}">
                          <a16:creationId xmlns:a16="http://schemas.microsoft.com/office/drawing/2014/main" id="{404F69C4-6863-4046-A1BA-7BA355D7359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380000" flipH="1">
                      <a:off x="5713642" y="4614056"/>
                      <a:ext cx="25200" cy="25200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 dirty="0"/>
                    </a:p>
                  </p:txBody>
                </p:sp>
                <p:grpSp>
                  <p:nvGrpSpPr>
                    <p:cNvPr id="112711" name="グループ化 112710">
                      <a:extLst>
                        <a:ext uri="{FF2B5EF4-FFF2-40B4-BE49-F238E27FC236}">
                          <a16:creationId xmlns:a16="http://schemas.microsoft.com/office/drawing/2014/main" id="{A0C23E99-D554-473B-A5AE-96DB652205D2}"/>
                        </a:ext>
                      </a:extLst>
                    </p:cNvPr>
                    <p:cNvGrpSpPr/>
                    <p:nvPr/>
                  </p:nvGrpSpPr>
                  <p:grpSpPr>
                    <a:xfrm rot="1380000">
                      <a:off x="5634209" y="4526895"/>
                      <a:ext cx="188304" cy="182513"/>
                      <a:chOff x="5308307" y="4463999"/>
                      <a:chExt cx="188304" cy="182513"/>
                    </a:xfrm>
                  </p:grpSpPr>
                  <p:grpSp>
                    <p:nvGrpSpPr>
                      <p:cNvPr id="112712" name="グループ化 112711">
                        <a:extLst>
                          <a:ext uri="{FF2B5EF4-FFF2-40B4-BE49-F238E27FC236}">
                            <a16:creationId xmlns:a16="http://schemas.microsoft.com/office/drawing/2014/main" id="{15AFA311-35BC-455E-867C-51E3581570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21430" y="4477044"/>
                        <a:ext cx="164364" cy="155211"/>
                        <a:chOff x="5321429" y="4477046"/>
                        <a:chExt cx="164364" cy="155211"/>
                      </a:xfrm>
                    </p:grpSpPr>
                    <p:cxnSp>
                      <p:nvCxnSpPr>
                        <p:cNvPr id="112733" name="直線コネクタ 112732">
                          <a:extLst>
                            <a:ext uri="{FF2B5EF4-FFF2-40B4-BE49-F238E27FC236}">
                              <a16:creationId xmlns:a16="http://schemas.microsoft.com/office/drawing/2014/main" id="{209CBBAB-ECD0-4CF8-8DD9-411FA9E459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402836" y="4477046"/>
                          <a:ext cx="51566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34" name="直線コネクタ 112733">
                          <a:extLst>
                            <a:ext uri="{FF2B5EF4-FFF2-40B4-BE49-F238E27FC236}">
                              <a16:creationId xmlns:a16="http://schemas.microsoft.com/office/drawing/2014/main" id="{234E9342-91DB-4A50-9CA0-6835F25FB45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477046"/>
                          <a:ext cx="50015" cy="1552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35" name="直線コネクタ 112734">
                          <a:extLst>
                            <a:ext uri="{FF2B5EF4-FFF2-40B4-BE49-F238E27FC236}">
                              <a16:creationId xmlns:a16="http://schemas.microsoft.com/office/drawing/2014/main" id="{4D237D7E-C2EE-4E30-954F-57A82D0CBBE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5321429" y="4535647"/>
                          <a:ext cx="132974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36" name="直線コネクタ 112735">
                          <a:extLst>
                            <a:ext uri="{FF2B5EF4-FFF2-40B4-BE49-F238E27FC236}">
                              <a16:creationId xmlns:a16="http://schemas.microsoft.com/office/drawing/2014/main" id="{0A6132D9-6549-4129-84D5-FDCBD4FD53A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5321429" y="4535646"/>
                          <a:ext cx="164364" cy="1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37" name="直線コネクタ 112736">
                          <a:extLst>
                            <a:ext uri="{FF2B5EF4-FFF2-40B4-BE49-F238E27FC236}">
                              <a16:creationId xmlns:a16="http://schemas.microsoft.com/office/drawing/2014/main" id="{84BDB6B9-E75A-4F2F-8D18-AC434A42315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V="1">
                          <a:off x="5352820" y="4535646"/>
                          <a:ext cx="132973" cy="9661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13" name="グループ化 112712">
                        <a:extLst>
                          <a:ext uri="{FF2B5EF4-FFF2-40B4-BE49-F238E27FC236}">
                            <a16:creationId xmlns:a16="http://schemas.microsoft.com/office/drawing/2014/main" id="{B5E6B870-3DEA-4624-900E-955B93B3A8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87281" y="4463999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30" name="楕円 112729">
                          <a:extLst>
                            <a:ext uri="{FF2B5EF4-FFF2-40B4-BE49-F238E27FC236}">
                              <a16:creationId xmlns:a16="http://schemas.microsoft.com/office/drawing/2014/main" id="{8D1192AF-BF7B-4524-80FA-14D1C038243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31" name="直線コネクタ 112730">
                          <a:extLst>
                            <a:ext uri="{FF2B5EF4-FFF2-40B4-BE49-F238E27FC236}">
                              <a16:creationId xmlns:a16="http://schemas.microsoft.com/office/drawing/2014/main" id="{573BA509-417A-4CFF-9A73-124B26453FF0}"/>
                            </a:ext>
                          </a:extLst>
                        </p:cNvPr>
                        <p:cNvCxnSpPr>
                          <a:cxnSpLocks/>
                          <a:stCxn id="112730" idx="6"/>
                          <a:endCxn id="112730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32" name="直線コネクタ 112731">
                          <a:extLst>
                            <a:ext uri="{FF2B5EF4-FFF2-40B4-BE49-F238E27FC236}">
                              <a16:creationId xmlns:a16="http://schemas.microsoft.com/office/drawing/2014/main" id="{02675DE5-92A6-433E-BD08-CB1BAA683E43}"/>
                            </a:ext>
                          </a:extLst>
                        </p:cNvPr>
                        <p:cNvCxnSpPr>
                          <a:cxnSpLocks/>
                          <a:stCxn id="112730" idx="4"/>
                          <a:endCxn id="112730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14" name="グループ化 112713">
                        <a:extLst>
                          <a:ext uri="{FF2B5EF4-FFF2-40B4-BE49-F238E27FC236}">
                            <a16:creationId xmlns:a16="http://schemas.microsoft.com/office/drawing/2014/main" id="{6BA1053E-8E7A-4F6E-BACA-42704262786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320000">
                        <a:off x="5471411" y="4519701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27" name="楕円 112726">
                          <a:extLst>
                            <a:ext uri="{FF2B5EF4-FFF2-40B4-BE49-F238E27FC236}">
                              <a16:creationId xmlns:a16="http://schemas.microsoft.com/office/drawing/2014/main" id="{08E94DE2-7C82-472D-8BF1-8F7EAD3CA7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28" name="直線コネクタ 112727">
                          <a:extLst>
                            <a:ext uri="{FF2B5EF4-FFF2-40B4-BE49-F238E27FC236}">
                              <a16:creationId xmlns:a16="http://schemas.microsoft.com/office/drawing/2014/main" id="{5146601E-5F32-4794-AD48-E1FF86A0D15C}"/>
                            </a:ext>
                          </a:extLst>
                        </p:cNvPr>
                        <p:cNvCxnSpPr>
                          <a:cxnSpLocks/>
                          <a:stCxn id="112727" idx="6"/>
                          <a:endCxn id="112727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29" name="直線コネクタ 112728">
                          <a:extLst>
                            <a:ext uri="{FF2B5EF4-FFF2-40B4-BE49-F238E27FC236}">
                              <a16:creationId xmlns:a16="http://schemas.microsoft.com/office/drawing/2014/main" id="{BCFAF90F-6789-4E74-AAFE-9A4765059B4F}"/>
                            </a:ext>
                          </a:extLst>
                        </p:cNvPr>
                        <p:cNvCxnSpPr>
                          <a:cxnSpLocks/>
                          <a:stCxn id="112727" idx="4"/>
                          <a:endCxn id="112727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15" name="グループ化 112714">
                        <a:extLst>
                          <a:ext uri="{FF2B5EF4-FFF2-40B4-BE49-F238E27FC236}">
                            <a16:creationId xmlns:a16="http://schemas.microsoft.com/office/drawing/2014/main" id="{924F268C-1E09-48BA-A57E-23D0F2299D2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8640000">
                        <a:off x="5444431" y="4616927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24" name="楕円 112723">
                          <a:extLst>
                            <a:ext uri="{FF2B5EF4-FFF2-40B4-BE49-F238E27FC236}">
                              <a16:creationId xmlns:a16="http://schemas.microsoft.com/office/drawing/2014/main" id="{75FFE71D-3132-4195-AEE0-01244F9726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25" name="直線コネクタ 112724">
                          <a:extLst>
                            <a:ext uri="{FF2B5EF4-FFF2-40B4-BE49-F238E27FC236}">
                              <a16:creationId xmlns:a16="http://schemas.microsoft.com/office/drawing/2014/main" id="{C9BECC60-75E3-49AE-9114-02101195C668}"/>
                            </a:ext>
                          </a:extLst>
                        </p:cNvPr>
                        <p:cNvCxnSpPr>
                          <a:cxnSpLocks/>
                          <a:stCxn id="112724" idx="6"/>
                          <a:endCxn id="112724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26" name="直線コネクタ 112725">
                          <a:extLst>
                            <a:ext uri="{FF2B5EF4-FFF2-40B4-BE49-F238E27FC236}">
                              <a16:creationId xmlns:a16="http://schemas.microsoft.com/office/drawing/2014/main" id="{6B51CBE1-DD28-4149-AF27-BFEE92BDB007}"/>
                            </a:ext>
                          </a:extLst>
                        </p:cNvPr>
                        <p:cNvCxnSpPr>
                          <a:cxnSpLocks/>
                          <a:stCxn id="112724" idx="4"/>
                          <a:endCxn id="112724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16" name="グループ化 112715">
                        <a:extLst>
                          <a:ext uri="{FF2B5EF4-FFF2-40B4-BE49-F238E27FC236}">
                            <a16:creationId xmlns:a16="http://schemas.microsoft.com/office/drawing/2014/main" id="{0CEE0F1D-02AC-4598-A8D1-A186A6279D7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2960000">
                        <a:off x="5343627" y="4621312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21" name="楕円 112720">
                          <a:extLst>
                            <a:ext uri="{FF2B5EF4-FFF2-40B4-BE49-F238E27FC236}">
                              <a16:creationId xmlns:a16="http://schemas.microsoft.com/office/drawing/2014/main" id="{3DD14425-8D0B-4EB7-A3D0-6B5C3144F5A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22" name="直線コネクタ 112721">
                          <a:extLst>
                            <a:ext uri="{FF2B5EF4-FFF2-40B4-BE49-F238E27FC236}">
                              <a16:creationId xmlns:a16="http://schemas.microsoft.com/office/drawing/2014/main" id="{9AB4BC58-62D3-4EF7-9B73-5CAAB44F6D2A}"/>
                            </a:ext>
                          </a:extLst>
                        </p:cNvPr>
                        <p:cNvCxnSpPr>
                          <a:cxnSpLocks/>
                          <a:stCxn id="112721" idx="6"/>
                          <a:endCxn id="112721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23" name="直線コネクタ 112722">
                          <a:extLst>
                            <a:ext uri="{FF2B5EF4-FFF2-40B4-BE49-F238E27FC236}">
                              <a16:creationId xmlns:a16="http://schemas.microsoft.com/office/drawing/2014/main" id="{BC67830C-FB6A-4889-B295-D7795FC4D5A1}"/>
                            </a:ext>
                          </a:extLst>
                        </p:cNvPr>
                        <p:cNvCxnSpPr>
                          <a:cxnSpLocks/>
                          <a:stCxn id="112721" idx="4"/>
                          <a:endCxn id="112721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12717" name="グループ化 112716">
                        <a:extLst>
                          <a:ext uri="{FF2B5EF4-FFF2-40B4-BE49-F238E27FC236}">
                            <a16:creationId xmlns:a16="http://schemas.microsoft.com/office/drawing/2014/main" id="{49966F12-0EC5-48D3-93B4-A89379E1480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280000">
                        <a:off x="5308307" y="4526798"/>
                        <a:ext cx="25200" cy="25200"/>
                        <a:chOff x="5387281" y="4464000"/>
                        <a:chExt cx="25200" cy="25200"/>
                      </a:xfrm>
                    </p:grpSpPr>
                    <p:sp>
                      <p:nvSpPr>
                        <p:cNvPr id="112718" name="楕円 112717">
                          <a:extLst>
                            <a:ext uri="{FF2B5EF4-FFF2-40B4-BE49-F238E27FC236}">
                              <a16:creationId xmlns:a16="http://schemas.microsoft.com/office/drawing/2014/main" id="{929FE925-2C9D-4783-B43E-F501AC7127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 flipH="1">
                          <a:off x="5387281" y="4464000"/>
                          <a:ext cx="25200" cy="25200"/>
                        </a:xfrm>
                        <a:prstGeom prst="ellipse">
                          <a:avLst/>
                        </a:prstGeom>
                        <a:noFill/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kumimoji="1" lang="ja-JP" altLang="en-US" dirty="0"/>
                        </a:p>
                      </p:txBody>
                    </p:sp>
                    <p:cxnSp>
                      <p:nvCxnSpPr>
                        <p:cNvPr id="112719" name="直線コネクタ 112718">
                          <a:extLst>
                            <a:ext uri="{FF2B5EF4-FFF2-40B4-BE49-F238E27FC236}">
                              <a16:creationId xmlns:a16="http://schemas.microsoft.com/office/drawing/2014/main" id="{0E6A3FA2-B9B6-4D99-8F05-46242B6FC116}"/>
                            </a:ext>
                          </a:extLst>
                        </p:cNvPr>
                        <p:cNvCxnSpPr>
                          <a:cxnSpLocks/>
                          <a:stCxn id="112718" idx="6"/>
                          <a:endCxn id="112718" idx="2"/>
                        </p:cNvCxnSpPr>
                        <p:nvPr/>
                      </p:nvCxnSpPr>
                      <p:spPr>
                        <a:xfrm>
                          <a:off x="5387281" y="4476600"/>
                          <a:ext cx="25200" cy="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12720" name="直線コネクタ 112719">
                          <a:extLst>
                            <a:ext uri="{FF2B5EF4-FFF2-40B4-BE49-F238E27FC236}">
                              <a16:creationId xmlns:a16="http://schemas.microsoft.com/office/drawing/2014/main" id="{9617B1F0-CC14-4B46-BBFB-8EE0B5857EF1}"/>
                            </a:ext>
                          </a:extLst>
                        </p:cNvPr>
                        <p:cNvCxnSpPr>
                          <a:cxnSpLocks/>
                          <a:stCxn id="112718" idx="4"/>
                          <a:endCxn id="112718" idx="0"/>
                        </p:cNvCxnSpPr>
                        <p:nvPr/>
                      </p:nvCxnSpPr>
                      <p:spPr>
                        <a:xfrm flipV="1">
                          <a:off x="5399881" y="4464000"/>
                          <a:ext cx="0" cy="25200"/>
                        </a:xfrm>
                        <a:prstGeom prst="line">
                          <a:avLst/>
                        </a:prstGeom>
                        <a:ln w="3175"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</p:grpSp>
              <p:grpSp>
                <p:nvGrpSpPr>
                  <p:cNvPr id="112674" name="グループ化 112673">
                    <a:extLst>
                      <a:ext uri="{FF2B5EF4-FFF2-40B4-BE49-F238E27FC236}">
                        <a16:creationId xmlns:a16="http://schemas.microsoft.com/office/drawing/2014/main" id="{84BBC190-0145-4F17-8C79-FB77B8C2DFEE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4701193" y="4702497"/>
                    <a:ext cx="210771" cy="213084"/>
                    <a:chOff x="5296849" y="4456020"/>
                    <a:chExt cx="210771" cy="213084"/>
                  </a:xfrm>
                </p:grpSpPr>
                <p:grpSp>
                  <p:nvGrpSpPr>
                    <p:cNvPr id="112675" name="グループ化 112674">
                      <a:extLst>
                        <a:ext uri="{FF2B5EF4-FFF2-40B4-BE49-F238E27FC236}">
                          <a16:creationId xmlns:a16="http://schemas.microsoft.com/office/drawing/2014/main" id="{24E45057-E092-4923-A53F-7FC433C495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96849" y="4456020"/>
                      <a:ext cx="210771" cy="213084"/>
                      <a:chOff x="5296849" y="4456020"/>
                      <a:chExt cx="210771" cy="213084"/>
                    </a:xfrm>
                  </p:grpSpPr>
                  <p:cxnSp>
                    <p:nvCxnSpPr>
                      <p:cNvPr id="112700" name="直線コネクタ 112699">
                        <a:extLst>
                          <a:ext uri="{FF2B5EF4-FFF2-40B4-BE49-F238E27FC236}">
                            <a16:creationId xmlns:a16="http://schemas.microsoft.com/office/drawing/2014/main" id="{46F96FA8-2EFA-4E83-A25B-3542BA4C33F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45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01" name="直線コネクタ 112700">
                        <a:extLst>
                          <a:ext uri="{FF2B5EF4-FFF2-40B4-BE49-F238E27FC236}">
                            <a16:creationId xmlns:a16="http://schemas.microsoft.com/office/drawing/2014/main" id="{572E60D3-E001-438D-95F6-BB4AC62B106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340025" y="4502014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02" name="直線コネクタ 112701">
                        <a:extLst>
                          <a:ext uri="{FF2B5EF4-FFF2-40B4-BE49-F238E27FC236}">
                            <a16:creationId xmlns:a16="http://schemas.microsoft.com/office/drawing/2014/main" id="{92CA368F-7144-40B2-8EEE-4653133C4F1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427132" y="4456020"/>
                        <a:ext cx="23932" cy="83467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03" name="直線コネクタ 112702">
                        <a:extLst>
                          <a:ext uri="{FF2B5EF4-FFF2-40B4-BE49-F238E27FC236}">
                            <a16:creationId xmlns:a16="http://schemas.microsoft.com/office/drawing/2014/main" id="{C3B1A310-C9E1-48B1-92BC-DE455B51373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53865" y="4585636"/>
                        <a:ext cx="20800" cy="83468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04" name="直線コネクタ 112703">
                        <a:extLst>
                          <a:ext uri="{FF2B5EF4-FFF2-40B4-BE49-F238E27FC236}">
                            <a16:creationId xmlns:a16="http://schemas.microsoft.com/office/drawing/2014/main" id="{6DC6474A-64A3-42B6-89CE-8EC04AF35CE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 flipV="1">
                        <a:off x="5323314" y="4486570"/>
                        <a:ext cx="81902" cy="22366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05" name="直線コネクタ 112704">
                        <a:extLst>
                          <a:ext uri="{FF2B5EF4-FFF2-40B4-BE49-F238E27FC236}">
                            <a16:creationId xmlns:a16="http://schemas.microsoft.com/office/drawing/2014/main" id="{E2BF9B32-5037-4A6B-81E1-1B03F4F67C9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>
                        <a:off x="5396581" y="4616188"/>
                        <a:ext cx="85034" cy="22365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06" name="直線コネクタ 112705">
                        <a:extLst>
                          <a:ext uri="{FF2B5EF4-FFF2-40B4-BE49-F238E27FC236}">
                            <a16:creationId xmlns:a16="http://schemas.microsoft.com/office/drawing/2014/main" id="{BE1B533F-6DAD-4474-927B-0949948C52E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446520" y="4531456"/>
                        <a:ext cx="61100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07" name="直線コネクタ 112706">
                        <a:extLst>
                          <a:ext uri="{FF2B5EF4-FFF2-40B4-BE49-F238E27FC236}">
                            <a16:creationId xmlns:a16="http://schemas.microsoft.com/office/drawing/2014/main" id="{008C06F6-4355-4F5D-8E8A-2E93A0E36D6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18900000" flipH="1">
                        <a:off x="5296849" y="4531457"/>
                        <a:ext cx="61102" cy="61102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708" name="直線コネクタ 112707">
                        <a:extLst>
                          <a:ext uri="{FF2B5EF4-FFF2-40B4-BE49-F238E27FC236}">
                            <a16:creationId xmlns:a16="http://schemas.microsoft.com/office/drawing/2014/main" id="{F9A9DF90-C427-451A-8345-D3AC625ACFB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900000" flipH="1">
                        <a:off x="5341133" y="4500906"/>
                        <a:ext cx="122204" cy="122204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676" name="グループ化 112675">
                      <a:extLst>
                        <a:ext uri="{FF2B5EF4-FFF2-40B4-BE49-F238E27FC236}">
                          <a16:creationId xmlns:a16="http://schemas.microsoft.com/office/drawing/2014/main" id="{D9709013-1BC9-4E1D-9555-E7964E0BBB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87281" y="4464000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697" name="楕円 112696">
                        <a:extLst>
                          <a:ext uri="{FF2B5EF4-FFF2-40B4-BE49-F238E27FC236}">
                            <a16:creationId xmlns:a16="http://schemas.microsoft.com/office/drawing/2014/main" id="{44910F6D-5DAB-48B0-8E19-CFF9F7BC27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698" name="直線コネクタ 112697">
                        <a:extLst>
                          <a:ext uri="{FF2B5EF4-FFF2-40B4-BE49-F238E27FC236}">
                            <a16:creationId xmlns:a16="http://schemas.microsoft.com/office/drawing/2014/main" id="{2CA6A104-2C2A-4368-BCF7-9A8813DA2699}"/>
                          </a:ext>
                        </a:extLst>
                      </p:cNvPr>
                      <p:cNvCxnSpPr>
                        <a:cxnSpLocks/>
                        <a:stCxn id="112697" idx="6"/>
                        <a:endCxn id="112697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699" name="直線コネクタ 112698">
                        <a:extLst>
                          <a:ext uri="{FF2B5EF4-FFF2-40B4-BE49-F238E27FC236}">
                            <a16:creationId xmlns:a16="http://schemas.microsoft.com/office/drawing/2014/main" id="{59EFF995-98FB-4BAB-9B72-093F065871B6}"/>
                          </a:ext>
                        </a:extLst>
                      </p:cNvPr>
                      <p:cNvCxnSpPr>
                        <a:cxnSpLocks/>
                        <a:stCxn id="112697" idx="4"/>
                        <a:endCxn id="112697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677" name="グループ化 112676">
                      <a:extLst>
                        <a:ext uri="{FF2B5EF4-FFF2-40B4-BE49-F238E27FC236}">
                          <a16:creationId xmlns:a16="http://schemas.microsoft.com/office/drawing/2014/main" id="{E483E1ED-1A1B-41CA-A564-109238ED6C72}"/>
                        </a:ext>
                      </a:extLst>
                    </p:cNvPr>
                    <p:cNvGrpSpPr/>
                    <p:nvPr/>
                  </p:nvGrpSpPr>
                  <p:grpSpPr>
                    <a:xfrm rot="3600000">
                      <a:off x="5464470" y="4504664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694" name="楕円 112693">
                        <a:extLst>
                          <a:ext uri="{FF2B5EF4-FFF2-40B4-BE49-F238E27FC236}">
                            <a16:creationId xmlns:a16="http://schemas.microsoft.com/office/drawing/2014/main" id="{394E9306-502D-4880-B55C-D90CD293E4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695" name="直線コネクタ 112694">
                        <a:extLst>
                          <a:ext uri="{FF2B5EF4-FFF2-40B4-BE49-F238E27FC236}">
                            <a16:creationId xmlns:a16="http://schemas.microsoft.com/office/drawing/2014/main" id="{8E478279-45DF-4FC9-A62B-F79BAC777981}"/>
                          </a:ext>
                        </a:extLst>
                      </p:cNvPr>
                      <p:cNvCxnSpPr>
                        <a:cxnSpLocks/>
                        <a:stCxn id="112694" idx="6"/>
                        <a:endCxn id="112694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696" name="直線コネクタ 112695">
                        <a:extLst>
                          <a:ext uri="{FF2B5EF4-FFF2-40B4-BE49-F238E27FC236}">
                            <a16:creationId xmlns:a16="http://schemas.microsoft.com/office/drawing/2014/main" id="{56ED79BC-E562-4496-BCBA-2D8B0817DA45}"/>
                          </a:ext>
                        </a:extLst>
                      </p:cNvPr>
                      <p:cNvCxnSpPr>
                        <a:cxnSpLocks/>
                        <a:stCxn id="112694" idx="4"/>
                        <a:endCxn id="112694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678" name="グループ化 112677">
                      <a:extLst>
                        <a:ext uri="{FF2B5EF4-FFF2-40B4-BE49-F238E27FC236}">
                          <a16:creationId xmlns:a16="http://schemas.microsoft.com/office/drawing/2014/main" id="{74760C39-30A4-460C-8C6C-7C1CDBE30A64}"/>
                        </a:ext>
                      </a:extLst>
                    </p:cNvPr>
                    <p:cNvGrpSpPr/>
                    <p:nvPr/>
                  </p:nvGrpSpPr>
                  <p:grpSpPr>
                    <a:xfrm rot="7200000">
                      <a:off x="5464777" y="459007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691" name="楕円 112690">
                        <a:extLst>
                          <a:ext uri="{FF2B5EF4-FFF2-40B4-BE49-F238E27FC236}">
                            <a16:creationId xmlns:a16="http://schemas.microsoft.com/office/drawing/2014/main" id="{6F7FBED3-A186-4C7C-8F9A-81FF41BCFE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692" name="直線コネクタ 112691">
                        <a:extLst>
                          <a:ext uri="{FF2B5EF4-FFF2-40B4-BE49-F238E27FC236}">
                            <a16:creationId xmlns:a16="http://schemas.microsoft.com/office/drawing/2014/main" id="{A1B022C6-A5B8-46B4-A873-971AAFD9FFE6}"/>
                          </a:ext>
                        </a:extLst>
                      </p:cNvPr>
                      <p:cNvCxnSpPr>
                        <a:cxnSpLocks/>
                        <a:stCxn id="112691" idx="6"/>
                        <a:endCxn id="112691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693" name="直線コネクタ 112692">
                        <a:extLst>
                          <a:ext uri="{FF2B5EF4-FFF2-40B4-BE49-F238E27FC236}">
                            <a16:creationId xmlns:a16="http://schemas.microsoft.com/office/drawing/2014/main" id="{B9A61B68-2D34-4F5B-9018-B613476B1908}"/>
                          </a:ext>
                        </a:extLst>
                      </p:cNvPr>
                      <p:cNvCxnSpPr>
                        <a:cxnSpLocks/>
                        <a:stCxn id="112691" idx="4"/>
                        <a:endCxn id="112691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679" name="グループ化 112678">
                      <a:extLst>
                        <a:ext uri="{FF2B5EF4-FFF2-40B4-BE49-F238E27FC236}">
                          <a16:creationId xmlns:a16="http://schemas.microsoft.com/office/drawing/2014/main" id="{D87575FF-2BE1-42FD-BE53-5B72F1F99095}"/>
                        </a:ext>
                      </a:extLst>
                    </p:cNvPr>
                    <p:cNvGrpSpPr/>
                    <p:nvPr/>
                  </p:nvGrpSpPr>
                  <p:grpSpPr>
                    <a:xfrm rot="10800000">
                      <a:off x="5391989" y="4634816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688" name="楕円 112687">
                        <a:extLst>
                          <a:ext uri="{FF2B5EF4-FFF2-40B4-BE49-F238E27FC236}">
                            <a16:creationId xmlns:a16="http://schemas.microsoft.com/office/drawing/2014/main" id="{02720F6B-1F11-4520-9329-00DED418BC6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689" name="直線コネクタ 112688">
                        <a:extLst>
                          <a:ext uri="{FF2B5EF4-FFF2-40B4-BE49-F238E27FC236}">
                            <a16:creationId xmlns:a16="http://schemas.microsoft.com/office/drawing/2014/main" id="{D92CFB45-193F-4ADD-887B-04EF0EA8F87C}"/>
                          </a:ext>
                        </a:extLst>
                      </p:cNvPr>
                      <p:cNvCxnSpPr>
                        <a:cxnSpLocks/>
                        <a:stCxn id="112688" idx="6"/>
                        <a:endCxn id="112688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690" name="直線コネクタ 112689">
                        <a:extLst>
                          <a:ext uri="{FF2B5EF4-FFF2-40B4-BE49-F238E27FC236}">
                            <a16:creationId xmlns:a16="http://schemas.microsoft.com/office/drawing/2014/main" id="{17821948-3671-4336-8676-32374ABE4642}"/>
                          </a:ext>
                        </a:extLst>
                      </p:cNvPr>
                      <p:cNvCxnSpPr>
                        <a:cxnSpLocks/>
                        <a:stCxn id="112688" idx="4"/>
                        <a:endCxn id="112688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680" name="グループ化 112679">
                      <a:extLst>
                        <a:ext uri="{FF2B5EF4-FFF2-40B4-BE49-F238E27FC236}">
                          <a16:creationId xmlns:a16="http://schemas.microsoft.com/office/drawing/2014/main" id="{B8FC614B-63CA-472D-ACFD-6F1B579F1A7D}"/>
                        </a:ext>
                      </a:extLst>
                    </p:cNvPr>
                    <p:cNvGrpSpPr/>
                    <p:nvPr/>
                  </p:nvGrpSpPr>
                  <p:grpSpPr>
                    <a:xfrm rot="14400000">
                      <a:off x="5316847" y="4594151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685" name="楕円 112684">
                        <a:extLst>
                          <a:ext uri="{FF2B5EF4-FFF2-40B4-BE49-F238E27FC236}">
                            <a16:creationId xmlns:a16="http://schemas.microsoft.com/office/drawing/2014/main" id="{EFB05C83-24FF-447B-B4D6-374E47507C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686" name="直線コネクタ 112685">
                        <a:extLst>
                          <a:ext uri="{FF2B5EF4-FFF2-40B4-BE49-F238E27FC236}">
                            <a16:creationId xmlns:a16="http://schemas.microsoft.com/office/drawing/2014/main" id="{C28E838C-A942-452F-9000-BD248AA2B03A}"/>
                          </a:ext>
                        </a:extLst>
                      </p:cNvPr>
                      <p:cNvCxnSpPr>
                        <a:cxnSpLocks/>
                        <a:stCxn id="112685" idx="6"/>
                        <a:endCxn id="112685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687" name="直線コネクタ 112686">
                        <a:extLst>
                          <a:ext uri="{FF2B5EF4-FFF2-40B4-BE49-F238E27FC236}">
                            <a16:creationId xmlns:a16="http://schemas.microsoft.com/office/drawing/2014/main" id="{21A590AD-8E5C-482F-A224-EF069B69C1C6}"/>
                          </a:ext>
                        </a:extLst>
                      </p:cNvPr>
                      <p:cNvCxnSpPr>
                        <a:cxnSpLocks/>
                        <a:stCxn id="112685" idx="4"/>
                        <a:endCxn id="112685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12681" name="グループ化 112680">
                      <a:extLst>
                        <a:ext uri="{FF2B5EF4-FFF2-40B4-BE49-F238E27FC236}">
                          <a16:creationId xmlns:a16="http://schemas.microsoft.com/office/drawing/2014/main" id="{394F862C-98F6-46CE-899E-0F54F4EDBBC7}"/>
                        </a:ext>
                      </a:extLst>
                    </p:cNvPr>
                    <p:cNvGrpSpPr/>
                    <p:nvPr/>
                  </p:nvGrpSpPr>
                  <p:grpSpPr>
                    <a:xfrm rot="18000000">
                      <a:off x="5314493" y="4508743"/>
                      <a:ext cx="25200" cy="25200"/>
                      <a:chOff x="5387281" y="4464000"/>
                      <a:chExt cx="25200" cy="25200"/>
                    </a:xfrm>
                  </p:grpSpPr>
                  <p:sp>
                    <p:nvSpPr>
                      <p:cNvPr id="112682" name="楕円 112681">
                        <a:extLst>
                          <a:ext uri="{FF2B5EF4-FFF2-40B4-BE49-F238E27FC236}">
                            <a16:creationId xmlns:a16="http://schemas.microsoft.com/office/drawing/2014/main" id="{03E3C6D8-CFA6-411F-881D-0CB1A0E8073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 flipH="1">
                        <a:off x="5387281" y="4464000"/>
                        <a:ext cx="25200" cy="25200"/>
                      </a:xfrm>
                      <a:prstGeom prst="ellipse">
                        <a:avLst/>
                      </a:prstGeom>
                      <a:noFill/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kumimoji="1" lang="ja-JP" altLang="en-US" dirty="0"/>
                      </a:p>
                    </p:txBody>
                  </p:sp>
                  <p:cxnSp>
                    <p:nvCxnSpPr>
                      <p:cNvPr id="112683" name="直線コネクタ 112682">
                        <a:extLst>
                          <a:ext uri="{FF2B5EF4-FFF2-40B4-BE49-F238E27FC236}">
                            <a16:creationId xmlns:a16="http://schemas.microsoft.com/office/drawing/2014/main" id="{1A0CCEEC-1037-4EF8-8A6F-ACA35E378EEF}"/>
                          </a:ext>
                        </a:extLst>
                      </p:cNvPr>
                      <p:cNvCxnSpPr>
                        <a:cxnSpLocks/>
                        <a:stCxn id="112682" idx="6"/>
                        <a:endCxn id="112682" idx="2"/>
                      </p:cNvCxnSpPr>
                      <p:nvPr/>
                    </p:nvCxnSpPr>
                    <p:spPr>
                      <a:xfrm>
                        <a:off x="5387281" y="4476600"/>
                        <a:ext cx="25200" cy="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12684" name="直線コネクタ 112683">
                        <a:extLst>
                          <a:ext uri="{FF2B5EF4-FFF2-40B4-BE49-F238E27FC236}">
                            <a16:creationId xmlns:a16="http://schemas.microsoft.com/office/drawing/2014/main" id="{414EE554-AE1A-4D34-A36E-6589B872A99F}"/>
                          </a:ext>
                        </a:extLst>
                      </p:cNvPr>
                      <p:cNvCxnSpPr>
                        <a:cxnSpLocks/>
                        <a:stCxn id="112682" idx="4"/>
                        <a:endCxn id="112682" idx="0"/>
                      </p:cNvCxnSpPr>
                      <p:nvPr/>
                    </p:nvCxnSpPr>
                    <p:spPr>
                      <a:xfrm flipV="1">
                        <a:off x="5399881" y="4464000"/>
                        <a:ext cx="0" cy="25200"/>
                      </a:xfrm>
                      <a:prstGeom prst="line">
                        <a:avLst/>
                      </a:prstGeom>
                      <a:ln w="3175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</p:grpSp>
            <p:grpSp>
              <p:nvGrpSpPr>
                <p:cNvPr id="111625" name="グループ化 111624">
                  <a:extLst>
                    <a:ext uri="{FF2B5EF4-FFF2-40B4-BE49-F238E27FC236}">
                      <a16:creationId xmlns:a16="http://schemas.microsoft.com/office/drawing/2014/main" id="{ED07C8D4-9000-4E3A-BBB6-38D0A3E21342}"/>
                    </a:ext>
                  </a:extLst>
                </p:cNvPr>
                <p:cNvGrpSpPr/>
                <p:nvPr/>
              </p:nvGrpSpPr>
              <p:grpSpPr>
                <a:xfrm>
                  <a:off x="3560689" y="3560689"/>
                  <a:ext cx="3678384" cy="3678384"/>
                  <a:chOff x="3560689" y="3560689"/>
                  <a:chExt cx="3678384" cy="3678384"/>
                </a:xfrm>
              </p:grpSpPr>
              <p:grpSp>
                <p:nvGrpSpPr>
                  <p:cNvPr id="111626" name="グループ化 111625">
                    <a:extLst>
                      <a:ext uri="{FF2B5EF4-FFF2-40B4-BE49-F238E27FC236}">
                        <a16:creationId xmlns:a16="http://schemas.microsoft.com/office/drawing/2014/main" id="{448F6244-4779-4159-93AF-5D70FA396D2D}"/>
                      </a:ext>
                    </a:extLst>
                  </p:cNvPr>
                  <p:cNvGrpSpPr/>
                  <p:nvPr/>
                </p:nvGrpSpPr>
                <p:grpSpPr>
                  <a:xfrm>
                    <a:off x="6238799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12563" name="直線コネクタ 112562">
                      <a:extLst>
                        <a:ext uri="{FF2B5EF4-FFF2-40B4-BE49-F238E27FC236}">
                          <a16:creationId xmlns:a16="http://schemas.microsoft.com/office/drawing/2014/main" id="{4DD08B09-73BE-4B08-B44C-F28DEFD4D3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4" name="直線コネクタ 112563">
                      <a:extLst>
                        <a:ext uri="{FF2B5EF4-FFF2-40B4-BE49-F238E27FC236}">
                          <a16:creationId xmlns:a16="http://schemas.microsoft.com/office/drawing/2014/main" id="{BE53E8D6-2D1A-49D3-85FC-DFF8A6EC9C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5" name="直線コネクタ 112564">
                      <a:extLst>
                        <a:ext uri="{FF2B5EF4-FFF2-40B4-BE49-F238E27FC236}">
                          <a16:creationId xmlns:a16="http://schemas.microsoft.com/office/drawing/2014/main" id="{40D0879D-41B7-485C-9528-00929AD25D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6" name="直線コネクタ 112565">
                      <a:extLst>
                        <a:ext uri="{FF2B5EF4-FFF2-40B4-BE49-F238E27FC236}">
                          <a16:creationId xmlns:a16="http://schemas.microsoft.com/office/drawing/2014/main" id="{16FF82B0-4810-4EE2-9E25-213DBEE9B1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7" name="直線コネクタ 112566">
                      <a:extLst>
                        <a:ext uri="{FF2B5EF4-FFF2-40B4-BE49-F238E27FC236}">
                          <a16:creationId xmlns:a16="http://schemas.microsoft.com/office/drawing/2014/main" id="{6F543F76-A640-46E8-8BE5-3CB90DCF3F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8" name="直線コネクタ 112567">
                      <a:extLst>
                        <a:ext uri="{FF2B5EF4-FFF2-40B4-BE49-F238E27FC236}">
                          <a16:creationId xmlns:a16="http://schemas.microsoft.com/office/drawing/2014/main" id="{C8D97F03-AC3C-4D6B-B704-9A074293CA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9" name="直線コネクタ 112568">
                      <a:extLst>
                        <a:ext uri="{FF2B5EF4-FFF2-40B4-BE49-F238E27FC236}">
                          <a16:creationId xmlns:a16="http://schemas.microsoft.com/office/drawing/2014/main" id="{6E41473E-51D9-4EE9-A422-691849169B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0" name="直線コネクタ 112569">
                      <a:extLst>
                        <a:ext uri="{FF2B5EF4-FFF2-40B4-BE49-F238E27FC236}">
                          <a16:creationId xmlns:a16="http://schemas.microsoft.com/office/drawing/2014/main" id="{0D6A9C28-C462-47A4-89EC-6AB247A244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1" name="直線コネクタ 112570">
                      <a:extLst>
                        <a:ext uri="{FF2B5EF4-FFF2-40B4-BE49-F238E27FC236}">
                          <a16:creationId xmlns:a16="http://schemas.microsoft.com/office/drawing/2014/main" id="{73C16D67-795A-49C3-B48D-8A6713F2AA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2" name="直線コネクタ 112571">
                      <a:extLst>
                        <a:ext uri="{FF2B5EF4-FFF2-40B4-BE49-F238E27FC236}">
                          <a16:creationId xmlns:a16="http://schemas.microsoft.com/office/drawing/2014/main" id="{36B8829A-987D-4C77-B4B9-94275B2DB4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3" name="直線コネクタ 112572">
                      <a:extLst>
                        <a:ext uri="{FF2B5EF4-FFF2-40B4-BE49-F238E27FC236}">
                          <a16:creationId xmlns:a16="http://schemas.microsoft.com/office/drawing/2014/main" id="{65AB7F8C-F549-439B-ACF3-12B3F8B381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4" name="直線コネクタ 112573">
                      <a:extLst>
                        <a:ext uri="{FF2B5EF4-FFF2-40B4-BE49-F238E27FC236}">
                          <a16:creationId xmlns:a16="http://schemas.microsoft.com/office/drawing/2014/main" id="{C5C6FCC4-4300-42B4-BAA9-0EC7B48FEF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5" name="直線コネクタ 112574">
                      <a:extLst>
                        <a:ext uri="{FF2B5EF4-FFF2-40B4-BE49-F238E27FC236}">
                          <a16:creationId xmlns:a16="http://schemas.microsoft.com/office/drawing/2014/main" id="{096F3166-4974-4CFE-AE8D-91B3BC1503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6" name="直線コネクタ 112575">
                      <a:extLst>
                        <a:ext uri="{FF2B5EF4-FFF2-40B4-BE49-F238E27FC236}">
                          <a16:creationId xmlns:a16="http://schemas.microsoft.com/office/drawing/2014/main" id="{3CF44935-6629-4B15-9475-7704B9EC45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7" name="直線コネクタ 112576">
                      <a:extLst>
                        <a:ext uri="{FF2B5EF4-FFF2-40B4-BE49-F238E27FC236}">
                          <a16:creationId xmlns:a16="http://schemas.microsoft.com/office/drawing/2014/main" id="{517BDD7E-59EC-42F3-A154-1D7CAED6D3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8" name="直線コネクタ 112577">
                      <a:extLst>
                        <a:ext uri="{FF2B5EF4-FFF2-40B4-BE49-F238E27FC236}">
                          <a16:creationId xmlns:a16="http://schemas.microsoft.com/office/drawing/2014/main" id="{D1F0359B-66A4-48F0-AFE1-3038C00B79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79" name="直線コネクタ 112578">
                      <a:extLst>
                        <a:ext uri="{FF2B5EF4-FFF2-40B4-BE49-F238E27FC236}">
                          <a16:creationId xmlns:a16="http://schemas.microsoft.com/office/drawing/2014/main" id="{03DE4D41-15F6-4A27-8779-CE7794D21A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0" name="直線コネクタ 112579">
                      <a:extLst>
                        <a:ext uri="{FF2B5EF4-FFF2-40B4-BE49-F238E27FC236}">
                          <a16:creationId xmlns:a16="http://schemas.microsoft.com/office/drawing/2014/main" id="{A9E95376-DD4B-4A51-BFC0-FFD40228CD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1" name="直線コネクタ 112580">
                      <a:extLst>
                        <a:ext uri="{FF2B5EF4-FFF2-40B4-BE49-F238E27FC236}">
                          <a16:creationId xmlns:a16="http://schemas.microsoft.com/office/drawing/2014/main" id="{09F824F8-1BA2-44F1-8B8D-6ECFD68ED6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2" name="直線コネクタ 112581">
                      <a:extLst>
                        <a:ext uri="{FF2B5EF4-FFF2-40B4-BE49-F238E27FC236}">
                          <a16:creationId xmlns:a16="http://schemas.microsoft.com/office/drawing/2014/main" id="{1EDA61EA-651A-4DA3-9150-41187073BD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3" name="直線コネクタ 112582">
                      <a:extLst>
                        <a:ext uri="{FF2B5EF4-FFF2-40B4-BE49-F238E27FC236}">
                          <a16:creationId xmlns:a16="http://schemas.microsoft.com/office/drawing/2014/main" id="{09A953A3-C348-4173-BA93-47D278069C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4" name="直線コネクタ 112583">
                      <a:extLst>
                        <a:ext uri="{FF2B5EF4-FFF2-40B4-BE49-F238E27FC236}">
                          <a16:creationId xmlns:a16="http://schemas.microsoft.com/office/drawing/2014/main" id="{5A890C7B-3F5D-41C6-A2E6-34CD080C53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5" name="直線コネクタ 112584">
                      <a:extLst>
                        <a:ext uri="{FF2B5EF4-FFF2-40B4-BE49-F238E27FC236}">
                          <a16:creationId xmlns:a16="http://schemas.microsoft.com/office/drawing/2014/main" id="{39D8A388-FA46-434F-8BE8-C76E139CAA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6" name="直線コネクタ 112585">
                      <a:extLst>
                        <a:ext uri="{FF2B5EF4-FFF2-40B4-BE49-F238E27FC236}">
                          <a16:creationId xmlns:a16="http://schemas.microsoft.com/office/drawing/2014/main" id="{1C0C0C83-60F0-4896-AC30-2EF80DC0C9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7" name="直線コネクタ 112586">
                      <a:extLst>
                        <a:ext uri="{FF2B5EF4-FFF2-40B4-BE49-F238E27FC236}">
                          <a16:creationId xmlns:a16="http://schemas.microsoft.com/office/drawing/2014/main" id="{8E0E66B7-29A4-49EB-81F1-205C304EC8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8" name="直線コネクタ 112587">
                      <a:extLst>
                        <a:ext uri="{FF2B5EF4-FFF2-40B4-BE49-F238E27FC236}">
                          <a16:creationId xmlns:a16="http://schemas.microsoft.com/office/drawing/2014/main" id="{B331A073-8157-4FE6-BE5C-62D8A39622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89" name="直線コネクタ 112588">
                      <a:extLst>
                        <a:ext uri="{FF2B5EF4-FFF2-40B4-BE49-F238E27FC236}">
                          <a16:creationId xmlns:a16="http://schemas.microsoft.com/office/drawing/2014/main" id="{A82F93E0-3604-43B1-BAEF-22701981EC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0" name="直線コネクタ 112589">
                      <a:extLst>
                        <a:ext uri="{FF2B5EF4-FFF2-40B4-BE49-F238E27FC236}">
                          <a16:creationId xmlns:a16="http://schemas.microsoft.com/office/drawing/2014/main" id="{98D1871C-0215-4301-B7CD-8361CB74B5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1" name="直線コネクタ 112590">
                      <a:extLst>
                        <a:ext uri="{FF2B5EF4-FFF2-40B4-BE49-F238E27FC236}">
                          <a16:creationId xmlns:a16="http://schemas.microsoft.com/office/drawing/2014/main" id="{26FF45E1-EC47-441C-81E2-9044347570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2" name="直線コネクタ 112591">
                      <a:extLst>
                        <a:ext uri="{FF2B5EF4-FFF2-40B4-BE49-F238E27FC236}">
                          <a16:creationId xmlns:a16="http://schemas.microsoft.com/office/drawing/2014/main" id="{20616C99-6D3E-47F5-A713-B8982310E5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3" name="直線コネクタ 112592">
                      <a:extLst>
                        <a:ext uri="{FF2B5EF4-FFF2-40B4-BE49-F238E27FC236}">
                          <a16:creationId xmlns:a16="http://schemas.microsoft.com/office/drawing/2014/main" id="{7FE2D280-82B4-40FE-B41F-CA468C8E32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4" name="直線コネクタ 112593">
                      <a:extLst>
                        <a:ext uri="{FF2B5EF4-FFF2-40B4-BE49-F238E27FC236}">
                          <a16:creationId xmlns:a16="http://schemas.microsoft.com/office/drawing/2014/main" id="{18054464-5070-4EE4-AFB4-08072B80A9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5" name="直線コネクタ 112594">
                      <a:extLst>
                        <a:ext uri="{FF2B5EF4-FFF2-40B4-BE49-F238E27FC236}">
                          <a16:creationId xmlns:a16="http://schemas.microsoft.com/office/drawing/2014/main" id="{20BA3266-1B8A-410B-B370-E6843073E0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6" name="直線コネクタ 112595">
                      <a:extLst>
                        <a:ext uri="{FF2B5EF4-FFF2-40B4-BE49-F238E27FC236}">
                          <a16:creationId xmlns:a16="http://schemas.microsoft.com/office/drawing/2014/main" id="{A040BC00-6D9C-495C-BCD4-2A157F7AFB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7" name="直線コネクタ 112596">
                      <a:extLst>
                        <a:ext uri="{FF2B5EF4-FFF2-40B4-BE49-F238E27FC236}">
                          <a16:creationId xmlns:a16="http://schemas.microsoft.com/office/drawing/2014/main" id="{E49D7BD7-1F88-4249-B783-013ADA9C17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8" name="直線コネクタ 112597">
                      <a:extLst>
                        <a:ext uri="{FF2B5EF4-FFF2-40B4-BE49-F238E27FC236}">
                          <a16:creationId xmlns:a16="http://schemas.microsoft.com/office/drawing/2014/main" id="{40B46B54-800E-4531-919F-01508D8EED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99" name="直線コネクタ 112598">
                      <a:extLst>
                        <a:ext uri="{FF2B5EF4-FFF2-40B4-BE49-F238E27FC236}">
                          <a16:creationId xmlns:a16="http://schemas.microsoft.com/office/drawing/2014/main" id="{776FAAF1-094C-4FD4-8554-965AE966CF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0" name="直線コネクタ 112599">
                      <a:extLst>
                        <a:ext uri="{FF2B5EF4-FFF2-40B4-BE49-F238E27FC236}">
                          <a16:creationId xmlns:a16="http://schemas.microsoft.com/office/drawing/2014/main" id="{892CEC9F-400D-433D-B69A-8A9AF9A055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1" name="直線コネクタ 112600">
                      <a:extLst>
                        <a:ext uri="{FF2B5EF4-FFF2-40B4-BE49-F238E27FC236}">
                          <a16:creationId xmlns:a16="http://schemas.microsoft.com/office/drawing/2014/main" id="{E727BFFA-E63A-4202-8D70-944F7EB4B5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2" name="直線コネクタ 112601">
                      <a:extLst>
                        <a:ext uri="{FF2B5EF4-FFF2-40B4-BE49-F238E27FC236}">
                          <a16:creationId xmlns:a16="http://schemas.microsoft.com/office/drawing/2014/main" id="{13B7A26D-9D88-4254-83E6-01E1D62B8B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3" name="直線コネクタ 112602">
                      <a:extLst>
                        <a:ext uri="{FF2B5EF4-FFF2-40B4-BE49-F238E27FC236}">
                          <a16:creationId xmlns:a16="http://schemas.microsoft.com/office/drawing/2014/main" id="{5F3BA3DE-F4D2-4E30-89F1-874545D740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4" name="直線コネクタ 112603">
                      <a:extLst>
                        <a:ext uri="{FF2B5EF4-FFF2-40B4-BE49-F238E27FC236}">
                          <a16:creationId xmlns:a16="http://schemas.microsoft.com/office/drawing/2014/main" id="{52B0CDF1-7061-4FFD-B814-7006777F23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5" name="直線コネクタ 112604">
                      <a:extLst>
                        <a:ext uri="{FF2B5EF4-FFF2-40B4-BE49-F238E27FC236}">
                          <a16:creationId xmlns:a16="http://schemas.microsoft.com/office/drawing/2014/main" id="{1EEC93EC-7D99-4838-A923-BB0B28BDDC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6" name="直線コネクタ 112605">
                      <a:extLst>
                        <a:ext uri="{FF2B5EF4-FFF2-40B4-BE49-F238E27FC236}">
                          <a16:creationId xmlns:a16="http://schemas.microsoft.com/office/drawing/2014/main" id="{38CE51CF-2EB1-4D4A-B516-299ED26CD9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7" name="直線コネクタ 112606">
                      <a:extLst>
                        <a:ext uri="{FF2B5EF4-FFF2-40B4-BE49-F238E27FC236}">
                          <a16:creationId xmlns:a16="http://schemas.microsoft.com/office/drawing/2014/main" id="{72EBB0BB-815A-4B96-B4EF-9FF28E502A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8" name="直線コネクタ 112607">
                      <a:extLst>
                        <a:ext uri="{FF2B5EF4-FFF2-40B4-BE49-F238E27FC236}">
                          <a16:creationId xmlns:a16="http://schemas.microsoft.com/office/drawing/2014/main" id="{70BAD509-6456-4C5E-8F05-CD906407CF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09" name="直線コネクタ 112608">
                      <a:extLst>
                        <a:ext uri="{FF2B5EF4-FFF2-40B4-BE49-F238E27FC236}">
                          <a16:creationId xmlns:a16="http://schemas.microsoft.com/office/drawing/2014/main" id="{36B9BD22-15B9-42B2-A14F-A24490ADA8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0" name="直線コネクタ 112609">
                      <a:extLst>
                        <a:ext uri="{FF2B5EF4-FFF2-40B4-BE49-F238E27FC236}">
                          <a16:creationId xmlns:a16="http://schemas.microsoft.com/office/drawing/2014/main" id="{4CA0A2E5-760C-4355-81C2-0F6F26CEA1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1" name="直線コネクタ 112610">
                      <a:extLst>
                        <a:ext uri="{FF2B5EF4-FFF2-40B4-BE49-F238E27FC236}">
                          <a16:creationId xmlns:a16="http://schemas.microsoft.com/office/drawing/2014/main" id="{C6875720-298B-4A13-92B2-7C01EE648D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2" name="直線コネクタ 112611">
                      <a:extLst>
                        <a:ext uri="{FF2B5EF4-FFF2-40B4-BE49-F238E27FC236}">
                          <a16:creationId xmlns:a16="http://schemas.microsoft.com/office/drawing/2014/main" id="{E4E358AF-7F15-40F0-8CD3-7FD232048E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3" name="直線コネクタ 112612">
                      <a:extLst>
                        <a:ext uri="{FF2B5EF4-FFF2-40B4-BE49-F238E27FC236}">
                          <a16:creationId xmlns:a16="http://schemas.microsoft.com/office/drawing/2014/main" id="{8280304C-EEFE-4201-9A94-10922C6A99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4" name="直線コネクタ 112613">
                      <a:extLst>
                        <a:ext uri="{FF2B5EF4-FFF2-40B4-BE49-F238E27FC236}">
                          <a16:creationId xmlns:a16="http://schemas.microsoft.com/office/drawing/2014/main" id="{14210811-FCBC-484C-B388-56402E5C60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5" name="直線コネクタ 112614">
                      <a:extLst>
                        <a:ext uri="{FF2B5EF4-FFF2-40B4-BE49-F238E27FC236}">
                          <a16:creationId xmlns:a16="http://schemas.microsoft.com/office/drawing/2014/main" id="{D9C3AD53-B472-4E5B-AFAD-5F84920AD4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6" name="直線コネクタ 112615">
                      <a:extLst>
                        <a:ext uri="{FF2B5EF4-FFF2-40B4-BE49-F238E27FC236}">
                          <a16:creationId xmlns:a16="http://schemas.microsoft.com/office/drawing/2014/main" id="{7CE4599F-F861-4518-92F1-30B83B65A1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7" name="直線コネクタ 112616">
                      <a:extLst>
                        <a:ext uri="{FF2B5EF4-FFF2-40B4-BE49-F238E27FC236}">
                          <a16:creationId xmlns:a16="http://schemas.microsoft.com/office/drawing/2014/main" id="{6588C790-F3C0-4B8B-92DC-6B8D8363E6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8" name="直線コネクタ 112617">
                      <a:extLst>
                        <a:ext uri="{FF2B5EF4-FFF2-40B4-BE49-F238E27FC236}">
                          <a16:creationId xmlns:a16="http://schemas.microsoft.com/office/drawing/2014/main" id="{EFFC03CB-80AA-414F-B988-BB2B941199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19" name="直線コネクタ 112618">
                      <a:extLst>
                        <a:ext uri="{FF2B5EF4-FFF2-40B4-BE49-F238E27FC236}">
                          <a16:creationId xmlns:a16="http://schemas.microsoft.com/office/drawing/2014/main" id="{92EA2220-F14E-479E-ACFD-6BE425297F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20" name="直線コネクタ 112619">
                      <a:extLst>
                        <a:ext uri="{FF2B5EF4-FFF2-40B4-BE49-F238E27FC236}">
                          <a16:creationId xmlns:a16="http://schemas.microsoft.com/office/drawing/2014/main" id="{128590F5-CE47-4EDD-8321-BF7DF5D888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21" name="直線コネクタ 112620">
                      <a:extLst>
                        <a:ext uri="{FF2B5EF4-FFF2-40B4-BE49-F238E27FC236}">
                          <a16:creationId xmlns:a16="http://schemas.microsoft.com/office/drawing/2014/main" id="{52EDB4A7-E8B3-4CFC-80F5-1E0BA913F7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22" name="直線コネクタ 112621">
                      <a:extLst>
                        <a:ext uri="{FF2B5EF4-FFF2-40B4-BE49-F238E27FC236}">
                          <a16:creationId xmlns:a16="http://schemas.microsoft.com/office/drawing/2014/main" id="{52FE8C09-2D81-44F1-821C-210B9321FE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23" name="直線コネクタ 112622">
                      <a:extLst>
                        <a:ext uri="{FF2B5EF4-FFF2-40B4-BE49-F238E27FC236}">
                          <a16:creationId xmlns:a16="http://schemas.microsoft.com/office/drawing/2014/main" id="{4B29ACBA-FE5A-4978-98E4-5D930FDB0D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24" name="直線コネクタ 112623">
                      <a:extLst>
                        <a:ext uri="{FF2B5EF4-FFF2-40B4-BE49-F238E27FC236}">
                          <a16:creationId xmlns:a16="http://schemas.microsoft.com/office/drawing/2014/main" id="{AE7593D0-DA04-4250-8993-6EB1618944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625" name="直線コネクタ 112624">
                      <a:extLst>
                        <a:ext uri="{FF2B5EF4-FFF2-40B4-BE49-F238E27FC236}">
                          <a16:creationId xmlns:a16="http://schemas.microsoft.com/office/drawing/2014/main" id="{5B3FBE23-569D-4F13-AA36-85ED0D8509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27" name="グループ化 111626">
                    <a:extLst>
                      <a:ext uri="{FF2B5EF4-FFF2-40B4-BE49-F238E27FC236}">
                        <a16:creationId xmlns:a16="http://schemas.microsoft.com/office/drawing/2014/main" id="{B0B0723F-A382-497C-A540-4B3204A2C586}"/>
                      </a:ext>
                    </a:extLst>
                  </p:cNvPr>
                  <p:cNvGrpSpPr/>
                  <p:nvPr/>
                </p:nvGrpSpPr>
                <p:grpSpPr>
                  <a:xfrm>
                    <a:off x="6174000" y="427572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12503" name="直線コネクタ 112502">
                      <a:extLst>
                        <a:ext uri="{FF2B5EF4-FFF2-40B4-BE49-F238E27FC236}">
                          <a16:creationId xmlns:a16="http://schemas.microsoft.com/office/drawing/2014/main" id="{D113187C-1755-476F-B19E-F50F5E9FED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4" name="直線コネクタ 112503">
                      <a:extLst>
                        <a:ext uri="{FF2B5EF4-FFF2-40B4-BE49-F238E27FC236}">
                          <a16:creationId xmlns:a16="http://schemas.microsoft.com/office/drawing/2014/main" id="{A1F5AE73-780C-4727-9E71-D4A474B78C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5" name="直線コネクタ 112504">
                      <a:extLst>
                        <a:ext uri="{FF2B5EF4-FFF2-40B4-BE49-F238E27FC236}">
                          <a16:creationId xmlns:a16="http://schemas.microsoft.com/office/drawing/2014/main" id="{C502AAC0-573C-4879-81B6-725B40E9F0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6" name="直線コネクタ 112505">
                      <a:extLst>
                        <a:ext uri="{FF2B5EF4-FFF2-40B4-BE49-F238E27FC236}">
                          <a16:creationId xmlns:a16="http://schemas.microsoft.com/office/drawing/2014/main" id="{1B4AB0A3-6AE3-4E97-B742-9BDD522CDD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7" name="直線コネクタ 112506">
                      <a:extLst>
                        <a:ext uri="{FF2B5EF4-FFF2-40B4-BE49-F238E27FC236}">
                          <a16:creationId xmlns:a16="http://schemas.microsoft.com/office/drawing/2014/main" id="{4D2F6DC0-8DEA-4F1F-9614-102DFDBBE5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8" name="直線コネクタ 112507">
                      <a:extLst>
                        <a:ext uri="{FF2B5EF4-FFF2-40B4-BE49-F238E27FC236}">
                          <a16:creationId xmlns:a16="http://schemas.microsoft.com/office/drawing/2014/main" id="{52BAB0AC-6171-4CCE-979B-B8F602B27F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9" name="直線コネクタ 112508">
                      <a:extLst>
                        <a:ext uri="{FF2B5EF4-FFF2-40B4-BE49-F238E27FC236}">
                          <a16:creationId xmlns:a16="http://schemas.microsoft.com/office/drawing/2014/main" id="{D22D7AC6-33CB-47C0-BCC5-10A7E49FDA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0" name="直線コネクタ 112509">
                      <a:extLst>
                        <a:ext uri="{FF2B5EF4-FFF2-40B4-BE49-F238E27FC236}">
                          <a16:creationId xmlns:a16="http://schemas.microsoft.com/office/drawing/2014/main" id="{486FB270-23D9-44C4-8D29-54380C0181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1" name="直線コネクタ 112510">
                      <a:extLst>
                        <a:ext uri="{FF2B5EF4-FFF2-40B4-BE49-F238E27FC236}">
                          <a16:creationId xmlns:a16="http://schemas.microsoft.com/office/drawing/2014/main" id="{2BAC8F87-B08E-4013-88C5-76EB8C01DEE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2" name="直線コネクタ 112511">
                      <a:extLst>
                        <a:ext uri="{FF2B5EF4-FFF2-40B4-BE49-F238E27FC236}">
                          <a16:creationId xmlns:a16="http://schemas.microsoft.com/office/drawing/2014/main" id="{9203624B-78E7-417B-81A8-C775C8260E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3" name="直線コネクタ 112512">
                      <a:extLst>
                        <a:ext uri="{FF2B5EF4-FFF2-40B4-BE49-F238E27FC236}">
                          <a16:creationId xmlns:a16="http://schemas.microsoft.com/office/drawing/2014/main" id="{A6138CE6-C3E0-4FBA-B874-933CB36589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4" name="直線コネクタ 112513">
                      <a:extLst>
                        <a:ext uri="{FF2B5EF4-FFF2-40B4-BE49-F238E27FC236}">
                          <a16:creationId xmlns:a16="http://schemas.microsoft.com/office/drawing/2014/main" id="{14424CA0-4A00-4F61-965B-FCDD3004C9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5" name="直線コネクタ 112514">
                      <a:extLst>
                        <a:ext uri="{FF2B5EF4-FFF2-40B4-BE49-F238E27FC236}">
                          <a16:creationId xmlns:a16="http://schemas.microsoft.com/office/drawing/2014/main" id="{D4A3C245-35E8-4EB9-9246-E20F6CA8B5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6" name="直線コネクタ 112515">
                      <a:extLst>
                        <a:ext uri="{FF2B5EF4-FFF2-40B4-BE49-F238E27FC236}">
                          <a16:creationId xmlns:a16="http://schemas.microsoft.com/office/drawing/2014/main" id="{9CA7CE41-217C-40A5-A927-5B3CF74397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7" name="直線コネクタ 112516">
                      <a:extLst>
                        <a:ext uri="{FF2B5EF4-FFF2-40B4-BE49-F238E27FC236}">
                          <a16:creationId xmlns:a16="http://schemas.microsoft.com/office/drawing/2014/main" id="{A0C896C6-0CB1-45CA-8892-0312C564E2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8" name="直線コネクタ 112517">
                      <a:extLst>
                        <a:ext uri="{FF2B5EF4-FFF2-40B4-BE49-F238E27FC236}">
                          <a16:creationId xmlns:a16="http://schemas.microsoft.com/office/drawing/2014/main" id="{91871BDF-4520-49C1-9386-8CBDB8EB2E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19" name="直線コネクタ 112518">
                      <a:extLst>
                        <a:ext uri="{FF2B5EF4-FFF2-40B4-BE49-F238E27FC236}">
                          <a16:creationId xmlns:a16="http://schemas.microsoft.com/office/drawing/2014/main" id="{7F74DE63-7FC5-49CC-ABA5-00F2009A16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0" name="直線コネクタ 112519">
                      <a:extLst>
                        <a:ext uri="{FF2B5EF4-FFF2-40B4-BE49-F238E27FC236}">
                          <a16:creationId xmlns:a16="http://schemas.microsoft.com/office/drawing/2014/main" id="{400D2908-733F-45DD-82F7-2995C0CF5D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1" name="直線コネクタ 112520">
                      <a:extLst>
                        <a:ext uri="{FF2B5EF4-FFF2-40B4-BE49-F238E27FC236}">
                          <a16:creationId xmlns:a16="http://schemas.microsoft.com/office/drawing/2014/main" id="{8930A596-739A-4C9A-B367-EEA6B05C8A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2" name="直線コネクタ 112521">
                      <a:extLst>
                        <a:ext uri="{FF2B5EF4-FFF2-40B4-BE49-F238E27FC236}">
                          <a16:creationId xmlns:a16="http://schemas.microsoft.com/office/drawing/2014/main" id="{012611A0-2E4C-4BA8-B49C-1EB91A0A20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3" name="直線コネクタ 112522">
                      <a:extLst>
                        <a:ext uri="{FF2B5EF4-FFF2-40B4-BE49-F238E27FC236}">
                          <a16:creationId xmlns:a16="http://schemas.microsoft.com/office/drawing/2014/main" id="{641F5580-FCF4-48B6-A698-5CE8854098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4" name="直線コネクタ 112523">
                      <a:extLst>
                        <a:ext uri="{FF2B5EF4-FFF2-40B4-BE49-F238E27FC236}">
                          <a16:creationId xmlns:a16="http://schemas.microsoft.com/office/drawing/2014/main" id="{03757EFC-A16D-44CA-9574-A2D2AC74FA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5" name="直線コネクタ 112524">
                      <a:extLst>
                        <a:ext uri="{FF2B5EF4-FFF2-40B4-BE49-F238E27FC236}">
                          <a16:creationId xmlns:a16="http://schemas.microsoft.com/office/drawing/2014/main" id="{5A7FC39E-13F3-41FC-819C-C8AC0C1762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6" name="直線コネクタ 112525">
                      <a:extLst>
                        <a:ext uri="{FF2B5EF4-FFF2-40B4-BE49-F238E27FC236}">
                          <a16:creationId xmlns:a16="http://schemas.microsoft.com/office/drawing/2014/main" id="{3434BE31-673D-4C9B-B771-04907964D71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7" name="直線コネクタ 112526">
                      <a:extLst>
                        <a:ext uri="{FF2B5EF4-FFF2-40B4-BE49-F238E27FC236}">
                          <a16:creationId xmlns:a16="http://schemas.microsoft.com/office/drawing/2014/main" id="{CCCE2F23-30D0-4DAD-87A7-96A7320EDD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8" name="直線コネクタ 112527">
                      <a:extLst>
                        <a:ext uri="{FF2B5EF4-FFF2-40B4-BE49-F238E27FC236}">
                          <a16:creationId xmlns:a16="http://schemas.microsoft.com/office/drawing/2014/main" id="{13445DA3-0D9B-47C9-8E0B-2FF5FFFF57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29" name="直線コネクタ 112528">
                      <a:extLst>
                        <a:ext uri="{FF2B5EF4-FFF2-40B4-BE49-F238E27FC236}">
                          <a16:creationId xmlns:a16="http://schemas.microsoft.com/office/drawing/2014/main" id="{987B5EAB-7B6D-4F4C-8628-720CB7EE30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0" name="直線コネクタ 112529">
                      <a:extLst>
                        <a:ext uri="{FF2B5EF4-FFF2-40B4-BE49-F238E27FC236}">
                          <a16:creationId xmlns:a16="http://schemas.microsoft.com/office/drawing/2014/main" id="{9798A7C8-07DA-45EB-93B2-6C08E7E367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1" name="直線コネクタ 112530">
                      <a:extLst>
                        <a:ext uri="{FF2B5EF4-FFF2-40B4-BE49-F238E27FC236}">
                          <a16:creationId xmlns:a16="http://schemas.microsoft.com/office/drawing/2014/main" id="{0F880D3C-DF23-46E6-8EA0-1E384F217F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2" name="直線コネクタ 112531">
                      <a:extLst>
                        <a:ext uri="{FF2B5EF4-FFF2-40B4-BE49-F238E27FC236}">
                          <a16:creationId xmlns:a16="http://schemas.microsoft.com/office/drawing/2014/main" id="{4CEBBF6A-2C9B-450C-8A51-5A617DEAFA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3" name="直線コネクタ 112532">
                      <a:extLst>
                        <a:ext uri="{FF2B5EF4-FFF2-40B4-BE49-F238E27FC236}">
                          <a16:creationId xmlns:a16="http://schemas.microsoft.com/office/drawing/2014/main" id="{FFEFE08B-570E-4E5A-B00F-732D8DB028B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4" name="直線コネクタ 112533">
                      <a:extLst>
                        <a:ext uri="{FF2B5EF4-FFF2-40B4-BE49-F238E27FC236}">
                          <a16:creationId xmlns:a16="http://schemas.microsoft.com/office/drawing/2014/main" id="{4A82BF00-EF3C-43CD-AF06-8299A962DA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5" name="直線コネクタ 112534">
                      <a:extLst>
                        <a:ext uri="{FF2B5EF4-FFF2-40B4-BE49-F238E27FC236}">
                          <a16:creationId xmlns:a16="http://schemas.microsoft.com/office/drawing/2014/main" id="{D59E773E-572C-43CC-BA8A-99661400B9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6" name="直線コネクタ 112535">
                      <a:extLst>
                        <a:ext uri="{FF2B5EF4-FFF2-40B4-BE49-F238E27FC236}">
                          <a16:creationId xmlns:a16="http://schemas.microsoft.com/office/drawing/2014/main" id="{CCB8675B-BEF4-47C3-961F-EF707F2178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7" name="直線コネクタ 112536">
                      <a:extLst>
                        <a:ext uri="{FF2B5EF4-FFF2-40B4-BE49-F238E27FC236}">
                          <a16:creationId xmlns:a16="http://schemas.microsoft.com/office/drawing/2014/main" id="{52C9F6E2-185A-4E5D-BADF-BBF17277F0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8" name="直線コネクタ 112537">
                      <a:extLst>
                        <a:ext uri="{FF2B5EF4-FFF2-40B4-BE49-F238E27FC236}">
                          <a16:creationId xmlns:a16="http://schemas.microsoft.com/office/drawing/2014/main" id="{965806F8-03FE-478D-AED3-41CD901573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39" name="直線コネクタ 112538">
                      <a:extLst>
                        <a:ext uri="{FF2B5EF4-FFF2-40B4-BE49-F238E27FC236}">
                          <a16:creationId xmlns:a16="http://schemas.microsoft.com/office/drawing/2014/main" id="{6B6AEA39-D083-4A8A-8E9A-ED829B598E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0" name="直線コネクタ 112539">
                      <a:extLst>
                        <a:ext uri="{FF2B5EF4-FFF2-40B4-BE49-F238E27FC236}">
                          <a16:creationId xmlns:a16="http://schemas.microsoft.com/office/drawing/2014/main" id="{C4DD0513-FC20-46A3-9032-52B88840E7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1" name="直線コネクタ 112540">
                      <a:extLst>
                        <a:ext uri="{FF2B5EF4-FFF2-40B4-BE49-F238E27FC236}">
                          <a16:creationId xmlns:a16="http://schemas.microsoft.com/office/drawing/2014/main" id="{4107217B-49B7-4A39-AA75-BEB0EE24EA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2" name="直線コネクタ 112541">
                      <a:extLst>
                        <a:ext uri="{FF2B5EF4-FFF2-40B4-BE49-F238E27FC236}">
                          <a16:creationId xmlns:a16="http://schemas.microsoft.com/office/drawing/2014/main" id="{E16A2DD8-19BF-4B69-B354-5FECFAC4CB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3" name="直線コネクタ 112542">
                      <a:extLst>
                        <a:ext uri="{FF2B5EF4-FFF2-40B4-BE49-F238E27FC236}">
                          <a16:creationId xmlns:a16="http://schemas.microsoft.com/office/drawing/2014/main" id="{E3ECD482-6A9D-4088-8859-34F7D91A96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4" name="直線コネクタ 112543">
                      <a:extLst>
                        <a:ext uri="{FF2B5EF4-FFF2-40B4-BE49-F238E27FC236}">
                          <a16:creationId xmlns:a16="http://schemas.microsoft.com/office/drawing/2014/main" id="{9266B5E9-E207-4C70-853F-9C4EDD3AE6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5" name="直線コネクタ 112544">
                      <a:extLst>
                        <a:ext uri="{FF2B5EF4-FFF2-40B4-BE49-F238E27FC236}">
                          <a16:creationId xmlns:a16="http://schemas.microsoft.com/office/drawing/2014/main" id="{91D49A51-EAE6-4F0F-9C1C-A88C367648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6" name="直線コネクタ 112545">
                      <a:extLst>
                        <a:ext uri="{FF2B5EF4-FFF2-40B4-BE49-F238E27FC236}">
                          <a16:creationId xmlns:a16="http://schemas.microsoft.com/office/drawing/2014/main" id="{01A7D20C-2E27-41F9-A1DE-9B6E55FB0C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7" name="直線コネクタ 112546">
                      <a:extLst>
                        <a:ext uri="{FF2B5EF4-FFF2-40B4-BE49-F238E27FC236}">
                          <a16:creationId xmlns:a16="http://schemas.microsoft.com/office/drawing/2014/main" id="{EB579329-3D2A-48C8-9F1C-C3723DAE16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8" name="直線コネクタ 112547">
                      <a:extLst>
                        <a:ext uri="{FF2B5EF4-FFF2-40B4-BE49-F238E27FC236}">
                          <a16:creationId xmlns:a16="http://schemas.microsoft.com/office/drawing/2014/main" id="{7BED28B7-63B5-40B3-84E1-0EB1FAE162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49" name="直線コネクタ 112548">
                      <a:extLst>
                        <a:ext uri="{FF2B5EF4-FFF2-40B4-BE49-F238E27FC236}">
                          <a16:creationId xmlns:a16="http://schemas.microsoft.com/office/drawing/2014/main" id="{B372571A-E1D6-4E2D-9531-B759D99A35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0" name="直線コネクタ 112549">
                      <a:extLst>
                        <a:ext uri="{FF2B5EF4-FFF2-40B4-BE49-F238E27FC236}">
                          <a16:creationId xmlns:a16="http://schemas.microsoft.com/office/drawing/2014/main" id="{50834DBD-0C5E-4A5D-8D2A-6EAB984C05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1" name="直線コネクタ 112550">
                      <a:extLst>
                        <a:ext uri="{FF2B5EF4-FFF2-40B4-BE49-F238E27FC236}">
                          <a16:creationId xmlns:a16="http://schemas.microsoft.com/office/drawing/2014/main" id="{DC023090-DDDD-4646-8CA2-A676270ECC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2" name="直線コネクタ 112551">
                      <a:extLst>
                        <a:ext uri="{FF2B5EF4-FFF2-40B4-BE49-F238E27FC236}">
                          <a16:creationId xmlns:a16="http://schemas.microsoft.com/office/drawing/2014/main" id="{55196E23-23A4-46BC-88FD-BEA34D82F0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3" name="直線コネクタ 112552">
                      <a:extLst>
                        <a:ext uri="{FF2B5EF4-FFF2-40B4-BE49-F238E27FC236}">
                          <a16:creationId xmlns:a16="http://schemas.microsoft.com/office/drawing/2014/main" id="{197B6663-5B5F-462D-8629-FDA6D41823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4" name="直線コネクタ 112553">
                      <a:extLst>
                        <a:ext uri="{FF2B5EF4-FFF2-40B4-BE49-F238E27FC236}">
                          <a16:creationId xmlns:a16="http://schemas.microsoft.com/office/drawing/2014/main" id="{792C0913-FA6A-4144-9FB9-EE870BB5E0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5" name="直線コネクタ 112554">
                      <a:extLst>
                        <a:ext uri="{FF2B5EF4-FFF2-40B4-BE49-F238E27FC236}">
                          <a16:creationId xmlns:a16="http://schemas.microsoft.com/office/drawing/2014/main" id="{4AC9D0FB-B4D0-4289-97B0-CFF61C071C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6" name="直線コネクタ 112555">
                      <a:extLst>
                        <a:ext uri="{FF2B5EF4-FFF2-40B4-BE49-F238E27FC236}">
                          <a16:creationId xmlns:a16="http://schemas.microsoft.com/office/drawing/2014/main" id="{4777E9E1-A404-4199-97BA-316DECD126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7" name="直線コネクタ 112556">
                      <a:extLst>
                        <a:ext uri="{FF2B5EF4-FFF2-40B4-BE49-F238E27FC236}">
                          <a16:creationId xmlns:a16="http://schemas.microsoft.com/office/drawing/2014/main" id="{1B3C17E7-C110-42AE-B6F0-6670BEF1E1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8" name="直線コネクタ 112557">
                      <a:extLst>
                        <a:ext uri="{FF2B5EF4-FFF2-40B4-BE49-F238E27FC236}">
                          <a16:creationId xmlns:a16="http://schemas.microsoft.com/office/drawing/2014/main" id="{CF8BCE49-2809-456C-9E42-D040B33CA8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59" name="直線コネクタ 112558">
                      <a:extLst>
                        <a:ext uri="{FF2B5EF4-FFF2-40B4-BE49-F238E27FC236}">
                          <a16:creationId xmlns:a16="http://schemas.microsoft.com/office/drawing/2014/main" id="{59B672B1-A6EE-43F1-BC08-5F550DA934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0" name="直線コネクタ 112559">
                      <a:extLst>
                        <a:ext uri="{FF2B5EF4-FFF2-40B4-BE49-F238E27FC236}">
                          <a16:creationId xmlns:a16="http://schemas.microsoft.com/office/drawing/2014/main" id="{5AE3DE46-B399-43FA-ADC1-0D1F44E5FD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1" name="直線コネクタ 112560">
                      <a:extLst>
                        <a:ext uri="{FF2B5EF4-FFF2-40B4-BE49-F238E27FC236}">
                          <a16:creationId xmlns:a16="http://schemas.microsoft.com/office/drawing/2014/main" id="{A89D0964-2601-423A-8CE9-DB3AD5E235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62" name="直線コネクタ 112561">
                      <a:extLst>
                        <a:ext uri="{FF2B5EF4-FFF2-40B4-BE49-F238E27FC236}">
                          <a16:creationId xmlns:a16="http://schemas.microsoft.com/office/drawing/2014/main" id="{70829A7A-C22C-45C0-879A-0156F3CFB0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28" name="グループ化 111627">
                    <a:extLst>
                      <a:ext uri="{FF2B5EF4-FFF2-40B4-BE49-F238E27FC236}">
                        <a16:creationId xmlns:a16="http://schemas.microsoft.com/office/drawing/2014/main" id="{CEDBBBE9-B42E-45AC-B50E-1A8871D0BE3F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5852321" y="581800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12440" name="直線コネクタ 112439">
                      <a:extLst>
                        <a:ext uri="{FF2B5EF4-FFF2-40B4-BE49-F238E27FC236}">
                          <a16:creationId xmlns:a16="http://schemas.microsoft.com/office/drawing/2014/main" id="{101D8C60-DA42-4C42-B193-1892E55BE7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1" name="直線コネクタ 112440">
                      <a:extLst>
                        <a:ext uri="{FF2B5EF4-FFF2-40B4-BE49-F238E27FC236}">
                          <a16:creationId xmlns:a16="http://schemas.microsoft.com/office/drawing/2014/main" id="{BC0FCAB3-ACE7-4013-8170-A02894EEEA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2" name="直線コネクタ 112441">
                      <a:extLst>
                        <a:ext uri="{FF2B5EF4-FFF2-40B4-BE49-F238E27FC236}">
                          <a16:creationId xmlns:a16="http://schemas.microsoft.com/office/drawing/2014/main" id="{66B29E1A-F230-4F49-B663-DC0FF4B2FA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3" name="直線コネクタ 112442">
                      <a:extLst>
                        <a:ext uri="{FF2B5EF4-FFF2-40B4-BE49-F238E27FC236}">
                          <a16:creationId xmlns:a16="http://schemas.microsoft.com/office/drawing/2014/main" id="{C316C531-3048-4BB6-ADF8-0715209544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4" name="直線コネクタ 112443">
                      <a:extLst>
                        <a:ext uri="{FF2B5EF4-FFF2-40B4-BE49-F238E27FC236}">
                          <a16:creationId xmlns:a16="http://schemas.microsoft.com/office/drawing/2014/main" id="{1CEA8B2E-3FD8-4127-B049-3BA1A7AC23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5" name="直線コネクタ 112444">
                      <a:extLst>
                        <a:ext uri="{FF2B5EF4-FFF2-40B4-BE49-F238E27FC236}">
                          <a16:creationId xmlns:a16="http://schemas.microsoft.com/office/drawing/2014/main" id="{3F42F1AC-8083-478F-B125-2EA2D7EC44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6" name="直線コネクタ 112445">
                      <a:extLst>
                        <a:ext uri="{FF2B5EF4-FFF2-40B4-BE49-F238E27FC236}">
                          <a16:creationId xmlns:a16="http://schemas.microsoft.com/office/drawing/2014/main" id="{52E6B3D5-666E-4CE8-80B2-A751D7E629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7" name="直線コネクタ 112446">
                      <a:extLst>
                        <a:ext uri="{FF2B5EF4-FFF2-40B4-BE49-F238E27FC236}">
                          <a16:creationId xmlns:a16="http://schemas.microsoft.com/office/drawing/2014/main" id="{A142B72A-9B6F-4792-A3E7-F92AEFD626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8" name="直線コネクタ 112447">
                      <a:extLst>
                        <a:ext uri="{FF2B5EF4-FFF2-40B4-BE49-F238E27FC236}">
                          <a16:creationId xmlns:a16="http://schemas.microsoft.com/office/drawing/2014/main" id="{73FE1901-46A6-4F08-A10C-3B79EA311F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49" name="直線コネクタ 112448">
                      <a:extLst>
                        <a:ext uri="{FF2B5EF4-FFF2-40B4-BE49-F238E27FC236}">
                          <a16:creationId xmlns:a16="http://schemas.microsoft.com/office/drawing/2014/main" id="{6A5A559D-306A-43AA-A478-CEA2505080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0" name="直線コネクタ 112449">
                      <a:extLst>
                        <a:ext uri="{FF2B5EF4-FFF2-40B4-BE49-F238E27FC236}">
                          <a16:creationId xmlns:a16="http://schemas.microsoft.com/office/drawing/2014/main" id="{E652E87E-0B34-47E1-B798-0F0DA03D8A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1" name="直線コネクタ 112450">
                      <a:extLst>
                        <a:ext uri="{FF2B5EF4-FFF2-40B4-BE49-F238E27FC236}">
                          <a16:creationId xmlns:a16="http://schemas.microsoft.com/office/drawing/2014/main" id="{842CF15B-7210-4C9E-A53C-B8C81D9678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2" name="直線コネクタ 112451">
                      <a:extLst>
                        <a:ext uri="{FF2B5EF4-FFF2-40B4-BE49-F238E27FC236}">
                          <a16:creationId xmlns:a16="http://schemas.microsoft.com/office/drawing/2014/main" id="{8C13CD29-1EE9-49D4-BE4B-3E4DA8F4A8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3" name="直線コネクタ 112452">
                      <a:extLst>
                        <a:ext uri="{FF2B5EF4-FFF2-40B4-BE49-F238E27FC236}">
                          <a16:creationId xmlns:a16="http://schemas.microsoft.com/office/drawing/2014/main" id="{F86F0769-A98C-4118-8BF8-DFE3A80527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4" name="直線コネクタ 112453">
                      <a:extLst>
                        <a:ext uri="{FF2B5EF4-FFF2-40B4-BE49-F238E27FC236}">
                          <a16:creationId xmlns:a16="http://schemas.microsoft.com/office/drawing/2014/main" id="{FC95171F-2085-41DE-B17A-8EDE081F84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5" name="直線コネクタ 112454">
                      <a:extLst>
                        <a:ext uri="{FF2B5EF4-FFF2-40B4-BE49-F238E27FC236}">
                          <a16:creationId xmlns:a16="http://schemas.microsoft.com/office/drawing/2014/main" id="{BDB5DC0C-6C61-449D-B1DC-CD8490D800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6" name="直線コネクタ 112455">
                      <a:extLst>
                        <a:ext uri="{FF2B5EF4-FFF2-40B4-BE49-F238E27FC236}">
                          <a16:creationId xmlns:a16="http://schemas.microsoft.com/office/drawing/2014/main" id="{FDAC097A-A884-4149-942D-2E3B7BF3F0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7" name="直線コネクタ 112456">
                      <a:extLst>
                        <a:ext uri="{FF2B5EF4-FFF2-40B4-BE49-F238E27FC236}">
                          <a16:creationId xmlns:a16="http://schemas.microsoft.com/office/drawing/2014/main" id="{BA289E64-7317-4594-9860-AF62160D47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8" name="直線コネクタ 112457">
                      <a:extLst>
                        <a:ext uri="{FF2B5EF4-FFF2-40B4-BE49-F238E27FC236}">
                          <a16:creationId xmlns:a16="http://schemas.microsoft.com/office/drawing/2014/main" id="{95102DE5-8FA9-42D6-A34A-051D74E55B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59" name="直線コネクタ 112458">
                      <a:extLst>
                        <a:ext uri="{FF2B5EF4-FFF2-40B4-BE49-F238E27FC236}">
                          <a16:creationId xmlns:a16="http://schemas.microsoft.com/office/drawing/2014/main" id="{1860DF35-BAE7-494D-A03E-8F45F8FBB2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0" name="直線コネクタ 112459">
                      <a:extLst>
                        <a:ext uri="{FF2B5EF4-FFF2-40B4-BE49-F238E27FC236}">
                          <a16:creationId xmlns:a16="http://schemas.microsoft.com/office/drawing/2014/main" id="{8749E8FC-B328-420E-B17F-94760BD26F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1" name="直線コネクタ 112460">
                      <a:extLst>
                        <a:ext uri="{FF2B5EF4-FFF2-40B4-BE49-F238E27FC236}">
                          <a16:creationId xmlns:a16="http://schemas.microsoft.com/office/drawing/2014/main" id="{80084D28-9D0A-4F62-AC54-C0B12FAF61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2" name="直線コネクタ 112461">
                      <a:extLst>
                        <a:ext uri="{FF2B5EF4-FFF2-40B4-BE49-F238E27FC236}">
                          <a16:creationId xmlns:a16="http://schemas.microsoft.com/office/drawing/2014/main" id="{00D6CDC3-4018-49FE-BC19-F4441B10DA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3" name="直線コネクタ 112462">
                      <a:extLst>
                        <a:ext uri="{FF2B5EF4-FFF2-40B4-BE49-F238E27FC236}">
                          <a16:creationId xmlns:a16="http://schemas.microsoft.com/office/drawing/2014/main" id="{DE162353-E7A2-4872-B659-DA39FA7FB8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4" name="直線コネクタ 112463">
                      <a:extLst>
                        <a:ext uri="{FF2B5EF4-FFF2-40B4-BE49-F238E27FC236}">
                          <a16:creationId xmlns:a16="http://schemas.microsoft.com/office/drawing/2014/main" id="{947FE86F-5864-4572-BB1C-4CC3BB87A5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5" name="直線コネクタ 112464">
                      <a:extLst>
                        <a:ext uri="{FF2B5EF4-FFF2-40B4-BE49-F238E27FC236}">
                          <a16:creationId xmlns:a16="http://schemas.microsoft.com/office/drawing/2014/main" id="{007A2401-C020-496C-BF01-7A6762DBAA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6" name="直線コネクタ 112465">
                      <a:extLst>
                        <a:ext uri="{FF2B5EF4-FFF2-40B4-BE49-F238E27FC236}">
                          <a16:creationId xmlns:a16="http://schemas.microsoft.com/office/drawing/2014/main" id="{88A2EB77-2C98-40A3-988D-AEEEC62463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7" name="直線コネクタ 112466">
                      <a:extLst>
                        <a:ext uri="{FF2B5EF4-FFF2-40B4-BE49-F238E27FC236}">
                          <a16:creationId xmlns:a16="http://schemas.microsoft.com/office/drawing/2014/main" id="{AA7F3387-8315-479E-BB85-E979C263A8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8" name="直線コネクタ 112467">
                      <a:extLst>
                        <a:ext uri="{FF2B5EF4-FFF2-40B4-BE49-F238E27FC236}">
                          <a16:creationId xmlns:a16="http://schemas.microsoft.com/office/drawing/2014/main" id="{D18FB07D-F9BB-41A3-978C-9662AD701B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69" name="直線コネクタ 112468">
                      <a:extLst>
                        <a:ext uri="{FF2B5EF4-FFF2-40B4-BE49-F238E27FC236}">
                          <a16:creationId xmlns:a16="http://schemas.microsoft.com/office/drawing/2014/main" id="{9BA23490-3D2E-492C-BCB1-59428981BE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0" name="直線コネクタ 112469">
                      <a:extLst>
                        <a:ext uri="{FF2B5EF4-FFF2-40B4-BE49-F238E27FC236}">
                          <a16:creationId xmlns:a16="http://schemas.microsoft.com/office/drawing/2014/main" id="{48693627-3861-46ED-9B45-781A66AB06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1" name="直線コネクタ 112470">
                      <a:extLst>
                        <a:ext uri="{FF2B5EF4-FFF2-40B4-BE49-F238E27FC236}">
                          <a16:creationId xmlns:a16="http://schemas.microsoft.com/office/drawing/2014/main" id="{BC7F2511-3E5E-4CD7-85F9-9AE7518362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2" name="直線コネクタ 112471">
                      <a:extLst>
                        <a:ext uri="{FF2B5EF4-FFF2-40B4-BE49-F238E27FC236}">
                          <a16:creationId xmlns:a16="http://schemas.microsoft.com/office/drawing/2014/main" id="{774DAD83-3104-49A3-8EC9-6198D5F544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3" name="直線コネクタ 112472">
                      <a:extLst>
                        <a:ext uri="{FF2B5EF4-FFF2-40B4-BE49-F238E27FC236}">
                          <a16:creationId xmlns:a16="http://schemas.microsoft.com/office/drawing/2014/main" id="{8C322E9D-2B75-4738-A7C7-FB5797FDF9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4" name="直線コネクタ 112473">
                      <a:extLst>
                        <a:ext uri="{FF2B5EF4-FFF2-40B4-BE49-F238E27FC236}">
                          <a16:creationId xmlns:a16="http://schemas.microsoft.com/office/drawing/2014/main" id="{A318202C-4C24-4B35-8B2C-D8A79362E2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5" name="直線コネクタ 112474">
                      <a:extLst>
                        <a:ext uri="{FF2B5EF4-FFF2-40B4-BE49-F238E27FC236}">
                          <a16:creationId xmlns:a16="http://schemas.microsoft.com/office/drawing/2014/main" id="{0EE713BD-83F8-43B2-84E3-E2E14C501F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6" name="直線コネクタ 112475">
                      <a:extLst>
                        <a:ext uri="{FF2B5EF4-FFF2-40B4-BE49-F238E27FC236}">
                          <a16:creationId xmlns:a16="http://schemas.microsoft.com/office/drawing/2014/main" id="{068D7764-07E0-4D0E-A7D8-4F628103DA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7" name="直線コネクタ 112476">
                      <a:extLst>
                        <a:ext uri="{FF2B5EF4-FFF2-40B4-BE49-F238E27FC236}">
                          <a16:creationId xmlns:a16="http://schemas.microsoft.com/office/drawing/2014/main" id="{87F93466-FE7A-4BBD-B8BC-D16BC79206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8" name="直線コネクタ 112477">
                      <a:extLst>
                        <a:ext uri="{FF2B5EF4-FFF2-40B4-BE49-F238E27FC236}">
                          <a16:creationId xmlns:a16="http://schemas.microsoft.com/office/drawing/2014/main" id="{7E9C76B3-7B95-43FF-BD2D-344FEE87BC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79" name="直線コネクタ 112478">
                      <a:extLst>
                        <a:ext uri="{FF2B5EF4-FFF2-40B4-BE49-F238E27FC236}">
                          <a16:creationId xmlns:a16="http://schemas.microsoft.com/office/drawing/2014/main" id="{DDB195BE-E923-4601-90D1-44DBA77D05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0" name="直線コネクタ 112479">
                      <a:extLst>
                        <a:ext uri="{FF2B5EF4-FFF2-40B4-BE49-F238E27FC236}">
                          <a16:creationId xmlns:a16="http://schemas.microsoft.com/office/drawing/2014/main" id="{09232D62-4328-4BCF-B16D-BEFCCB9A89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1" name="直線コネクタ 112480">
                      <a:extLst>
                        <a:ext uri="{FF2B5EF4-FFF2-40B4-BE49-F238E27FC236}">
                          <a16:creationId xmlns:a16="http://schemas.microsoft.com/office/drawing/2014/main" id="{FB03E96E-6ADA-4D7B-B5DC-8FE8A20FF5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2" name="直線コネクタ 112481">
                      <a:extLst>
                        <a:ext uri="{FF2B5EF4-FFF2-40B4-BE49-F238E27FC236}">
                          <a16:creationId xmlns:a16="http://schemas.microsoft.com/office/drawing/2014/main" id="{3A8409C7-6CC8-42B1-96EA-D2602B9DD6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3" name="直線コネクタ 112482">
                      <a:extLst>
                        <a:ext uri="{FF2B5EF4-FFF2-40B4-BE49-F238E27FC236}">
                          <a16:creationId xmlns:a16="http://schemas.microsoft.com/office/drawing/2014/main" id="{471A34F6-3755-480D-9E3D-8E6B10F1D4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4" name="直線コネクタ 112483">
                      <a:extLst>
                        <a:ext uri="{FF2B5EF4-FFF2-40B4-BE49-F238E27FC236}">
                          <a16:creationId xmlns:a16="http://schemas.microsoft.com/office/drawing/2014/main" id="{81F4F2ED-2CE2-42BC-B881-7FDF801703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5" name="直線コネクタ 112484">
                      <a:extLst>
                        <a:ext uri="{FF2B5EF4-FFF2-40B4-BE49-F238E27FC236}">
                          <a16:creationId xmlns:a16="http://schemas.microsoft.com/office/drawing/2014/main" id="{6B2CBCAE-DA71-4506-B57E-2218A0E044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6" name="直線コネクタ 112485">
                      <a:extLst>
                        <a:ext uri="{FF2B5EF4-FFF2-40B4-BE49-F238E27FC236}">
                          <a16:creationId xmlns:a16="http://schemas.microsoft.com/office/drawing/2014/main" id="{75F45769-BACA-4F9C-A38C-D6FEB36ED7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7" name="直線コネクタ 112486">
                      <a:extLst>
                        <a:ext uri="{FF2B5EF4-FFF2-40B4-BE49-F238E27FC236}">
                          <a16:creationId xmlns:a16="http://schemas.microsoft.com/office/drawing/2014/main" id="{1A9F035C-57F2-4A26-9BEB-E55FCAD29F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8" name="直線コネクタ 112487">
                      <a:extLst>
                        <a:ext uri="{FF2B5EF4-FFF2-40B4-BE49-F238E27FC236}">
                          <a16:creationId xmlns:a16="http://schemas.microsoft.com/office/drawing/2014/main" id="{D70FDD41-383D-4903-BA7E-E78DA373BD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89" name="直線コネクタ 112488">
                      <a:extLst>
                        <a:ext uri="{FF2B5EF4-FFF2-40B4-BE49-F238E27FC236}">
                          <a16:creationId xmlns:a16="http://schemas.microsoft.com/office/drawing/2014/main" id="{34A1644C-940C-44E2-8802-4402561F7C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0" name="直線コネクタ 112489">
                      <a:extLst>
                        <a:ext uri="{FF2B5EF4-FFF2-40B4-BE49-F238E27FC236}">
                          <a16:creationId xmlns:a16="http://schemas.microsoft.com/office/drawing/2014/main" id="{411F2474-5098-421B-A67B-719271DEB6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1" name="直線コネクタ 112490">
                      <a:extLst>
                        <a:ext uri="{FF2B5EF4-FFF2-40B4-BE49-F238E27FC236}">
                          <a16:creationId xmlns:a16="http://schemas.microsoft.com/office/drawing/2014/main" id="{C19D2D6B-DDC4-4D79-A420-4F8BD9EC10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2" name="直線コネクタ 112491">
                      <a:extLst>
                        <a:ext uri="{FF2B5EF4-FFF2-40B4-BE49-F238E27FC236}">
                          <a16:creationId xmlns:a16="http://schemas.microsoft.com/office/drawing/2014/main" id="{46E3B366-4F02-42F5-9BF3-921F9B0FEF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3" name="直線コネクタ 112492">
                      <a:extLst>
                        <a:ext uri="{FF2B5EF4-FFF2-40B4-BE49-F238E27FC236}">
                          <a16:creationId xmlns:a16="http://schemas.microsoft.com/office/drawing/2014/main" id="{671C6B18-24CC-48AC-B2AD-E15610E95E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4" name="直線コネクタ 112493">
                      <a:extLst>
                        <a:ext uri="{FF2B5EF4-FFF2-40B4-BE49-F238E27FC236}">
                          <a16:creationId xmlns:a16="http://schemas.microsoft.com/office/drawing/2014/main" id="{B0FD3F97-38DD-412E-8C18-C84B5639C4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5" name="直線コネクタ 112494">
                      <a:extLst>
                        <a:ext uri="{FF2B5EF4-FFF2-40B4-BE49-F238E27FC236}">
                          <a16:creationId xmlns:a16="http://schemas.microsoft.com/office/drawing/2014/main" id="{6BD17ECB-E156-408F-8861-F854B680F0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6" name="直線コネクタ 112495">
                      <a:extLst>
                        <a:ext uri="{FF2B5EF4-FFF2-40B4-BE49-F238E27FC236}">
                          <a16:creationId xmlns:a16="http://schemas.microsoft.com/office/drawing/2014/main" id="{532A8A50-EEEE-4F1C-B3BF-5400030693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7" name="直線コネクタ 112496">
                      <a:extLst>
                        <a:ext uri="{FF2B5EF4-FFF2-40B4-BE49-F238E27FC236}">
                          <a16:creationId xmlns:a16="http://schemas.microsoft.com/office/drawing/2014/main" id="{293C3E66-BA84-41AF-BD9A-0870316957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8" name="直線コネクタ 112497">
                      <a:extLst>
                        <a:ext uri="{FF2B5EF4-FFF2-40B4-BE49-F238E27FC236}">
                          <a16:creationId xmlns:a16="http://schemas.microsoft.com/office/drawing/2014/main" id="{F59E3FF4-9403-41A9-A5D3-A694F71FAE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99" name="直線コネクタ 112498">
                      <a:extLst>
                        <a:ext uri="{FF2B5EF4-FFF2-40B4-BE49-F238E27FC236}">
                          <a16:creationId xmlns:a16="http://schemas.microsoft.com/office/drawing/2014/main" id="{AD50A085-B29B-4442-8D77-FF40A30139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0" name="直線コネクタ 112499">
                      <a:extLst>
                        <a:ext uri="{FF2B5EF4-FFF2-40B4-BE49-F238E27FC236}">
                          <a16:creationId xmlns:a16="http://schemas.microsoft.com/office/drawing/2014/main" id="{F02EB10A-C8E5-4CD7-9244-A2829C7F64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1" name="直線コネクタ 112500">
                      <a:extLst>
                        <a:ext uri="{FF2B5EF4-FFF2-40B4-BE49-F238E27FC236}">
                          <a16:creationId xmlns:a16="http://schemas.microsoft.com/office/drawing/2014/main" id="{C0FEC4BF-B221-4A7E-BE77-05DD3BDDCB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502" name="直線コネクタ 112501">
                      <a:extLst>
                        <a:ext uri="{FF2B5EF4-FFF2-40B4-BE49-F238E27FC236}">
                          <a16:creationId xmlns:a16="http://schemas.microsoft.com/office/drawing/2014/main" id="{BE864CD0-4463-4641-99EC-DD46868DBB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29" name="グループ化 111628">
                    <a:extLst>
                      <a:ext uri="{FF2B5EF4-FFF2-40B4-BE49-F238E27FC236}">
                        <a16:creationId xmlns:a16="http://schemas.microsoft.com/office/drawing/2014/main" id="{B092B9AC-9CBB-4890-8BD4-8A91033DE679}"/>
                      </a:ext>
                    </a:extLst>
                  </p:cNvPr>
                  <p:cNvGrpSpPr/>
                  <p:nvPr/>
                </p:nvGrpSpPr>
                <p:grpSpPr>
                  <a:xfrm rot="2700000">
                    <a:off x="6262933" y="537585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12380" name="直線コネクタ 112379">
                      <a:extLst>
                        <a:ext uri="{FF2B5EF4-FFF2-40B4-BE49-F238E27FC236}">
                          <a16:creationId xmlns:a16="http://schemas.microsoft.com/office/drawing/2014/main" id="{6FCAE0AF-8387-40D3-8989-DC0EF34E49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1" name="直線コネクタ 112380">
                      <a:extLst>
                        <a:ext uri="{FF2B5EF4-FFF2-40B4-BE49-F238E27FC236}">
                          <a16:creationId xmlns:a16="http://schemas.microsoft.com/office/drawing/2014/main" id="{1A1E8EF7-4598-4C6A-AD25-A4ABF5F281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2" name="直線コネクタ 112381">
                      <a:extLst>
                        <a:ext uri="{FF2B5EF4-FFF2-40B4-BE49-F238E27FC236}">
                          <a16:creationId xmlns:a16="http://schemas.microsoft.com/office/drawing/2014/main" id="{84E146E0-F331-4509-BC26-6C6C0E3E58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3" name="直線コネクタ 112382">
                      <a:extLst>
                        <a:ext uri="{FF2B5EF4-FFF2-40B4-BE49-F238E27FC236}">
                          <a16:creationId xmlns:a16="http://schemas.microsoft.com/office/drawing/2014/main" id="{D8B65F8B-4143-4A5A-B7CE-ACC24AF6CF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4" name="直線コネクタ 112383">
                      <a:extLst>
                        <a:ext uri="{FF2B5EF4-FFF2-40B4-BE49-F238E27FC236}">
                          <a16:creationId xmlns:a16="http://schemas.microsoft.com/office/drawing/2014/main" id="{E02AE8DD-FFBA-42A6-B93D-1DB597C480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5" name="直線コネクタ 112384">
                      <a:extLst>
                        <a:ext uri="{FF2B5EF4-FFF2-40B4-BE49-F238E27FC236}">
                          <a16:creationId xmlns:a16="http://schemas.microsoft.com/office/drawing/2014/main" id="{628862EC-01B0-412C-BDB4-964057B534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6" name="直線コネクタ 112385">
                      <a:extLst>
                        <a:ext uri="{FF2B5EF4-FFF2-40B4-BE49-F238E27FC236}">
                          <a16:creationId xmlns:a16="http://schemas.microsoft.com/office/drawing/2014/main" id="{48B0072C-6E7E-4F7A-9D00-503B7F2314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7" name="直線コネクタ 112386">
                      <a:extLst>
                        <a:ext uri="{FF2B5EF4-FFF2-40B4-BE49-F238E27FC236}">
                          <a16:creationId xmlns:a16="http://schemas.microsoft.com/office/drawing/2014/main" id="{CFF61EAE-C014-4750-83B6-46D2B7B242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8" name="直線コネクタ 112387">
                      <a:extLst>
                        <a:ext uri="{FF2B5EF4-FFF2-40B4-BE49-F238E27FC236}">
                          <a16:creationId xmlns:a16="http://schemas.microsoft.com/office/drawing/2014/main" id="{6D3971C9-4CB5-4666-BA55-071AF15D37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89" name="直線コネクタ 112388">
                      <a:extLst>
                        <a:ext uri="{FF2B5EF4-FFF2-40B4-BE49-F238E27FC236}">
                          <a16:creationId xmlns:a16="http://schemas.microsoft.com/office/drawing/2014/main" id="{E07A3833-82C4-48E7-B672-3BE006C8C0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0" name="直線コネクタ 112389">
                      <a:extLst>
                        <a:ext uri="{FF2B5EF4-FFF2-40B4-BE49-F238E27FC236}">
                          <a16:creationId xmlns:a16="http://schemas.microsoft.com/office/drawing/2014/main" id="{88CF5F0B-5ED5-4799-9C51-169F4DD2E0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1" name="直線コネクタ 112390">
                      <a:extLst>
                        <a:ext uri="{FF2B5EF4-FFF2-40B4-BE49-F238E27FC236}">
                          <a16:creationId xmlns:a16="http://schemas.microsoft.com/office/drawing/2014/main" id="{3E874387-BAD8-4E45-84F1-21D443E653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2" name="直線コネクタ 112391">
                      <a:extLst>
                        <a:ext uri="{FF2B5EF4-FFF2-40B4-BE49-F238E27FC236}">
                          <a16:creationId xmlns:a16="http://schemas.microsoft.com/office/drawing/2014/main" id="{EC9A20E0-7849-4CDB-B887-653CC9F162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3" name="直線コネクタ 112392">
                      <a:extLst>
                        <a:ext uri="{FF2B5EF4-FFF2-40B4-BE49-F238E27FC236}">
                          <a16:creationId xmlns:a16="http://schemas.microsoft.com/office/drawing/2014/main" id="{5891C770-3A68-4657-8F1B-B364E76237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4" name="直線コネクタ 112393">
                      <a:extLst>
                        <a:ext uri="{FF2B5EF4-FFF2-40B4-BE49-F238E27FC236}">
                          <a16:creationId xmlns:a16="http://schemas.microsoft.com/office/drawing/2014/main" id="{8C984011-BC28-4AB0-9625-735CD520DF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5" name="直線コネクタ 112394">
                      <a:extLst>
                        <a:ext uri="{FF2B5EF4-FFF2-40B4-BE49-F238E27FC236}">
                          <a16:creationId xmlns:a16="http://schemas.microsoft.com/office/drawing/2014/main" id="{64FAD001-52C5-4C80-807D-CBC569902D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6" name="直線コネクタ 112395">
                      <a:extLst>
                        <a:ext uri="{FF2B5EF4-FFF2-40B4-BE49-F238E27FC236}">
                          <a16:creationId xmlns:a16="http://schemas.microsoft.com/office/drawing/2014/main" id="{721C0F39-F4E2-4419-9FA9-C146B2A86A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7" name="直線コネクタ 112396">
                      <a:extLst>
                        <a:ext uri="{FF2B5EF4-FFF2-40B4-BE49-F238E27FC236}">
                          <a16:creationId xmlns:a16="http://schemas.microsoft.com/office/drawing/2014/main" id="{A3933E7A-09EF-469C-B212-E39E7E3F61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8" name="直線コネクタ 112397">
                      <a:extLst>
                        <a:ext uri="{FF2B5EF4-FFF2-40B4-BE49-F238E27FC236}">
                          <a16:creationId xmlns:a16="http://schemas.microsoft.com/office/drawing/2014/main" id="{5F05A8A8-345D-4B2E-A27F-C5F2536F99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99" name="直線コネクタ 112398">
                      <a:extLst>
                        <a:ext uri="{FF2B5EF4-FFF2-40B4-BE49-F238E27FC236}">
                          <a16:creationId xmlns:a16="http://schemas.microsoft.com/office/drawing/2014/main" id="{A624D393-5A1E-47ED-9F8D-08869F5FFB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0" name="直線コネクタ 112399">
                      <a:extLst>
                        <a:ext uri="{FF2B5EF4-FFF2-40B4-BE49-F238E27FC236}">
                          <a16:creationId xmlns:a16="http://schemas.microsoft.com/office/drawing/2014/main" id="{F5F2BE0B-5DAB-442C-A814-1794328CAD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1" name="直線コネクタ 112400">
                      <a:extLst>
                        <a:ext uri="{FF2B5EF4-FFF2-40B4-BE49-F238E27FC236}">
                          <a16:creationId xmlns:a16="http://schemas.microsoft.com/office/drawing/2014/main" id="{F7B0703A-DBDE-424C-A153-5CECFA175B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2" name="直線コネクタ 112401">
                      <a:extLst>
                        <a:ext uri="{FF2B5EF4-FFF2-40B4-BE49-F238E27FC236}">
                          <a16:creationId xmlns:a16="http://schemas.microsoft.com/office/drawing/2014/main" id="{E6C7E83F-06DB-42C8-B0C3-7F6B889B10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3" name="直線コネクタ 112402">
                      <a:extLst>
                        <a:ext uri="{FF2B5EF4-FFF2-40B4-BE49-F238E27FC236}">
                          <a16:creationId xmlns:a16="http://schemas.microsoft.com/office/drawing/2014/main" id="{C7B9FC84-B925-4BE3-AD34-CC1B8086A1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4" name="直線コネクタ 112403">
                      <a:extLst>
                        <a:ext uri="{FF2B5EF4-FFF2-40B4-BE49-F238E27FC236}">
                          <a16:creationId xmlns:a16="http://schemas.microsoft.com/office/drawing/2014/main" id="{5CD6CEDD-D474-45E1-BA23-E49EE1FDF3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5" name="直線コネクタ 112404">
                      <a:extLst>
                        <a:ext uri="{FF2B5EF4-FFF2-40B4-BE49-F238E27FC236}">
                          <a16:creationId xmlns:a16="http://schemas.microsoft.com/office/drawing/2014/main" id="{A004D0B6-C4E7-4C07-BC80-4DB91A6D00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6" name="直線コネクタ 112405">
                      <a:extLst>
                        <a:ext uri="{FF2B5EF4-FFF2-40B4-BE49-F238E27FC236}">
                          <a16:creationId xmlns:a16="http://schemas.microsoft.com/office/drawing/2014/main" id="{335C2C91-5990-4C1A-B042-A810CBE5DC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7" name="直線コネクタ 112406">
                      <a:extLst>
                        <a:ext uri="{FF2B5EF4-FFF2-40B4-BE49-F238E27FC236}">
                          <a16:creationId xmlns:a16="http://schemas.microsoft.com/office/drawing/2014/main" id="{F4BBB8D4-49C4-44CB-9A32-39D57EAFD8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8" name="直線コネクタ 112407">
                      <a:extLst>
                        <a:ext uri="{FF2B5EF4-FFF2-40B4-BE49-F238E27FC236}">
                          <a16:creationId xmlns:a16="http://schemas.microsoft.com/office/drawing/2014/main" id="{A91865B0-7ACE-4FED-9DC4-36AE661239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09" name="直線コネクタ 112408">
                      <a:extLst>
                        <a:ext uri="{FF2B5EF4-FFF2-40B4-BE49-F238E27FC236}">
                          <a16:creationId xmlns:a16="http://schemas.microsoft.com/office/drawing/2014/main" id="{8C18225F-4221-4B12-B07A-D2123B057D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0" name="直線コネクタ 112409">
                      <a:extLst>
                        <a:ext uri="{FF2B5EF4-FFF2-40B4-BE49-F238E27FC236}">
                          <a16:creationId xmlns:a16="http://schemas.microsoft.com/office/drawing/2014/main" id="{1F86F91A-4B53-4402-B184-5A12DDBF29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1" name="直線コネクタ 112410">
                      <a:extLst>
                        <a:ext uri="{FF2B5EF4-FFF2-40B4-BE49-F238E27FC236}">
                          <a16:creationId xmlns:a16="http://schemas.microsoft.com/office/drawing/2014/main" id="{9B1931EA-AC7D-4404-B8DC-155B3E785A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2" name="直線コネクタ 112411">
                      <a:extLst>
                        <a:ext uri="{FF2B5EF4-FFF2-40B4-BE49-F238E27FC236}">
                          <a16:creationId xmlns:a16="http://schemas.microsoft.com/office/drawing/2014/main" id="{11A5BA91-CF95-4283-9551-EE91189481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3" name="直線コネクタ 112412">
                      <a:extLst>
                        <a:ext uri="{FF2B5EF4-FFF2-40B4-BE49-F238E27FC236}">
                          <a16:creationId xmlns:a16="http://schemas.microsoft.com/office/drawing/2014/main" id="{405F8BFF-8DC0-4AB0-99E6-F5D51332A3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4" name="直線コネクタ 112413">
                      <a:extLst>
                        <a:ext uri="{FF2B5EF4-FFF2-40B4-BE49-F238E27FC236}">
                          <a16:creationId xmlns:a16="http://schemas.microsoft.com/office/drawing/2014/main" id="{1BCE3318-B602-4AA1-A8C6-24F88037F2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5" name="直線コネクタ 112414">
                      <a:extLst>
                        <a:ext uri="{FF2B5EF4-FFF2-40B4-BE49-F238E27FC236}">
                          <a16:creationId xmlns:a16="http://schemas.microsoft.com/office/drawing/2014/main" id="{A383FA36-BB28-400F-83E3-B4AC92CF16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6" name="直線コネクタ 112415">
                      <a:extLst>
                        <a:ext uri="{FF2B5EF4-FFF2-40B4-BE49-F238E27FC236}">
                          <a16:creationId xmlns:a16="http://schemas.microsoft.com/office/drawing/2014/main" id="{806997DE-5E9E-4CC6-955A-94EF4B96B2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7" name="直線コネクタ 112416">
                      <a:extLst>
                        <a:ext uri="{FF2B5EF4-FFF2-40B4-BE49-F238E27FC236}">
                          <a16:creationId xmlns:a16="http://schemas.microsoft.com/office/drawing/2014/main" id="{752AF991-B7E2-4013-A59F-0DCBEEF749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8" name="直線コネクタ 112417">
                      <a:extLst>
                        <a:ext uri="{FF2B5EF4-FFF2-40B4-BE49-F238E27FC236}">
                          <a16:creationId xmlns:a16="http://schemas.microsoft.com/office/drawing/2014/main" id="{74303818-9526-4BAA-8B08-50D1EB0094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19" name="直線コネクタ 112418">
                      <a:extLst>
                        <a:ext uri="{FF2B5EF4-FFF2-40B4-BE49-F238E27FC236}">
                          <a16:creationId xmlns:a16="http://schemas.microsoft.com/office/drawing/2014/main" id="{4F582CEA-66B5-4924-8E55-A2CDDBFD2A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0" name="直線コネクタ 112419">
                      <a:extLst>
                        <a:ext uri="{FF2B5EF4-FFF2-40B4-BE49-F238E27FC236}">
                          <a16:creationId xmlns:a16="http://schemas.microsoft.com/office/drawing/2014/main" id="{29EAC308-2484-4A16-9982-C11C2871F2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1" name="直線コネクタ 112420">
                      <a:extLst>
                        <a:ext uri="{FF2B5EF4-FFF2-40B4-BE49-F238E27FC236}">
                          <a16:creationId xmlns:a16="http://schemas.microsoft.com/office/drawing/2014/main" id="{CF5E5FB0-B815-4D0E-AFEF-48FCD53699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2" name="直線コネクタ 112421">
                      <a:extLst>
                        <a:ext uri="{FF2B5EF4-FFF2-40B4-BE49-F238E27FC236}">
                          <a16:creationId xmlns:a16="http://schemas.microsoft.com/office/drawing/2014/main" id="{A022826F-C917-480E-B92B-712812E47D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3" name="直線コネクタ 112422">
                      <a:extLst>
                        <a:ext uri="{FF2B5EF4-FFF2-40B4-BE49-F238E27FC236}">
                          <a16:creationId xmlns:a16="http://schemas.microsoft.com/office/drawing/2014/main" id="{791A7344-2429-4CA4-94D6-A98206DDCA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4" name="直線コネクタ 112423">
                      <a:extLst>
                        <a:ext uri="{FF2B5EF4-FFF2-40B4-BE49-F238E27FC236}">
                          <a16:creationId xmlns:a16="http://schemas.microsoft.com/office/drawing/2014/main" id="{922F09F1-62FD-40C7-A24E-CE8E6207AA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5" name="直線コネクタ 112424">
                      <a:extLst>
                        <a:ext uri="{FF2B5EF4-FFF2-40B4-BE49-F238E27FC236}">
                          <a16:creationId xmlns:a16="http://schemas.microsoft.com/office/drawing/2014/main" id="{F1116A4D-61BF-4A4C-BCAC-51107F7CEC8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6" name="直線コネクタ 112425">
                      <a:extLst>
                        <a:ext uri="{FF2B5EF4-FFF2-40B4-BE49-F238E27FC236}">
                          <a16:creationId xmlns:a16="http://schemas.microsoft.com/office/drawing/2014/main" id="{A3D5D7F5-7077-4803-A71F-82C407C2DF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7" name="直線コネクタ 112426">
                      <a:extLst>
                        <a:ext uri="{FF2B5EF4-FFF2-40B4-BE49-F238E27FC236}">
                          <a16:creationId xmlns:a16="http://schemas.microsoft.com/office/drawing/2014/main" id="{AB66748E-0FBF-4793-8C38-DAE18790FB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8" name="直線コネクタ 112427">
                      <a:extLst>
                        <a:ext uri="{FF2B5EF4-FFF2-40B4-BE49-F238E27FC236}">
                          <a16:creationId xmlns:a16="http://schemas.microsoft.com/office/drawing/2014/main" id="{6075BEFD-C3FF-4150-8AB1-421C73135A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29" name="直線コネクタ 112428">
                      <a:extLst>
                        <a:ext uri="{FF2B5EF4-FFF2-40B4-BE49-F238E27FC236}">
                          <a16:creationId xmlns:a16="http://schemas.microsoft.com/office/drawing/2014/main" id="{17F10064-01CF-4783-86AE-F16A04FB00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0" name="直線コネクタ 112429">
                      <a:extLst>
                        <a:ext uri="{FF2B5EF4-FFF2-40B4-BE49-F238E27FC236}">
                          <a16:creationId xmlns:a16="http://schemas.microsoft.com/office/drawing/2014/main" id="{258B88A2-F9DC-4E3A-99F5-37AAA79E7E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1" name="直線コネクタ 112430">
                      <a:extLst>
                        <a:ext uri="{FF2B5EF4-FFF2-40B4-BE49-F238E27FC236}">
                          <a16:creationId xmlns:a16="http://schemas.microsoft.com/office/drawing/2014/main" id="{DBC8506E-8B0A-4E02-8F5A-9C833A8079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2" name="直線コネクタ 112431">
                      <a:extLst>
                        <a:ext uri="{FF2B5EF4-FFF2-40B4-BE49-F238E27FC236}">
                          <a16:creationId xmlns:a16="http://schemas.microsoft.com/office/drawing/2014/main" id="{695A9BE5-8497-476E-A7FB-9432AD2693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3" name="直線コネクタ 112432">
                      <a:extLst>
                        <a:ext uri="{FF2B5EF4-FFF2-40B4-BE49-F238E27FC236}">
                          <a16:creationId xmlns:a16="http://schemas.microsoft.com/office/drawing/2014/main" id="{98BB64FF-AF85-4E75-8FE8-A47AD90AF5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4" name="直線コネクタ 112433">
                      <a:extLst>
                        <a:ext uri="{FF2B5EF4-FFF2-40B4-BE49-F238E27FC236}">
                          <a16:creationId xmlns:a16="http://schemas.microsoft.com/office/drawing/2014/main" id="{D5B4EDF0-6FB6-478F-9BD1-3F8071B4A9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5" name="直線コネクタ 112434">
                      <a:extLst>
                        <a:ext uri="{FF2B5EF4-FFF2-40B4-BE49-F238E27FC236}">
                          <a16:creationId xmlns:a16="http://schemas.microsoft.com/office/drawing/2014/main" id="{606DBA16-9B0F-4E02-9582-92095FA4C5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6" name="直線コネクタ 112435">
                      <a:extLst>
                        <a:ext uri="{FF2B5EF4-FFF2-40B4-BE49-F238E27FC236}">
                          <a16:creationId xmlns:a16="http://schemas.microsoft.com/office/drawing/2014/main" id="{CCB402FA-291C-4092-BE4A-B1F0B8BA20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7" name="直線コネクタ 112436">
                      <a:extLst>
                        <a:ext uri="{FF2B5EF4-FFF2-40B4-BE49-F238E27FC236}">
                          <a16:creationId xmlns:a16="http://schemas.microsoft.com/office/drawing/2014/main" id="{72DA6F99-0EEB-4D15-B7B5-8F576BF813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8" name="直線コネクタ 112437">
                      <a:extLst>
                        <a:ext uri="{FF2B5EF4-FFF2-40B4-BE49-F238E27FC236}">
                          <a16:creationId xmlns:a16="http://schemas.microsoft.com/office/drawing/2014/main" id="{0A530B0D-76AB-448F-A36F-52738515CF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439" name="直線コネクタ 112438">
                      <a:extLst>
                        <a:ext uri="{FF2B5EF4-FFF2-40B4-BE49-F238E27FC236}">
                          <a16:creationId xmlns:a16="http://schemas.microsoft.com/office/drawing/2014/main" id="{10BF88DE-3025-4F76-A4AD-BBD8419E01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0" name="グループ化 111629">
                    <a:extLst>
                      <a:ext uri="{FF2B5EF4-FFF2-40B4-BE49-F238E27FC236}">
                        <a16:creationId xmlns:a16="http://schemas.microsoft.com/office/drawing/2014/main" id="{A9E98312-B9D0-47B4-B4FD-DABE11F223D1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4919281" y="620448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12317" name="直線コネクタ 112316">
                      <a:extLst>
                        <a:ext uri="{FF2B5EF4-FFF2-40B4-BE49-F238E27FC236}">
                          <a16:creationId xmlns:a16="http://schemas.microsoft.com/office/drawing/2014/main" id="{7F3478C9-A096-4254-85AF-CEB4C2A05F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8" name="直線コネクタ 112317">
                      <a:extLst>
                        <a:ext uri="{FF2B5EF4-FFF2-40B4-BE49-F238E27FC236}">
                          <a16:creationId xmlns:a16="http://schemas.microsoft.com/office/drawing/2014/main" id="{66366ABF-6FD0-4F72-940B-A336C89E26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9" name="直線コネクタ 112318">
                      <a:extLst>
                        <a:ext uri="{FF2B5EF4-FFF2-40B4-BE49-F238E27FC236}">
                          <a16:creationId xmlns:a16="http://schemas.microsoft.com/office/drawing/2014/main" id="{AECD4B2D-7774-4DE5-A3DB-63AE4441F8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0" name="直線コネクタ 112319">
                      <a:extLst>
                        <a:ext uri="{FF2B5EF4-FFF2-40B4-BE49-F238E27FC236}">
                          <a16:creationId xmlns:a16="http://schemas.microsoft.com/office/drawing/2014/main" id="{6441B590-1BC1-4C7D-A8B8-DBD65FAEDB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1" name="直線コネクタ 112320">
                      <a:extLst>
                        <a:ext uri="{FF2B5EF4-FFF2-40B4-BE49-F238E27FC236}">
                          <a16:creationId xmlns:a16="http://schemas.microsoft.com/office/drawing/2014/main" id="{4AF8CD25-4073-4E6E-B397-B47BF7CF65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2" name="直線コネクタ 112321">
                      <a:extLst>
                        <a:ext uri="{FF2B5EF4-FFF2-40B4-BE49-F238E27FC236}">
                          <a16:creationId xmlns:a16="http://schemas.microsoft.com/office/drawing/2014/main" id="{4F464427-0F59-43A5-877F-68CF764D77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3" name="直線コネクタ 112322">
                      <a:extLst>
                        <a:ext uri="{FF2B5EF4-FFF2-40B4-BE49-F238E27FC236}">
                          <a16:creationId xmlns:a16="http://schemas.microsoft.com/office/drawing/2014/main" id="{A45416AC-BA3E-4052-8B71-59B4A5BBF6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4" name="直線コネクタ 112323">
                      <a:extLst>
                        <a:ext uri="{FF2B5EF4-FFF2-40B4-BE49-F238E27FC236}">
                          <a16:creationId xmlns:a16="http://schemas.microsoft.com/office/drawing/2014/main" id="{EEBD06B5-AF4D-400B-BAEB-AC879B1325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5" name="直線コネクタ 112324">
                      <a:extLst>
                        <a:ext uri="{FF2B5EF4-FFF2-40B4-BE49-F238E27FC236}">
                          <a16:creationId xmlns:a16="http://schemas.microsoft.com/office/drawing/2014/main" id="{5BF68625-A6D5-497F-81FF-05FD1F2A1D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6" name="直線コネクタ 112325">
                      <a:extLst>
                        <a:ext uri="{FF2B5EF4-FFF2-40B4-BE49-F238E27FC236}">
                          <a16:creationId xmlns:a16="http://schemas.microsoft.com/office/drawing/2014/main" id="{38AB2B7B-824D-46B6-A584-C38C21A5B4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7" name="直線コネクタ 112326">
                      <a:extLst>
                        <a:ext uri="{FF2B5EF4-FFF2-40B4-BE49-F238E27FC236}">
                          <a16:creationId xmlns:a16="http://schemas.microsoft.com/office/drawing/2014/main" id="{B6BA9CAE-E72D-42A4-B1C1-AC638814F7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8" name="直線コネクタ 112327">
                      <a:extLst>
                        <a:ext uri="{FF2B5EF4-FFF2-40B4-BE49-F238E27FC236}">
                          <a16:creationId xmlns:a16="http://schemas.microsoft.com/office/drawing/2014/main" id="{C41CAF56-8D00-4777-A554-4BCA7AA28F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29" name="直線コネクタ 112328">
                      <a:extLst>
                        <a:ext uri="{FF2B5EF4-FFF2-40B4-BE49-F238E27FC236}">
                          <a16:creationId xmlns:a16="http://schemas.microsoft.com/office/drawing/2014/main" id="{B7040FCC-5AF0-4189-B420-11AF072D6F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0" name="直線コネクタ 112329">
                      <a:extLst>
                        <a:ext uri="{FF2B5EF4-FFF2-40B4-BE49-F238E27FC236}">
                          <a16:creationId xmlns:a16="http://schemas.microsoft.com/office/drawing/2014/main" id="{5B5301CE-1C02-43FA-889B-9426C77A20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1" name="直線コネクタ 112330">
                      <a:extLst>
                        <a:ext uri="{FF2B5EF4-FFF2-40B4-BE49-F238E27FC236}">
                          <a16:creationId xmlns:a16="http://schemas.microsoft.com/office/drawing/2014/main" id="{591BF141-646E-4B0D-B910-01E2C80A0C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2" name="直線コネクタ 112331">
                      <a:extLst>
                        <a:ext uri="{FF2B5EF4-FFF2-40B4-BE49-F238E27FC236}">
                          <a16:creationId xmlns:a16="http://schemas.microsoft.com/office/drawing/2014/main" id="{A74570E9-0495-4A58-96DB-7CD74A0187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3" name="直線コネクタ 112332">
                      <a:extLst>
                        <a:ext uri="{FF2B5EF4-FFF2-40B4-BE49-F238E27FC236}">
                          <a16:creationId xmlns:a16="http://schemas.microsoft.com/office/drawing/2014/main" id="{F725C6CA-709E-4221-993B-D515D33A1B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4" name="直線コネクタ 112333">
                      <a:extLst>
                        <a:ext uri="{FF2B5EF4-FFF2-40B4-BE49-F238E27FC236}">
                          <a16:creationId xmlns:a16="http://schemas.microsoft.com/office/drawing/2014/main" id="{AF10A612-FC15-499F-8F04-C560A94BF2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5" name="直線コネクタ 112334">
                      <a:extLst>
                        <a:ext uri="{FF2B5EF4-FFF2-40B4-BE49-F238E27FC236}">
                          <a16:creationId xmlns:a16="http://schemas.microsoft.com/office/drawing/2014/main" id="{61DEE939-C487-400A-8866-57AE79E547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6" name="直線コネクタ 112335">
                      <a:extLst>
                        <a:ext uri="{FF2B5EF4-FFF2-40B4-BE49-F238E27FC236}">
                          <a16:creationId xmlns:a16="http://schemas.microsoft.com/office/drawing/2014/main" id="{502B855C-E2ED-45E5-A228-BFB5D812CB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7" name="直線コネクタ 112336">
                      <a:extLst>
                        <a:ext uri="{FF2B5EF4-FFF2-40B4-BE49-F238E27FC236}">
                          <a16:creationId xmlns:a16="http://schemas.microsoft.com/office/drawing/2014/main" id="{94F1C84D-CB4D-43FE-8174-2208AA522D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8" name="直線コネクタ 112337">
                      <a:extLst>
                        <a:ext uri="{FF2B5EF4-FFF2-40B4-BE49-F238E27FC236}">
                          <a16:creationId xmlns:a16="http://schemas.microsoft.com/office/drawing/2014/main" id="{B7BCFAF7-996B-48FD-BD49-1E924F8A23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39" name="直線コネクタ 112338">
                      <a:extLst>
                        <a:ext uri="{FF2B5EF4-FFF2-40B4-BE49-F238E27FC236}">
                          <a16:creationId xmlns:a16="http://schemas.microsoft.com/office/drawing/2014/main" id="{B612E874-A015-47DD-B837-6F65A73447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0" name="直線コネクタ 112339">
                      <a:extLst>
                        <a:ext uri="{FF2B5EF4-FFF2-40B4-BE49-F238E27FC236}">
                          <a16:creationId xmlns:a16="http://schemas.microsoft.com/office/drawing/2014/main" id="{E189CEA5-7EEA-477C-822C-9F6E0BCC21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1" name="直線コネクタ 112340">
                      <a:extLst>
                        <a:ext uri="{FF2B5EF4-FFF2-40B4-BE49-F238E27FC236}">
                          <a16:creationId xmlns:a16="http://schemas.microsoft.com/office/drawing/2014/main" id="{E779B5F9-49F3-4F51-B438-435D9EDEA9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2" name="直線コネクタ 112341">
                      <a:extLst>
                        <a:ext uri="{FF2B5EF4-FFF2-40B4-BE49-F238E27FC236}">
                          <a16:creationId xmlns:a16="http://schemas.microsoft.com/office/drawing/2014/main" id="{40B0F41D-5274-4056-9B59-E8B56F8ED6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3" name="直線コネクタ 112342">
                      <a:extLst>
                        <a:ext uri="{FF2B5EF4-FFF2-40B4-BE49-F238E27FC236}">
                          <a16:creationId xmlns:a16="http://schemas.microsoft.com/office/drawing/2014/main" id="{599DC9D4-A620-4490-A776-C8C8754CB5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4" name="直線コネクタ 112343">
                      <a:extLst>
                        <a:ext uri="{FF2B5EF4-FFF2-40B4-BE49-F238E27FC236}">
                          <a16:creationId xmlns:a16="http://schemas.microsoft.com/office/drawing/2014/main" id="{5806ABFF-52F7-45F4-B3B6-98C910D4DF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5" name="直線コネクタ 112344">
                      <a:extLst>
                        <a:ext uri="{FF2B5EF4-FFF2-40B4-BE49-F238E27FC236}">
                          <a16:creationId xmlns:a16="http://schemas.microsoft.com/office/drawing/2014/main" id="{74C2C1A3-8987-4E2A-B00B-35B19E7E59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6" name="直線コネクタ 112345">
                      <a:extLst>
                        <a:ext uri="{FF2B5EF4-FFF2-40B4-BE49-F238E27FC236}">
                          <a16:creationId xmlns:a16="http://schemas.microsoft.com/office/drawing/2014/main" id="{9DB58BDF-F254-420F-ACE5-E3AFB095B5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7" name="直線コネクタ 112346">
                      <a:extLst>
                        <a:ext uri="{FF2B5EF4-FFF2-40B4-BE49-F238E27FC236}">
                          <a16:creationId xmlns:a16="http://schemas.microsoft.com/office/drawing/2014/main" id="{1FF6EE1C-11E8-4ABD-A9A6-77E2C799A9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8" name="直線コネクタ 112347">
                      <a:extLst>
                        <a:ext uri="{FF2B5EF4-FFF2-40B4-BE49-F238E27FC236}">
                          <a16:creationId xmlns:a16="http://schemas.microsoft.com/office/drawing/2014/main" id="{FEEFC410-6A0E-4B77-BE4F-F8AC442A30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49" name="直線コネクタ 112348">
                      <a:extLst>
                        <a:ext uri="{FF2B5EF4-FFF2-40B4-BE49-F238E27FC236}">
                          <a16:creationId xmlns:a16="http://schemas.microsoft.com/office/drawing/2014/main" id="{5F01CFBE-9389-4765-9AF5-8E3EC43ED1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0" name="直線コネクタ 112349">
                      <a:extLst>
                        <a:ext uri="{FF2B5EF4-FFF2-40B4-BE49-F238E27FC236}">
                          <a16:creationId xmlns:a16="http://schemas.microsoft.com/office/drawing/2014/main" id="{4E5A5350-42A1-4A8D-98B7-91DC566A00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1" name="直線コネクタ 112350">
                      <a:extLst>
                        <a:ext uri="{FF2B5EF4-FFF2-40B4-BE49-F238E27FC236}">
                          <a16:creationId xmlns:a16="http://schemas.microsoft.com/office/drawing/2014/main" id="{4FA5FC7D-B49A-4E50-9CBA-A30397DD3E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2" name="直線コネクタ 112351">
                      <a:extLst>
                        <a:ext uri="{FF2B5EF4-FFF2-40B4-BE49-F238E27FC236}">
                          <a16:creationId xmlns:a16="http://schemas.microsoft.com/office/drawing/2014/main" id="{42F61CF1-3764-48A3-A6CB-8FD8D95B85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3" name="直線コネクタ 112352">
                      <a:extLst>
                        <a:ext uri="{FF2B5EF4-FFF2-40B4-BE49-F238E27FC236}">
                          <a16:creationId xmlns:a16="http://schemas.microsoft.com/office/drawing/2014/main" id="{9573A4B8-37A1-4B36-BA01-36B963C797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4" name="直線コネクタ 112353">
                      <a:extLst>
                        <a:ext uri="{FF2B5EF4-FFF2-40B4-BE49-F238E27FC236}">
                          <a16:creationId xmlns:a16="http://schemas.microsoft.com/office/drawing/2014/main" id="{336279C9-AA6F-4ED3-ADB1-2C6CFDD916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5" name="直線コネクタ 112354">
                      <a:extLst>
                        <a:ext uri="{FF2B5EF4-FFF2-40B4-BE49-F238E27FC236}">
                          <a16:creationId xmlns:a16="http://schemas.microsoft.com/office/drawing/2014/main" id="{9A08D991-F800-4279-812C-EEE0641CDD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6" name="直線コネクタ 112355">
                      <a:extLst>
                        <a:ext uri="{FF2B5EF4-FFF2-40B4-BE49-F238E27FC236}">
                          <a16:creationId xmlns:a16="http://schemas.microsoft.com/office/drawing/2014/main" id="{76A51929-7292-4429-B38F-5C7EA350A8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7" name="直線コネクタ 112356">
                      <a:extLst>
                        <a:ext uri="{FF2B5EF4-FFF2-40B4-BE49-F238E27FC236}">
                          <a16:creationId xmlns:a16="http://schemas.microsoft.com/office/drawing/2014/main" id="{67E02A4F-E848-4B3E-BC0C-431A7A8975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8" name="直線コネクタ 112357">
                      <a:extLst>
                        <a:ext uri="{FF2B5EF4-FFF2-40B4-BE49-F238E27FC236}">
                          <a16:creationId xmlns:a16="http://schemas.microsoft.com/office/drawing/2014/main" id="{0318A98C-0488-41D7-A1C2-CE8FA09FB8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59" name="直線コネクタ 112358">
                      <a:extLst>
                        <a:ext uri="{FF2B5EF4-FFF2-40B4-BE49-F238E27FC236}">
                          <a16:creationId xmlns:a16="http://schemas.microsoft.com/office/drawing/2014/main" id="{F661AEE4-5719-4D27-80B5-C6B9A03ED6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0" name="直線コネクタ 112359">
                      <a:extLst>
                        <a:ext uri="{FF2B5EF4-FFF2-40B4-BE49-F238E27FC236}">
                          <a16:creationId xmlns:a16="http://schemas.microsoft.com/office/drawing/2014/main" id="{847B4C0E-31A7-44B4-8FDA-036FC325ED2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1" name="直線コネクタ 112360">
                      <a:extLst>
                        <a:ext uri="{FF2B5EF4-FFF2-40B4-BE49-F238E27FC236}">
                          <a16:creationId xmlns:a16="http://schemas.microsoft.com/office/drawing/2014/main" id="{76C30AE7-5F22-4763-8BD3-E5BE1E50AD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2" name="直線コネクタ 112361">
                      <a:extLst>
                        <a:ext uri="{FF2B5EF4-FFF2-40B4-BE49-F238E27FC236}">
                          <a16:creationId xmlns:a16="http://schemas.microsoft.com/office/drawing/2014/main" id="{E78E50EC-9E3F-4473-A5E8-BE133448EA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3" name="直線コネクタ 112362">
                      <a:extLst>
                        <a:ext uri="{FF2B5EF4-FFF2-40B4-BE49-F238E27FC236}">
                          <a16:creationId xmlns:a16="http://schemas.microsoft.com/office/drawing/2014/main" id="{EAAABCD6-7466-4F45-8512-9BCFF7EE08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4" name="直線コネクタ 112363">
                      <a:extLst>
                        <a:ext uri="{FF2B5EF4-FFF2-40B4-BE49-F238E27FC236}">
                          <a16:creationId xmlns:a16="http://schemas.microsoft.com/office/drawing/2014/main" id="{9AF56396-6726-4AA0-AF78-68F86DD048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5" name="直線コネクタ 112364">
                      <a:extLst>
                        <a:ext uri="{FF2B5EF4-FFF2-40B4-BE49-F238E27FC236}">
                          <a16:creationId xmlns:a16="http://schemas.microsoft.com/office/drawing/2014/main" id="{640A5B2F-0F3F-4794-8CC1-0A5450D859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6" name="直線コネクタ 112365">
                      <a:extLst>
                        <a:ext uri="{FF2B5EF4-FFF2-40B4-BE49-F238E27FC236}">
                          <a16:creationId xmlns:a16="http://schemas.microsoft.com/office/drawing/2014/main" id="{39D28E51-8B5A-460A-B1B6-8F3EFE7810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7" name="直線コネクタ 112366">
                      <a:extLst>
                        <a:ext uri="{FF2B5EF4-FFF2-40B4-BE49-F238E27FC236}">
                          <a16:creationId xmlns:a16="http://schemas.microsoft.com/office/drawing/2014/main" id="{3745F290-AE04-417F-80E7-312005D13B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8" name="直線コネクタ 112367">
                      <a:extLst>
                        <a:ext uri="{FF2B5EF4-FFF2-40B4-BE49-F238E27FC236}">
                          <a16:creationId xmlns:a16="http://schemas.microsoft.com/office/drawing/2014/main" id="{A3789FD1-4152-402A-8595-86F66CD7D3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69" name="直線コネクタ 112368">
                      <a:extLst>
                        <a:ext uri="{FF2B5EF4-FFF2-40B4-BE49-F238E27FC236}">
                          <a16:creationId xmlns:a16="http://schemas.microsoft.com/office/drawing/2014/main" id="{342CAFE1-7207-4038-A9D5-6BB573EBF7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0" name="直線コネクタ 112369">
                      <a:extLst>
                        <a:ext uri="{FF2B5EF4-FFF2-40B4-BE49-F238E27FC236}">
                          <a16:creationId xmlns:a16="http://schemas.microsoft.com/office/drawing/2014/main" id="{8128B476-C76E-49D3-B8D7-14C358251F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1" name="直線コネクタ 112370">
                      <a:extLst>
                        <a:ext uri="{FF2B5EF4-FFF2-40B4-BE49-F238E27FC236}">
                          <a16:creationId xmlns:a16="http://schemas.microsoft.com/office/drawing/2014/main" id="{E52FB5A6-4FAA-4A2E-9123-60B6EE065A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2" name="直線コネクタ 112371">
                      <a:extLst>
                        <a:ext uri="{FF2B5EF4-FFF2-40B4-BE49-F238E27FC236}">
                          <a16:creationId xmlns:a16="http://schemas.microsoft.com/office/drawing/2014/main" id="{26EAA506-0BFA-4AFA-B0C2-CA068E7D24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3" name="直線コネクタ 112372">
                      <a:extLst>
                        <a:ext uri="{FF2B5EF4-FFF2-40B4-BE49-F238E27FC236}">
                          <a16:creationId xmlns:a16="http://schemas.microsoft.com/office/drawing/2014/main" id="{CA875CA2-4837-488E-9D6A-06EF84D4C5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4" name="直線コネクタ 112373">
                      <a:extLst>
                        <a:ext uri="{FF2B5EF4-FFF2-40B4-BE49-F238E27FC236}">
                          <a16:creationId xmlns:a16="http://schemas.microsoft.com/office/drawing/2014/main" id="{7A302711-4922-4607-B8EC-8539C52A8C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5" name="直線コネクタ 112374">
                      <a:extLst>
                        <a:ext uri="{FF2B5EF4-FFF2-40B4-BE49-F238E27FC236}">
                          <a16:creationId xmlns:a16="http://schemas.microsoft.com/office/drawing/2014/main" id="{C2AAE0A4-5E59-4DF8-BF5D-F05D68CBA6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6" name="直線コネクタ 112375">
                      <a:extLst>
                        <a:ext uri="{FF2B5EF4-FFF2-40B4-BE49-F238E27FC236}">
                          <a16:creationId xmlns:a16="http://schemas.microsoft.com/office/drawing/2014/main" id="{C280F528-59D5-4D29-B123-715C53D9A3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7" name="直線コネクタ 112376">
                      <a:extLst>
                        <a:ext uri="{FF2B5EF4-FFF2-40B4-BE49-F238E27FC236}">
                          <a16:creationId xmlns:a16="http://schemas.microsoft.com/office/drawing/2014/main" id="{BC207A38-2434-4819-B5FB-3FF0E94D09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8" name="直線コネクタ 112377">
                      <a:extLst>
                        <a:ext uri="{FF2B5EF4-FFF2-40B4-BE49-F238E27FC236}">
                          <a16:creationId xmlns:a16="http://schemas.microsoft.com/office/drawing/2014/main" id="{B4EA9511-9F06-4E0D-AABF-803DC0982F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79" name="直線コネクタ 112378">
                      <a:extLst>
                        <a:ext uri="{FF2B5EF4-FFF2-40B4-BE49-F238E27FC236}">
                          <a16:creationId xmlns:a16="http://schemas.microsoft.com/office/drawing/2014/main" id="{456FE321-5DF5-4305-945A-3C315CE33C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1" name="グループ化 111630">
                    <a:extLst>
                      <a:ext uri="{FF2B5EF4-FFF2-40B4-BE49-F238E27FC236}">
                        <a16:creationId xmlns:a16="http://schemas.microsoft.com/office/drawing/2014/main" id="{187EFDB3-0A4B-4EBC-A136-B7A01598DD41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547902" y="6216660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12257" name="直線コネクタ 112256">
                      <a:extLst>
                        <a:ext uri="{FF2B5EF4-FFF2-40B4-BE49-F238E27FC236}">
                          <a16:creationId xmlns:a16="http://schemas.microsoft.com/office/drawing/2014/main" id="{BD75A5C4-65C4-4FFC-9A1E-D1FB1F9B1A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8" name="直線コネクタ 112257">
                      <a:extLst>
                        <a:ext uri="{FF2B5EF4-FFF2-40B4-BE49-F238E27FC236}">
                          <a16:creationId xmlns:a16="http://schemas.microsoft.com/office/drawing/2014/main" id="{0D45227B-2A60-4687-BCBD-E5CCCB81B9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9" name="直線コネクタ 112258">
                      <a:extLst>
                        <a:ext uri="{FF2B5EF4-FFF2-40B4-BE49-F238E27FC236}">
                          <a16:creationId xmlns:a16="http://schemas.microsoft.com/office/drawing/2014/main" id="{693A5597-D342-4A9A-A703-2111446B5C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0" name="直線コネクタ 112259">
                      <a:extLst>
                        <a:ext uri="{FF2B5EF4-FFF2-40B4-BE49-F238E27FC236}">
                          <a16:creationId xmlns:a16="http://schemas.microsoft.com/office/drawing/2014/main" id="{E4580CBA-1E8D-4E0C-9CD4-A9F10CDF59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1" name="直線コネクタ 112260">
                      <a:extLst>
                        <a:ext uri="{FF2B5EF4-FFF2-40B4-BE49-F238E27FC236}">
                          <a16:creationId xmlns:a16="http://schemas.microsoft.com/office/drawing/2014/main" id="{9350E505-55DE-4836-A3D9-81366DB9AF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2" name="直線コネクタ 112261">
                      <a:extLst>
                        <a:ext uri="{FF2B5EF4-FFF2-40B4-BE49-F238E27FC236}">
                          <a16:creationId xmlns:a16="http://schemas.microsoft.com/office/drawing/2014/main" id="{B05D3AF2-02D0-4544-A70A-7DAA38A68A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3" name="直線コネクタ 112262">
                      <a:extLst>
                        <a:ext uri="{FF2B5EF4-FFF2-40B4-BE49-F238E27FC236}">
                          <a16:creationId xmlns:a16="http://schemas.microsoft.com/office/drawing/2014/main" id="{306B984D-6A9D-435B-9937-F8177B0F62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4" name="直線コネクタ 112263">
                      <a:extLst>
                        <a:ext uri="{FF2B5EF4-FFF2-40B4-BE49-F238E27FC236}">
                          <a16:creationId xmlns:a16="http://schemas.microsoft.com/office/drawing/2014/main" id="{84AFFC31-D428-4C79-B659-B8A700C346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5" name="直線コネクタ 112264">
                      <a:extLst>
                        <a:ext uri="{FF2B5EF4-FFF2-40B4-BE49-F238E27FC236}">
                          <a16:creationId xmlns:a16="http://schemas.microsoft.com/office/drawing/2014/main" id="{556D9478-657A-4C74-9DF4-8DC55D87221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6" name="直線コネクタ 112265">
                      <a:extLst>
                        <a:ext uri="{FF2B5EF4-FFF2-40B4-BE49-F238E27FC236}">
                          <a16:creationId xmlns:a16="http://schemas.microsoft.com/office/drawing/2014/main" id="{796ABF6C-786C-4FB7-97C8-6E7FCE9056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7" name="直線コネクタ 112266">
                      <a:extLst>
                        <a:ext uri="{FF2B5EF4-FFF2-40B4-BE49-F238E27FC236}">
                          <a16:creationId xmlns:a16="http://schemas.microsoft.com/office/drawing/2014/main" id="{B133A391-584E-4112-84B7-F349C8E159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8" name="直線コネクタ 112267">
                      <a:extLst>
                        <a:ext uri="{FF2B5EF4-FFF2-40B4-BE49-F238E27FC236}">
                          <a16:creationId xmlns:a16="http://schemas.microsoft.com/office/drawing/2014/main" id="{4D16C4A5-EA95-451F-BA96-ABF35C69E1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69" name="直線コネクタ 112268">
                      <a:extLst>
                        <a:ext uri="{FF2B5EF4-FFF2-40B4-BE49-F238E27FC236}">
                          <a16:creationId xmlns:a16="http://schemas.microsoft.com/office/drawing/2014/main" id="{7DCE7298-12D4-427C-8FC3-433D4447D8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0" name="直線コネクタ 112269">
                      <a:extLst>
                        <a:ext uri="{FF2B5EF4-FFF2-40B4-BE49-F238E27FC236}">
                          <a16:creationId xmlns:a16="http://schemas.microsoft.com/office/drawing/2014/main" id="{53BE27A9-B509-457D-BE62-8496248763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1" name="直線コネクタ 112270">
                      <a:extLst>
                        <a:ext uri="{FF2B5EF4-FFF2-40B4-BE49-F238E27FC236}">
                          <a16:creationId xmlns:a16="http://schemas.microsoft.com/office/drawing/2014/main" id="{83F2E09D-E0AF-4BB4-A039-E76E91FB13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2" name="直線コネクタ 112271">
                      <a:extLst>
                        <a:ext uri="{FF2B5EF4-FFF2-40B4-BE49-F238E27FC236}">
                          <a16:creationId xmlns:a16="http://schemas.microsoft.com/office/drawing/2014/main" id="{058C025F-DA0F-4071-9CD9-7C30DB5FD0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3" name="直線コネクタ 112272">
                      <a:extLst>
                        <a:ext uri="{FF2B5EF4-FFF2-40B4-BE49-F238E27FC236}">
                          <a16:creationId xmlns:a16="http://schemas.microsoft.com/office/drawing/2014/main" id="{5E662699-94D0-45AF-AC75-760CDFCCBF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4" name="直線コネクタ 112273">
                      <a:extLst>
                        <a:ext uri="{FF2B5EF4-FFF2-40B4-BE49-F238E27FC236}">
                          <a16:creationId xmlns:a16="http://schemas.microsoft.com/office/drawing/2014/main" id="{B43B24FC-FEE3-4AA1-B55C-585BD5FC4D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5" name="直線コネクタ 112274">
                      <a:extLst>
                        <a:ext uri="{FF2B5EF4-FFF2-40B4-BE49-F238E27FC236}">
                          <a16:creationId xmlns:a16="http://schemas.microsoft.com/office/drawing/2014/main" id="{F5A0A198-D225-41A1-BA6F-4B4E9A43AB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6" name="直線コネクタ 112275">
                      <a:extLst>
                        <a:ext uri="{FF2B5EF4-FFF2-40B4-BE49-F238E27FC236}">
                          <a16:creationId xmlns:a16="http://schemas.microsoft.com/office/drawing/2014/main" id="{03527E1B-C87E-4F9C-80B3-51BD20034A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7" name="直線コネクタ 112276">
                      <a:extLst>
                        <a:ext uri="{FF2B5EF4-FFF2-40B4-BE49-F238E27FC236}">
                          <a16:creationId xmlns:a16="http://schemas.microsoft.com/office/drawing/2014/main" id="{25440F99-582D-4F76-8478-7DB196C3BC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8" name="直線コネクタ 112277">
                      <a:extLst>
                        <a:ext uri="{FF2B5EF4-FFF2-40B4-BE49-F238E27FC236}">
                          <a16:creationId xmlns:a16="http://schemas.microsoft.com/office/drawing/2014/main" id="{584F9842-3DC2-4FC3-BFB4-DD8069BD0B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79" name="直線コネクタ 112278">
                      <a:extLst>
                        <a:ext uri="{FF2B5EF4-FFF2-40B4-BE49-F238E27FC236}">
                          <a16:creationId xmlns:a16="http://schemas.microsoft.com/office/drawing/2014/main" id="{A2CFAEB0-BE71-4EC4-882F-6D8D5B5B9A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0" name="直線コネクタ 112279">
                      <a:extLst>
                        <a:ext uri="{FF2B5EF4-FFF2-40B4-BE49-F238E27FC236}">
                          <a16:creationId xmlns:a16="http://schemas.microsoft.com/office/drawing/2014/main" id="{F9AC4076-A505-4C5A-BD3E-91F6E16235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1" name="直線コネクタ 112280">
                      <a:extLst>
                        <a:ext uri="{FF2B5EF4-FFF2-40B4-BE49-F238E27FC236}">
                          <a16:creationId xmlns:a16="http://schemas.microsoft.com/office/drawing/2014/main" id="{0C0D4480-FA11-4E11-A660-892C6CCC37C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2" name="直線コネクタ 112281">
                      <a:extLst>
                        <a:ext uri="{FF2B5EF4-FFF2-40B4-BE49-F238E27FC236}">
                          <a16:creationId xmlns:a16="http://schemas.microsoft.com/office/drawing/2014/main" id="{7A7636A6-17C4-424B-A8F0-5F0AF7FE64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3" name="直線コネクタ 112282">
                      <a:extLst>
                        <a:ext uri="{FF2B5EF4-FFF2-40B4-BE49-F238E27FC236}">
                          <a16:creationId xmlns:a16="http://schemas.microsoft.com/office/drawing/2014/main" id="{42E87515-B289-45AC-AA2C-F06D0C7BA2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4" name="直線コネクタ 112283">
                      <a:extLst>
                        <a:ext uri="{FF2B5EF4-FFF2-40B4-BE49-F238E27FC236}">
                          <a16:creationId xmlns:a16="http://schemas.microsoft.com/office/drawing/2014/main" id="{8ABB92E2-F590-4F00-95CF-101C59FFD0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5" name="直線コネクタ 112284">
                      <a:extLst>
                        <a:ext uri="{FF2B5EF4-FFF2-40B4-BE49-F238E27FC236}">
                          <a16:creationId xmlns:a16="http://schemas.microsoft.com/office/drawing/2014/main" id="{5E5AD370-E540-4638-8FC7-730C687EA6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6" name="直線コネクタ 112285">
                      <a:extLst>
                        <a:ext uri="{FF2B5EF4-FFF2-40B4-BE49-F238E27FC236}">
                          <a16:creationId xmlns:a16="http://schemas.microsoft.com/office/drawing/2014/main" id="{05A7E99A-F28A-43C9-BA71-E5B34A450C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7" name="直線コネクタ 112286">
                      <a:extLst>
                        <a:ext uri="{FF2B5EF4-FFF2-40B4-BE49-F238E27FC236}">
                          <a16:creationId xmlns:a16="http://schemas.microsoft.com/office/drawing/2014/main" id="{DA17BAC8-5FC2-4515-9C81-497CA7F37D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8" name="直線コネクタ 112287">
                      <a:extLst>
                        <a:ext uri="{FF2B5EF4-FFF2-40B4-BE49-F238E27FC236}">
                          <a16:creationId xmlns:a16="http://schemas.microsoft.com/office/drawing/2014/main" id="{A4FFDA5C-323E-4572-A67B-6E4FA25592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89" name="直線コネクタ 112288">
                      <a:extLst>
                        <a:ext uri="{FF2B5EF4-FFF2-40B4-BE49-F238E27FC236}">
                          <a16:creationId xmlns:a16="http://schemas.microsoft.com/office/drawing/2014/main" id="{25F64AEA-911F-4664-865F-EF3C199DEC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0" name="直線コネクタ 112289">
                      <a:extLst>
                        <a:ext uri="{FF2B5EF4-FFF2-40B4-BE49-F238E27FC236}">
                          <a16:creationId xmlns:a16="http://schemas.microsoft.com/office/drawing/2014/main" id="{9D594CA5-BA31-42DA-95C7-F395A02684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1" name="直線コネクタ 112290">
                      <a:extLst>
                        <a:ext uri="{FF2B5EF4-FFF2-40B4-BE49-F238E27FC236}">
                          <a16:creationId xmlns:a16="http://schemas.microsoft.com/office/drawing/2014/main" id="{BD4FB480-27AC-4236-AE4E-79132FE5E33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2" name="直線コネクタ 112291">
                      <a:extLst>
                        <a:ext uri="{FF2B5EF4-FFF2-40B4-BE49-F238E27FC236}">
                          <a16:creationId xmlns:a16="http://schemas.microsoft.com/office/drawing/2014/main" id="{049BB0B1-5137-4110-8F12-FDCF7A5D6B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3" name="直線コネクタ 112292">
                      <a:extLst>
                        <a:ext uri="{FF2B5EF4-FFF2-40B4-BE49-F238E27FC236}">
                          <a16:creationId xmlns:a16="http://schemas.microsoft.com/office/drawing/2014/main" id="{097835EE-3621-49DD-A304-5833A02632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4" name="直線コネクタ 112293">
                      <a:extLst>
                        <a:ext uri="{FF2B5EF4-FFF2-40B4-BE49-F238E27FC236}">
                          <a16:creationId xmlns:a16="http://schemas.microsoft.com/office/drawing/2014/main" id="{AEA872FB-EAE0-4541-8A93-02EB4DF310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5" name="直線コネクタ 112294">
                      <a:extLst>
                        <a:ext uri="{FF2B5EF4-FFF2-40B4-BE49-F238E27FC236}">
                          <a16:creationId xmlns:a16="http://schemas.microsoft.com/office/drawing/2014/main" id="{6759C642-E78A-47B1-A73B-3B6F42DA30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6" name="直線コネクタ 112295">
                      <a:extLst>
                        <a:ext uri="{FF2B5EF4-FFF2-40B4-BE49-F238E27FC236}">
                          <a16:creationId xmlns:a16="http://schemas.microsoft.com/office/drawing/2014/main" id="{C1ED910D-D9A1-48E2-BB9C-126E5B822C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7" name="直線コネクタ 112296">
                      <a:extLst>
                        <a:ext uri="{FF2B5EF4-FFF2-40B4-BE49-F238E27FC236}">
                          <a16:creationId xmlns:a16="http://schemas.microsoft.com/office/drawing/2014/main" id="{AED907D8-7596-4EEB-AD0D-0FB6320B84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8" name="直線コネクタ 112297">
                      <a:extLst>
                        <a:ext uri="{FF2B5EF4-FFF2-40B4-BE49-F238E27FC236}">
                          <a16:creationId xmlns:a16="http://schemas.microsoft.com/office/drawing/2014/main" id="{F1C4ABDC-FFF2-4F5F-92E9-53D02D2B29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99" name="直線コネクタ 112298">
                      <a:extLst>
                        <a:ext uri="{FF2B5EF4-FFF2-40B4-BE49-F238E27FC236}">
                          <a16:creationId xmlns:a16="http://schemas.microsoft.com/office/drawing/2014/main" id="{0831A732-E793-443F-BCB4-9553AD49A4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0" name="直線コネクタ 112299">
                      <a:extLst>
                        <a:ext uri="{FF2B5EF4-FFF2-40B4-BE49-F238E27FC236}">
                          <a16:creationId xmlns:a16="http://schemas.microsoft.com/office/drawing/2014/main" id="{06144A15-A05C-469B-A053-8B212DF15D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1" name="直線コネクタ 112300">
                      <a:extLst>
                        <a:ext uri="{FF2B5EF4-FFF2-40B4-BE49-F238E27FC236}">
                          <a16:creationId xmlns:a16="http://schemas.microsoft.com/office/drawing/2014/main" id="{101B729E-64E7-483A-929B-7F5953EC7B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2" name="直線コネクタ 112301">
                      <a:extLst>
                        <a:ext uri="{FF2B5EF4-FFF2-40B4-BE49-F238E27FC236}">
                          <a16:creationId xmlns:a16="http://schemas.microsoft.com/office/drawing/2014/main" id="{DB569486-8DCC-442C-8119-8B0F92541E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3" name="直線コネクタ 112302">
                      <a:extLst>
                        <a:ext uri="{FF2B5EF4-FFF2-40B4-BE49-F238E27FC236}">
                          <a16:creationId xmlns:a16="http://schemas.microsoft.com/office/drawing/2014/main" id="{E225880F-C8CE-4852-B08B-4E449AC736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4" name="直線コネクタ 112303">
                      <a:extLst>
                        <a:ext uri="{FF2B5EF4-FFF2-40B4-BE49-F238E27FC236}">
                          <a16:creationId xmlns:a16="http://schemas.microsoft.com/office/drawing/2014/main" id="{5A482551-5C61-47B7-8E17-FCB6FEC1C6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5" name="直線コネクタ 112304">
                      <a:extLst>
                        <a:ext uri="{FF2B5EF4-FFF2-40B4-BE49-F238E27FC236}">
                          <a16:creationId xmlns:a16="http://schemas.microsoft.com/office/drawing/2014/main" id="{F08A609A-21C0-42CF-8C1D-412E9E5EEA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6" name="直線コネクタ 112305">
                      <a:extLst>
                        <a:ext uri="{FF2B5EF4-FFF2-40B4-BE49-F238E27FC236}">
                          <a16:creationId xmlns:a16="http://schemas.microsoft.com/office/drawing/2014/main" id="{A34CC776-1C35-4FD6-8CAE-3CFA534FBF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7" name="直線コネクタ 112306">
                      <a:extLst>
                        <a:ext uri="{FF2B5EF4-FFF2-40B4-BE49-F238E27FC236}">
                          <a16:creationId xmlns:a16="http://schemas.microsoft.com/office/drawing/2014/main" id="{0D52882A-8ED7-49E2-8A39-6D44D02919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8" name="直線コネクタ 112307">
                      <a:extLst>
                        <a:ext uri="{FF2B5EF4-FFF2-40B4-BE49-F238E27FC236}">
                          <a16:creationId xmlns:a16="http://schemas.microsoft.com/office/drawing/2014/main" id="{FB86DAEF-F615-4F95-A284-83F6D72EB0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09" name="直線コネクタ 112308">
                      <a:extLst>
                        <a:ext uri="{FF2B5EF4-FFF2-40B4-BE49-F238E27FC236}">
                          <a16:creationId xmlns:a16="http://schemas.microsoft.com/office/drawing/2014/main" id="{2913C92F-5359-4C27-999A-BD88A8C15F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0" name="直線コネクタ 112309">
                      <a:extLst>
                        <a:ext uri="{FF2B5EF4-FFF2-40B4-BE49-F238E27FC236}">
                          <a16:creationId xmlns:a16="http://schemas.microsoft.com/office/drawing/2014/main" id="{CAEA10D6-752D-4E8C-84BD-62D532B560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1" name="直線コネクタ 112310">
                      <a:extLst>
                        <a:ext uri="{FF2B5EF4-FFF2-40B4-BE49-F238E27FC236}">
                          <a16:creationId xmlns:a16="http://schemas.microsoft.com/office/drawing/2014/main" id="{C8F11D56-BAE1-4C5A-9D23-2C6BDDA2E7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2" name="直線コネクタ 112311">
                      <a:extLst>
                        <a:ext uri="{FF2B5EF4-FFF2-40B4-BE49-F238E27FC236}">
                          <a16:creationId xmlns:a16="http://schemas.microsoft.com/office/drawing/2014/main" id="{F4B2C89B-5E6E-4CB4-9FDA-EDAD16C9B9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3" name="直線コネクタ 112312">
                      <a:extLst>
                        <a:ext uri="{FF2B5EF4-FFF2-40B4-BE49-F238E27FC236}">
                          <a16:creationId xmlns:a16="http://schemas.microsoft.com/office/drawing/2014/main" id="{B6509348-2EDB-4DAD-930C-CA143CA98F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4" name="直線コネクタ 112313">
                      <a:extLst>
                        <a:ext uri="{FF2B5EF4-FFF2-40B4-BE49-F238E27FC236}">
                          <a16:creationId xmlns:a16="http://schemas.microsoft.com/office/drawing/2014/main" id="{431226E5-826E-4F1B-BE80-0C2240B4EB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5" name="直線コネクタ 112314">
                      <a:extLst>
                        <a:ext uri="{FF2B5EF4-FFF2-40B4-BE49-F238E27FC236}">
                          <a16:creationId xmlns:a16="http://schemas.microsoft.com/office/drawing/2014/main" id="{C16EB546-D8EA-4B13-81CF-2714924709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316" name="直線コネクタ 112315">
                      <a:extLst>
                        <a:ext uri="{FF2B5EF4-FFF2-40B4-BE49-F238E27FC236}">
                          <a16:creationId xmlns:a16="http://schemas.microsoft.com/office/drawing/2014/main" id="{FDB35816-3365-453A-8718-6E9D2B2C1F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2" name="グループ化 111631">
                    <a:extLst>
                      <a:ext uri="{FF2B5EF4-FFF2-40B4-BE49-F238E27FC236}">
                        <a16:creationId xmlns:a16="http://schemas.microsoft.com/office/drawing/2014/main" id="{BB0082D0-3994-4EB0-B7A7-9EA1456B4A10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3986241" y="581800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12194" name="直線コネクタ 112193">
                      <a:extLst>
                        <a:ext uri="{FF2B5EF4-FFF2-40B4-BE49-F238E27FC236}">
                          <a16:creationId xmlns:a16="http://schemas.microsoft.com/office/drawing/2014/main" id="{B53D2F89-830C-455F-94F2-113A1C9275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5" name="直線コネクタ 112194">
                      <a:extLst>
                        <a:ext uri="{FF2B5EF4-FFF2-40B4-BE49-F238E27FC236}">
                          <a16:creationId xmlns:a16="http://schemas.microsoft.com/office/drawing/2014/main" id="{C4F07FA7-7271-4E7B-94D1-0C0120AAD2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6" name="直線コネクタ 112195">
                      <a:extLst>
                        <a:ext uri="{FF2B5EF4-FFF2-40B4-BE49-F238E27FC236}">
                          <a16:creationId xmlns:a16="http://schemas.microsoft.com/office/drawing/2014/main" id="{615D2D91-8E20-4635-BDC4-C115E2BFF3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7" name="直線コネクタ 112196">
                      <a:extLst>
                        <a:ext uri="{FF2B5EF4-FFF2-40B4-BE49-F238E27FC236}">
                          <a16:creationId xmlns:a16="http://schemas.microsoft.com/office/drawing/2014/main" id="{4E44743F-3119-41A9-8D81-B2C28EF2FF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8" name="直線コネクタ 112197">
                      <a:extLst>
                        <a:ext uri="{FF2B5EF4-FFF2-40B4-BE49-F238E27FC236}">
                          <a16:creationId xmlns:a16="http://schemas.microsoft.com/office/drawing/2014/main" id="{C56408A6-9173-465C-BF29-81ABD94490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9" name="直線コネクタ 112198">
                      <a:extLst>
                        <a:ext uri="{FF2B5EF4-FFF2-40B4-BE49-F238E27FC236}">
                          <a16:creationId xmlns:a16="http://schemas.microsoft.com/office/drawing/2014/main" id="{70DF7A04-0E56-42F1-9DFA-2DE5F099B7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0" name="直線コネクタ 112199">
                      <a:extLst>
                        <a:ext uri="{FF2B5EF4-FFF2-40B4-BE49-F238E27FC236}">
                          <a16:creationId xmlns:a16="http://schemas.microsoft.com/office/drawing/2014/main" id="{3669E89A-6B15-41DA-BF45-DA324A7CC8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1" name="直線コネクタ 112200">
                      <a:extLst>
                        <a:ext uri="{FF2B5EF4-FFF2-40B4-BE49-F238E27FC236}">
                          <a16:creationId xmlns:a16="http://schemas.microsoft.com/office/drawing/2014/main" id="{CE120971-4358-4479-A15D-0D95D923C0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2" name="直線コネクタ 112201">
                      <a:extLst>
                        <a:ext uri="{FF2B5EF4-FFF2-40B4-BE49-F238E27FC236}">
                          <a16:creationId xmlns:a16="http://schemas.microsoft.com/office/drawing/2014/main" id="{66727E2D-2A7D-4CA4-AF5D-6A728C01E6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3" name="直線コネクタ 112202">
                      <a:extLst>
                        <a:ext uri="{FF2B5EF4-FFF2-40B4-BE49-F238E27FC236}">
                          <a16:creationId xmlns:a16="http://schemas.microsoft.com/office/drawing/2014/main" id="{6ECF9CDE-06CC-4E7F-93CB-7B9B4A17FB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4" name="直線コネクタ 112203">
                      <a:extLst>
                        <a:ext uri="{FF2B5EF4-FFF2-40B4-BE49-F238E27FC236}">
                          <a16:creationId xmlns:a16="http://schemas.microsoft.com/office/drawing/2014/main" id="{6EB8274E-9131-4671-9936-2368966A4D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5" name="直線コネクタ 112204">
                      <a:extLst>
                        <a:ext uri="{FF2B5EF4-FFF2-40B4-BE49-F238E27FC236}">
                          <a16:creationId xmlns:a16="http://schemas.microsoft.com/office/drawing/2014/main" id="{C4FD26D7-AA84-48C3-AFA8-1F4ADBFF14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6" name="直線コネクタ 112205">
                      <a:extLst>
                        <a:ext uri="{FF2B5EF4-FFF2-40B4-BE49-F238E27FC236}">
                          <a16:creationId xmlns:a16="http://schemas.microsoft.com/office/drawing/2014/main" id="{30B5FEFC-7E1F-4064-B0F4-0E2D210913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7" name="直線コネクタ 112206">
                      <a:extLst>
                        <a:ext uri="{FF2B5EF4-FFF2-40B4-BE49-F238E27FC236}">
                          <a16:creationId xmlns:a16="http://schemas.microsoft.com/office/drawing/2014/main" id="{36A0C977-84FF-4972-AB82-563357DF75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8" name="直線コネクタ 112207">
                      <a:extLst>
                        <a:ext uri="{FF2B5EF4-FFF2-40B4-BE49-F238E27FC236}">
                          <a16:creationId xmlns:a16="http://schemas.microsoft.com/office/drawing/2014/main" id="{ED6E4CDE-8F67-4779-B5B1-9DC2A573FD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09" name="直線コネクタ 112208">
                      <a:extLst>
                        <a:ext uri="{FF2B5EF4-FFF2-40B4-BE49-F238E27FC236}">
                          <a16:creationId xmlns:a16="http://schemas.microsoft.com/office/drawing/2014/main" id="{BA9196C1-BA3D-4925-895C-1CFA4FC61E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0" name="直線コネクタ 112209">
                      <a:extLst>
                        <a:ext uri="{FF2B5EF4-FFF2-40B4-BE49-F238E27FC236}">
                          <a16:creationId xmlns:a16="http://schemas.microsoft.com/office/drawing/2014/main" id="{B30D1442-BE99-4035-848D-D73A2B191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1" name="直線コネクタ 112210">
                      <a:extLst>
                        <a:ext uri="{FF2B5EF4-FFF2-40B4-BE49-F238E27FC236}">
                          <a16:creationId xmlns:a16="http://schemas.microsoft.com/office/drawing/2014/main" id="{8D3F065E-783D-4B04-BF5B-F232F0D88DE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2" name="直線コネクタ 112211">
                      <a:extLst>
                        <a:ext uri="{FF2B5EF4-FFF2-40B4-BE49-F238E27FC236}">
                          <a16:creationId xmlns:a16="http://schemas.microsoft.com/office/drawing/2014/main" id="{F6A5B0A5-4E2F-47B8-A555-D8A8ED3F33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3" name="直線コネクタ 112212">
                      <a:extLst>
                        <a:ext uri="{FF2B5EF4-FFF2-40B4-BE49-F238E27FC236}">
                          <a16:creationId xmlns:a16="http://schemas.microsoft.com/office/drawing/2014/main" id="{24BA3DD6-CDE5-4199-A50A-9E9E595A20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4" name="直線コネクタ 112213">
                      <a:extLst>
                        <a:ext uri="{FF2B5EF4-FFF2-40B4-BE49-F238E27FC236}">
                          <a16:creationId xmlns:a16="http://schemas.microsoft.com/office/drawing/2014/main" id="{23EF28AE-B2C5-4DEC-BA13-3C24EA320D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5" name="直線コネクタ 112214">
                      <a:extLst>
                        <a:ext uri="{FF2B5EF4-FFF2-40B4-BE49-F238E27FC236}">
                          <a16:creationId xmlns:a16="http://schemas.microsoft.com/office/drawing/2014/main" id="{8F652745-67CD-48DA-A0E0-6DE467EB21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6" name="直線コネクタ 112215">
                      <a:extLst>
                        <a:ext uri="{FF2B5EF4-FFF2-40B4-BE49-F238E27FC236}">
                          <a16:creationId xmlns:a16="http://schemas.microsoft.com/office/drawing/2014/main" id="{053D681B-7E60-461A-AAE1-BB83ACB7AD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7" name="直線コネクタ 112216">
                      <a:extLst>
                        <a:ext uri="{FF2B5EF4-FFF2-40B4-BE49-F238E27FC236}">
                          <a16:creationId xmlns:a16="http://schemas.microsoft.com/office/drawing/2014/main" id="{10E1966C-5B88-4F7D-9321-6508DBCEBA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8" name="直線コネクタ 112217">
                      <a:extLst>
                        <a:ext uri="{FF2B5EF4-FFF2-40B4-BE49-F238E27FC236}">
                          <a16:creationId xmlns:a16="http://schemas.microsoft.com/office/drawing/2014/main" id="{5BD18C88-BB36-4122-9F44-DDA017E150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19" name="直線コネクタ 112218">
                      <a:extLst>
                        <a:ext uri="{FF2B5EF4-FFF2-40B4-BE49-F238E27FC236}">
                          <a16:creationId xmlns:a16="http://schemas.microsoft.com/office/drawing/2014/main" id="{C87E5EA8-4619-4FBC-9D8E-A4236143D6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0" name="直線コネクタ 112219">
                      <a:extLst>
                        <a:ext uri="{FF2B5EF4-FFF2-40B4-BE49-F238E27FC236}">
                          <a16:creationId xmlns:a16="http://schemas.microsoft.com/office/drawing/2014/main" id="{6A283720-B4F1-40D9-91DD-7B15B1572D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1" name="直線コネクタ 112220">
                      <a:extLst>
                        <a:ext uri="{FF2B5EF4-FFF2-40B4-BE49-F238E27FC236}">
                          <a16:creationId xmlns:a16="http://schemas.microsoft.com/office/drawing/2014/main" id="{5D93F908-191D-44AD-8D8B-84CD4669A4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2" name="直線コネクタ 112221">
                      <a:extLst>
                        <a:ext uri="{FF2B5EF4-FFF2-40B4-BE49-F238E27FC236}">
                          <a16:creationId xmlns:a16="http://schemas.microsoft.com/office/drawing/2014/main" id="{22698478-0842-43F8-A5DF-562AC2575C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3" name="直線コネクタ 112222">
                      <a:extLst>
                        <a:ext uri="{FF2B5EF4-FFF2-40B4-BE49-F238E27FC236}">
                          <a16:creationId xmlns:a16="http://schemas.microsoft.com/office/drawing/2014/main" id="{7678E704-03F1-4A28-BFAE-227CDC9DA5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4" name="直線コネクタ 112223">
                      <a:extLst>
                        <a:ext uri="{FF2B5EF4-FFF2-40B4-BE49-F238E27FC236}">
                          <a16:creationId xmlns:a16="http://schemas.microsoft.com/office/drawing/2014/main" id="{54D980AF-E1F5-4A37-8DA4-F9727DCA80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5" name="直線コネクタ 112224">
                      <a:extLst>
                        <a:ext uri="{FF2B5EF4-FFF2-40B4-BE49-F238E27FC236}">
                          <a16:creationId xmlns:a16="http://schemas.microsoft.com/office/drawing/2014/main" id="{787BBB9D-48AE-4275-A527-6CE46FC6E1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6" name="直線コネクタ 112225">
                      <a:extLst>
                        <a:ext uri="{FF2B5EF4-FFF2-40B4-BE49-F238E27FC236}">
                          <a16:creationId xmlns:a16="http://schemas.microsoft.com/office/drawing/2014/main" id="{3F15DF65-14C0-464D-A8FB-52FD9E6A34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7" name="直線コネクタ 112226">
                      <a:extLst>
                        <a:ext uri="{FF2B5EF4-FFF2-40B4-BE49-F238E27FC236}">
                          <a16:creationId xmlns:a16="http://schemas.microsoft.com/office/drawing/2014/main" id="{E9A9EFB3-C4DC-400F-A791-536B8E08A5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8" name="直線コネクタ 112227">
                      <a:extLst>
                        <a:ext uri="{FF2B5EF4-FFF2-40B4-BE49-F238E27FC236}">
                          <a16:creationId xmlns:a16="http://schemas.microsoft.com/office/drawing/2014/main" id="{19B1FEEB-B02D-4FB3-A8D3-F4A28FB58F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29" name="直線コネクタ 112228">
                      <a:extLst>
                        <a:ext uri="{FF2B5EF4-FFF2-40B4-BE49-F238E27FC236}">
                          <a16:creationId xmlns:a16="http://schemas.microsoft.com/office/drawing/2014/main" id="{C0328BE4-4C64-4033-8C4D-3ECC208770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0" name="直線コネクタ 112229">
                      <a:extLst>
                        <a:ext uri="{FF2B5EF4-FFF2-40B4-BE49-F238E27FC236}">
                          <a16:creationId xmlns:a16="http://schemas.microsoft.com/office/drawing/2014/main" id="{4D4D5325-9766-4E05-9205-6B3FA793E7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1" name="直線コネクタ 112230">
                      <a:extLst>
                        <a:ext uri="{FF2B5EF4-FFF2-40B4-BE49-F238E27FC236}">
                          <a16:creationId xmlns:a16="http://schemas.microsoft.com/office/drawing/2014/main" id="{24F907CA-4F44-4C0E-80A0-2E5FF29E0F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2" name="直線コネクタ 112231">
                      <a:extLst>
                        <a:ext uri="{FF2B5EF4-FFF2-40B4-BE49-F238E27FC236}">
                          <a16:creationId xmlns:a16="http://schemas.microsoft.com/office/drawing/2014/main" id="{3DF2537B-52D9-4306-B4C8-342C665BA7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3" name="直線コネクタ 112232">
                      <a:extLst>
                        <a:ext uri="{FF2B5EF4-FFF2-40B4-BE49-F238E27FC236}">
                          <a16:creationId xmlns:a16="http://schemas.microsoft.com/office/drawing/2014/main" id="{B916463A-DF00-465E-A8E7-B04A9C568D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4" name="直線コネクタ 112233">
                      <a:extLst>
                        <a:ext uri="{FF2B5EF4-FFF2-40B4-BE49-F238E27FC236}">
                          <a16:creationId xmlns:a16="http://schemas.microsoft.com/office/drawing/2014/main" id="{C4432D5F-C208-407B-91A0-59CD725BCA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5" name="直線コネクタ 112234">
                      <a:extLst>
                        <a:ext uri="{FF2B5EF4-FFF2-40B4-BE49-F238E27FC236}">
                          <a16:creationId xmlns:a16="http://schemas.microsoft.com/office/drawing/2014/main" id="{16D45F36-BAF5-42F2-9CDD-49320F84F7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6" name="直線コネクタ 112235">
                      <a:extLst>
                        <a:ext uri="{FF2B5EF4-FFF2-40B4-BE49-F238E27FC236}">
                          <a16:creationId xmlns:a16="http://schemas.microsoft.com/office/drawing/2014/main" id="{789D9EAB-A38D-44CA-BC5E-3575C2946F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7" name="直線コネクタ 112236">
                      <a:extLst>
                        <a:ext uri="{FF2B5EF4-FFF2-40B4-BE49-F238E27FC236}">
                          <a16:creationId xmlns:a16="http://schemas.microsoft.com/office/drawing/2014/main" id="{3C394D50-AAE8-4CE9-BA47-933785D313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8" name="直線コネクタ 112237">
                      <a:extLst>
                        <a:ext uri="{FF2B5EF4-FFF2-40B4-BE49-F238E27FC236}">
                          <a16:creationId xmlns:a16="http://schemas.microsoft.com/office/drawing/2014/main" id="{E5026A06-3A40-4003-A077-FC64F008C9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39" name="直線コネクタ 112238">
                      <a:extLst>
                        <a:ext uri="{FF2B5EF4-FFF2-40B4-BE49-F238E27FC236}">
                          <a16:creationId xmlns:a16="http://schemas.microsoft.com/office/drawing/2014/main" id="{8707F3C7-C11D-4911-9D49-F768B5ED65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0" name="直線コネクタ 112239">
                      <a:extLst>
                        <a:ext uri="{FF2B5EF4-FFF2-40B4-BE49-F238E27FC236}">
                          <a16:creationId xmlns:a16="http://schemas.microsoft.com/office/drawing/2014/main" id="{71D1B8FF-A475-44EC-B3D8-68043350B0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1" name="直線コネクタ 112240">
                      <a:extLst>
                        <a:ext uri="{FF2B5EF4-FFF2-40B4-BE49-F238E27FC236}">
                          <a16:creationId xmlns:a16="http://schemas.microsoft.com/office/drawing/2014/main" id="{74CA660B-A4F0-4246-A3A8-DE46C85CB65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2" name="直線コネクタ 112241">
                      <a:extLst>
                        <a:ext uri="{FF2B5EF4-FFF2-40B4-BE49-F238E27FC236}">
                          <a16:creationId xmlns:a16="http://schemas.microsoft.com/office/drawing/2014/main" id="{9B599A3F-450C-4F99-B510-D09245E8DD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3" name="直線コネクタ 112242">
                      <a:extLst>
                        <a:ext uri="{FF2B5EF4-FFF2-40B4-BE49-F238E27FC236}">
                          <a16:creationId xmlns:a16="http://schemas.microsoft.com/office/drawing/2014/main" id="{5E9F4775-0D43-46E6-AACF-04ACF31D0F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4" name="直線コネクタ 112243">
                      <a:extLst>
                        <a:ext uri="{FF2B5EF4-FFF2-40B4-BE49-F238E27FC236}">
                          <a16:creationId xmlns:a16="http://schemas.microsoft.com/office/drawing/2014/main" id="{2C6D7A29-FACF-42DC-B318-E0307FDF1F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5" name="直線コネクタ 112244">
                      <a:extLst>
                        <a:ext uri="{FF2B5EF4-FFF2-40B4-BE49-F238E27FC236}">
                          <a16:creationId xmlns:a16="http://schemas.microsoft.com/office/drawing/2014/main" id="{A0DE9A5B-E9DB-4F2D-8F32-39C5E0CAE4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6" name="直線コネクタ 112245">
                      <a:extLst>
                        <a:ext uri="{FF2B5EF4-FFF2-40B4-BE49-F238E27FC236}">
                          <a16:creationId xmlns:a16="http://schemas.microsoft.com/office/drawing/2014/main" id="{86B6C280-D308-4839-A6C4-14624CEEF7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7" name="直線コネクタ 112246">
                      <a:extLst>
                        <a:ext uri="{FF2B5EF4-FFF2-40B4-BE49-F238E27FC236}">
                          <a16:creationId xmlns:a16="http://schemas.microsoft.com/office/drawing/2014/main" id="{6149D162-CB18-4177-84C5-F0A50B45BBF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8" name="直線コネクタ 112247">
                      <a:extLst>
                        <a:ext uri="{FF2B5EF4-FFF2-40B4-BE49-F238E27FC236}">
                          <a16:creationId xmlns:a16="http://schemas.microsoft.com/office/drawing/2014/main" id="{70B49AA3-5D62-44AE-BB6F-772DE56FD44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49" name="直線コネクタ 112248">
                      <a:extLst>
                        <a:ext uri="{FF2B5EF4-FFF2-40B4-BE49-F238E27FC236}">
                          <a16:creationId xmlns:a16="http://schemas.microsoft.com/office/drawing/2014/main" id="{A7B9257C-FB2C-4779-8411-5896F795B7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0" name="直線コネクタ 112249">
                      <a:extLst>
                        <a:ext uri="{FF2B5EF4-FFF2-40B4-BE49-F238E27FC236}">
                          <a16:creationId xmlns:a16="http://schemas.microsoft.com/office/drawing/2014/main" id="{113B587A-EE19-42A1-9741-C4A27D7D63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1" name="直線コネクタ 112250">
                      <a:extLst>
                        <a:ext uri="{FF2B5EF4-FFF2-40B4-BE49-F238E27FC236}">
                          <a16:creationId xmlns:a16="http://schemas.microsoft.com/office/drawing/2014/main" id="{FD4E6245-105B-46DE-9D53-3EA5AA4E34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2" name="直線コネクタ 112251">
                      <a:extLst>
                        <a:ext uri="{FF2B5EF4-FFF2-40B4-BE49-F238E27FC236}">
                          <a16:creationId xmlns:a16="http://schemas.microsoft.com/office/drawing/2014/main" id="{532B772F-323D-4EA7-A40E-CD772104CB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3" name="直線コネクタ 112252">
                      <a:extLst>
                        <a:ext uri="{FF2B5EF4-FFF2-40B4-BE49-F238E27FC236}">
                          <a16:creationId xmlns:a16="http://schemas.microsoft.com/office/drawing/2014/main" id="{7D704122-1564-4C07-9945-77B43416FE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4" name="直線コネクタ 112253">
                      <a:extLst>
                        <a:ext uri="{FF2B5EF4-FFF2-40B4-BE49-F238E27FC236}">
                          <a16:creationId xmlns:a16="http://schemas.microsoft.com/office/drawing/2014/main" id="{D41614D6-01DE-4B3C-96F7-E016FF1B15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5" name="直線コネクタ 112254">
                      <a:extLst>
                        <a:ext uri="{FF2B5EF4-FFF2-40B4-BE49-F238E27FC236}">
                          <a16:creationId xmlns:a16="http://schemas.microsoft.com/office/drawing/2014/main" id="{D792AAC7-F551-43B2-B706-5668FE6230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256" name="直線コネクタ 112255">
                      <a:extLst>
                        <a:ext uri="{FF2B5EF4-FFF2-40B4-BE49-F238E27FC236}">
                          <a16:creationId xmlns:a16="http://schemas.microsoft.com/office/drawing/2014/main" id="{69844DF0-4027-45B6-AF5E-A97804835E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3" name="グループ化 111632">
                    <a:extLst>
                      <a:ext uri="{FF2B5EF4-FFF2-40B4-BE49-F238E27FC236}">
                        <a16:creationId xmlns:a16="http://schemas.microsoft.com/office/drawing/2014/main" id="{6A220C38-6E46-4627-8112-04AFF7AEC0C6}"/>
                      </a:ext>
                    </a:extLst>
                  </p:cNvPr>
                  <p:cNvGrpSpPr/>
                  <p:nvPr/>
                </p:nvGrpSpPr>
                <p:grpSpPr>
                  <a:xfrm rot="8100000">
                    <a:off x="4447763" y="630559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12134" name="直線コネクタ 112133">
                      <a:extLst>
                        <a:ext uri="{FF2B5EF4-FFF2-40B4-BE49-F238E27FC236}">
                          <a16:creationId xmlns:a16="http://schemas.microsoft.com/office/drawing/2014/main" id="{5A621A75-BD1B-4CC8-86A6-7BDEE1D4E1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5" name="直線コネクタ 112134">
                      <a:extLst>
                        <a:ext uri="{FF2B5EF4-FFF2-40B4-BE49-F238E27FC236}">
                          <a16:creationId xmlns:a16="http://schemas.microsoft.com/office/drawing/2014/main" id="{6E5406DF-C5E7-471A-8464-697BB66E9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6" name="直線コネクタ 112135">
                      <a:extLst>
                        <a:ext uri="{FF2B5EF4-FFF2-40B4-BE49-F238E27FC236}">
                          <a16:creationId xmlns:a16="http://schemas.microsoft.com/office/drawing/2014/main" id="{708435CC-32E6-467F-940C-E408374E30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7" name="直線コネクタ 112136">
                      <a:extLst>
                        <a:ext uri="{FF2B5EF4-FFF2-40B4-BE49-F238E27FC236}">
                          <a16:creationId xmlns:a16="http://schemas.microsoft.com/office/drawing/2014/main" id="{4CD43FB4-026A-429B-BF97-8682BD1CE6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8" name="直線コネクタ 112137">
                      <a:extLst>
                        <a:ext uri="{FF2B5EF4-FFF2-40B4-BE49-F238E27FC236}">
                          <a16:creationId xmlns:a16="http://schemas.microsoft.com/office/drawing/2014/main" id="{AE39D330-2CDC-403B-AFD3-BD46135E38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9" name="直線コネクタ 112138">
                      <a:extLst>
                        <a:ext uri="{FF2B5EF4-FFF2-40B4-BE49-F238E27FC236}">
                          <a16:creationId xmlns:a16="http://schemas.microsoft.com/office/drawing/2014/main" id="{AC324B6F-1366-4D8B-B418-8838FE367F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0" name="直線コネクタ 112139">
                      <a:extLst>
                        <a:ext uri="{FF2B5EF4-FFF2-40B4-BE49-F238E27FC236}">
                          <a16:creationId xmlns:a16="http://schemas.microsoft.com/office/drawing/2014/main" id="{660EE74F-553C-469B-8218-21F076C152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1" name="直線コネクタ 112140">
                      <a:extLst>
                        <a:ext uri="{FF2B5EF4-FFF2-40B4-BE49-F238E27FC236}">
                          <a16:creationId xmlns:a16="http://schemas.microsoft.com/office/drawing/2014/main" id="{5CC7976C-101A-482D-BE47-AD240EFAEA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2" name="直線コネクタ 112141">
                      <a:extLst>
                        <a:ext uri="{FF2B5EF4-FFF2-40B4-BE49-F238E27FC236}">
                          <a16:creationId xmlns:a16="http://schemas.microsoft.com/office/drawing/2014/main" id="{F2209075-67FC-4C41-99B1-627B26D176C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3" name="直線コネクタ 112142">
                      <a:extLst>
                        <a:ext uri="{FF2B5EF4-FFF2-40B4-BE49-F238E27FC236}">
                          <a16:creationId xmlns:a16="http://schemas.microsoft.com/office/drawing/2014/main" id="{701F02E9-3E73-4540-A655-8CEA6AC7C5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4" name="直線コネクタ 112143">
                      <a:extLst>
                        <a:ext uri="{FF2B5EF4-FFF2-40B4-BE49-F238E27FC236}">
                          <a16:creationId xmlns:a16="http://schemas.microsoft.com/office/drawing/2014/main" id="{197A27AA-3746-4C7A-88A7-5627B1EA93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5" name="直線コネクタ 112144">
                      <a:extLst>
                        <a:ext uri="{FF2B5EF4-FFF2-40B4-BE49-F238E27FC236}">
                          <a16:creationId xmlns:a16="http://schemas.microsoft.com/office/drawing/2014/main" id="{8125535C-7408-497D-A423-0EE63D3596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6" name="直線コネクタ 112145">
                      <a:extLst>
                        <a:ext uri="{FF2B5EF4-FFF2-40B4-BE49-F238E27FC236}">
                          <a16:creationId xmlns:a16="http://schemas.microsoft.com/office/drawing/2014/main" id="{261B668A-DCF1-48BB-AB9A-B382063DF3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7" name="直線コネクタ 112146">
                      <a:extLst>
                        <a:ext uri="{FF2B5EF4-FFF2-40B4-BE49-F238E27FC236}">
                          <a16:creationId xmlns:a16="http://schemas.microsoft.com/office/drawing/2014/main" id="{388EC160-AFC2-46DC-9499-B9440339AC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8" name="直線コネクタ 112147">
                      <a:extLst>
                        <a:ext uri="{FF2B5EF4-FFF2-40B4-BE49-F238E27FC236}">
                          <a16:creationId xmlns:a16="http://schemas.microsoft.com/office/drawing/2014/main" id="{787300DD-A776-4D76-BFAD-BE69DB0DFEE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49" name="直線コネクタ 112148">
                      <a:extLst>
                        <a:ext uri="{FF2B5EF4-FFF2-40B4-BE49-F238E27FC236}">
                          <a16:creationId xmlns:a16="http://schemas.microsoft.com/office/drawing/2014/main" id="{53232D73-DB1B-4668-9AD4-18773BF318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0" name="直線コネクタ 112149">
                      <a:extLst>
                        <a:ext uri="{FF2B5EF4-FFF2-40B4-BE49-F238E27FC236}">
                          <a16:creationId xmlns:a16="http://schemas.microsoft.com/office/drawing/2014/main" id="{96F9F359-D9CB-4FDC-ADA1-00EC52A08E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1" name="直線コネクタ 112150">
                      <a:extLst>
                        <a:ext uri="{FF2B5EF4-FFF2-40B4-BE49-F238E27FC236}">
                          <a16:creationId xmlns:a16="http://schemas.microsoft.com/office/drawing/2014/main" id="{FB1F65BC-728A-4881-AA66-052C4D96B4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2" name="直線コネクタ 112151">
                      <a:extLst>
                        <a:ext uri="{FF2B5EF4-FFF2-40B4-BE49-F238E27FC236}">
                          <a16:creationId xmlns:a16="http://schemas.microsoft.com/office/drawing/2014/main" id="{5AC51C8E-2061-4A90-9F18-8707A71017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3" name="直線コネクタ 112152">
                      <a:extLst>
                        <a:ext uri="{FF2B5EF4-FFF2-40B4-BE49-F238E27FC236}">
                          <a16:creationId xmlns:a16="http://schemas.microsoft.com/office/drawing/2014/main" id="{938392E9-0091-4D5D-B406-FFC4C36531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4" name="直線コネクタ 112153">
                      <a:extLst>
                        <a:ext uri="{FF2B5EF4-FFF2-40B4-BE49-F238E27FC236}">
                          <a16:creationId xmlns:a16="http://schemas.microsoft.com/office/drawing/2014/main" id="{EFB7B7B6-AC6D-43A9-A1B3-F2F8CA1329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5" name="直線コネクタ 112154">
                      <a:extLst>
                        <a:ext uri="{FF2B5EF4-FFF2-40B4-BE49-F238E27FC236}">
                          <a16:creationId xmlns:a16="http://schemas.microsoft.com/office/drawing/2014/main" id="{E17E5D10-2BCF-45C9-99EA-2F036CBE3E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6" name="直線コネクタ 112155">
                      <a:extLst>
                        <a:ext uri="{FF2B5EF4-FFF2-40B4-BE49-F238E27FC236}">
                          <a16:creationId xmlns:a16="http://schemas.microsoft.com/office/drawing/2014/main" id="{FE3E0612-6E18-42AB-A647-83011D654E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7" name="直線コネクタ 112156">
                      <a:extLst>
                        <a:ext uri="{FF2B5EF4-FFF2-40B4-BE49-F238E27FC236}">
                          <a16:creationId xmlns:a16="http://schemas.microsoft.com/office/drawing/2014/main" id="{44B37022-35F0-4BC1-BA3E-89684A1934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8" name="直線コネクタ 112157">
                      <a:extLst>
                        <a:ext uri="{FF2B5EF4-FFF2-40B4-BE49-F238E27FC236}">
                          <a16:creationId xmlns:a16="http://schemas.microsoft.com/office/drawing/2014/main" id="{EB2999BD-CFA5-4548-BED4-4EF87B328A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59" name="直線コネクタ 112158">
                      <a:extLst>
                        <a:ext uri="{FF2B5EF4-FFF2-40B4-BE49-F238E27FC236}">
                          <a16:creationId xmlns:a16="http://schemas.microsoft.com/office/drawing/2014/main" id="{D83F51AC-3CBA-4E30-902B-C6E79DBC3C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0" name="直線コネクタ 112159">
                      <a:extLst>
                        <a:ext uri="{FF2B5EF4-FFF2-40B4-BE49-F238E27FC236}">
                          <a16:creationId xmlns:a16="http://schemas.microsoft.com/office/drawing/2014/main" id="{57F9AB86-C74F-4D30-8714-3904EC3EF1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1" name="直線コネクタ 112160">
                      <a:extLst>
                        <a:ext uri="{FF2B5EF4-FFF2-40B4-BE49-F238E27FC236}">
                          <a16:creationId xmlns:a16="http://schemas.microsoft.com/office/drawing/2014/main" id="{7D6CD03F-2FBC-4572-8C2A-39635A2F1E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2" name="直線コネクタ 112161">
                      <a:extLst>
                        <a:ext uri="{FF2B5EF4-FFF2-40B4-BE49-F238E27FC236}">
                          <a16:creationId xmlns:a16="http://schemas.microsoft.com/office/drawing/2014/main" id="{004C76C9-D4EE-42A7-9709-0A378B310E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3" name="直線コネクタ 112162">
                      <a:extLst>
                        <a:ext uri="{FF2B5EF4-FFF2-40B4-BE49-F238E27FC236}">
                          <a16:creationId xmlns:a16="http://schemas.microsoft.com/office/drawing/2014/main" id="{63D65A58-A007-4B10-8536-7B97D385C6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4" name="直線コネクタ 112163">
                      <a:extLst>
                        <a:ext uri="{FF2B5EF4-FFF2-40B4-BE49-F238E27FC236}">
                          <a16:creationId xmlns:a16="http://schemas.microsoft.com/office/drawing/2014/main" id="{C35E446D-2F36-4567-9141-45A9FA49A2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5" name="直線コネクタ 112164">
                      <a:extLst>
                        <a:ext uri="{FF2B5EF4-FFF2-40B4-BE49-F238E27FC236}">
                          <a16:creationId xmlns:a16="http://schemas.microsoft.com/office/drawing/2014/main" id="{C8385C64-F794-4F97-8E3B-5A37DED28C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6" name="直線コネクタ 112165">
                      <a:extLst>
                        <a:ext uri="{FF2B5EF4-FFF2-40B4-BE49-F238E27FC236}">
                          <a16:creationId xmlns:a16="http://schemas.microsoft.com/office/drawing/2014/main" id="{0F425481-B9FE-4B7F-A2A0-B73A933192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7" name="直線コネクタ 112166">
                      <a:extLst>
                        <a:ext uri="{FF2B5EF4-FFF2-40B4-BE49-F238E27FC236}">
                          <a16:creationId xmlns:a16="http://schemas.microsoft.com/office/drawing/2014/main" id="{7F40967A-7E8C-49EE-AF85-37A5CD4DAF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8" name="直線コネクタ 112167">
                      <a:extLst>
                        <a:ext uri="{FF2B5EF4-FFF2-40B4-BE49-F238E27FC236}">
                          <a16:creationId xmlns:a16="http://schemas.microsoft.com/office/drawing/2014/main" id="{772E321B-E8A9-46CA-9914-031CF4883F9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69" name="直線コネクタ 112168">
                      <a:extLst>
                        <a:ext uri="{FF2B5EF4-FFF2-40B4-BE49-F238E27FC236}">
                          <a16:creationId xmlns:a16="http://schemas.microsoft.com/office/drawing/2014/main" id="{60422DD9-B54B-4C2A-B039-5B95C84DE2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0" name="直線コネクタ 112169">
                      <a:extLst>
                        <a:ext uri="{FF2B5EF4-FFF2-40B4-BE49-F238E27FC236}">
                          <a16:creationId xmlns:a16="http://schemas.microsoft.com/office/drawing/2014/main" id="{00655E4C-0250-4A36-A0EA-2D99458099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1" name="直線コネクタ 112170">
                      <a:extLst>
                        <a:ext uri="{FF2B5EF4-FFF2-40B4-BE49-F238E27FC236}">
                          <a16:creationId xmlns:a16="http://schemas.microsoft.com/office/drawing/2014/main" id="{D77AED05-436C-4C27-8F9F-F06AADD471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2" name="直線コネクタ 112171">
                      <a:extLst>
                        <a:ext uri="{FF2B5EF4-FFF2-40B4-BE49-F238E27FC236}">
                          <a16:creationId xmlns:a16="http://schemas.microsoft.com/office/drawing/2014/main" id="{B45B33C2-B433-4E96-A8A9-CB061721EF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3" name="直線コネクタ 112172">
                      <a:extLst>
                        <a:ext uri="{FF2B5EF4-FFF2-40B4-BE49-F238E27FC236}">
                          <a16:creationId xmlns:a16="http://schemas.microsoft.com/office/drawing/2014/main" id="{F5F3D994-6338-48B4-A369-001BCA54EE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4" name="直線コネクタ 112173">
                      <a:extLst>
                        <a:ext uri="{FF2B5EF4-FFF2-40B4-BE49-F238E27FC236}">
                          <a16:creationId xmlns:a16="http://schemas.microsoft.com/office/drawing/2014/main" id="{21A75F84-8FEB-49C2-AA3B-B6FA30983B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5" name="直線コネクタ 112174">
                      <a:extLst>
                        <a:ext uri="{FF2B5EF4-FFF2-40B4-BE49-F238E27FC236}">
                          <a16:creationId xmlns:a16="http://schemas.microsoft.com/office/drawing/2014/main" id="{9CC8B1D3-2611-456B-91BD-775A7E7B7E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6" name="直線コネクタ 112175">
                      <a:extLst>
                        <a:ext uri="{FF2B5EF4-FFF2-40B4-BE49-F238E27FC236}">
                          <a16:creationId xmlns:a16="http://schemas.microsoft.com/office/drawing/2014/main" id="{E8032CF9-C136-498C-8D42-0A9D9A6CFA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7" name="直線コネクタ 112176">
                      <a:extLst>
                        <a:ext uri="{FF2B5EF4-FFF2-40B4-BE49-F238E27FC236}">
                          <a16:creationId xmlns:a16="http://schemas.microsoft.com/office/drawing/2014/main" id="{E2DA2E55-3CEB-4CD4-BB5E-06C9CD3ABC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8" name="直線コネクタ 112177">
                      <a:extLst>
                        <a:ext uri="{FF2B5EF4-FFF2-40B4-BE49-F238E27FC236}">
                          <a16:creationId xmlns:a16="http://schemas.microsoft.com/office/drawing/2014/main" id="{421CAF8A-2CBE-4FAE-8D36-014371370E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79" name="直線コネクタ 112178">
                      <a:extLst>
                        <a:ext uri="{FF2B5EF4-FFF2-40B4-BE49-F238E27FC236}">
                          <a16:creationId xmlns:a16="http://schemas.microsoft.com/office/drawing/2014/main" id="{697C2ACE-A105-493A-9536-3282D7346B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0" name="直線コネクタ 112179">
                      <a:extLst>
                        <a:ext uri="{FF2B5EF4-FFF2-40B4-BE49-F238E27FC236}">
                          <a16:creationId xmlns:a16="http://schemas.microsoft.com/office/drawing/2014/main" id="{26B072FD-8DEE-4D0E-9646-B1E7794BF1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1" name="直線コネクタ 112180">
                      <a:extLst>
                        <a:ext uri="{FF2B5EF4-FFF2-40B4-BE49-F238E27FC236}">
                          <a16:creationId xmlns:a16="http://schemas.microsoft.com/office/drawing/2014/main" id="{8CAAE087-5C14-42AD-A9F1-1BFC25A27F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2" name="直線コネクタ 112181">
                      <a:extLst>
                        <a:ext uri="{FF2B5EF4-FFF2-40B4-BE49-F238E27FC236}">
                          <a16:creationId xmlns:a16="http://schemas.microsoft.com/office/drawing/2014/main" id="{7FAD3079-7E41-42B5-AAAC-79ED35EAB9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3" name="直線コネクタ 112182">
                      <a:extLst>
                        <a:ext uri="{FF2B5EF4-FFF2-40B4-BE49-F238E27FC236}">
                          <a16:creationId xmlns:a16="http://schemas.microsoft.com/office/drawing/2014/main" id="{C92E3C37-6C43-4AA6-898C-B45D8E7BA8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4" name="直線コネクタ 112183">
                      <a:extLst>
                        <a:ext uri="{FF2B5EF4-FFF2-40B4-BE49-F238E27FC236}">
                          <a16:creationId xmlns:a16="http://schemas.microsoft.com/office/drawing/2014/main" id="{60396601-D567-412D-A671-03E5BB83A4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5" name="直線コネクタ 112184">
                      <a:extLst>
                        <a:ext uri="{FF2B5EF4-FFF2-40B4-BE49-F238E27FC236}">
                          <a16:creationId xmlns:a16="http://schemas.microsoft.com/office/drawing/2014/main" id="{D19289A2-D908-4936-81EB-74CF8C86F4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6" name="直線コネクタ 112185">
                      <a:extLst>
                        <a:ext uri="{FF2B5EF4-FFF2-40B4-BE49-F238E27FC236}">
                          <a16:creationId xmlns:a16="http://schemas.microsoft.com/office/drawing/2014/main" id="{5746DDCF-E40F-4751-96C6-29404B52CD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7" name="直線コネクタ 112186">
                      <a:extLst>
                        <a:ext uri="{FF2B5EF4-FFF2-40B4-BE49-F238E27FC236}">
                          <a16:creationId xmlns:a16="http://schemas.microsoft.com/office/drawing/2014/main" id="{F9AC4011-5893-4635-A255-217F342662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8" name="直線コネクタ 112187">
                      <a:extLst>
                        <a:ext uri="{FF2B5EF4-FFF2-40B4-BE49-F238E27FC236}">
                          <a16:creationId xmlns:a16="http://schemas.microsoft.com/office/drawing/2014/main" id="{D3D83D85-CC2D-4CA2-8995-C67CAF9361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89" name="直線コネクタ 112188">
                      <a:extLst>
                        <a:ext uri="{FF2B5EF4-FFF2-40B4-BE49-F238E27FC236}">
                          <a16:creationId xmlns:a16="http://schemas.microsoft.com/office/drawing/2014/main" id="{AE869C80-E75B-46DD-B0E5-FA552EC70C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0" name="直線コネクタ 112189">
                      <a:extLst>
                        <a:ext uri="{FF2B5EF4-FFF2-40B4-BE49-F238E27FC236}">
                          <a16:creationId xmlns:a16="http://schemas.microsoft.com/office/drawing/2014/main" id="{881D5F42-33B2-4C28-A14B-AF2AC714D3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1" name="直線コネクタ 112190">
                      <a:extLst>
                        <a:ext uri="{FF2B5EF4-FFF2-40B4-BE49-F238E27FC236}">
                          <a16:creationId xmlns:a16="http://schemas.microsoft.com/office/drawing/2014/main" id="{2D6DBB76-7D1F-4026-94A8-2AB593C402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2" name="直線コネクタ 112191">
                      <a:extLst>
                        <a:ext uri="{FF2B5EF4-FFF2-40B4-BE49-F238E27FC236}">
                          <a16:creationId xmlns:a16="http://schemas.microsoft.com/office/drawing/2014/main" id="{FC36F225-35F0-4578-862D-DA3187F365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93" name="直線コネクタ 112192">
                      <a:extLst>
                        <a:ext uri="{FF2B5EF4-FFF2-40B4-BE49-F238E27FC236}">
                          <a16:creationId xmlns:a16="http://schemas.microsoft.com/office/drawing/2014/main" id="{E971E642-7A17-43F5-A2F4-CA9757437C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4" name="グループ化 111633">
                    <a:extLst>
                      <a:ext uri="{FF2B5EF4-FFF2-40B4-BE49-F238E27FC236}">
                        <a16:creationId xmlns:a16="http://schemas.microsoft.com/office/drawing/2014/main" id="{8B69590C-E8DC-4F18-9FBF-169AE657DEBB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919281" y="3565444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12071" name="直線コネクタ 112070">
                      <a:extLst>
                        <a:ext uri="{FF2B5EF4-FFF2-40B4-BE49-F238E27FC236}">
                          <a16:creationId xmlns:a16="http://schemas.microsoft.com/office/drawing/2014/main" id="{FC8862AB-4D17-456C-A9E2-EDBB62F771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2" name="直線コネクタ 112071">
                      <a:extLst>
                        <a:ext uri="{FF2B5EF4-FFF2-40B4-BE49-F238E27FC236}">
                          <a16:creationId xmlns:a16="http://schemas.microsoft.com/office/drawing/2014/main" id="{3CABC234-BADA-4415-9D9F-858E4B1B46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3" name="直線コネクタ 112072">
                      <a:extLst>
                        <a:ext uri="{FF2B5EF4-FFF2-40B4-BE49-F238E27FC236}">
                          <a16:creationId xmlns:a16="http://schemas.microsoft.com/office/drawing/2014/main" id="{921D15C0-21A0-41EF-BF91-9D984B3E2B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4" name="直線コネクタ 112073">
                      <a:extLst>
                        <a:ext uri="{FF2B5EF4-FFF2-40B4-BE49-F238E27FC236}">
                          <a16:creationId xmlns:a16="http://schemas.microsoft.com/office/drawing/2014/main" id="{9BA38FE7-84CB-4819-BF4C-D285F5C8CD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5" name="直線コネクタ 112074">
                      <a:extLst>
                        <a:ext uri="{FF2B5EF4-FFF2-40B4-BE49-F238E27FC236}">
                          <a16:creationId xmlns:a16="http://schemas.microsoft.com/office/drawing/2014/main" id="{E9427F6C-3212-4023-A387-1710778B31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6" name="直線コネクタ 112075">
                      <a:extLst>
                        <a:ext uri="{FF2B5EF4-FFF2-40B4-BE49-F238E27FC236}">
                          <a16:creationId xmlns:a16="http://schemas.microsoft.com/office/drawing/2014/main" id="{E040AA3C-D057-4A42-B313-6A629D8812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7" name="直線コネクタ 112076">
                      <a:extLst>
                        <a:ext uri="{FF2B5EF4-FFF2-40B4-BE49-F238E27FC236}">
                          <a16:creationId xmlns:a16="http://schemas.microsoft.com/office/drawing/2014/main" id="{F23C0EFC-3128-4F11-9635-D3EAAA0BB7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8" name="直線コネクタ 112077">
                      <a:extLst>
                        <a:ext uri="{FF2B5EF4-FFF2-40B4-BE49-F238E27FC236}">
                          <a16:creationId xmlns:a16="http://schemas.microsoft.com/office/drawing/2014/main" id="{352F2F0B-2A98-45D5-96ED-7B95542BC2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9" name="直線コネクタ 112078">
                      <a:extLst>
                        <a:ext uri="{FF2B5EF4-FFF2-40B4-BE49-F238E27FC236}">
                          <a16:creationId xmlns:a16="http://schemas.microsoft.com/office/drawing/2014/main" id="{FD38F52D-B38B-4630-B8F0-01695E76EF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0" name="直線コネクタ 112079">
                      <a:extLst>
                        <a:ext uri="{FF2B5EF4-FFF2-40B4-BE49-F238E27FC236}">
                          <a16:creationId xmlns:a16="http://schemas.microsoft.com/office/drawing/2014/main" id="{917858F9-04EC-46CA-8F4F-B9D4BC7197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1" name="直線コネクタ 112080">
                      <a:extLst>
                        <a:ext uri="{FF2B5EF4-FFF2-40B4-BE49-F238E27FC236}">
                          <a16:creationId xmlns:a16="http://schemas.microsoft.com/office/drawing/2014/main" id="{6FB9BD2A-6816-44E0-9775-542C19FE16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2" name="直線コネクタ 112081">
                      <a:extLst>
                        <a:ext uri="{FF2B5EF4-FFF2-40B4-BE49-F238E27FC236}">
                          <a16:creationId xmlns:a16="http://schemas.microsoft.com/office/drawing/2014/main" id="{74558BB6-7B68-4A39-B3F6-5A08792DCE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3" name="直線コネクタ 112082">
                      <a:extLst>
                        <a:ext uri="{FF2B5EF4-FFF2-40B4-BE49-F238E27FC236}">
                          <a16:creationId xmlns:a16="http://schemas.microsoft.com/office/drawing/2014/main" id="{CD43FB0D-7169-4E7E-8DE2-A632C29F9D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4" name="直線コネクタ 112083">
                      <a:extLst>
                        <a:ext uri="{FF2B5EF4-FFF2-40B4-BE49-F238E27FC236}">
                          <a16:creationId xmlns:a16="http://schemas.microsoft.com/office/drawing/2014/main" id="{88589595-B6F0-47F4-B502-2256389475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5" name="直線コネクタ 112084">
                      <a:extLst>
                        <a:ext uri="{FF2B5EF4-FFF2-40B4-BE49-F238E27FC236}">
                          <a16:creationId xmlns:a16="http://schemas.microsoft.com/office/drawing/2014/main" id="{B99804CE-17EC-4FA0-9C7C-D52AA72DDE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6" name="直線コネクタ 112085">
                      <a:extLst>
                        <a:ext uri="{FF2B5EF4-FFF2-40B4-BE49-F238E27FC236}">
                          <a16:creationId xmlns:a16="http://schemas.microsoft.com/office/drawing/2014/main" id="{31F2DAB3-75CB-4CB2-8207-BCE5C9FF84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7" name="直線コネクタ 112086">
                      <a:extLst>
                        <a:ext uri="{FF2B5EF4-FFF2-40B4-BE49-F238E27FC236}">
                          <a16:creationId xmlns:a16="http://schemas.microsoft.com/office/drawing/2014/main" id="{26676854-8CB9-46ED-86D9-466F331D18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8" name="直線コネクタ 112087">
                      <a:extLst>
                        <a:ext uri="{FF2B5EF4-FFF2-40B4-BE49-F238E27FC236}">
                          <a16:creationId xmlns:a16="http://schemas.microsoft.com/office/drawing/2014/main" id="{E8892547-5A4F-4D73-9CE3-91B2B6D65E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89" name="直線コネクタ 112088">
                      <a:extLst>
                        <a:ext uri="{FF2B5EF4-FFF2-40B4-BE49-F238E27FC236}">
                          <a16:creationId xmlns:a16="http://schemas.microsoft.com/office/drawing/2014/main" id="{2568A160-800C-4337-AAD4-7696576C88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0" name="直線コネクタ 112089">
                      <a:extLst>
                        <a:ext uri="{FF2B5EF4-FFF2-40B4-BE49-F238E27FC236}">
                          <a16:creationId xmlns:a16="http://schemas.microsoft.com/office/drawing/2014/main" id="{A315F2A5-3E4F-46DD-B30C-FCACFF3010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1" name="直線コネクタ 112090">
                      <a:extLst>
                        <a:ext uri="{FF2B5EF4-FFF2-40B4-BE49-F238E27FC236}">
                          <a16:creationId xmlns:a16="http://schemas.microsoft.com/office/drawing/2014/main" id="{733066CF-C5D0-4438-8A69-CCECA77BAB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2" name="直線コネクタ 112091">
                      <a:extLst>
                        <a:ext uri="{FF2B5EF4-FFF2-40B4-BE49-F238E27FC236}">
                          <a16:creationId xmlns:a16="http://schemas.microsoft.com/office/drawing/2014/main" id="{1D8FBF1E-D472-4CD2-BF51-E052AB4289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3" name="直線コネクタ 112092">
                      <a:extLst>
                        <a:ext uri="{FF2B5EF4-FFF2-40B4-BE49-F238E27FC236}">
                          <a16:creationId xmlns:a16="http://schemas.microsoft.com/office/drawing/2014/main" id="{CF51D307-C653-4025-987A-8129324485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4" name="直線コネクタ 112093">
                      <a:extLst>
                        <a:ext uri="{FF2B5EF4-FFF2-40B4-BE49-F238E27FC236}">
                          <a16:creationId xmlns:a16="http://schemas.microsoft.com/office/drawing/2014/main" id="{F1C0F400-F153-4E64-8154-7250609CD2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5" name="直線コネクタ 112094">
                      <a:extLst>
                        <a:ext uri="{FF2B5EF4-FFF2-40B4-BE49-F238E27FC236}">
                          <a16:creationId xmlns:a16="http://schemas.microsoft.com/office/drawing/2014/main" id="{5945A33F-80E1-4DB6-85BF-BF376DAFE1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6" name="直線コネクタ 112095">
                      <a:extLst>
                        <a:ext uri="{FF2B5EF4-FFF2-40B4-BE49-F238E27FC236}">
                          <a16:creationId xmlns:a16="http://schemas.microsoft.com/office/drawing/2014/main" id="{66C3CD00-B0C2-43D2-999B-F91BB8FE93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7" name="直線コネクタ 112096">
                      <a:extLst>
                        <a:ext uri="{FF2B5EF4-FFF2-40B4-BE49-F238E27FC236}">
                          <a16:creationId xmlns:a16="http://schemas.microsoft.com/office/drawing/2014/main" id="{B0204A31-AFCD-4008-B040-665509AC30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8" name="直線コネクタ 112097">
                      <a:extLst>
                        <a:ext uri="{FF2B5EF4-FFF2-40B4-BE49-F238E27FC236}">
                          <a16:creationId xmlns:a16="http://schemas.microsoft.com/office/drawing/2014/main" id="{45BBE86B-E8BD-45FD-A7B7-2C9D613FD4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99" name="直線コネクタ 112098">
                      <a:extLst>
                        <a:ext uri="{FF2B5EF4-FFF2-40B4-BE49-F238E27FC236}">
                          <a16:creationId xmlns:a16="http://schemas.microsoft.com/office/drawing/2014/main" id="{8DA9D67B-2A13-4282-8F07-8570DE3B94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0" name="直線コネクタ 112099">
                      <a:extLst>
                        <a:ext uri="{FF2B5EF4-FFF2-40B4-BE49-F238E27FC236}">
                          <a16:creationId xmlns:a16="http://schemas.microsoft.com/office/drawing/2014/main" id="{2981E82C-F7A0-446D-9E4E-D6A5D7B917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1" name="直線コネクタ 112100">
                      <a:extLst>
                        <a:ext uri="{FF2B5EF4-FFF2-40B4-BE49-F238E27FC236}">
                          <a16:creationId xmlns:a16="http://schemas.microsoft.com/office/drawing/2014/main" id="{0C088DF4-5F20-47C9-973A-EFE8344802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2" name="直線コネクタ 112101">
                      <a:extLst>
                        <a:ext uri="{FF2B5EF4-FFF2-40B4-BE49-F238E27FC236}">
                          <a16:creationId xmlns:a16="http://schemas.microsoft.com/office/drawing/2014/main" id="{0F9C8071-79A8-4460-A96D-2BE205B93F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3" name="直線コネクタ 112102">
                      <a:extLst>
                        <a:ext uri="{FF2B5EF4-FFF2-40B4-BE49-F238E27FC236}">
                          <a16:creationId xmlns:a16="http://schemas.microsoft.com/office/drawing/2014/main" id="{FEFF2C21-D9D5-416F-87DA-A3E0F418F0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4" name="直線コネクタ 112103">
                      <a:extLst>
                        <a:ext uri="{FF2B5EF4-FFF2-40B4-BE49-F238E27FC236}">
                          <a16:creationId xmlns:a16="http://schemas.microsoft.com/office/drawing/2014/main" id="{936378D9-453B-4A43-BB79-CDD9E4BE05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5" name="直線コネクタ 112104">
                      <a:extLst>
                        <a:ext uri="{FF2B5EF4-FFF2-40B4-BE49-F238E27FC236}">
                          <a16:creationId xmlns:a16="http://schemas.microsoft.com/office/drawing/2014/main" id="{B5D67CD7-E991-41CF-84AE-C109B7F008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6" name="直線コネクタ 112105">
                      <a:extLst>
                        <a:ext uri="{FF2B5EF4-FFF2-40B4-BE49-F238E27FC236}">
                          <a16:creationId xmlns:a16="http://schemas.microsoft.com/office/drawing/2014/main" id="{89547CEC-797C-475B-8F9C-46111B2EBF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7" name="直線コネクタ 112106">
                      <a:extLst>
                        <a:ext uri="{FF2B5EF4-FFF2-40B4-BE49-F238E27FC236}">
                          <a16:creationId xmlns:a16="http://schemas.microsoft.com/office/drawing/2014/main" id="{990F5A5F-3F24-48FC-A6B9-EAC2794726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8" name="直線コネクタ 112107">
                      <a:extLst>
                        <a:ext uri="{FF2B5EF4-FFF2-40B4-BE49-F238E27FC236}">
                          <a16:creationId xmlns:a16="http://schemas.microsoft.com/office/drawing/2014/main" id="{52F8D14A-D17F-480B-8FCE-4907CD289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09" name="直線コネクタ 112108">
                      <a:extLst>
                        <a:ext uri="{FF2B5EF4-FFF2-40B4-BE49-F238E27FC236}">
                          <a16:creationId xmlns:a16="http://schemas.microsoft.com/office/drawing/2014/main" id="{6EB70ACD-052E-478F-A36E-13FE0F4566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0" name="直線コネクタ 112109">
                      <a:extLst>
                        <a:ext uri="{FF2B5EF4-FFF2-40B4-BE49-F238E27FC236}">
                          <a16:creationId xmlns:a16="http://schemas.microsoft.com/office/drawing/2014/main" id="{25EE181E-94D6-4828-B506-F50CF42987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1" name="直線コネクタ 112110">
                      <a:extLst>
                        <a:ext uri="{FF2B5EF4-FFF2-40B4-BE49-F238E27FC236}">
                          <a16:creationId xmlns:a16="http://schemas.microsoft.com/office/drawing/2014/main" id="{BF0D52E3-26B4-46B4-B230-49B4BE6759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2" name="直線コネクタ 112111">
                      <a:extLst>
                        <a:ext uri="{FF2B5EF4-FFF2-40B4-BE49-F238E27FC236}">
                          <a16:creationId xmlns:a16="http://schemas.microsoft.com/office/drawing/2014/main" id="{88188CEF-C834-4ED4-A018-F40E4D2C39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3" name="直線コネクタ 112112">
                      <a:extLst>
                        <a:ext uri="{FF2B5EF4-FFF2-40B4-BE49-F238E27FC236}">
                          <a16:creationId xmlns:a16="http://schemas.microsoft.com/office/drawing/2014/main" id="{5EC5E038-C8CF-470D-9B7D-0F17DEE0F3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4" name="直線コネクタ 112113">
                      <a:extLst>
                        <a:ext uri="{FF2B5EF4-FFF2-40B4-BE49-F238E27FC236}">
                          <a16:creationId xmlns:a16="http://schemas.microsoft.com/office/drawing/2014/main" id="{A80F6E1C-9255-4A3A-8639-2DF6C80820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5" name="直線コネクタ 112114">
                      <a:extLst>
                        <a:ext uri="{FF2B5EF4-FFF2-40B4-BE49-F238E27FC236}">
                          <a16:creationId xmlns:a16="http://schemas.microsoft.com/office/drawing/2014/main" id="{86740E3B-DBA3-4421-AC5D-22B0F8E2A0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6" name="直線コネクタ 112115">
                      <a:extLst>
                        <a:ext uri="{FF2B5EF4-FFF2-40B4-BE49-F238E27FC236}">
                          <a16:creationId xmlns:a16="http://schemas.microsoft.com/office/drawing/2014/main" id="{70ECD483-F924-45FD-B500-195AA02EBD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7" name="直線コネクタ 112116">
                      <a:extLst>
                        <a:ext uri="{FF2B5EF4-FFF2-40B4-BE49-F238E27FC236}">
                          <a16:creationId xmlns:a16="http://schemas.microsoft.com/office/drawing/2014/main" id="{E2A0D800-E128-40A8-A003-9F429F8BC8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8" name="直線コネクタ 112117">
                      <a:extLst>
                        <a:ext uri="{FF2B5EF4-FFF2-40B4-BE49-F238E27FC236}">
                          <a16:creationId xmlns:a16="http://schemas.microsoft.com/office/drawing/2014/main" id="{A7AD5481-DC66-46E2-BA3D-3EECA740ED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19" name="直線コネクタ 112118">
                      <a:extLst>
                        <a:ext uri="{FF2B5EF4-FFF2-40B4-BE49-F238E27FC236}">
                          <a16:creationId xmlns:a16="http://schemas.microsoft.com/office/drawing/2014/main" id="{FF312517-3311-4656-A808-A52EF09DD8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0" name="直線コネクタ 112119">
                      <a:extLst>
                        <a:ext uri="{FF2B5EF4-FFF2-40B4-BE49-F238E27FC236}">
                          <a16:creationId xmlns:a16="http://schemas.microsoft.com/office/drawing/2014/main" id="{2C28246A-8EA4-438A-8E99-9200C5FCF6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1" name="直線コネクタ 112120">
                      <a:extLst>
                        <a:ext uri="{FF2B5EF4-FFF2-40B4-BE49-F238E27FC236}">
                          <a16:creationId xmlns:a16="http://schemas.microsoft.com/office/drawing/2014/main" id="{1BEF28BD-D11E-41C7-9E83-7DB9967A25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2" name="直線コネクタ 112121">
                      <a:extLst>
                        <a:ext uri="{FF2B5EF4-FFF2-40B4-BE49-F238E27FC236}">
                          <a16:creationId xmlns:a16="http://schemas.microsoft.com/office/drawing/2014/main" id="{74ACC475-B144-4C97-BEEC-6AF60FED0B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3" name="直線コネクタ 112122">
                      <a:extLst>
                        <a:ext uri="{FF2B5EF4-FFF2-40B4-BE49-F238E27FC236}">
                          <a16:creationId xmlns:a16="http://schemas.microsoft.com/office/drawing/2014/main" id="{3D863117-80C4-4689-BCF0-8B4968B3C9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4" name="直線コネクタ 112123">
                      <a:extLst>
                        <a:ext uri="{FF2B5EF4-FFF2-40B4-BE49-F238E27FC236}">
                          <a16:creationId xmlns:a16="http://schemas.microsoft.com/office/drawing/2014/main" id="{099C9A1D-C3DA-4F70-970E-BD20F3AB06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5" name="直線コネクタ 112124">
                      <a:extLst>
                        <a:ext uri="{FF2B5EF4-FFF2-40B4-BE49-F238E27FC236}">
                          <a16:creationId xmlns:a16="http://schemas.microsoft.com/office/drawing/2014/main" id="{6F64026B-A64E-4E0A-A899-078B96B73F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6" name="直線コネクタ 112125">
                      <a:extLst>
                        <a:ext uri="{FF2B5EF4-FFF2-40B4-BE49-F238E27FC236}">
                          <a16:creationId xmlns:a16="http://schemas.microsoft.com/office/drawing/2014/main" id="{595147E3-BC6F-40DA-B0DC-EC6C938AB7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7" name="直線コネクタ 112126">
                      <a:extLst>
                        <a:ext uri="{FF2B5EF4-FFF2-40B4-BE49-F238E27FC236}">
                          <a16:creationId xmlns:a16="http://schemas.microsoft.com/office/drawing/2014/main" id="{38CB1ABD-F907-4536-8E3B-A62FEB6040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8" name="直線コネクタ 112127">
                      <a:extLst>
                        <a:ext uri="{FF2B5EF4-FFF2-40B4-BE49-F238E27FC236}">
                          <a16:creationId xmlns:a16="http://schemas.microsoft.com/office/drawing/2014/main" id="{CAA2E004-C70E-454B-835D-DD87624EE3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29" name="直線コネクタ 112128">
                      <a:extLst>
                        <a:ext uri="{FF2B5EF4-FFF2-40B4-BE49-F238E27FC236}">
                          <a16:creationId xmlns:a16="http://schemas.microsoft.com/office/drawing/2014/main" id="{1EC79F1B-A0B2-4A63-8059-AFB93E41FF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0" name="直線コネクタ 112129">
                      <a:extLst>
                        <a:ext uri="{FF2B5EF4-FFF2-40B4-BE49-F238E27FC236}">
                          <a16:creationId xmlns:a16="http://schemas.microsoft.com/office/drawing/2014/main" id="{F2636432-3432-49BE-9FB9-61F1B7221D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1" name="直線コネクタ 112130">
                      <a:extLst>
                        <a:ext uri="{FF2B5EF4-FFF2-40B4-BE49-F238E27FC236}">
                          <a16:creationId xmlns:a16="http://schemas.microsoft.com/office/drawing/2014/main" id="{5AD92CBD-88A2-41E4-A5BB-20E65CE8AB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2" name="直線コネクタ 112131">
                      <a:extLst>
                        <a:ext uri="{FF2B5EF4-FFF2-40B4-BE49-F238E27FC236}">
                          <a16:creationId xmlns:a16="http://schemas.microsoft.com/office/drawing/2014/main" id="{F4785015-9069-4F9F-8C46-90DB017117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133" name="直線コネクタ 112132">
                      <a:extLst>
                        <a:ext uri="{FF2B5EF4-FFF2-40B4-BE49-F238E27FC236}">
                          <a16:creationId xmlns:a16="http://schemas.microsoft.com/office/drawing/2014/main" id="{38228832-694E-4D62-8170-3C5E283FC6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5" name="グループ化 111634">
                    <a:extLst>
                      <a:ext uri="{FF2B5EF4-FFF2-40B4-BE49-F238E27FC236}">
                        <a16:creationId xmlns:a16="http://schemas.microsoft.com/office/drawing/2014/main" id="{362F290F-7A56-4B03-9B14-54D15500B322}"/>
                      </a:ext>
                    </a:extLst>
                  </p:cNvPr>
                  <p:cNvGrpSpPr/>
                  <p:nvPr/>
                </p:nvGrpSpPr>
                <p:grpSpPr>
                  <a:xfrm rot="16200000">
                    <a:off x="4233060" y="364962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12011" name="直線コネクタ 112010">
                      <a:extLst>
                        <a:ext uri="{FF2B5EF4-FFF2-40B4-BE49-F238E27FC236}">
                          <a16:creationId xmlns:a16="http://schemas.microsoft.com/office/drawing/2014/main" id="{6603893A-ADF7-4A48-9051-6261997174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2" name="直線コネクタ 112011">
                      <a:extLst>
                        <a:ext uri="{FF2B5EF4-FFF2-40B4-BE49-F238E27FC236}">
                          <a16:creationId xmlns:a16="http://schemas.microsoft.com/office/drawing/2014/main" id="{5462D124-EDFD-447A-B727-1418E1649C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3" name="直線コネクタ 112012">
                      <a:extLst>
                        <a:ext uri="{FF2B5EF4-FFF2-40B4-BE49-F238E27FC236}">
                          <a16:creationId xmlns:a16="http://schemas.microsoft.com/office/drawing/2014/main" id="{F0C1FDD6-7319-4160-95D9-C01F2034D7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4" name="直線コネクタ 112013">
                      <a:extLst>
                        <a:ext uri="{FF2B5EF4-FFF2-40B4-BE49-F238E27FC236}">
                          <a16:creationId xmlns:a16="http://schemas.microsoft.com/office/drawing/2014/main" id="{E74C20DE-2A4D-421C-9474-DB14185CB6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5" name="直線コネクタ 112014">
                      <a:extLst>
                        <a:ext uri="{FF2B5EF4-FFF2-40B4-BE49-F238E27FC236}">
                          <a16:creationId xmlns:a16="http://schemas.microsoft.com/office/drawing/2014/main" id="{DC890533-D28D-4461-BE1C-C340916916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6" name="直線コネクタ 112015">
                      <a:extLst>
                        <a:ext uri="{FF2B5EF4-FFF2-40B4-BE49-F238E27FC236}">
                          <a16:creationId xmlns:a16="http://schemas.microsoft.com/office/drawing/2014/main" id="{D1C71119-DD8E-4E50-9DE4-EC7B2AA04B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7" name="直線コネクタ 112016">
                      <a:extLst>
                        <a:ext uri="{FF2B5EF4-FFF2-40B4-BE49-F238E27FC236}">
                          <a16:creationId xmlns:a16="http://schemas.microsoft.com/office/drawing/2014/main" id="{64448FBD-DD0A-4BD6-A1D8-E9C197B4D9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8" name="直線コネクタ 112017">
                      <a:extLst>
                        <a:ext uri="{FF2B5EF4-FFF2-40B4-BE49-F238E27FC236}">
                          <a16:creationId xmlns:a16="http://schemas.microsoft.com/office/drawing/2014/main" id="{717E3459-9099-4EB7-94E6-A56F1DC779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9" name="直線コネクタ 112018">
                      <a:extLst>
                        <a:ext uri="{FF2B5EF4-FFF2-40B4-BE49-F238E27FC236}">
                          <a16:creationId xmlns:a16="http://schemas.microsoft.com/office/drawing/2014/main" id="{474B56BC-6372-44A3-A5B1-E807593F7E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0" name="直線コネクタ 112019">
                      <a:extLst>
                        <a:ext uri="{FF2B5EF4-FFF2-40B4-BE49-F238E27FC236}">
                          <a16:creationId xmlns:a16="http://schemas.microsoft.com/office/drawing/2014/main" id="{A56E1EAD-0316-4A4C-84A0-6AD596F5D4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1" name="直線コネクタ 112020">
                      <a:extLst>
                        <a:ext uri="{FF2B5EF4-FFF2-40B4-BE49-F238E27FC236}">
                          <a16:creationId xmlns:a16="http://schemas.microsoft.com/office/drawing/2014/main" id="{E2CFC4A9-E0D1-40CC-AB4C-FD38F47A07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2" name="直線コネクタ 112021">
                      <a:extLst>
                        <a:ext uri="{FF2B5EF4-FFF2-40B4-BE49-F238E27FC236}">
                          <a16:creationId xmlns:a16="http://schemas.microsoft.com/office/drawing/2014/main" id="{7C59E551-AC1D-46A1-8077-3418F206E5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3" name="直線コネクタ 112022">
                      <a:extLst>
                        <a:ext uri="{FF2B5EF4-FFF2-40B4-BE49-F238E27FC236}">
                          <a16:creationId xmlns:a16="http://schemas.microsoft.com/office/drawing/2014/main" id="{1DAA9832-2BBA-4776-9914-3F9815E480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4" name="直線コネクタ 112023">
                      <a:extLst>
                        <a:ext uri="{FF2B5EF4-FFF2-40B4-BE49-F238E27FC236}">
                          <a16:creationId xmlns:a16="http://schemas.microsoft.com/office/drawing/2014/main" id="{5E856DA3-4FB0-45A4-8DCD-D6E7905233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5" name="直線コネクタ 112024">
                      <a:extLst>
                        <a:ext uri="{FF2B5EF4-FFF2-40B4-BE49-F238E27FC236}">
                          <a16:creationId xmlns:a16="http://schemas.microsoft.com/office/drawing/2014/main" id="{CE4B6FA0-6A81-40A0-A489-5C581FD2D5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6" name="直線コネクタ 112025">
                      <a:extLst>
                        <a:ext uri="{FF2B5EF4-FFF2-40B4-BE49-F238E27FC236}">
                          <a16:creationId xmlns:a16="http://schemas.microsoft.com/office/drawing/2014/main" id="{391AF3BE-857A-4609-B55E-8FF83D0D7A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7" name="直線コネクタ 112026">
                      <a:extLst>
                        <a:ext uri="{FF2B5EF4-FFF2-40B4-BE49-F238E27FC236}">
                          <a16:creationId xmlns:a16="http://schemas.microsoft.com/office/drawing/2014/main" id="{8829D2EB-7181-4C46-B1F8-49687A5CF5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8" name="直線コネクタ 112027">
                      <a:extLst>
                        <a:ext uri="{FF2B5EF4-FFF2-40B4-BE49-F238E27FC236}">
                          <a16:creationId xmlns:a16="http://schemas.microsoft.com/office/drawing/2014/main" id="{5DEF9D42-93E0-4AFF-8302-9D92B9C81F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29" name="直線コネクタ 112028">
                      <a:extLst>
                        <a:ext uri="{FF2B5EF4-FFF2-40B4-BE49-F238E27FC236}">
                          <a16:creationId xmlns:a16="http://schemas.microsoft.com/office/drawing/2014/main" id="{7DAF1D94-150E-4123-B957-595448A033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0" name="直線コネクタ 112029">
                      <a:extLst>
                        <a:ext uri="{FF2B5EF4-FFF2-40B4-BE49-F238E27FC236}">
                          <a16:creationId xmlns:a16="http://schemas.microsoft.com/office/drawing/2014/main" id="{62E4BEF5-191B-4B7C-A829-B5F4693B70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1" name="直線コネクタ 112030">
                      <a:extLst>
                        <a:ext uri="{FF2B5EF4-FFF2-40B4-BE49-F238E27FC236}">
                          <a16:creationId xmlns:a16="http://schemas.microsoft.com/office/drawing/2014/main" id="{2F4E1740-8E2C-427A-A471-8192D53C6A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2" name="直線コネクタ 112031">
                      <a:extLst>
                        <a:ext uri="{FF2B5EF4-FFF2-40B4-BE49-F238E27FC236}">
                          <a16:creationId xmlns:a16="http://schemas.microsoft.com/office/drawing/2014/main" id="{9D7AF424-C126-4E4C-AE1B-1DD86930DD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3" name="直線コネクタ 112032">
                      <a:extLst>
                        <a:ext uri="{FF2B5EF4-FFF2-40B4-BE49-F238E27FC236}">
                          <a16:creationId xmlns:a16="http://schemas.microsoft.com/office/drawing/2014/main" id="{E47B32A2-C357-4BC0-869F-91DC201616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4" name="直線コネクタ 112033">
                      <a:extLst>
                        <a:ext uri="{FF2B5EF4-FFF2-40B4-BE49-F238E27FC236}">
                          <a16:creationId xmlns:a16="http://schemas.microsoft.com/office/drawing/2014/main" id="{39F053B2-ED5D-4663-A19C-AC848FD933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5" name="直線コネクタ 112034">
                      <a:extLst>
                        <a:ext uri="{FF2B5EF4-FFF2-40B4-BE49-F238E27FC236}">
                          <a16:creationId xmlns:a16="http://schemas.microsoft.com/office/drawing/2014/main" id="{92BAA7BD-049D-44E8-85D7-D4A59A26DF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6" name="直線コネクタ 112035">
                      <a:extLst>
                        <a:ext uri="{FF2B5EF4-FFF2-40B4-BE49-F238E27FC236}">
                          <a16:creationId xmlns:a16="http://schemas.microsoft.com/office/drawing/2014/main" id="{8425F0F2-FB89-4F2A-A104-B81D55100A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7" name="直線コネクタ 112036">
                      <a:extLst>
                        <a:ext uri="{FF2B5EF4-FFF2-40B4-BE49-F238E27FC236}">
                          <a16:creationId xmlns:a16="http://schemas.microsoft.com/office/drawing/2014/main" id="{F4CFFB16-DF7C-4DD9-B14B-94EDF51739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8" name="直線コネクタ 112037">
                      <a:extLst>
                        <a:ext uri="{FF2B5EF4-FFF2-40B4-BE49-F238E27FC236}">
                          <a16:creationId xmlns:a16="http://schemas.microsoft.com/office/drawing/2014/main" id="{863798FD-21A0-401C-BD64-E11C558AA0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39" name="直線コネクタ 112038">
                      <a:extLst>
                        <a:ext uri="{FF2B5EF4-FFF2-40B4-BE49-F238E27FC236}">
                          <a16:creationId xmlns:a16="http://schemas.microsoft.com/office/drawing/2014/main" id="{C1C79E5D-BA4F-4A2B-9D27-8AD906A06B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0" name="直線コネクタ 112039">
                      <a:extLst>
                        <a:ext uri="{FF2B5EF4-FFF2-40B4-BE49-F238E27FC236}">
                          <a16:creationId xmlns:a16="http://schemas.microsoft.com/office/drawing/2014/main" id="{693C8D33-E258-4173-8953-24AD562B11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1" name="直線コネクタ 112040">
                      <a:extLst>
                        <a:ext uri="{FF2B5EF4-FFF2-40B4-BE49-F238E27FC236}">
                          <a16:creationId xmlns:a16="http://schemas.microsoft.com/office/drawing/2014/main" id="{3FCEAD87-D7A4-4793-85CE-D357E74BF3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2" name="直線コネクタ 112041">
                      <a:extLst>
                        <a:ext uri="{FF2B5EF4-FFF2-40B4-BE49-F238E27FC236}">
                          <a16:creationId xmlns:a16="http://schemas.microsoft.com/office/drawing/2014/main" id="{0079C03E-D5FD-4A00-92D3-774B697B50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3" name="直線コネクタ 112042">
                      <a:extLst>
                        <a:ext uri="{FF2B5EF4-FFF2-40B4-BE49-F238E27FC236}">
                          <a16:creationId xmlns:a16="http://schemas.microsoft.com/office/drawing/2014/main" id="{8A34AF63-10D9-4326-B06F-443B9AD822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4" name="直線コネクタ 112043">
                      <a:extLst>
                        <a:ext uri="{FF2B5EF4-FFF2-40B4-BE49-F238E27FC236}">
                          <a16:creationId xmlns:a16="http://schemas.microsoft.com/office/drawing/2014/main" id="{E3257C58-B488-4FE9-B786-6EA52B72E4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5" name="直線コネクタ 112044">
                      <a:extLst>
                        <a:ext uri="{FF2B5EF4-FFF2-40B4-BE49-F238E27FC236}">
                          <a16:creationId xmlns:a16="http://schemas.microsoft.com/office/drawing/2014/main" id="{F1A92301-2E5B-4291-B15E-8A9DAB7EB2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6" name="直線コネクタ 112045">
                      <a:extLst>
                        <a:ext uri="{FF2B5EF4-FFF2-40B4-BE49-F238E27FC236}">
                          <a16:creationId xmlns:a16="http://schemas.microsoft.com/office/drawing/2014/main" id="{04C9A450-2780-412B-8380-CA3794567A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7" name="直線コネクタ 112046">
                      <a:extLst>
                        <a:ext uri="{FF2B5EF4-FFF2-40B4-BE49-F238E27FC236}">
                          <a16:creationId xmlns:a16="http://schemas.microsoft.com/office/drawing/2014/main" id="{9F604DED-5C60-41B8-9381-3457C7C3B8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8" name="直線コネクタ 112047">
                      <a:extLst>
                        <a:ext uri="{FF2B5EF4-FFF2-40B4-BE49-F238E27FC236}">
                          <a16:creationId xmlns:a16="http://schemas.microsoft.com/office/drawing/2014/main" id="{72A8C77F-D9EB-469C-82EE-BBA528D59E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49" name="直線コネクタ 112048">
                      <a:extLst>
                        <a:ext uri="{FF2B5EF4-FFF2-40B4-BE49-F238E27FC236}">
                          <a16:creationId xmlns:a16="http://schemas.microsoft.com/office/drawing/2014/main" id="{973DABAE-399C-46FA-8888-9E3E2A1C4A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0" name="直線コネクタ 112049">
                      <a:extLst>
                        <a:ext uri="{FF2B5EF4-FFF2-40B4-BE49-F238E27FC236}">
                          <a16:creationId xmlns:a16="http://schemas.microsoft.com/office/drawing/2014/main" id="{53DEA482-A26D-4FF6-BAA0-733737DC6D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1" name="直線コネクタ 112050">
                      <a:extLst>
                        <a:ext uri="{FF2B5EF4-FFF2-40B4-BE49-F238E27FC236}">
                          <a16:creationId xmlns:a16="http://schemas.microsoft.com/office/drawing/2014/main" id="{41C9DB81-DF48-47F3-9DD0-69E5573D61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2" name="直線コネクタ 112051">
                      <a:extLst>
                        <a:ext uri="{FF2B5EF4-FFF2-40B4-BE49-F238E27FC236}">
                          <a16:creationId xmlns:a16="http://schemas.microsoft.com/office/drawing/2014/main" id="{AE0FBA43-31FA-41B9-86C5-6CB9D9D682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3" name="直線コネクタ 112052">
                      <a:extLst>
                        <a:ext uri="{FF2B5EF4-FFF2-40B4-BE49-F238E27FC236}">
                          <a16:creationId xmlns:a16="http://schemas.microsoft.com/office/drawing/2014/main" id="{4CD5ADF4-827C-4845-8B49-0B499669CE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4" name="直線コネクタ 112053">
                      <a:extLst>
                        <a:ext uri="{FF2B5EF4-FFF2-40B4-BE49-F238E27FC236}">
                          <a16:creationId xmlns:a16="http://schemas.microsoft.com/office/drawing/2014/main" id="{FC2F9352-B835-4177-BDEC-BFA21953BF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5" name="直線コネクタ 112054">
                      <a:extLst>
                        <a:ext uri="{FF2B5EF4-FFF2-40B4-BE49-F238E27FC236}">
                          <a16:creationId xmlns:a16="http://schemas.microsoft.com/office/drawing/2014/main" id="{863BAB9D-A074-45A0-943A-9CC8A3F500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6" name="直線コネクタ 112055">
                      <a:extLst>
                        <a:ext uri="{FF2B5EF4-FFF2-40B4-BE49-F238E27FC236}">
                          <a16:creationId xmlns:a16="http://schemas.microsoft.com/office/drawing/2014/main" id="{41B67231-49CD-4E78-AD45-0B15E734CB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7" name="直線コネクタ 112056">
                      <a:extLst>
                        <a:ext uri="{FF2B5EF4-FFF2-40B4-BE49-F238E27FC236}">
                          <a16:creationId xmlns:a16="http://schemas.microsoft.com/office/drawing/2014/main" id="{7DFA1A2A-749B-4C36-8AD4-C7DCD8F390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8" name="直線コネクタ 112057">
                      <a:extLst>
                        <a:ext uri="{FF2B5EF4-FFF2-40B4-BE49-F238E27FC236}">
                          <a16:creationId xmlns:a16="http://schemas.microsoft.com/office/drawing/2014/main" id="{286423BD-9267-44A8-9339-56DDF9DF51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59" name="直線コネクタ 112058">
                      <a:extLst>
                        <a:ext uri="{FF2B5EF4-FFF2-40B4-BE49-F238E27FC236}">
                          <a16:creationId xmlns:a16="http://schemas.microsoft.com/office/drawing/2014/main" id="{D3D9FC77-C4C9-45C4-B773-57260B5FBE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0" name="直線コネクタ 112059">
                      <a:extLst>
                        <a:ext uri="{FF2B5EF4-FFF2-40B4-BE49-F238E27FC236}">
                          <a16:creationId xmlns:a16="http://schemas.microsoft.com/office/drawing/2014/main" id="{D8F6387D-B912-498C-A39F-E08B6D8527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1" name="直線コネクタ 112060">
                      <a:extLst>
                        <a:ext uri="{FF2B5EF4-FFF2-40B4-BE49-F238E27FC236}">
                          <a16:creationId xmlns:a16="http://schemas.microsoft.com/office/drawing/2014/main" id="{88FD371F-60FA-4DFC-8E78-EBB1B80A2E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2" name="直線コネクタ 112061">
                      <a:extLst>
                        <a:ext uri="{FF2B5EF4-FFF2-40B4-BE49-F238E27FC236}">
                          <a16:creationId xmlns:a16="http://schemas.microsoft.com/office/drawing/2014/main" id="{26BD458A-1E2A-4661-9D5F-CE6CF40742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3" name="直線コネクタ 112062">
                      <a:extLst>
                        <a:ext uri="{FF2B5EF4-FFF2-40B4-BE49-F238E27FC236}">
                          <a16:creationId xmlns:a16="http://schemas.microsoft.com/office/drawing/2014/main" id="{BF47D3FA-DE4B-42DD-8728-2CA737BDF6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4" name="直線コネクタ 112063">
                      <a:extLst>
                        <a:ext uri="{FF2B5EF4-FFF2-40B4-BE49-F238E27FC236}">
                          <a16:creationId xmlns:a16="http://schemas.microsoft.com/office/drawing/2014/main" id="{3BFFFBDB-FF62-4E50-B9CC-47C25304A9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5" name="直線コネクタ 112064">
                      <a:extLst>
                        <a:ext uri="{FF2B5EF4-FFF2-40B4-BE49-F238E27FC236}">
                          <a16:creationId xmlns:a16="http://schemas.microsoft.com/office/drawing/2014/main" id="{B3D7893C-0340-4CFF-A863-7DF80258DE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6" name="直線コネクタ 112065">
                      <a:extLst>
                        <a:ext uri="{FF2B5EF4-FFF2-40B4-BE49-F238E27FC236}">
                          <a16:creationId xmlns:a16="http://schemas.microsoft.com/office/drawing/2014/main" id="{EE17CD2F-5F77-413C-98A5-F8776481F6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7" name="直線コネクタ 112066">
                      <a:extLst>
                        <a:ext uri="{FF2B5EF4-FFF2-40B4-BE49-F238E27FC236}">
                          <a16:creationId xmlns:a16="http://schemas.microsoft.com/office/drawing/2014/main" id="{4016C4A7-AFA8-47F6-B8F5-9FEE44A2CCC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8" name="直線コネクタ 112067">
                      <a:extLst>
                        <a:ext uri="{FF2B5EF4-FFF2-40B4-BE49-F238E27FC236}">
                          <a16:creationId xmlns:a16="http://schemas.microsoft.com/office/drawing/2014/main" id="{F9EAD9A7-8B0A-4888-8253-CC6B460A97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69" name="直線コネクタ 112068">
                      <a:extLst>
                        <a:ext uri="{FF2B5EF4-FFF2-40B4-BE49-F238E27FC236}">
                          <a16:creationId xmlns:a16="http://schemas.microsoft.com/office/drawing/2014/main" id="{ED62641D-BD16-493A-A229-7E53B4AEB9F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70" name="直線コネクタ 112069">
                      <a:extLst>
                        <a:ext uri="{FF2B5EF4-FFF2-40B4-BE49-F238E27FC236}">
                          <a16:creationId xmlns:a16="http://schemas.microsoft.com/office/drawing/2014/main" id="{E4F7D419-ABB2-447E-A597-3662FC6B15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6" name="グループ化 111635">
                    <a:extLst>
                      <a:ext uri="{FF2B5EF4-FFF2-40B4-BE49-F238E27FC236}">
                        <a16:creationId xmlns:a16="http://schemas.microsoft.com/office/drawing/2014/main" id="{E4F69883-32FF-45BE-9B62-32BBA75A4BC6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852321" y="3951922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11948" name="直線コネクタ 111947">
                      <a:extLst>
                        <a:ext uri="{FF2B5EF4-FFF2-40B4-BE49-F238E27FC236}">
                          <a16:creationId xmlns:a16="http://schemas.microsoft.com/office/drawing/2014/main" id="{7429B9F6-9E79-4EAB-B98B-A778D95233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9" name="直線コネクタ 111948">
                      <a:extLst>
                        <a:ext uri="{FF2B5EF4-FFF2-40B4-BE49-F238E27FC236}">
                          <a16:creationId xmlns:a16="http://schemas.microsoft.com/office/drawing/2014/main" id="{B9AD0A13-4548-4787-8630-A3164F8406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0" name="直線コネクタ 111949">
                      <a:extLst>
                        <a:ext uri="{FF2B5EF4-FFF2-40B4-BE49-F238E27FC236}">
                          <a16:creationId xmlns:a16="http://schemas.microsoft.com/office/drawing/2014/main" id="{43CAD292-FB6F-4375-9FF2-5AB27334D1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1" name="直線コネクタ 111950">
                      <a:extLst>
                        <a:ext uri="{FF2B5EF4-FFF2-40B4-BE49-F238E27FC236}">
                          <a16:creationId xmlns:a16="http://schemas.microsoft.com/office/drawing/2014/main" id="{BC9F5BEB-539A-4D4B-96CC-242C36A419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2" name="直線コネクタ 111951">
                      <a:extLst>
                        <a:ext uri="{FF2B5EF4-FFF2-40B4-BE49-F238E27FC236}">
                          <a16:creationId xmlns:a16="http://schemas.microsoft.com/office/drawing/2014/main" id="{17C68181-3396-4877-841E-E982F763E7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3" name="直線コネクタ 111952">
                      <a:extLst>
                        <a:ext uri="{FF2B5EF4-FFF2-40B4-BE49-F238E27FC236}">
                          <a16:creationId xmlns:a16="http://schemas.microsoft.com/office/drawing/2014/main" id="{CF1EE3A1-E454-45DA-BE90-A6B049A6EB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4" name="直線コネクタ 111953">
                      <a:extLst>
                        <a:ext uri="{FF2B5EF4-FFF2-40B4-BE49-F238E27FC236}">
                          <a16:creationId xmlns:a16="http://schemas.microsoft.com/office/drawing/2014/main" id="{FE7E349A-5075-4B2A-A587-5223ECA6D1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5" name="直線コネクタ 111954">
                      <a:extLst>
                        <a:ext uri="{FF2B5EF4-FFF2-40B4-BE49-F238E27FC236}">
                          <a16:creationId xmlns:a16="http://schemas.microsoft.com/office/drawing/2014/main" id="{A1B3D52D-0797-4BD6-B58B-F1986189DC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6" name="直線コネクタ 111955">
                      <a:extLst>
                        <a:ext uri="{FF2B5EF4-FFF2-40B4-BE49-F238E27FC236}">
                          <a16:creationId xmlns:a16="http://schemas.microsoft.com/office/drawing/2014/main" id="{60AA480E-49AA-48D4-B7E5-E888BE0F2D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7" name="直線コネクタ 111956">
                      <a:extLst>
                        <a:ext uri="{FF2B5EF4-FFF2-40B4-BE49-F238E27FC236}">
                          <a16:creationId xmlns:a16="http://schemas.microsoft.com/office/drawing/2014/main" id="{3F5E4F2B-1C1C-42AC-BE83-A1B6439DB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8" name="直線コネクタ 111957">
                      <a:extLst>
                        <a:ext uri="{FF2B5EF4-FFF2-40B4-BE49-F238E27FC236}">
                          <a16:creationId xmlns:a16="http://schemas.microsoft.com/office/drawing/2014/main" id="{C11D685D-39A5-4D6E-811D-A21F309DCF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59" name="直線コネクタ 111958">
                      <a:extLst>
                        <a:ext uri="{FF2B5EF4-FFF2-40B4-BE49-F238E27FC236}">
                          <a16:creationId xmlns:a16="http://schemas.microsoft.com/office/drawing/2014/main" id="{AC5093F0-0079-431E-904E-BC37E003AD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0" name="直線コネクタ 111959">
                      <a:extLst>
                        <a:ext uri="{FF2B5EF4-FFF2-40B4-BE49-F238E27FC236}">
                          <a16:creationId xmlns:a16="http://schemas.microsoft.com/office/drawing/2014/main" id="{3E7FA48A-9EA9-46C8-8D49-22785E47BD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1" name="直線コネクタ 111960">
                      <a:extLst>
                        <a:ext uri="{FF2B5EF4-FFF2-40B4-BE49-F238E27FC236}">
                          <a16:creationId xmlns:a16="http://schemas.microsoft.com/office/drawing/2014/main" id="{78E773AF-46C9-42FD-8E85-20E7727F39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2" name="直線コネクタ 111961">
                      <a:extLst>
                        <a:ext uri="{FF2B5EF4-FFF2-40B4-BE49-F238E27FC236}">
                          <a16:creationId xmlns:a16="http://schemas.microsoft.com/office/drawing/2014/main" id="{5BEBE1F4-E868-4A4A-9FE1-2F0508A770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3" name="直線コネクタ 111962">
                      <a:extLst>
                        <a:ext uri="{FF2B5EF4-FFF2-40B4-BE49-F238E27FC236}">
                          <a16:creationId xmlns:a16="http://schemas.microsoft.com/office/drawing/2014/main" id="{16160B05-5492-487A-A6BD-D2A0193DC8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4" name="直線コネクタ 111963">
                      <a:extLst>
                        <a:ext uri="{FF2B5EF4-FFF2-40B4-BE49-F238E27FC236}">
                          <a16:creationId xmlns:a16="http://schemas.microsoft.com/office/drawing/2014/main" id="{3DD51372-21F3-4B2E-BCF5-0C99A0C4BD6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5" name="直線コネクタ 111964">
                      <a:extLst>
                        <a:ext uri="{FF2B5EF4-FFF2-40B4-BE49-F238E27FC236}">
                          <a16:creationId xmlns:a16="http://schemas.microsoft.com/office/drawing/2014/main" id="{D0556071-F424-4C68-A14A-6C3B156C22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6" name="直線コネクタ 111965">
                      <a:extLst>
                        <a:ext uri="{FF2B5EF4-FFF2-40B4-BE49-F238E27FC236}">
                          <a16:creationId xmlns:a16="http://schemas.microsoft.com/office/drawing/2014/main" id="{A6B58770-1918-4356-A2E1-8522A634F3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7" name="直線コネクタ 111966">
                      <a:extLst>
                        <a:ext uri="{FF2B5EF4-FFF2-40B4-BE49-F238E27FC236}">
                          <a16:creationId xmlns:a16="http://schemas.microsoft.com/office/drawing/2014/main" id="{51397416-AE96-4150-9C2B-BF0B9A3933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8" name="直線コネクタ 111967">
                      <a:extLst>
                        <a:ext uri="{FF2B5EF4-FFF2-40B4-BE49-F238E27FC236}">
                          <a16:creationId xmlns:a16="http://schemas.microsoft.com/office/drawing/2014/main" id="{266BE997-B7F3-411A-83A6-E8AF51E5B6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69" name="直線コネクタ 111968">
                      <a:extLst>
                        <a:ext uri="{FF2B5EF4-FFF2-40B4-BE49-F238E27FC236}">
                          <a16:creationId xmlns:a16="http://schemas.microsoft.com/office/drawing/2014/main" id="{DF7051B2-5E2E-4F8F-9D72-13783FA224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0" name="直線コネクタ 111969">
                      <a:extLst>
                        <a:ext uri="{FF2B5EF4-FFF2-40B4-BE49-F238E27FC236}">
                          <a16:creationId xmlns:a16="http://schemas.microsoft.com/office/drawing/2014/main" id="{148463EE-E84B-452A-913D-059F291B82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1" name="直線コネクタ 111970">
                      <a:extLst>
                        <a:ext uri="{FF2B5EF4-FFF2-40B4-BE49-F238E27FC236}">
                          <a16:creationId xmlns:a16="http://schemas.microsoft.com/office/drawing/2014/main" id="{BC8F96AF-2059-4C2E-B399-3936C9ACC6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2" name="直線コネクタ 111971">
                      <a:extLst>
                        <a:ext uri="{FF2B5EF4-FFF2-40B4-BE49-F238E27FC236}">
                          <a16:creationId xmlns:a16="http://schemas.microsoft.com/office/drawing/2014/main" id="{778696EA-2683-4444-BCBA-1C035A6D4B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3" name="直線コネクタ 111972">
                      <a:extLst>
                        <a:ext uri="{FF2B5EF4-FFF2-40B4-BE49-F238E27FC236}">
                          <a16:creationId xmlns:a16="http://schemas.microsoft.com/office/drawing/2014/main" id="{571B124C-480F-4A20-8EBD-563BF20C45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4" name="直線コネクタ 111973">
                      <a:extLst>
                        <a:ext uri="{FF2B5EF4-FFF2-40B4-BE49-F238E27FC236}">
                          <a16:creationId xmlns:a16="http://schemas.microsoft.com/office/drawing/2014/main" id="{2B3936E6-7E6C-4FFF-8517-42DDDF6733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5" name="直線コネクタ 111974">
                      <a:extLst>
                        <a:ext uri="{FF2B5EF4-FFF2-40B4-BE49-F238E27FC236}">
                          <a16:creationId xmlns:a16="http://schemas.microsoft.com/office/drawing/2014/main" id="{F91FF92C-5B2F-496C-BDEB-5BEC2EFDFB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6" name="直線コネクタ 111975">
                      <a:extLst>
                        <a:ext uri="{FF2B5EF4-FFF2-40B4-BE49-F238E27FC236}">
                          <a16:creationId xmlns:a16="http://schemas.microsoft.com/office/drawing/2014/main" id="{3CC184A7-32CE-4C5A-A008-1FA33EE5B8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7" name="直線コネクタ 111976">
                      <a:extLst>
                        <a:ext uri="{FF2B5EF4-FFF2-40B4-BE49-F238E27FC236}">
                          <a16:creationId xmlns:a16="http://schemas.microsoft.com/office/drawing/2014/main" id="{3EFCABC0-D827-429B-81C8-366164B854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8" name="直線コネクタ 111977">
                      <a:extLst>
                        <a:ext uri="{FF2B5EF4-FFF2-40B4-BE49-F238E27FC236}">
                          <a16:creationId xmlns:a16="http://schemas.microsoft.com/office/drawing/2014/main" id="{E89D4C02-9B20-4B21-BC8C-BDDEB3185A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79" name="直線コネクタ 111978">
                      <a:extLst>
                        <a:ext uri="{FF2B5EF4-FFF2-40B4-BE49-F238E27FC236}">
                          <a16:creationId xmlns:a16="http://schemas.microsoft.com/office/drawing/2014/main" id="{F93F3BB8-D6E4-4282-835A-29A37A8848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0" name="直線コネクタ 111979">
                      <a:extLst>
                        <a:ext uri="{FF2B5EF4-FFF2-40B4-BE49-F238E27FC236}">
                          <a16:creationId xmlns:a16="http://schemas.microsoft.com/office/drawing/2014/main" id="{A9A15374-1D59-43A9-93BF-EE823B49EB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1" name="直線コネクタ 111980">
                      <a:extLst>
                        <a:ext uri="{FF2B5EF4-FFF2-40B4-BE49-F238E27FC236}">
                          <a16:creationId xmlns:a16="http://schemas.microsoft.com/office/drawing/2014/main" id="{0DD68525-02E3-4333-AE9D-1E4910ECC9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2" name="直線コネクタ 111981">
                      <a:extLst>
                        <a:ext uri="{FF2B5EF4-FFF2-40B4-BE49-F238E27FC236}">
                          <a16:creationId xmlns:a16="http://schemas.microsoft.com/office/drawing/2014/main" id="{D7CABBE0-5B1E-46B5-BE77-FF7769157D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3" name="直線コネクタ 111982">
                      <a:extLst>
                        <a:ext uri="{FF2B5EF4-FFF2-40B4-BE49-F238E27FC236}">
                          <a16:creationId xmlns:a16="http://schemas.microsoft.com/office/drawing/2014/main" id="{022E575E-28ED-455C-9F8C-3C5FF22850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4" name="直線コネクタ 111983">
                      <a:extLst>
                        <a:ext uri="{FF2B5EF4-FFF2-40B4-BE49-F238E27FC236}">
                          <a16:creationId xmlns:a16="http://schemas.microsoft.com/office/drawing/2014/main" id="{41B14605-B04C-483C-B223-477AB6A543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5" name="直線コネクタ 111984">
                      <a:extLst>
                        <a:ext uri="{FF2B5EF4-FFF2-40B4-BE49-F238E27FC236}">
                          <a16:creationId xmlns:a16="http://schemas.microsoft.com/office/drawing/2014/main" id="{AAA49099-4648-42BE-B9E3-B0FF598274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6" name="直線コネクタ 111985">
                      <a:extLst>
                        <a:ext uri="{FF2B5EF4-FFF2-40B4-BE49-F238E27FC236}">
                          <a16:creationId xmlns:a16="http://schemas.microsoft.com/office/drawing/2014/main" id="{7E87E4F4-1048-4505-9FD1-DEED05E220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7" name="直線コネクタ 111986">
                      <a:extLst>
                        <a:ext uri="{FF2B5EF4-FFF2-40B4-BE49-F238E27FC236}">
                          <a16:creationId xmlns:a16="http://schemas.microsoft.com/office/drawing/2014/main" id="{974C466A-5095-420A-84F2-8B74241668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8" name="直線コネクタ 111987">
                      <a:extLst>
                        <a:ext uri="{FF2B5EF4-FFF2-40B4-BE49-F238E27FC236}">
                          <a16:creationId xmlns:a16="http://schemas.microsoft.com/office/drawing/2014/main" id="{7A443E51-F5D2-4367-B84A-5A24CF5FBB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89" name="直線コネクタ 111988">
                      <a:extLst>
                        <a:ext uri="{FF2B5EF4-FFF2-40B4-BE49-F238E27FC236}">
                          <a16:creationId xmlns:a16="http://schemas.microsoft.com/office/drawing/2014/main" id="{FF05CF69-6048-4FF5-A93A-E74633F39B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0" name="直線コネクタ 111989">
                      <a:extLst>
                        <a:ext uri="{FF2B5EF4-FFF2-40B4-BE49-F238E27FC236}">
                          <a16:creationId xmlns:a16="http://schemas.microsoft.com/office/drawing/2014/main" id="{6DAB3289-1C7F-4C6F-8B5A-FB835185A5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1" name="直線コネクタ 111990">
                      <a:extLst>
                        <a:ext uri="{FF2B5EF4-FFF2-40B4-BE49-F238E27FC236}">
                          <a16:creationId xmlns:a16="http://schemas.microsoft.com/office/drawing/2014/main" id="{EF3B129A-B2B7-4329-8926-07BFD3912B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2" name="直線コネクタ 111991">
                      <a:extLst>
                        <a:ext uri="{FF2B5EF4-FFF2-40B4-BE49-F238E27FC236}">
                          <a16:creationId xmlns:a16="http://schemas.microsoft.com/office/drawing/2014/main" id="{CF0CAD3A-2018-4B70-8EB8-9DF93994AB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3" name="直線コネクタ 111992">
                      <a:extLst>
                        <a:ext uri="{FF2B5EF4-FFF2-40B4-BE49-F238E27FC236}">
                          <a16:creationId xmlns:a16="http://schemas.microsoft.com/office/drawing/2014/main" id="{37C35930-1D58-46B4-9A43-AB7757B7EB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4" name="直線コネクタ 111993">
                      <a:extLst>
                        <a:ext uri="{FF2B5EF4-FFF2-40B4-BE49-F238E27FC236}">
                          <a16:creationId xmlns:a16="http://schemas.microsoft.com/office/drawing/2014/main" id="{2EADBC2A-F598-4F67-BF38-D02E61296D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5" name="直線コネクタ 111994">
                      <a:extLst>
                        <a:ext uri="{FF2B5EF4-FFF2-40B4-BE49-F238E27FC236}">
                          <a16:creationId xmlns:a16="http://schemas.microsoft.com/office/drawing/2014/main" id="{8BE4CF01-AA72-4B82-9702-9D7CB14815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6" name="直線コネクタ 111995">
                      <a:extLst>
                        <a:ext uri="{FF2B5EF4-FFF2-40B4-BE49-F238E27FC236}">
                          <a16:creationId xmlns:a16="http://schemas.microsoft.com/office/drawing/2014/main" id="{FB152876-02EB-4898-8E4A-066970F1FB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7" name="直線コネクタ 111996">
                      <a:extLst>
                        <a:ext uri="{FF2B5EF4-FFF2-40B4-BE49-F238E27FC236}">
                          <a16:creationId xmlns:a16="http://schemas.microsoft.com/office/drawing/2014/main" id="{651C8CED-66E6-4CE4-AE66-57BF2D6BAF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8" name="直線コネクタ 111997">
                      <a:extLst>
                        <a:ext uri="{FF2B5EF4-FFF2-40B4-BE49-F238E27FC236}">
                          <a16:creationId xmlns:a16="http://schemas.microsoft.com/office/drawing/2014/main" id="{9B926352-D3E2-46C0-8605-4F8E2490FF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99" name="直線コネクタ 111998">
                      <a:extLst>
                        <a:ext uri="{FF2B5EF4-FFF2-40B4-BE49-F238E27FC236}">
                          <a16:creationId xmlns:a16="http://schemas.microsoft.com/office/drawing/2014/main" id="{5631AC3D-93BC-44D4-9E9D-65EFE96294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0" name="直線コネクタ 111999">
                      <a:extLst>
                        <a:ext uri="{FF2B5EF4-FFF2-40B4-BE49-F238E27FC236}">
                          <a16:creationId xmlns:a16="http://schemas.microsoft.com/office/drawing/2014/main" id="{37348803-01A0-4B58-862F-F047C97CF6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1" name="直線コネクタ 112000">
                      <a:extLst>
                        <a:ext uri="{FF2B5EF4-FFF2-40B4-BE49-F238E27FC236}">
                          <a16:creationId xmlns:a16="http://schemas.microsoft.com/office/drawing/2014/main" id="{52D2C3C2-BB30-4944-9821-08E2594B57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2" name="直線コネクタ 112001">
                      <a:extLst>
                        <a:ext uri="{FF2B5EF4-FFF2-40B4-BE49-F238E27FC236}">
                          <a16:creationId xmlns:a16="http://schemas.microsoft.com/office/drawing/2014/main" id="{6D9CE8EB-ECE4-4EA2-8FA5-AA3E21D077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3" name="直線コネクタ 112002">
                      <a:extLst>
                        <a:ext uri="{FF2B5EF4-FFF2-40B4-BE49-F238E27FC236}">
                          <a16:creationId xmlns:a16="http://schemas.microsoft.com/office/drawing/2014/main" id="{528340C4-2846-44DC-83BD-92C049B30E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4" name="直線コネクタ 112003">
                      <a:extLst>
                        <a:ext uri="{FF2B5EF4-FFF2-40B4-BE49-F238E27FC236}">
                          <a16:creationId xmlns:a16="http://schemas.microsoft.com/office/drawing/2014/main" id="{B9BF4E85-132D-4C9A-A4EF-E071B86F44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5" name="直線コネクタ 112004">
                      <a:extLst>
                        <a:ext uri="{FF2B5EF4-FFF2-40B4-BE49-F238E27FC236}">
                          <a16:creationId xmlns:a16="http://schemas.microsoft.com/office/drawing/2014/main" id="{59957BB9-7F39-4ACF-9C3E-0B615CE8A7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6" name="直線コネクタ 112005">
                      <a:extLst>
                        <a:ext uri="{FF2B5EF4-FFF2-40B4-BE49-F238E27FC236}">
                          <a16:creationId xmlns:a16="http://schemas.microsoft.com/office/drawing/2014/main" id="{6D598CF1-1DAF-4B78-B91D-391561B482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7" name="直線コネクタ 112006">
                      <a:extLst>
                        <a:ext uri="{FF2B5EF4-FFF2-40B4-BE49-F238E27FC236}">
                          <a16:creationId xmlns:a16="http://schemas.microsoft.com/office/drawing/2014/main" id="{D0D32F1F-B970-44A6-8031-FFF70FFDDF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8" name="直線コネクタ 112007">
                      <a:extLst>
                        <a:ext uri="{FF2B5EF4-FFF2-40B4-BE49-F238E27FC236}">
                          <a16:creationId xmlns:a16="http://schemas.microsoft.com/office/drawing/2014/main" id="{32B4054D-6E14-41C4-B1ED-DF3C7501AB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09" name="直線コネクタ 112008">
                      <a:extLst>
                        <a:ext uri="{FF2B5EF4-FFF2-40B4-BE49-F238E27FC236}">
                          <a16:creationId xmlns:a16="http://schemas.microsoft.com/office/drawing/2014/main" id="{D86AD703-CAB5-4F40-AB4D-F50E33E69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010" name="直線コネクタ 112009">
                      <a:extLst>
                        <a:ext uri="{FF2B5EF4-FFF2-40B4-BE49-F238E27FC236}">
                          <a16:creationId xmlns:a16="http://schemas.microsoft.com/office/drawing/2014/main" id="{FADFCD0A-6921-4AC6-AB83-1309469176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7" name="グループ化 111636">
                    <a:extLst>
                      <a:ext uri="{FF2B5EF4-FFF2-40B4-BE49-F238E27FC236}">
                        <a16:creationId xmlns:a16="http://schemas.microsoft.com/office/drawing/2014/main" id="{43606F1E-19D8-4795-802D-B1864F4E9DC5}"/>
                      </a:ext>
                    </a:extLst>
                  </p:cNvPr>
                  <p:cNvGrpSpPr/>
                  <p:nvPr/>
                </p:nvGrpSpPr>
                <p:grpSpPr>
                  <a:xfrm rot="18900000">
                    <a:off x="5333199" y="3560689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11888" name="直線コネクタ 111887">
                      <a:extLst>
                        <a:ext uri="{FF2B5EF4-FFF2-40B4-BE49-F238E27FC236}">
                          <a16:creationId xmlns:a16="http://schemas.microsoft.com/office/drawing/2014/main" id="{DD2B8173-B086-4041-998B-A35C679358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9" name="直線コネクタ 111888">
                      <a:extLst>
                        <a:ext uri="{FF2B5EF4-FFF2-40B4-BE49-F238E27FC236}">
                          <a16:creationId xmlns:a16="http://schemas.microsoft.com/office/drawing/2014/main" id="{0B55D5C8-8845-4FAF-891E-8818B847A1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0" name="直線コネクタ 111889">
                      <a:extLst>
                        <a:ext uri="{FF2B5EF4-FFF2-40B4-BE49-F238E27FC236}">
                          <a16:creationId xmlns:a16="http://schemas.microsoft.com/office/drawing/2014/main" id="{3B7F44E4-E315-4F5C-A2FF-31B031E406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1" name="直線コネクタ 111890">
                      <a:extLst>
                        <a:ext uri="{FF2B5EF4-FFF2-40B4-BE49-F238E27FC236}">
                          <a16:creationId xmlns:a16="http://schemas.microsoft.com/office/drawing/2014/main" id="{749656A4-AC91-4F75-A322-31CC998348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2" name="直線コネクタ 111891">
                      <a:extLst>
                        <a:ext uri="{FF2B5EF4-FFF2-40B4-BE49-F238E27FC236}">
                          <a16:creationId xmlns:a16="http://schemas.microsoft.com/office/drawing/2014/main" id="{A30E6FA6-89FE-46F4-9437-F0F478E16D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3" name="直線コネクタ 111892">
                      <a:extLst>
                        <a:ext uri="{FF2B5EF4-FFF2-40B4-BE49-F238E27FC236}">
                          <a16:creationId xmlns:a16="http://schemas.microsoft.com/office/drawing/2014/main" id="{BE6198BC-B0DD-4B7C-8BA9-CB2BF44899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4" name="直線コネクタ 111893">
                      <a:extLst>
                        <a:ext uri="{FF2B5EF4-FFF2-40B4-BE49-F238E27FC236}">
                          <a16:creationId xmlns:a16="http://schemas.microsoft.com/office/drawing/2014/main" id="{96397B96-E6BA-455B-9E72-18AFE286E6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5" name="直線コネクタ 111894">
                      <a:extLst>
                        <a:ext uri="{FF2B5EF4-FFF2-40B4-BE49-F238E27FC236}">
                          <a16:creationId xmlns:a16="http://schemas.microsoft.com/office/drawing/2014/main" id="{971CDE1C-F0DC-41DB-9FE0-D43FE0B259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6" name="直線コネクタ 111895">
                      <a:extLst>
                        <a:ext uri="{FF2B5EF4-FFF2-40B4-BE49-F238E27FC236}">
                          <a16:creationId xmlns:a16="http://schemas.microsoft.com/office/drawing/2014/main" id="{53F926FA-D33D-4A61-8B69-6B17D3E003B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7" name="直線コネクタ 111896">
                      <a:extLst>
                        <a:ext uri="{FF2B5EF4-FFF2-40B4-BE49-F238E27FC236}">
                          <a16:creationId xmlns:a16="http://schemas.microsoft.com/office/drawing/2014/main" id="{6CE5310C-82AF-4D3D-94A0-D638A8EECBA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8" name="直線コネクタ 111897">
                      <a:extLst>
                        <a:ext uri="{FF2B5EF4-FFF2-40B4-BE49-F238E27FC236}">
                          <a16:creationId xmlns:a16="http://schemas.microsoft.com/office/drawing/2014/main" id="{BFD6A81C-A44A-4AD2-93E5-9A3B697D6D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99" name="直線コネクタ 111898">
                      <a:extLst>
                        <a:ext uri="{FF2B5EF4-FFF2-40B4-BE49-F238E27FC236}">
                          <a16:creationId xmlns:a16="http://schemas.microsoft.com/office/drawing/2014/main" id="{BFEDA291-CB06-4949-B569-7977997B7C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0" name="直線コネクタ 111899">
                      <a:extLst>
                        <a:ext uri="{FF2B5EF4-FFF2-40B4-BE49-F238E27FC236}">
                          <a16:creationId xmlns:a16="http://schemas.microsoft.com/office/drawing/2014/main" id="{FC96B39C-7CDC-4FC9-902C-F7A6BA0E22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1" name="直線コネクタ 111900">
                      <a:extLst>
                        <a:ext uri="{FF2B5EF4-FFF2-40B4-BE49-F238E27FC236}">
                          <a16:creationId xmlns:a16="http://schemas.microsoft.com/office/drawing/2014/main" id="{C9469708-5AE4-4A17-9182-BC0C1C4491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2" name="直線コネクタ 111901">
                      <a:extLst>
                        <a:ext uri="{FF2B5EF4-FFF2-40B4-BE49-F238E27FC236}">
                          <a16:creationId xmlns:a16="http://schemas.microsoft.com/office/drawing/2014/main" id="{D38A0B20-FF8A-4C1D-B97D-D892C30625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3" name="直線コネクタ 111902">
                      <a:extLst>
                        <a:ext uri="{FF2B5EF4-FFF2-40B4-BE49-F238E27FC236}">
                          <a16:creationId xmlns:a16="http://schemas.microsoft.com/office/drawing/2014/main" id="{A81231BE-5164-41A1-A618-0DA12BDB1D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4" name="直線コネクタ 111903">
                      <a:extLst>
                        <a:ext uri="{FF2B5EF4-FFF2-40B4-BE49-F238E27FC236}">
                          <a16:creationId xmlns:a16="http://schemas.microsoft.com/office/drawing/2014/main" id="{4DAF8FD4-899A-4E27-B7A1-9A79A9D10B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5" name="直線コネクタ 111904">
                      <a:extLst>
                        <a:ext uri="{FF2B5EF4-FFF2-40B4-BE49-F238E27FC236}">
                          <a16:creationId xmlns:a16="http://schemas.microsoft.com/office/drawing/2014/main" id="{B9616DC1-3436-420B-A85B-92833A9337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6" name="直線コネクタ 111905">
                      <a:extLst>
                        <a:ext uri="{FF2B5EF4-FFF2-40B4-BE49-F238E27FC236}">
                          <a16:creationId xmlns:a16="http://schemas.microsoft.com/office/drawing/2014/main" id="{9C813EA8-48D9-4CEF-AA54-08159E3E39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7" name="直線コネクタ 111906">
                      <a:extLst>
                        <a:ext uri="{FF2B5EF4-FFF2-40B4-BE49-F238E27FC236}">
                          <a16:creationId xmlns:a16="http://schemas.microsoft.com/office/drawing/2014/main" id="{D4D3BB7D-37C4-45DB-B57F-BF5078C463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8" name="直線コネクタ 111907">
                      <a:extLst>
                        <a:ext uri="{FF2B5EF4-FFF2-40B4-BE49-F238E27FC236}">
                          <a16:creationId xmlns:a16="http://schemas.microsoft.com/office/drawing/2014/main" id="{E89EDD0C-0E82-4012-AEE4-B163E5069C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09" name="直線コネクタ 111908">
                      <a:extLst>
                        <a:ext uri="{FF2B5EF4-FFF2-40B4-BE49-F238E27FC236}">
                          <a16:creationId xmlns:a16="http://schemas.microsoft.com/office/drawing/2014/main" id="{07707A75-FA87-4C56-B89F-423E7807C4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0" name="直線コネクタ 111909">
                      <a:extLst>
                        <a:ext uri="{FF2B5EF4-FFF2-40B4-BE49-F238E27FC236}">
                          <a16:creationId xmlns:a16="http://schemas.microsoft.com/office/drawing/2014/main" id="{76F8F2EA-58DF-40C2-BDAA-A3AE8BD309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1" name="直線コネクタ 111910">
                      <a:extLst>
                        <a:ext uri="{FF2B5EF4-FFF2-40B4-BE49-F238E27FC236}">
                          <a16:creationId xmlns:a16="http://schemas.microsoft.com/office/drawing/2014/main" id="{C7D39346-9ECB-4A91-84E5-5A11CC5D86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2" name="直線コネクタ 111911">
                      <a:extLst>
                        <a:ext uri="{FF2B5EF4-FFF2-40B4-BE49-F238E27FC236}">
                          <a16:creationId xmlns:a16="http://schemas.microsoft.com/office/drawing/2014/main" id="{530AD247-8F04-4E89-8467-73419CEAE2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3" name="直線コネクタ 111912">
                      <a:extLst>
                        <a:ext uri="{FF2B5EF4-FFF2-40B4-BE49-F238E27FC236}">
                          <a16:creationId xmlns:a16="http://schemas.microsoft.com/office/drawing/2014/main" id="{012C4D96-181D-4577-9DBA-2D54406E3A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4" name="直線コネクタ 111913">
                      <a:extLst>
                        <a:ext uri="{FF2B5EF4-FFF2-40B4-BE49-F238E27FC236}">
                          <a16:creationId xmlns:a16="http://schemas.microsoft.com/office/drawing/2014/main" id="{1922FBF2-B9E6-49F7-BEF3-8C482CAF20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5" name="直線コネクタ 111914">
                      <a:extLst>
                        <a:ext uri="{FF2B5EF4-FFF2-40B4-BE49-F238E27FC236}">
                          <a16:creationId xmlns:a16="http://schemas.microsoft.com/office/drawing/2014/main" id="{373A9BAF-C1B6-4D01-BF12-DB30A9534F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6" name="直線コネクタ 111915">
                      <a:extLst>
                        <a:ext uri="{FF2B5EF4-FFF2-40B4-BE49-F238E27FC236}">
                          <a16:creationId xmlns:a16="http://schemas.microsoft.com/office/drawing/2014/main" id="{FC66214B-6787-43B9-860E-DE9F6583C9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7" name="直線コネクタ 111916">
                      <a:extLst>
                        <a:ext uri="{FF2B5EF4-FFF2-40B4-BE49-F238E27FC236}">
                          <a16:creationId xmlns:a16="http://schemas.microsoft.com/office/drawing/2014/main" id="{5AEE5631-731D-44BC-8BCE-32A30B149A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8" name="直線コネクタ 111917">
                      <a:extLst>
                        <a:ext uri="{FF2B5EF4-FFF2-40B4-BE49-F238E27FC236}">
                          <a16:creationId xmlns:a16="http://schemas.microsoft.com/office/drawing/2014/main" id="{6CCE86F0-A841-4723-9F0B-9A9D349802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19" name="直線コネクタ 111918">
                      <a:extLst>
                        <a:ext uri="{FF2B5EF4-FFF2-40B4-BE49-F238E27FC236}">
                          <a16:creationId xmlns:a16="http://schemas.microsoft.com/office/drawing/2014/main" id="{F6B5D196-C6F3-4A4E-BA5F-217122014B1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0" name="直線コネクタ 111919">
                      <a:extLst>
                        <a:ext uri="{FF2B5EF4-FFF2-40B4-BE49-F238E27FC236}">
                          <a16:creationId xmlns:a16="http://schemas.microsoft.com/office/drawing/2014/main" id="{0C6E2340-F4C6-4788-BCC0-1951CE328F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1" name="直線コネクタ 111920">
                      <a:extLst>
                        <a:ext uri="{FF2B5EF4-FFF2-40B4-BE49-F238E27FC236}">
                          <a16:creationId xmlns:a16="http://schemas.microsoft.com/office/drawing/2014/main" id="{A54636E2-0EC9-4999-BC26-EF4360D980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2" name="直線コネクタ 111921">
                      <a:extLst>
                        <a:ext uri="{FF2B5EF4-FFF2-40B4-BE49-F238E27FC236}">
                          <a16:creationId xmlns:a16="http://schemas.microsoft.com/office/drawing/2014/main" id="{474A6F51-8A5E-492B-A082-28A30BCBA1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3" name="直線コネクタ 111922">
                      <a:extLst>
                        <a:ext uri="{FF2B5EF4-FFF2-40B4-BE49-F238E27FC236}">
                          <a16:creationId xmlns:a16="http://schemas.microsoft.com/office/drawing/2014/main" id="{9214EAFC-B47F-4BAB-A3A9-7A57D18F1F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4" name="直線コネクタ 111923">
                      <a:extLst>
                        <a:ext uri="{FF2B5EF4-FFF2-40B4-BE49-F238E27FC236}">
                          <a16:creationId xmlns:a16="http://schemas.microsoft.com/office/drawing/2014/main" id="{63798A7C-4E53-4EF3-A356-EFDBE4E218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5" name="直線コネクタ 111924">
                      <a:extLst>
                        <a:ext uri="{FF2B5EF4-FFF2-40B4-BE49-F238E27FC236}">
                          <a16:creationId xmlns:a16="http://schemas.microsoft.com/office/drawing/2014/main" id="{CA32BD8A-C083-4571-B73A-DBE0BB8551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6" name="直線コネクタ 111925">
                      <a:extLst>
                        <a:ext uri="{FF2B5EF4-FFF2-40B4-BE49-F238E27FC236}">
                          <a16:creationId xmlns:a16="http://schemas.microsoft.com/office/drawing/2014/main" id="{BEDC44AA-6F4D-4305-818C-24E291A4EC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7" name="直線コネクタ 111926">
                      <a:extLst>
                        <a:ext uri="{FF2B5EF4-FFF2-40B4-BE49-F238E27FC236}">
                          <a16:creationId xmlns:a16="http://schemas.microsoft.com/office/drawing/2014/main" id="{0F6A059C-C1DB-4E8C-8203-95FE90A33A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8" name="直線コネクタ 111927">
                      <a:extLst>
                        <a:ext uri="{FF2B5EF4-FFF2-40B4-BE49-F238E27FC236}">
                          <a16:creationId xmlns:a16="http://schemas.microsoft.com/office/drawing/2014/main" id="{37854E89-D7D9-48A1-A3FA-F45903B12A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29" name="直線コネクタ 111928">
                      <a:extLst>
                        <a:ext uri="{FF2B5EF4-FFF2-40B4-BE49-F238E27FC236}">
                          <a16:creationId xmlns:a16="http://schemas.microsoft.com/office/drawing/2014/main" id="{9EC8F11F-BB63-4A6C-9A3D-219AC6782C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0" name="直線コネクタ 111929">
                      <a:extLst>
                        <a:ext uri="{FF2B5EF4-FFF2-40B4-BE49-F238E27FC236}">
                          <a16:creationId xmlns:a16="http://schemas.microsoft.com/office/drawing/2014/main" id="{D9684695-9F38-4CEE-A2D5-00D9BD252B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1" name="直線コネクタ 111930">
                      <a:extLst>
                        <a:ext uri="{FF2B5EF4-FFF2-40B4-BE49-F238E27FC236}">
                          <a16:creationId xmlns:a16="http://schemas.microsoft.com/office/drawing/2014/main" id="{E70C2D56-3801-4F11-A89E-9BF9247ECE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2" name="直線コネクタ 111931">
                      <a:extLst>
                        <a:ext uri="{FF2B5EF4-FFF2-40B4-BE49-F238E27FC236}">
                          <a16:creationId xmlns:a16="http://schemas.microsoft.com/office/drawing/2014/main" id="{801FB828-7B7F-4858-AC75-CB3A238931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3" name="直線コネクタ 111932">
                      <a:extLst>
                        <a:ext uri="{FF2B5EF4-FFF2-40B4-BE49-F238E27FC236}">
                          <a16:creationId xmlns:a16="http://schemas.microsoft.com/office/drawing/2014/main" id="{5C210ACC-BB9B-4C74-B152-91D01DC91F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4" name="直線コネクタ 111933">
                      <a:extLst>
                        <a:ext uri="{FF2B5EF4-FFF2-40B4-BE49-F238E27FC236}">
                          <a16:creationId xmlns:a16="http://schemas.microsoft.com/office/drawing/2014/main" id="{B0439322-4F54-403F-8A1B-9E1F326F0D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5" name="直線コネクタ 111934">
                      <a:extLst>
                        <a:ext uri="{FF2B5EF4-FFF2-40B4-BE49-F238E27FC236}">
                          <a16:creationId xmlns:a16="http://schemas.microsoft.com/office/drawing/2014/main" id="{DC3C97D7-9FE0-4F12-A365-8DF38300FF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6" name="直線コネクタ 111935">
                      <a:extLst>
                        <a:ext uri="{FF2B5EF4-FFF2-40B4-BE49-F238E27FC236}">
                          <a16:creationId xmlns:a16="http://schemas.microsoft.com/office/drawing/2014/main" id="{B3CBBE8B-E743-4B16-B873-326C411A81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7" name="直線コネクタ 111936">
                      <a:extLst>
                        <a:ext uri="{FF2B5EF4-FFF2-40B4-BE49-F238E27FC236}">
                          <a16:creationId xmlns:a16="http://schemas.microsoft.com/office/drawing/2014/main" id="{80FD405B-94EF-4C6D-94F2-6B5966C5E3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8" name="直線コネクタ 111937">
                      <a:extLst>
                        <a:ext uri="{FF2B5EF4-FFF2-40B4-BE49-F238E27FC236}">
                          <a16:creationId xmlns:a16="http://schemas.microsoft.com/office/drawing/2014/main" id="{36F1E1BD-AA45-44E8-A817-80897D0183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39" name="直線コネクタ 111938">
                      <a:extLst>
                        <a:ext uri="{FF2B5EF4-FFF2-40B4-BE49-F238E27FC236}">
                          <a16:creationId xmlns:a16="http://schemas.microsoft.com/office/drawing/2014/main" id="{8EC79C7D-ECD2-455D-9D47-84DDDD63E6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0" name="直線コネクタ 111939">
                      <a:extLst>
                        <a:ext uri="{FF2B5EF4-FFF2-40B4-BE49-F238E27FC236}">
                          <a16:creationId xmlns:a16="http://schemas.microsoft.com/office/drawing/2014/main" id="{75DE541D-7DEF-4603-AF71-2BD7C80941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1" name="直線コネクタ 111940">
                      <a:extLst>
                        <a:ext uri="{FF2B5EF4-FFF2-40B4-BE49-F238E27FC236}">
                          <a16:creationId xmlns:a16="http://schemas.microsoft.com/office/drawing/2014/main" id="{EDFC69F6-DF64-4E2A-804B-A210BEE6A1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2" name="直線コネクタ 111941">
                      <a:extLst>
                        <a:ext uri="{FF2B5EF4-FFF2-40B4-BE49-F238E27FC236}">
                          <a16:creationId xmlns:a16="http://schemas.microsoft.com/office/drawing/2014/main" id="{DCEA8AA6-E731-459F-ACCA-805659E0CC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3" name="直線コネクタ 111942">
                      <a:extLst>
                        <a:ext uri="{FF2B5EF4-FFF2-40B4-BE49-F238E27FC236}">
                          <a16:creationId xmlns:a16="http://schemas.microsoft.com/office/drawing/2014/main" id="{FF426BEF-EB3B-4519-A40B-ECD9FCA979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4" name="直線コネクタ 111943">
                      <a:extLst>
                        <a:ext uri="{FF2B5EF4-FFF2-40B4-BE49-F238E27FC236}">
                          <a16:creationId xmlns:a16="http://schemas.microsoft.com/office/drawing/2014/main" id="{5A1546A1-E637-4A6F-8215-0763F44AF8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5" name="直線コネクタ 111944">
                      <a:extLst>
                        <a:ext uri="{FF2B5EF4-FFF2-40B4-BE49-F238E27FC236}">
                          <a16:creationId xmlns:a16="http://schemas.microsoft.com/office/drawing/2014/main" id="{A987CFFA-4971-4D9F-BEF4-749D890BC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6" name="直線コネクタ 111945">
                      <a:extLst>
                        <a:ext uri="{FF2B5EF4-FFF2-40B4-BE49-F238E27FC236}">
                          <a16:creationId xmlns:a16="http://schemas.microsoft.com/office/drawing/2014/main" id="{4EA1DCA5-63F6-4FDD-93B4-7E6AD018BE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947" name="直線コネクタ 111946">
                      <a:extLst>
                        <a:ext uri="{FF2B5EF4-FFF2-40B4-BE49-F238E27FC236}">
                          <a16:creationId xmlns:a16="http://schemas.microsoft.com/office/drawing/2014/main" id="{DEFB57B0-3A8C-4639-BC9E-A240CC01B5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8" name="グループ化 111637">
                    <a:extLst>
                      <a:ext uri="{FF2B5EF4-FFF2-40B4-BE49-F238E27FC236}">
                        <a16:creationId xmlns:a16="http://schemas.microsoft.com/office/drawing/2014/main" id="{708E4B17-0D1D-4091-8AA7-FBE020EF8F02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599762" y="488496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11825" name="直線コネクタ 111824">
                      <a:extLst>
                        <a:ext uri="{FF2B5EF4-FFF2-40B4-BE49-F238E27FC236}">
                          <a16:creationId xmlns:a16="http://schemas.microsoft.com/office/drawing/2014/main" id="{0A92E047-76C9-4AC0-80B2-569EE40008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6" name="直線コネクタ 111825">
                      <a:extLst>
                        <a:ext uri="{FF2B5EF4-FFF2-40B4-BE49-F238E27FC236}">
                          <a16:creationId xmlns:a16="http://schemas.microsoft.com/office/drawing/2014/main" id="{11DDE8B4-1BF0-4E74-AB38-F3322BC7F6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7" name="直線コネクタ 111826">
                      <a:extLst>
                        <a:ext uri="{FF2B5EF4-FFF2-40B4-BE49-F238E27FC236}">
                          <a16:creationId xmlns:a16="http://schemas.microsoft.com/office/drawing/2014/main" id="{7156CA2C-6D1F-4070-96C7-39199BC1E4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8" name="直線コネクタ 111827">
                      <a:extLst>
                        <a:ext uri="{FF2B5EF4-FFF2-40B4-BE49-F238E27FC236}">
                          <a16:creationId xmlns:a16="http://schemas.microsoft.com/office/drawing/2014/main" id="{FDF379D4-0051-461A-8D6E-98D4C4B7B0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9" name="直線コネクタ 111828">
                      <a:extLst>
                        <a:ext uri="{FF2B5EF4-FFF2-40B4-BE49-F238E27FC236}">
                          <a16:creationId xmlns:a16="http://schemas.microsoft.com/office/drawing/2014/main" id="{B5AC8D8B-DC7A-424A-9332-16D47DBD88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0" name="直線コネクタ 111829">
                      <a:extLst>
                        <a:ext uri="{FF2B5EF4-FFF2-40B4-BE49-F238E27FC236}">
                          <a16:creationId xmlns:a16="http://schemas.microsoft.com/office/drawing/2014/main" id="{AF187820-92C0-45C4-ABED-F8645B133F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1" name="直線コネクタ 111830">
                      <a:extLst>
                        <a:ext uri="{FF2B5EF4-FFF2-40B4-BE49-F238E27FC236}">
                          <a16:creationId xmlns:a16="http://schemas.microsoft.com/office/drawing/2014/main" id="{93418E8E-C210-4C9E-A94B-9E80A11877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2" name="直線コネクタ 111831">
                      <a:extLst>
                        <a:ext uri="{FF2B5EF4-FFF2-40B4-BE49-F238E27FC236}">
                          <a16:creationId xmlns:a16="http://schemas.microsoft.com/office/drawing/2014/main" id="{3BAB924A-EDAA-4653-8A06-35E093E433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3" name="直線コネクタ 111832">
                      <a:extLst>
                        <a:ext uri="{FF2B5EF4-FFF2-40B4-BE49-F238E27FC236}">
                          <a16:creationId xmlns:a16="http://schemas.microsoft.com/office/drawing/2014/main" id="{D9ED5312-874A-49CA-9BF8-CA99978757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4" name="直線コネクタ 111833">
                      <a:extLst>
                        <a:ext uri="{FF2B5EF4-FFF2-40B4-BE49-F238E27FC236}">
                          <a16:creationId xmlns:a16="http://schemas.microsoft.com/office/drawing/2014/main" id="{850FDD27-8B3A-4374-8642-E1F5DDD0AC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5" name="直線コネクタ 111834">
                      <a:extLst>
                        <a:ext uri="{FF2B5EF4-FFF2-40B4-BE49-F238E27FC236}">
                          <a16:creationId xmlns:a16="http://schemas.microsoft.com/office/drawing/2014/main" id="{A23158A2-35A6-4AD6-B016-A601EA71ED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6" name="直線コネクタ 111835">
                      <a:extLst>
                        <a:ext uri="{FF2B5EF4-FFF2-40B4-BE49-F238E27FC236}">
                          <a16:creationId xmlns:a16="http://schemas.microsoft.com/office/drawing/2014/main" id="{BC93978F-0F88-432C-825F-F536FA18ADF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7" name="直線コネクタ 111836">
                      <a:extLst>
                        <a:ext uri="{FF2B5EF4-FFF2-40B4-BE49-F238E27FC236}">
                          <a16:creationId xmlns:a16="http://schemas.microsoft.com/office/drawing/2014/main" id="{11520097-3342-4B94-AB88-49530BE5C1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8" name="直線コネクタ 111837">
                      <a:extLst>
                        <a:ext uri="{FF2B5EF4-FFF2-40B4-BE49-F238E27FC236}">
                          <a16:creationId xmlns:a16="http://schemas.microsoft.com/office/drawing/2014/main" id="{F91D6078-C397-40C9-A48D-933B2FECE3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39" name="直線コネクタ 111838">
                      <a:extLst>
                        <a:ext uri="{FF2B5EF4-FFF2-40B4-BE49-F238E27FC236}">
                          <a16:creationId xmlns:a16="http://schemas.microsoft.com/office/drawing/2014/main" id="{0CD5ED3A-81BC-415B-A401-D6E4CF16A5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0" name="直線コネクタ 111839">
                      <a:extLst>
                        <a:ext uri="{FF2B5EF4-FFF2-40B4-BE49-F238E27FC236}">
                          <a16:creationId xmlns:a16="http://schemas.microsoft.com/office/drawing/2014/main" id="{6669A3B0-36D6-418C-AD05-637FAE230C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1" name="直線コネクタ 111840">
                      <a:extLst>
                        <a:ext uri="{FF2B5EF4-FFF2-40B4-BE49-F238E27FC236}">
                          <a16:creationId xmlns:a16="http://schemas.microsoft.com/office/drawing/2014/main" id="{19FBA4B8-4C16-43DC-A865-4A748346E7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2" name="直線コネクタ 111841">
                      <a:extLst>
                        <a:ext uri="{FF2B5EF4-FFF2-40B4-BE49-F238E27FC236}">
                          <a16:creationId xmlns:a16="http://schemas.microsoft.com/office/drawing/2014/main" id="{E33A0DC1-60CD-4EBF-922F-ADA4F248E1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3" name="直線コネクタ 111842">
                      <a:extLst>
                        <a:ext uri="{FF2B5EF4-FFF2-40B4-BE49-F238E27FC236}">
                          <a16:creationId xmlns:a16="http://schemas.microsoft.com/office/drawing/2014/main" id="{3F18ED13-4775-48EE-AD92-F66E7AF395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4" name="直線コネクタ 111843">
                      <a:extLst>
                        <a:ext uri="{FF2B5EF4-FFF2-40B4-BE49-F238E27FC236}">
                          <a16:creationId xmlns:a16="http://schemas.microsoft.com/office/drawing/2014/main" id="{8A1821C6-358E-4C20-8C92-1C0A63B44A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5" name="直線コネクタ 111844">
                      <a:extLst>
                        <a:ext uri="{FF2B5EF4-FFF2-40B4-BE49-F238E27FC236}">
                          <a16:creationId xmlns:a16="http://schemas.microsoft.com/office/drawing/2014/main" id="{4B710EE4-58AA-4740-A36F-44E96217EB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6" name="直線コネクタ 111845">
                      <a:extLst>
                        <a:ext uri="{FF2B5EF4-FFF2-40B4-BE49-F238E27FC236}">
                          <a16:creationId xmlns:a16="http://schemas.microsoft.com/office/drawing/2014/main" id="{CA0EEC3C-8BED-42EA-A278-26DE769534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7" name="直線コネクタ 111846">
                      <a:extLst>
                        <a:ext uri="{FF2B5EF4-FFF2-40B4-BE49-F238E27FC236}">
                          <a16:creationId xmlns:a16="http://schemas.microsoft.com/office/drawing/2014/main" id="{21ECC426-F5DD-4623-82B3-A1F01E20863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8" name="直線コネクタ 111847">
                      <a:extLst>
                        <a:ext uri="{FF2B5EF4-FFF2-40B4-BE49-F238E27FC236}">
                          <a16:creationId xmlns:a16="http://schemas.microsoft.com/office/drawing/2014/main" id="{13100D2C-EF3E-40D7-851F-AAF38C6864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49" name="直線コネクタ 111848">
                      <a:extLst>
                        <a:ext uri="{FF2B5EF4-FFF2-40B4-BE49-F238E27FC236}">
                          <a16:creationId xmlns:a16="http://schemas.microsoft.com/office/drawing/2014/main" id="{64087779-A970-4295-BFE9-77190F32E7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0" name="直線コネクタ 111849">
                      <a:extLst>
                        <a:ext uri="{FF2B5EF4-FFF2-40B4-BE49-F238E27FC236}">
                          <a16:creationId xmlns:a16="http://schemas.microsoft.com/office/drawing/2014/main" id="{2B098C9F-360B-4783-A1BF-FBA5733BCB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1" name="直線コネクタ 111850">
                      <a:extLst>
                        <a:ext uri="{FF2B5EF4-FFF2-40B4-BE49-F238E27FC236}">
                          <a16:creationId xmlns:a16="http://schemas.microsoft.com/office/drawing/2014/main" id="{689CEF6E-0872-4DF8-A6FD-42FEF1A00B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2" name="直線コネクタ 111851">
                      <a:extLst>
                        <a:ext uri="{FF2B5EF4-FFF2-40B4-BE49-F238E27FC236}">
                          <a16:creationId xmlns:a16="http://schemas.microsoft.com/office/drawing/2014/main" id="{7A016CA3-3663-4212-B860-7BB87F6D34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3" name="直線コネクタ 111852">
                      <a:extLst>
                        <a:ext uri="{FF2B5EF4-FFF2-40B4-BE49-F238E27FC236}">
                          <a16:creationId xmlns:a16="http://schemas.microsoft.com/office/drawing/2014/main" id="{541A50FC-EDBE-4E6B-B6B2-12227FD039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4" name="直線コネクタ 111853">
                      <a:extLst>
                        <a:ext uri="{FF2B5EF4-FFF2-40B4-BE49-F238E27FC236}">
                          <a16:creationId xmlns:a16="http://schemas.microsoft.com/office/drawing/2014/main" id="{25DC5426-8FFA-4495-A4C2-1974FE43F23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5" name="直線コネクタ 111854">
                      <a:extLst>
                        <a:ext uri="{FF2B5EF4-FFF2-40B4-BE49-F238E27FC236}">
                          <a16:creationId xmlns:a16="http://schemas.microsoft.com/office/drawing/2014/main" id="{FAEE14D3-83A3-46BF-BFDC-2786FED6F5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6" name="直線コネクタ 111855">
                      <a:extLst>
                        <a:ext uri="{FF2B5EF4-FFF2-40B4-BE49-F238E27FC236}">
                          <a16:creationId xmlns:a16="http://schemas.microsoft.com/office/drawing/2014/main" id="{E131DABC-7ACD-40D7-B72F-1DB2BE9479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7" name="直線コネクタ 111856">
                      <a:extLst>
                        <a:ext uri="{FF2B5EF4-FFF2-40B4-BE49-F238E27FC236}">
                          <a16:creationId xmlns:a16="http://schemas.microsoft.com/office/drawing/2014/main" id="{4CBD7005-EB6E-41AD-BA9C-5D54359C07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8" name="直線コネクタ 111857">
                      <a:extLst>
                        <a:ext uri="{FF2B5EF4-FFF2-40B4-BE49-F238E27FC236}">
                          <a16:creationId xmlns:a16="http://schemas.microsoft.com/office/drawing/2014/main" id="{8374CFCF-BC48-4AE2-BC2A-47EBFFAA21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59" name="直線コネクタ 111858">
                      <a:extLst>
                        <a:ext uri="{FF2B5EF4-FFF2-40B4-BE49-F238E27FC236}">
                          <a16:creationId xmlns:a16="http://schemas.microsoft.com/office/drawing/2014/main" id="{9C928909-D1E4-4645-9304-C36D160027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0" name="直線コネクタ 111859">
                      <a:extLst>
                        <a:ext uri="{FF2B5EF4-FFF2-40B4-BE49-F238E27FC236}">
                          <a16:creationId xmlns:a16="http://schemas.microsoft.com/office/drawing/2014/main" id="{749C0411-DCA1-4700-94D6-598D402A29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1" name="直線コネクタ 111860">
                      <a:extLst>
                        <a:ext uri="{FF2B5EF4-FFF2-40B4-BE49-F238E27FC236}">
                          <a16:creationId xmlns:a16="http://schemas.microsoft.com/office/drawing/2014/main" id="{36AA0EED-499B-4D89-8C30-56553DACBF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2" name="直線コネクタ 111861">
                      <a:extLst>
                        <a:ext uri="{FF2B5EF4-FFF2-40B4-BE49-F238E27FC236}">
                          <a16:creationId xmlns:a16="http://schemas.microsoft.com/office/drawing/2014/main" id="{69A6236A-E906-4B5B-8206-33BEFB2DCA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3" name="直線コネクタ 111862">
                      <a:extLst>
                        <a:ext uri="{FF2B5EF4-FFF2-40B4-BE49-F238E27FC236}">
                          <a16:creationId xmlns:a16="http://schemas.microsoft.com/office/drawing/2014/main" id="{51764E8C-E2C7-4D2F-9CAF-F90BDC4EE4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4" name="直線コネクタ 111863">
                      <a:extLst>
                        <a:ext uri="{FF2B5EF4-FFF2-40B4-BE49-F238E27FC236}">
                          <a16:creationId xmlns:a16="http://schemas.microsoft.com/office/drawing/2014/main" id="{DCD88BEB-6B74-4D16-A907-C8597FF0D5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5" name="直線コネクタ 111864">
                      <a:extLst>
                        <a:ext uri="{FF2B5EF4-FFF2-40B4-BE49-F238E27FC236}">
                          <a16:creationId xmlns:a16="http://schemas.microsoft.com/office/drawing/2014/main" id="{8191A6B1-6C1D-4BE2-9074-943672FFE4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6" name="直線コネクタ 111865">
                      <a:extLst>
                        <a:ext uri="{FF2B5EF4-FFF2-40B4-BE49-F238E27FC236}">
                          <a16:creationId xmlns:a16="http://schemas.microsoft.com/office/drawing/2014/main" id="{08522F88-685D-4B8B-94E8-57E68EA54D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7" name="直線コネクタ 111866">
                      <a:extLst>
                        <a:ext uri="{FF2B5EF4-FFF2-40B4-BE49-F238E27FC236}">
                          <a16:creationId xmlns:a16="http://schemas.microsoft.com/office/drawing/2014/main" id="{F1F01FBC-1FCD-4F1C-A645-F8989447E0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8" name="直線コネクタ 111867">
                      <a:extLst>
                        <a:ext uri="{FF2B5EF4-FFF2-40B4-BE49-F238E27FC236}">
                          <a16:creationId xmlns:a16="http://schemas.microsoft.com/office/drawing/2014/main" id="{27314B17-4FC9-473C-8961-9FE54787CD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69" name="直線コネクタ 111868">
                      <a:extLst>
                        <a:ext uri="{FF2B5EF4-FFF2-40B4-BE49-F238E27FC236}">
                          <a16:creationId xmlns:a16="http://schemas.microsoft.com/office/drawing/2014/main" id="{6ECF1485-C07A-4A86-A53A-968C1684CC7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0" name="直線コネクタ 111869">
                      <a:extLst>
                        <a:ext uri="{FF2B5EF4-FFF2-40B4-BE49-F238E27FC236}">
                          <a16:creationId xmlns:a16="http://schemas.microsoft.com/office/drawing/2014/main" id="{40F2070B-7243-44F2-883F-FF4F917133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1" name="直線コネクタ 111870">
                      <a:extLst>
                        <a:ext uri="{FF2B5EF4-FFF2-40B4-BE49-F238E27FC236}">
                          <a16:creationId xmlns:a16="http://schemas.microsoft.com/office/drawing/2014/main" id="{284D0610-A32E-4F3D-9721-5437077729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2" name="直線コネクタ 111871">
                      <a:extLst>
                        <a:ext uri="{FF2B5EF4-FFF2-40B4-BE49-F238E27FC236}">
                          <a16:creationId xmlns:a16="http://schemas.microsoft.com/office/drawing/2014/main" id="{2944DA9E-2FB7-491F-B78A-F31CD83600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3" name="直線コネクタ 111872">
                      <a:extLst>
                        <a:ext uri="{FF2B5EF4-FFF2-40B4-BE49-F238E27FC236}">
                          <a16:creationId xmlns:a16="http://schemas.microsoft.com/office/drawing/2014/main" id="{47BFEF93-B748-4129-AD42-5D741B66AF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4" name="直線コネクタ 111873">
                      <a:extLst>
                        <a:ext uri="{FF2B5EF4-FFF2-40B4-BE49-F238E27FC236}">
                          <a16:creationId xmlns:a16="http://schemas.microsoft.com/office/drawing/2014/main" id="{7A8967C3-B7B7-4DD6-98E7-F73B29FF14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5" name="直線コネクタ 111874">
                      <a:extLst>
                        <a:ext uri="{FF2B5EF4-FFF2-40B4-BE49-F238E27FC236}">
                          <a16:creationId xmlns:a16="http://schemas.microsoft.com/office/drawing/2014/main" id="{E48B5E06-A6ED-477B-A1BB-284F639ABA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6" name="直線コネクタ 111875">
                      <a:extLst>
                        <a:ext uri="{FF2B5EF4-FFF2-40B4-BE49-F238E27FC236}">
                          <a16:creationId xmlns:a16="http://schemas.microsoft.com/office/drawing/2014/main" id="{2817A37F-7C4E-42FD-94D1-38EBA62E5A1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7" name="直線コネクタ 111876">
                      <a:extLst>
                        <a:ext uri="{FF2B5EF4-FFF2-40B4-BE49-F238E27FC236}">
                          <a16:creationId xmlns:a16="http://schemas.microsoft.com/office/drawing/2014/main" id="{5EBDEE3A-B385-44E9-A205-CF3B7214E1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8" name="直線コネクタ 111877">
                      <a:extLst>
                        <a:ext uri="{FF2B5EF4-FFF2-40B4-BE49-F238E27FC236}">
                          <a16:creationId xmlns:a16="http://schemas.microsoft.com/office/drawing/2014/main" id="{A656297B-01E4-4E0D-99EF-FD3EDE1A03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79" name="直線コネクタ 111878">
                      <a:extLst>
                        <a:ext uri="{FF2B5EF4-FFF2-40B4-BE49-F238E27FC236}">
                          <a16:creationId xmlns:a16="http://schemas.microsoft.com/office/drawing/2014/main" id="{07FC233D-F488-4DE6-A671-BC99396AB6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0" name="直線コネクタ 111879">
                      <a:extLst>
                        <a:ext uri="{FF2B5EF4-FFF2-40B4-BE49-F238E27FC236}">
                          <a16:creationId xmlns:a16="http://schemas.microsoft.com/office/drawing/2014/main" id="{E1738D04-8F56-4061-B378-B88277C83B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1" name="直線コネクタ 111880">
                      <a:extLst>
                        <a:ext uri="{FF2B5EF4-FFF2-40B4-BE49-F238E27FC236}">
                          <a16:creationId xmlns:a16="http://schemas.microsoft.com/office/drawing/2014/main" id="{5BAE91FF-C980-4670-9204-652F12C143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2" name="直線コネクタ 111881">
                      <a:extLst>
                        <a:ext uri="{FF2B5EF4-FFF2-40B4-BE49-F238E27FC236}">
                          <a16:creationId xmlns:a16="http://schemas.microsoft.com/office/drawing/2014/main" id="{CA9DC521-C1BD-4E8E-B017-F0129B87E4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3" name="直線コネクタ 111882">
                      <a:extLst>
                        <a:ext uri="{FF2B5EF4-FFF2-40B4-BE49-F238E27FC236}">
                          <a16:creationId xmlns:a16="http://schemas.microsoft.com/office/drawing/2014/main" id="{D48584E3-03EB-4940-B191-C7A02385F8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4" name="直線コネクタ 111883">
                      <a:extLst>
                        <a:ext uri="{FF2B5EF4-FFF2-40B4-BE49-F238E27FC236}">
                          <a16:creationId xmlns:a16="http://schemas.microsoft.com/office/drawing/2014/main" id="{82AB4E19-755F-40C6-BA98-70A2B665DA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5" name="直線コネクタ 111884">
                      <a:extLst>
                        <a:ext uri="{FF2B5EF4-FFF2-40B4-BE49-F238E27FC236}">
                          <a16:creationId xmlns:a16="http://schemas.microsoft.com/office/drawing/2014/main" id="{66BB1FC5-E192-4DE9-BC3D-EE62927176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6" name="直線コネクタ 111885">
                      <a:extLst>
                        <a:ext uri="{FF2B5EF4-FFF2-40B4-BE49-F238E27FC236}">
                          <a16:creationId xmlns:a16="http://schemas.microsoft.com/office/drawing/2014/main" id="{B43A8E1C-F337-404D-BC06-D6C56DF4BB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87" name="直線コネクタ 111886">
                      <a:extLst>
                        <a:ext uri="{FF2B5EF4-FFF2-40B4-BE49-F238E27FC236}">
                          <a16:creationId xmlns:a16="http://schemas.microsoft.com/office/drawing/2014/main" id="{02DC0222-B0C5-413B-AC37-22E35285AC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39" name="グループ化 111638">
                    <a:extLst>
                      <a:ext uri="{FF2B5EF4-FFF2-40B4-BE49-F238E27FC236}">
                        <a16:creationId xmlns:a16="http://schemas.microsoft.com/office/drawing/2014/main" id="{6E4BE10F-A58E-4039-940E-1E65CCD1034B}"/>
                      </a:ext>
                    </a:extLst>
                  </p:cNvPr>
                  <p:cNvGrpSpPr/>
                  <p:nvPr/>
                </p:nvGrpSpPr>
                <p:grpSpPr>
                  <a:xfrm rot="10800000">
                    <a:off x="3606962" y="5590562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11765" name="直線コネクタ 111764">
                      <a:extLst>
                        <a:ext uri="{FF2B5EF4-FFF2-40B4-BE49-F238E27FC236}">
                          <a16:creationId xmlns:a16="http://schemas.microsoft.com/office/drawing/2014/main" id="{CAE58077-5EE8-4921-A59A-50CFB6393B7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6" name="直線コネクタ 111765">
                      <a:extLst>
                        <a:ext uri="{FF2B5EF4-FFF2-40B4-BE49-F238E27FC236}">
                          <a16:creationId xmlns:a16="http://schemas.microsoft.com/office/drawing/2014/main" id="{A1025CF7-68CF-454A-B120-AF31B2EBD1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7" name="直線コネクタ 111766">
                      <a:extLst>
                        <a:ext uri="{FF2B5EF4-FFF2-40B4-BE49-F238E27FC236}">
                          <a16:creationId xmlns:a16="http://schemas.microsoft.com/office/drawing/2014/main" id="{11090DFE-00BC-435A-B729-0EE217523A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8" name="直線コネクタ 111767">
                      <a:extLst>
                        <a:ext uri="{FF2B5EF4-FFF2-40B4-BE49-F238E27FC236}">
                          <a16:creationId xmlns:a16="http://schemas.microsoft.com/office/drawing/2014/main" id="{D303EA8F-D871-4BF2-8A92-E3D5B6BA06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9" name="直線コネクタ 111768">
                      <a:extLst>
                        <a:ext uri="{FF2B5EF4-FFF2-40B4-BE49-F238E27FC236}">
                          <a16:creationId xmlns:a16="http://schemas.microsoft.com/office/drawing/2014/main" id="{97AD2AC2-5DFA-44E0-82DC-646E0D7755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0" name="直線コネクタ 111769">
                      <a:extLst>
                        <a:ext uri="{FF2B5EF4-FFF2-40B4-BE49-F238E27FC236}">
                          <a16:creationId xmlns:a16="http://schemas.microsoft.com/office/drawing/2014/main" id="{F87491A7-2F13-4F72-ABE4-F919BCD1C5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1" name="直線コネクタ 111770">
                      <a:extLst>
                        <a:ext uri="{FF2B5EF4-FFF2-40B4-BE49-F238E27FC236}">
                          <a16:creationId xmlns:a16="http://schemas.microsoft.com/office/drawing/2014/main" id="{607D5B82-30B7-4271-B35E-8F9E473998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2" name="直線コネクタ 111771">
                      <a:extLst>
                        <a:ext uri="{FF2B5EF4-FFF2-40B4-BE49-F238E27FC236}">
                          <a16:creationId xmlns:a16="http://schemas.microsoft.com/office/drawing/2014/main" id="{86DE7C9F-45AB-43A3-B001-54AD2FEEF7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3" name="直線コネクタ 111772">
                      <a:extLst>
                        <a:ext uri="{FF2B5EF4-FFF2-40B4-BE49-F238E27FC236}">
                          <a16:creationId xmlns:a16="http://schemas.microsoft.com/office/drawing/2014/main" id="{547D0E8D-FD7A-4E65-9DBF-232E91B81C8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4" name="直線コネクタ 111773">
                      <a:extLst>
                        <a:ext uri="{FF2B5EF4-FFF2-40B4-BE49-F238E27FC236}">
                          <a16:creationId xmlns:a16="http://schemas.microsoft.com/office/drawing/2014/main" id="{A57B1F7C-F2FC-4EB0-AD0B-3EF9B7CF2A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5" name="直線コネクタ 111774">
                      <a:extLst>
                        <a:ext uri="{FF2B5EF4-FFF2-40B4-BE49-F238E27FC236}">
                          <a16:creationId xmlns:a16="http://schemas.microsoft.com/office/drawing/2014/main" id="{11A426F1-29C1-45EC-B9F4-C48FAE34AC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6" name="直線コネクタ 111775">
                      <a:extLst>
                        <a:ext uri="{FF2B5EF4-FFF2-40B4-BE49-F238E27FC236}">
                          <a16:creationId xmlns:a16="http://schemas.microsoft.com/office/drawing/2014/main" id="{4BF4527A-B45A-4E57-9540-CAE003D24A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7" name="直線コネクタ 111776">
                      <a:extLst>
                        <a:ext uri="{FF2B5EF4-FFF2-40B4-BE49-F238E27FC236}">
                          <a16:creationId xmlns:a16="http://schemas.microsoft.com/office/drawing/2014/main" id="{8EB967AD-729E-492A-BAF1-6F94277965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8" name="直線コネクタ 111777">
                      <a:extLst>
                        <a:ext uri="{FF2B5EF4-FFF2-40B4-BE49-F238E27FC236}">
                          <a16:creationId xmlns:a16="http://schemas.microsoft.com/office/drawing/2014/main" id="{5CD76CEB-9442-4932-B424-189FF8D84D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79" name="直線コネクタ 111778">
                      <a:extLst>
                        <a:ext uri="{FF2B5EF4-FFF2-40B4-BE49-F238E27FC236}">
                          <a16:creationId xmlns:a16="http://schemas.microsoft.com/office/drawing/2014/main" id="{9D7A55FC-BD48-4206-ADAF-0289F16AD0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0" name="直線コネクタ 111779">
                      <a:extLst>
                        <a:ext uri="{FF2B5EF4-FFF2-40B4-BE49-F238E27FC236}">
                          <a16:creationId xmlns:a16="http://schemas.microsoft.com/office/drawing/2014/main" id="{004FF5DE-EAFE-4B39-BE07-98EDE104FC1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1" name="直線コネクタ 111780">
                      <a:extLst>
                        <a:ext uri="{FF2B5EF4-FFF2-40B4-BE49-F238E27FC236}">
                          <a16:creationId xmlns:a16="http://schemas.microsoft.com/office/drawing/2014/main" id="{A6B7DFEF-320C-4AAB-9443-728009B6EF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2" name="直線コネクタ 111781">
                      <a:extLst>
                        <a:ext uri="{FF2B5EF4-FFF2-40B4-BE49-F238E27FC236}">
                          <a16:creationId xmlns:a16="http://schemas.microsoft.com/office/drawing/2014/main" id="{5CB0E7EF-33AA-43AB-8E8C-6AA33B229F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3" name="直線コネクタ 111782">
                      <a:extLst>
                        <a:ext uri="{FF2B5EF4-FFF2-40B4-BE49-F238E27FC236}">
                          <a16:creationId xmlns:a16="http://schemas.microsoft.com/office/drawing/2014/main" id="{5368AF09-3AB4-4911-9DA8-604B7EE38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4" name="直線コネクタ 111783">
                      <a:extLst>
                        <a:ext uri="{FF2B5EF4-FFF2-40B4-BE49-F238E27FC236}">
                          <a16:creationId xmlns:a16="http://schemas.microsoft.com/office/drawing/2014/main" id="{AD9F820B-2AD4-4235-A885-5F51CDE75C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5" name="直線コネクタ 111784">
                      <a:extLst>
                        <a:ext uri="{FF2B5EF4-FFF2-40B4-BE49-F238E27FC236}">
                          <a16:creationId xmlns:a16="http://schemas.microsoft.com/office/drawing/2014/main" id="{22C9ECC7-08D6-4497-A01D-E3E03A61E0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6" name="直線コネクタ 111785">
                      <a:extLst>
                        <a:ext uri="{FF2B5EF4-FFF2-40B4-BE49-F238E27FC236}">
                          <a16:creationId xmlns:a16="http://schemas.microsoft.com/office/drawing/2014/main" id="{FBAE173F-504D-4B02-A0F6-E505C24C37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7" name="直線コネクタ 111786">
                      <a:extLst>
                        <a:ext uri="{FF2B5EF4-FFF2-40B4-BE49-F238E27FC236}">
                          <a16:creationId xmlns:a16="http://schemas.microsoft.com/office/drawing/2014/main" id="{BC4AF4A7-66FC-4FFD-9A15-4E045520FD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8" name="直線コネクタ 111787">
                      <a:extLst>
                        <a:ext uri="{FF2B5EF4-FFF2-40B4-BE49-F238E27FC236}">
                          <a16:creationId xmlns:a16="http://schemas.microsoft.com/office/drawing/2014/main" id="{2D66ED77-10AC-4D7D-8ACE-5B76E86F8E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89" name="直線コネクタ 111788">
                      <a:extLst>
                        <a:ext uri="{FF2B5EF4-FFF2-40B4-BE49-F238E27FC236}">
                          <a16:creationId xmlns:a16="http://schemas.microsoft.com/office/drawing/2014/main" id="{7374A174-2CB3-4AB9-A61E-E5F70C8B1C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0" name="直線コネクタ 111789">
                      <a:extLst>
                        <a:ext uri="{FF2B5EF4-FFF2-40B4-BE49-F238E27FC236}">
                          <a16:creationId xmlns:a16="http://schemas.microsoft.com/office/drawing/2014/main" id="{9E6A7063-4734-4FB0-8B7D-4B1966694C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1" name="直線コネクタ 111790">
                      <a:extLst>
                        <a:ext uri="{FF2B5EF4-FFF2-40B4-BE49-F238E27FC236}">
                          <a16:creationId xmlns:a16="http://schemas.microsoft.com/office/drawing/2014/main" id="{5AAAF5F4-FCDD-4DDD-8731-89702D732C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2" name="直線コネクタ 111791">
                      <a:extLst>
                        <a:ext uri="{FF2B5EF4-FFF2-40B4-BE49-F238E27FC236}">
                          <a16:creationId xmlns:a16="http://schemas.microsoft.com/office/drawing/2014/main" id="{514EFD03-325B-49F0-ACF0-559AC777F8B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3" name="直線コネクタ 111792">
                      <a:extLst>
                        <a:ext uri="{FF2B5EF4-FFF2-40B4-BE49-F238E27FC236}">
                          <a16:creationId xmlns:a16="http://schemas.microsoft.com/office/drawing/2014/main" id="{BBF11FE4-858B-40D7-8E0F-6A87FED904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4" name="直線コネクタ 111793">
                      <a:extLst>
                        <a:ext uri="{FF2B5EF4-FFF2-40B4-BE49-F238E27FC236}">
                          <a16:creationId xmlns:a16="http://schemas.microsoft.com/office/drawing/2014/main" id="{8C86DB27-3BFC-4D10-95D6-31EA29181F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5" name="直線コネクタ 111794">
                      <a:extLst>
                        <a:ext uri="{FF2B5EF4-FFF2-40B4-BE49-F238E27FC236}">
                          <a16:creationId xmlns:a16="http://schemas.microsoft.com/office/drawing/2014/main" id="{5EC4A40D-B67E-49C9-8BD4-0F8887B9C7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6" name="直線コネクタ 111795">
                      <a:extLst>
                        <a:ext uri="{FF2B5EF4-FFF2-40B4-BE49-F238E27FC236}">
                          <a16:creationId xmlns:a16="http://schemas.microsoft.com/office/drawing/2014/main" id="{2D6804A1-7A08-42A1-88B2-8B7E5240B7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7" name="直線コネクタ 111796">
                      <a:extLst>
                        <a:ext uri="{FF2B5EF4-FFF2-40B4-BE49-F238E27FC236}">
                          <a16:creationId xmlns:a16="http://schemas.microsoft.com/office/drawing/2014/main" id="{83C2BC43-E0E3-4393-900E-7C4B2D780B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8" name="直線コネクタ 111797">
                      <a:extLst>
                        <a:ext uri="{FF2B5EF4-FFF2-40B4-BE49-F238E27FC236}">
                          <a16:creationId xmlns:a16="http://schemas.microsoft.com/office/drawing/2014/main" id="{6C57FA79-0750-4196-8A61-B3782769F6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99" name="直線コネクタ 111798">
                      <a:extLst>
                        <a:ext uri="{FF2B5EF4-FFF2-40B4-BE49-F238E27FC236}">
                          <a16:creationId xmlns:a16="http://schemas.microsoft.com/office/drawing/2014/main" id="{0F4024E7-A24D-419C-AAFB-F237962149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0" name="直線コネクタ 111799">
                      <a:extLst>
                        <a:ext uri="{FF2B5EF4-FFF2-40B4-BE49-F238E27FC236}">
                          <a16:creationId xmlns:a16="http://schemas.microsoft.com/office/drawing/2014/main" id="{7EC77A45-92EB-4161-B7AF-0B9E2DE2D6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1" name="直線コネクタ 111800">
                      <a:extLst>
                        <a:ext uri="{FF2B5EF4-FFF2-40B4-BE49-F238E27FC236}">
                          <a16:creationId xmlns:a16="http://schemas.microsoft.com/office/drawing/2014/main" id="{00B20A66-7ACC-47CD-8E8F-DF7EAE57BD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2" name="直線コネクタ 111801">
                      <a:extLst>
                        <a:ext uri="{FF2B5EF4-FFF2-40B4-BE49-F238E27FC236}">
                          <a16:creationId xmlns:a16="http://schemas.microsoft.com/office/drawing/2014/main" id="{FD506FFE-4FE6-47D6-8704-225E45E955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3" name="直線コネクタ 111802">
                      <a:extLst>
                        <a:ext uri="{FF2B5EF4-FFF2-40B4-BE49-F238E27FC236}">
                          <a16:creationId xmlns:a16="http://schemas.microsoft.com/office/drawing/2014/main" id="{ED8B0E84-7150-4B51-B471-1727782092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4" name="直線コネクタ 111803">
                      <a:extLst>
                        <a:ext uri="{FF2B5EF4-FFF2-40B4-BE49-F238E27FC236}">
                          <a16:creationId xmlns:a16="http://schemas.microsoft.com/office/drawing/2014/main" id="{44D07823-1781-4B59-A7BA-53340A5BD9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5" name="直線コネクタ 111804">
                      <a:extLst>
                        <a:ext uri="{FF2B5EF4-FFF2-40B4-BE49-F238E27FC236}">
                          <a16:creationId xmlns:a16="http://schemas.microsoft.com/office/drawing/2014/main" id="{5F7DC52C-3FF9-43A1-857C-94D323F53A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6" name="直線コネクタ 111805">
                      <a:extLst>
                        <a:ext uri="{FF2B5EF4-FFF2-40B4-BE49-F238E27FC236}">
                          <a16:creationId xmlns:a16="http://schemas.microsoft.com/office/drawing/2014/main" id="{8DA70C7A-CD2A-45A3-B75C-9B141889DF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7" name="直線コネクタ 111806">
                      <a:extLst>
                        <a:ext uri="{FF2B5EF4-FFF2-40B4-BE49-F238E27FC236}">
                          <a16:creationId xmlns:a16="http://schemas.microsoft.com/office/drawing/2014/main" id="{49F38A9B-65CF-434B-959F-EBC6B72952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8" name="直線コネクタ 111807">
                      <a:extLst>
                        <a:ext uri="{FF2B5EF4-FFF2-40B4-BE49-F238E27FC236}">
                          <a16:creationId xmlns:a16="http://schemas.microsoft.com/office/drawing/2014/main" id="{5C6489DF-C7A9-479F-991A-8DBB2D6C2C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09" name="直線コネクタ 111808">
                      <a:extLst>
                        <a:ext uri="{FF2B5EF4-FFF2-40B4-BE49-F238E27FC236}">
                          <a16:creationId xmlns:a16="http://schemas.microsoft.com/office/drawing/2014/main" id="{83CFB511-932C-4D78-8CE3-AE33A6421D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0" name="直線コネクタ 111809">
                      <a:extLst>
                        <a:ext uri="{FF2B5EF4-FFF2-40B4-BE49-F238E27FC236}">
                          <a16:creationId xmlns:a16="http://schemas.microsoft.com/office/drawing/2014/main" id="{78C9051F-3EE8-42BB-84C7-8DC73C4135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1" name="直線コネクタ 111810">
                      <a:extLst>
                        <a:ext uri="{FF2B5EF4-FFF2-40B4-BE49-F238E27FC236}">
                          <a16:creationId xmlns:a16="http://schemas.microsoft.com/office/drawing/2014/main" id="{FA0CA43B-7B13-41F6-9633-D0B2DF0640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2" name="直線コネクタ 111811">
                      <a:extLst>
                        <a:ext uri="{FF2B5EF4-FFF2-40B4-BE49-F238E27FC236}">
                          <a16:creationId xmlns:a16="http://schemas.microsoft.com/office/drawing/2014/main" id="{A30168F1-7B34-490B-9A88-4E9F99AF4C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3" name="直線コネクタ 111812">
                      <a:extLst>
                        <a:ext uri="{FF2B5EF4-FFF2-40B4-BE49-F238E27FC236}">
                          <a16:creationId xmlns:a16="http://schemas.microsoft.com/office/drawing/2014/main" id="{478BDF1B-C0CF-431E-9A96-6387EE3E30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4" name="直線コネクタ 111813">
                      <a:extLst>
                        <a:ext uri="{FF2B5EF4-FFF2-40B4-BE49-F238E27FC236}">
                          <a16:creationId xmlns:a16="http://schemas.microsoft.com/office/drawing/2014/main" id="{5DDC14F9-A846-4CE0-A9A9-F5C33254F2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5" name="直線コネクタ 111814">
                      <a:extLst>
                        <a:ext uri="{FF2B5EF4-FFF2-40B4-BE49-F238E27FC236}">
                          <a16:creationId xmlns:a16="http://schemas.microsoft.com/office/drawing/2014/main" id="{A162D041-E26F-40C7-9D3E-AC7183E85B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6" name="直線コネクタ 111815">
                      <a:extLst>
                        <a:ext uri="{FF2B5EF4-FFF2-40B4-BE49-F238E27FC236}">
                          <a16:creationId xmlns:a16="http://schemas.microsoft.com/office/drawing/2014/main" id="{17B8AE1B-BD13-4B8D-A9DF-5972FEE075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7" name="直線コネクタ 111816">
                      <a:extLst>
                        <a:ext uri="{FF2B5EF4-FFF2-40B4-BE49-F238E27FC236}">
                          <a16:creationId xmlns:a16="http://schemas.microsoft.com/office/drawing/2014/main" id="{9033F83B-6DED-4D77-82FC-22D4458D5E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8" name="直線コネクタ 111817">
                      <a:extLst>
                        <a:ext uri="{FF2B5EF4-FFF2-40B4-BE49-F238E27FC236}">
                          <a16:creationId xmlns:a16="http://schemas.microsoft.com/office/drawing/2014/main" id="{FB113455-E7D9-48C2-8FBE-99C1842EB4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19" name="直線コネクタ 111818">
                      <a:extLst>
                        <a:ext uri="{FF2B5EF4-FFF2-40B4-BE49-F238E27FC236}">
                          <a16:creationId xmlns:a16="http://schemas.microsoft.com/office/drawing/2014/main" id="{84703134-3F1D-46B0-92EE-9FA0EB03B5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0" name="直線コネクタ 111819">
                      <a:extLst>
                        <a:ext uri="{FF2B5EF4-FFF2-40B4-BE49-F238E27FC236}">
                          <a16:creationId xmlns:a16="http://schemas.microsoft.com/office/drawing/2014/main" id="{5BB4DD0D-41AD-4475-B5CA-314932A4CA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1" name="直線コネクタ 111820">
                      <a:extLst>
                        <a:ext uri="{FF2B5EF4-FFF2-40B4-BE49-F238E27FC236}">
                          <a16:creationId xmlns:a16="http://schemas.microsoft.com/office/drawing/2014/main" id="{99C205F3-95A5-4AB9-9576-D0FA29A59F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2" name="直線コネクタ 111821">
                      <a:extLst>
                        <a:ext uri="{FF2B5EF4-FFF2-40B4-BE49-F238E27FC236}">
                          <a16:creationId xmlns:a16="http://schemas.microsoft.com/office/drawing/2014/main" id="{B4FD3ABD-0ABE-4C15-8338-D7D12D99FA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3" name="直線コネクタ 111822">
                      <a:extLst>
                        <a:ext uri="{FF2B5EF4-FFF2-40B4-BE49-F238E27FC236}">
                          <a16:creationId xmlns:a16="http://schemas.microsoft.com/office/drawing/2014/main" id="{2F778BF6-5A89-4D4F-BC92-9F9B3559AD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824" name="直線コネクタ 111823">
                      <a:extLst>
                        <a:ext uri="{FF2B5EF4-FFF2-40B4-BE49-F238E27FC236}">
                          <a16:creationId xmlns:a16="http://schemas.microsoft.com/office/drawing/2014/main" id="{5932C43F-6908-4D77-B6D4-9B5B7BFC39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40" name="グループ化 111639">
                    <a:extLst>
                      <a:ext uri="{FF2B5EF4-FFF2-40B4-BE49-F238E27FC236}">
                        <a16:creationId xmlns:a16="http://schemas.microsoft.com/office/drawing/2014/main" id="{46760094-B1FA-409E-8099-D4C9381E1417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986240" y="3951923"/>
                    <a:ext cx="961201" cy="1029836"/>
                    <a:chOff x="6238799" y="4884963"/>
                    <a:chExt cx="961201" cy="1029836"/>
                  </a:xfrm>
                </p:grpSpPr>
                <p:cxnSp>
                  <p:nvCxnSpPr>
                    <p:cNvPr id="111702" name="直線コネクタ 111701">
                      <a:extLst>
                        <a:ext uri="{FF2B5EF4-FFF2-40B4-BE49-F238E27FC236}">
                          <a16:creationId xmlns:a16="http://schemas.microsoft.com/office/drawing/2014/main" id="{4954CDA4-242B-480F-A5B5-334DEDE05E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3" name="直線コネクタ 111702">
                      <a:extLst>
                        <a:ext uri="{FF2B5EF4-FFF2-40B4-BE49-F238E27FC236}">
                          <a16:creationId xmlns:a16="http://schemas.microsoft.com/office/drawing/2014/main" id="{B2AB076B-A853-4B85-B738-170941FE28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4" name="直線コネクタ 111703">
                      <a:extLst>
                        <a:ext uri="{FF2B5EF4-FFF2-40B4-BE49-F238E27FC236}">
                          <a16:creationId xmlns:a16="http://schemas.microsoft.com/office/drawing/2014/main" id="{7CB6807F-6B8F-45C5-98D2-0C773AF383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5" name="直線コネクタ 111704">
                      <a:extLst>
                        <a:ext uri="{FF2B5EF4-FFF2-40B4-BE49-F238E27FC236}">
                          <a16:creationId xmlns:a16="http://schemas.microsoft.com/office/drawing/2014/main" id="{3032649B-CAA4-49B0-953B-4D422BE0E4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6" name="直線コネクタ 111705">
                      <a:extLst>
                        <a:ext uri="{FF2B5EF4-FFF2-40B4-BE49-F238E27FC236}">
                          <a16:creationId xmlns:a16="http://schemas.microsoft.com/office/drawing/2014/main" id="{13CB7417-5216-4F3F-A6F4-5DF9F5A344C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7" name="直線コネクタ 111706">
                      <a:extLst>
                        <a:ext uri="{FF2B5EF4-FFF2-40B4-BE49-F238E27FC236}">
                          <a16:creationId xmlns:a16="http://schemas.microsoft.com/office/drawing/2014/main" id="{8B75B539-52E7-4D3E-8526-665CAC5B35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8" name="直線コネクタ 111707">
                      <a:extLst>
                        <a:ext uri="{FF2B5EF4-FFF2-40B4-BE49-F238E27FC236}">
                          <a16:creationId xmlns:a16="http://schemas.microsoft.com/office/drawing/2014/main" id="{81780A31-DEEA-4966-824F-D65981CFAB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400000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9" name="直線コネクタ 111708">
                      <a:extLst>
                        <a:ext uri="{FF2B5EF4-FFF2-40B4-BE49-F238E27FC236}">
                          <a16:creationId xmlns:a16="http://schemas.microsoft.com/office/drawing/2014/main" id="{282D0311-8600-4B19-AA87-268108DB0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400000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0" name="直線コネクタ 111709">
                      <a:extLst>
                        <a:ext uri="{FF2B5EF4-FFF2-40B4-BE49-F238E27FC236}">
                          <a16:creationId xmlns:a16="http://schemas.microsoft.com/office/drawing/2014/main" id="{FEBD0C70-D241-49AB-A6E3-B84260E7CF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1" name="直線コネクタ 111710">
                      <a:extLst>
                        <a:ext uri="{FF2B5EF4-FFF2-40B4-BE49-F238E27FC236}">
                          <a16:creationId xmlns:a16="http://schemas.microsoft.com/office/drawing/2014/main" id="{EFCCDC79-EC0E-4DDE-8D6A-1DAB766633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2" name="直線コネクタ 111711">
                      <a:extLst>
                        <a:ext uri="{FF2B5EF4-FFF2-40B4-BE49-F238E27FC236}">
                          <a16:creationId xmlns:a16="http://schemas.microsoft.com/office/drawing/2014/main" id="{70BB63A0-4342-43F2-B82E-BFFEEA11CC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799" y="5399999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3" name="直線コネクタ 111712">
                      <a:extLst>
                        <a:ext uri="{FF2B5EF4-FFF2-40B4-BE49-F238E27FC236}">
                          <a16:creationId xmlns:a16="http://schemas.microsoft.com/office/drawing/2014/main" id="{FCDEA835-F399-475F-B4F4-C22D34C436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4" name="直線コネクタ 111713">
                      <a:extLst>
                        <a:ext uri="{FF2B5EF4-FFF2-40B4-BE49-F238E27FC236}">
                          <a16:creationId xmlns:a16="http://schemas.microsoft.com/office/drawing/2014/main" id="{CA27D6F1-27D0-46FE-9CAB-891C53DE8D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5" name="直線コネクタ 111714">
                      <a:extLst>
                        <a:ext uri="{FF2B5EF4-FFF2-40B4-BE49-F238E27FC236}">
                          <a16:creationId xmlns:a16="http://schemas.microsoft.com/office/drawing/2014/main" id="{B3E86E1E-0239-475A-9293-56D9AD87C3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6" name="直線コネクタ 111715">
                      <a:extLst>
                        <a:ext uri="{FF2B5EF4-FFF2-40B4-BE49-F238E27FC236}">
                          <a16:creationId xmlns:a16="http://schemas.microsoft.com/office/drawing/2014/main" id="{04CD9F42-6E71-4D0D-A96A-AADC363519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7" name="直線コネクタ 111716">
                      <a:extLst>
                        <a:ext uri="{FF2B5EF4-FFF2-40B4-BE49-F238E27FC236}">
                          <a16:creationId xmlns:a16="http://schemas.microsoft.com/office/drawing/2014/main" id="{8D637531-B583-4AEA-A003-D59B1945CB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8" name="直線コネクタ 111717">
                      <a:extLst>
                        <a:ext uri="{FF2B5EF4-FFF2-40B4-BE49-F238E27FC236}">
                          <a16:creationId xmlns:a16="http://schemas.microsoft.com/office/drawing/2014/main" id="{3922EE7A-A6EA-47F8-8FFB-40B023E38B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19" name="直線コネクタ 111718">
                      <a:extLst>
                        <a:ext uri="{FF2B5EF4-FFF2-40B4-BE49-F238E27FC236}">
                          <a16:creationId xmlns:a16="http://schemas.microsoft.com/office/drawing/2014/main" id="{122FB941-42F2-4EA2-88D2-32407841EF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0" name="直線コネクタ 111719">
                      <a:extLst>
                        <a:ext uri="{FF2B5EF4-FFF2-40B4-BE49-F238E27FC236}">
                          <a16:creationId xmlns:a16="http://schemas.microsoft.com/office/drawing/2014/main" id="{0F9EED46-EA98-4B1B-93DA-44EB9E909B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1" name="直線コネクタ 111720">
                      <a:extLst>
                        <a:ext uri="{FF2B5EF4-FFF2-40B4-BE49-F238E27FC236}">
                          <a16:creationId xmlns:a16="http://schemas.microsoft.com/office/drawing/2014/main" id="{7E88EAF9-9786-448E-A3BC-A149A836C3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2" name="直線コネクタ 111721">
                      <a:extLst>
                        <a:ext uri="{FF2B5EF4-FFF2-40B4-BE49-F238E27FC236}">
                          <a16:creationId xmlns:a16="http://schemas.microsoft.com/office/drawing/2014/main" id="{256223F4-2C60-4650-B82A-A1E4B857AB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3" name="直線コネクタ 111722">
                      <a:extLst>
                        <a:ext uri="{FF2B5EF4-FFF2-40B4-BE49-F238E27FC236}">
                          <a16:creationId xmlns:a16="http://schemas.microsoft.com/office/drawing/2014/main" id="{9CCF182A-1347-4853-B1C7-84AC3505A6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4" name="直線コネクタ 111723">
                      <a:extLst>
                        <a:ext uri="{FF2B5EF4-FFF2-40B4-BE49-F238E27FC236}">
                          <a16:creationId xmlns:a16="http://schemas.microsoft.com/office/drawing/2014/main" id="{84604C56-F8AC-40AD-AD42-10B9058E11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5" name="直線コネクタ 111724">
                      <a:extLst>
                        <a:ext uri="{FF2B5EF4-FFF2-40B4-BE49-F238E27FC236}">
                          <a16:creationId xmlns:a16="http://schemas.microsoft.com/office/drawing/2014/main" id="{69B20DDD-C127-41C1-8FC4-8B77B76A2A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6" name="直線コネクタ 111725">
                      <a:extLst>
                        <a:ext uri="{FF2B5EF4-FFF2-40B4-BE49-F238E27FC236}">
                          <a16:creationId xmlns:a16="http://schemas.microsoft.com/office/drawing/2014/main" id="{68C48697-A39C-4D90-861B-B641E19E3FD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7" name="直線コネクタ 111726">
                      <a:extLst>
                        <a:ext uri="{FF2B5EF4-FFF2-40B4-BE49-F238E27FC236}">
                          <a16:creationId xmlns:a16="http://schemas.microsoft.com/office/drawing/2014/main" id="{89A7E4E0-7C70-45B0-9FBA-2DABDF5F93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8" name="直線コネクタ 111727">
                      <a:extLst>
                        <a:ext uri="{FF2B5EF4-FFF2-40B4-BE49-F238E27FC236}">
                          <a16:creationId xmlns:a16="http://schemas.microsoft.com/office/drawing/2014/main" id="{0D603CA1-222D-4D3E-A59F-4B5D703F16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29" name="直線コネクタ 111728">
                      <a:extLst>
                        <a:ext uri="{FF2B5EF4-FFF2-40B4-BE49-F238E27FC236}">
                          <a16:creationId xmlns:a16="http://schemas.microsoft.com/office/drawing/2014/main" id="{398EE246-B899-430A-86DA-98151F1F18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0" name="直線コネクタ 111729">
                      <a:extLst>
                        <a:ext uri="{FF2B5EF4-FFF2-40B4-BE49-F238E27FC236}">
                          <a16:creationId xmlns:a16="http://schemas.microsoft.com/office/drawing/2014/main" id="{305865B2-CB6F-40E8-94DB-DB3AE69A3E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1" name="直線コネクタ 111730">
                      <a:extLst>
                        <a:ext uri="{FF2B5EF4-FFF2-40B4-BE49-F238E27FC236}">
                          <a16:creationId xmlns:a16="http://schemas.microsoft.com/office/drawing/2014/main" id="{0E8952D5-850D-4A4A-ABA8-FB51294045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2" name="直線コネクタ 111731">
                      <a:extLst>
                        <a:ext uri="{FF2B5EF4-FFF2-40B4-BE49-F238E27FC236}">
                          <a16:creationId xmlns:a16="http://schemas.microsoft.com/office/drawing/2014/main" id="{8335BB29-027B-4867-8025-5E151FA2D8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3" name="直線コネクタ 111732">
                      <a:extLst>
                        <a:ext uri="{FF2B5EF4-FFF2-40B4-BE49-F238E27FC236}">
                          <a16:creationId xmlns:a16="http://schemas.microsoft.com/office/drawing/2014/main" id="{5E471202-D733-455A-A87A-C1ADBCD76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38800" y="5399999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4" name="直線コネクタ 111733">
                      <a:extLst>
                        <a:ext uri="{FF2B5EF4-FFF2-40B4-BE49-F238E27FC236}">
                          <a16:creationId xmlns:a16="http://schemas.microsoft.com/office/drawing/2014/main" id="{03F180C1-DA58-4E4C-865F-8EE0897CEA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99763"/>
                      <a:ext cx="961200" cy="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5" name="直線コネクタ 111734">
                      <a:extLst>
                        <a:ext uri="{FF2B5EF4-FFF2-40B4-BE49-F238E27FC236}">
                          <a16:creationId xmlns:a16="http://schemas.microsoft.com/office/drawing/2014/main" id="{26D56770-FF0B-4730-9362-EF0DD8D60B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884963"/>
                      <a:ext cx="889200" cy="51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6" name="直線コネクタ 111735">
                      <a:extLst>
                        <a:ext uri="{FF2B5EF4-FFF2-40B4-BE49-F238E27FC236}">
                          <a16:creationId xmlns:a16="http://schemas.microsoft.com/office/drawing/2014/main" id="{C1EC13B8-8B46-4BC4-AA6C-67361A88FA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02962"/>
                      <a:ext cx="892800" cy="49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7" name="直線コネクタ 111736">
                      <a:extLst>
                        <a:ext uri="{FF2B5EF4-FFF2-40B4-BE49-F238E27FC236}">
                          <a16:creationId xmlns:a16="http://schemas.microsoft.com/office/drawing/2014/main" id="{80880B00-8B2A-4E9A-989A-54CA2B07F2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20962"/>
                      <a:ext cx="900000" cy="47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8" name="直線コネクタ 111737">
                      <a:extLst>
                        <a:ext uri="{FF2B5EF4-FFF2-40B4-BE49-F238E27FC236}">
                          <a16:creationId xmlns:a16="http://schemas.microsoft.com/office/drawing/2014/main" id="{7007C5F5-B53C-4434-BE94-9EEAA48EFD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38962"/>
                      <a:ext cx="903600" cy="46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39" name="直線コネクタ 111738">
                      <a:extLst>
                        <a:ext uri="{FF2B5EF4-FFF2-40B4-BE49-F238E27FC236}">
                          <a16:creationId xmlns:a16="http://schemas.microsoft.com/office/drawing/2014/main" id="{23151E67-97B3-4F86-91A9-AABE24880C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56962"/>
                      <a:ext cx="910800" cy="44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0" name="直線コネクタ 111739">
                      <a:extLst>
                        <a:ext uri="{FF2B5EF4-FFF2-40B4-BE49-F238E27FC236}">
                          <a16:creationId xmlns:a16="http://schemas.microsoft.com/office/drawing/2014/main" id="{5982893C-78E8-4FDA-9BF2-ACA2BD588B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4974962"/>
                      <a:ext cx="914400" cy="424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1" name="直線コネクタ 111740">
                      <a:extLst>
                        <a:ext uri="{FF2B5EF4-FFF2-40B4-BE49-F238E27FC236}">
                          <a16:creationId xmlns:a16="http://schemas.microsoft.com/office/drawing/2014/main" id="{06C8B059-6A45-4DBA-88A7-A0772B7719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4992963"/>
                      <a:ext cx="918000" cy="406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2" name="直線コネクタ 111741">
                      <a:extLst>
                        <a:ext uri="{FF2B5EF4-FFF2-40B4-BE49-F238E27FC236}">
                          <a16:creationId xmlns:a16="http://schemas.microsoft.com/office/drawing/2014/main" id="{84806883-38E2-4AB0-B868-722280507A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07363"/>
                      <a:ext cx="921600" cy="39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3" name="直線コネクタ 111742">
                      <a:extLst>
                        <a:ext uri="{FF2B5EF4-FFF2-40B4-BE49-F238E27FC236}">
                          <a16:creationId xmlns:a16="http://schemas.microsoft.com/office/drawing/2014/main" id="{8B31C645-7045-4707-9352-AD55512EE3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799" y="5025363"/>
                      <a:ext cx="925200" cy="374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4" name="直線コネクタ 111743">
                      <a:extLst>
                        <a:ext uri="{FF2B5EF4-FFF2-40B4-BE49-F238E27FC236}">
                          <a16:creationId xmlns:a16="http://schemas.microsoft.com/office/drawing/2014/main" id="{116E2795-1E46-4E57-A382-2BE22EC9AE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43363"/>
                      <a:ext cx="928800" cy="356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5" name="直線コネクタ 111744">
                      <a:extLst>
                        <a:ext uri="{FF2B5EF4-FFF2-40B4-BE49-F238E27FC236}">
                          <a16:creationId xmlns:a16="http://schemas.microsoft.com/office/drawing/2014/main" id="{7B833083-9AE8-4EC1-AC1F-7C0A0AF8D8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61363"/>
                      <a:ext cx="932400" cy="33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6" name="直線コネクタ 111745">
                      <a:extLst>
                        <a:ext uri="{FF2B5EF4-FFF2-40B4-BE49-F238E27FC236}">
                          <a16:creationId xmlns:a16="http://schemas.microsoft.com/office/drawing/2014/main" id="{67EE8677-EDB6-40E2-B518-D3821DE8C3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75763"/>
                      <a:ext cx="936000" cy="324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7" name="直線コネクタ 111746">
                      <a:extLst>
                        <a:ext uri="{FF2B5EF4-FFF2-40B4-BE49-F238E27FC236}">
                          <a16:creationId xmlns:a16="http://schemas.microsoft.com/office/drawing/2014/main" id="{476CA644-1AC8-44FC-AC95-9D83A9E2AE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093763"/>
                      <a:ext cx="939600" cy="306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8" name="直線コネクタ 111747">
                      <a:extLst>
                        <a:ext uri="{FF2B5EF4-FFF2-40B4-BE49-F238E27FC236}">
                          <a16:creationId xmlns:a16="http://schemas.microsoft.com/office/drawing/2014/main" id="{8AB70AED-8079-4C71-B07B-83FB7E01CA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11763"/>
                      <a:ext cx="943200" cy="28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49" name="直線コネクタ 111748">
                      <a:extLst>
                        <a:ext uri="{FF2B5EF4-FFF2-40B4-BE49-F238E27FC236}">
                          <a16:creationId xmlns:a16="http://schemas.microsoft.com/office/drawing/2014/main" id="{86334431-2F94-4B10-9C91-3CE5F09C98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29763"/>
                      <a:ext cx="943200" cy="270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0" name="直線コネクタ 111749">
                      <a:extLst>
                        <a:ext uri="{FF2B5EF4-FFF2-40B4-BE49-F238E27FC236}">
                          <a16:creationId xmlns:a16="http://schemas.microsoft.com/office/drawing/2014/main" id="{ECD45FFD-60B1-4A3B-AFEA-1D05795FE6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47763"/>
                      <a:ext cx="946800" cy="252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1" name="直線コネクタ 111750">
                      <a:extLst>
                        <a:ext uri="{FF2B5EF4-FFF2-40B4-BE49-F238E27FC236}">
                          <a16:creationId xmlns:a16="http://schemas.microsoft.com/office/drawing/2014/main" id="{D0A87046-9EFE-4801-9C95-F1093972D7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62163"/>
                      <a:ext cx="946800" cy="237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2" name="直線コネクタ 111751">
                      <a:extLst>
                        <a:ext uri="{FF2B5EF4-FFF2-40B4-BE49-F238E27FC236}">
                          <a16:creationId xmlns:a16="http://schemas.microsoft.com/office/drawing/2014/main" id="{5DB37859-2365-4212-BBAA-F14BBCFA92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80163"/>
                      <a:ext cx="950400" cy="219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3" name="直線コネクタ 111752">
                      <a:extLst>
                        <a:ext uri="{FF2B5EF4-FFF2-40B4-BE49-F238E27FC236}">
                          <a16:creationId xmlns:a16="http://schemas.microsoft.com/office/drawing/2014/main" id="{20D776C7-72DF-4295-B36A-6064DEB726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198163"/>
                      <a:ext cx="950400" cy="2016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4" name="直線コネクタ 111753">
                      <a:extLst>
                        <a:ext uri="{FF2B5EF4-FFF2-40B4-BE49-F238E27FC236}">
                          <a16:creationId xmlns:a16="http://schemas.microsoft.com/office/drawing/2014/main" id="{12F4853F-EC60-4CFB-A80B-0968B18245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12563"/>
                      <a:ext cx="954000" cy="18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5" name="直線コネクタ 111754">
                      <a:extLst>
                        <a:ext uri="{FF2B5EF4-FFF2-40B4-BE49-F238E27FC236}">
                          <a16:creationId xmlns:a16="http://schemas.microsoft.com/office/drawing/2014/main" id="{1886323B-20D7-485B-8D78-9171D02BF5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30563"/>
                      <a:ext cx="957600" cy="16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6" name="直線コネクタ 111755">
                      <a:extLst>
                        <a:ext uri="{FF2B5EF4-FFF2-40B4-BE49-F238E27FC236}">
                          <a16:creationId xmlns:a16="http://schemas.microsoft.com/office/drawing/2014/main" id="{4B18F803-67A4-484D-AC0C-2B699EA860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48563"/>
                      <a:ext cx="957600" cy="15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7" name="直線コネクタ 111756">
                      <a:extLst>
                        <a:ext uri="{FF2B5EF4-FFF2-40B4-BE49-F238E27FC236}">
                          <a16:creationId xmlns:a16="http://schemas.microsoft.com/office/drawing/2014/main" id="{5042FEDF-AA8F-488D-9BF2-D86DD09DF4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66563"/>
                      <a:ext cx="9576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8" name="直線コネクタ 111757">
                      <a:extLst>
                        <a:ext uri="{FF2B5EF4-FFF2-40B4-BE49-F238E27FC236}">
                          <a16:creationId xmlns:a16="http://schemas.microsoft.com/office/drawing/2014/main" id="{5D1DC9CA-1464-4E91-828B-6291284CB2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80963"/>
                      <a:ext cx="961200" cy="118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59" name="直線コネクタ 111758">
                      <a:extLst>
                        <a:ext uri="{FF2B5EF4-FFF2-40B4-BE49-F238E27FC236}">
                          <a16:creationId xmlns:a16="http://schemas.microsoft.com/office/drawing/2014/main" id="{DAD21B56-B1AF-4F9B-89A1-5EBB94ACF15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298963"/>
                      <a:ext cx="961200" cy="100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0" name="直線コネクタ 111759">
                      <a:extLst>
                        <a:ext uri="{FF2B5EF4-FFF2-40B4-BE49-F238E27FC236}">
                          <a16:creationId xmlns:a16="http://schemas.microsoft.com/office/drawing/2014/main" id="{A10B55FE-2B1A-4F84-A95D-8BE8200615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16963"/>
                      <a:ext cx="961200" cy="828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1" name="直線コネクタ 111760">
                      <a:extLst>
                        <a:ext uri="{FF2B5EF4-FFF2-40B4-BE49-F238E27FC236}">
                          <a16:creationId xmlns:a16="http://schemas.microsoft.com/office/drawing/2014/main" id="{18EC98F3-055D-4DD1-A295-EDE0B49FB7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31363"/>
                      <a:ext cx="961200" cy="68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2" name="直線コネクタ 111761">
                      <a:extLst>
                        <a:ext uri="{FF2B5EF4-FFF2-40B4-BE49-F238E27FC236}">
                          <a16:creationId xmlns:a16="http://schemas.microsoft.com/office/drawing/2014/main" id="{B1A06C92-3237-48E6-86D6-706E645C5D8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49363"/>
                      <a:ext cx="961200" cy="50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3" name="直線コネクタ 111762">
                      <a:extLst>
                        <a:ext uri="{FF2B5EF4-FFF2-40B4-BE49-F238E27FC236}">
                          <a16:creationId xmlns:a16="http://schemas.microsoft.com/office/drawing/2014/main" id="{FBB33D2C-8387-4417-A5D1-2E6772C65C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67363"/>
                      <a:ext cx="961200" cy="324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64" name="直線コネクタ 111763">
                      <a:extLst>
                        <a:ext uri="{FF2B5EF4-FFF2-40B4-BE49-F238E27FC236}">
                          <a16:creationId xmlns:a16="http://schemas.microsoft.com/office/drawing/2014/main" id="{375F212E-9E16-4271-927A-FF0248BAC1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6238800" y="5381763"/>
                      <a:ext cx="961200" cy="180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641" name="グループ化 111640">
                    <a:extLst>
                      <a:ext uri="{FF2B5EF4-FFF2-40B4-BE49-F238E27FC236}">
                        <a16:creationId xmlns:a16="http://schemas.microsoft.com/office/drawing/2014/main" id="{A7B15425-C5E9-47E8-8873-73316C953B8B}"/>
                      </a:ext>
                    </a:extLst>
                  </p:cNvPr>
                  <p:cNvGrpSpPr/>
                  <p:nvPr/>
                </p:nvGrpSpPr>
                <p:grpSpPr>
                  <a:xfrm rot="13500000">
                    <a:off x="3518029" y="4490423"/>
                    <a:ext cx="1018800" cy="933480"/>
                    <a:chOff x="6174000" y="4275720"/>
                    <a:chExt cx="1018800" cy="933480"/>
                  </a:xfrm>
                </p:grpSpPr>
                <p:cxnSp>
                  <p:nvCxnSpPr>
                    <p:cNvPr id="111642" name="直線コネクタ 111641">
                      <a:extLst>
                        <a:ext uri="{FF2B5EF4-FFF2-40B4-BE49-F238E27FC236}">
                          <a16:creationId xmlns:a16="http://schemas.microsoft.com/office/drawing/2014/main" id="{5004634B-2755-44B3-A6E5-74049F425B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8800" cy="13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43" name="直線コネクタ 111642">
                      <a:extLst>
                        <a:ext uri="{FF2B5EF4-FFF2-40B4-BE49-F238E27FC236}">
                          <a16:creationId xmlns:a16="http://schemas.microsoft.com/office/drawing/2014/main" id="{A176D1C1-721A-40DB-99D7-A91491011F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11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44" name="直線コネクタ 111643">
                      <a:extLst>
                        <a:ext uri="{FF2B5EF4-FFF2-40B4-BE49-F238E27FC236}">
                          <a16:creationId xmlns:a16="http://schemas.microsoft.com/office/drawing/2014/main" id="{855556A4-5E32-42BC-A655-DBC735106A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5200" cy="97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45" name="直線コネクタ 111644">
                      <a:extLst>
                        <a:ext uri="{FF2B5EF4-FFF2-40B4-BE49-F238E27FC236}">
                          <a16:creationId xmlns:a16="http://schemas.microsoft.com/office/drawing/2014/main" id="{573C9DB6-81E5-4B5B-8CBC-B6282B4437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11600" cy="79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46" name="直線コネクタ 111645">
                      <a:extLst>
                        <a:ext uri="{FF2B5EF4-FFF2-40B4-BE49-F238E27FC236}">
                          <a16:creationId xmlns:a16="http://schemas.microsoft.com/office/drawing/2014/main" id="{AC13386D-FA1B-4B09-A74B-4B1A5562CA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61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47" name="直線コネクタ 111646">
                      <a:extLst>
                        <a:ext uri="{FF2B5EF4-FFF2-40B4-BE49-F238E27FC236}">
                          <a16:creationId xmlns:a16="http://schemas.microsoft.com/office/drawing/2014/main" id="{C1618F5A-307B-48E7-9BAB-212194E5A0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8000" cy="43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48" name="直線コネクタ 111647">
                      <a:extLst>
                        <a:ext uri="{FF2B5EF4-FFF2-40B4-BE49-F238E27FC236}">
                          <a16:creationId xmlns:a16="http://schemas.microsoft.com/office/drawing/2014/main" id="{CFB3132A-6484-4FDF-BD8F-15917E2D93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174000" y="5076000"/>
                      <a:ext cx="1004400" cy="25200"/>
                    </a:xfrm>
                    <a:prstGeom prst="line">
                      <a:avLst/>
                    </a:prstGeom>
                    <a:ln w="190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49" name="直線コネクタ 111648">
                      <a:extLst>
                        <a:ext uri="{FF2B5EF4-FFF2-40B4-BE49-F238E27FC236}">
                          <a16:creationId xmlns:a16="http://schemas.microsoft.com/office/drawing/2014/main" id="{FE675CC9-B3DA-4C85-B799-409F3EC233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67360"/>
                      <a:ext cx="9972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0" name="直線コネクタ 111649">
                      <a:extLst>
                        <a:ext uri="{FF2B5EF4-FFF2-40B4-BE49-F238E27FC236}">
                          <a16:creationId xmlns:a16="http://schemas.microsoft.com/office/drawing/2014/main" id="{7238ED57-CD86-466B-8ECA-7AF36800A81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174000" y="5076000"/>
                      <a:ext cx="1000800" cy="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1" name="直線コネクタ 111650">
                      <a:extLst>
                        <a:ext uri="{FF2B5EF4-FFF2-40B4-BE49-F238E27FC236}">
                          <a16:creationId xmlns:a16="http://schemas.microsoft.com/office/drawing/2014/main" id="{772702EB-51CB-49B7-A26C-8F6CF9A13D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50080"/>
                      <a:ext cx="993240" cy="2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2" name="直線コネクタ 111651">
                      <a:extLst>
                        <a:ext uri="{FF2B5EF4-FFF2-40B4-BE49-F238E27FC236}">
                          <a16:creationId xmlns:a16="http://schemas.microsoft.com/office/drawing/2014/main" id="{7DA4FA49-A88B-49FA-AF8D-2C49CF9A39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32800"/>
                      <a:ext cx="992520" cy="432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3" name="直線コネクタ 111652">
                      <a:extLst>
                        <a:ext uri="{FF2B5EF4-FFF2-40B4-BE49-F238E27FC236}">
                          <a16:creationId xmlns:a16="http://schemas.microsoft.com/office/drawing/2014/main" id="{6E485FB1-DBE9-46A7-9A60-E8AA248706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5015520"/>
                      <a:ext cx="988200" cy="60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4" name="直線コネクタ 111653">
                      <a:extLst>
                        <a:ext uri="{FF2B5EF4-FFF2-40B4-BE49-F238E27FC236}">
                          <a16:creationId xmlns:a16="http://schemas.microsoft.com/office/drawing/2014/main" id="{EA44BED0-26E6-4435-BB05-2542B48D01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98600"/>
                      <a:ext cx="983520" cy="77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5" name="直線コネクタ 111654">
                      <a:extLst>
                        <a:ext uri="{FF2B5EF4-FFF2-40B4-BE49-F238E27FC236}">
                          <a16:creationId xmlns:a16="http://schemas.microsoft.com/office/drawing/2014/main" id="{4787CD6A-365A-42E5-B421-F18C3475C7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81320"/>
                      <a:ext cx="981720" cy="94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6" name="直線コネクタ 111655">
                      <a:extLst>
                        <a:ext uri="{FF2B5EF4-FFF2-40B4-BE49-F238E27FC236}">
                          <a16:creationId xmlns:a16="http://schemas.microsoft.com/office/drawing/2014/main" id="{F92A8C18-BE21-4184-960F-D28842D7B8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64760"/>
                      <a:ext cx="976320" cy="111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7" name="直線コネクタ 111656">
                      <a:extLst>
                        <a:ext uri="{FF2B5EF4-FFF2-40B4-BE49-F238E27FC236}">
                          <a16:creationId xmlns:a16="http://schemas.microsoft.com/office/drawing/2014/main" id="{03CC805B-EA37-47D1-89E9-DBFFAE7405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48200"/>
                      <a:ext cx="970920" cy="12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8" name="直線コネクタ 111657">
                      <a:extLst>
                        <a:ext uri="{FF2B5EF4-FFF2-40B4-BE49-F238E27FC236}">
                          <a16:creationId xmlns:a16="http://schemas.microsoft.com/office/drawing/2014/main" id="{B5F2AACE-DD69-4676-8F15-1945C1069C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31640"/>
                      <a:ext cx="964800" cy="144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59" name="直線コネクタ 111658">
                      <a:extLst>
                        <a:ext uri="{FF2B5EF4-FFF2-40B4-BE49-F238E27FC236}">
                          <a16:creationId xmlns:a16="http://schemas.microsoft.com/office/drawing/2014/main" id="{3A0E021E-9B82-4521-87F5-23B93A8603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915080"/>
                      <a:ext cx="962280" cy="160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0" name="直線コネクタ 111659">
                      <a:extLst>
                        <a:ext uri="{FF2B5EF4-FFF2-40B4-BE49-F238E27FC236}">
                          <a16:creationId xmlns:a16="http://schemas.microsoft.com/office/drawing/2014/main" id="{A16828C7-8B0F-4C78-8772-653697EF43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98880"/>
                      <a:ext cx="955800" cy="177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1" name="直線コネクタ 111660">
                      <a:extLst>
                        <a:ext uri="{FF2B5EF4-FFF2-40B4-BE49-F238E27FC236}">
                          <a16:creationId xmlns:a16="http://schemas.microsoft.com/office/drawing/2014/main" id="{53D1E993-B6EC-4194-BCFB-6DE9AC113F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82320"/>
                      <a:ext cx="952560" cy="193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2" name="直線コネクタ 111661">
                      <a:extLst>
                        <a:ext uri="{FF2B5EF4-FFF2-40B4-BE49-F238E27FC236}">
                          <a16:creationId xmlns:a16="http://schemas.microsoft.com/office/drawing/2014/main" id="{A3338BE7-FBB4-4F14-BDF8-6982D9E00D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65760"/>
                      <a:ext cx="948960" cy="210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3" name="直線コネクタ 111662">
                      <a:extLst>
                        <a:ext uri="{FF2B5EF4-FFF2-40B4-BE49-F238E27FC236}">
                          <a16:creationId xmlns:a16="http://schemas.microsoft.com/office/drawing/2014/main" id="{DF5A117D-FBFC-4C12-9053-5D6E52C73B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49920"/>
                      <a:ext cx="941760" cy="226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4" name="直線コネクタ 111663">
                      <a:extLst>
                        <a:ext uri="{FF2B5EF4-FFF2-40B4-BE49-F238E27FC236}">
                          <a16:creationId xmlns:a16="http://schemas.microsoft.com/office/drawing/2014/main" id="{4B086787-62C3-44EF-B85F-FF4562164F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33360"/>
                      <a:ext cx="937440" cy="242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5" name="直線コネクタ 111664">
                      <a:extLst>
                        <a:ext uri="{FF2B5EF4-FFF2-40B4-BE49-F238E27FC236}">
                          <a16:creationId xmlns:a16="http://schemas.microsoft.com/office/drawing/2014/main" id="{E824088F-854B-4B94-9295-55296E5F0D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17160"/>
                      <a:ext cx="933120" cy="258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6" name="直線コネクタ 111665">
                      <a:extLst>
                        <a:ext uri="{FF2B5EF4-FFF2-40B4-BE49-F238E27FC236}">
                          <a16:creationId xmlns:a16="http://schemas.microsoft.com/office/drawing/2014/main" id="{C0916CF7-70D7-4948-B815-FD64B0C848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802040"/>
                      <a:ext cx="925200" cy="273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7" name="直線コネクタ 111666">
                      <a:extLst>
                        <a:ext uri="{FF2B5EF4-FFF2-40B4-BE49-F238E27FC236}">
                          <a16:creationId xmlns:a16="http://schemas.microsoft.com/office/drawing/2014/main" id="{7248C12E-49BB-413B-86EF-4F77055167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85840"/>
                      <a:ext cx="920160" cy="290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8" name="直線コネクタ 111667">
                      <a:extLst>
                        <a:ext uri="{FF2B5EF4-FFF2-40B4-BE49-F238E27FC236}">
                          <a16:creationId xmlns:a16="http://schemas.microsoft.com/office/drawing/2014/main" id="{C6C6A5FA-DC84-4173-9534-D53D8D3A2B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70000"/>
                      <a:ext cx="915120" cy="306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69" name="直線コネクタ 111668">
                      <a:extLst>
                        <a:ext uri="{FF2B5EF4-FFF2-40B4-BE49-F238E27FC236}">
                          <a16:creationId xmlns:a16="http://schemas.microsoft.com/office/drawing/2014/main" id="{4DC5069B-A839-44E4-BD19-D725F6E81A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55240"/>
                      <a:ext cx="906120" cy="3207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0" name="直線コネクタ 111669">
                      <a:extLst>
                        <a:ext uri="{FF2B5EF4-FFF2-40B4-BE49-F238E27FC236}">
                          <a16:creationId xmlns:a16="http://schemas.microsoft.com/office/drawing/2014/main" id="{28D5ED2D-7A6F-4057-84F0-2A1E9CE59A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39400"/>
                      <a:ext cx="900360" cy="3366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1" name="直線コネクタ 111670">
                      <a:extLst>
                        <a:ext uri="{FF2B5EF4-FFF2-40B4-BE49-F238E27FC236}">
                          <a16:creationId xmlns:a16="http://schemas.microsoft.com/office/drawing/2014/main" id="{EF43EB93-7CBC-42EA-81BF-9EE960A09D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23560"/>
                      <a:ext cx="894240" cy="352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2" name="直線コネクタ 111671">
                      <a:extLst>
                        <a:ext uri="{FF2B5EF4-FFF2-40B4-BE49-F238E27FC236}">
                          <a16:creationId xmlns:a16="http://schemas.microsoft.com/office/drawing/2014/main" id="{97621450-A5DF-4954-A525-8E46076C2E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708080"/>
                      <a:ext cx="888120" cy="367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3" name="直線コネクタ 111672">
                      <a:extLst>
                        <a:ext uri="{FF2B5EF4-FFF2-40B4-BE49-F238E27FC236}">
                          <a16:creationId xmlns:a16="http://schemas.microsoft.com/office/drawing/2014/main" id="{6BA99B50-3194-405C-AAD3-0A88ED9021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92600"/>
                      <a:ext cx="881640" cy="383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4" name="直線コネクタ 111673">
                      <a:extLst>
                        <a:ext uri="{FF2B5EF4-FFF2-40B4-BE49-F238E27FC236}">
                          <a16:creationId xmlns:a16="http://schemas.microsoft.com/office/drawing/2014/main" id="{AC9C287C-F222-44EE-86F8-6F7C53AF55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77480"/>
                      <a:ext cx="874800" cy="398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5" name="直線コネクタ 111674">
                      <a:extLst>
                        <a:ext uri="{FF2B5EF4-FFF2-40B4-BE49-F238E27FC236}">
                          <a16:creationId xmlns:a16="http://schemas.microsoft.com/office/drawing/2014/main" id="{B7C3C505-3B8B-4CA5-9F23-25FBAAF5F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62360"/>
                      <a:ext cx="867600" cy="413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6" name="直線コネクタ 111675">
                      <a:extLst>
                        <a:ext uri="{FF2B5EF4-FFF2-40B4-BE49-F238E27FC236}">
                          <a16:creationId xmlns:a16="http://schemas.microsoft.com/office/drawing/2014/main" id="{5B08C374-63B4-4493-8AF4-C8C624DEDD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45440"/>
                      <a:ext cx="863280" cy="430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7" name="直線コネクタ 111676">
                      <a:extLst>
                        <a:ext uri="{FF2B5EF4-FFF2-40B4-BE49-F238E27FC236}">
                          <a16:creationId xmlns:a16="http://schemas.microsoft.com/office/drawing/2014/main" id="{A62219BB-533C-4D74-B2D8-1E53438586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30680"/>
                      <a:ext cx="855720" cy="445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8" name="直線コネクタ 111677">
                      <a:extLst>
                        <a:ext uri="{FF2B5EF4-FFF2-40B4-BE49-F238E27FC236}">
                          <a16:creationId xmlns:a16="http://schemas.microsoft.com/office/drawing/2014/main" id="{48D68A8B-5DAF-419A-8B4D-FCBA63F643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615560"/>
                      <a:ext cx="847800" cy="46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79" name="直線コネクタ 111678">
                      <a:extLst>
                        <a:ext uri="{FF2B5EF4-FFF2-40B4-BE49-F238E27FC236}">
                          <a16:creationId xmlns:a16="http://schemas.microsoft.com/office/drawing/2014/main" id="{0DDA7730-28F5-443B-9F26-2CD7C896F9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99000"/>
                      <a:ext cx="842760" cy="477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0" name="直線コネクタ 111679">
                      <a:extLst>
                        <a:ext uri="{FF2B5EF4-FFF2-40B4-BE49-F238E27FC236}">
                          <a16:creationId xmlns:a16="http://schemas.microsoft.com/office/drawing/2014/main" id="{C3ABCDB3-1117-4724-AFFE-8122F25492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84600"/>
                      <a:ext cx="834480" cy="49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1" name="直線コネクタ 111680">
                      <a:extLst>
                        <a:ext uri="{FF2B5EF4-FFF2-40B4-BE49-F238E27FC236}">
                          <a16:creationId xmlns:a16="http://schemas.microsoft.com/office/drawing/2014/main" id="{74F1FBBA-0D30-4842-8887-8A71DDE27A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69840"/>
                      <a:ext cx="825840" cy="50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2" name="直線コネクタ 111681">
                      <a:extLst>
                        <a:ext uri="{FF2B5EF4-FFF2-40B4-BE49-F238E27FC236}">
                          <a16:creationId xmlns:a16="http://schemas.microsoft.com/office/drawing/2014/main" id="{C9C748E1-193B-49F1-ABE3-88C3F1D43F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53640"/>
                      <a:ext cx="819720" cy="5223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3" name="直線コネクタ 111682">
                      <a:extLst>
                        <a:ext uri="{FF2B5EF4-FFF2-40B4-BE49-F238E27FC236}">
                          <a16:creationId xmlns:a16="http://schemas.microsoft.com/office/drawing/2014/main" id="{76FE3776-62AB-43E1-B864-10584DAFA5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39600"/>
                      <a:ext cx="810360" cy="536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4" name="直線コネクタ 111683">
                      <a:extLst>
                        <a:ext uri="{FF2B5EF4-FFF2-40B4-BE49-F238E27FC236}">
                          <a16:creationId xmlns:a16="http://schemas.microsoft.com/office/drawing/2014/main" id="{D3429DAD-3DE3-4B98-8E35-63C68A41F9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25560"/>
                      <a:ext cx="801000" cy="55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5" name="直線コネクタ 111684">
                      <a:extLst>
                        <a:ext uri="{FF2B5EF4-FFF2-40B4-BE49-F238E27FC236}">
                          <a16:creationId xmlns:a16="http://schemas.microsoft.com/office/drawing/2014/main" id="{702E25E7-2AF2-4632-A457-1991C7EAD1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509360"/>
                      <a:ext cx="794160" cy="566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6" name="直線コネクタ 111685">
                      <a:extLst>
                        <a:ext uri="{FF2B5EF4-FFF2-40B4-BE49-F238E27FC236}">
                          <a16:creationId xmlns:a16="http://schemas.microsoft.com/office/drawing/2014/main" id="{8E0BA390-56CB-4C29-82EF-541C0395C6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95680"/>
                      <a:ext cx="784080" cy="580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7" name="直線コネクタ 111686">
                      <a:extLst>
                        <a:ext uri="{FF2B5EF4-FFF2-40B4-BE49-F238E27FC236}">
                          <a16:creationId xmlns:a16="http://schemas.microsoft.com/office/drawing/2014/main" id="{8295FCE6-DE94-4027-AE7C-E1C180C498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79840"/>
                      <a:ext cx="776880" cy="596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8" name="直線コネクタ 111687">
                      <a:extLst>
                        <a:ext uri="{FF2B5EF4-FFF2-40B4-BE49-F238E27FC236}">
                          <a16:creationId xmlns:a16="http://schemas.microsoft.com/office/drawing/2014/main" id="{E3EFC473-7B40-48F2-B447-C9600DECC51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64360"/>
                      <a:ext cx="769320" cy="611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89" name="直線コネクタ 111688">
                      <a:extLst>
                        <a:ext uri="{FF2B5EF4-FFF2-40B4-BE49-F238E27FC236}">
                          <a16:creationId xmlns:a16="http://schemas.microsoft.com/office/drawing/2014/main" id="{34544454-E4EE-4F4B-9218-D3E9472E7A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48520"/>
                      <a:ext cx="761040" cy="6274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0" name="直線コネクタ 111689">
                      <a:extLst>
                        <a:ext uri="{FF2B5EF4-FFF2-40B4-BE49-F238E27FC236}">
                          <a16:creationId xmlns:a16="http://schemas.microsoft.com/office/drawing/2014/main" id="{68CE3CAF-D2D7-4FAE-BEC7-C3A3F072A9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35560"/>
                      <a:ext cx="750240" cy="640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1" name="直線コネクタ 111690">
                      <a:extLst>
                        <a:ext uri="{FF2B5EF4-FFF2-40B4-BE49-F238E27FC236}">
                          <a16:creationId xmlns:a16="http://schemas.microsoft.com/office/drawing/2014/main" id="{03208643-71C6-4044-B826-3CD2DA8E4E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20080"/>
                      <a:ext cx="741600" cy="6559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2" name="直線コネクタ 111691">
                      <a:extLst>
                        <a:ext uri="{FF2B5EF4-FFF2-40B4-BE49-F238E27FC236}">
                          <a16:creationId xmlns:a16="http://schemas.microsoft.com/office/drawing/2014/main" id="{EBA53B76-C306-463F-B944-F6CFED0FEE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404600"/>
                      <a:ext cx="732600" cy="671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3" name="直線コネクタ 111692">
                      <a:extLst>
                        <a:ext uri="{FF2B5EF4-FFF2-40B4-BE49-F238E27FC236}">
                          <a16:creationId xmlns:a16="http://schemas.microsoft.com/office/drawing/2014/main" id="{B868FFD3-45F8-4A5E-81BC-049146453C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92000"/>
                      <a:ext cx="720720" cy="68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4" name="直線コネクタ 111693">
                      <a:extLst>
                        <a:ext uri="{FF2B5EF4-FFF2-40B4-BE49-F238E27FC236}">
                          <a16:creationId xmlns:a16="http://schemas.microsoft.com/office/drawing/2014/main" id="{4B35C383-1CEE-478A-B795-447ED877B9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76880"/>
                      <a:ext cx="711360" cy="699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5" name="直線コネクタ 111694">
                      <a:extLst>
                        <a:ext uri="{FF2B5EF4-FFF2-40B4-BE49-F238E27FC236}">
                          <a16:creationId xmlns:a16="http://schemas.microsoft.com/office/drawing/2014/main" id="{4618041B-AF8E-426F-A5CD-5BBDBE81CF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62120"/>
                      <a:ext cx="701640" cy="713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6" name="直線コネクタ 111695">
                      <a:extLst>
                        <a:ext uri="{FF2B5EF4-FFF2-40B4-BE49-F238E27FC236}">
                          <a16:creationId xmlns:a16="http://schemas.microsoft.com/office/drawing/2014/main" id="{88D1238A-9204-48CD-897E-518DDC1525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47360"/>
                      <a:ext cx="691560" cy="728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7" name="直線コネクタ 111696">
                      <a:extLst>
                        <a:ext uri="{FF2B5EF4-FFF2-40B4-BE49-F238E27FC236}">
                          <a16:creationId xmlns:a16="http://schemas.microsoft.com/office/drawing/2014/main" id="{79C5D445-F784-487D-A42D-4E1476CED0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32960"/>
                      <a:ext cx="681120" cy="743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8" name="直線コネクタ 111697">
                      <a:extLst>
                        <a:ext uri="{FF2B5EF4-FFF2-40B4-BE49-F238E27FC236}">
                          <a16:creationId xmlns:a16="http://schemas.microsoft.com/office/drawing/2014/main" id="{E01E510E-0350-4D9B-A619-94C176EF0E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18200"/>
                      <a:ext cx="670320" cy="757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99" name="直線コネクタ 111698">
                      <a:extLst>
                        <a:ext uri="{FF2B5EF4-FFF2-40B4-BE49-F238E27FC236}">
                          <a16:creationId xmlns:a16="http://schemas.microsoft.com/office/drawing/2014/main" id="{CDC727C1-9945-4F08-BAB7-7EE2A1A9E6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304160"/>
                      <a:ext cx="659160" cy="7718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0" name="直線コネクタ 111699">
                      <a:extLst>
                        <a:ext uri="{FF2B5EF4-FFF2-40B4-BE49-F238E27FC236}">
                          <a16:creationId xmlns:a16="http://schemas.microsoft.com/office/drawing/2014/main" id="{6A5CEFEB-2618-43D6-8E7F-02E2B2C5C4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89760"/>
                      <a:ext cx="648000" cy="786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701" name="直線コネクタ 111700">
                      <a:extLst>
                        <a:ext uri="{FF2B5EF4-FFF2-40B4-BE49-F238E27FC236}">
                          <a16:creationId xmlns:a16="http://schemas.microsoft.com/office/drawing/2014/main" id="{CA202120-59C1-45AB-B93B-6B3B4C0DA5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174000" y="4275720"/>
                      <a:ext cx="636480" cy="80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11212" name="グループ化 111211">
                <a:extLst>
                  <a:ext uri="{FF2B5EF4-FFF2-40B4-BE49-F238E27FC236}">
                    <a16:creationId xmlns:a16="http://schemas.microsoft.com/office/drawing/2014/main" id="{46EBF897-C7F5-4392-A72F-7EB38C792E63}"/>
                  </a:ext>
                </a:extLst>
              </p:cNvPr>
              <p:cNvGrpSpPr/>
              <p:nvPr/>
            </p:nvGrpSpPr>
            <p:grpSpPr>
              <a:xfrm>
                <a:off x="4560962" y="4560962"/>
                <a:ext cx="1677838" cy="1677838"/>
                <a:chOff x="4560962" y="4560962"/>
                <a:chExt cx="1677838" cy="1677838"/>
              </a:xfrm>
            </p:grpSpPr>
            <p:cxnSp>
              <p:nvCxnSpPr>
                <p:cNvPr id="111606" name="直線コネクタ 111605">
                  <a:extLst>
                    <a:ext uri="{FF2B5EF4-FFF2-40B4-BE49-F238E27FC236}">
                      <a16:creationId xmlns:a16="http://schemas.microsoft.com/office/drawing/2014/main" id="{37DE325E-DFC6-4C6F-B398-45812D461F1E}"/>
                    </a:ext>
                  </a:extLst>
                </p:cNvPr>
                <p:cNvCxnSpPr/>
                <p:nvPr/>
              </p:nvCxnSpPr>
              <p:spPr>
                <a:xfrm>
                  <a:off x="5400000" y="54000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07" name="直線コネクタ 111606">
                  <a:extLst>
                    <a:ext uri="{FF2B5EF4-FFF2-40B4-BE49-F238E27FC236}">
                      <a16:creationId xmlns:a16="http://schemas.microsoft.com/office/drawing/2014/main" id="{890785FF-26DA-47A1-9A34-ED818D918DDB}"/>
                    </a:ext>
                  </a:extLst>
                </p:cNvPr>
                <p:cNvCxnSpPr/>
                <p:nvPr/>
              </p:nvCxnSpPr>
              <p:spPr>
                <a:xfrm flipV="1">
                  <a:off x="5400000" y="5076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08" name="直線コネクタ 111607">
                  <a:extLst>
                    <a:ext uri="{FF2B5EF4-FFF2-40B4-BE49-F238E27FC236}">
                      <a16:creationId xmlns:a16="http://schemas.microsoft.com/office/drawing/2014/main" id="{349EFCB7-132B-4D71-9608-FE1F34F5634C}"/>
                    </a:ext>
                  </a:extLst>
                </p:cNvPr>
                <p:cNvCxnSpPr/>
                <p:nvPr/>
              </p:nvCxnSpPr>
              <p:spPr>
                <a:xfrm rot="2700000">
                  <a:off x="5277042" y="569661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09" name="直線コネクタ 111608">
                  <a:extLst>
                    <a:ext uri="{FF2B5EF4-FFF2-40B4-BE49-F238E27FC236}">
                      <a16:creationId xmlns:a16="http://schemas.microsoft.com/office/drawing/2014/main" id="{52462773-8691-4AD4-AE6D-92735A6E49F8}"/>
                    </a:ext>
                  </a:extLst>
                </p:cNvPr>
                <p:cNvCxnSpPr/>
                <p:nvPr/>
              </p:nvCxnSpPr>
              <p:spPr>
                <a:xfrm rot="2700000" flipV="1">
                  <a:off x="5401083" y="5397148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0" name="直線コネクタ 111609">
                  <a:extLst>
                    <a:ext uri="{FF2B5EF4-FFF2-40B4-BE49-F238E27FC236}">
                      <a16:creationId xmlns:a16="http://schemas.microsoft.com/office/drawing/2014/main" id="{FE58D92F-1C7B-4130-A811-BF16AFE8345C}"/>
                    </a:ext>
                  </a:extLst>
                </p:cNvPr>
                <p:cNvCxnSpPr/>
                <p:nvPr/>
              </p:nvCxnSpPr>
              <p:spPr>
                <a:xfrm rot="5400000">
                  <a:off x="4980362" y="581940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1" name="直線コネクタ 111610">
                  <a:extLst>
                    <a:ext uri="{FF2B5EF4-FFF2-40B4-BE49-F238E27FC236}">
                      <a16:creationId xmlns:a16="http://schemas.microsoft.com/office/drawing/2014/main" id="{5B314D71-50A5-4D0D-BAE6-569080C2B1D3}"/>
                    </a:ext>
                  </a:extLst>
                </p:cNvPr>
                <p:cNvCxnSpPr/>
                <p:nvPr/>
              </p:nvCxnSpPr>
              <p:spPr>
                <a:xfrm rot="5400000" flipV="1">
                  <a:off x="5174762" y="5625000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2" name="直線コネクタ 111611">
                  <a:extLst>
                    <a:ext uri="{FF2B5EF4-FFF2-40B4-BE49-F238E27FC236}">
                      <a16:creationId xmlns:a16="http://schemas.microsoft.com/office/drawing/2014/main" id="{E29BFF43-E188-408E-B1B6-818EE9912595}"/>
                    </a:ext>
                  </a:extLst>
                </p:cNvPr>
                <p:cNvCxnSpPr/>
                <p:nvPr/>
              </p:nvCxnSpPr>
              <p:spPr>
                <a:xfrm rot="8100000">
                  <a:off x="4683752" y="569644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3" name="直線コネクタ 111612">
                  <a:extLst>
                    <a:ext uri="{FF2B5EF4-FFF2-40B4-BE49-F238E27FC236}">
                      <a16:creationId xmlns:a16="http://schemas.microsoft.com/office/drawing/2014/main" id="{77CE330B-7A81-4FEC-8A39-86084709B4DA}"/>
                    </a:ext>
                  </a:extLst>
                </p:cNvPr>
                <p:cNvCxnSpPr/>
                <p:nvPr/>
              </p:nvCxnSpPr>
              <p:spPr>
                <a:xfrm rot="8100000" flipV="1">
                  <a:off x="4853614" y="5626083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4" name="直線コネクタ 111613">
                  <a:extLst>
                    <a:ext uri="{FF2B5EF4-FFF2-40B4-BE49-F238E27FC236}">
                      <a16:creationId xmlns:a16="http://schemas.microsoft.com/office/drawing/2014/main" id="{FCF4237C-0D4B-4A76-A003-966241750BC8}"/>
                    </a:ext>
                  </a:extLst>
                </p:cNvPr>
                <p:cNvCxnSpPr/>
                <p:nvPr/>
              </p:nvCxnSpPr>
              <p:spPr>
                <a:xfrm rot="10800000">
                  <a:off x="4560962" y="53997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5" name="直線コネクタ 111614">
                  <a:extLst>
                    <a:ext uri="{FF2B5EF4-FFF2-40B4-BE49-F238E27FC236}">
                      <a16:creationId xmlns:a16="http://schemas.microsoft.com/office/drawing/2014/main" id="{8261144A-2518-4094-99AF-33DF862CB2AE}"/>
                    </a:ext>
                  </a:extLst>
                </p:cNvPr>
                <p:cNvCxnSpPr/>
                <p:nvPr/>
              </p:nvCxnSpPr>
              <p:spPr>
                <a:xfrm rot="10800000" flipV="1">
                  <a:off x="4625762" y="5399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6" name="直線コネクタ 111615">
                  <a:extLst>
                    <a:ext uri="{FF2B5EF4-FFF2-40B4-BE49-F238E27FC236}">
                      <a16:creationId xmlns:a16="http://schemas.microsoft.com/office/drawing/2014/main" id="{EFD2DA79-9B4B-45AF-9509-8FC18C503DF6}"/>
                    </a:ext>
                  </a:extLst>
                </p:cNvPr>
                <p:cNvCxnSpPr/>
                <p:nvPr/>
              </p:nvCxnSpPr>
              <p:spPr>
                <a:xfrm rot="13500000">
                  <a:off x="4683920" y="510315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7" name="直線コネクタ 111616">
                  <a:extLst>
                    <a:ext uri="{FF2B5EF4-FFF2-40B4-BE49-F238E27FC236}">
                      <a16:creationId xmlns:a16="http://schemas.microsoft.com/office/drawing/2014/main" id="{95657ED6-DAD0-460B-BC81-3BF3706333DC}"/>
                    </a:ext>
                  </a:extLst>
                </p:cNvPr>
                <p:cNvCxnSpPr/>
                <p:nvPr/>
              </p:nvCxnSpPr>
              <p:spPr>
                <a:xfrm rot="13500000" flipV="1">
                  <a:off x="4624679" y="5078614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8" name="直線コネクタ 111617">
                  <a:extLst>
                    <a:ext uri="{FF2B5EF4-FFF2-40B4-BE49-F238E27FC236}">
                      <a16:creationId xmlns:a16="http://schemas.microsoft.com/office/drawing/2014/main" id="{91465D3C-B872-4D6B-98CF-996A990FCA95}"/>
                    </a:ext>
                  </a:extLst>
                </p:cNvPr>
                <p:cNvCxnSpPr/>
                <p:nvPr/>
              </p:nvCxnSpPr>
              <p:spPr>
                <a:xfrm rot="16200000">
                  <a:off x="4980600" y="4980362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19" name="直線コネクタ 111618">
                  <a:extLst>
                    <a:ext uri="{FF2B5EF4-FFF2-40B4-BE49-F238E27FC236}">
                      <a16:creationId xmlns:a16="http://schemas.microsoft.com/office/drawing/2014/main" id="{37885DF0-592C-4261-AC17-C226D0020389}"/>
                    </a:ext>
                  </a:extLst>
                </p:cNvPr>
                <p:cNvCxnSpPr/>
                <p:nvPr/>
              </p:nvCxnSpPr>
              <p:spPr>
                <a:xfrm rot="16200000" flipV="1">
                  <a:off x="4851000" y="4850762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20" name="直線コネクタ 111619">
                  <a:extLst>
                    <a:ext uri="{FF2B5EF4-FFF2-40B4-BE49-F238E27FC236}">
                      <a16:creationId xmlns:a16="http://schemas.microsoft.com/office/drawing/2014/main" id="{B4AE02A0-3463-4C4B-A733-D76D989E3255}"/>
                    </a:ext>
                  </a:extLst>
                </p:cNvPr>
                <p:cNvCxnSpPr/>
                <p:nvPr/>
              </p:nvCxnSpPr>
              <p:spPr>
                <a:xfrm rot="18900000">
                  <a:off x="5277210" y="5103320"/>
                  <a:ext cx="838800" cy="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621" name="直線コネクタ 111620">
                  <a:extLst>
                    <a:ext uri="{FF2B5EF4-FFF2-40B4-BE49-F238E27FC236}">
                      <a16:creationId xmlns:a16="http://schemas.microsoft.com/office/drawing/2014/main" id="{719569D2-7ADC-45EF-9420-2E1D4E376C87}"/>
                    </a:ext>
                  </a:extLst>
                </p:cNvPr>
                <p:cNvCxnSpPr/>
                <p:nvPr/>
              </p:nvCxnSpPr>
              <p:spPr>
                <a:xfrm rot="18900000" flipV="1">
                  <a:off x="5172148" y="4849679"/>
                  <a:ext cx="774000" cy="324000"/>
                </a:xfrm>
                <a:prstGeom prst="line">
                  <a:avLst/>
                </a:prstGeom>
                <a:ln w="1905">
                  <a:solidFill>
                    <a:srgbClr val="0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1213" name="グループ化 111212">
                <a:extLst>
                  <a:ext uri="{FF2B5EF4-FFF2-40B4-BE49-F238E27FC236}">
                    <a16:creationId xmlns:a16="http://schemas.microsoft.com/office/drawing/2014/main" id="{C11EB312-F51D-407A-ABB0-D45FF61317E1}"/>
                  </a:ext>
                </a:extLst>
              </p:cNvPr>
              <p:cNvGrpSpPr/>
              <p:nvPr/>
            </p:nvGrpSpPr>
            <p:grpSpPr>
              <a:xfrm>
                <a:off x="4800194" y="4800194"/>
                <a:ext cx="1199038" cy="1199038"/>
                <a:chOff x="4800194" y="4800194"/>
                <a:chExt cx="1199038" cy="1199038"/>
              </a:xfrm>
            </p:grpSpPr>
            <p:grpSp>
              <p:nvGrpSpPr>
                <p:cNvPr id="111214" name="グループ化 111213">
                  <a:extLst>
                    <a:ext uri="{FF2B5EF4-FFF2-40B4-BE49-F238E27FC236}">
                      <a16:creationId xmlns:a16="http://schemas.microsoft.com/office/drawing/2014/main" id="{0359B46A-4BDF-4974-A7E5-B5B750DAA643}"/>
                    </a:ext>
                  </a:extLst>
                </p:cNvPr>
                <p:cNvGrpSpPr/>
                <p:nvPr/>
              </p:nvGrpSpPr>
              <p:grpSpPr>
                <a:xfrm>
                  <a:off x="5399832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11558" name="グループ化 111557">
                    <a:extLst>
                      <a:ext uri="{FF2B5EF4-FFF2-40B4-BE49-F238E27FC236}">
                        <a16:creationId xmlns:a16="http://schemas.microsoft.com/office/drawing/2014/main" id="{C1611F33-1DB0-4EAC-8D9B-8DBC963342E3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583" name="直線コネクタ 111582">
                      <a:extLst>
                        <a:ext uri="{FF2B5EF4-FFF2-40B4-BE49-F238E27FC236}">
                          <a16:creationId xmlns:a16="http://schemas.microsoft.com/office/drawing/2014/main" id="{C081AB0A-CC91-45F1-8503-850AE7E868C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4" name="直線コネクタ 111583">
                      <a:extLst>
                        <a:ext uri="{FF2B5EF4-FFF2-40B4-BE49-F238E27FC236}">
                          <a16:creationId xmlns:a16="http://schemas.microsoft.com/office/drawing/2014/main" id="{39AD26FD-C7D3-4B8A-9374-B77E8EC7EC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5" name="直線コネクタ 111584">
                      <a:extLst>
                        <a:ext uri="{FF2B5EF4-FFF2-40B4-BE49-F238E27FC236}">
                          <a16:creationId xmlns:a16="http://schemas.microsoft.com/office/drawing/2014/main" id="{4DCC507F-AC55-462C-9841-83A6B93246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6" name="直線コネクタ 111585">
                      <a:extLst>
                        <a:ext uri="{FF2B5EF4-FFF2-40B4-BE49-F238E27FC236}">
                          <a16:creationId xmlns:a16="http://schemas.microsoft.com/office/drawing/2014/main" id="{D0ED9132-CF19-4C7F-9A21-03E224BA48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7" name="直線コネクタ 111586">
                      <a:extLst>
                        <a:ext uri="{FF2B5EF4-FFF2-40B4-BE49-F238E27FC236}">
                          <a16:creationId xmlns:a16="http://schemas.microsoft.com/office/drawing/2014/main" id="{22BBF6D1-0B60-4D9B-A369-1FDE5C68071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8" name="直線コネクタ 111587">
                      <a:extLst>
                        <a:ext uri="{FF2B5EF4-FFF2-40B4-BE49-F238E27FC236}">
                          <a16:creationId xmlns:a16="http://schemas.microsoft.com/office/drawing/2014/main" id="{A6F142F2-AD53-40EF-8477-BD4BBC0717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9" name="直線コネクタ 111588">
                      <a:extLst>
                        <a:ext uri="{FF2B5EF4-FFF2-40B4-BE49-F238E27FC236}">
                          <a16:creationId xmlns:a16="http://schemas.microsoft.com/office/drawing/2014/main" id="{20B3C1CD-7169-405F-83C0-478CD4E895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0" name="直線コネクタ 111589">
                      <a:extLst>
                        <a:ext uri="{FF2B5EF4-FFF2-40B4-BE49-F238E27FC236}">
                          <a16:creationId xmlns:a16="http://schemas.microsoft.com/office/drawing/2014/main" id="{F2B90F87-ABA1-4928-895B-EA936D077E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1" name="直線コネクタ 111590">
                      <a:extLst>
                        <a:ext uri="{FF2B5EF4-FFF2-40B4-BE49-F238E27FC236}">
                          <a16:creationId xmlns:a16="http://schemas.microsoft.com/office/drawing/2014/main" id="{EA130C47-7504-4967-8B3D-EF139A1048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2" name="直線コネクタ 111591">
                      <a:extLst>
                        <a:ext uri="{FF2B5EF4-FFF2-40B4-BE49-F238E27FC236}">
                          <a16:creationId xmlns:a16="http://schemas.microsoft.com/office/drawing/2014/main" id="{6113755F-210C-445C-99FE-C686822696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3" name="直線コネクタ 111592">
                      <a:extLst>
                        <a:ext uri="{FF2B5EF4-FFF2-40B4-BE49-F238E27FC236}">
                          <a16:creationId xmlns:a16="http://schemas.microsoft.com/office/drawing/2014/main" id="{F0F70E91-EE3B-4ADA-96CF-AFA4B9BA9A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4" name="直線コネクタ 111593">
                      <a:extLst>
                        <a:ext uri="{FF2B5EF4-FFF2-40B4-BE49-F238E27FC236}">
                          <a16:creationId xmlns:a16="http://schemas.microsoft.com/office/drawing/2014/main" id="{4EFEADBC-09FA-44A6-BBD5-897013C9C68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5" name="直線コネクタ 111594">
                      <a:extLst>
                        <a:ext uri="{FF2B5EF4-FFF2-40B4-BE49-F238E27FC236}">
                          <a16:creationId xmlns:a16="http://schemas.microsoft.com/office/drawing/2014/main" id="{C2C90AEF-BB44-450C-8EFC-F8851DB1F1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6" name="直線コネクタ 111595">
                      <a:extLst>
                        <a:ext uri="{FF2B5EF4-FFF2-40B4-BE49-F238E27FC236}">
                          <a16:creationId xmlns:a16="http://schemas.microsoft.com/office/drawing/2014/main" id="{8D1D35DD-FEA1-4D62-B893-E7EE5E84F7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7" name="直線コネクタ 111596">
                      <a:extLst>
                        <a:ext uri="{FF2B5EF4-FFF2-40B4-BE49-F238E27FC236}">
                          <a16:creationId xmlns:a16="http://schemas.microsoft.com/office/drawing/2014/main" id="{3C380F8A-945A-4D4B-9A17-DC28AF91A6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8" name="直線コネクタ 111597">
                      <a:extLst>
                        <a:ext uri="{FF2B5EF4-FFF2-40B4-BE49-F238E27FC236}">
                          <a16:creationId xmlns:a16="http://schemas.microsoft.com/office/drawing/2014/main" id="{06392DB8-1A23-422A-B57D-6A10F476F3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99" name="直線コネクタ 111598">
                      <a:extLst>
                        <a:ext uri="{FF2B5EF4-FFF2-40B4-BE49-F238E27FC236}">
                          <a16:creationId xmlns:a16="http://schemas.microsoft.com/office/drawing/2014/main" id="{55C9C64F-D4DD-4774-BA0E-EB65843F43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00" name="直線コネクタ 111599">
                      <a:extLst>
                        <a:ext uri="{FF2B5EF4-FFF2-40B4-BE49-F238E27FC236}">
                          <a16:creationId xmlns:a16="http://schemas.microsoft.com/office/drawing/2014/main" id="{81A98FF9-E08A-4097-A71B-913603FE01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01" name="直線コネクタ 111600">
                      <a:extLst>
                        <a:ext uri="{FF2B5EF4-FFF2-40B4-BE49-F238E27FC236}">
                          <a16:creationId xmlns:a16="http://schemas.microsoft.com/office/drawing/2014/main" id="{0370A52E-C487-4ABA-B763-81FC68DF0E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02" name="直線コネクタ 111601">
                      <a:extLst>
                        <a:ext uri="{FF2B5EF4-FFF2-40B4-BE49-F238E27FC236}">
                          <a16:creationId xmlns:a16="http://schemas.microsoft.com/office/drawing/2014/main" id="{D068660F-A1A3-4B76-B911-3F164121B3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03" name="直線コネクタ 111602">
                      <a:extLst>
                        <a:ext uri="{FF2B5EF4-FFF2-40B4-BE49-F238E27FC236}">
                          <a16:creationId xmlns:a16="http://schemas.microsoft.com/office/drawing/2014/main" id="{163F7436-ED8B-40FC-967C-1ED3E008C37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04" name="直線コネクタ 111603">
                      <a:extLst>
                        <a:ext uri="{FF2B5EF4-FFF2-40B4-BE49-F238E27FC236}">
                          <a16:creationId xmlns:a16="http://schemas.microsoft.com/office/drawing/2014/main" id="{CE8F6E42-35D9-45A7-9D43-D06288326B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605" name="直線コネクタ 111604">
                      <a:extLst>
                        <a:ext uri="{FF2B5EF4-FFF2-40B4-BE49-F238E27FC236}">
                          <a16:creationId xmlns:a16="http://schemas.microsoft.com/office/drawing/2014/main" id="{BBDC5870-70F8-4359-A803-949CDC6D1E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559" name="グループ化 111558">
                    <a:extLst>
                      <a:ext uri="{FF2B5EF4-FFF2-40B4-BE49-F238E27FC236}">
                        <a16:creationId xmlns:a16="http://schemas.microsoft.com/office/drawing/2014/main" id="{033164E7-D626-4BC1-A757-BB8C9671C712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560" name="直線コネクタ 111559">
                      <a:extLst>
                        <a:ext uri="{FF2B5EF4-FFF2-40B4-BE49-F238E27FC236}">
                          <a16:creationId xmlns:a16="http://schemas.microsoft.com/office/drawing/2014/main" id="{0DAD156A-629F-43DD-999D-2F34099A2E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1" name="直線コネクタ 111560">
                      <a:extLst>
                        <a:ext uri="{FF2B5EF4-FFF2-40B4-BE49-F238E27FC236}">
                          <a16:creationId xmlns:a16="http://schemas.microsoft.com/office/drawing/2014/main" id="{7F7A2E3F-B7B7-40FA-A7E4-ADD61A70F6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2" name="直線コネクタ 111561">
                      <a:extLst>
                        <a:ext uri="{FF2B5EF4-FFF2-40B4-BE49-F238E27FC236}">
                          <a16:creationId xmlns:a16="http://schemas.microsoft.com/office/drawing/2014/main" id="{0E3C6683-C825-4A33-BA0F-F0596486E1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3" name="直線コネクタ 111562">
                      <a:extLst>
                        <a:ext uri="{FF2B5EF4-FFF2-40B4-BE49-F238E27FC236}">
                          <a16:creationId xmlns:a16="http://schemas.microsoft.com/office/drawing/2014/main" id="{CAA6C783-FC58-44F3-97C6-A0DE8BCC1C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4" name="直線コネクタ 111563">
                      <a:extLst>
                        <a:ext uri="{FF2B5EF4-FFF2-40B4-BE49-F238E27FC236}">
                          <a16:creationId xmlns:a16="http://schemas.microsoft.com/office/drawing/2014/main" id="{853C22A9-F8DC-4E56-AC73-5528D3AAAF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5" name="直線コネクタ 111564">
                      <a:extLst>
                        <a:ext uri="{FF2B5EF4-FFF2-40B4-BE49-F238E27FC236}">
                          <a16:creationId xmlns:a16="http://schemas.microsoft.com/office/drawing/2014/main" id="{15531C67-6DB3-4DC7-9E8B-FBDA7F52D6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6" name="直線コネクタ 111565">
                      <a:extLst>
                        <a:ext uri="{FF2B5EF4-FFF2-40B4-BE49-F238E27FC236}">
                          <a16:creationId xmlns:a16="http://schemas.microsoft.com/office/drawing/2014/main" id="{BE560B1A-2309-4A23-B7D8-A2A82BA24C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7" name="直線コネクタ 111566">
                      <a:extLst>
                        <a:ext uri="{FF2B5EF4-FFF2-40B4-BE49-F238E27FC236}">
                          <a16:creationId xmlns:a16="http://schemas.microsoft.com/office/drawing/2014/main" id="{7E4D3098-774C-4647-9531-EBE04B306D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8" name="直線コネクタ 111567">
                      <a:extLst>
                        <a:ext uri="{FF2B5EF4-FFF2-40B4-BE49-F238E27FC236}">
                          <a16:creationId xmlns:a16="http://schemas.microsoft.com/office/drawing/2014/main" id="{0BA41BE7-ADA7-47C1-ABD2-A65DD60486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69" name="直線コネクタ 111568">
                      <a:extLst>
                        <a:ext uri="{FF2B5EF4-FFF2-40B4-BE49-F238E27FC236}">
                          <a16:creationId xmlns:a16="http://schemas.microsoft.com/office/drawing/2014/main" id="{6334C376-C42D-494D-BC1A-932B93F361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0" name="直線コネクタ 111569">
                      <a:extLst>
                        <a:ext uri="{FF2B5EF4-FFF2-40B4-BE49-F238E27FC236}">
                          <a16:creationId xmlns:a16="http://schemas.microsoft.com/office/drawing/2014/main" id="{60FDE447-622C-436C-B80A-F254C4F2BF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1" name="直線コネクタ 111570">
                      <a:extLst>
                        <a:ext uri="{FF2B5EF4-FFF2-40B4-BE49-F238E27FC236}">
                          <a16:creationId xmlns:a16="http://schemas.microsoft.com/office/drawing/2014/main" id="{0AF39F91-7FBB-4B92-9A75-BCA81A79F5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2" name="直線コネクタ 111571">
                      <a:extLst>
                        <a:ext uri="{FF2B5EF4-FFF2-40B4-BE49-F238E27FC236}">
                          <a16:creationId xmlns:a16="http://schemas.microsoft.com/office/drawing/2014/main" id="{14CB80A2-4ABA-408F-9070-621E27BBF8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3" name="直線コネクタ 111572">
                      <a:extLst>
                        <a:ext uri="{FF2B5EF4-FFF2-40B4-BE49-F238E27FC236}">
                          <a16:creationId xmlns:a16="http://schemas.microsoft.com/office/drawing/2014/main" id="{78973371-1F20-44CB-9338-B86D474EEF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4" name="直線コネクタ 111573">
                      <a:extLst>
                        <a:ext uri="{FF2B5EF4-FFF2-40B4-BE49-F238E27FC236}">
                          <a16:creationId xmlns:a16="http://schemas.microsoft.com/office/drawing/2014/main" id="{7F40EC65-0F86-4AD7-94DA-AFACA58D72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5" name="直線コネクタ 111574">
                      <a:extLst>
                        <a:ext uri="{FF2B5EF4-FFF2-40B4-BE49-F238E27FC236}">
                          <a16:creationId xmlns:a16="http://schemas.microsoft.com/office/drawing/2014/main" id="{25EC3DD8-6673-4EFE-9EAF-003E96A545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6" name="直線コネクタ 111575">
                      <a:extLst>
                        <a:ext uri="{FF2B5EF4-FFF2-40B4-BE49-F238E27FC236}">
                          <a16:creationId xmlns:a16="http://schemas.microsoft.com/office/drawing/2014/main" id="{41004C5D-5FBC-41B2-89DD-FC81253C59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7" name="直線コネクタ 111576">
                      <a:extLst>
                        <a:ext uri="{FF2B5EF4-FFF2-40B4-BE49-F238E27FC236}">
                          <a16:creationId xmlns:a16="http://schemas.microsoft.com/office/drawing/2014/main" id="{35173EB6-5AFF-4770-98CC-85C2B7D672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8" name="直線コネクタ 111577">
                      <a:extLst>
                        <a:ext uri="{FF2B5EF4-FFF2-40B4-BE49-F238E27FC236}">
                          <a16:creationId xmlns:a16="http://schemas.microsoft.com/office/drawing/2014/main" id="{7F23B709-A3A0-43AC-BB25-11CEF4E2562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79" name="直線コネクタ 111578">
                      <a:extLst>
                        <a:ext uri="{FF2B5EF4-FFF2-40B4-BE49-F238E27FC236}">
                          <a16:creationId xmlns:a16="http://schemas.microsoft.com/office/drawing/2014/main" id="{0F21913B-4ED2-41F2-B58C-A0CB2D606D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0" name="直線コネクタ 111579">
                      <a:extLst>
                        <a:ext uri="{FF2B5EF4-FFF2-40B4-BE49-F238E27FC236}">
                          <a16:creationId xmlns:a16="http://schemas.microsoft.com/office/drawing/2014/main" id="{892995E9-3659-4827-BB63-2FACB2A5B80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1" name="直線コネクタ 111580">
                      <a:extLst>
                        <a:ext uri="{FF2B5EF4-FFF2-40B4-BE49-F238E27FC236}">
                          <a16:creationId xmlns:a16="http://schemas.microsoft.com/office/drawing/2014/main" id="{AEFE38C6-7082-44A9-B549-7F477C1FF19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82" name="直線コネクタ 111581">
                      <a:extLst>
                        <a:ext uri="{FF2B5EF4-FFF2-40B4-BE49-F238E27FC236}">
                          <a16:creationId xmlns:a16="http://schemas.microsoft.com/office/drawing/2014/main" id="{6AAEF324-67A2-4E23-80D9-854A500A64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1215" name="グループ化 111214">
                  <a:extLst>
                    <a:ext uri="{FF2B5EF4-FFF2-40B4-BE49-F238E27FC236}">
                      <a16:creationId xmlns:a16="http://schemas.microsoft.com/office/drawing/2014/main" id="{1F5C2AC3-0D8C-4DAF-AC01-674742EF96E0}"/>
                    </a:ext>
                  </a:extLst>
                </p:cNvPr>
                <p:cNvGrpSpPr/>
                <p:nvPr/>
              </p:nvGrpSpPr>
              <p:grpSpPr>
                <a:xfrm rot="18900000">
                  <a:off x="5311056" y="5075478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11510" name="グループ化 111509">
                    <a:extLst>
                      <a:ext uri="{FF2B5EF4-FFF2-40B4-BE49-F238E27FC236}">
                        <a16:creationId xmlns:a16="http://schemas.microsoft.com/office/drawing/2014/main" id="{12B23103-F68D-40A5-B2EA-D11A94206FF6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535" name="直線コネクタ 111534">
                      <a:extLst>
                        <a:ext uri="{FF2B5EF4-FFF2-40B4-BE49-F238E27FC236}">
                          <a16:creationId xmlns:a16="http://schemas.microsoft.com/office/drawing/2014/main" id="{39819E1C-F694-4842-8B3A-FBD40484F5A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6" name="直線コネクタ 111535">
                      <a:extLst>
                        <a:ext uri="{FF2B5EF4-FFF2-40B4-BE49-F238E27FC236}">
                          <a16:creationId xmlns:a16="http://schemas.microsoft.com/office/drawing/2014/main" id="{6E724648-9B5D-4D9E-B915-B572C13A36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7" name="直線コネクタ 111536">
                      <a:extLst>
                        <a:ext uri="{FF2B5EF4-FFF2-40B4-BE49-F238E27FC236}">
                          <a16:creationId xmlns:a16="http://schemas.microsoft.com/office/drawing/2014/main" id="{B0CE35D6-8DCE-4A10-80D4-5126F7965B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8" name="直線コネクタ 111537">
                      <a:extLst>
                        <a:ext uri="{FF2B5EF4-FFF2-40B4-BE49-F238E27FC236}">
                          <a16:creationId xmlns:a16="http://schemas.microsoft.com/office/drawing/2014/main" id="{BA718277-A266-45D6-9CD2-53ACFF63C5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9" name="直線コネクタ 111538">
                      <a:extLst>
                        <a:ext uri="{FF2B5EF4-FFF2-40B4-BE49-F238E27FC236}">
                          <a16:creationId xmlns:a16="http://schemas.microsoft.com/office/drawing/2014/main" id="{4BFFB030-C78E-4B0A-AF9D-4B8A834C31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0" name="直線コネクタ 111539">
                      <a:extLst>
                        <a:ext uri="{FF2B5EF4-FFF2-40B4-BE49-F238E27FC236}">
                          <a16:creationId xmlns:a16="http://schemas.microsoft.com/office/drawing/2014/main" id="{E219E5A6-D8BF-4B44-8C1B-92126361D10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1" name="直線コネクタ 111540">
                      <a:extLst>
                        <a:ext uri="{FF2B5EF4-FFF2-40B4-BE49-F238E27FC236}">
                          <a16:creationId xmlns:a16="http://schemas.microsoft.com/office/drawing/2014/main" id="{E41BBA6B-41B2-49E5-98A0-F66D6D1F82C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2" name="直線コネクタ 111541">
                      <a:extLst>
                        <a:ext uri="{FF2B5EF4-FFF2-40B4-BE49-F238E27FC236}">
                          <a16:creationId xmlns:a16="http://schemas.microsoft.com/office/drawing/2014/main" id="{451CF375-D555-45E7-8056-B3457DD344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3" name="直線コネクタ 111542">
                      <a:extLst>
                        <a:ext uri="{FF2B5EF4-FFF2-40B4-BE49-F238E27FC236}">
                          <a16:creationId xmlns:a16="http://schemas.microsoft.com/office/drawing/2014/main" id="{8F52B2FB-41B2-46F4-8404-72953C25AD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4" name="直線コネクタ 111543">
                      <a:extLst>
                        <a:ext uri="{FF2B5EF4-FFF2-40B4-BE49-F238E27FC236}">
                          <a16:creationId xmlns:a16="http://schemas.microsoft.com/office/drawing/2014/main" id="{C9067E12-2509-476C-8EF7-4DA2EC1210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5" name="直線コネクタ 111544">
                      <a:extLst>
                        <a:ext uri="{FF2B5EF4-FFF2-40B4-BE49-F238E27FC236}">
                          <a16:creationId xmlns:a16="http://schemas.microsoft.com/office/drawing/2014/main" id="{AA1F519D-7B87-4851-A53C-BAD9CADE010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6" name="直線コネクタ 111545">
                      <a:extLst>
                        <a:ext uri="{FF2B5EF4-FFF2-40B4-BE49-F238E27FC236}">
                          <a16:creationId xmlns:a16="http://schemas.microsoft.com/office/drawing/2014/main" id="{F8BC76C3-9459-4B4C-A1A9-26321217B5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7" name="直線コネクタ 111546">
                      <a:extLst>
                        <a:ext uri="{FF2B5EF4-FFF2-40B4-BE49-F238E27FC236}">
                          <a16:creationId xmlns:a16="http://schemas.microsoft.com/office/drawing/2014/main" id="{B4FADAF6-5344-4E88-BC47-62B59930A7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8" name="直線コネクタ 111547">
                      <a:extLst>
                        <a:ext uri="{FF2B5EF4-FFF2-40B4-BE49-F238E27FC236}">
                          <a16:creationId xmlns:a16="http://schemas.microsoft.com/office/drawing/2014/main" id="{779DBAA8-14C2-447F-BBFF-F0AB0E70BB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49" name="直線コネクタ 111548">
                      <a:extLst>
                        <a:ext uri="{FF2B5EF4-FFF2-40B4-BE49-F238E27FC236}">
                          <a16:creationId xmlns:a16="http://schemas.microsoft.com/office/drawing/2014/main" id="{6CA11850-CF3C-4ED0-A68D-E60ABA6AB4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50" name="直線コネクタ 111549">
                      <a:extLst>
                        <a:ext uri="{FF2B5EF4-FFF2-40B4-BE49-F238E27FC236}">
                          <a16:creationId xmlns:a16="http://schemas.microsoft.com/office/drawing/2014/main" id="{DDF3E6B6-8C6E-4B5D-A9DE-EE985D9C03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51" name="直線コネクタ 111550">
                      <a:extLst>
                        <a:ext uri="{FF2B5EF4-FFF2-40B4-BE49-F238E27FC236}">
                          <a16:creationId xmlns:a16="http://schemas.microsoft.com/office/drawing/2014/main" id="{12C65C7B-C515-44DA-8900-23EE2E16C0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52" name="直線コネクタ 111551">
                      <a:extLst>
                        <a:ext uri="{FF2B5EF4-FFF2-40B4-BE49-F238E27FC236}">
                          <a16:creationId xmlns:a16="http://schemas.microsoft.com/office/drawing/2014/main" id="{030BE48D-95FF-4E64-9227-3EA52DB551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53" name="直線コネクタ 111552">
                      <a:extLst>
                        <a:ext uri="{FF2B5EF4-FFF2-40B4-BE49-F238E27FC236}">
                          <a16:creationId xmlns:a16="http://schemas.microsoft.com/office/drawing/2014/main" id="{6E42EFAD-20A8-4485-9DCF-070652F3E7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54" name="直線コネクタ 111553">
                      <a:extLst>
                        <a:ext uri="{FF2B5EF4-FFF2-40B4-BE49-F238E27FC236}">
                          <a16:creationId xmlns:a16="http://schemas.microsoft.com/office/drawing/2014/main" id="{ED76D536-FA42-442D-9898-FA7551277A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55" name="直線コネクタ 111554">
                      <a:extLst>
                        <a:ext uri="{FF2B5EF4-FFF2-40B4-BE49-F238E27FC236}">
                          <a16:creationId xmlns:a16="http://schemas.microsoft.com/office/drawing/2014/main" id="{6D181ACB-F917-484F-A5C6-57C33435360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56" name="直線コネクタ 111555">
                      <a:extLst>
                        <a:ext uri="{FF2B5EF4-FFF2-40B4-BE49-F238E27FC236}">
                          <a16:creationId xmlns:a16="http://schemas.microsoft.com/office/drawing/2014/main" id="{A7256B04-CF7B-46B6-8E38-425202E640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57" name="直線コネクタ 111556">
                      <a:extLst>
                        <a:ext uri="{FF2B5EF4-FFF2-40B4-BE49-F238E27FC236}">
                          <a16:creationId xmlns:a16="http://schemas.microsoft.com/office/drawing/2014/main" id="{E85554D1-728F-40BA-9732-3234E1C44D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511" name="グループ化 111510">
                    <a:extLst>
                      <a:ext uri="{FF2B5EF4-FFF2-40B4-BE49-F238E27FC236}">
                        <a16:creationId xmlns:a16="http://schemas.microsoft.com/office/drawing/2014/main" id="{05CFEAEF-E78A-4405-8959-10DC19FD9911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512" name="直線コネクタ 111511">
                      <a:extLst>
                        <a:ext uri="{FF2B5EF4-FFF2-40B4-BE49-F238E27FC236}">
                          <a16:creationId xmlns:a16="http://schemas.microsoft.com/office/drawing/2014/main" id="{38F2A361-916B-4DA3-AF78-6BC5AEA3BE4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13" name="直線コネクタ 111512">
                      <a:extLst>
                        <a:ext uri="{FF2B5EF4-FFF2-40B4-BE49-F238E27FC236}">
                          <a16:creationId xmlns:a16="http://schemas.microsoft.com/office/drawing/2014/main" id="{E8CFFB5B-4460-4D81-970E-5B68B2A64B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14" name="直線コネクタ 111513">
                      <a:extLst>
                        <a:ext uri="{FF2B5EF4-FFF2-40B4-BE49-F238E27FC236}">
                          <a16:creationId xmlns:a16="http://schemas.microsoft.com/office/drawing/2014/main" id="{F9AEF20C-0EA7-47CB-AD3E-C33F0769DC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15" name="直線コネクタ 111514">
                      <a:extLst>
                        <a:ext uri="{FF2B5EF4-FFF2-40B4-BE49-F238E27FC236}">
                          <a16:creationId xmlns:a16="http://schemas.microsoft.com/office/drawing/2014/main" id="{B4EA7567-6C01-4B73-B0DE-A5DC3D6C94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16" name="直線コネクタ 111515">
                      <a:extLst>
                        <a:ext uri="{FF2B5EF4-FFF2-40B4-BE49-F238E27FC236}">
                          <a16:creationId xmlns:a16="http://schemas.microsoft.com/office/drawing/2014/main" id="{0A849B8E-F434-46E8-B08D-B989B647670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17" name="直線コネクタ 111516">
                      <a:extLst>
                        <a:ext uri="{FF2B5EF4-FFF2-40B4-BE49-F238E27FC236}">
                          <a16:creationId xmlns:a16="http://schemas.microsoft.com/office/drawing/2014/main" id="{77C5EE3C-5453-4D1B-A644-F72228B32DF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18" name="直線コネクタ 111517">
                      <a:extLst>
                        <a:ext uri="{FF2B5EF4-FFF2-40B4-BE49-F238E27FC236}">
                          <a16:creationId xmlns:a16="http://schemas.microsoft.com/office/drawing/2014/main" id="{49792BEB-8A6E-4799-BFAA-043174F2C8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19" name="直線コネクタ 111518">
                      <a:extLst>
                        <a:ext uri="{FF2B5EF4-FFF2-40B4-BE49-F238E27FC236}">
                          <a16:creationId xmlns:a16="http://schemas.microsoft.com/office/drawing/2014/main" id="{5752CB50-0855-495C-A225-1886292795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0" name="直線コネクタ 111519">
                      <a:extLst>
                        <a:ext uri="{FF2B5EF4-FFF2-40B4-BE49-F238E27FC236}">
                          <a16:creationId xmlns:a16="http://schemas.microsoft.com/office/drawing/2014/main" id="{8ECF711D-EA3E-4FBA-8BA3-42E81E9759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1" name="直線コネクタ 111520">
                      <a:extLst>
                        <a:ext uri="{FF2B5EF4-FFF2-40B4-BE49-F238E27FC236}">
                          <a16:creationId xmlns:a16="http://schemas.microsoft.com/office/drawing/2014/main" id="{528753C3-C9A6-42BB-BEBD-AF95A73707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2" name="直線コネクタ 111521">
                      <a:extLst>
                        <a:ext uri="{FF2B5EF4-FFF2-40B4-BE49-F238E27FC236}">
                          <a16:creationId xmlns:a16="http://schemas.microsoft.com/office/drawing/2014/main" id="{4007C04D-8F50-4722-86E0-7137201F09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3" name="直線コネクタ 111522">
                      <a:extLst>
                        <a:ext uri="{FF2B5EF4-FFF2-40B4-BE49-F238E27FC236}">
                          <a16:creationId xmlns:a16="http://schemas.microsoft.com/office/drawing/2014/main" id="{6E69FC0F-96BD-4729-A6C0-EC4510DE51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4" name="直線コネクタ 111523">
                      <a:extLst>
                        <a:ext uri="{FF2B5EF4-FFF2-40B4-BE49-F238E27FC236}">
                          <a16:creationId xmlns:a16="http://schemas.microsoft.com/office/drawing/2014/main" id="{D0C04389-664C-440F-9527-50998FF5BF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5" name="直線コネクタ 111524">
                      <a:extLst>
                        <a:ext uri="{FF2B5EF4-FFF2-40B4-BE49-F238E27FC236}">
                          <a16:creationId xmlns:a16="http://schemas.microsoft.com/office/drawing/2014/main" id="{137A5926-B54A-4157-AD8D-81F5CC3359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6" name="直線コネクタ 111525">
                      <a:extLst>
                        <a:ext uri="{FF2B5EF4-FFF2-40B4-BE49-F238E27FC236}">
                          <a16:creationId xmlns:a16="http://schemas.microsoft.com/office/drawing/2014/main" id="{ACE684B9-E979-45C3-83F0-CE84CACFB8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7" name="直線コネクタ 111526">
                      <a:extLst>
                        <a:ext uri="{FF2B5EF4-FFF2-40B4-BE49-F238E27FC236}">
                          <a16:creationId xmlns:a16="http://schemas.microsoft.com/office/drawing/2014/main" id="{3C44D6FB-B67D-4272-A1A1-7E51EF87F9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8" name="直線コネクタ 111527">
                      <a:extLst>
                        <a:ext uri="{FF2B5EF4-FFF2-40B4-BE49-F238E27FC236}">
                          <a16:creationId xmlns:a16="http://schemas.microsoft.com/office/drawing/2014/main" id="{D9388654-5FBD-4877-966C-029E3341A2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29" name="直線コネクタ 111528">
                      <a:extLst>
                        <a:ext uri="{FF2B5EF4-FFF2-40B4-BE49-F238E27FC236}">
                          <a16:creationId xmlns:a16="http://schemas.microsoft.com/office/drawing/2014/main" id="{9E61BAB1-F241-4E98-AB0C-DDB4EBB6C4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0" name="直線コネクタ 111529">
                      <a:extLst>
                        <a:ext uri="{FF2B5EF4-FFF2-40B4-BE49-F238E27FC236}">
                          <a16:creationId xmlns:a16="http://schemas.microsoft.com/office/drawing/2014/main" id="{88DA2DA6-2BC8-4406-A428-9315DD8D53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1" name="直線コネクタ 111530">
                      <a:extLst>
                        <a:ext uri="{FF2B5EF4-FFF2-40B4-BE49-F238E27FC236}">
                          <a16:creationId xmlns:a16="http://schemas.microsoft.com/office/drawing/2014/main" id="{B55784AF-D096-40AE-B602-F1D81AA2F6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2" name="直線コネクタ 111531">
                      <a:extLst>
                        <a:ext uri="{FF2B5EF4-FFF2-40B4-BE49-F238E27FC236}">
                          <a16:creationId xmlns:a16="http://schemas.microsoft.com/office/drawing/2014/main" id="{A1E2E7A3-444F-4772-AECF-30A946CDA9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3" name="直線コネクタ 111532">
                      <a:extLst>
                        <a:ext uri="{FF2B5EF4-FFF2-40B4-BE49-F238E27FC236}">
                          <a16:creationId xmlns:a16="http://schemas.microsoft.com/office/drawing/2014/main" id="{7D08D7D3-DFC5-4901-87E9-42B7BACD79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34" name="直線コネクタ 111533">
                      <a:extLst>
                        <a:ext uri="{FF2B5EF4-FFF2-40B4-BE49-F238E27FC236}">
                          <a16:creationId xmlns:a16="http://schemas.microsoft.com/office/drawing/2014/main" id="{E86115D9-13AC-474F-803F-6D0CAADAE4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1216" name="グループ化 111215">
                  <a:extLst>
                    <a:ext uri="{FF2B5EF4-FFF2-40B4-BE49-F238E27FC236}">
                      <a16:creationId xmlns:a16="http://schemas.microsoft.com/office/drawing/2014/main" id="{C384DAF1-C4E6-4B6F-B354-1F899908EF6A}"/>
                    </a:ext>
                  </a:extLst>
                </p:cNvPr>
                <p:cNvGrpSpPr/>
                <p:nvPr/>
              </p:nvGrpSpPr>
              <p:grpSpPr>
                <a:xfrm rot="5400000">
                  <a:off x="5100013" y="5587331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11462" name="グループ化 111461">
                    <a:extLst>
                      <a:ext uri="{FF2B5EF4-FFF2-40B4-BE49-F238E27FC236}">
                        <a16:creationId xmlns:a16="http://schemas.microsoft.com/office/drawing/2014/main" id="{459052C3-DD51-4560-9C73-1925150B3682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487" name="直線コネクタ 111486">
                      <a:extLst>
                        <a:ext uri="{FF2B5EF4-FFF2-40B4-BE49-F238E27FC236}">
                          <a16:creationId xmlns:a16="http://schemas.microsoft.com/office/drawing/2014/main" id="{C283C52F-E56D-4685-B80A-AB4D3DA295B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8" name="直線コネクタ 111487">
                      <a:extLst>
                        <a:ext uri="{FF2B5EF4-FFF2-40B4-BE49-F238E27FC236}">
                          <a16:creationId xmlns:a16="http://schemas.microsoft.com/office/drawing/2014/main" id="{DB6A95E0-47EF-4C3F-AE26-5B69A6A851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9" name="直線コネクタ 111488">
                      <a:extLst>
                        <a:ext uri="{FF2B5EF4-FFF2-40B4-BE49-F238E27FC236}">
                          <a16:creationId xmlns:a16="http://schemas.microsoft.com/office/drawing/2014/main" id="{4BF4EA50-9838-4A76-971A-7813ED64E94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0" name="直線コネクタ 111489">
                      <a:extLst>
                        <a:ext uri="{FF2B5EF4-FFF2-40B4-BE49-F238E27FC236}">
                          <a16:creationId xmlns:a16="http://schemas.microsoft.com/office/drawing/2014/main" id="{930E18DD-C770-48B3-9685-D7A4F8E9AD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1" name="直線コネクタ 111490">
                      <a:extLst>
                        <a:ext uri="{FF2B5EF4-FFF2-40B4-BE49-F238E27FC236}">
                          <a16:creationId xmlns:a16="http://schemas.microsoft.com/office/drawing/2014/main" id="{D11C6D73-6B89-4245-B30A-6AD3CEE8F0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2" name="直線コネクタ 111491">
                      <a:extLst>
                        <a:ext uri="{FF2B5EF4-FFF2-40B4-BE49-F238E27FC236}">
                          <a16:creationId xmlns:a16="http://schemas.microsoft.com/office/drawing/2014/main" id="{E9359266-B2F6-46E6-A0A4-1BB847BA3B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3" name="直線コネクタ 111492">
                      <a:extLst>
                        <a:ext uri="{FF2B5EF4-FFF2-40B4-BE49-F238E27FC236}">
                          <a16:creationId xmlns:a16="http://schemas.microsoft.com/office/drawing/2014/main" id="{45D88C88-9403-4D49-9B48-6D97A1FCE7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4" name="直線コネクタ 111493">
                      <a:extLst>
                        <a:ext uri="{FF2B5EF4-FFF2-40B4-BE49-F238E27FC236}">
                          <a16:creationId xmlns:a16="http://schemas.microsoft.com/office/drawing/2014/main" id="{03E44A38-F227-4A36-9592-D4D379E55D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5" name="直線コネクタ 111494">
                      <a:extLst>
                        <a:ext uri="{FF2B5EF4-FFF2-40B4-BE49-F238E27FC236}">
                          <a16:creationId xmlns:a16="http://schemas.microsoft.com/office/drawing/2014/main" id="{76DD1016-72F2-4540-A710-5F259CEF81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6" name="直線コネクタ 111495">
                      <a:extLst>
                        <a:ext uri="{FF2B5EF4-FFF2-40B4-BE49-F238E27FC236}">
                          <a16:creationId xmlns:a16="http://schemas.microsoft.com/office/drawing/2014/main" id="{1282C331-37EC-44C5-B5CD-1C96F9A75E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7" name="直線コネクタ 111496">
                      <a:extLst>
                        <a:ext uri="{FF2B5EF4-FFF2-40B4-BE49-F238E27FC236}">
                          <a16:creationId xmlns:a16="http://schemas.microsoft.com/office/drawing/2014/main" id="{76296B47-35B6-47F3-B28C-C4403E0134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8" name="直線コネクタ 111497">
                      <a:extLst>
                        <a:ext uri="{FF2B5EF4-FFF2-40B4-BE49-F238E27FC236}">
                          <a16:creationId xmlns:a16="http://schemas.microsoft.com/office/drawing/2014/main" id="{174606DB-030E-4B2F-8240-B53B84E990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99" name="直線コネクタ 111498">
                      <a:extLst>
                        <a:ext uri="{FF2B5EF4-FFF2-40B4-BE49-F238E27FC236}">
                          <a16:creationId xmlns:a16="http://schemas.microsoft.com/office/drawing/2014/main" id="{8DAAD13D-5BD0-4993-BC3B-94B339FC83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0" name="直線コネクタ 111499">
                      <a:extLst>
                        <a:ext uri="{FF2B5EF4-FFF2-40B4-BE49-F238E27FC236}">
                          <a16:creationId xmlns:a16="http://schemas.microsoft.com/office/drawing/2014/main" id="{1EE19A43-304F-4A09-9051-92E44C36BD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1" name="直線コネクタ 111500">
                      <a:extLst>
                        <a:ext uri="{FF2B5EF4-FFF2-40B4-BE49-F238E27FC236}">
                          <a16:creationId xmlns:a16="http://schemas.microsoft.com/office/drawing/2014/main" id="{3D2C9988-C767-49CC-9EAD-1F0E027E0C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2" name="直線コネクタ 111501">
                      <a:extLst>
                        <a:ext uri="{FF2B5EF4-FFF2-40B4-BE49-F238E27FC236}">
                          <a16:creationId xmlns:a16="http://schemas.microsoft.com/office/drawing/2014/main" id="{12BBD806-0CEF-4E07-A46A-3DF6F8B5E8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3" name="直線コネクタ 111502">
                      <a:extLst>
                        <a:ext uri="{FF2B5EF4-FFF2-40B4-BE49-F238E27FC236}">
                          <a16:creationId xmlns:a16="http://schemas.microsoft.com/office/drawing/2014/main" id="{BDD8930E-5115-43AE-B894-7197A5D403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4" name="直線コネクタ 111503">
                      <a:extLst>
                        <a:ext uri="{FF2B5EF4-FFF2-40B4-BE49-F238E27FC236}">
                          <a16:creationId xmlns:a16="http://schemas.microsoft.com/office/drawing/2014/main" id="{75CED9B5-907C-4E2F-A170-E0C8AD5C38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5" name="直線コネクタ 111504">
                      <a:extLst>
                        <a:ext uri="{FF2B5EF4-FFF2-40B4-BE49-F238E27FC236}">
                          <a16:creationId xmlns:a16="http://schemas.microsoft.com/office/drawing/2014/main" id="{B64A48A1-532D-4EE3-AFD3-6A2DD8E693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6" name="直線コネクタ 111505">
                      <a:extLst>
                        <a:ext uri="{FF2B5EF4-FFF2-40B4-BE49-F238E27FC236}">
                          <a16:creationId xmlns:a16="http://schemas.microsoft.com/office/drawing/2014/main" id="{18FB3B11-B305-44E7-B82F-D5101E263BA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7" name="直線コネクタ 111506">
                      <a:extLst>
                        <a:ext uri="{FF2B5EF4-FFF2-40B4-BE49-F238E27FC236}">
                          <a16:creationId xmlns:a16="http://schemas.microsoft.com/office/drawing/2014/main" id="{65EDF79D-508A-4CA8-8298-92B372EA4A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8" name="直線コネクタ 111507">
                      <a:extLst>
                        <a:ext uri="{FF2B5EF4-FFF2-40B4-BE49-F238E27FC236}">
                          <a16:creationId xmlns:a16="http://schemas.microsoft.com/office/drawing/2014/main" id="{8D89101E-8939-4140-9D97-8A48B4D217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509" name="直線コネクタ 111508">
                      <a:extLst>
                        <a:ext uri="{FF2B5EF4-FFF2-40B4-BE49-F238E27FC236}">
                          <a16:creationId xmlns:a16="http://schemas.microsoft.com/office/drawing/2014/main" id="{EF6ED7BC-AB15-42FA-969F-32CE0A5E98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463" name="グループ化 111462">
                    <a:extLst>
                      <a:ext uri="{FF2B5EF4-FFF2-40B4-BE49-F238E27FC236}">
                        <a16:creationId xmlns:a16="http://schemas.microsoft.com/office/drawing/2014/main" id="{279DDD44-D23A-438F-84CE-E0BE802803E8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464" name="直線コネクタ 111463">
                      <a:extLst>
                        <a:ext uri="{FF2B5EF4-FFF2-40B4-BE49-F238E27FC236}">
                          <a16:creationId xmlns:a16="http://schemas.microsoft.com/office/drawing/2014/main" id="{4F2C6B84-0021-47EF-AD71-320C9752DD5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65" name="直線コネクタ 111464">
                      <a:extLst>
                        <a:ext uri="{FF2B5EF4-FFF2-40B4-BE49-F238E27FC236}">
                          <a16:creationId xmlns:a16="http://schemas.microsoft.com/office/drawing/2014/main" id="{B4CC24A7-8124-4B01-A1FE-1389198F80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66" name="直線コネクタ 111465">
                      <a:extLst>
                        <a:ext uri="{FF2B5EF4-FFF2-40B4-BE49-F238E27FC236}">
                          <a16:creationId xmlns:a16="http://schemas.microsoft.com/office/drawing/2014/main" id="{AF2909E8-01F4-4847-A01C-7FDB87B416C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67" name="直線コネクタ 111466">
                      <a:extLst>
                        <a:ext uri="{FF2B5EF4-FFF2-40B4-BE49-F238E27FC236}">
                          <a16:creationId xmlns:a16="http://schemas.microsoft.com/office/drawing/2014/main" id="{5CCC4F25-551D-4473-A51A-13279361B7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68" name="直線コネクタ 111467">
                      <a:extLst>
                        <a:ext uri="{FF2B5EF4-FFF2-40B4-BE49-F238E27FC236}">
                          <a16:creationId xmlns:a16="http://schemas.microsoft.com/office/drawing/2014/main" id="{6B9B2523-A24B-41CE-A21B-B981EF5551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69" name="直線コネクタ 111468">
                      <a:extLst>
                        <a:ext uri="{FF2B5EF4-FFF2-40B4-BE49-F238E27FC236}">
                          <a16:creationId xmlns:a16="http://schemas.microsoft.com/office/drawing/2014/main" id="{9135908A-58CA-4023-B0FD-8A6CFDED68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0" name="直線コネクタ 111469">
                      <a:extLst>
                        <a:ext uri="{FF2B5EF4-FFF2-40B4-BE49-F238E27FC236}">
                          <a16:creationId xmlns:a16="http://schemas.microsoft.com/office/drawing/2014/main" id="{D4BE8DBE-329D-4010-A98D-75DE32495F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1" name="直線コネクタ 111470">
                      <a:extLst>
                        <a:ext uri="{FF2B5EF4-FFF2-40B4-BE49-F238E27FC236}">
                          <a16:creationId xmlns:a16="http://schemas.microsoft.com/office/drawing/2014/main" id="{E5458C37-C991-4264-B777-5F5407A4A2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2" name="直線コネクタ 111471">
                      <a:extLst>
                        <a:ext uri="{FF2B5EF4-FFF2-40B4-BE49-F238E27FC236}">
                          <a16:creationId xmlns:a16="http://schemas.microsoft.com/office/drawing/2014/main" id="{DA8BB133-12C4-435A-B334-FA06BCA778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3" name="直線コネクタ 111472">
                      <a:extLst>
                        <a:ext uri="{FF2B5EF4-FFF2-40B4-BE49-F238E27FC236}">
                          <a16:creationId xmlns:a16="http://schemas.microsoft.com/office/drawing/2014/main" id="{DA8BC1F1-94D7-4BBA-90E0-2FC8F94E61A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4" name="直線コネクタ 111473">
                      <a:extLst>
                        <a:ext uri="{FF2B5EF4-FFF2-40B4-BE49-F238E27FC236}">
                          <a16:creationId xmlns:a16="http://schemas.microsoft.com/office/drawing/2014/main" id="{C6EDDF10-3B33-46F5-B630-5EDAA1F27D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5" name="直線コネクタ 111474">
                      <a:extLst>
                        <a:ext uri="{FF2B5EF4-FFF2-40B4-BE49-F238E27FC236}">
                          <a16:creationId xmlns:a16="http://schemas.microsoft.com/office/drawing/2014/main" id="{89663E8D-4760-43D2-B5C8-B0A5C8B4A0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6" name="直線コネクタ 111475">
                      <a:extLst>
                        <a:ext uri="{FF2B5EF4-FFF2-40B4-BE49-F238E27FC236}">
                          <a16:creationId xmlns:a16="http://schemas.microsoft.com/office/drawing/2014/main" id="{D5816E35-BE9E-47FF-8F22-98BC27692B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7" name="直線コネクタ 111476">
                      <a:extLst>
                        <a:ext uri="{FF2B5EF4-FFF2-40B4-BE49-F238E27FC236}">
                          <a16:creationId xmlns:a16="http://schemas.microsoft.com/office/drawing/2014/main" id="{2DD240A6-E6F8-4687-8934-9520B4E111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8" name="直線コネクタ 111477">
                      <a:extLst>
                        <a:ext uri="{FF2B5EF4-FFF2-40B4-BE49-F238E27FC236}">
                          <a16:creationId xmlns:a16="http://schemas.microsoft.com/office/drawing/2014/main" id="{08C7E084-A9A2-4F5F-BA66-1A5356DE4F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79" name="直線コネクタ 111478">
                      <a:extLst>
                        <a:ext uri="{FF2B5EF4-FFF2-40B4-BE49-F238E27FC236}">
                          <a16:creationId xmlns:a16="http://schemas.microsoft.com/office/drawing/2014/main" id="{5367240D-7EE3-4D50-82D5-397A44F563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0" name="直線コネクタ 111479">
                      <a:extLst>
                        <a:ext uri="{FF2B5EF4-FFF2-40B4-BE49-F238E27FC236}">
                          <a16:creationId xmlns:a16="http://schemas.microsoft.com/office/drawing/2014/main" id="{03BF21E4-D24C-4C3E-AA07-A55A6A5F73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1" name="直線コネクタ 111480">
                      <a:extLst>
                        <a:ext uri="{FF2B5EF4-FFF2-40B4-BE49-F238E27FC236}">
                          <a16:creationId xmlns:a16="http://schemas.microsoft.com/office/drawing/2014/main" id="{8A395564-3708-4180-82E9-E6DE0DA7EC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2" name="直線コネクタ 111481">
                      <a:extLst>
                        <a:ext uri="{FF2B5EF4-FFF2-40B4-BE49-F238E27FC236}">
                          <a16:creationId xmlns:a16="http://schemas.microsoft.com/office/drawing/2014/main" id="{3FA71A99-C0BF-4729-A154-A301ACCEF9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3" name="直線コネクタ 111482">
                      <a:extLst>
                        <a:ext uri="{FF2B5EF4-FFF2-40B4-BE49-F238E27FC236}">
                          <a16:creationId xmlns:a16="http://schemas.microsoft.com/office/drawing/2014/main" id="{4E2CBA47-2AC5-4E1A-A234-B4503CE97AE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4" name="直線コネクタ 111483">
                      <a:extLst>
                        <a:ext uri="{FF2B5EF4-FFF2-40B4-BE49-F238E27FC236}">
                          <a16:creationId xmlns:a16="http://schemas.microsoft.com/office/drawing/2014/main" id="{7A4E513B-7FC4-465C-9BEC-A035112A2D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5" name="直線コネクタ 111484">
                      <a:extLst>
                        <a:ext uri="{FF2B5EF4-FFF2-40B4-BE49-F238E27FC236}">
                          <a16:creationId xmlns:a16="http://schemas.microsoft.com/office/drawing/2014/main" id="{21B067A1-0D54-45E5-B739-22F7437689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86" name="直線コネクタ 111485">
                      <a:extLst>
                        <a:ext uri="{FF2B5EF4-FFF2-40B4-BE49-F238E27FC236}">
                          <a16:creationId xmlns:a16="http://schemas.microsoft.com/office/drawing/2014/main" id="{6E3B1796-8330-4F40-9C4E-DDEB79CD78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1217" name="グループ化 111216">
                  <a:extLst>
                    <a:ext uri="{FF2B5EF4-FFF2-40B4-BE49-F238E27FC236}">
                      <a16:creationId xmlns:a16="http://schemas.microsoft.com/office/drawing/2014/main" id="{17EBA269-10C8-4E89-96CF-2378D8C02AF4}"/>
                    </a:ext>
                  </a:extLst>
                </p:cNvPr>
                <p:cNvGrpSpPr/>
                <p:nvPr/>
              </p:nvGrpSpPr>
              <p:grpSpPr>
                <a:xfrm rot="2700000">
                  <a:off x="5312047" y="5498555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11414" name="グループ化 111413">
                    <a:extLst>
                      <a:ext uri="{FF2B5EF4-FFF2-40B4-BE49-F238E27FC236}">
                        <a16:creationId xmlns:a16="http://schemas.microsoft.com/office/drawing/2014/main" id="{2281D809-763F-46A5-BC23-75F1C234148D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439" name="直線コネクタ 111438">
                      <a:extLst>
                        <a:ext uri="{FF2B5EF4-FFF2-40B4-BE49-F238E27FC236}">
                          <a16:creationId xmlns:a16="http://schemas.microsoft.com/office/drawing/2014/main" id="{92AE9DB1-46C0-4487-8FB8-AD61FD5424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0" name="直線コネクタ 111439">
                      <a:extLst>
                        <a:ext uri="{FF2B5EF4-FFF2-40B4-BE49-F238E27FC236}">
                          <a16:creationId xmlns:a16="http://schemas.microsoft.com/office/drawing/2014/main" id="{982CB6B9-8896-4600-97B7-19A6D65EE6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1" name="直線コネクタ 111440">
                      <a:extLst>
                        <a:ext uri="{FF2B5EF4-FFF2-40B4-BE49-F238E27FC236}">
                          <a16:creationId xmlns:a16="http://schemas.microsoft.com/office/drawing/2014/main" id="{99402542-3145-4942-A0E4-CCDFE8FE8E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2" name="直線コネクタ 111441">
                      <a:extLst>
                        <a:ext uri="{FF2B5EF4-FFF2-40B4-BE49-F238E27FC236}">
                          <a16:creationId xmlns:a16="http://schemas.microsoft.com/office/drawing/2014/main" id="{ED54BD9A-5189-40DF-AF2E-9160A7794C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3" name="直線コネクタ 111442">
                      <a:extLst>
                        <a:ext uri="{FF2B5EF4-FFF2-40B4-BE49-F238E27FC236}">
                          <a16:creationId xmlns:a16="http://schemas.microsoft.com/office/drawing/2014/main" id="{AE3940A7-616C-4214-81A6-8202F55A24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4" name="直線コネクタ 111443">
                      <a:extLst>
                        <a:ext uri="{FF2B5EF4-FFF2-40B4-BE49-F238E27FC236}">
                          <a16:creationId xmlns:a16="http://schemas.microsoft.com/office/drawing/2014/main" id="{8F8B78F5-2945-46A7-A94E-8B6D37B976A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5" name="直線コネクタ 111444">
                      <a:extLst>
                        <a:ext uri="{FF2B5EF4-FFF2-40B4-BE49-F238E27FC236}">
                          <a16:creationId xmlns:a16="http://schemas.microsoft.com/office/drawing/2014/main" id="{F1DC59E4-8A66-48DA-BAB3-DFE54230A2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6" name="直線コネクタ 111445">
                      <a:extLst>
                        <a:ext uri="{FF2B5EF4-FFF2-40B4-BE49-F238E27FC236}">
                          <a16:creationId xmlns:a16="http://schemas.microsoft.com/office/drawing/2014/main" id="{5F468922-3888-46D8-B53E-D9727DD619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7" name="直線コネクタ 111446">
                      <a:extLst>
                        <a:ext uri="{FF2B5EF4-FFF2-40B4-BE49-F238E27FC236}">
                          <a16:creationId xmlns:a16="http://schemas.microsoft.com/office/drawing/2014/main" id="{480FF79F-66FA-4B82-8F18-BBF9980D34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8" name="直線コネクタ 111447">
                      <a:extLst>
                        <a:ext uri="{FF2B5EF4-FFF2-40B4-BE49-F238E27FC236}">
                          <a16:creationId xmlns:a16="http://schemas.microsoft.com/office/drawing/2014/main" id="{1D78F3D4-CF3D-4323-863C-FE7FAFF353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49" name="直線コネクタ 111448">
                      <a:extLst>
                        <a:ext uri="{FF2B5EF4-FFF2-40B4-BE49-F238E27FC236}">
                          <a16:creationId xmlns:a16="http://schemas.microsoft.com/office/drawing/2014/main" id="{BFB8C004-3C43-4203-9A27-68341306A8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0" name="直線コネクタ 111449">
                      <a:extLst>
                        <a:ext uri="{FF2B5EF4-FFF2-40B4-BE49-F238E27FC236}">
                          <a16:creationId xmlns:a16="http://schemas.microsoft.com/office/drawing/2014/main" id="{3F43CD1C-01B3-4A2E-AE23-8300856720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1" name="直線コネクタ 111450">
                      <a:extLst>
                        <a:ext uri="{FF2B5EF4-FFF2-40B4-BE49-F238E27FC236}">
                          <a16:creationId xmlns:a16="http://schemas.microsoft.com/office/drawing/2014/main" id="{F4F8EF65-6BD9-4D13-8FB3-8F50CA2F6F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2" name="直線コネクタ 111451">
                      <a:extLst>
                        <a:ext uri="{FF2B5EF4-FFF2-40B4-BE49-F238E27FC236}">
                          <a16:creationId xmlns:a16="http://schemas.microsoft.com/office/drawing/2014/main" id="{863A12A6-A37E-4D21-9DA6-11910F71A2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3" name="直線コネクタ 111452">
                      <a:extLst>
                        <a:ext uri="{FF2B5EF4-FFF2-40B4-BE49-F238E27FC236}">
                          <a16:creationId xmlns:a16="http://schemas.microsoft.com/office/drawing/2014/main" id="{B147978B-A8C7-45DE-944F-E70CF709BD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4" name="直線コネクタ 111453">
                      <a:extLst>
                        <a:ext uri="{FF2B5EF4-FFF2-40B4-BE49-F238E27FC236}">
                          <a16:creationId xmlns:a16="http://schemas.microsoft.com/office/drawing/2014/main" id="{F66C3A59-6AEA-4DAC-9B32-3EDBA37BD3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5" name="直線コネクタ 111454">
                      <a:extLst>
                        <a:ext uri="{FF2B5EF4-FFF2-40B4-BE49-F238E27FC236}">
                          <a16:creationId xmlns:a16="http://schemas.microsoft.com/office/drawing/2014/main" id="{348D63D3-DCB6-48B4-B290-B8B13CA8AB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6" name="直線コネクタ 111455">
                      <a:extLst>
                        <a:ext uri="{FF2B5EF4-FFF2-40B4-BE49-F238E27FC236}">
                          <a16:creationId xmlns:a16="http://schemas.microsoft.com/office/drawing/2014/main" id="{2539EE9A-A445-4F35-88EA-85997F63A2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7" name="直線コネクタ 111456">
                      <a:extLst>
                        <a:ext uri="{FF2B5EF4-FFF2-40B4-BE49-F238E27FC236}">
                          <a16:creationId xmlns:a16="http://schemas.microsoft.com/office/drawing/2014/main" id="{B5FC8839-AA55-450F-B2F5-2DB21D47448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8" name="直線コネクタ 111457">
                      <a:extLst>
                        <a:ext uri="{FF2B5EF4-FFF2-40B4-BE49-F238E27FC236}">
                          <a16:creationId xmlns:a16="http://schemas.microsoft.com/office/drawing/2014/main" id="{E6E972B1-F8F5-4080-AC0F-A1C0F1F4DF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59" name="直線コネクタ 111458">
                      <a:extLst>
                        <a:ext uri="{FF2B5EF4-FFF2-40B4-BE49-F238E27FC236}">
                          <a16:creationId xmlns:a16="http://schemas.microsoft.com/office/drawing/2014/main" id="{DE13C4AC-EC31-4D25-A22A-6836EA0900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60" name="直線コネクタ 111459">
                      <a:extLst>
                        <a:ext uri="{FF2B5EF4-FFF2-40B4-BE49-F238E27FC236}">
                          <a16:creationId xmlns:a16="http://schemas.microsoft.com/office/drawing/2014/main" id="{57D0CB06-74A0-47DD-AD64-435BD72BB55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61" name="直線コネクタ 111460">
                      <a:extLst>
                        <a:ext uri="{FF2B5EF4-FFF2-40B4-BE49-F238E27FC236}">
                          <a16:creationId xmlns:a16="http://schemas.microsoft.com/office/drawing/2014/main" id="{7140EF25-BCA7-4B6F-B0AF-8231FFB515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415" name="グループ化 111414">
                    <a:extLst>
                      <a:ext uri="{FF2B5EF4-FFF2-40B4-BE49-F238E27FC236}">
                        <a16:creationId xmlns:a16="http://schemas.microsoft.com/office/drawing/2014/main" id="{F485D964-0EA7-44CB-9259-035749954883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416" name="直線コネクタ 111415">
                      <a:extLst>
                        <a:ext uri="{FF2B5EF4-FFF2-40B4-BE49-F238E27FC236}">
                          <a16:creationId xmlns:a16="http://schemas.microsoft.com/office/drawing/2014/main" id="{DC403693-7862-4CCA-9F82-DB2BF07C2C6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17" name="直線コネクタ 111416">
                      <a:extLst>
                        <a:ext uri="{FF2B5EF4-FFF2-40B4-BE49-F238E27FC236}">
                          <a16:creationId xmlns:a16="http://schemas.microsoft.com/office/drawing/2014/main" id="{CE759FE7-ACD6-47E3-8F2F-A786D7E5A46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18" name="直線コネクタ 111417">
                      <a:extLst>
                        <a:ext uri="{FF2B5EF4-FFF2-40B4-BE49-F238E27FC236}">
                          <a16:creationId xmlns:a16="http://schemas.microsoft.com/office/drawing/2014/main" id="{D7950040-8F19-4437-8494-1482D9464D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19" name="直線コネクタ 111418">
                      <a:extLst>
                        <a:ext uri="{FF2B5EF4-FFF2-40B4-BE49-F238E27FC236}">
                          <a16:creationId xmlns:a16="http://schemas.microsoft.com/office/drawing/2014/main" id="{F2BAE879-5EA1-4441-951F-879017B275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0" name="直線コネクタ 111419">
                      <a:extLst>
                        <a:ext uri="{FF2B5EF4-FFF2-40B4-BE49-F238E27FC236}">
                          <a16:creationId xmlns:a16="http://schemas.microsoft.com/office/drawing/2014/main" id="{81000463-6800-4124-9291-EE67B1AE0C9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1" name="直線コネクタ 111420">
                      <a:extLst>
                        <a:ext uri="{FF2B5EF4-FFF2-40B4-BE49-F238E27FC236}">
                          <a16:creationId xmlns:a16="http://schemas.microsoft.com/office/drawing/2014/main" id="{0961A6B2-E3F1-4404-880D-B25088E976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2" name="直線コネクタ 111421">
                      <a:extLst>
                        <a:ext uri="{FF2B5EF4-FFF2-40B4-BE49-F238E27FC236}">
                          <a16:creationId xmlns:a16="http://schemas.microsoft.com/office/drawing/2014/main" id="{D91BB1E1-1CC3-4FED-A803-5FBB65253D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3" name="直線コネクタ 111422">
                      <a:extLst>
                        <a:ext uri="{FF2B5EF4-FFF2-40B4-BE49-F238E27FC236}">
                          <a16:creationId xmlns:a16="http://schemas.microsoft.com/office/drawing/2014/main" id="{AE45AD49-21FA-4964-9A6A-55E47EEE2F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4" name="直線コネクタ 111423">
                      <a:extLst>
                        <a:ext uri="{FF2B5EF4-FFF2-40B4-BE49-F238E27FC236}">
                          <a16:creationId xmlns:a16="http://schemas.microsoft.com/office/drawing/2014/main" id="{10A773DD-41BA-4DD3-B1DB-D966D78B99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5" name="直線コネクタ 111424">
                      <a:extLst>
                        <a:ext uri="{FF2B5EF4-FFF2-40B4-BE49-F238E27FC236}">
                          <a16:creationId xmlns:a16="http://schemas.microsoft.com/office/drawing/2014/main" id="{88A58DFF-EEBD-49DF-A8BA-2D7FA69C66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6" name="直線コネクタ 111425">
                      <a:extLst>
                        <a:ext uri="{FF2B5EF4-FFF2-40B4-BE49-F238E27FC236}">
                          <a16:creationId xmlns:a16="http://schemas.microsoft.com/office/drawing/2014/main" id="{3C67BB8A-0F65-44AC-B92F-0284F263D77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7" name="直線コネクタ 111426">
                      <a:extLst>
                        <a:ext uri="{FF2B5EF4-FFF2-40B4-BE49-F238E27FC236}">
                          <a16:creationId xmlns:a16="http://schemas.microsoft.com/office/drawing/2014/main" id="{B29100FB-F80A-45E3-A172-98E4ABB2AE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8" name="直線コネクタ 111427">
                      <a:extLst>
                        <a:ext uri="{FF2B5EF4-FFF2-40B4-BE49-F238E27FC236}">
                          <a16:creationId xmlns:a16="http://schemas.microsoft.com/office/drawing/2014/main" id="{5A8EE93C-9862-4B0B-9F5C-F0CF14024F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29" name="直線コネクタ 111428">
                      <a:extLst>
                        <a:ext uri="{FF2B5EF4-FFF2-40B4-BE49-F238E27FC236}">
                          <a16:creationId xmlns:a16="http://schemas.microsoft.com/office/drawing/2014/main" id="{991D8EC9-4BFE-42D1-90BC-1EEE524003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0" name="直線コネクタ 111429">
                      <a:extLst>
                        <a:ext uri="{FF2B5EF4-FFF2-40B4-BE49-F238E27FC236}">
                          <a16:creationId xmlns:a16="http://schemas.microsoft.com/office/drawing/2014/main" id="{A1280BC4-13F7-4E29-9315-EA1495A31C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1" name="直線コネクタ 111430">
                      <a:extLst>
                        <a:ext uri="{FF2B5EF4-FFF2-40B4-BE49-F238E27FC236}">
                          <a16:creationId xmlns:a16="http://schemas.microsoft.com/office/drawing/2014/main" id="{7CF9D4B6-D612-4471-A66C-B82C9DBC89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2" name="直線コネクタ 111431">
                      <a:extLst>
                        <a:ext uri="{FF2B5EF4-FFF2-40B4-BE49-F238E27FC236}">
                          <a16:creationId xmlns:a16="http://schemas.microsoft.com/office/drawing/2014/main" id="{EDE202BE-8C83-4C4F-9CAC-E07870DE0B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3" name="直線コネクタ 111432">
                      <a:extLst>
                        <a:ext uri="{FF2B5EF4-FFF2-40B4-BE49-F238E27FC236}">
                          <a16:creationId xmlns:a16="http://schemas.microsoft.com/office/drawing/2014/main" id="{2E4DB85F-D192-44A6-AB5C-C9F4CA87E8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4" name="直線コネクタ 111433">
                      <a:extLst>
                        <a:ext uri="{FF2B5EF4-FFF2-40B4-BE49-F238E27FC236}">
                          <a16:creationId xmlns:a16="http://schemas.microsoft.com/office/drawing/2014/main" id="{DC72D474-D630-435B-BE59-4D7700D01F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5" name="直線コネクタ 111434">
                      <a:extLst>
                        <a:ext uri="{FF2B5EF4-FFF2-40B4-BE49-F238E27FC236}">
                          <a16:creationId xmlns:a16="http://schemas.microsoft.com/office/drawing/2014/main" id="{CB845C0E-5E22-4A01-9EF1-3825B352444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6" name="直線コネクタ 111435">
                      <a:extLst>
                        <a:ext uri="{FF2B5EF4-FFF2-40B4-BE49-F238E27FC236}">
                          <a16:creationId xmlns:a16="http://schemas.microsoft.com/office/drawing/2014/main" id="{261B953E-ED63-4071-A004-291D1F6F85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7" name="直線コネクタ 111436">
                      <a:extLst>
                        <a:ext uri="{FF2B5EF4-FFF2-40B4-BE49-F238E27FC236}">
                          <a16:creationId xmlns:a16="http://schemas.microsoft.com/office/drawing/2014/main" id="{320B3D0C-08F2-4AFA-AEAA-8B6A61344C2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38" name="直線コネクタ 111437">
                      <a:extLst>
                        <a:ext uri="{FF2B5EF4-FFF2-40B4-BE49-F238E27FC236}">
                          <a16:creationId xmlns:a16="http://schemas.microsoft.com/office/drawing/2014/main" id="{5220E413-2E39-48A2-BC62-A54E2077DA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1218" name="グループ化 111217">
                  <a:extLst>
                    <a:ext uri="{FF2B5EF4-FFF2-40B4-BE49-F238E27FC236}">
                      <a16:creationId xmlns:a16="http://schemas.microsoft.com/office/drawing/2014/main" id="{0FC39DC4-3929-4038-AABF-9364D906766D}"/>
                    </a:ext>
                  </a:extLst>
                </p:cNvPr>
                <p:cNvGrpSpPr/>
                <p:nvPr/>
              </p:nvGrpSpPr>
              <p:grpSpPr>
                <a:xfrm rot="10800000">
                  <a:off x="4800194" y="5287512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11366" name="グループ化 111365">
                    <a:extLst>
                      <a:ext uri="{FF2B5EF4-FFF2-40B4-BE49-F238E27FC236}">
                        <a16:creationId xmlns:a16="http://schemas.microsoft.com/office/drawing/2014/main" id="{290D6998-C3FD-43F8-80C5-3049A1934BF1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391" name="直線コネクタ 111390">
                      <a:extLst>
                        <a:ext uri="{FF2B5EF4-FFF2-40B4-BE49-F238E27FC236}">
                          <a16:creationId xmlns:a16="http://schemas.microsoft.com/office/drawing/2014/main" id="{DC887D34-129F-4BE8-9390-C7C48401C2B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2" name="直線コネクタ 111391">
                      <a:extLst>
                        <a:ext uri="{FF2B5EF4-FFF2-40B4-BE49-F238E27FC236}">
                          <a16:creationId xmlns:a16="http://schemas.microsoft.com/office/drawing/2014/main" id="{BCDA05A3-9539-4660-A80C-E763A3EAC4B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3" name="直線コネクタ 111392">
                      <a:extLst>
                        <a:ext uri="{FF2B5EF4-FFF2-40B4-BE49-F238E27FC236}">
                          <a16:creationId xmlns:a16="http://schemas.microsoft.com/office/drawing/2014/main" id="{0C03DD09-8FF0-48F0-AA02-083BB46140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4" name="直線コネクタ 111393">
                      <a:extLst>
                        <a:ext uri="{FF2B5EF4-FFF2-40B4-BE49-F238E27FC236}">
                          <a16:creationId xmlns:a16="http://schemas.microsoft.com/office/drawing/2014/main" id="{04D0E740-1D53-42F9-A372-CBD8387AFA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5" name="直線コネクタ 111394">
                      <a:extLst>
                        <a:ext uri="{FF2B5EF4-FFF2-40B4-BE49-F238E27FC236}">
                          <a16:creationId xmlns:a16="http://schemas.microsoft.com/office/drawing/2014/main" id="{7EC724AC-1109-497C-8E8E-3BE25BBA73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6" name="直線コネクタ 111395">
                      <a:extLst>
                        <a:ext uri="{FF2B5EF4-FFF2-40B4-BE49-F238E27FC236}">
                          <a16:creationId xmlns:a16="http://schemas.microsoft.com/office/drawing/2014/main" id="{9AB14DFD-FF54-4587-820C-4F40BB2A6C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7" name="直線コネクタ 111396">
                      <a:extLst>
                        <a:ext uri="{FF2B5EF4-FFF2-40B4-BE49-F238E27FC236}">
                          <a16:creationId xmlns:a16="http://schemas.microsoft.com/office/drawing/2014/main" id="{D0DD4A7F-BB81-4486-A2B3-A86446134B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8" name="直線コネクタ 111397">
                      <a:extLst>
                        <a:ext uri="{FF2B5EF4-FFF2-40B4-BE49-F238E27FC236}">
                          <a16:creationId xmlns:a16="http://schemas.microsoft.com/office/drawing/2014/main" id="{9BB1089B-66B9-482E-92FA-E4544E4CDA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9" name="直線コネクタ 111398">
                      <a:extLst>
                        <a:ext uri="{FF2B5EF4-FFF2-40B4-BE49-F238E27FC236}">
                          <a16:creationId xmlns:a16="http://schemas.microsoft.com/office/drawing/2014/main" id="{8BC765B2-3A9F-4BEF-B881-8DDAC751EE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0" name="直線コネクタ 111399">
                      <a:extLst>
                        <a:ext uri="{FF2B5EF4-FFF2-40B4-BE49-F238E27FC236}">
                          <a16:creationId xmlns:a16="http://schemas.microsoft.com/office/drawing/2014/main" id="{AD9D6F41-ED5C-4B63-BB12-5453339B36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1" name="直線コネクタ 111400">
                      <a:extLst>
                        <a:ext uri="{FF2B5EF4-FFF2-40B4-BE49-F238E27FC236}">
                          <a16:creationId xmlns:a16="http://schemas.microsoft.com/office/drawing/2014/main" id="{DDBFDB52-E528-419B-AB32-6658DB7E11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2" name="直線コネクタ 111401">
                      <a:extLst>
                        <a:ext uri="{FF2B5EF4-FFF2-40B4-BE49-F238E27FC236}">
                          <a16:creationId xmlns:a16="http://schemas.microsoft.com/office/drawing/2014/main" id="{74D3A415-9711-4B8C-B1C7-5410778644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3" name="直線コネクタ 111402">
                      <a:extLst>
                        <a:ext uri="{FF2B5EF4-FFF2-40B4-BE49-F238E27FC236}">
                          <a16:creationId xmlns:a16="http://schemas.microsoft.com/office/drawing/2014/main" id="{7436E5BE-8D0F-466C-AD51-555A4F0CE3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4" name="直線コネクタ 111403">
                      <a:extLst>
                        <a:ext uri="{FF2B5EF4-FFF2-40B4-BE49-F238E27FC236}">
                          <a16:creationId xmlns:a16="http://schemas.microsoft.com/office/drawing/2014/main" id="{CA510DCC-C904-4D4C-BC45-F293131F7C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5" name="直線コネクタ 111404">
                      <a:extLst>
                        <a:ext uri="{FF2B5EF4-FFF2-40B4-BE49-F238E27FC236}">
                          <a16:creationId xmlns:a16="http://schemas.microsoft.com/office/drawing/2014/main" id="{7D73AAA2-A976-48EA-9062-81CF630653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6" name="直線コネクタ 111405">
                      <a:extLst>
                        <a:ext uri="{FF2B5EF4-FFF2-40B4-BE49-F238E27FC236}">
                          <a16:creationId xmlns:a16="http://schemas.microsoft.com/office/drawing/2014/main" id="{260E9B02-905B-421F-BC3E-B84FFA7F73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7" name="直線コネクタ 111406">
                      <a:extLst>
                        <a:ext uri="{FF2B5EF4-FFF2-40B4-BE49-F238E27FC236}">
                          <a16:creationId xmlns:a16="http://schemas.microsoft.com/office/drawing/2014/main" id="{59F77A31-17D1-4DD2-9AC5-57DD64DE41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8" name="直線コネクタ 111407">
                      <a:extLst>
                        <a:ext uri="{FF2B5EF4-FFF2-40B4-BE49-F238E27FC236}">
                          <a16:creationId xmlns:a16="http://schemas.microsoft.com/office/drawing/2014/main" id="{216CA201-2F57-41A5-B139-1CF2F5FF15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09" name="直線コネクタ 111408">
                      <a:extLst>
                        <a:ext uri="{FF2B5EF4-FFF2-40B4-BE49-F238E27FC236}">
                          <a16:creationId xmlns:a16="http://schemas.microsoft.com/office/drawing/2014/main" id="{E43811B1-CE9F-41FA-8EA9-7ACF02F55C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10" name="直線コネクタ 111409">
                      <a:extLst>
                        <a:ext uri="{FF2B5EF4-FFF2-40B4-BE49-F238E27FC236}">
                          <a16:creationId xmlns:a16="http://schemas.microsoft.com/office/drawing/2014/main" id="{5AB30328-51DB-4957-9554-14C2370AD3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11" name="直線コネクタ 111410">
                      <a:extLst>
                        <a:ext uri="{FF2B5EF4-FFF2-40B4-BE49-F238E27FC236}">
                          <a16:creationId xmlns:a16="http://schemas.microsoft.com/office/drawing/2014/main" id="{F99E925C-E64A-4BC6-9511-3940B43CE4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12" name="直線コネクタ 111411">
                      <a:extLst>
                        <a:ext uri="{FF2B5EF4-FFF2-40B4-BE49-F238E27FC236}">
                          <a16:creationId xmlns:a16="http://schemas.microsoft.com/office/drawing/2014/main" id="{ED887385-6F9F-4C77-9057-03BBD4DD907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413" name="直線コネクタ 111412">
                      <a:extLst>
                        <a:ext uri="{FF2B5EF4-FFF2-40B4-BE49-F238E27FC236}">
                          <a16:creationId xmlns:a16="http://schemas.microsoft.com/office/drawing/2014/main" id="{95922D30-6353-4509-94E3-346677780F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367" name="グループ化 111366">
                    <a:extLst>
                      <a:ext uri="{FF2B5EF4-FFF2-40B4-BE49-F238E27FC236}">
                        <a16:creationId xmlns:a16="http://schemas.microsoft.com/office/drawing/2014/main" id="{B86099B1-3A3B-4DC6-A943-68936A2296C6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368" name="直線コネクタ 111367">
                      <a:extLst>
                        <a:ext uri="{FF2B5EF4-FFF2-40B4-BE49-F238E27FC236}">
                          <a16:creationId xmlns:a16="http://schemas.microsoft.com/office/drawing/2014/main" id="{BFDE4567-BBD9-446B-960F-CEE4379F421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69" name="直線コネクタ 111368">
                      <a:extLst>
                        <a:ext uri="{FF2B5EF4-FFF2-40B4-BE49-F238E27FC236}">
                          <a16:creationId xmlns:a16="http://schemas.microsoft.com/office/drawing/2014/main" id="{0EEDFC2D-13EC-407C-88BB-72DD997734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0" name="直線コネクタ 111369">
                      <a:extLst>
                        <a:ext uri="{FF2B5EF4-FFF2-40B4-BE49-F238E27FC236}">
                          <a16:creationId xmlns:a16="http://schemas.microsoft.com/office/drawing/2014/main" id="{D8BD8B7B-9193-43F4-9DBD-B35D1284B9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1" name="直線コネクタ 111370">
                      <a:extLst>
                        <a:ext uri="{FF2B5EF4-FFF2-40B4-BE49-F238E27FC236}">
                          <a16:creationId xmlns:a16="http://schemas.microsoft.com/office/drawing/2014/main" id="{179CD0AD-2E48-4416-BE27-3735EC6E9E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2" name="直線コネクタ 111371">
                      <a:extLst>
                        <a:ext uri="{FF2B5EF4-FFF2-40B4-BE49-F238E27FC236}">
                          <a16:creationId xmlns:a16="http://schemas.microsoft.com/office/drawing/2014/main" id="{117B2EA6-ADF9-4EE3-B7B2-5B96F9208A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3" name="直線コネクタ 111372">
                      <a:extLst>
                        <a:ext uri="{FF2B5EF4-FFF2-40B4-BE49-F238E27FC236}">
                          <a16:creationId xmlns:a16="http://schemas.microsoft.com/office/drawing/2014/main" id="{A04C1A06-4AFD-455F-A8E4-67B96C8D3D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4" name="直線コネクタ 111373">
                      <a:extLst>
                        <a:ext uri="{FF2B5EF4-FFF2-40B4-BE49-F238E27FC236}">
                          <a16:creationId xmlns:a16="http://schemas.microsoft.com/office/drawing/2014/main" id="{944BA0D1-24FE-442C-AA3E-82CB816B22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5" name="直線コネクタ 111374">
                      <a:extLst>
                        <a:ext uri="{FF2B5EF4-FFF2-40B4-BE49-F238E27FC236}">
                          <a16:creationId xmlns:a16="http://schemas.microsoft.com/office/drawing/2014/main" id="{8DBA1851-065C-481C-8528-E87CB3CB68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6" name="直線コネクタ 111375">
                      <a:extLst>
                        <a:ext uri="{FF2B5EF4-FFF2-40B4-BE49-F238E27FC236}">
                          <a16:creationId xmlns:a16="http://schemas.microsoft.com/office/drawing/2014/main" id="{D7B63319-3CBC-46A3-98D9-786656E664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7" name="直線コネクタ 111376">
                      <a:extLst>
                        <a:ext uri="{FF2B5EF4-FFF2-40B4-BE49-F238E27FC236}">
                          <a16:creationId xmlns:a16="http://schemas.microsoft.com/office/drawing/2014/main" id="{362F5CDD-0567-492E-B790-4A3D41E218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8" name="直線コネクタ 111377">
                      <a:extLst>
                        <a:ext uri="{FF2B5EF4-FFF2-40B4-BE49-F238E27FC236}">
                          <a16:creationId xmlns:a16="http://schemas.microsoft.com/office/drawing/2014/main" id="{B8DA2481-481F-4987-BA68-3AF5F99791E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79" name="直線コネクタ 111378">
                      <a:extLst>
                        <a:ext uri="{FF2B5EF4-FFF2-40B4-BE49-F238E27FC236}">
                          <a16:creationId xmlns:a16="http://schemas.microsoft.com/office/drawing/2014/main" id="{F3EEDA9B-F72B-4FC2-8C96-3C9EAF1479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0" name="直線コネクタ 111379">
                      <a:extLst>
                        <a:ext uri="{FF2B5EF4-FFF2-40B4-BE49-F238E27FC236}">
                          <a16:creationId xmlns:a16="http://schemas.microsoft.com/office/drawing/2014/main" id="{3A44B80C-0BAA-484E-8D83-029DB76DA1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1" name="直線コネクタ 111380">
                      <a:extLst>
                        <a:ext uri="{FF2B5EF4-FFF2-40B4-BE49-F238E27FC236}">
                          <a16:creationId xmlns:a16="http://schemas.microsoft.com/office/drawing/2014/main" id="{29949CCF-5C51-4843-BDCA-9FF231E1EB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2" name="直線コネクタ 111381">
                      <a:extLst>
                        <a:ext uri="{FF2B5EF4-FFF2-40B4-BE49-F238E27FC236}">
                          <a16:creationId xmlns:a16="http://schemas.microsoft.com/office/drawing/2014/main" id="{23079471-102E-42CB-A779-CCA29BFE74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3" name="直線コネクタ 111382">
                      <a:extLst>
                        <a:ext uri="{FF2B5EF4-FFF2-40B4-BE49-F238E27FC236}">
                          <a16:creationId xmlns:a16="http://schemas.microsoft.com/office/drawing/2014/main" id="{230A774F-A59D-4859-B49A-B9D7FA39A8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4" name="直線コネクタ 111383">
                      <a:extLst>
                        <a:ext uri="{FF2B5EF4-FFF2-40B4-BE49-F238E27FC236}">
                          <a16:creationId xmlns:a16="http://schemas.microsoft.com/office/drawing/2014/main" id="{74EFD704-7867-4E28-B83F-1D2F05C0B8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5" name="直線コネクタ 111384">
                      <a:extLst>
                        <a:ext uri="{FF2B5EF4-FFF2-40B4-BE49-F238E27FC236}">
                          <a16:creationId xmlns:a16="http://schemas.microsoft.com/office/drawing/2014/main" id="{773690E0-373D-423A-8AED-8369E156AF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6" name="直線コネクタ 111385">
                      <a:extLst>
                        <a:ext uri="{FF2B5EF4-FFF2-40B4-BE49-F238E27FC236}">
                          <a16:creationId xmlns:a16="http://schemas.microsoft.com/office/drawing/2014/main" id="{A01418C8-915A-43C4-9E76-786C28C4129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7" name="直線コネクタ 111386">
                      <a:extLst>
                        <a:ext uri="{FF2B5EF4-FFF2-40B4-BE49-F238E27FC236}">
                          <a16:creationId xmlns:a16="http://schemas.microsoft.com/office/drawing/2014/main" id="{0172B447-04B6-46E7-810F-FAAB381F26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8" name="直線コネクタ 111387">
                      <a:extLst>
                        <a:ext uri="{FF2B5EF4-FFF2-40B4-BE49-F238E27FC236}">
                          <a16:creationId xmlns:a16="http://schemas.microsoft.com/office/drawing/2014/main" id="{6890FB74-85F9-4EB6-9F02-F4D5B38C1AA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89" name="直線コネクタ 111388">
                      <a:extLst>
                        <a:ext uri="{FF2B5EF4-FFF2-40B4-BE49-F238E27FC236}">
                          <a16:creationId xmlns:a16="http://schemas.microsoft.com/office/drawing/2014/main" id="{411DB1E7-6731-4617-A2B9-81110DDBA4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90" name="直線コネクタ 111389">
                      <a:extLst>
                        <a:ext uri="{FF2B5EF4-FFF2-40B4-BE49-F238E27FC236}">
                          <a16:creationId xmlns:a16="http://schemas.microsoft.com/office/drawing/2014/main" id="{6C25AFBB-A8C8-4366-AF88-4D26497D76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1219" name="グループ化 111218">
                  <a:extLst>
                    <a:ext uri="{FF2B5EF4-FFF2-40B4-BE49-F238E27FC236}">
                      <a16:creationId xmlns:a16="http://schemas.microsoft.com/office/drawing/2014/main" id="{0790C33E-7096-41BE-8099-A93BE2FEA2BD}"/>
                    </a:ext>
                  </a:extLst>
                </p:cNvPr>
                <p:cNvGrpSpPr/>
                <p:nvPr/>
              </p:nvGrpSpPr>
              <p:grpSpPr>
                <a:xfrm rot="8100000">
                  <a:off x="4888970" y="5499546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11318" name="グループ化 111317">
                    <a:extLst>
                      <a:ext uri="{FF2B5EF4-FFF2-40B4-BE49-F238E27FC236}">
                        <a16:creationId xmlns:a16="http://schemas.microsoft.com/office/drawing/2014/main" id="{F811B8C6-CB22-41E6-BD09-6A0A209A51A1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343" name="直線コネクタ 111342">
                      <a:extLst>
                        <a:ext uri="{FF2B5EF4-FFF2-40B4-BE49-F238E27FC236}">
                          <a16:creationId xmlns:a16="http://schemas.microsoft.com/office/drawing/2014/main" id="{599EAD82-5DC3-41E9-B7E0-6FEE54B8C48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4" name="直線コネクタ 111343">
                      <a:extLst>
                        <a:ext uri="{FF2B5EF4-FFF2-40B4-BE49-F238E27FC236}">
                          <a16:creationId xmlns:a16="http://schemas.microsoft.com/office/drawing/2014/main" id="{B823286A-9226-431E-8C57-2AA9846129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5" name="直線コネクタ 111344">
                      <a:extLst>
                        <a:ext uri="{FF2B5EF4-FFF2-40B4-BE49-F238E27FC236}">
                          <a16:creationId xmlns:a16="http://schemas.microsoft.com/office/drawing/2014/main" id="{6F7345BB-8663-4FBB-8EC7-5260E9F6365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6" name="直線コネクタ 111345">
                      <a:extLst>
                        <a:ext uri="{FF2B5EF4-FFF2-40B4-BE49-F238E27FC236}">
                          <a16:creationId xmlns:a16="http://schemas.microsoft.com/office/drawing/2014/main" id="{BF5579E7-92CA-4331-B8FF-B7B1FD7CBC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7" name="直線コネクタ 111346">
                      <a:extLst>
                        <a:ext uri="{FF2B5EF4-FFF2-40B4-BE49-F238E27FC236}">
                          <a16:creationId xmlns:a16="http://schemas.microsoft.com/office/drawing/2014/main" id="{4411CBA3-8510-482B-9404-40E9811B6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8" name="直線コネクタ 111347">
                      <a:extLst>
                        <a:ext uri="{FF2B5EF4-FFF2-40B4-BE49-F238E27FC236}">
                          <a16:creationId xmlns:a16="http://schemas.microsoft.com/office/drawing/2014/main" id="{6ECA3350-AE0F-4EAD-93DB-CA3EBA36D3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9" name="直線コネクタ 111348">
                      <a:extLst>
                        <a:ext uri="{FF2B5EF4-FFF2-40B4-BE49-F238E27FC236}">
                          <a16:creationId xmlns:a16="http://schemas.microsoft.com/office/drawing/2014/main" id="{0B326545-1E7A-434B-9350-2139E3E962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0" name="直線コネクタ 111349">
                      <a:extLst>
                        <a:ext uri="{FF2B5EF4-FFF2-40B4-BE49-F238E27FC236}">
                          <a16:creationId xmlns:a16="http://schemas.microsoft.com/office/drawing/2014/main" id="{B3DA2771-D7C0-4BBF-9BB2-5294554358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1" name="直線コネクタ 111350">
                      <a:extLst>
                        <a:ext uri="{FF2B5EF4-FFF2-40B4-BE49-F238E27FC236}">
                          <a16:creationId xmlns:a16="http://schemas.microsoft.com/office/drawing/2014/main" id="{42E88C5B-8B26-4F13-BB6F-E0DA4D3CB6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2" name="直線コネクタ 111351">
                      <a:extLst>
                        <a:ext uri="{FF2B5EF4-FFF2-40B4-BE49-F238E27FC236}">
                          <a16:creationId xmlns:a16="http://schemas.microsoft.com/office/drawing/2014/main" id="{4219CE0C-317F-49FA-84BB-9C38AD33BD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3" name="直線コネクタ 111352">
                      <a:extLst>
                        <a:ext uri="{FF2B5EF4-FFF2-40B4-BE49-F238E27FC236}">
                          <a16:creationId xmlns:a16="http://schemas.microsoft.com/office/drawing/2014/main" id="{BC2C9969-B10E-44D8-A4CB-DD097BCC7F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4" name="直線コネクタ 111353">
                      <a:extLst>
                        <a:ext uri="{FF2B5EF4-FFF2-40B4-BE49-F238E27FC236}">
                          <a16:creationId xmlns:a16="http://schemas.microsoft.com/office/drawing/2014/main" id="{CE2EFFAF-F69C-4996-9E03-03447D17D1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5" name="直線コネクタ 111354">
                      <a:extLst>
                        <a:ext uri="{FF2B5EF4-FFF2-40B4-BE49-F238E27FC236}">
                          <a16:creationId xmlns:a16="http://schemas.microsoft.com/office/drawing/2014/main" id="{E38C175B-DAEC-4D57-A59B-92080CC020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6" name="直線コネクタ 111355">
                      <a:extLst>
                        <a:ext uri="{FF2B5EF4-FFF2-40B4-BE49-F238E27FC236}">
                          <a16:creationId xmlns:a16="http://schemas.microsoft.com/office/drawing/2014/main" id="{A506DEE5-DCC5-41DB-A6EC-1888F2043D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7" name="直線コネクタ 111356">
                      <a:extLst>
                        <a:ext uri="{FF2B5EF4-FFF2-40B4-BE49-F238E27FC236}">
                          <a16:creationId xmlns:a16="http://schemas.microsoft.com/office/drawing/2014/main" id="{154B13ED-FD90-41E3-B73D-E48986812DA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8" name="直線コネクタ 111357">
                      <a:extLst>
                        <a:ext uri="{FF2B5EF4-FFF2-40B4-BE49-F238E27FC236}">
                          <a16:creationId xmlns:a16="http://schemas.microsoft.com/office/drawing/2014/main" id="{3E04B8CC-0C4E-4543-8644-A1B51C60FD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59" name="直線コネクタ 111358">
                      <a:extLst>
                        <a:ext uri="{FF2B5EF4-FFF2-40B4-BE49-F238E27FC236}">
                          <a16:creationId xmlns:a16="http://schemas.microsoft.com/office/drawing/2014/main" id="{5746591E-4711-4FD6-890F-CB0118ADD8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60" name="直線コネクタ 111359">
                      <a:extLst>
                        <a:ext uri="{FF2B5EF4-FFF2-40B4-BE49-F238E27FC236}">
                          <a16:creationId xmlns:a16="http://schemas.microsoft.com/office/drawing/2014/main" id="{D511EAFB-4258-4A60-A8E4-466A6FE1F2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61" name="直線コネクタ 111360">
                      <a:extLst>
                        <a:ext uri="{FF2B5EF4-FFF2-40B4-BE49-F238E27FC236}">
                          <a16:creationId xmlns:a16="http://schemas.microsoft.com/office/drawing/2014/main" id="{B5F6D6DE-1F57-472F-97E8-5FF9DAA2CD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62" name="直線コネクタ 111361">
                      <a:extLst>
                        <a:ext uri="{FF2B5EF4-FFF2-40B4-BE49-F238E27FC236}">
                          <a16:creationId xmlns:a16="http://schemas.microsoft.com/office/drawing/2014/main" id="{AA92438B-8573-4B94-AB98-BFEAF6CA8A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63" name="直線コネクタ 111362">
                      <a:extLst>
                        <a:ext uri="{FF2B5EF4-FFF2-40B4-BE49-F238E27FC236}">
                          <a16:creationId xmlns:a16="http://schemas.microsoft.com/office/drawing/2014/main" id="{A4331A99-4A38-409A-8D70-91CBD7F24C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64" name="直線コネクタ 111363">
                      <a:extLst>
                        <a:ext uri="{FF2B5EF4-FFF2-40B4-BE49-F238E27FC236}">
                          <a16:creationId xmlns:a16="http://schemas.microsoft.com/office/drawing/2014/main" id="{DD81B965-3669-4783-A415-AD5B3B6382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65" name="直線コネクタ 111364">
                      <a:extLst>
                        <a:ext uri="{FF2B5EF4-FFF2-40B4-BE49-F238E27FC236}">
                          <a16:creationId xmlns:a16="http://schemas.microsoft.com/office/drawing/2014/main" id="{88B2241D-1FBA-42B9-8F1B-E02F4D4938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319" name="グループ化 111318">
                    <a:extLst>
                      <a:ext uri="{FF2B5EF4-FFF2-40B4-BE49-F238E27FC236}">
                        <a16:creationId xmlns:a16="http://schemas.microsoft.com/office/drawing/2014/main" id="{40F53026-4E4A-4A00-9FF0-709C40288F37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320" name="直線コネクタ 111319">
                      <a:extLst>
                        <a:ext uri="{FF2B5EF4-FFF2-40B4-BE49-F238E27FC236}">
                          <a16:creationId xmlns:a16="http://schemas.microsoft.com/office/drawing/2014/main" id="{5284D152-FC69-4CC3-A7A0-F2EA8A0357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1" name="直線コネクタ 111320">
                      <a:extLst>
                        <a:ext uri="{FF2B5EF4-FFF2-40B4-BE49-F238E27FC236}">
                          <a16:creationId xmlns:a16="http://schemas.microsoft.com/office/drawing/2014/main" id="{28EBD8E9-6B02-4F15-A9BF-EC108995DAC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2" name="直線コネクタ 111321">
                      <a:extLst>
                        <a:ext uri="{FF2B5EF4-FFF2-40B4-BE49-F238E27FC236}">
                          <a16:creationId xmlns:a16="http://schemas.microsoft.com/office/drawing/2014/main" id="{6F819A8A-4B2A-48E9-BEAE-E3171E89E59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3" name="直線コネクタ 111322">
                      <a:extLst>
                        <a:ext uri="{FF2B5EF4-FFF2-40B4-BE49-F238E27FC236}">
                          <a16:creationId xmlns:a16="http://schemas.microsoft.com/office/drawing/2014/main" id="{A3D43DD3-FF09-4BB4-90A4-2EACDD4B3D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4" name="直線コネクタ 111323">
                      <a:extLst>
                        <a:ext uri="{FF2B5EF4-FFF2-40B4-BE49-F238E27FC236}">
                          <a16:creationId xmlns:a16="http://schemas.microsoft.com/office/drawing/2014/main" id="{9BC5E6D8-4776-4F15-A180-224E48A56C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5" name="直線コネクタ 111324">
                      <a:extLst>
                        <a:ext uri="{FF2B5EF4-FFF2-40B4-BE49-F238E27FC236}">
                          <a16:creationId xmlns:a16="http://schemas.microsoft.com/office/drawing/2014/main" id="{6F0F669B-0F88-4953-AE71-BBECC0C6E1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6" name="直線コネクタ 111325">
                      <a:extLst>
                        <a:ext uri="{FF2B5EF4-FFF2-40B4-BE49-F238E27FC236}">
                          <a16:creationId xmlns:a16="http://schemas.microsoft.com/office/drawing/2014/main" id="{EC8CC533-E468-49A7-8056-9755F485A1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7" name="直線コネクタ 111326">
                      <a:extLst>
                        <a:ext uri="{FF2B5EF4-FFF2-40B4-BE49-F238E27FC236}">
                          <a16:creationId xmlns:a16="http://schemas.microsoft.com/office/drawing/2014/main" id="{871D9194-3568-4C63-ACE9-E667A920E7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8" name="直線コネクタ 111327">
                      <a:extLst>
                        <a:ext uri="{FF2B5EF4-FFF2-40B4-BE49-F238E27FC236}">
                          <a16:creationId xmlns:a16="http://schemas.microsoft.com/office/drawing/2014/main" id="{24F21975-C889-4E0E-A0C8-63B8CC1E0B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29" name="直線コネクタ 111328">
                      <a:extLst>
                        <a:ext uri="{FF2B5EF4-FFF2-40B4-BE49-F238E27FC236}">
                          <a16:creationId xmlns:a16="http://schemas.microsoft.com/office/drawing/2014/main" id="{E3CDC738-9841-466B-8267-B6D2D98330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0" name="直線コネクタ 111329">
                      <a:extLst>
                        <a:ext uri="{FF2B5EF4-FFF2-40B4-BE49-F238E27FC236}">
                          <a16:creationId xmlns:a16="http://schemas.microsoft.com/office/drawing/2014/main" id="{B028ECBB-2348-41B4-AE06-FBE090D44F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1" name="直線コネクタ 111330">
                      <a:extLst>
                        <a:ext uri="{FF2B5EF4-FFF2-40B4-BE49-F238E27FC236}">
                          <a16:creationId xmlns:a16="http://schemas.microsoft.com/office/drawing/2014/main" id="{78678F8B-2BBD-4C1B-AFF7-CE5E7EF9A1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2" name="直線コネクタ 111331">
                      <a:extLst>
                        <a:ext uri="{FF2B5EF4-FFF2-40B4-BE49-F238E27FC236}">
                          <a16:creationId xmlns:a16="http://schemas.microsoft.com/office/drawing/2014/main" id="{EEB3DC86-9A73-429A-A682-97E2D21D89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3" name="直線コネクタ 111332">
                      <a:extLst>
                        <a:ext uri="{FF2B5EF4-FFF2-40B4-BE49-F238E27FC236}">
                          <a16:creationId xmlns:a16="http://schemas.microsoft.com/office/drawing/2014/main" id="{35294831-2BDE-4BEF-9F86-8FE6A91D4F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4" name="直線コネクタ 111333">
                      <a:extLst>
                        <a:ext uri="{FF2B5EF4-FFF2-40B4-BE49-F238E27FC236}">
                          <a16:creationId xmlns:a16="http://schemas.microsoft.com/office/drawing/2014/main" id="{02873E6F-CC05-4967-8A47-CE39509CAE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5" name="直線コネクタ 111334">
                      <a:extLst>
                        <a:ext uri="{FF2B5EF4-FFF2-40B4-BE49-F238E27FC236}">
                          <a16:creationId xmlns:a16="http://schemas.microsoft.com/office/drawing/2014/main" id="{074A3747-8B8F-4DCD-BBF9-F688CBBC83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6" name="直線コネクタ 111335">
                      <a:extLst>
                        <a:ext uri="{FF2B5EF4-FFF2-40B4-BE49-F238E27FC236}">
                          <a16:creationId xmlns:a16="http://schemas.microsoft.com/office/drawing/2014/main" id="{E7B1FFF2-1112-44D8-9EAC-BD0E6EC32B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7" name="直線コネクタ 111336">
                      <a:extLst>
                        <a:ext uri="{FF2B5EF4-FFF2-40B4-BE49-F238E27FC236}">
                          <a16:creationId xmlns:a16="http://schemas.microsoft.com/office/drawing/2014/main" id="{12D5B4DB-7D04-45C6-B460-05C8D9E27DE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8" name="直線コネクタ 111337">
                      <a:extLst>
                        <a:ext uri="{FF2B5EF4-FFF2-40B4-BE49-F238E27FC236}">
                          <a16:creationId xmlns:a16="http://schemas.microsoft.com/office/drawing/2014/main" id="{FCDF5E38-FB96-459E-A2EF-02974B14F9A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39" name="直線コネクタ 111338">
                      <a:extLst>
                        <a:ext uri="{FF2B5EF4-FFF2-40B4-BE49-F238E27FC236}">
                          <a16:creationId xmlns:a16="http://schemas.microsoft.com/office/drawing/2014/main" id="{F05FBF03-8156-4990-A108-188DB0FD2F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0" name="直線コネクタ 111339">
                      <a:extLst>
                        <a:ext uri="{FF2B5EF4-FFF2-40B4-BE49-F238E27FC236}">
                          <a16:creationId xmlns:a16="http://schemas.microsoft.com/office/drawing/2014/main" id="{376EA5D1-C1B4-4961-A889-2EAC26065D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1" name="直線コネクタ 111340">
                      <a:extLst>
                        <a:ext uri="{FF2B5EF4-FFF2-40B4-BE49-F238E27FC236}">
                          <a16:creationId xmlns:a16="http://schemas.microsoft.com/office/drawing/2014/main" id="{F27CDB07-DBA1-441B-BC69-B544A0CB1E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42" name="直線コネクタ 111341">
                      <a:extLst>
                        <a:ext uri="{FF2B5EF4-FFF2-40B4-BE49-F238E27FC236}">
                          <a16:creationId xmlns:a16="http://schemas.microsoft.com/office/drawing/2014/main" id="{A451FBC1-43ED-4B83-80C5-C891E20C7E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1220" name="グループ化 111219">
                  <a:extLst>
                    <a:ext uri="{FF2B5EF4-FFF2-40B4-BE49-F238E27FC236}">
                      <a16:creationId xmlns:a16="http://schemas.microsoft.com/office/drawing/2014/main" id="{B06FA42B-4D4A-4D0B-BAF6-3AF1A960E215}"/>
                    </a:ext>
                  </a:extLst>
                </p:cNvPr>
                <p:cNvGrpSpPr/>
                <p:nvPr/>
              </p:nvGrpSpPr>
              <p:grpSpPr>
                <a:xfrm rot="16200000">
                  <a:off x="5100013" y="4987693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11270" name="グループ化 111269">
                    <a:extLst>
                      <a:ext uri="{FF2B5EF4-FFF2-40B4-BE49-F238E27FC236}">
                        <a16:creationId xmlns:a16="http://schemas.microsoft.com/office/drawing/2014/main" id="{3A870330-6407-4DB9-B02F-8529D03150A7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295" name="直線コネクタ 111294">
                      <a:extLst>
                        <a:ext uri="{FF2B5EF4-FFF2-40B4-BE49-F238E27FC236}">
                          <a16:creationId xmlns:a16="http://schemas.microsoft.com/office/drawing/2014/main" id="{578926F1-40AE-4F11-A9DF-88388530679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6" name="直線コネクタ 111295">
                      <a:extLst>
                        <a:ext uri="{FF2B5EF4-FFF2-40B4-BE49-F238E27FC236}">
                          <a16:creationId xmlns:a16="http://schemas.microsoft.com/office/drawing/2014/main" id="{94D2C0B3-1199-4081-9E58-8D1B090B3B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7" name="直線コネクタ 111296">
                      <a:extLst>
                        <a:ext uri="{FF2B5EF4-FFF2-40B4-BE49-F238E27FC236}">
                          <a16:creationId xmlns:a16="http://schemas.microsoft.com/office/drawing/2014/main" id="{7430C7D3-2EF9-47F3-8371-B1E88AD183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8" name="直線コネクタ 111297">
                      <a:extLst>
                        <a:ext uri="{FF2B5EF4-FFF2-40B4-BE49-F238E27FC236}">
                          <a16:creationId xmlns:a16="http://schemas.microsoft.com/office/drawing/2014/main" id="{5601D4A2-DF87-4AEC-8F30-81757E5C39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9" name="直線コネクタ 111298">
                      <a:extLst>
                        <a:ext uri="{FF2B5EF4-FFF2-40B4-BE49-F238E27FC236}">
                          <a16:creationId xmlns:a16="http://schemas.microsoft.com/office/drawing/2014/main" id="{C2A2E822-9A21-4631-829D-7BC579403C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0" name="直線コネクタ 111299">
                      <a:extLst>
                        <a:ext uri="{FF2B5EF4-FFF2-40B4-BE49-F238E27FC236}">
                          <a16:creationId xmlns:a16="http://schemas.microsoft.com/office/drawing/2014/main" id="{75B3B02A-CFE9-408B-B534-1B086823F7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1" name="直線コネクタ 111300">
                      <a:extLst>
                        <a:ext uri="{FF2B5EF4-FFF2-40B4-BE49-F238E27FC236}">
                          <a16:creationId xmlns:a16="http://schemas.microsoft.com/office/drawing/2014/main" id="{E93FA8C6-1615-4B8F-8B34-24C27A3B57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2" name="直線コネクタ 111301">
                      <a:extLst>
                        <a:ext uri="{FF2B5EF4-FFF2-40B4-BE49-F238E27FC236}">
                          <a16:creationId xmlns:a16="http://schemas.microsoft.com/office/drawing/2014/main" id="{B58C5971-D947-4241-A801-44192604602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3" name="直線コネクタ 111302">
                      <a:extLst>
                        <a:ext uri="{FF2B5EF4-FFF2-40B4-BE49-F238E27FC236}">
                          <a16:creationId xmlns:a16="http://schemas.microsoft.com/office/drawing/2014/main" id="{BCFA347E-57CB-465A-A614-5853CBE845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4" name="直線コネクタ 111303">
                      <a:extLst>
                        <a:ext uri="{FF2B5EF4-FFF2-40B4-BE49-F238E27FC236}">
                          <a16:creationId xmlns:a16="http://schemas.microsoft.com/office/drawing/2014/main" id="{E0D8F91F-93C6-4A41-BAE4-98C783B824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5" name="直線コネクタ 111304">
                      <a:extLst>
                        <a:ext uri="{FF2B5EF4-FFF2-40B4-BE49-F238E27FC236}">
                          <a16:creationId xmlns:a16="http://schemas.microsoft.com/office/drawing/2014/main" id="{D79E1AB0-13AC-4809-9AF1-2D39F429BB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6" name="直線コネクタ 111305">
                      <a:extLst>
                        <a:ext uri="{FF2B5EF4-FFF2-40B4-BE49-F238E27FC236}">
                          <a16:creationId xmlns:a16="http://schemas.microsoft.com/office/drawing/2014/main" id="{EDF3ED80-A22D-449A-A3CE-66638A4FAED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7" name="直線コネクタ 111306">
                      <a:extLst>
                        <a:ext uri="{FF2B5EF4-FFF2-40B4-BE49-F238E27FC236}">
                          <a16:creationId xmlns:a16="http://schemas.microsoft.com/office/drawing/2014/main" id="{378DB420-5FF9-41BF-99DB-731AFE4262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8" name="直線コネクタ 111307">
                      <a:extLst>
                        <a:ext uri="{FF2B5EF4-FFF2-40B4-BE49-F238E27FC236}">
                          <a16:creationId xmlns:a16="http://schemas.microsoft.com/office/drawing/2014/main" id="{B76E3AD2-9911-4F2B-950C-A49465E664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09" name="直線コネクタ 111308">
                      <a:extLst>
                        <a:ext uri="{FF2B5EF4-FFF2-40B4-BE49-F238E27FC236}">
                          <a16:creationId xmlns:a16="http://schemas.microsoft.com/office/drawing/2014/main" id="{1152BDE2-F866-40AE-9202-D2662BDAD4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10" name="直線コネクタ 111309">
                      <a:extLst>
                        <a:ext uri="{FF2B5EF4-FFF2-40B4-BE49-F238E27FC236}">
                          <a16:creationId xmlns:a16="http://schemas.microsoft.com/office/drawing/2014/main" id="{C1973290-7649-4C60-987F-76C522A2A4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11" name="直線コネクタ 111310">
                      <a:extLst>
                        <a:ext uri="{FF2B5EF4-FFF2-40B4-BE49-F238E27FC236}">
                          <a16:creationId xmlns:a16="http://schemas.microsoft.com/office/drawing/2014/main" id="{EF18A801-8C31-4384-B6F0-E22A0338C1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12" name="直線コネクタ 111311">
                      <a:extLst>
                        <a:ext uri="{FF2B5EF4-FFF2-40B4-BE49-F238E27FC236}">
                          <a16:creationId xmlns:a16="http://schemas.microsoft.com/office/drawing/2014/main" id="{45D30CDC-A785-4EA5-9BDD-C84DDCBEA1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13" name="直線コネクタ 111312">
                      <a:extLst>
                        <a:ext uri="{FF2B5EF4-FFF2-40B4-BE49-F238E27FC236}">
                          <a16:creationId xmlns:a16="http://schemas.microsoft.com/office/drawing/2014/main" id="{2FB77529-BA09-4B25-9648-AD7CDE2BC1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14" name="直線コネクタ 111313">
                      <a:extLst>
                        <a:ext uri="{FF2B5EF4-FFF2-40B4-BE49-F238E27FC236}">
                          <a16:creationId xmlns:a16="http://schemas.microsoft.com/office/drawing/2014/main" id="{120E3632-4817-4969-A735-F48922031A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15" name="直線コネクタ 111314">
                      <a:extLst>
                        <a:ext uri="{FF2B5EF4-FFF2-40B4-BE49-F238E27FC236}">
                          <a16:creationId xmlns:a16="http://schemas.microsoft.com/office/drawing/2014/main" id="{C754CCB2-BCAB-4968-83F3-8392D83A1B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16" name="直線コネクタ 111315">
                      <a:extLst>
                        <a:ext uri="{FF2B5EF4-FFF2-40B4-BE49-F238E27FC236}">
                          <a16:creationId xmlns:a16="http://schemas.microsoft.com/office/drawing/2014/main" id="{593CC6AF-2780-48AF-8945-378D38688EC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317" name="直線コネクタ 111316">
                      <a:extLst>
                        <a:ext uri="{FF2B5EF4-FFF2-40B4-BE49-F238E27FC236}">
                          <a16:creationId xmlns:a16="http://schemas.microsoft.com/office/drawing/2014/main" id="{C20E43EB-80DD-4266-8209-249007788B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271" name="グループ化 111270">
                    <a:extLst>
                      <a:ext uri="{FF2B5EF4-FFF2-40B4-BE49-F238E27FC236}">
                        <a16:creationId xmlns:a16="http://schemas.microsoft.com/office/drawing/2014/main" id="{0F6C3820-F27F-448A-9854-A1D40CE38C94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272" name="直線コネクタ 111271">
                      <a:extLst>
                        <a:ext uri="{FF2B5EF4-FFF2-40B4-BE49-F238E27FC236}">
                          <a16:creationId xmlns:a16="http://schemas.microsoft.com/office/drawing/2014/main" id="{5F4ACE5C-7E0B-43F6-9F57-AF50A59CA37A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73" name="直線コネクタ 111272">
                      <a:extLst>
                        <a:ext uri="{FF2B5EF4-FFF2-40B4-BE49-F238E27FC236}">
                          <a16:creationId xmlns:a16="http://schemas.microsoft.com/office/drawing/2014/main" id="{44A97B61-06D6-49E0-84F3-8EA7386C73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74" name="直線コネクタ 111273">
                      <a:extLst>
                        <a:ext uri="{FF2B5EF4-FFF2-40B4-BE49-F238E27FC236}">
                          <a16:creationId xmlns:a16="http://schemas.microsoft.com/office/drawing/2014/main" id="{E6CCAAB6-6C60-4383-9510-6E378E52B4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75" name="直線コネクタ 111274">
                      <a:extLst>
                        <a:ext uri="{FF2B5EF4-FFF2-40B4-BE49-F238E27FC236}">
                          <a16:creationId xmlns:a16="http://schemas.microsoft.com/office/drawing/2014/main" id="{0709A899-33AA-44F9-B578-A506D362EBC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76" name="直線コネクタ 111275">
                      <a:extLst>
                        <a:ext uri="{FF2B5EF4-FFF2-40B4-BE49-F238E27FC236}">
                          <a16:creationId xmlns:a16="http://schemas.microsoft.com/office/drawing/2014/main" id="{E25E1DD9-A03D-4BAF-81FF-87188353C3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77" name="直線コネクタ 111276">
                      <a:extLst>
                        <a:ext uri="{FF2B5EF4-FFF2-40B4-BE49-F238E27FC236}">
                          <a16:creationId xmlns:a16="http://schemas.microsoft.com/office/drawing/2014/main" id="{599C5FB8-9705-4582-B30B-DEFAAB43B7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78" name="直線コネクタ 111277">
                      <a:extLst>
                        <a:ext uri="{FF2B5EF4-FFF2-40B4-BE49-F238E27FC236}">
                          <a16:creationId xmlns:a16="http://schemas.microsoft.com/office/drawing/2014/main" id="{7FFC14A7-9CEA-4A03-92C9-301A359FBD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79" name="直線コネクタ 111278">
                      <a:extLst>
                        <a:ext uri="{FF2B5EF4-FFF2-40B4-BE49-F238E27FC236}">
                          <a16:creationId xmlns:a16="http://schemas.microsoft.com/office/drawing/2014/main" id="{2B280BF8-12B9-410A-BC88-F8AD49A4B8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0" name="直線コネクタ 111279">
                      <a:extLst>
                        <a:ext uri="{FF2B5EF4-FFF2-40B4-BE49-F238E27FC236}">
                          <a16:creationId xmlns:a16="http://schemas.microsoft.com/office/drawing/2014/main" id="{6159AD59-B778-4BF7-A4B9-E40EC55C10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1" name="直線コネクタ 111280">
                      <a:extLst>
                        <a:ext uri="{FF2B5EF4-FFF2-40B4-BE49-F238E27FC236}">
                          <a16:creationId xmlns:a16="http://schemas.microsoft.com/office/drawing/2014/main" id="{5CBF8203-3E0F-42C4-9E77-47606811CB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2" name="直線コネクタ 111281">
                      <a:extLst>
                        <a:ext uri="{FF2B5EF4-FFF2-40B4-BE49-F238E27FC236}">
                          <a16:creationId xmlns:a16="http://schemas.microsoft.com/office/drawing/2014/main" id="{D9BCC9E8-A177-485D-8422-E523F19FCA6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3" name="直線コネクタ 111282">
                      <a:extLst>
                        <a:ext uri="{FF2B5EF4-FFF2-40B4-BE49-F238E27FC236}">
                          <a16:creationId xmlns:a16="http://schemas.microsoft.com/office/drawing/2014/main" id="{58AB6D55-CF30-48FC-BF0F-D3A7D247D8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4" name="直線コネクタ 111283">
                      <a:extLst>
                        <a:ext uri="{FF2B5EF4-FFF2-40B4-BE49-F238E27FC236}">
                          <a16:creationId xmlns:a16="http://schemas.microsoft.com/office/drawing/2014/main" id="{3CBEE433-85D7-427D-ADFF-5E0B00CF69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5" name="直線コネクタ 111284">
                      <a:extLst>
                        <a:ext uri="{FF2B5EF4-FFF2-40B4-BE49-F238E27FC236}">
                          <a16:creationId xmlns:a16="http://schemas.microsoft.com/office/drawing/2014/main" id="{1CF5B096-3AC8-4437-B203-D08B25FD6E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6" name="直線コネクタ 111285">
                      <a:extLst>
                        <a:ext uri="{FF2B5EF4-FFF2-40B4-BE49-F238E27FC236}">
                          <a16:creationId xmlns:a16="http://schemas.microsoft.com/office/drawing/2014/main" id="{E2B20622-D294-43D6-B611-F7C70D0DB1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7" name="直線コネクタ 111286">
                      <a:extLst>
                        <a:ext uri="{FF2B5EF4-FFF2-40B4-BE49-F238E27FC236}">
                          <a16:creationId xmlns:a16="http://schemas.microsoft.com/office/drawing/2014/main" id="{7B5DA2AD-F8A5-42E6-9078-4F76D877E56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8" name="直線コネクタ 111287">
                      <a:extLst>
                        <a:ext uri="{FF2B5EF4-FFF2-40B4-BE49-F238E27FC236}">
                          <a16:creationId xmlns:a16="http://schemas.microsoft.com/office/drawing/2014/main" id="{EAACABC9-62B4-42DE-8D65-0B9356A98D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89" name="直線コネクタ 111288">
                      <a:extLst>
                        <a:ext uri="{FF2B5EF4-FFF2-40B4-BE49-F238E27FC236}">
                          <a16:creationId xmlns:a16="http://schemas.microsoft.com/office/drawing/2014/main" id="{FB2EA5C2-2579-4CE2-AA26-FD0BF6C1146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0" name="直線コネクタ 111289">
                      <a:extLst>
                        <a:ext uri="{FF2B5EF4-FFF2-40B4-BE49-F238E27FC236}">
                          <a16:creationId xmlns:a16="http://schemas.microsoft.com/office/drawing/2014/main" id="{B646D4D1-7092-4A8A-960E-92B55336F5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1" name="直線コネクタ 111290">
                      <a:extLst>
                        <a:ext uri="{FF2B5EF4-FFF2-40B4-BE49-F238E27FC236}">
                          <a16:creationId xmlns:a16="http://schemas.microsoft.com/office/drawing/2014/main" id="{D87A1F1B-3CC0-4E8C-A1C5-3E8323D035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2" name="直線コネクタ 111291">
                      <a:extLst>
                        <a:ext uri="{FF2B5EF4-FFF2-40B4-BE49-F238E27FC236}">
                          <a16:creationId xmlns:a16="http://schemas.microsoft.com/office/drawing/2014/main" id="{B0CF7B2D-6A46-4B75-B65A-1515A2ED0D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3" name="直線コネクタ 111292">
                      <a:extLst>
                        <a:ext uri="{FF2B5EF4-FFF2-40B4-BE49-F238E27FC236}">
                          <a16:creationId xmlns:a16="http://schemas.microsoft.com/office/drawing/2014/main" id="{74F6D9EE-43F5-430D-8AD7-63714E0045E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94" name="直線コネクタ 111293">
                      <a:extLst>
                        <a:ext uri="{FF2B5EF4-FFF2-40B4-BE49-F238E27FC236}">
                          <a16:creationId xmlns:a16="http://schemas.microsoft.com/office/drawing/2014/main" id="{CC5D7B33-A60E-464D-9D1B-02D8E946B2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11221" name="グループ化 111220">
                  <a:extLst>
                    <a:ext uri="{FF2B5EF4-FFF2-40B4-BE49-F238E27FC236}">
                      <a16:creationId xmlns:a16="http://schemas.microsoft.com/office/drawing/2014/main" id="{922B6ABC-820C-47A4-A602-F2DB3E17BF85}"/>
                    </a:ext>
                  </a:extLst>
                </p:cNvPr>
                <p:cNvGrpSpPr/>
                <p:nvPr/>
              </p:nvGrpSpPr>
              <p:grpSpPr>
                <a:xfrm rot="13500000">
                  <a:off x="4887979" y="5076469"/>
                  <a:ext cx="599400" cy="224402"/>
                  <a:chOff x="5400000" y="5287680"/>
                  <a:chExt cx="599400" cy="224402"/>
                </a:xfrm>
              </p:grpSpPr>
              <p:grpSp>
                <p:nvGrpSpPr>
                  <p:cNvPr id="111222" name="グループ化 111221">
                    <a:extLst>
                      <a:ext uri="{FF2B5EF4-FFF2-40B4-BE49-F238E27FC236}">
                        <a16:creationId xmlns:a16="http://schemas.microsoft.com/office/drawing/2014/main" id="{75289CB6-ACE4-4323-9F22-3372B4280566}"/>
                      </a:ext>
                    </a:extLst>
                  </p:cNvPr>
                  <p:cNvGrpSpPr/>
                  <p:nvPr/>
                </p:nvGrpSpPr>
                <p:grpSpPr>
                  <a:xfrm>
                    <a:off x="5400000" y="5287680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247" name="直線コネクタ 111246">
                      <a:extLst>
                        <a:ext uri="{FF2B5EF4-FFF2-40B4-BE49-F238E27FC236}">
                          <a16:creationId xmlns:a16="http://schemas.microsoft.com/office/drawing/2014/main" id="{65132D04-97A0-4C34-90EB-BB7ED2BC70C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8" name="直線コネクタ 111247">
                      <a:extLst>
                        <a:ext uri="{FF2B5EF4-FFF2-40B4-BE49-F238E27FC236}">
                          <a16:creationId xmlns:a16="http://schemas.microsoft.com/office/drawing/2014/main" id="{649BC76B-93BE-4B43-9EF5-FCF3D0575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9" name="直線コネクタ 111248">
                      <a:extLst>
                        <a:ext uri="{FF2B5EF4-FFF2-40B4-BE49-F238E27FC236}">
                          <a16:creationId xmlns:a16="http://schemas.microsoft.com/office/drawing/2014/main" id="{2F0A37E4-C18A-49BB-9171-460C980615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0" name="直線コネクタ 111249">
                      <a:extLst>
                        <a:ext uri="{FF2B5EF4-FFF2-40B4-BE49-F238E27FC236}">
                          <a16:creationId xmlns:a16="http://schemas.microsoft.com/office/drawing/2014/main" id="{D3CC8846-65C3-4AC6-9091-4B24869004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1" name="直線コネクタ 111250">
                      <a:extLst>
                        <a:ext uri="{FF2B5EF4-FFF2-40B4-BE49-F238E27FC236}">
                          <a16:creationId xmlns:a16="http://schemas.microsoft.com/office/drawing/2014/main" id="{5BAB60F1-A296-4C13-959D-74B5D5E6F4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2" name="直線コネクタ 111251">
                      <a:extLst>
                        <a:ext uri="{FF2B5EF4-FFF2-40B4-BE49-F238E27FC236}">
                          <a16:creationId xmlns:a16="http://schemas.microsoft.com/office/drawing/2014/main" id="{01DD24CE-C7DA-4F26-9ED3-F625A9FAAE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3" name="直線コネクタ 111252">
                      <a:extLst>
                        <a:ext uri="{FF2B5EF4-FFF2-40B4-BE49-F238E27FC236}">
                          <a16:creationId xmlns:a16="http://schemas.microsoft.com/office/drawing/2014/main" id="{BB1C971C-3CDB-430E-9FB3-B648DEB9EA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4" name="直線コネクタ 111253">
                      <a:extLst>
                        <a:ext uri="{FF2B5EF4-FFF2-40B4-BE49-F238E27FC236}">
                          <a16:creationId xmlns:a16="http://schemas.microsoft.com/office/drawing/2014/main" id="{E25D12A6-2E79-4305-8F6D-20A445B605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5" name="直線コネクタ 111254">
                      <a:extLst>
                        <a:ext uri="{FF2B5EF4-FFF2-40B4-BE49-F238E27FC236}">
                          <a16:creationId xmlns:a16="http://schemas.microsoft.com/office/drawing/2014/main" id="{C957CB84-0B5D-4BF0-B446-043D9B19F0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6" name="直線コネクタ 111255">
                      <a:extLst>
                        <a:ext uri="{FF2B5EF4-FFF2-40B4-BE49-F238E27FC236}">
                          <a16:creationId xmlns:a16="http://schemas.microsoft.com/office/drawing/2014/main" id="{89D7504C-83BE-439D-B19A-7AFDFD7F9B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7" name="直線コネクタ 111256">
                      <a:extLst>
                        <a:ext uri="{FF2B5EF4-FFF2-40B4-BE49-F238E27FC236}">
                          <a16:creationId xmlns:a16="http://schemas.microsoft.com/office/drawing/2014/main" id="{2D41C0C2-6E5D-49C3-B1F1-623FB80B1B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8" name="直線コネクタ 111257">
                      <a:extLst>
                        <a:ext uri="{FF2B5EF4-FFF2-40B4-BE49-F238E27FC236}">
                          <a16:creationId xmlns:a16="http://schemas.microsoft.com/office/drawing/2014/main" id="{F62FBEB0-739A-425D-9912-18E2F15E3A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59" name="直線コネクタ 111258">
                      <a:extLst>
                        <a:ext uri="{FF2B5EF4-FFF2-40B4-BE49-F238E27FC236}">
                          <a16:creationId xmlns:a16="http://schemas.microsoft.com/office/drawing/2014/main" id="{16F62E59-BB7F-41D8-8F55-D43D4BDFD5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0" name="直線コネクタ 111259">
                      <a:extLst>
                        <a:ext uri="{FF2B5EF4-FFF2-40B4-BE49-F238E27FC236}">
                          <a16:creationId xmlns:a16="http://schemas.microsoft.com/office/drawing/2014/main" id="{E5E511D6-4079-4F89-93D0-32D471EA88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1" name="直線コネクタ 111260">
                      <a:extLst>
                        <a:ext uri="{FF2B5EF4-FFF2-40B4-BE49-F238E27FC236}">
                          <a16:creationId xmlns:a16="http://schemas.microsoft.com/office/drawing/2014/main" id="{991C0593-26F0-4E9F-9E79-5BFD61CC30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2" name="直線コネクタ 111261">
                      <a:extLst>
                        <a:ext uri="{FF2B5EF4-FFF2-40B4-BE49-F238E27FC236}">
                          <a16:creationId xmlns:a16="http://schemas.microsoft.com/office/drawing/2014/main" id="{CC25C942-7819-43C8-AB20-8CDE48189A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3" name="直線コネクタ 111262">
                      <a:extLst>
                        <a:ext uri="{FF2B5EF4-FFF2-40B4-BE49-F238E27FC236}">
                          <a16:creationId xmlns:a16="http://schemas.microsoft.com/office/drawing/2014/main" id="{DC0D02BC-4D47-4A23-BA9F-5968D48715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4" name="直線コネクタ 111263">
                      <a:extLst>
                        <a:ext uri="{FF2B5EF4-FFF2-40B4-BE49-F238E27FC236}">
                          <a16:creationId xmlns:a16="http://schemas.microsoft.com/office/drawing/2014/main" id="{8BCBDD85-09E2-4CE2-B16C-BF76406337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5" name="直線コネクタ 111264">
                      <a:extLst>
                        <a:ext uri="{FF2B5EF4-FFF2-40B4-BE49-F238E27FC236}">
                          <a16:creationId xmlns:a16="http://schemas.microsoft.com/office/drawing/2014/main" id="{D4DC8EB6-0FC5-42CD-B91E-7FEF0F24DD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6" name="直線コネクタ 111265">
                      <a:extLst>
                        <a:ext uri="{FF2B5EF4-FFF2-40B4-BE49-F238E27FC236}">
                          <a16:creationId xmlns:a16="http://schemas.microsoft.com/office/drawing/2014/main" id="{4E99D89F-FC1F-4844-9F6A-042863FC7F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7" name="直線コネクタ 111266">
                      <a:extLst>
                        <a:ext uri="{FF2B5EF4-FFF2-40B4-BE49-F238E27FC236}">
                          <a16:creationId xmlns:a16="http://schemas.microsoft.com/office/drawing/2014/main" id="{E10CE93D-69A6-4B4D-BBF1-5E186D7F2B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8" name="直線コネクタ 111267">
                      <a:extLst>
                        <a:ext uri="{FF2B5EF4-FFF2-40B4-BE49-F238E27FC236}">
                          <a16:creationId xmlns:a16="http://schemas.microsoft.com/office/drawing/2014/main" id="{E8FEAC4F-A364-487B-9E49-CFB5792F62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69" name="直線コネクタ 111268">
                      <a:extLst>
                        <a:ext uri="{FF2B5EF4-FFF2-40B4-BE49-F238E27FC236}">
                          <a16:creationId xmlns:a16="http://schemas.microsoft.com/office/drawing/2014/main" id="{99D2CBEE-7CC3-4F85-AAB6-8A0236448A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11223" name="グループ化 111222">
                    <a:extLst>
                      <a:ext uri="{FF2B5EF4-FFF2-40B4-BE49-F238E27FC236}">
                        <a16:creationId xmlns:a16="http://schemas.microsoft.com/office/drawing/2014/main" id="{BE275B06-04A2-45FA-AEBD-4960C80B786E}"/>
                      </a:ext>
                    </a:extLst>
                  </p:cNvPr>
                  <p:cNvGrpSpPr/>
                  <p:nvPr/>
                </p:nvGrpSpPr>
                <p:grpSpPr>
                  <a:xfrm flipV="1">
                    <a:off x="5400000" y="5399762"/>
                    <a:ext cx="599400" cy="112320"/>
                    <a:chOff x="5400000" y="5287680"/>
                    <a:chExt cx="599400" cy="112320"/>
                  </a:xfrm>
                </p:grpSpPr>
                <p:cxnSp>
                  <p:nvCxnSpPr>
                    <p:cNvPr id="111224" name="直線コネクタ 111223">
                      <a:extLst>
                        <a:ext uri="{FF2B5EF4-FFF2-40B4-BE49-F238E27FC236}">
                          <a16:creationId xmlns:a16="http://schemas.microsoft.com/office/drawing/2014/main" id="{F69981F2-B5B6-4511-A0B0-588799FAD6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400000" y="5400000"/>
                      <a:ext cx="599400" cy="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25" name="直線コネクタ 111224">
                      <a:extLst>
                        <a:ext uri="{FF2B5EF4-FFF2-40B4-BE49-F238E27FC236}">
                          <a16:creationId xmlns:a16="http://schemas.microsoft.com/office/drawing/2014/main" id="{68FF812A-A8FA-40B9-B213-49E62E3308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9920"/>
                      <a:ext cx="585720" cy="100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26" name="直線コネクタ 111225">
                      <a:extLst>
                        <a:ext uri="{FF2B5EF4-FFF2-40B4-BE49-F238E27FC236}">
                          <a16:creationId xmlns:a16="http://schemas.microsoft.com/office/drawing/2014/main" id="{04B18A1D-DACB-4D16-9461-DCE4AEDF7E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80200"/>
                      <a:ext cx="571680" cy="198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27" name="直線コネクタ 111226">
                      <a:extLst>
                        <a:ext uri="{FF2B5EF4-FFF2-40B4-BE49-F238E27FC236}">
                          <a16:creationId xmlns:a16="http://schemas.microsoft.com/office/drawing/2014/main" id="{C3EF601E-FB85-45F0-9E7E-17DA5BAE6D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70840"/>
                      <a:ext cx="557640" cy="29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28" name="直線コネクタ 111227">
                      <a:extLst>
                        <a:ext uri="{FF2B5EF4-FFF2-40B4-BE49-F238E27FC236}">
                          <a16:creationId xmlns:a16="http://schemas.microsoft.com/office/drawing/2014/main" id="{FBC0C84C-A9A4-4BF3-8829-6373DE08F9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61840"/>
                      <a:ext cx="543600" cy="381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29" name="直線コネクタ 111228">
                      <a:extLst>
                        <a:ext uri="{FF2B5EF4-FFF2-40B4-BE49-F238E27FC236}">
                          <a16:creationId xmlns:a16="http://schemas.microsoft.com/office/drawing/2014/main" id="{BD406B09-BD6F-4C36-AA3B-E0FAFF584A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53560"/>
                      <a:ext cx="529200" cy="46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0" name="直線コネクタ 111229">
                      <a:extLst>
                        <a:ext uri="{FF2B5EF4-FFF2-40B4-BE49-F238E27FC236}">
                          <a16:creationId xmlns:a16="http://schemas.microsoft.com/office/drawing/2014/main" id="{25425CDF-5244-4705-A971-1FBEAD1288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46000"/>
                      <a:ext cx="514800" cy="54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1" name="直線コネクタ 111230">
                      <a:extLst>
                        <a:ext uri="{FF2B5EF4-FFF2-40B4-BE49-F238E27FC236}">
                          <a16:creationId xmlns:a16="http://schemas.microsoft.com/office/drawing/2014/main" id="{1979E84B-7544-4017-91BC-2978EEA534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8440"/>
                      <a:ext cx="500400" cy="615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2" name="直線コネクタ 111231">
                      <a:extLst>
                        <a:ext uri="{FF2B5EF4-FFF2-40B4-BE49-F238E27FC236}">
                          <a16:creationId xmlns:a16="http://schemas.microsoft.com/office/drawing/2014/main" id="{BDA9590E-2E6F-477C-B1E8-09FE2827B1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31600"/>
                      <a:ext cx="485640" cy="684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3" name="直線コネクタ 111232">
                      <a:extLst>
                        <a:ext uri="{FF2B5EF4-FFF2-40B4-BE49-F238E27FC236}">
                          <a16:creationId xmlns:a16="http://schemas.microsoft.com/office/drawing/2014/main" id="{8BB94CEA-B680-4648-A5E8-8997F5C9FEF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25480"/>
                      <a:ext cx="470880" cy="745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4" name="直線コネクタ 111233">
                      <a:extLst>
                        <a:ext uri="{FF2B5EF4-FFF2-40B4-BE49-F238E27FC236}">
                          <a16:creationId xmlns:a16="http://schemas.microsoft.com/office/drawing/2014/main" id="{C46ECE85-E334-4C67-ADD9-2ED777920AA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9720"/>
                      <a:ext cx="456120" cy="802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5" name="直線コネクタ 111234">
                      <a:extLst>
                        <a:ext uri="{FF2B5EF4-FFF2-40B4-BE49-F238E27FC236}">
                          <a16:creationId xmlns:a16="http://schemas.microsoft.com/office/drawing/2014/main" id="{A015859D-9C68-4802-A9AA-8131F0A93D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14320"/>
                      <a:ext cx="441360" cy="856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6" name="直線コネクタ 111235">
                      <a:extLst>
                        <a:ext uri="{FF2B5EF4-FFF2-40B4-BE49-F238E27FC236}">
                          <a16:creationId xmlns:a16="http://schemas.microsoft.com/office/drawing/2014/main" id="{9A721E7C-F604-4A9E-AF12-2B989FABAD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9280"/>
                      <a:ext cx="426600" cy="907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7" name="直線コネクタ 111236">
                      <a:extLst>
                        <a:ext uri="{FF2B5EF4-FFF2-40B4-BE49-F238E27FC236}">
                          <a16:creationId xmlns:a16="http://schemas.microsoft.com/office/drawing/2014/main" id="{699B62BB-266D-4914-8281-63516301491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4960"/>
                      <a:ext cx="411480" cy="950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8" name="直線コネクタ 111237">
                      <a:extLst>
                        <a:ext uri="{FF2B5EF4-FFF2-40B4-BE49-F238E27FC236}">
                          <a16:creationId xmlns:a16="http://schemas.microsoft.com/office/drawing/2014/main" id="{10ED67AA-088D-44D1-89CF-2CE3E7CA10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301000"/>
                      <a:ext cx="396360" cy="9900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39" name="直線コネクタ 111238">
                      <a:extLst>
                        <a:ext uri="{FF2B5EF4-FFF2-40B4-BE49-F238E27FC236}">
                          <a16:creationId xmlns:a16="http://schemas.microsoft.com/office/drawing/2014/main" id="{BEEDBC37-3ACA-4407-9B5B-3C0A784F1E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7760"/>
                      <a:ext cx="381600" cy="1022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0" name="直線コネクタ 111239">
                      <a:extLst>
                        <a:ext uri="{FF2B5EF4-FFF2-40B4-BE49-F238E27FC236}">
                          <a16:creationId xmlns:a16="http://schemas.microsoft.com/office/drawing/2014/main" id="{80148396-D6C5-461F-A8FA-B65FEE5AA02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4880"/>
                      <a:ext cx="366840" cy="1051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1" name="直線コネクタ 111240">
                      <a:extLst>
                        <a:ext uri="{FF2B5EF4-FFF2-40B4-BE49-F238E27FC236}">
                          <a16:creationId xmlns:a16="http://schemas.microsoft.com/office/drawing/2014/main" id="{4C5DFF52-8680-4285-A4B5-30DC06E225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2360"/>
                      <a:ext cx="351720" cy="1076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2" name="直線コネクタ 111241">
                      <a:extLst>
                        <a:ext uri="{FF2B5EF4-FFF2-40B4-BE49-F238E27FC236}">
                          <a16:creationId xmlns:a16="http://schemas.microsoft.com/office/drawing/2014/main" id="{9F3EBD66-998E-474F-8803-39B9E2A2CE2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90560"/>
                      <a:ext cx="336960" cy="10944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3" name="直線コネクタ 111242">
                      <a:extLst>
                        <a:ext uri="{FF2B5EF4-FFF2-40B4-BE49-F238E27FC236}">
                          <a16:creationId xmlns:a16="http://schemas.microsoft.com/office/drawing/2014/main" id="{9744E842-35D7-4CFD-91D8-AD1BF7DE58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9120"/>
                      <a:ext cx="321840" cy="11088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4" name="直線コネクタ 111243">
                      <a:extLst>
                        <a:ext uri="{FF2B5EF4-FFF2-40B4-BE49-F238E27FC236}">
                          <a16:creationId xmlns:a16="http://schemas.microsoft.com/office/drawing/2014/main" id="{2E271966-9C1D-4421-87D9-89507BB73F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8040"/>
                      <a:ext cx="307080" cy="11196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5" name="直線コネクタ 111244">
                      <a:extLst>
                        <a:ext uri="{FF2B5EF4-FFF2-40B4-BE49-F238E27FC236}">
                          <a16:creationId xmlns:a16="http://schemas.microsoft.com/office/drawing/2014/main" id="{A4820AA6-93CE-4E95-B210-000965685F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923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246" name="直線コネクタ 111245">
                      <a:extLst>
                        <a:ext uri="{FF2B5EF4-FFF2-40B4-BE49-F238E27FC236}">
                          <a16:creationId xmlns:a16="http://schemas.microsoft.com/office/drawing/2014/main" id="{501CF5BD-ECC3-4E52-8B62-3400C9E775C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400000" y="5287680"/>
                      <a:ext cx="277920" cy="112320"/>
                    </a:xfrm>
                    <a:prstGeom prst="line">
                      <a:avLst/>
                    </a:prstGeom>
                    <a:ln w="1905">
                      <a:solidFill>
                        <a:srgbClr val="00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04914" name="グループ化 104913">
              <a:extLst>
                <a:ext uri="{FF2B5EF4-FFF2-40B4-BE49-F238E27FC236}">
                  <a16:creationId xmlns:a16="http://schemas.microsoft.com/office/drawing/2014/main" id="{FE3931E2-7B79-4DFF-B411-FEDD27416980}"/>
                </a:ext>
              </a:extLst>
            </p:cNvPr>
            <p:cNvGrpSpPr/>
            <p:nvPr/>
          </p:nvGrpSpPr>
          <p:grpSpPr>
            <a:xfrm>
              <a:off x="3600000" y="3598920"/>
              <a:ext cx="3601080" cy="3602160"/>
              <a:chOff x="3600000" y="3598920"/>
              <a:chExt cx="3601080" cy="3602160"/>
            </a:xfrm>
          </p:grpSpPr>
          <p:grpSp>
            <p:nvGrpSpPr>
              <p:cNvPr id="110243" name="グループ化 110242">
                <a:extLst>
                  <a:ext uri="{FF2B5EF4-FFF2-40B4-BE49-F238E27FC236}">
                    <a16:creationId xmlns:a16="http://schemas.microsoft.com/office/drawing/2014/main" id="{1C9DB776-35A5-43D9-B030-52CE19ACD76C}"/>
                  </a:ext>
                </a:extLst>
              </p:cNvPr>
              <p:cNvGrpSpPr/>
              <p:nvPr/>
            </p:nvGrpSpPr>
            <p:grpSpPr>
              <a:xfrm>
                <a:off x="5400000" y="359892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10970" name="直線コネクタ 110969">
                  <a:extLst>
                    <a:ext uri="{FF2B5EF4-FFF2-40B4-BE49-F238E27FC236}">
                      <a16:creationId xmlns:a16="http://schemas.microsoft.com/office/drawing/2014/main" id="{B82B0DA9-D2FE-4983-A6BA-EAB3A372144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1" name="直線コネクタ 110970">
                  <a:extLst>
                    <a:ext uri="{FF2B5EF4-FFF2-40B4-BE49-F238E27FC236}">
                      <a16:creationId xmlns:a16="http://schemas.microsoft.com/office/drawing/2014/main" id="{D3BD7E01-42D8-4F70-9C57-371634B07C4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2" name="直線コネクタ 110971">
                  <a:extLst>
                    <a:ext uri="{FF2B5EF4-FFF2-40B4-BE49-F238E27FC236}">
                      <a16:creationId xmlns:a16="http://schemas.microsoft.com/office/drawing/2014/main" id="{D4748C4B-6DB6-4612-8BBA-5A82BEF9A666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3" name="直線コネクタ 110972">
                  <a:extLst>
                    <a:ext uri="{FF2B5EF4-FFF2-40B4-BE49-F238E27FC236}">
                      <a16:creationId xmlns:a16="http://schemas.microsoft.com/office/drawing/2014/main" id="{3CBAAE0D-13FD-4998-8B42-DAF0A748C9FD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4" name="直線コネクタ 110973">
                  <a:extLst>
                    <a:ext uri="{FF2B5EF4-FFF2-40B4-BE49-F238E27FC236}">
                      <a16:creationId xmlns:a16="http://schemas.microsoft.com/office/drawing/2014/main" id="{2C96A854-ECA5-4168-97DB-79895CCAC14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5" name="直線コネクタ 110974">
                  <a:extLst>
                    <a:ext uri="{FF2B5EF4-FFF2-40B4-BE49-F238E27FC236}">
                      <a16:creationId xmlns:a16="http://schemas.microsoft.com/office/drawing/2014/main" id="{060B962B-801E-4469-80A9-9D4F938F62F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6" name="直線コネクタ 110975">
                  <a:extLst>
                    <a:ext uri="{FF2B5EF4-FFF2-40B4-BE49-F238E27FC236}">
                      <a16:creationId xmlns:a16="http://schemas.microsoft.com/office/drawing/2014/main" id="{9717B8CD-7C5A-40A8-9E85-27C48954594C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7" name="直線コネクタ 110976">
                  <a:extLst>
                    <a:ext uri="{FF2B5EF4-FFF2-40B4-BE49-F238E27FC236}">
                      <a16:creationId xmlns:a16="http://schemas.microsoft.com/office/drawing/2014/main" id="{2CB6724F-109E-4860-9F2E-C52F3559803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8" name="直線コネクタ 110977">
                  <a:extLst>
                    <a:ext uri="{FF2B5EF4-FFF2-40B4-BE49-F238E27FC236}">
                      <a16:creationId xmlns:a16="http://schemas.microsoft.com/office/drawing/2014/main" id="{25628CEB-9A73-42A3-BFB5-5C0A6D2DD7E6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79" name="直線コネクタ 110978">
                  <a:extLst>
                    <a:ext uri="{FF2B5EF4-FFF2-40B4-BE49-F238E27FC236}">
                      <a16:creationId xmlns:a16="http://schemas.microsoft.com/office/drawing/2014/main" id="{332F7FC0-7EFB-4687-9C47-C2BE03F4704A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0" name="直線コネクタ 110979">
                  <a:extLst>
                    <a:ext uri="{FF2B5EF4-FFF2-40B4-BE49-F238E27FC236}">
                      <a16:creationId xmlns:a16="http://schemas.microsoft.com/office/drawing/2014/main" id="{7B7E765A-DBC6-42BC-B8ED-6BCDCA0201A7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1" name="直線コネクタ 110980">
                  <a:extLst>
                    <a:ext uri="{FF2B5EF4-FFF2-40B4-BE49-F238E27FC236}">
                      <a16:creationId xmlns:a16="http://schemas.microsoft.com/office/drawing/2014/main" id="{FADC163C-80D9-4C3A-A5E3-CDC85A6F6758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2" name="直線コネクタ 110981">
                  <a:extLst>
                    <a:ext uri="{FF2B5EF4-FFF2-40B4-BE49-F238E27FC236}">
                      <a16:creationId xmlns:a16="http://schemas.microsoft.com/office/drawing/2014/main" id="{5959F162-8032-423E-97FB-0F6E4BD47C0A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3" name="直線コネクタ 110982">
                  <a:extLst>
                    <a:ext uri="{FF2B5EF4-FFF2-40B4-BE49-F238E27FC236}">
                      <a16:creationId xmlns:a16="http://schemas.microsoft.com/office/drawing/2014/main" id="{FCB2408F-1DD5-4602-BEBF-ADD7A0EC7B41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4" name="直線コネクタ 110983">
                  <a:extLst>
                    <a:ext uri="{FF2B5EF4-FFF2-40B4-BE49-F238E27FC236}">
                      <a16:creationId xmlns:a16="http://schemas.microsoft.com/office/drawing/2014/main" id="{432E48C8-EC1E-46C7-BCE7-00D736BB7346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5" name="直線コネクタ 110984">
                  <a:extLst>
                    <a:ext uri="{FF2B5EF4-FFF2-40B4-BE49-F238E27FC236}">
                      <a16:creationId xmlns:a16="http://schemas.microsoft.com/office/drawing/2014/main" id="{1CF2C0DA-A5EF-4CD8-8293-C50E1D473887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6" name="直線コネクタ 110985">
                  <a:extLst>
                    <a:ext uri="{FF2B5EF4-FFF2-40B4-BE49-F238E27FC236}">
                      <a16:creationId xmlns:a16="http://schemas.microsoft.com/office/drawing/2014/main" id="{E16BE818-2CD1-456B-92FE-DE8439393B13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7" name="直線コネクタ 110986">
                  <a:extLst>
                    <a:ext uri="{FF2B5EF4-FFF2-40B4-BE49-F238E27FC236}">
                      <a16:creationId xmlns:a16="http://schemas.microsoft.com/office/drawing/2014/main" id="{950EAEC8-E175-400F-8B5D-0E00097BDF94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8" name="直線コネクタ 110987">
                  <a:extLst>
                    <a:ext uri="{FF2B5EF4-FFF2-40B4-BE49-F238E27FC236}">
                      <a16:creationId xmlns:a16="http://schemas.microsoft.com/office/drawing/2014/main" id="{0AD0D954-CD18-46AB-8326-7863C258ACE0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89" name="直線コネクタ 110988">
                  <a:extLst>
                    <a:ext uri="{FF2B5EF4-FFF2-40B4-BE49-F238E27FC236}">
                      <a16:creationId xmlns:a16="http://schemas.microsoft.com/office/drawing/2014/main" id="{049EBD54-4883-4547-BB41-D1518645FE99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0" name="直線コネクタ 110989">
                  <a:extLst>
                    <a:ext uri="{FF2B5EF4-FFF2-40B4-BE49-F238E27FC236}">
                      <a16:creationId xmlns:a16="http://schemas.microsoft.com/office/drawing/2014/main" id="{D99E0526-D0A0-45BD-B5D3-92C4C4A77A6A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1" name="直線コネクタ 110990">
                  <a:extLst>
                    <a:ext uri="{FF2B5EF4-FFF2-40B4-BE49-F238E27FC236}">
                      <a16:creationId xmlns:a16="http://schemas.microsoft.com/office/drawing/2014/main" id="{43331D7B-7832-4E5B-B680-304C84220AA0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2" name="直線コネクタ 110991">
                  <a:extLst>
                    <a:ext uri="{FF2B5EF4-FFF2-40B4-BE49-F238E27FC236}">
                      <a16:creationId xmlns:a16="http://schemas.microsoft.com/office/drawing/2014/main" id="{38328753-2A34-4AFE-B59D-DCFBD818A15D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3" name="直線コネクタ 110992">
                  <a:extLst>
                    <a:ext uri="{FF2B5EF4-FFF2-40B4-BE49-F238E27FC236}">
                      <a16:creationId xmlns:a16="http://schemas.microsoft.com/office/drawing/2014/main" id="{B38257D1-1614-4D40-8AA4-88A81ADA2A96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4" name="直線コネクタ 110993">
                  <a:extLst>
                    <a:ext uri="{FF2B5EF4-FFF2-40B4-BE49-F238E27FC236}">
                      <a16:creationId xmlns:a16="http://schemas.microsoft.com/office/drawing/2014/main" id="{D47ACE43-3C47-4977-9C92-4030772DD134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5" name="直線コネクタ 110994">
                  <a:extLst>
                    <a:ext uri="{FF2B5EF4-FFF2-40B4-BE49-F238E27FC236}">
                      <a16:creationId xmlns:a16="http://schemas.microsoft.com/office/drawing/2014/main" id="{7D9C38CF-2C38-4CB5-B730-06ED894AFE8A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6" name="直線コネクタ 110995">
                  <a:extLst>
                    <a:ext uri="{FF2B5EF4-FFF2-40B4-BE49-F238E27FC236}">
                      <a16:creationId xmlns:a16="http://schemas.microsoft.com/office/drawing/2014/main" id="{A265F418-8F26-40C2-817F-2B0FC082070E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7" name="直線コネクタ 110996">
                  <a:extLst>
                    <a:ext uri="{FF2B5EF4-FFF2-40B4-BE49-F238E27FC236}">
                      <a16:creationId xmlns:a16="http://schemas.microsoft.com/office/drawing/2014/main" id="{E61E63BB-0B1E-4F80-9590-07B07E535F72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8" name="直線コネクタ 110997">
                  <a:extLst>
                    <a:ext uri="{FF2B5EF4-FFF2-40B4-BE49-F238E27FC236}">
                      <a16:creationId xmlns:a16="http://schemas.microsoft.com/office/drawing/2014/main" id="{BAEBBC49-E543-4FE1-AE29-C7D073E7B2B3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99" name="直線コネクタ 110998">
                  <a:extLst>
                    <a:ext uri="{FF2B5EF4-FFF2-40B4-BE49-F238E27FC236}">
                      <a16:creationId xmlns:a16="http://schemas.microsoft.com/office/drawing/2014/main" id="{375ABDE0-3329-4115-996F-98BE1CE01F89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0" name="直線コネクタ 110999">
                  <a:extLst>
                    <a:ext uri="{FF2B5EF4-FFF2-40B4-BE49-F238E27FC236}">
                      <a16:creationId xmlns:a16="http://schemas.microsoft.com/office/drawing/2014/main" id="{89BA0604-C7EB-4FCB-B294-A3227FAC2836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1" name="直線コネクタ 111000">
                  <a:extLst>
                    <a:ext uri="{FF2B5EF4-FFF2-40B4-BE49-F238E27FC236}">
                      <a16:creationId xmlns:a16="http://schemas.microsoft.com/office/drawing/2014/main" id="{0E4FB103-5F72-4BE2-9BE7-408EED58DD0B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2" name="直線コネクタ 111001">
                  <a:extLst>
                    <a:ext uri="{FF2B5EF4-FFF2-40B4-BE49-F238E27FC236}">
                      <a16:creationId xmlns:a16="http://schemas.microsoft.com/office/drawing/2014/main" id="{0D1B0D43-1E88-4BBC-9BDC-10C84BD2D016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3" name="直線コネクタ 111002">
                  <a:extLst>
                    <a:ext uri="{FF2B5EF4-FFF2-40B4-BE49-F238E27FC236}">
                      <a16:creationId xmlns:a16="http://schemas.microsoft.com/office/drawing/2014/main" id="{FF449DF7-D888-4F90-82C0-DC441EB5B2C1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4" name="直線コネクタ 111003">
                  <a:extLst>
                    <a:ext uri="{FF2B5EF4-FFF2-40B4-BE49-F238E27FC236}">
                      <a16:creationId xmlns:a16="http://schemas.microsoft.com/office/drawing/2014/main" id="{926E315F-0F4C-4C38-83FD-D9B7C7A079CB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5" name="直線コネクタ 111004">
                  <a:extLst>
                    <a:ext uri="{FF2B5EF4-FFF2-40B4-BE49-F238E27FC236}">
                      <a16:creationId xmlns:a16="http://schemas.microsoft.com/office/drawing/2014/main" id="{8830B2E1-BC14-460D-873A-C37BD5694469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6" name="直線コネクタ 111005">
                  <a:extLst>
                    <a:ext uri="{FF2B5EF4-FFF2-40B4-BE49-F238E27FC236}">
                      <a16:creationId xmlns:a16="http://schemas.microsoft.com/office/drawing/2014/main" id="{C27FA629-9DC5-430F-AD13-D4D631EC1881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7" name="直線コネクタ 111006">
                  <a:extLst>
                    <a:ext uri="{FF2B5EF4-FFF2-40B4-BE49-F238E27FC236}">
                      <a16:creationId xmlns:a16="http://schemas.microsoft.com/office/drawing/2014/main" id="{599211B5-6593-4E23-BCE6-B9C70988AC65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8" name="直線コネクタ 111007">
                  <a:extLst>
                    <a:ext uri="{FF2B5EF4-FFF2-40B4-BE49-F238E27FC236}">
                      <a16:creationId xmlns:a16="http://schemas.microsoft.com/office/drawing/2014/main" id="{35786B66-1AE6-4801-AB3C-9FF98B1B24F5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09" name="直線コネクタ 111008">
                  <a:extLst>
                    <a:ext uri="{FF2B5EF4-FFF2-40B4-BE49-F238E27FC236}">
                      <a16:creationId xmlns:a16="http://schemas.microsoft.com/office/drawing/2014/main" id="{E6E82F19-2B66-4070-B2A6-977584B3A6FD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0" name="直線コネクタ 111009">
                  <a:extLst>
                    <a:ext uri="{FF2B5EF4-FFF2-40B4-BE49-F238E27FC236}">
                      <a16:creationId xmlns:a16="http://schemas.microsoft.com/office/drawing/2014/main" id="{C388F7C2-BE9B-40C2-B3AE-1D5ADA12EFA8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1" name="直線コネクタ 111010">
                  <a:extLst>
                    <a:ext uri="{FF2B5EF4-FFF2-40B4-BE49-F238E27FC236}">
                      <a16:creationId xmlns:a16="http://schemas.microsoft.com/office/drawing/2014/main" id="{99D9F5A0-38C4-4010-A273-1314939F1CA3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2" name="直線コネクタ 111011">
                  <a:extLst>
                    <a:ext uri="{FF2B5EF4-FFF2-40B4-BE49-F238E27FC236}">
                      <a16:creationId xmlns:a16="http://schemas.microsoft.com/office/drawing/2014/main" id="{05F00664-340D-4F1D-A223-A83C4563E88F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3" name="直線コネクタ 111012">
                  <a:extLst>
                    <a:ext uri="{FF2B5EF4-FFF2-40B4-BE49-F238E27FC236}">
                      <a16:creationId xmlns:a16="http://schemas.microsoft.com/office/drawing/2014/main" id="{B28073F8-3881-49C1-A00A-B77B7409544F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4" name="直線コネクタ 111013">
                  <a:extLst>
                    <a:ext uri="{FF2B5EF4-FFF2-40B4-BE49-F238E27FC236}">
                      <a16:creationId xmlns:a16="http://schemas.microsoft.com/office/drawing/2014/main" id="{5BAE5177-2708-4B95-B527-B9C0F6B76214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5" name="直線コネクタ 111014">
                  <a:extLst>
                    <a:ext uri="{FF2B5EF4-FFF2-40B4-BE49-F238E27FC236}">
                      <a16:creationId xmlns:a16="http://schemas.microsoft.com/office/drawing/2014/main" id="{BF5563AB-5A48-4E97-A369-4F73E78540B1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6" name="直線コネクタ 111015">
                  <a:extLst>
                    <a:ext uri="{FF2B5EF4-FFF2-40B4-BE49-F238E27FC236}">
                      <a16:creationId xmlns:a16="http://schemas.microsoft.com/office/drawing/2014/main" id="{9215C0B9-A27A-4E38-9FB5-5BF8C1E932BE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7" name="直線コネクタ 111016">
                  <a:extLst>
                    <a:ext uri="{FF2B5EF4-FFF2-40B4-BE49-F238E27FC236}">
                      <a16:creationId xmlns:a16="http://schemas.microsoft.com/office/drawing/2014/main" id="{8E4C5383-9DA2-41AA-893F-685187284579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8" name="直線コネクタ 111017">
                  <a:extLst>
                    <a:ext uri="{FF2B5EF4-FFF2-40B4-BE49-F238E27FC236}">
                      <a16:creationId xmlns:a16="http://schemas.microsoft.com/office/drawing/2014/main" id="{15E1EB81-4312-4CAB-B67E-24AF14A9FB47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19" name="直線コネクタ 111018">
                  <a:extLst>
                    <a:ext uri="{FF2B5EF4-FFF2-40B4-BE49-F238E27FC236}">
                      <a16:creationId xmlns:a16="http://schemas.microsoft.com/office/drawing/2014/main" id="{A0FB1C74-BE63-4955-B084-0E0A1F2DB0C0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0" name="直線コネクタ 111019">
                  <a:extLst>
                    <a:ext uri="{FF2B5EF4-FFF2-40B4-BE49-F238E27FC236}">
                      <a16:creationId xmlns:a16="http://schemas.microsoft.com/office/drawing/2014/main" id="{6A216E26-CAB0-4EF7-B33D-FB60F7A906A6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1" name="直線コネクタ 111020">
                  <a:extLst>
                    <a:ext uri="{FF2B5EF4-FFF2-40B4-BE49-F238E27FC236}">
                      <a16:creationId xmlns:a16="http://schemas.microsoft.com/office/drawing/2014/main" id="{26E80EA0-3031-4A92-AB24-CF657DCB7DAD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2" name="直線コネクタ 111021">
                  <a:extLst>
                    <a:ext uri="{FF2B5EF4-FFF2-40B4-BE49-F238E27FC236}">
                      <a16:creationId xmlns:a16="http://schemas.microsoft.com/office/drawing/2014/main" id="{71511F3C-438F-4082-BC41-8B9E26387F36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3" name="直線コネクタ 111022">
                  <a:extLst>
                    <a:ext uri="{FF2B5EF4-FFF2-40B4-BE49-F238E27FC236}">
                      <a16:creationId xmlns:a16="http://schemas.microsoft.com/office/drawing/2014/main" id="{81E5E2C2-A8F6-41B9-AA3B-03C3B8A04729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4" name="直線コネクタ 111023">
                  <a:extLst>
                    <a:ext uri="{FF2B5EF4-FFF2-40B4-BE49-F238E27FC236}">
                      <a16:creationId xmlns:a16="http://schemas.microsoft.com/office/drawing/2014/main" id="{B3F33B26-C4F3-499B-8A1F-093DC5F03AE2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5" name="直線コネクタ 111024">
                  <a:extLst>
                    <a:ext uri="{FF2B5EF4-FFF2-40B4-BE49-F238E27FC236}">
                      <a16:creationId xmlns:a16="http://schemas.microsoft.com/office/drawing/2014/main" id="{F78FC4B4-27B8-462F-88C9-AEB32D6ABE40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6" name="直線コネクタ 111025">
                  <a:extLst>
                    <a:ext uri="{FF2B5EF4-FFF2-40B4-BE49-F238E27FC236}">
                      <a16:creationId xmlns:a16="http://schemas.microsoft.com/office/drawing/2014/main" id="{1EEDB1D2-8899-41D0-AABA-56CE902DF1D4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7" name="直線コネクタ 111026">
                  <a:extLst>
                    <a:ext uri="{FF2B5EF4-FFF2-40B4-BE49-F238E27FC236}">
                      <a16:creationId xmlns:a16="http://schemas.microsoft.com/office/drawing/2014/main" id="{A9C129DF-E708-4752-B474-F9973924CA6E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8" name="直線コネクタ 111027">
                  <a:extLst>
                    <a:ext uri="{FF2B5EF4-FFF2-40B4-BE49-F238E27FC236}">
                      <a16:creationId xmlns:a16="http://schemas.microsoft.com/office/drawing/2014/main" id="{8990B47F-F830-461A-91AF-0EB16D33D121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29" name="直線コネクタ 111028">
                  <a:extLst>
                    <a:ext uri="{FF2B5EF4-FFF2-40B4-BE49-F238E27FC236}">
                      <a16:creationId xmlns:a16="http://schemas.microsoft.com/office/drawing/2014/main" id="{46EF6276-65EE-49D2-A564-5AF2784EAB76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0" name="直線コネクタ 111029">
                  <a:extLst>
                    <a:ext uri="{FF2B5EF4-FFF2-40B4-BE49-F238E27FC236}">
                      <a16:creationId xmlns:a16="http://schemas.microsoft.com/office/drawing/2014/main" id="{621D2E58-A91F-42F4-A105-2A1855C82E01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1" name="直線コネクタ 111030">
                  <a:extLst>
                    <a:ext uri="{FF2B5EF4-FFF2-40B4-BE49-F238E27FC236}">
                      <a16:creationId xmlns:a16="http://schemas.microsoft.com/office/drawing/2014/main" id="{7B616001-DF13-496B-860E-C59630A5D9C9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2" name="直線コネクタ 111031">
                  <a:extLst>
                    <a:ext uri="{FF2B5EF4-FFF2-40B4-BE49-F238E27FC236}">
                      <a16:creationId xmlns:a16="http://schemas.microsoft.com/office/drawing/2014/main" id="{11DCE5E0-1494-4AE7-87A6-E90D856CE621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3" name="直線コネクタ 111032">
                  <a:extLst>
                    <a:ext uri="{FF2B5EF4-FFF2-40B4-BE49-F238E27FC236}">
                      <a16:creationId xmlns:a16="http://schemas.microsoft.com/office/drawing/2014/main" id="{D0D7D139-E408-4D6A-AF9A-B165595BA82B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4" name="直線コネクタ 111033">
                  <a:extLst>
                    <a:ext uri="{FF2B5EF4-FFF2-40B4-BE49-F238E27FC236}">
                      <a16:creationId xmlns:a16="http://schemas.microsoft.com/office/drawing/2014/main" id="{4DE5D536-6856-4690-9D57-A5ADFCF01EA9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5" name="直線コネクタ 111034">
                  <a:extLst>
                    <a:ext uri="{FF2B5EF4-FFF2-40B4-BE49-F238E27FC236}">
                      <a16:creationId xmlns:a16="http://schemas.microsoft.com/office/drawing/2014/main" id="{BE50608F-CB8E-4DCA-B7A5-69EDB5261C4A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6" name="直線コネクタ 111035">
                  <a:extLst>
                    <a:ext uri="{FF2B5EF4-FFF2-40B4-BE49-F238E27FC236}">
                      <a16:creationId xmlns:a16="http://schemas.microsoft.com/office/drawing/2014/main" id="{7177AD07-E8C8-482F-AD16-4B88FD250A71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7" name="直線コネクタ 111036">
                  <a:extLst>
                    <a:ext uri="{FF2B5EF4-FFF2-40B4-BE49-F238E27FC236}">
                      <a16:creationId xmlns:a16="http://schemas.microsoft.com/office/drawing/2014/main" id="{19FE370F-5C5E-49A7-BFD8-6A65F26B7E15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8" name="直線コネクタ 111037">
                  <a:extLst>
                    <a:ext uri="{FF2B5EF4-FFF2-40B4-BE49-F238E27FC236}">
                      <a16:creationId xmlns:a16="http://schemas.microsoft.com/office/drawing/2014/main" id="{7F6A8C83-8A25-46FE-A5C5-FA88538C430E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39" name="直線コネクタ 111038">
                  <a:extLst>
                    <a:ext uri="{FF2B5EF4-FFF2-40B4-BE49-F238E27FC236}">
                      <a16:creationId xmlns:a16="http://schemas.microsoft.com/office/drawing/2014/main" id="{D7878945-0CAB-45DB-968E-81450DA037DE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0" name="直線コネクタ 111039">
                  <a:extLst>
                    <a:ext uri="{FF2B5EF4-FFF2-40B4-BE49-F238E27FC236}">
                      <a16:creationId xmlns:a16="http://schemas.microsoft.com/office/drawing/2014/main" id="{7E49B5D4-845C-4DA1-8630-BC9AB36D8A60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1" name="直線コネクタ 111040">
                  <a:extLst>
                    <a:ext uri="{FF2B5EF4-FFF2-40B4-BE49-F238E27FC236}">
                      <a16:creationId xmlns:a16="http://schemas.microsoft.com/office/drawing/2014/main" id="{CC0BD2E9-F968-4335-9147-94B43638E2AD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2" name="直線コネクタ 111041">
                  <a:extLst>
                    <a:ext uri="{FF2B5EF4-FFF2-40B4-BE49-F238E27FC236}">
                      <a16:creationId xmlns:a16="http://schemas.microsoft.com/office/drawing/2014/main" id="{58B0CFA9-6756-4EA1-945A-3D848990F4FF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3" name="直線コネクタ 111042">
                  <a:extLst>
                    <a:ext uri="{FF2B5EF4-FFF2-40B4-BE49-F238E27FC236}">
                      <a16:creationId xmlns:a16="http://schemas.microsoft.com/office/drawing/2014/main" id="{81EA19A8-49AF-4DAC-82E2-9C2713425B9E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4" name="直線コネクタ 111043">
                  <a:extLst>
                    <a:ext uri="{FF2B5EF4-FFF2-40B4-BE49-F238E27FC236}">
                      <a16:creationId xmlns:a16="http://schemas.microsoft.com/office/drawing/2014/main" id="{47BE508E-6A05-4183-BED8-616D2B37E83C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5" name="直線コネクタ 111044">
                  <a:extLst>
                    <a:ext uri="{FF2B5EF4-FFF2-40B4-BE49-F238E27FC236}">
                      <a16:creationId xmlns:a16="http://schemas.microsoft.com/office/drawing/2014/main" id="{ECEE17CE-BD22-47E6-B60A-92B3361D929F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6" name="直線コネクタ 111045">
                  <a:extLst>
                    <a:ext uri="{FF2B5EF4-FFF2-40B4-BE49-F238E27FC236}">
                      <a16:creationId xmlns:a16="http://schemas.microsoft.com/office/drawing/2014/main" id="{7C7DAE0E-5F16-4BAB-9B2A-024A5FDB8AAB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7" name="直線コネクタ 111046">
                  <a:extLst>
                    <a:ext uri="{FF2B5EF4-FFF2-40B4-BE49-F238E27FC236}">
                      <a16:creationId xmlns:a16="http://schemas.microsoft.com/office/drawing/2014/main" id="{D4409731-80B4-417A-BE8C-BE725AF9E0BA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8" name="直線コネクタ 111047">
                  <a:extLst>
                    <a:ext uri="{FF2B5EF4-FFF2-40B4-BE49-F238E27FC236}">
                      <a16:creationId xmlns:a16="http://schemas.microsoft.com/office/drawing/2014/main" id="{2EBD90D0-6260-4358-889F-55CABA4A3EA9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49" name="直線コネクタ 111048">
                  <a:extLst>
                    <a:ext uri="{FF2B5EF4-FFF2-40B4-BE49-F238E27FC236}">
                      <a16:creationId xmlns:a16="http://schemas.microsoft.com/office/drawing/2014/main" id="{2CDB0E13-A49E-45DD-96BA-DFE4BAD6548C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0" name="直線コネクタ 111049">
                  <a:extLst>
                    <a:ext uri="{FF2B5EF4-FFF2-40B4-BE49-F238E27FC236}">
                      <a16:creationId xmlns:a16="http://schemas.microsoft.com/office/drawing/2014/main" id="{7ED8F334-7C4A-4649-B009-0B1E40034190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1" name="直線コネクタ 111050">
                  <a:extLst>
                    <a:ext uri="{FF2B5EF4-FFF2-40B4-BE49-F238E27FC236}">
                      <a16:creationId xmlns:a16="http://schemas.microsoft.com/office/drawing/2014/main" id="{C78AC700-4A5F-4611-8638-86C5F8CD36B7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2" name="直線コネクタ 111051">
                  <a:extLst>
                    <a:ext uri="{FF2B5EF4-FFF2-40B4-BE49-F238E27FC236}">
                      <a16:creationId xmlns:a16="http://schemas.microsoft.com/office/drawing/2014/main" id="{3458FFF5-3690-4BAC-A165-DFC27927BEC3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3" name="直線コネクタ 111052">
                  <a:extLst>
                    <a:ext uri="{FF2B5EF4-FFF2-40B4-BE49-F238E27FC236}">
                      <a16:creationId xmlns:a16="http://schemas.microsoft.com/office/drawing/2014/main" id="{6ADB908D-8047-4410-9FF6-73CD294A84F9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4" name="直線コネクタ 111053">
                  <a:extLst>
                    <a:ext uri="{FF2B5EF4-FFF2-40B4-BE49-F238E27FC236}">
                      <a16:creationId xmlns:a16="http://schemas.microsoft.com/office/drawing/2014/main" id="{5A1B8673-3D0F-42AB-9FC6-FC4D2968F15C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5" name="直線コネクタ 111054">
                  <a:extLst>
                    <a:ext uri="{FF2B5EF4-FFF2-40B4-BE49-F238E27FC236}">
                      <a16:creationId xmlns:a16="http://schemas.microsoft.com/office/drawing/2014/main" id="{A9D7A07D-D218-49D1-9570-B4EEA18F13C6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6" name="直線コネクタ 111055">
                  <a:extLst>
                    <a:ext uri="{FF2B5EF4-FFF2-40B4-BE49-F238E27FC236}">
                      <a16:creationId xmlns:a16="http://schemas.microsoft.com/office/drawing/2014/main" id="{9F096287-CE0C-4CF7-AC00-F624F7C2E41C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7" name="直線コネクタ 111056">
                  <a:extLst>
                    <a:ext uri="{FF2B5EF4-FFF2-40B4-BE49-F238E27FC236}">
                      <a16:creationId xmlns:a16="http://schemas.microsoft.com/office/drawing/2014/main" id="{E4FD31DF-69AF-41BC-8FD0-BAF7FDE12A40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8" name="直線コネクタ 111057">
                  <a:extLst>
                    <a:ext uri="{FF2B5EF4-FFF2-40B4-BE49-F238E27FC236}">
                      <a16:creationId xmlns:a16="http://schemas.microsoft.com/office/drawing/2014/main" id="{67835D92-95B8-4D24-9CCC-76A68DEC7329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59" name="直線コネクタ 111058">
                  <a:extLst>
                    <a:ext uri="{FF2B5EF4-FFF2-40B4-BE49-F238E27FC236}">
                      <a16:creationId xmlns:a16="http://schemas.microsoft.com/office/drawing/2014/main" id="{A9DB8D41-F32A-4F96-B58C-AECCBAFCD793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0" name="直線コネクタ 111059">
                  <a:extLst>
                    <a:ext uri="{FF2B5EF4-FFF2-40B4-BE49-F238E27FC236}">
                      <a16:creationId xmlns:a16="http://schemas.microsoft.com/office/drawing/2014/main" id="{041A77A5-2BAD-4CC0-9653-75B5120C2B49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1" name="直線コネクタ 111060">
                  <a:extLst>
                    <a:ext uri="{FF2B5EF4-FFF2-40B4-BE49-F238E27FC236}">
                      <a16:creationId xmlns:a16="http://schemas.microsoft.com/office/drawing/2014/main" id="{FB379E20-2DAB-4E3E-983F-CEC75AB794CB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2" name="直線コネクタ 111061">
                  <a:extLst>
                    <a:ext uri="{FF2B5EF4-FFF2-40B4-BE49-F238E27FC236}">
                      <a16:creationId xmlns:a16="http://schemas.microsoft.com/office/drawing/2014/main" id="{B843EC66-62F7-4547-880D-939A330D4FD3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3" name="直線コネクタ 111062">
                  <a:extLst>
                    <a:ext uri="{FF2B5EF4-FFF2-40B4-BE49-F238E27FC236}">
                      <a16:creationId xmlns:a16="http://schemas.microsoft.com/office/drawing/2014/main" id="{79315224-E998-464F-8CD0-648DA6A64353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4" name="直線コネクタ 111063">
                  <a:extLst>
                    <a:ext uri="{FF2B5EF4-FFF2-40B4-BE49-F238E27FC236}">
                      <a16:creationId xmlns:a16="http://schemas.microsoft.com/office/drawing/2014/main" id="{C3FEBC58-FFF5-4203-ADAD-1F11C513594D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5" name="直線コネクタ 111064">
                  <a:extLst>
                    <a:ext uri="{FF2B5EF4-FFF2-40B4-BE49-F238E27FC236}">
                      <a16:creationId xmlns:a16="http://schemas.microsoft.com/office/drawing/2014/main" id="{2EEFE602-826E-4779-97FC-935097BCEFF6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6" name="直線コネクタ 111065">
                  <a:extLst>
                    <a:ext uri="{FF2B5EF4-FFF2-40B4-BE49-F238E27FC236}">
                      <a16:creationId xmlns:a16="http://schemas.microsoft.com/office/drawing/2014/main" id="{F1E82B4C-37C9-4920-A3D1-57486F4FA2EE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7" name="直線コネクタ 111066">
                  <a:extLst>
                    <a:ext uri="{FF2B5EF4-FFF2-40B4-BE49-F238E27FC236}">
                      <a16:creationId xmlns:a16="http://schemas.microsoft.com/office/drawing/2014/main" id="{4CBBA3EB-040F-40D4-9308-0323E917C823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8" name="直線コネクタ 111067">
                  <a:extLst>
                    <a:ext uri="{FF2B5EF4-FFF2-40B4-BE49-F238E27FC236}">
                      <a16:creationId xmlns:a16="http://schemas.microsoft.com/office/drawing/2014/main" id="{AD9F1471-5725-405B-8DCC-32AB1926A2ED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69" name="直線コネクタ 111068">
                  <a:extLst>
                    <a:ext uri="{FF2B5EF4-FFF2-40B4-BE49-F238E27FC236}">
                      <a16:creationId xmlns:a16="http://schemas.microsoft.com/office/drawing/2014/main" id="{15EBE6DB-4860-4DEC-ABC5-6BB943E373E0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0" name="直線コネクタ 111069">
                  <a:extLst>
                    <a:ext uri="{FF2B5EF4-FFF2-40B4-BE49-F238E27FC236}">
                      <a16:creationId xmlns:a16="http://schemas.microsoft.com/office/drawing/2014/main" id="{2C31A371-FF98-40DB-97DE-4A46E400B6F2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1" name="直線コネクタ 111070">
                  <a:extLst>
                    <a:ext uri="{FF2B5EF4-FFF2-40B4-BE49-F238E27FC236}">
                      <a16:creationId xmlns:a16="http://schemas.microsoft.com/office/drawing/2014/main" id="{29FB7099-EA83-4B63-A6F3-5A8403EE37AD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2" name="直線コネクタ 111071">
                  <a:extLst>
                    <a:ext uri="{FF2B5EF4-FFF2-40B4-BE49-F238E27FC236}">
                      <a16:creationId xmlns:a16="http://schemas.microsoft.com/office/drawing/2014/main" id="{0FE7B814-0015-49C8-AF06-CE6DE83DD25F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3" name="直線コネクタ 111072">
                  <a:extLst>
                    <a:ext uri="{FF2B5EF4-FFF2-40B4-BE49-F238E27FC236}">
                      <a16:creationId xmlns:a16="http://schemas.microsoft.com/office/drawing/2014/main" id="{8DC8347F-C482-4431-9D1C-105FD7B70925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4" name="直線コネクタ 111073">
                  <a:extLst>
                    <a:ext uri="{FF2B5EF4-FFF2-40B4-BE49-F238E27FC236}">
                      <a16:creationId xmlns:a16="http://schemas.microsoft.com/office/drawing/2014/main" id="{FF7672DE-3406-4FBA-872D-7AFEC56C5BA7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5" name="直線コネクタ 111074">
                  <a:extLst>
                    <a:ext uri="{FF2B5EF4-FFF2-40B4-BE49-F238E27FC236}">
                      <a16:creationId xmlns:a16="http://schemas.microsoft.com/office/drawing/2014/main" id="{92FB6ACB-A70C-4FA6-A560-B0CE3AD2325A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6" name="直線コネクタ 111075">
                  <a:extLst>
                    <a:ext uri="{FF2B5EF4-FFF2-40B4-BE49-F238E27FC236}">
                      <a16:creationId xmlns:a16="http://schemas.microsoft.com/office/drawing/2014/main" id="{B6FEBA59-9CF0-4FDB-99D5-C4A8B6ACD7DC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7" name="直線コネクタ 111076">
                  <a:extLst>
                    <a:ext uri="{FF2B5EF4-FFF2-40B4-BE49-F238E27FC236}">
                      <a16:creationId xmlns:a16="http://schemas.microsoft.com/office/drawing/2014/main" id="{6E09C773-220D-44ED-928D-6543E1CAEFE8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8" name="直線コネクタ 111077">
                  <a:extLst>
                    <a:ext uri="{FF2B5EF4-FFF2-40B4-BE49-F238E27FC236}">
                      <a16:creationId xmlns:a16="http://schemas.microsoft.com/office/drawing/2014/main" id="{FC6844AF-96E8-40E2-B0BE-E268B9119860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79" name="直線コネクタ 111078">
                  <a:extLst>
                    <a:ext uri="{FF2B5EF4-FFF2-40B4-BE49-F238E27FC236}">
                      <a16:creationId xmlns:a16="http://schemas.microsoft.com/office/drawing/2014/main" id="{BDF3D477-8F56-4943-8A71-EC3879B78A57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0" name="直線コネクタ 111079">
                  <a:extLst>
                    <a:ext uri="{FF2B5EF4-FFF2-40B4-BE49-F238E27FC236}">
                      <a16:creationId xmlns:a16="http://schemas.microsoft.com/office/drawing/2014/main" id="{B2A37249-05E8-4E2B-B768-6BD41CF63BEA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1" name="直線コネクタ 111080">
                  <a:extLst>
                    <a:ext uri="{FF2B5EF4-FFF2-40B4-BE49-F238E27FC236}">
                      <a16:creationId xmlns:a16="http://schemas.microsoft.com/office/drawing/2014/main" id="{9BC54B40-4686-419D-9D58-444C999B0F8F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2" name="直線コネクタ 111081">
                  <a:extLst>
                    <a:ext uri="{FF2B5EF4-FFF2-40B4-BE49-F238E27FC236}">
                      <a16:creationId xmlns:a16="http://schemas.microsoft.com/office/drawing/2014/main" id="{A168018F-04A8-481E-AD5C-630E0753505D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3" name="直線コネクタ 111082">
                  <a:extLst>
                    <a:ext uri="{FF2B5EF4-FFF2-40B4-BE49-F238E27FC236}">
                      <a16:creationId xmlns:a16="http://schemas.microsoft.com/office/drawing/2014/main" id="{18871C4A-9095-4AD7-88BC-FB3FBA89CAFB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4" name="直線コネクタ 111083">
                  <a:extLst>
                    <a:ext uri="{FF2B5EF4-FFF2-40B4-BE49-F238E27FC236}">
                      <a16:creationId xmlns:a16="http://schemas.microsoft.com/office/drawing/2014/main" id="{CEC5A65B-DD60-4ACC-A608-5670C81DABB9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5" name="直線コネクタ 111084">
                  <a:extLst>
                    <a:ext uri="{FF2B5EF4-FFF2-40B4-BE49-F238E27FC236}">
                      <a16:creationId xmlns:a16="http://schemas.microsoft.com/office/drawing/2014/main" id="{25E785AB-8028-42CE-A07D-41E41EE10B78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6" name="直線コネクタ 111085">
                  <a:extLst>
                    <a:ext uri="{FF2B5EF4-FFF2-40B4-BE49-F238E27FC236}">
                      <a16:creationId xmlns:a16="http://schemas.microsoft.com/office/drawing/2014/main" id="{846A2F56-D796-47EC-B74A-913468437F3D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7" name="直線コネクタ 111086">
                  <a:extLst>
                    <a:ext uri="{FF2B5EF4-FFF2-40B4-BE49-F238E27FC236}">
                      <a16:creationId xmlns:a16="http://schemas.microsoft.com/office/drawing/2014/main" id="{4F5CBF87-5BD9-4DBF-877A-225A69412AC5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8" name="直線コネクタ 111087">
                  <a:extLst>
                    <a:ext uri="{FF2B5EF4-FFF2-40B4-BE49-F238E27FC236}">
                      <a16:creationId xmlns:a16="http://schemas.microsoft.com/office/drawing/2014/main" id="{01FE2B94-3EB8-4779-8F2E-3F7A2C11BDDA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89" name="直線コネクタ 111088">
                  <a:extLst>
                    <a:ext uri="{FF2B5EF4-FFF2-40B4-BE49-F238E27FC236}">
                      <a16:creationId xmlns:a16="http://schemas.microsoft.com/office/drawing/2014/main" id="{313650D9-BE57-41E3-B44B-A3F58A01DD6A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0" name="直線コネクタ 111089">
                  <a:extLst>
                    <a:ext uri="{FF2B5EF4-FFF2-40B4-BE49-F238E27FC236}">
                      <a16:creationId xmlns:a16="http://schemas.microsoft.com/office/drawing/2014/main" id="{722EF6F8-334B-4058-A9CD-1A86717E4D7E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1" name="直線コネクタ 111090">
                  <a:extLst>
                    <a:ext uri="{FF2B5EF4-FFF2-40B4-BE49-F238E27FC236}">
                      <a16:creationId xmlns:a16="http://schemas.microsoft.com/office/drawing/2014/main" id="{CA5577F5-3F16-4C97-A5D5-6BA51C37D0B8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2" name="直線コネクタ 111091">
                  <a:extLst>
                    <a:ext uri="{FF2B5EF4-FFF2-40B4-BE49-F238E27FC236}">
                      <a16:creationId xmlns:a16="http://schemas.microsoft.com/office/drawing/2014/main" id="{EC45D3B0-52FA-4B6E-9FA8-34D2C54D8DC9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3" name="直線コネクタ 111092">
                  <a:extLst>
                    <a:ext uri="{FF2B5EF4-FFF2-40B4-BE49-F238E27FC236}">
                      <a16:creationId xmlns:a16="http://schemas.microsoft.com/office/drawing/2014/main" id="{AD2C7431-11F1-43C7-ABC9-82F5A6FBBE54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4" name="直線コネクタ 111093">
                  <a:extLst>
                    <a:ext uri="{FF2B5EF4-FFF2-40B4-BE49-F238E27FC236}">
                      <a16:creationId xmlns:a16="http://schemas.microsoft.com/office/drawing/2014/main" id="{8FEF2136-0C43-4EBF-9D88-351B17D55D8A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5" name="直線コネクタ 111094">
                  <a:extLst>
                    <a:ext uri="{FF2B5EF4-FFF2-40B4-BE49-F238E27FC236}">
                      <a16:creationId xmlns:a16="http://schemas.microsoft.com/office/drawing/2014/main" id="{B9E6EDAC-639E-487C-AEAD-672261C41281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6" name="直線コネクタ 111095">
                  <a:extLst>
                    <a:ext uri="{FF2B5EF4-FFF2-40B4-BE49-F238E27FC236}">
                      <a16:creationId xmlns:a16="http://schemas.microsoft.com/office/drawing/2014/main" id="{9448CDC1-4C06-4ADE-89E1-4126958DF4F7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7" name="直線コネクタ 111096">
                  <a:extLst>
                    <a:ext uri="{FF2B5EF4-FFF2-40B4-BE49-F238E27FC236}">
                      <a16:creationId xmlns:a16="http://schemas.microsoft.com/office/drawing/2014/main" id="{D0FA0644-BEB3-44EC-897F-4ABE0867946D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8" name="直線コネクタ 111097">
                  <a:extLst>
                    <a:ext uri="{FF2B5EF4-FFF2-40B4-BE49-F238E27FC236}">
                      <a16:creationId xmlns:a16="http://schemas.microsoft.com/office/drawing/2014/main" id="{39B77D7C-1A45-4741-BA85-B4CEA1A20BDA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099" name="直線コネクタ 111098">
                  <a:extLst>
                    <a:ext uri="{FF2B5EF4-FFF2-40B4-BE49-F238E27FC236}">
                      <a16:creationId xmlns:a16="http://schemas.microsoft.com/office/drawing/2014/main" id="{A8DE28BF-67EA-4161-BAAB-5BF3730C2145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0" name="直線コネクタ 111099">
                  <a:extLst>
                    <a:ext uri="{FF2B5EF4-FFF2-40B4-BE49-F238E27FC236}">
                      <a16:creationId xmlns:a16="http://schemas.microsoft.com/office/drawing/2014/main" id="{3CBC7A13-42E0-46AC-8F58-33AB54FD15F5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1" name="直線コネクタ 111100">
                  <a:extLst>
                    <a:ext uri="{FF2B5EF4-FFF2-40B4-BE49-F238E27FC236}">
                      <a16:creationId xmlns:a16="http://schemas.microsoft.com/office/drawing/2014/main" id="{4616FC36-F468-4588-952C-47AA3DC66C03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2" name="直線コネクタ 111101">
                  <a:extLst>
                    <a:ext uri="{FF2B5EF4-FFF2-40B4-BE49-F238E27FC236}">
                      <a16:creationId xmlns:a16="http://schemas.microsoft.com/office/drawing/2014/main" id="{99B7459B-3E12-4E27-AA21-2230066855CC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3" name="直線コネクタ 111102">
                  <a:extLst>
                    <a:ext uri="{FF2B5EF4-FFF2-40B4-BE49-F238E27FC236}">
                      <a16:creationId xmlns:a16="http://schemas.microsoft.com/office/drawing/2014/main" id="{5AE41956-6819-46C1-A58B-F0C9D612CFA6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4" name="直線コネクタ 111103">
                  <a:extLst>
                    <a:ext uri="{FF2B5EF4-FFF2-40B4-BE49-F238E27FC236}">
                      <a16:creationId xmlns:a16="http://schemas.microsoft.com/office/drawing/2014/main" id="{692C65CF-2276-4CD3-9DC0-3E9E79B64423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5" name="直線コネクタ 111104">
                  <a:extLst>
                    <a:ext uri="{FF2B5EF4-FFF2-40B4-BE49-F238E27FC236}">
                      <a16:creationId xmlns:a16="http://schemas.microsoft.com/office/drawing/2014/main" id="{0A56DC10-E7C3-47FC-B4DA-8389F95B7A34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6" name="直線コネクタ 111105">
                  <a:extLst>
                    <a:ext uri="{FF2B5EF4-FFF2-40B4-BE49-F238E27FC236}">
                      <a16:creationId xmlns:a16="http://schemas.microsoft.com/office/drawing/2014/main" id="{41AD792D-FC1D-48E2-B1E2-08EE94282BD7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7" name="直線コネクタ 111106">
                  <a:extLst>
                    <a:ext uri="{FF2B5EF4-FFF2-40B4-BE49-F238E27FC236}">
                      <a16:creationId xmlns:a16="http://schemas.microsoft.com/office/drawing/2014/main" id="{4EEFCB13-2CC1-457F-88F2-D7389F787284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8" name="直線コネクタ 111107">
                  <a:extLst>
                    <a:ext uri="{FF2B5EF4-FFF2-40B4-BE49-F238E27FC236}">
                      <a16:creationId xmlns:a16="http://schemas.microsoft.com/office/drawing/2014/main" id="{1BA7ED35-98C1-41EF-BCB1-2FBA0EB2C503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09" name="直線コネクタ 111108">
                  <a:extLst>
                    <a:ext uri="{FF2B5EF4-FFF2-40B4-BE49-F238E27FC236}">
                      <a16:creationId xmlns:a16="http://schemas.microsoft.com/office/drawing/2014/main" id="{E7780989-52C9-41DE-A817-527D89E277AA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0" name="直線コネクタ 111109">
                  <a:extLst>
                    <a:ext uri="{FF2B5EF4-FFF2-40B4-BE49-F238E27FC236}">
                      <a16:creationId xmlns:a16="http://schemas.microsoft.com/office/drawing/2014/main" id="{59D331D6-279F-4AD7-B05A-10CFD9B80E58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1" name="直線コネクタ 111110">
                  <a:extLst>
                    <a:ext uri="{FF2B5EF4-FFF2-40B4-BE49-F238E27FC236}">
                      <a16:creationId xmlns:a16="http://schemas.microsoft.com/office/drawing/2014/main" id="{4E8FB2D7-0E85-4244-9325-C7F478287D82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2" name="直線コネクタ 111111">
                  <a:extLst>
                    <a:ext uri="{FF2B5EF4-FFF2-40B4-BE49-F238E27FC236}">
                      <a16:creationId xmlns:a16="http://schemas.microsoft.com/office/drawing/2014/main" id="{E6A2F6C4-8D7A-4693-97A9-8BEC2FFC1AE9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3" name="直線コネクタ 111112">
                  <a:extLst>
                    <a:ext uri="{FF2B5EF4-FFF2-40B4-BE49-F238E27FC236}">
                      <a16:creationId xmlns:a16="http://schemas.microsoft.com/office/drawing/2014/main" id="{0840BDDB-3989-4E05-AC99-5F87A3166FB8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4" name="直線コネクタ 111113">
                  <a:extLst>
                    <a:ext uri="{FF2B5EF4-FFF2-40B4-BE49-F238E27FC236}">
                      <a16:creationId xmlns:a16="http://schemas.microsoft.com/office/drawing/2014/main" id="{16A4A8A1-B04A-42B1-9DD3-A8940381AFA6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5" name="直線コネクタ 111114">
                  <a:extLst>
                    <a:ext uri="{FF2B5EF4-FFF2-40B4-BE49-F238E27FC236}">
                      <a16:creationId xmlns:a16="http://schemas.microsoft.com/office/drawing/2014/main" id="{D608F0AE-223B-41EB-BF63-AEA171ACE0CC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6" name="直線コネクタ 111115">
                  <a:extLst>
                    <a:ext uri="{FF2B5EF4-FFF2-40B4-BE49-F238E27FC236}">
                      <a16:creationId xmlns:a16="http://schemas.microsoft.com/office/drawing/2014/main" id="{D9DBC287-931C-4079-80F4-9EF0838B7F08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7" name="直線コネクタ 111116">
                  <a:extLst>
                    <a:ext uri="{FF2B5EF4-FFF2-40B4-BE49-F238E27FC236}">
                      <a16:creationId xmlns:a16="http://schemas.microsoft.com/office/drawing/2014/main" id="{432C58FA-D301-4461-987E-03AB4391E552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8" name="直線コネクタ 111117">
                  <a:extLst>
                    <a:ext uri="{FF2B5EF4-FFF2-40B4-BE49-F238E27FC236}">
                      <a16:creationId xmlns:a16="http://schemas.microsoft.com/office/drawing/2014/main" id="{0AB5BAC4-77E6-4335-8687-C8A5D43B2F92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19" name="直線コネクタ 111118">
                  <a:extLst>
                    <a:ext uri="{FF2B5EF4-FFF2-40B4-BE49-F238E27FC236}">
                      <a16:creationId xmlns:a16="http://schemas.microsoft.com/office/drawing/2014/main" id="{0D5F86DD-23CC-4302-9C20-90F12EEA4F98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0" name="直線コネクタ 111119">
                  <a:extLst>
                    <a:ext uri="{FF2B5EF4-FFF2-40B4-BE49-F238E27FC236}">
                      <a16:creationId xmlns:a16="http://schemas.microsoft.com/office/drawing/2014/main" id="{E8062588-9BF2-48D5-A566-1D87C8689609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1" name="直線コネクタ 111120">
                  <a:extLst>
                    <a:ext uri="{FF2B5EF4-FFF2-40B4-BE49-F238E27FC236}">
                      <a16:creationId xmlns:a16="http://schemas.microsoft.com/office/drawing/2014/main" id="{52230FB2-138D-4D50-8A2B-94E136E768EC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2" name="直線コネクタ 111121">
                  <a:extLst>
                    <a:ext uri="{FF2B5EF4-FFF2-40B4-BE49-F238E27FC236}">
                      <a16:creationId xmlns:a16="http://schemas.microsoft.com/office/drawing/2014/main" id="{CE38862D-A38A-4843-92A0-643D318460CD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3" name="直線コネクタ 111122">
                  <a:extLst>
                    <a:ext uri="{FF2B5EF4-FFF2-40B4-BE49-F238E27FC236}">
                      <a16:creationId xmlns:a16="http://schemas.microsoft.com/office/drawing/2014/main" id="{2540A5E5-5B83-441E-9022-BE2C4D7EA0F1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4" name="直線コネクタ 111123">
                  <a:extLst>
                    <a:ext uri="{FF2B5EF4-FFF2-40B4-BE49-F238E27FC236}">
                      <a16:creationId xmlns:a16="http://schemas.microsoft.com/office/drawing/2014/main" id="{267A1C90-1423-4327-A645-A25980310AF9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5" name="直線コネクタ 111124">
                  <a:extLst>
                    <a:ext uri="{FF2B5EF4-FFF2-40B4-BE49-F238E27FC236}">
                      <a16:creationId xmlns:a16="http://schemas.microsoft.com/office/drawing/2014/main" id="{1E926481-37FF-4EC4-8111-2D8D7067E30B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6" name="直線コネクタ 111125">
                  <a:extLst>
                    <a:ext uri="{FF2B5EF4-FFF2-40B4-BE49-F238E27FC236}">
                      <a16:creationId xmlns:a16="http://schemas.microsoft.com/office/drawing/2014/main" id="{96FB2ABE-A155-4E9A-AAA5-EF07A037DFBD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7" name="直線コネクタ 111126">
                  <a:extLst>
                    <a:ext uri="{FF2B5EF4-FFF2-40B4-BE49-F238E27FC236}">
                      <a16:creationId xmlns:a16="http://schemas.microsoft.com/office/drawing/2014/main" id="{642CEFC6-C68B-44FA-BE3C-81FEC4A81F06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8" name="直線コネクタ 111127">
                  <a:extLst>
                    <a:ext uri="{FF2B5EF4-FFF2-40B4-BE49-F238E27FC236}">
                      <a16:creationId xmlns:a16="http://schemas.microsoft.com/office/drawing/2014/main" id="{BD6D403A-FDD2-455B-8835-ECB4401222A5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29" name="直線コネクタ 111128">
                  <a:extLst>
                    <a:ext uri="{FF2B5EF4-FFF2-40B4-BE49-F238E27FC236}">
                      <a16:creationId xmlns:a16="http://schemas.microsoft.com/office/drawing/2014/main" id="{C970D404-B61A-43C6-948A-61103DDEDCA6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0" name="直線コネクタ 111129">
                  <a:extLst>
                    <a:ext uri="{FF2B5EF4-FFF2-40B4-BE49-F238E27FC236}">
                      <a16:creationId xmlns:a16="http://schemas.microsoft.com/office/drawing/2014/main" id="{6518CB73-15A3-44F3-890A-CA162E8ED525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1" name="直線コネクタ 111130">
                  <a:extLst>
                    <a:ext uri="{FF2B5EF4-FFF2-40B4-BE49-F238E27FC236}">
                      <a16:creationId xmlns:a16="http://schemas.microsoft.com/office/drawing/2014/main" id="{D4A1CEE2-5B6E-4530-956A-DADF16801F76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2" name="直線コネクタ 111131">
                  <a:extLst>
                    <a:ext uri="{FF2B5EF4-FFF2-40B4-BE49-F238E27FC236}">
                      <a16:creationId xmlns:a16="http://schemas.microsoft.com/office/drawing/2014/main" id="{A4472BAD-4264-4736-B775-322997E678CA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3" name="直線コネクタ 111132">
                  <a:extLst>
                    <a:ext uri="{FF2B5EF4-FFF2-40B4-BE49-F238E27FC236}">
                      <a16:creationId xmlns:a16="http://schemas.microsoft.com/office/drawing/2014/main" id="{B276F3E5-2F22-41BC-A3A5-B2D7B29CE341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4" name="直線コネクタ 111133">
                  <a:extLst>
                    <a:ext uri="{FF2B5EF4-FFF2-40B4-BE49-F238E27FC236}">
                      <a16:creationId xmlns:a16="http://schemas.microsoft.com/office/drawing/2014/main" id="{9F8D2480-DEAC-4EF9-BCCF-A228DD1F4574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5" name="直線コネクタ 111134">
                  <a:extLst>
                    <a:ext uri="{FF2B5EF4-FFF2-40B4-BE49-F238E27FC236}">
                      <a16:creationId xmlns:a16="http://schemas.microsoft.com/office/drawing/2014/main" id="{B69453DE-C3BB-4485-8573-C65293B09860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6" name="直線コネクタ 111135">
                  <a:extLst>
                    <a:ext uri="{FF2B5EF4-FFF2-40B4-BE49-F238E27FC236}">
                      <a16:creationId xmlns:a16="http://schemas.microsoft.com/office/drawing/2014/main" id="{E90170E6-0643-45CA-9C8D-223A69195311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7" name="直線コネクタ 111136">
                  <a:extLst>
                    <a:ext uri="{FF2B5EF4-FFF2-40B4-BE49-F238E27FC236}">
                      <a16:creationId xmlns:a16="http://schemas.microsoft.com/office/drawing/2014/main" id="{9008009A-99A4-4085-8A90-78530AA2E002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8" name="直線コネクタ 111137">
                  <a:extLst>
                    <a:ext uri="{FF2B5EF4-FFF2-40B4-BE49-F238E27FC236}">
                      <a16:creationId xmlns:a16="http://schemas.microsoft.com/office/drawing/2014/main" id="{B14512F1-EC26-48BD-9B53-494C0BD4845A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39" name="直線コネクタ 111138">
                  <a:extLst>
                    <a:ext uri="{FF2B5EF4-FFF2-40B4-BE49-F238E27FC236}">
                      <a16:creationId xmlns:a16="http://schemas.microsoft.com/office/drawing/2014/main" id="{AFF7D943-B9CC-43AF-8B58-6705B3FBA8A2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0" name="直線コネクタ 111139">
                  <a:extLst>
                    <a:ext uri="{FF2B5EF4-FFF2-40B4-BE49-F238E27FC236}">
                      <a16:creationId xmlns:a16="http://schemas.microsoft.com/office/drawing/2014/main" id="{D1E2A4A4-072D-4B30-A007-C6B0023D3EFC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1" name="直線コネクタ 111140">
                  <a:extLst>
                    <a:ext uri="{FF2B5EF4-FFF2-40B4-BE49-F238E27FC236}">
                      <a16:creationId xmlns:a16="http://schemas.microsoft.com/office/drawing/2014/main" id="{22B19B0A-2E76-44BC-9C66-57C115FB8D4D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2" name="直線コネクタ 111141">
                  <a:extLst>
                    <a:ext uri="{FF2B5EF4-FFF2-40B4-BE49-F238E27FC236}">
                      <a16:creationId xmlns:a16="http://schemas.microsoft.com/office/drawing/2014/main" id="{8020C8B4-7A6B-4A91-91EF-9FE76AEBCCD6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3" name="直線コネクタ 111142">
                  <a:extLst>
                    <a:ext uri="{FF2B5EF4-FFF2-40B4-BE49-F238E27FC236}">
                      <a16:creationId xmlns:a16="http://schemas.microsoft.com/office/drawing/2014/main" id="{E25A502D-C5E5-4028-AAC1-A50B0965C5FB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4" name="直線コネクタ 111143">
                  <a:extLst>
                    <a:ext uri="{FF2B5EF4-FFF2-40B4-BE49-F238E27FC236}">
                      <a16:creationId xmlns:a16="http://schemas.microsoft.com/office/drawing/2014/main" id="{B9FF887F-182E-4EBF-9B7F-3DAA03C29AC0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5" name="直線コネクタ 111144">
                  <a:extLst>
                    <a:ext uri="{FF2B5EF4-FFF2-40B4-BE49-F238E27FC236}">
                      <a16:creationId xmlns:a16="http://schemas.microsoft.com/office/drawing/2014/main" id="{CD67FDD4-943A-4EAD-BA3E-EDE01172A83A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6" name="直線コネクタ 111145">
                  <a:extLst>
                    <a:ext uri="{FF2B5EF4-FFF2-40B4-BE49-F238E27FC236}">
                      <a16:creationId xmlns:a16="http://schemas.microsoft.com/office/drawing/2014/main" id="{FD15562F-E242-4F6E-A970-6FE2B3F6E782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7" name="直線コネクタ 111146">
                  <a:extLst>
                    <a:ext uri="{FF2B5EF4-FFF2-40B4-BE49-F238E27FC236}">
                      <a16:creationId xmlns:a16="http://schemas.microsoft.com/office/drawing/2014/main" id="{6DAA07A9-7E9F-43CD-97C6-7F9FC7B2EEAE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8" name="直線コネクタ 111147">
                  <a:extLst>
                    <a:ext uri="{FF2B5EF4-FFF2-40B4-BE49-F238E27FC236}">
                      <a16:creationId xmlns:a16="http://schemas.microsoft.com/office/drawing/2014/main" id="{DA0AC0EA-50C3-4D4E-899C-57BBC1207FF7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49" name="直線コネクタ 111148">
                  <a:extLst>
                    <a:ext uri="{FF2B5EF4-FFF2-40B4-BE49-F238E27FC236}">
                      <a16:creationId xmlns:a16="http://schemas.microsoft.com/office/drawing/2014/main" id="{6F4C4E49-982A-44A2-892C-B43FCA717BF3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0" name="直線コネクタ 111149">
                  <a:extLst>
                    <a:ext uri="{FF2B5EF4-FFF2-40B4-BE49-F238E27FC236}">
                      <a16:creationId xmlns:a16="http://schemas.microsoft.com/office/drawing/2014/main" id="{90ACE6BA-3099-4E59-BC05-E7D8C20E63E1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1" name="直線コネクタ 111150">
                  <a:extLst>
                    <a:ext uri="{FF2B5EF4-FFF2-40B4-BE49-F238E27FC236}">
                      <a16:creationId xmlns:a16="http://schemas.microsoft.com/office/drawing/2014/main" id="{EC1233F8-4C0A-4030-A5B9-1C6F71AA1D03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2" name="直線コネクタ 111151">
                  <a:extLst>
                    <a:ext uri="{FF2B5EF4-FFF2-40B4-BE49-F238E27FC236}">
                      <a16:creationId xmlns:a16="http://schemas.microsoft.com/office/drawing/2014/main" id="{15CA7EEC-DAA9-4CBB-BAC0-5A1522CB299B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3" name="直線コネクタ 111152">
                  <a:extLst>
                    <a:ext uri="{FF2B5EF4-FFF2-40B4-BE49-F238E27FC236}">
                      <a16:creationId xmlns:a16="http://schemas.microsoft.com/office/drawing/2014/main" id="{A89E0835-D1D8-419C-91A5-2384C9546E5C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4" name="直線コネクタ 111153">
                  <a:extLst>
                    <a:ext uri="{FF2B5EF4-FFF2-40B4-BE49-F238E27FC236}">
                      <a16:creationId xmlns:a16="http://schemas.microsoft.com/office/drawing/2014/main" id="{2EF9C290-D122-46F3-B1C5-218E2B5AC0AD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5" name="直線コネクタ 111154">
                  <a:extLst>
                    <a:ext uri="{FF2B5EF4-FFF2-40B4-BE49-F238E27FC236}">
                      <a16:creationId xmlns:a16="http://schemas.microsoft.com/office/drawing/2014/main" id="{2B1FE3BB-D018-4E19-9A01-A0C7147C9ADC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6" name="直線コネクタ 111155">
                  <a:extLst>
                    <a:ext uri="{FF2B5EF4-FFF2-40B4-BE49-F238E27FC236}">
                      <a16:creationId xmlns:a16="http://schemas.microsoft.com/office/drawing/2014/main" id="{768DA123-4686-4A6D-8869-6D6A40FF8280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7" name="直線コネクタ 111156">
                  <a:extLst>
                    <a:ext uri="{FF2B5EF4-FFF2-40B4-BE49-F238E27FC236}">
                      <a16:creationId xmlns:a16="http://schemas.microsoft.com/office/drawing/2014/main" id="{99A87286-1934-40EA-88B9-D1F1411CAE15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8" name="直線コネクタ 111157">
                  <a:extLst>
                    <a:ext uri="{FF2B5EF4-FFF2-40B4-BE49-F238E27FC236}">
                      <a16:creationId xmlns:a16="http://schemas.microsoft.com/office/drawing/2014/main" id="{9FA0D135-EAA2-45BD-B8D2-2CE754A61389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59" name="直線コネクタ 111158">
                  <a:extLst>
                    <a:ext uri="{FF2B5EF4-FFF2-40B4-BE49-F238E27FC236}">
                      <a16:creationId xmlns:a16="http://schemas.microsoft.com/office/drawing/2014/main" id="{D7183E1C-8AC2-47C0-9922-9F0AC9726CEB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0" name="直線コネクタ 111159">
                  <a:extLst>
                    <a:ext uri="{FF2B5EF4-FFF2-40B4-BE49-F238E27FC236}">
                      <a16:creationId xmlns:a16="http://schemas.microsoft.com/office/drawing/2014/main" id="{37B522BC-155B-4A8F-9B51-B50718A8321B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1" name="直線コネクタ 111160">
                  <a:extLst>
                    <a:ext uri="{FF2B5EF4-FFF2-40B4-BE49-F238E27FC236}">
                      <a16:creationId xmlns:a16="http://schemas.microsoft.com/office/drawing/2014/main" id="{B78F8547-E151-4C8D-BF1C-9B51B8A1E5E8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2" name="直線コネクタ 111161">
                  <a:extLst>
                    <a:ext uri="{FF2B5EF4-FFF2-40B4-BE49-F238E27FC236}">
                      <a16:creationId xmlns:a16="http://schemas.microsoft.com/office/drawing/2014/main" id="{A4A9CABE-995E-4E36-99A2-A39C418243FD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3" name="直線コネクタ 111162">
                  <a:extLst>
                    <a:ext uri="{FF2B5EF4-FFF2-40B4-BE49-F238E27FC236}">
                      <a16:creationId xmlns:a16="http://schemas.microsoft.com/office/drawing/2014/main" id="{9821AA89-9A3E-4AB2-818C-151D0A679B20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4" name="直線コネクタ 111163">
                  <a:extLst>
                    <a:ext uri="{FF2B5EF4-FFF2-40B4-BE49-F238E27FC236}">
                      <a16:creationId xmlns:a16="http://schemas.microsoft.com/office/drawing/2014/main" id="{8CB8E08C-3A95-48A4-BBEC-85A1DDC0B411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5" name="直線コネクタ 111164">
                  <a:extLst>
                    <a:ext uri="{FF2B5EF4-FFF2-40B4-BE49-F238E27FC236}">
                      <a16:creationId xmlns:a16="http://schemas.microsoft.com/office/drawing/2014/main" id="{27597760-2FE8-4311-BE38-C2F8340862B7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6" name="直線コネクタ 111165">
                  <a:extLst>
                    <a:ext uri="{FF2B5EF4-FFF2-40B4-BE49-F238E27FC236}">
                      <a16:creationId xmlns:a16="http://schemas.microsoft.com/office/drawing/2014/main" id="{93341476-C69E-4042-BB46-1501F23DF4D4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7" name="直線コネクタ 111166">
                  <a:extLst>
                    <a:ext uri="{FF2B5EF4-FFF2-40B4-BE49-F238E27FC236}">
                      <a16:creationId xmlns:a16="http://schemas.microsoft.com/office/drawing/2014/main" id="{09F08BA0-3986-4E61-8D24-624BEDAB11C4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8" name="直線コネクタ 111167">
                  <a:extLst>
                    <a:ext uri="{FF2B5EF4-FFF2-40B4-BE49-F238E27FC236}">
                      <a16:creationId xmlns:a16="http://schemas.microsoft.com/office/drawing/2014/main" id="{9F8A06F4-10DA-4020-B671-B711E28A249E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69" name="直線コネクタ 111168">
                  <a:extLst>
                    <a:ext uri="{FF2B5EF4-FFF2-40B4-BE49-F238E27FC236}">
                      <a16:creationId xmlns:a16="http://schemas.microsoft.com/office/drawing/2014/main" id="{BB9FCAB9-6339-472B-954E-E39FDFDED32C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0" name="直線コネクタ 111169">
                  <a:extLst>
                    <a:ext uri="{FF2B5EF4-FFF2-40B4-BE49-F238E27FC236}">
                      <a16:creationId xmlns:a16="http://schemas.microsoft.com/office/drawing/2014/main" id="{DDE48787-18C6-4750-840E-9428AEA9E937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1" name="直線コネクタ 111170">
                  <a:extLst>
                    <a:ext uri="{FF2B5EF4-FFF2-40B4-BE49-F238E27FC236}">
                      <a16:creationId xmlns:a16="http://schemas.microsoft.com/office/drawing/2014/main" id="{DC52B81C-F664-4FC5-8B8B-E100EB33B24E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2" name="直線コネクタ 111171">
                  <a:extLst>
                    <a:ext uri="{FF2B5EF4-FFF2-40B4-BE49-F238E27FC236}">
                      <a16:creationId xmlns:a16="http://schemas.microsoft.com/office/drawing/2014/main" id="{250F4BC6-0C3F-4246-B924-003970EC18DC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3" name="直線コネクタ 111172">
                  <a:extLst>
                    <a:ext uri="{FF2B5EF4-FFF2-40B4-BE49-F238E27FC236}">
                      <a16:creationId xmlns:a16="http://schemas.microsoft.com/office/drawing/2014/main" id="{A8FD1474-985B-4D82-A5F8-C66BD0503961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4" name="直線コネクタ 111173">
                  <a:extLst>
                    <a:ext uri="{FF2B5EF4-FFF2-40B4-BE49-F238E27FC236}">
                      <a16:creationId xmlns:a16="http://schemas.microsoft.com/office/drawing/2014/main" id="{162BB5F2-689D-4E00-A9CC-829C5D76027E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5" name="直線コネクタ 111174">
                  <a:extLst>
                    <a:ext uri="{FF2B5EF4-FFF2-40B4-BE49-F238E27FC236}">
                      <a16:creationId xmlns:a16="http://schemas.microsoft.com/office/drawing/2014/main" id="{40624756-24EA-43E0-8C5A-81ADD0183871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6" name="直線コネクタ 111175">
                  <a:extLst>
                    <a:ext uri="{FF2B5EF4-FFF2-40B4-BE49-F238E27FC236}">
                      <a16:creationId xmlns:a16="http://schemas.microsoft.com/office/drawing/2014/main" id="{0419953F-5BEA-44A7-8DA7-BA376F6D7365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7" name="直線コネクタ 111176">
                  <a:extLst>
                    <a:ext uri="{FF2B5EF4-FFF2-40B4-BE49-F238E27FC236}">
                      <a16:creationId xmlns:a16="http://schemas.microsoft.com/office/drawing/2014/main" id="{15626586-0974-4B35-B31B-9F3300B7D38C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8" name="直線コネクタ 111177">
                  <a:extLst>
                    <a:ext uri="{FF2B5EF4-FFF2-40B4-BE49-F238E27FC236}">
                      <a16:creationId xmlns:a16="http://schemas.microsoft.com/office/drawing/2014/main" id="{1D484FFE-8CFE-43E4-B7EF-9402DCF0B055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79" name="直線コネクタ 111178">
                  <a:extLst>
                    <a:ext uri="{FF2B5EF4-FFF2-40B4-BE49-F238E27FC236}">
                      <a16:creationId xmlns:a16="http://schemas.microsoft.com/office/drawing/2014/main" id="{059352A9-F0BA-4461-BBFD-514FC7147615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0" name="直線コネクタ 111179">
                  <a:extLst>
                    <a:ext uri="{FF2B5EF4-FFF2-40B4-BE49-F238E27FC236}">
                      <a16:creationId xmlns:a16="http://schemas.microsoft.com/office/drawing/2014/main" id="{82D46627-11A6-4B58-AE9B-C06CAC2DDB5E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1" name="直線コネクタ 111180">
                  <a:extLst>
                    <a:ext uri="{FF2B5EF4-FFF2-40B4-BE49-F238E27FC236}">
                      <a16:creationId xmlns:a16="http://schemas.microsoft.com/office/drawing/2014/main" id="{50F94A9A-B6F2-4E0F-8FF0-3A1A771C1ED3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2" name="直線コネクタ 111181">
                  <a:extLst>
                    <a:ext uri="{FF2B5EF4-FFF2-40B4-BE49-F238E27FC236}">
                      <a16:creationId xmlns:a16="http://schemas.microsoft.com/office/drawing/2014/main" id="{F813D519-5979-4595-AFF4-B9D179ECC57E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3" name="直線コネクタ 111182">
                  <a:extLst>
                    <a:ext uri="{FF2B5EF4-FFF2-40B4-BE49-F238E27FC236}">
                      <a16:creationId xmlns:a16="http://schemas.microsoft.com/office/drawing/2014/main" id="{4AFD7DCF-0C34-4095-80F0-D13C5C81EBDC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4" name="直線コネクタ 111183">
                  <a:extLst>
                    <a:ext uri="{FF2B5EF4-FFF2-40B4-BE49-F238E27FC236}">
                      <a16:creationId xmlns:a16="http://schemas.microsoft.com/office/drawing/2014/main" id="{91DBF34E-71F9-433E-87D2-ACE0AA468074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5" name="直線コネクタ 111184">
                  <a:extLst>
                    <a:ext uri="{FF2B5EF4-FFF2-40B4-BE49-F238E27FC236}">
                      <a16:creationId xmlns:a16="http://schemas.microsoft.com/office/drawing/2014/main" id="{09A8371B-98E8-49E3-9E8D-6F3833AD2CC1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6" name="直線コネクタ 111185">
                  <a:extLst>
                    <a:ext uri="{FF2B5EF4-FFF2-40B4-BE49-F238E27FC236}">
                      <a16:creationId xmlns:a16="http://schemas.microsoft.com/office/drawing/2014/main" id="{05437479-F44B-4640-9027-903BE3CF6D20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7" name="直線コネクタ 111186">
                  <a:extLst>
                    <a:ext uri="{FF2B5EF4-FFF2-40B4-BE49-F238E27FC236}">
                      <a16:creationId xmlns:a16="http://schemas.microsoft.com/office/drawing/2014/main" id="{564410E0-942D-48A7-80DF-055ECDB794FF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8" name="直線コネクタ 111187">
                  <a:extLst>
                    <a:ext uri="{FF2B5EF4-FFF2-40B4-BE49-F238E27FC236}">
                      <a16:creationId xmlns:a16="http://schemas.microsoft.com/office/drawing/2014/main" id="{999479C1-0EBE-4642-92BD-15DC6127188E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89" name="直線コネクタ 111188">
                  <a:extLst>
                    <a:ext uri="{FF2B5EF4-FFF2-40B4-BE49-F238E27FC236}">
                      <a16:creationId xmlns:a16="http://schemas.microsoft.com/office/drawing/2014/main" id="{9505A5EB-D07B-4B27-B528-EC920500D448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0" name="直線コネクタ 111189">
                  <a:extLst>
                    <a:ext uri="{FF2B5EF4-FFF2-40B4-BE49-F238E27FC236}">
                      <a16:creationId xmlns:a16="http://schemas.microsoft.com/office/drawing/2014/main" id="{46460B3A-0CD9-40E5-8AEA-75DB03998E44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1" name="直線コネクタ 111190">
                  <a:extLst>
                    <a:ext uri="{FF2B5EF4-FFF2-40B4-BE49-F238E27FC236}">
                      <a16:creationId xmlns:a16="http://schemas.microsoft.com/office/drawing/2014/main" id="{8CBD324E-2B23-4075-A22C-3053E215C752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2" name="直線コネクタ 111191">
                  <a:extLst>
                    <a:ext uri="{FF2B5EF4-FFF2-40B4-BE49-F238E27FC236}">
                      <a16:creationId xmlns:a16="http://schemas.microsoft.com/office/drawing/2014/main" id="{5DF66ABA-B86E-49A9-81FF-8BC405AE4360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3" name="直線コネクタ 111192">
                  <a:extLst>
                    <a:ext uri="{FF2B5EF4-FFF2-40B4-BE49-F238E27FC236}">
                      <a16:creationId xmlns:a16="http://schemas.microsoft.com/office/drawing/2014/main" id="{8EB621F8-58B3-4241-B44F-0E2085E03868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4" name="直線コネクタ 111193">
                  <a:extLst>
                    <a:ext uri="{FF2B5EF4-FFF2-40B4-BE49-F238E27FC236}">
                      <a16:creationId xmlns:a16="http://schemas.microsoft.com/office/drawing/2014/main" id="{51D00767-BBE7-424C-BC2C-52C4E38A5806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5" name="直線コネクタ 111194">
                  <a:extLst>
                    <a:ext uri="{FF2B5EF4-FFF2-40B4-BE49-F238E27FC236}">
                      <a16:creationId xmlns:a16="http://schemas.microsoft.com/office/drawing/2014/main" id="{94FFAE48-BB41-4963-9687-CF0FCD9DD109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6" name="直線コネクタ 111195">
                  <a:extLst>
                    <a:ext uri="{FF2B5EF4-FFF2-40B4-BE49-F238E27FC236}">
                      <a16:creationId xmlns:a16="http://schemas.microsoft.com/office/drawing/2014/main" id="{A24C71AE-0F9C-4E6C-93B5-8AA4D75F9FAA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7" name="直線コネクタ 111196">
                  <a:extLst>
                    <a:ext uri="{FF2B5EF4-FFF2-40B4-BE49-F238E27FC236}">
                      <a16:creationId xmlns:a16="http://schemas.microsoft.com/office/drawing/2014/main" id="{B6CD3A7E-1795-480A-BF29-4D48D40E26DD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8" name="直線コネクタ 111197">
                  <a:extLst>
                    <a:ext uri="{FF2B5EF4-FFF2-40B4-BE49-F238E27FC236}">
                      <a16:creationId xmlns:a16="http://schemas.microsoft.com/office/drawing/2014/main" id="{CBE543D4-E486-4CA3-A9C1-B69870C0F150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199" name="直線コネクタ 111198">
                  <a:extLst>
                    <a:ext uri="{FF2B5EF4-FFF2-40B4-BE49-F238E27FC236}">
                      <a16:creationId xmlns:a16="http://schemas.microsoft.com/office/drawing/2014/main" id="{86399F38-267D-4715-931D-05D0EE895F6D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0" name="直線コネクタ 111199">
                  <a:extLst>
                    <a:ext uri="{FF2B5EF4-FFF2-40B4-BE49-F238E27FC236}">
                      <a16:creationId xmlns:a16="http://schemas.microsoft.com/office/drawing/2014/main" id="{005F213D-B284-44EB-A44E-4CC3517F14D9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1" name="直線コネクタ 111200">
                  <a:extLst>
                    <a:ext uri="{FF2B5EF4-FFF2-40B4-BE49-F238E27FC236}">
                      <a16:creationId xmlns:a16="http://schemas.microsoft.com/office/drawing/2014/main" id="{522EE7F9-7033-4B97-A637-8439AA4A90FB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2" name="直線コネクタ 111201">
                  <a:extLst>
                    <a:ext uri="{FF2B5EF4-FFF2-40B4-BE49-F238E27FC236}">
                      <a16:creationId xmlns:a16="http://schemas.microsoft.com/office/drawing/2014/main" id="{1C427EEB-F1FC-4935-A005-897F5707DA71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3" name="直線コネクタ 111202">
                  <a:extLst>
                    <a:ext uri="{FF2B5EF4-FFF2-40B4-BE49-F238E27FC236}">
                      <a16:creationId xmlns:a16="http://schemas.microsoft.com/office/drawing/2014/main" id="{7ACF36CF-F966-4D36-A8E5-7C4B7B85CF17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4" name="直線コネクタ 111203">
                  <a:extLst>
                    <a:ext uri="{FF2B5EF4-FFF2-40B4-BE49-F238E27FC236}">
                      <a16:creationId xmlns:a16="http://schemas.microsoft.com/office/drawing/2014/main" id="{21D05456-8EEC-459B-8E3D-1547217EFD98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5" name="直線コネクタ 111204">
                  <a:extLst>
                    <a:ext uri="{FF2B5EF4-FFF2-40B4-BE49-F238E27FC236}">
                      <a16:creationId xmlns:a16="http://schemas.microsoft.com/office/drawing/2014/main" id="{4F8C414E-F1CE-4C4B-AF57-B8D445D18639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6" name="直線コネクタ 111205">
                  <a:extLst>
                    <a:ext uri="{FF2B5EF4-FFF2-40B4-BE49-F238E27FC236}">
                      <a16:creationId xmlns:a16="http://schemas.microsoft.com/office/drawing/2014/main" id="{B07F3BBB-F2A9-4F7A-B2C6-D1E0A4D7310A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7" name="直線コネクタ 111206">
                  <a:extLst>
                    <a:ext uri="{FF2B5EF4-FFF2-40B4-BE49-F238E27FC236}">
                      <a16:creationId xmlns:a16="http://schemas.microsoft.com/office/drawing/2014/main" id="{3D65708A-7683-463A-BFCD-D7ADDD31BBE9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8" name="直線コネクタ 111207">
                  <a:extLst>
                    <a:ext uri="{FF2B5EF4-FFF2-40B4-BE49-F238E27FC236}">
                      <a16:creationId xmlns:a16="http://schemas.microsoft.com/office/drawing/2014/main" id="{9FB1C30C-115C-4C0D-89DE-69010F6A3756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09" name="直線コネクタ 111208">
                  <a:extLst>
                    <a:ext uri="{FF2B5EF4-FFF2-40B4-BE49-F238E27FC236}">
                      <a16:creationId xmlns:a16="http://schemas.microsoft.com/office/drawing/2014/main" id="{19B07387-92CC-4405-B308-1D1F30D52046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210" name="直線コネクタ 111209">
                  <a:extLst>
                    <a:ext uri="{FF2B5EF4-FFF2-40B4-BE49-F238E27FC236}">
                      <a16:creationId xmlns:a16="http://schemas.microsoft.com/office/drawing/2014/main" id="{2C30A6CF-EC5B-4EF9-A36E-3BB6F181F0FB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244" name="グループ化 110243">
                <a:extLst>
                  <a:ext uri="{FF2B5EF4-FFF2-40B4-BE49-F238E27FC236}">
                    <a16:creationId xmlns:a16="http://schemas.microsoft.com/office/drawing/2014/main" id="{B4F9B1F5-4190-4925-B478-91430BC1909F}"/>
                  </a:ext>
                </a:extLst>
              </p:cNvPr>
              <p:cNvGrpSpPr/>
              <p:nvPr/>
            </p:nvGrpSpPr>
            <p:grpSpPr>
              <a:xfrm rot="5400000">
                <a:off x="54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10729" name="直線コネクタ 110728">
                  <a:extLst>
                    <a:ext uri="{FF2B5EF4-FFF2-40B4-BE49-F238E27FC236}">
                      <a16:creationId xmlns:a16="http://schemas.microsoft.com/office/drawing/2014/main" id="{55F4A6D8-F8B7-4A55-AA7E-4956915BB46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0" name="直線コネクタ 110729">
                  <a:extLst>
                    <a:ext uri="{FF2B5EF4-FFF2-40B4-BE49-F238E27FC236}">
                      <a16:creationId xmlns:a16="http://schemas.microsoft.com/office/drawing/2014/main" id="{5706E201-E0BF-412A-8F0F-73E495B9CA3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1" name="直線コネクタ 110730">
                  <a:extLst>
                    <a:ext uri="{FF2B5EF4-FFF2-40B4-BE49-F238E27FC236}">
                      <a16:creationId xmlns:a16="http://schemas.microsoft.com/office/drawing/2014/main" id="{AA225510-47FC-4548-89B9-069AC543D600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2" name="直線コネクタ 110731">
                  <a:extLst>
                    <a:ext uri="{FF2B5EF4-FFF2-40B4-BE49-F238E27FC236}">
                      <a16:creationId xmlns:a16="http://schemas.microsoft.com/office/drawing/2014/main" id="{74F444EB-3BCE-409F-B2DD-43A47EB38353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3" name="直線コネクタ 110732">
                  <a:extLst>
                    <a:ext uri="{FF2B5EF4-FFF2-40B4-BE49-F238E27FC236}">
                      <a16:creationId xmlns:a16="http://schemas.microsoft.com/office/drawing/2014/main" id="{32E07F4B-9CE3-4648-B85B-034B678C682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4" name="直線コネクタ 110733">
                  <a:extLst>
                    <a:ext uri="{FF2B5EF4-FFF2-40B4-BE49-F238E27FC236}">
                      <a16:creationId xmlns:a16="http://schemas.microsoft.com/office/drawing/2014/main" id="{41117A8A-3C58-4E87-957E-BE83042D3C6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5" name="直線コネクタ 110734">
                  <a:extLst>
                    <a:ext uri="{FF2B5EF4-FFF2-40B4-BE49-F238E27FC236}">
                      <a16:creationId xmlns:a16="http://schemas.microsoft.com/office/drawing/2014/main" id="{29724F55-5CC5-4AB9-9348-54CA821CA471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6" name="直線コネクタ 110735">
                  <a:extLst>
                    <a:ext uri="{FF2B5EF4-FFF2-40B4-BE49-F238E27FC236}">
                      <a16:creationId xmlns:a16="http://schemas.microsoft.com/office/drawing/2014/main" id="{F5A6D90D-6974-4EA5-8495-027C75AC6B6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7" name="直線コネクタ 110736">
                  <a:extLst>
                    <a:ext uri="{FF2B5EF4-FFF2-40B4-BE49-F238E27FC236}">
                      <a16:creationId xmlns:a16="http://schemas.microsoft.com/office/drawing/2014/main" id="{E4D235EF-C56D-4603-87B5-1A3261EE45D6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8" name="直線コネクタ 110737">
                  <a:extLst>
                    <a:ext uri="{FF2B5EF4-FFF2-40B4-BE49-F238E27FC236}">
                      <a16:creationId xmlns:a16="http://schemas.microsoft.com/office/drawing/2014/main" id="{04E8D8CC-C344-432A-B3C0-51DFB8F3F3F5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39" name="直線コネクタ 110738">
                  <a:extLst>
                    <a:ext uri="{FF2B5EF4-FFF2-40B4-BE49-F238E27FC236}">
                      <a16:creationId xmlns:a16="http://schemas.microsoft.com/office/drawing/2014/main" id="{100567AC-2FBE-4CB7-AADB-C95ED7505B05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0" name="直線コネクタ 110739">
                  <a:extLst>
                    <a:ext uri="{FF2B5EF4-FFF2-40B4-BE49-F238E27FC236}">
                      <a16:creationId xmlns:a16="http://schemas.microsoft.com/office/drawing/2014/main" id="{2660D73F-2982-4BC1-8D4F-06BD1FCAD669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1" name="直線コネクタ 110740">
                  <a:extLst>
                    <a:ext uri="{FF2B5EF4-FFF2-40B4-BE49-F238E27FC236}">
                      <a16:creationId xmlns:a16="http://schemas.microsoft.com/office/drawing/2014/main" id="{DB8219CD-7DBB-4019-982D-E12C3292E699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2" name="直線コネクタ 110741">
                  <a:extLst>
                    <a:ext uri="{FF2B5EF4-FFF2-40B4-BE49-F238E27FC236}">
                      <a16:creationId xmlns:a16="http://schemas.microsoft.com/office/drawing/2014/main" id="{124804E6-BF5B-4DAA-B032-4A41012737B7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3" name="直線コネクタ 110742">
                  <a:extLst>
                    <a:ext uri="{FF2B5EF4-FFF2-40B4-BE49-F238E27FC236}">
                      <a16:creationId xmlns:a16="http://schemas.microsoft.com/office/drawing/2014/main" id="{720CDCF8-D462-4867-9B4A-A4089942AC7E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4" name="直線コネクタ 110743">
                  <a:extLst>
                    <a:ext uri="{FF2B5EF4-FFF2-40B4-BE49-F238E27FC236}">
                      <a16:creationId xmlns:a16="http://schemas.microsoft.com/office/drawing/2014/main" id="{3A71E781-70BE-4755-9259-B907F866EFDD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5" name="直線コネクタ 110744">
                  <a:extLst>
                    <a:ext uri="{FF2B5EF4-FFF2-40B4-BE49-F238E27FC236}">
                      <a16:creationId xmlns:a16="http://schemas.microsoft.com/office/drawing/2014/main" id="{17EED95B-1B93-4946-AE2A-72DB0138C68F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6" name="直線コネクタ 110745">
                  <a:extLst>
                    <a:ext uri="{FF2B5EF4-FFF2-40B4-BE49-F238E27FC236}">
                      <a16:creationId xmlns:a16="http://schemas.microsoft.com/office/drawing/2014/main" id="{CCC93F3E-3871-4BFA-B584-E26E55BD1643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7" name="直線コネクタ 110746">
                  <a:extLst>
                    <a:ext uri="{FF2B5EF4-FFF2-40B4-BE49-F238E27FC236}">
                      <a16:creationId xmlns:a16="http://schemas.microsoft.com/office/drawing/2014/main" id="{238C0B5B-C9E2-471C-9E42-2B92DD0DDB1F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8" name="直線コネクタ 110747">
                  <a:extLst>
                    <a:ext uri="{FF2B5EF4-FFF2-40B4-BE49-F238E27FC236}">
                      <a16:creationId xmlns:a16="http://schemas.microsoft.com/office/drawing/2014/main" id="{4034DC11-A775-4560-B0F1-F86C205A2144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49" name="直線コネクタ 110748">
                  <a:extLst>
                    <a:ext uri="{FF2B5EF4-FFF2-40B4-BE49-F238E27FC236}">
                      <a16:creationId xmlns:a16="http://schemas.microsoft.com/office/drawing/2014/main" id="{C9141514-E962-4BBB-8A12-CDB0A8E327E2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0" name="直線コネクタ 110749">
                  <a:extLst>
                    <a:ext uri="{FF2B5EF4-FFF2-40B4-BE49-F238E27FC236}">
                      <a16:creationId xmlns:a16="http://schemas.microsoft.com/office/drawing/2014/main" id="{95EA0F61-FDFA-4EB3-8C1D-435A21D0A55D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1" name="直線コネクタ 110750">
                  <a:extLst>
                    <a:ext uri="{FF2B5EF4-FFF2-40B4-BE49-F238E27FC236}">
                      <a16:creationId xmlns:a16="http://schemas.microsoft.com/office/drawing/2014/main" id="{DA2009F5-E000-4BA8-AF6C-B0404D783AAF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2" name="直線コネクタ 110751">
                  <a:extLst>
                    <a:ext uri="{FF2B5EF4-FFF2-40B4-BE49-F238E27FC236}">
                      <a16:creationId xmlns:a16="http://schemas.microsoft.com/office/drawing/2014/main" id="{81C03109-9D08-4AB9-851D-FE43CB2F754B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3" name="直線コネクタ 110752">
                  <a:extLst>
                    <a:ext uri="{FF2B5EF4-FFF2-40B4-BE49-F238E27FC236}">
                      <a16:creationId xmlns:a16="http://schemas.microsoft.com/office/drawing/2014/main" id="{B158300E-B767-4CDB-9A76-725760493387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4" name="直線コネクタ 110753">
                  <a:extLst>
                    <a:ext uri="{FF2B5EF4-FFF2-40B4-BE49-F238E27FC236}">
                      <a16:creationId xmlns:a16="http://schemas.microsoft.com/office/drawing/2014/main" id="{15D3D253-0931-4989-8A27-AAFEE8285456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5" name="直線コネクタ 110754">
                  <a:extLst>
                    <a:ext uri="{FF2B5EF4-FFF2-40B4-BE49-F238E27FC236}">
                      <a16:creationId xmlns:a16="http://schemas.microsoft.com/office/drawing/2014/main" id="{CB4DCE5B-8699-4632-BC6D-77FA39D25977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6" name="直線コネクタ 110755">
                  <a:extLst>
                    <a:ext uri="{FF2B5EF4-FFF2-40B4-BE49-F238E27FC236}">
                      <a16:creationId xmlns:a16="http://schemas.microsoft.com/office/drawing/2014/main" id="{66C138F8-E1F4-42E5-9106-289F17AE2525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7" name="直線コネクタ 110756">
                  <a:extLst>
                    <a:ext uri="{FF2B5EF4-FFF2-40B4-BE49-F238E27FC236}">
                      <a16:creationId xmlns:a16="http://schemas.microsoft.com/office/drawing/2014/main" id="{1AB7D396-23CC-4AC6-B9B5-6DDC785839C7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8" name="直線コネクタ 110757">
                  <a:extLst>
                    <a:ext uri="{FF2B5EF4-FFF2-40B4-BE49-F238E27FC236}">
                      <a16:creationId xmlns:a16="http://schemas.microsoft.com/office/drawing/2014/main" id="{4A08010B-5108-4646-8C48-269E21D0F493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59" name="直線コネクタ 110758">
                  <a:extLst>
                    <a:ext uri="{FF2B5EF4-FFF2-40B4-BE49-F238E27FC236}">
                      <a16:creationId xmlns:a16="http://schemas.microsoft.com/office/drawing/2014/main" id="{963CD4E9-F692-494A-8656-C20AC8B264CC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0" name="直線コネクタ 110759">
                  <a:extLst>
                    <a:ext uri="{FF2B5EF4-FFF2-40B4-BE49-F238E27FC236}">
                      <a16:creationId xmlns:a16="http://schemas.microsoft.com/office/drawing/2014/main" id="{38F3F037-318E-4034-94AB-DCE9385A0949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1" name="直線コネクタ 110760">
                  <a:extLst>
                    <a:ext uri="{FF2B5EF4-FFF2-40B4-BE49-F238E27FC236}">
                      <a16:creationId xmlns:a16="http://schemas.microsoft.com/office/drawing/2014/main" id="{E91070E0-7CA8-4771-8438-CAE674833042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2" name="直線コネクタ 110761">
                  <a:extLst>
                    <a:ext uri="{FF2B5EF4-FFF2-40B4-BE49-F238E27FC236}">
                      <a16:creationId xmlns:a16="http://schemas.microsoft.com/office/drawing/2014/main" id="{5EA6E5A7-6EDC-4F2C-B7C6-9FDBB384587C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3" name="直線コネクタ 110762">
                  <a:extLst>
                    <a:ext uri="{FF2B5EF4-FFF2-40B4-BE49-F238E27FC236}">
                      <a16:creationId xmlns:a16="http://schemas.microsoft.com/office/drawing/2014/main" id="{5EDE5B0A-6B50-4772-8DAF-4D4374E1EAB9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4" name="直線コネクタ 110763">
                  <a:extLst>
                    <a:ext uri="{FF2B5EF4-FFF2-40B4-BE49-F238E27FC236}">
                      <a16:creationId xmlns:a16="http://schemas.microsoft.com/office/drawing/2014/main" id="{2BB51993-22A6-4E42-B941-B8EA3E86FDCE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5" name="直線コネクタ 110764">
                  <a:extLst>
                    <a:ext uri="{FF2B5EF4-FFF2-40B4-BE49-F238E27FC236}">
                      <a16:creationId xmlns:a16="http://schemas.microsoft.com/office/drawing/2014/main" id="{15A3DCD7-7ACE-4654-B534-939EB5FAF605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6" name="直線コネクタ 110765">
                  <a:extLst>
                    <a:ext uri="{FF2B5EF4-FFF2-40B4-BE49-F238E27FC236}">
                      <a16:creationId xmlns:a16="http://schemas.microsoft.com/office/drawing/2014/main" id="{507094C3-42E6-4A8C-95F4-30B7225165E7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7" name="直線コネクタ 110766">
                  <a:extLst>
                    <a:ext uri="{FF2B5EF4-FFF2-40B4-BE49-F238E27FC236}">
                      <a16:creationId xmlns:a16="http://schemas.microsoft.com/office/drawing/2014/main" id="{4821805F-9BAA-4620-AD2F-780CAB87414C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8" name="直線コネクタ 110767">
                  <a:extLst>
                    <a:ext uri="{FF2B5EF4-FFF2-40B4-BE49-F238E27FC236}">
                      <a16:creationId xmlns:a16="http://schemas.microsoft.com/office/drawing/2014/main" id="{762070CD-47CB-498E-9328-883C69D0C5C1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69" name="直線コネクタ 110768">
                  <a:extLst>
                    <a:ext uri="{FF2B5EF4-FFF2-40B4-BE49-F238E27FC236}">
                      <a16:creationId xmlns:a16="http://schemas.microsoft.com/office/drawing/2014/main" id="{2B79BE98-C295-4FA4-AEA3-1C3A7E2F5996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0" name="直線コネクタ 110769">
                  <a:extLst>
                    <a:ext uri="{FF2B5EF4-FFF2-40B4-BE49-F238E27FC236}">
                      <a16:creationId xmlns:a16="http://schemas.microsoft.com/office/drawing/2014/main" id="{C5EB09CE-982D-4ADD-8794-3B5F8A09B7B8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1" name="直線コネクタ 110770">
                  <a:extLst>
                    <a:ext uri="{FF2B5EF4-FFF2-40B4-BE49-F238E27FC236}">
                      <a16:creationId xmlns:a16="http://schemas.microsoft.com/office/drawing/2014/main" id="{49B36051-34B5-46B4-902A-C442B29A37C5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2" name="直線コネクタ 110771">
                  <a:extLst>
                    <a:ext uri="{FF2B5EF4-FFF2-40B4-BE49-F238E27FC236}">
                      <a16:creationId xmlns:a16="http://schemas.microsoft.com/office/drawing/2014/main" id="{2688012D-00EA-4DC8-868B-79619961EB13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3" name="直線コネクタ 110772">
                  <a:extLst>
                    <a:ext uri="{FF2B5EF4-FFF2-40B4-BE49-F238E27FC236}">
                      <a16:creationId xmlns:a16="http://schemas.microsoft.com/office/drawing/2014/main" id="{315F9DC6-490C-47CD-83CC-CBFA8D7F565C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4" name="直線コネクタ 110773">
                  <a:extLst>
                    <a:ext uri="{FF2B5EF4-FFF2-40B4-BE49-F238E27FC236}">
                      <a16:creationId xmlns:a16="http://schemas.microsoft.com/office/drawing/2014/main" id="{FEE6849D-9F31-4D89-A656-4F6755FD51B5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5" name="直線コネクタ 110774">
                  <a:extLst>
                    <a:ext uri="{FF2B5EF4-FFF2-40B4-BE49-F238E27FC236}">
                      <a16:creationId xmlns:a16="http://schemas.microsoft.com/office/drawing/2014/main" id="{38502A93-F304-4F1B-BBDD-418718CCCF79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6" name="直線コネクタ 110775">
                  <a:extLst>
                    <a:ext uri="{FF2B5EF4-FFF2-40B4-BE49-F238E27FC236}">
                      <a16:creationId xmlns:a16="http://schemas.microsoft.com/office/drawing/2014/main" id="{F3E39C55-DA06-4EA8-AFBF-22311E226A56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7" name="直線コネクタ 110776">
                  <a:extLst>
                    <a:ext uri="{FF2B5EF4-FFF2-40B4-BE49-F238E27FC236}">
                      <a16:creationId xmlns:a16="http://schemas.microsoft.com/office/drawing/2014/main" id="{84A54D6E-87F7-40A3-9FC2-74D0D23D68B7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8" name="直線コネクタ 110777">
                  <a:extLst>
                    <a:ext uri="{FF2B5EF4-FFF2-40B4-BE49-F238E27FC236}">
                      <a16:creationId xmlns:a16="http://schemas.microsoft.com/office/drawing/2014/main" id="{C3A03728-7917-4C1A-8352-4C4829CE7C3A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79" name="直線コネクタ 110778">
                  <a:extLst>
                    <a:ext uri="{FF2B5EF4-FFF2-40B4-BE49-F238E27FC236}">
                      <a16:creationId xmlns:a16="http://schemas.microsoft.com/office/drawing/2014/main" id="{83B85EE1-666E-4981-8065-7242621830E1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0" name="直線コネクタ 110779">
                  <a:extLst>
                    <a:ext uri="{FF2B5EF4-FFF2-40B4-BE49-F238E27FC236}">
                      <a16:creationId xmlns:a16="http://schemas.microsoft.com/office/drawing/2014/main" id="{98E6C492-6FF3-4EF9-9707-B890FEF2C2A2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1" name="直線コネクタ 110780">
                  <a:extLst>
                    <a:ext uri="{FF2B5EF4-FFF2-40B4-BE49-F238E27FC236}">
                      <a16:creationId xmlns:a16="http://schemas.microsoft.com/office/drawing/2014/main" id="{5DB3BB7A-EA81-4737-814D-BE814499DF81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2" name="直線コネクタ 110781">
                  <a:extLst>
                    <a:ext uri="{FF2B5EF4-FFF2-40B4-BE49-F238E27FC236}">
                      <a16:creationId xmlns:a16="http://schemas.microsoft.com/office/drawing/2014/main" id="{FB4A9A69-B6A9-4978-AB92-D2E58759DA37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3" name="直線コネクタ 110782">
                  <a:extLst>
                    <a:ext uri="{FF2B5EF4-FFF2-40B4-BE49-F238E27FC236}">
                      <a16:creationId xmlns:a16="http://schemas.microsoft.com/office/drawing/2014/main" id="{7E9EE447-2D9C-4B12-ACEF-1CBE8B5A5A1D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4" name="直線コネクタ 110783">
                  <a:extLst>
                    <a:ext uri="{FF2B5EF4-FFF2-40B4-BE49-F238E27FC236}">
                      <a16:creationId xmlns:a16="http://schemas.microsoft.com/office/drawing/2014/main" id="{A59B96D0-2FF5-4D50-AA2D-9C4D8BBDCF38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5" name="直線コネクタ 110784">
                  <a:extLst>
                    <a:ext uri="{FF2B5EF4-FFF2-40B4-BE49-F238E27FC236}">
                      <a16:creationId xmlns:a16="http://schemas.microsoft.com/office/drawing/2014/main" id="{E33249C3-06D0-42DF-BD61-A5364B0DAFB7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6" name="直線コネクタ 110785">
                  <a:extLst>
                    <a:ext uri="{FF2B5EF4-FFF2-40B4-BE49-F238E27FC236}">
                      <a16:creationId xmlns:a16="http://schemas.microsoft.com/office/drawing/2014/main" id="{946DDD47-6DE5-4697-8CF1-64574159A68F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7" name="直線コネクタ 110786">
                  <a:extLst>
                    <a:ext uri="{FF2B5EF4-FFF2-40B4-BE49-F238E27FC236}">
                      <a16:creationId xmlns:a16="http://schemas.microsoft.com/office/drawing/2014/main" id="{303EDC8F-57F5-4FFB-B51A-F1297835E4E0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8" name="直線コネクタ 110787">
                  <a:extLst>
                    <a:ext uri="{FF2B5EF4-FFF2-40B4-BE49-F238E27FC236}">
                      <a16:creationId xmlns:a16="http://schemas.microsoft.com/office/drawing/2014/main" id="{CF5B3E9B-EEAD-4D32-8823-9DC2F11904CA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89" name="直線コネクタ 110788">
                  <a:extLst>
                    <a:ext uri="{FF2B5EF4-FFF2-40B4-BE49-F238E27FC236}">
                      <a16:creationId xmlns:a16="http://schemas.microsoft.com/office/drawing/2014/main" id="{A3E83004-8C6E-4787-9F1A-777E4C6E2A63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0" name="直線コネクタ 110789">
                  <a:extLst>
                    <a:ext uri="{FF2B5EF4-FFF2-40B4-BE49-F238E27FC236}">
                      <a16:creationId xmlns:a16="http://schemas.microsoft.com/office/drawing/2014/main" id="{57075FB2-8FDD-4E3F-9160-B9D9A0D22138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1" name="直線コネクタ 110790">
                  <a:extLst>
                    <a:ext uri="{FF2B5EF4-FFF2-40B4-BE49-F238E27FC236}">
                      <a16:creationId xmlns:a16="http://schemas.microsoft.com/office/drawing/2014/main" id="{C7697901-11E9-449C-987D-8216AFF22D81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2" name="直線コネクタ 110791">
                  <a:extLst>
                    <a:ext uri="{FF2B5EF4-FFF2-40B4-BE49-F238E27FC236}">
                      <a16:creationId xmlns:a16="http://schemas.microsoft.com/office/drawing/2014/main" id="{D6D87704-211D-4C78-ACE3-CFC70EB4842C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3" name="直線コネクタ 110792">
                  <a:extLst>
                    <a:ext uri="{FF2B5EF4-FFF2-40B4-BE49-F238E27FC236}">
                      <a16:creationId xmlns:a16="http://schemas.microsoft.com/office/drawing/2014/main" id="{E2B828AD-AE95-4FE2-8D49-9E9366CB2F14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4" name="直線コネクタ 110793">
                  <a:extLst>
                    <a:ext uri="{FF2B5EF4-FFF2-40B4-BE49-F238E27FC236}">
                      <a16:creationId xmlns:a16="http://schemas.microsoft.com/office/drawing/2014/main" id="{04988F09-ED6E-4DB8-9064-5C8F8B35CED1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5" name="直線コネクタ 110794">
                  <a:extLst>
                    <a:ext uri="{FF2B5EF4-FFF2-40B4-BE49-F238E27FC236}">
                      <a16:creationId xmlns:a16="http://schemas.microsoft.com/office/drawing/2014/main" id="{F8E28C91-53DD-47FE-A137-00ADB2EFDAA0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6" name="直線コネクタ 110795">
                  <a:extLst>
                    <a:ext uri="{FF2B5EF4-FFF2-40B4-BE49-F238E27FC236}">
                      <a16:creationId xmlns:a16="http://schemas.microsoft.com/office/drawing/2014/main" id="{3C165591-91F9-478F-801A-D47E97F99211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7" name="直線コネクタ 110796">
                  <a:extLst>
                    <a:ext uri="{FF2B5EF4-FFF2-40B4-BE49-F238E27FC236}">
                      <a16:creationId xmlns:a16="http://schemas.microsoft.com/office/drawing/2014/main" id="{BE7BA17A-28B9-4A29-8AFC-FE82A5421D96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8" name="直線コネクタ 110797">
                  <a:extLst>
                    <a:ext uri="{FF2B5EF4-FFF2-40B4-BE49-F238E27FC236}">
                      <a16:creationId xmlns:a16="http://schemas.microsoft.com/office/drawing/2014/main" id="{995FED06-D35A-470C-AC5E-5AF0D6DB9196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99" name="直線コネクタ 110798">
                  <a:extLst>
                    <a:ext uri="{FF2B5EF4-FFF2-40B4-BE49-F238E27FC236}">
                      <a16:creationId xmlns:a16="http://schemas.microsoft.com/office/drawing/2014/main" id="{419B11F8-9A01-4F0E-99DB-FABAC49C90E3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0" name="直線コネクタ 110799">
                  <a:extLst>
                    <a:ext uri="{FF2B5EF4-FFF2-40B4-BE49-F238E27FC236}">
                      <a16:creationId xmlns:a16="http://schemas.microsoft.com/office/drawing/2014/main" id="{231B7AEC-72AB-4833-A990-FB787C4B6882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1" name="直線コネクタ 110800">
                  <a:extLst>
                    <a:ext uri="{FF2B5EF4-FFF2-40B4-BE49-F238E27FC236}">
                      <a16:creationId xmlns:a16="http://schemas.microsoft.com/office/drawing/2014/main" id="{4453D738-1D15-466B-9855-317030BC7076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2" name="直線コネクタ 110801">
                  <a:extLst>
                    <a:ext uri="{FF2B5EF4-FFF2-40B4-BE49-F238E27FC236}">
                      <a16:creationId xmlns:a16="http://schemas.microsoft.com/office/drawing/2014/main" id="{020362ED-EB0A-40CC-BE33-26C26B11202C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3" name="直線コネクタ 110802">
                  <a:extLst>
                    <a:ext uri="{FF2B5EF4-FFF2-40B4-BE49-F238E27FC236}">
                      <a16:creationId xmlns:a16="http://schemas.microsoft.com/office/drawing/2014/main" id="{4CCACD79-0A01-486F-85E9-6BADF7A2CEB4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4" name="直線コネクタ 110803">
                  <a:extLst>
                    <a:ext uri="{FF2B5EF4-FFF2-40B4-BE49-F238E27FC236}">
                      <a16:creationId xmlns:a16="http://schemas.microsoft.com/office/drawing/2014/main" id="{21F79902-7D5F-4055-9035-0BA567EFF128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5" name="直線コネクタ 110804">
                  <a:extLst>
                    <a:ext uri="{FF2B5EF4-FFF2-40B4-BE49-F238E27FC236}">
                      <a16:creationId xmlns:a16="http://schemas.microsoft.com/office/drawing/2014/main" id="{992EA195-E558-4C7E-8B2F-A97CAB89D295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6" name="直線コネクタ 110805">
                  <a:extLst>
                    <a:ext uri="{FF2B5EF4-FFF2-40B4-BE49-F238E27FC236}">
                      <a16:creationId xmlns:a16="http://schemas.microsoft.com/office/drawing/2014/main" id="{0601914C-A8B4-4B0E-BB75-0554B3A3C884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7" name="直線コネクタ 110806">
                  <a:extLst>
                    <a:ext uri="{FF2B5EF4-FFF2-40B4-BE49-F238E27FC236}">
                      <a16:creationId xmlns:a16="http://schemas.microsoft.com/office/drawing/2014/main" id="{CC5892B3-7AD9-4609-8492-6142D3C99C4C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8" name="直線コネクタ 110807">
                  <a:extLst>
                    <a:ext uri="{FF2B5EF4-FFF2-40B4-BE49-F238E27FC236}">
                      <a16:creationId xmlns:a16="http://schemas.microsoft.com/office/drawing/2014/main" id="{2F9A4004-129F-4B26-AEBE-7371AAF20FA8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09" name="直線コネクタ 110808">
                  <a:extLst>
                    <a:ext uri="{FF2B5EF4-FFF2-40B4-BE49-F238E27FC236}">
                      <a16:creationId xmlns:a16="http://schemas.microsoft.com/office/drawing/2014/main" id="{5D8D7396-5DE5-487D-8DA2-954ACBFBA23C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0" name="直線コネクタ 110809">
                  <a:extLst>
                    <a:ext uri="{FF2B5EF4-FFF2-40B4-BE49-F238E27FC236}">
                      <a16:creationId xmlns:a16="http://schemas.microsoft.com/office/drawing/2014/main" id="{2A5C03C5-E0B4-4776-99DF-74B05AC8C946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1" name="直線コネクタ 110810">
                  <a:extLst>
                    <a:ext uri="{FF2B5EF4-FFF2-40B4-BE49-F238E27FC236}">
                      <a16:creationId xmlns:a16="http://schemas.microsoft.com/office/drawing/2014/main" id="{9C5B5519-3127-439D-A9AA-43F6075801E7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2" name="直線コネクタ 110811">
                  <a:extLst>
                    <a:ext uri="{FF2B5EF4-FFF2-40B4-BE49-F238E27FC236}">
                      <a16:creationId xmlns:a16="http://schemas.microsoft.com/office/drawing/2014/main" id="{6B798960-BE9D-4FA3-9808-498A40CE0504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3" name="直線コネクタ 110812">
                  <a:extLst>
                    <a:ext uri="{FF2B5EF4-FFF2-40B4-BE49-F238E27FC236}">
                      <a16:creationId xmlns:a16="http://schemas.microsoft.com/office/drawing/2014/main" id="{619FFB2A-16AE-4FEF-91D0-0A8486816985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4" name="直線コネクタ 110813">
                  <a:extLst>
                    <a:ext uri="{FF2B5EF4-FFF2-40B4-BE49-F238E27FC236}">
                      <a16:creationId xmlns:a16="http://schemas.microsoft.com/office/drawing/2014/main" id="{2AC17E5F-E68E-4A4B-A443-51FA60204CBA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5" name="直線コネクタ 110814">
                  <a:extLst>
                    <a:ext uri="{FF2B5EF4-FFF2-40B4-BE49-F238E27FC236}">
                      <a16:creationId xmlns:a16="http://schemas.microsoft.com/office/drawing/2014/main" id="{BA965CB1-6099-4087-B1AA-183CA2D6E59D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6" name="直線コネクタ 110815">
                  <a:extLst>
                    <a:ext uri="{FF2B5EF4-FFF2-40B4-BE49-F238E27FC236}">
                      <a16:creationId xmlns:a16="http://schemas.microsoft.com/office/drawing/2014/main" id="{05A495E8-2C79-400D-9BBF-8C56C6A807D3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7" name="直線コネクタ 110816">
                  <a:extLst>
                    <a:ext uri="{FF2B5EF4-FFF2-40B4-BE49-F238E27FC236}">
                      <a16:creationId xmlns:a16="http://schemas.microsoft.com/office/drawing/2014/main" id="{AE89BB50-CF37-40A5-921D-ED944C5C83ED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8" name="直線コネクタ 110817">
                  <a:extLst>
                    <a:ext uri="{FF2B5EF4-FFF2-40B4-BE49-F238E27FC236}">
                      <a16:creationId xmlns:a16="http://schemas.microsoft.com/office/drawing/2014/main" id="{2A9AA40F-F88B-4A50-B54F-041EB5C9DC67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19" name="直線コネクタ 110818">
                  <a:extLst>
                    <a:ext uri="{FF2B5EF4-FFF2-40B4-BE49-F238E27FC236}">
                      <a16:creationId xmlns:a16="http://schemas.microsoft.com/office/drawing/2014/main" id="{6CB01AF5-BD75-48B4-8B42-BB88473578EA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0" name="直線コネクタ 110819">
                  <a:extLst>
                    <a:ext uri="{FF2B5EF4-FFF2-40B4-BE49-F238E27FC236}">
                      <a16:creationId xmlns:a16="http://schemas.microsoft.com/office/drawing/2014/main" id="{F5F34803-260E-4ED3-A6F5-745CF3CD4439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1" name="直線コネクタ 110820">
                  <a:extLst>
                    <a:ext uri="{FF2B5EF4-FFF2-40B4-BE49-F238E27FC236}">
                      <a16:creationId xmlns:a16="http://schemas.microsoft.com/office/drawing/2014/main" id="{3BE2AC97-F7E0-442D-8162-F55F38873CFB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2" name="直線コネクタ 110821">
                  <a:extLst>
                    <a:ext uri="{FF2B5EF4-FFF2-40B4-BE49-F238E27FC236}">
                      <a16:creationId xmlns:a16="http://schemas.microsoft.com/office/drawing/2014/main" id="{83009847-485C-451F-A921-D08E56F7B680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3" name="直線コネクタ 110822">
                  <a:extLst>
                    <a:ext uri="{FF2B5EF4-FFF2-40B4-BE49-F238E27FC236}">
                      <a16:creationId xmlns:a16="http://schemas.microsoft.com/office/drawing/2014/main" id="{12DF4783-7FC0-4692-9098-4C9F9E1CAAC1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4" name="直線コネクタ 110823">
                  <a:extLst>
                    <a:ext uri="{FF2B5EF4-FFF2-40B4-BE49-F238E27FC236}">
                      <a16:creationId xmlns:a16="http://schemas.microsoft.com/office/drawing/2014/main" id="{7DA68759-EAC3-4656-B04C-9AA6319CACB1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5" name="直線コネクタ 110824">
                  <a:extLst>
                    <a:ext uri="{FF2B5EF4-FFF2-40B4-BE49-F238E27FC236}">
                      <a16:creationId xmlns:a16="http://schemas.microsoft.com/office/drawing/2014/main" id="{2658815C-C5C6-485C-8224-D923758AA163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6" name="直線コネクタ 110825">
                  <a:extLst>
                    <a:ext uri="{FF2B5EF4-FFF2-40B4-BE49-F238E27FC236}">
                      <a16:creationId xmlns:a16="http://schemas.microsoft.com/office/drawing/2014/main" id="{0A8BD783-14FC-4E20-8A4C-CBC7DF663A61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7" name="直線コネクタ 110826">
                  <a:extLst>
                    <a:ext uri="{FF2B5EF4-FFF2-40B4-BE49-F238E27FC236}">
                      <a16:creationId xmlns:a16="http://schemas.microsoft.com/office/drawing/2014/main" id="{2B4CDA3A-060B-4FE0-A767-D1026EB55DBF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8" name="直線コネクタ 110827">
                  <a:extLst>
                    <a:ext uri="{FF2B5EF4-FFF2-40B4-BE49-F238E27FC236}">
                      <a16:creationId xmlns:a16="http://schemas.microsoft.com/office/drawing/2014/main" id="{9584EFAC-5B82-4E04-B6B1-9C276A7AFECA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29" name="直線コネクタ 110828">
                  <a:extLst>
                    <a:ext uri="{FF2B5EF4-FFF2-40B4-BE49-F238E27FC236}">
                      <a16:creationId xmlns:a16="http://schemas.microsoft.com/office/drawing/2014/main" id="{CFB524F1-9F6B-4CDE-A062-9D3E14BC48C5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0" name="直線コネクタ 110829">
                  <a:extLst>
                    <a:ext uri="{FF2B5EF4-FFF2-40B4-BE49-F238E27FC236}">
                      <a16:creationId xmlns:a16="http://schemas.microsoft.com/office/drawing/2014/main" id="{7C6764DA-3807-4B11-8C1C-71C943C90294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1" name="直線コネクタ 110830">
                  <a:extLst>
                    <a:ext uri="{FF2B5EF4-FFF2-40B4-BE49-F238E27FC236}">
                      <a16:creationId xmlns:a16="http://schemas.microsoft.com/office/drawing/2014/main" id="{F11954DC-D577-4E73-A8B6-7D147A94CDDC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2" name="直線コネクタ 110831">
                  <a:extLst>
                    <a:ext uri="{FF2B5EF4-FFF2-40B4-BE49-F238E27FC236}">
                      <a16:creationId xmlns:a16="http://schemas.microsoft.com/office/drawing/2014/main" id="{133D4D89-0703-4476-BC31-09D588424BFA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3" name="直線コネクタ 110832">
                  <a:extLst>
                    <a:ext uri="{FF2B5EF4-FFF2-40B4-BE49-F238E27FC236}">
                      <a16:creationId xmlns:a16="http://schemas.microsoft.com/office/drawing/2014/main" id="{95D946D4-A8CA-42AC-B59C-AF5686D9C856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4" name="直線コネクタ 110833">
                  <a:extLst>
                    <a:ext uri="{FF2B5EF4-FFF2-40B4-BE49-F238E27FC236}">
                      <a16:creationId xmlns:a16="http://schemas.microsoft.com/office/drawing/2014/main" id="{3DBA1254-9EEB-4477-A5DB-0F1A92B9C4AE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5" name="直線コネクタ 110834">
                  <a:extLst>
                    <a:ext uri="{FF2B5EF4-FFF2-40B4-BE49-F238E27FC236}">
                      <a16:creationId xmlns:a16="http://schemas.microsoft.com/office/drawing/2014/main" id="{21D80DF9-CAE2-4057-B1A2-0110C5DD1749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6" name="直線コネクタ 110835">
                  <a:extLst>
                    <a:ext uri="{FF2B5EF4-FFF2-40B4-BE49-F238E27FC236}">
                      <a16:creationId xmlns:a16="http://schemas.microsoft.com/office/drawing/2014/main" id="{01404A38-C4FC-447A-A8EF-100CF045B7B3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7" name="直線コネクタ 110836">
                  <a:extLst>
                    <a:ext uri="{FF2B5EF4-FFF2-40B4-BE49-F238E27FC236}">
                      <a16:creationId xmlns:a16="http://schemas.microsoft.com/office/drawing/2014/main" id="{E3807FDA-1737-4EAB-9B5F-2FDD884B3204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8" name="直線コネクタ 110837">
                  <a:extLst>
                    <a:ext uri="{FF2B5EF4-FFF2-40B4-BE49-F238E27FC236}">
                      <a16:creationId xmlns:a16="http://schemas.microsoft.com/office/drawing/2014/main" id="{5F07EEA2-BA00-41D8-A339-B043C3FD6006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39" name="直線コネクタ 110838">
                  <a:extLst>
                    <a:ext uri="{FF2B5EF4-FFF2-40B4-BE49-F238E27FC236}">
                      <a16:creationId xmlns:a16="http://schemas.microsoft.com/office/drawing/2014/main" id="{74966B7F-5898-4E58-A8AB-1D37531E7B04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0" name="直線コネクタ 110839">
                  <a:extLst>
                    <a:ext uri="{FF2B5EF4-FFF2-40B4-BE49-F238E27FC236}">
                      <a16:creationId xmlns:a16="http://schemas.microsoft.com/office/drawing/2014/main" id="{599CB564-30F4-46D3-B8D0-DB6154716BB0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1" name="直線コネクタ 110840">
                  <a:extLst>
                    <a:ext uri="{FF2B5EF4-FFF2-40B4-BE49-F238E27FC236}">
                      <a16:creationId xmlns:a16="http://schemas.microsoft.com/office/drawing/2014/main" id="{60CF9821-D0E1-42E7-AA63-D16CD5F65C6D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2" name="直線コネクタ 110841">
                  <a:extLst>
                    <a:ext uri="{FF2B5EF4-FFF2-40B4-BE49-F238E27FC236}">
                      <a16:creationId xmlns:a16="http://schemas.microsoft.com/office/drawing/2014/main" id="{A6061164-5DB9-460C-AFCA-8E6212247C67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3" name="直線コネクタ 110842">
                  <a:extLst>
                    <a:ext uri="{FF2B5EF4-FFF2-40B4-BE49-F238E27FC236}">
                      <a16:creationId xmlns:a16="http://schemas.microsoft.com/office/drawing/2014/main" id="{53BE6C63-BD3D-457C-B4B5-43C0FECA49C7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4" name="直線コネクタ 110843">
                  <a:extLst>
                    <a:ext uri="{FF2B5EF4-FFF2-40B4-BE49-F238E27FC236}">
                      <a16:creationId xmlns:a16="http://schemas.microsoft.com/office/drawing/2014/main" id="{0B4CB04B-B20E-4FE1-81B7-51D8E58B3065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5" name="直線コネクタ 110844">
                  <a:extLst>
                    <a:ext uri="{FF2B5EF4-FFF2-40B4-BE49-F238E27FC236}">
                      <a16:creationId xmlns:a16="http://schemas.microsoft.com/office/drawing/2014/main" id="{C346F217-96F6-42FC-85E3-6578DD95F5D4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6" name="直線コネクタ 110845">
                  <a:extLst>
                    <a:ext uri="{FF2B5EF4-FFF2-40B4-BE49-F238E27FC236}">
                      <a16:creationId xmlns:a16="http://schemas.microsoft.com/office/drawing/2014/main" id="{2318997E-7CAF-4960-995C-3EA64666E17E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7" name="直線コネクタ 110846">
                  <a:extLst>
                    <a:ext uri="{FF2B5EF4-FFF2-40B4-BE49-F238E27FC236}">
                      <a16:creationId xmlns:a16="http://schemas.microsoft.com/office/drawing/2014/main" id="{405A8361-F877-4577-A9F8-538DB0BA3A8E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8" name="直線コネクタ 110847">
                  <a:extLst>
                    <a:ext uri="{FF2B5EF4-FFF2-40B4-BE49-F238E27FC236}">
                      <a16:creationId xmlns:a16="http://schemas.microsoft.com/office/drawing/2014/main" id="{E967F0F2-E4DC-4240-8298-E651D60C79D4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49" name="直線コネクタ 110848">
                  <a:extLst>
                    <a:ext uri="{FF2B5EF4-FFF2-40B4-BE49-F238E27FC236}">
                      <a16:creationId xmlns:a16="http://schemas.microsoft.com/office/drawing/2014/main" id="{00B3B580-2F18-42B6-803A-722F5DB5A66E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0" name="直線コネクタ 110849">
                  <a:extLst>
                    <a:ext uri="{FF2B5EF4-FFF2-40B4-BE49-F238E27FC236}">
                      <a16:creationId xmlns:a16="http://schemas.microsoft.com/office/drawing/2014/main" id="{8B4EA80C-9E37-4620-A133-4A1DB83DC644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1" name="直線コネクタ 110850">
                  <a:extLst>
                    <a:ext uri="{FF2B5EF4-FFF2-40B4-BE49-F238E27FC236}">
                      <a16:creationId xmlns:a16="http://schemas.microsoft.com/office/drawing/2014/main" id="{A036B57C-1E81-4CA5-A605-52655678B778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2" name="直線コネクタ 110851">
                  <a:extLst>
                    <a:ext uri="{FF2B5EF4-FFF2-40B4-BE49-F238E27FC236}">
                      <a16:creationId xmlns:a16="http://schemas.microsoft.com/office/drawing/2014/main" id="{7F91F691-98F4-4D43-AA75-838CC668D67A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3" name="直線コネクタ 110852">
                  <a:extLst>
                    <a:ext uri="{FF2B5EF4-FFF2-40B4-BE49-F238E27FC236}">
                      <a16:creationId xmlns:a16="http://schemas.microsoft.com/office/drawing/2014/main" id="{DE507EED-747E-47B6-AB2C-58E646B90C88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4" name="直線コネクタ 110853">
                  <a:extLst>
                    <a:ext uri="{FF2B5EF4-FFF2-40B4-BE49-F238E27FC236}">
                      <a16:creationId xmlns:a16="http://schemas.microsoft.com/office/drawing/2014/main" id="{A9B8BF3A-02BF-49B5-BA52-C6817D9363AF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5" name="直線コネクタ 110854">
                  <a:extLst>
                    <a:ext uri="{FF2B5EF4-FFF2-40B4-BE49-F238E27FC236}">
                      <a16:creationId xmlns:a16="http://schemas.microsoft.com/office/drawing/2014/main" id="{128A2242-EB25-4E65-A473-F5F1521DDBF5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6" name="直線コネクタ 110855">
                  <a:extLst>
                    <a:ext uri="{FF2B5EF4-FFF2-40B4-BE49-F238E27FC236}">
                      <a16:creationId xmlns:a16="http://schemas.microsoft.com/office/drawing/2014/main" id="{77B63609-D6D0-4F53-9AA9-BAB75637D0FE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7" name="直線コネクタ 110856">
                  <a:extLst>
                    <a:ext uri="{FF2B5EF4-FFF2-40B4-BE49-F238E27FC236}">
                      <a16:creationId xmlns:a16="http://schemas.microsoft.com/office/drawing/2014/main" id="{0F3AD499-577F-420B-9F61-62A810E2CE3C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8" name="直線コネクタ 110857">
                  <a:extLst>
                    <a:ext uri="{FF2B5EF4-FFF2-40B4-BE49-F238E27FC236}">
                      <a16:creationId xmlns:a16="http://schemas.microsoft.com/office/drawing/2014/main" id="{6E62D72D-5526-4B8C-8AD6-CFE2572CAF88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59" name="直線コネクタ 110858">
                  <a:extLst>
                    <a:ext uri="{FF2B5EF4-FFF2-40B4-BE49-F238E27FC236}">
                      <a16:creationId xmlns:a16="http://schemas.microsoft.com/office/drawing/2014/main" id="{2B06B97A-7D02-4608-A487-CBAEBD1D17B9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0" name="直線コネクタ 110859">
                  <a:extLst>
                    <a:ext uri="{FF2B5EF4-FFF2-40B4-BE49-F238E27FC236}">
                      <a16:creationId xmlns:a16="http://schemas.microsoft.com/office/drawing/2014/main" id="{F4043DC0-5F79-42DA-90B5-5043C465D7B1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1" name="直線コネクタ 110860">
                  <a:extLst>
                    <a:ext uri="{FF2B5EF4-FFF2-40B4-BE49-F238E27FC236}">
                      <a16:creationId xmlns:a16="http://schemas.microsoft.com/office/drawing/2014/main" id="{21B1D9C6-C402-43B7-8759-443CB43487DC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2" name="直線コネクタ 110861">
                  <a:extLst>
                    <a:ext uri="{FF2B5EF4-FFF2-40B4-BE49-F238E27FC236}">
                      <a16:creationId xmlns:a16="http://schemas.microsoft.com/office/drawing/2014/main" id="{80D7E988-E4F9-4E68-87BE-2D8F9DC562D3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3" name="直線コネクタ 110862">
                  <a:extLst>
                    <a:ext uri="{FF2B5EF4-FFF2-40B4-BE49-F238E27FC236}">
                      <a16:creationId xmlns:a16="http://schemas.microsoft.com/office/drawing/2014/main" id="{7E16B693-A55B-4C4F-83E1-FA8CA77208E3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4" name="直線コネクタ 110863">
                  <a:extLst>
                    <a:ext uri="{FF2B5EF4-FFF2-40B4-BE49-F238E27FC236}">
                      <a16:creationId xmlns:a16="http://schemas.microsoft.com/office/drawing/2014/main" id="{B8E981C1-C4E6-4571-AE41-7B711942ABE8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5" name="直線コネクタ 110864">
                  <a:extLst>
                    <a:ext uri="{FF2B5EF4-FFF2-40B4-BE49-F238E27FC236}">
                      <a16:creationId xmlns:a16="http://schemas.microsoft.com/office/drawing/2014/main" id="{0A60D2D2-72A2-49EC-B20C-E1B52ACAF498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6" name="直線コネクタ 110865">
                  <a:extLst>
                    <a:ext uri="{FF2B5EF4-FFF2-40B4-BE49-F238E27FC236}">
                      <a16:creationId xmlns:a16="http://schemas.microsoft.com/office/drawing/2014/main" id="{1F09ABEE-3174-4255-9AD5-70A6E12CA05D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7" name="直線コネクタ 110866">
                  <a:extLst>
                    <a:ext uri="{FF2B5EF4-FFF2-40B4-BE49-F238E27FC236}">
                      <a16:creationId xmlns:a16="http://schemas.microsoft.com/office/drawing/2014/main" id="{B020D120-F60B-4F03-B3D3-D332F8148FAD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8" name="直線コネクタ 110867">
                  <a:extLst>
                    <a:ext uri="{FF2B5EF4-FFF2-40B4-BE49-F238E27FC236}">
                      <a16:creationId xmlns:a16="http://schemas.microsoft.com/office/drawing/2014/main" id="{DFC30832-4C09-4FD6-88CE-A6F98C6F4F95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69" name="直線コネクタ 110868">
                  <a:extLst>
                    <a:ext uri="{FF2B5EF4-FFF2-40B4-BE49-F238E27FC236}">
                      <a16:creationId xmlns:a16="http://schemas.microsoft.com/office/drawing/2014/main" id="{411CD24C-21FA-46BD-B93A-42A7333131C9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0" name="直線コネクタ 110869">
                  <a:extLst>
                    <a:ext uri="{FF2B5EF4-FFF2-40B4-BE49-F238E27FC236}">
                      <a16:creationId xmlns:a16="http://schemas.microsoft.com/office/drawing/2014/main" id="{9E411BB3-DA26-47E1-AFDB-EC4C74600C95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1" name="直線コネクタ 110870">
                  <a:extLst>
                    <a:ext uri="{FF2B5EF4-FFF2-40B4-BE49-F238E27FC236}">
                      <a16:creationId xmlns:a16="http://schemas.microsoft.com/office/drawing/2014/main" id="{BE221143-63EA-4EA1-A434-7524423472DB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2" name="直線コネクタ 110871">
                  <a:extLst>
                    <a:ext uri="{FF2B5EF4-FFF2-40B4-BE49-F238E27FC236}">
                      <a16:creationId xmlns:a16="http://schemas.microsoft.com/office/drawing/2014/main" id="{379D42EC-3DA4-4AA3-9DD0-7928BB09F4B5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3" name="直線コネクタ 110872">
                  <a:extLst>
                    <a:ext uri="{FF2B5EF4-FFF2-40B4-BE49-F238E27FC236}">
                      <a16:creationId xmlns:a16="http://schemas.microsoft.com/office/drawing/2014/main" id="{D05CAA6E-B45C-487D-AB7D-D2FC614071FC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4" name="直線コネクタ 110873">
                  <a:extLst>
                    <a:ext uri="{FF2B5EF4-FFF2-40B4-BE49-F238E27FC236}">
                      <a16:creationId xmlns:a16="http://schemas.microsoft.com/office/drawing/2014/main" id="{B86323DA-230A-4EE3-9715-F0AE02710E00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5" name="直線コネクタ 110874">
                  <a:extLst>
                    <a:ext uri="{FF2B5EF4-FFF2-40B4-BE49-F238E27FC236}">
                      <a16:creationId xmlns:a16="http://schemas.microsoft.com/office/drawing/2014/main" id="{F1583C2E-4FA2-4336-9C27-4388193C7C2D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6" name="直線コネクタ 110875">
                  <a:extLst>
                    <a:ext uri="{FF2B5EF4-FFF2-40B4-BE49-F238E27FC236}">
                      <a16:creationId xmlns:a16="http://schemas.microsoft.com/office/drawing/2014/main" id="{07EC1321-1F83-4844-861B-03FF1F60E156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7" name="直線コネクタ 110876">
                  <a:extLst>
                    <a:ext uri="{FF2B5EF4-FFF2-40B4-BE49-F238E27FC236}">
                      <a16:creationId xmlns:a16="http://schemas.microsoft.com/office/drawing/2014/main" id="{D0219DC5-B175-4B24-A1E3-6441EDD45F0C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8" name="直線コネクタ 110877">
                  <a:extLst>
                    <a:ext uri="{FF2B5EF4-FFF2-40B4-BE49-F238E27FC236}">
                      <a16:creationId xmlns:a16="http://schemas.microsoft.com/office/drawing/2014/main" id="{B6F40D4E-0960-4F42-A2FE-108AF261F608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79" name="直線コネクタ 110878">
                  <a:extLst>
                    <a:ext uri="{FF2B5EF4-FFF2-40B4-BE49-F238E27FC236}">
                      <a16:creationId xmlns:a16="http://schemas.microsoft.com/office/drawing/2014/main" id="{05DCD031-F4D6-4E10-B9C2-3F9221976F29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0" name="直線コネクタ 110879">
                  <a:extLst>
                    <a:ext uri="{FF2B5EF4-FFF2-40B4-BE49-F238E27FC236}">
                      <a16:creationId xmlns:a16="http://schemas.microsoft.com/office/drawing/2014/main" id="{BCC5E6AC-B8E4-45B2-8105-C5C64D83B284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1" name="直線コネクタ 110880">
                  <a:extLst>
                    <a:ext uri="{FF2B5EF4-FFF2-40B4-BE49-F238E27FC236}">
                      <a16:creationId xmlns:a16="http://schemas.microsoft.com/office/drawing/2014/main" id="{3E816084-4894-49CD-84C7-D8B8066DF30E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2" name="直線コネクタ 110881">
                  <a:extLst>
                    <a:ext uri="{FF2B5EF4-FFF2-40B4-BE49-F238E27FC236}">
                      <a16:creationId xmlns:a16="http://schemas.microsoft.com/office/drawing/2014/main" id="{9EBE73CF-132A-41A5-AF79-613C01E40ECB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3" name="直線コネクタ 110882">
                  <a:extLst>
                    <a:ext uri="{FF2B5EF4-FFF2-40B4-BE49-F238E27FC236}">
                      <a16:creationId xmlns:a16="http://schemas.microsoft.com/office/drawing/2014/main" id="{1F4E982A-EA68-4CF2-AD68-CBA98F0E8AC0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4" name="直線コネクタ 110883">
                  <a:extLst>
                    <a:ext uri="{FF2B5EF4-FFF2-40B4-BE49-F238E27FC236}">
                      <a16:creationId xmlns:a16="http://schemas.microsoft.com/office/drawing/2014/main" id="{82594645-0C3B-42AA-87A1-8E8EA0590B6B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5" name="直線コネクタ 110884">
                  <a:extLst>
                    <a:ext uri="{FF2B5EF4-FFF2-40B4-BE49-F238E27FC236}">
                      <a16:creationId xmlns:a16="http://schemas.microsoft.com/office/drawing/2014/main" id="{F3C4F25B-AA39-4F53-A3BF-29B510A8D263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6" name="直線コネクタ 110885">
                  <a:extLst>
                    <a:ext uri="{FF2B5EF4-FFF2-40B4-BE49-F238E27FC236}">
                      <a16:creationId xmlns:a16="http://schemas.microsoft.com/office/drawing/2014/main" id="{0C11E182-6BEF-4252-A643-D80DDF475B0B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7" name="直線コネクタ 110886">
                  <a:extLst>
                    <a:ext uri="{FF2B5EF4-FFF2-40B4-BE49-F238E27FC236}">
                      <a16:creationId xmlns:a16="http://schemas.microsoft.com/office/drawing/2014/main" id="{4B17C302-82C8-419E-BAEE-B419DF7A577F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8" name="直線コネクタ 110887">
                  <a:extLst>
                    <a:ext uri="{FF2B5EF4-FFF2-40B4-BE49-F238E27FC236}">
                      <a16:creationId xmlns:a16="http://schemas.microsoft.com/office/drawing/2014/main" id="{C70D9D6E-646C-40BA-9BE7-74DB0155AE10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89" name="直線コネクタ 110888">
                  <a:extLst>
                    <a:ext uri="{FF2B5EF4-FFF2-40B4-BE49-F238E27FC236}">
                      <a16:creationId xmlns:a16="http://schemas.microsoft.com/office/drawing/2014/main" id="{87E80656-714C-4476-B7F9-AD345891ED21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0" name="直線コネクタ 110889">
                  <a:extLst>
                    <a:ext uri="{FF2B5EF4-FFF2-40B4-BE49-F238E27FC236}">
                      <a16:creationId xmlns:a16="http://schemas.microsoft.com/office/drawing/2014/main" id="{E23BFD77-7FC8-4794-93DA-F6BFE0A94305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1" name="直線コネクタ 110890">
                  <a:extLst>
                    <a:ext uri="{FF2B5EF4-FFF2-40B4-BE49-F238E27FC236}">
                      <a16:creationId xmlns:a16="http://schemas.microsoft.com/office/drawing/2014/main" id="{FDA2A763-85F1-4752-8F98-C013A1EF7425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2" name="直線コネクタ 110891">
                  <a:extLst>
                    <a:ext uri="{FF2B5EF4-FFF2-40B4-BE49-F238E27FC236}">
                      <a16:creationId xmlns:a16="http://schemas.microsoft.com/office/drawing/2014/main" id="{F1E9FFD8-A696-4712-8BBB-D141A8D03335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3" name="直線コネクタ 110892">
                  <a:extLst>
                    <a:ext uri="{FF2B5EF4-FFF2-40B4-BE49-F238E27FC236}">
                      <a16:creationId xmlns:a16="http://schemas.microsoft.com/office/drawing/2014/main" id="{AF8F328C-96F5-43F2-803A-80CA6F009BAC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4" name="直線コネクタ 110893">
                  <a:extLst>
                    <a:ext uri="{FF2B5EF4-FFF2-40B4-BE49-F238E27FC236}">
                      <a16:creationId xmlns:a16="http://schemas.microsoft.com/office/drawing/2014/main" id="{74F74647-71AD-4A27-832E-AE63A9D35142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5" name="直線コネクタ 110894">
                  <a:extLst>
                    <a:ext uri="{FF2B5EF4-FFF2-40B4-BE49-F238E27FC236}">
                      <a16:creationId xmlns:a16="http://schemas.microsoft.com/office/drawing/2014/main" id="{D30133C6-71D8-4168-B589-6F085F53E91B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6" name="直線コネクタ 110895">
                  <a:extLst>
                    <a:ext uri="{FF2B5EF4-FFF2-40B4-BE49-F238E27FC236}">
                      <a16:creationId xmlns:a16="http://schemas.microsoft.com/office/drawing/2014/main" id="{21963922-D0B0-4D87-A219-982B2A5188F4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7" name="直線コネクタ 110896">
                  <a:extLst>
                    <a:ext uri="{FF2B5EF4-FFF2-40B4-BE49-F238E27FC236}">
                      <a16:creationId xmlns:a16="http://schemas.microsoft.com/office/drawing/2014/main" id="{7E3083F8-3BB1-4CA0-82B6-538507CCC5CA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8" name="直線コネクタ 110897">
                  <a:extLst>
                    <a:ext uri="{FF2B5EF4-FFF2-40B4-BE49-F238E27FC236}">
                      <a16:creationId xmlns:a16="http://schemas.microsoft.com/office/drawing/2014/main" id="{CEC3E648-9DA6-42EE-A747-4F4FD17C0178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899" name="直線コネクタ 110898">
                  <a:extLst>
                    <a:ext uri="{FF2B5EF4-FFF2-40B4-BE49-F238E27FC236}">
                      <a16:creationId xmlns:a16="http://schemas.microsoft.com/office/drawing/2014/main" id="{4D4D17DF-DCAB-4960-A1DB-E3EC8C52238B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0" name="直線コネクタ 110899">
                  <a:extLst>
                    <a:ext uri="{FF2B5EF4-FFF2-40B4-BE49-F238E27FC236}">
                      <a16:creationId xmlns:a16="http://schemas.microsoft.com/office/drawing/2014/main" id="{2AD351EB-4C24-4A90-8994-4245ECF0E0E8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1" name="直線コネクタ 110900">
                  <a:extLst>
                    <a:ext uri="{FF2B5EF4-FFF2-40B4-BE49-F238E27FC236}">
                      <a16:creationId xmlns:a16="http://schemas.microsoft.com/office/drawing/2014/main" id="{B0037CA1-C10B-4C38-A127-7ABF9EA4C6D5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2" name="直線コネクタ 110901">
                  <a:extLst>
                    <a:ext uri="{FF2B5EF4-FFF2-40B4-BE49-F238E27FC236}">
                      <a16:creationId xmlns:a16="http://schemas.microsoft.com/office/drawing/2014/main" id="{674CFCBB-4702-4DCA-AF71-EBF381666343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3" name="直線コネクタ 110902">
                  <a:extLst>
                    <a:ext uri="{FF2B5EF4-FFF2-40B4-BE49-F238E27FC236}">
                      <a16:creationId xmlns:a16="http://schemas.microsoft.com/office/drawing/2014/main" id="{D474EAC5-E950-4F6D-8098-D1FAF0B94EA1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4" name="直線コネクタ 110903">
                  <a:extLst>
                    <a:ext uri="{FF2B5EF4-FFF2-40B4-BE49-F238E27FC236}">
                      <a16:creationId xmlns:a16="http://schemas.microsoft.com/office/drawing/2014/main" id="{822352CE-8E8F-4159-97D5-1E4205AD9FA1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5" name="直線コネクタ 110904">
                  <a:extLst>
                    <a:ext uri="{FF2B5EF4-FFF2-40B4-BE49-F238E27FC236}">
                      <a16:creationId xmlns:a16="http://schemas.microsoft.com/office/drawing/2014/main" id="{59A7DB01-A860-45DA-9626-E07FC3B7CD30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6" name="直線コネクタ 110905">
                  <a:extLst>
                    <a:ext uri="{FF2B5EF4-FFF2-40B4-BE49-F238E27FC236}">
                      <a16:creationId xmlns:a16="http://schemas.microsoft.com/office/drawing/2014/main" id="{1430EAFB-8A0E-494C-A80A-30ED56D04709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7" name="直線コネクタ 110906">
                  <a:extLst>
                    <a:ext uri="{FF2B5EF4-FFF2-40B4-BE49-F238E27FC236}">
                      <a16:creationId xmlns:a16="http://schemas.microsoft.com/office/drawing/2014/main" id="{98D42D8F-F13F-4AA8-A9A2-D68240E8886E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8" name="直線コネクタ 110907">
                  <a:extLst>
                    <a:ext uri="{FF2B5EF4-FFF2-40B4-BE49-F238E27FC236}">
                      <a16:creationId xmlns:a16="http://schemas.microsoft.com/office/drawing/2014/main" id="{A12BC399-DEED-4EF7-BCAF-7989DB60AEE8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09" name="直線コネクタ 110908">
                  <a:extLst>
                    <a:ext uri="{FF2B5EF4-FFF2-40B4-BE49-F238E27FC236}">
                      <a16:creationId xmlns:a16="http://schemas.microsoft.com/office/drawing/2014/main" id="{FF32753F-F004-45D2-B7C4-FE112C0163DC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0" name="直線コネクタ 110909">
                  <a:extLst>
                    <a:ext uri="{FF2B5EF4-FFF2-40B4-BE49-F238E27FC236}">
                      <a16:creationId xmlns:a16="http://schemas.microsoft.com/office/drawing/2014/main" id="{D839F272-4E04-4578-814C-F962F748D125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1" name="直線コネクタ 110910">
                  <a:extLst>
                    <a:ext uri="{FF2B5EF4-FFF2-40B4-BE49-F238E27FC236}">
                      <a16:creationId xmlns:a16="http://schemas.microsoft.com/office/drawing/2014/main" id="{E86959C1-ECBF-4B78-B254-4B4478FEDA2C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2" name="直線コネクタ 110911">
                  <a:extLst>
                    <a:ext uri="{FF2B5EF4-FFF2-40B4-BE49-F238E27FC236}">
                      <a16:creationId xmlns:a16="http://schemas.microsoft.com/office/drawing/2014/main" id="{328FB841-C11D-4D57-8B2F-910BCF726CB0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3" name="直線コネクタ 110912">
                  <a:extLst>
                    <a:ext uri="{FF2B5EF4-FFF2-40B4-BE49-F238E27FC236}">
                      <a16:creationId xmlns:a16="http://schemas.microsoft.com/office/drawing/2014/main" id="{75D806EB-A6ED-475F-99E1-9DE0D72A75EB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4" name="直線コネクタ 110913">
                  <a:extLst>
                    <a:ext uri="{FF2B5EF4-FFF2-40B4-BE49-F238E27FC236}">
                      <a16:creationId xmlns:a16="http://schemas.microsoft.com/office/drawing/2014/main" id="{5D79A1CC-80D8-4213-BDA0-C177BA969DCF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5" name="直線コネクタ 110914">
                  <a:extLst>
                    <a:ext uri="{FF2B5EF4-FFF2-40B4-BE49-F238E27FC236}">
                      <a16:creationId xmlns:a16="http://schemas.microsoft.com/office/drawing/2014/main" id="{6F51BF62-5989-4B99-8CCF-C36E4263BEE4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6" name="直線コネクタ 110915">
                  <a:extLst>
                    <a:ext uri="{FF2B5EF4-FFF2-40B4-BE49-F238E27FC236}">
                      <a16:creationId xmlns:a16="http://schemas.microsoft.com/office/drawing/2014/main" id="{62D8696C-CD7C-43D6-B77E-19C32182F819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7" name="直線コネクタ 110916">
                  <a:extLst>
                    <a:ext uri="{FF2B5EF4-FFF2-40B4-BE49-F238E27FC236}">
                      <a16:creationId xmlns:a16="http://schemas.microsoft.com/office/drawing/2014/main" id="{6E0E8B82-A31E-430D-9815-94047B07A133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8" name="直線コネクタ 110917">
                  <a:extLst>
                    <a:ext uri="{FF2B5EF4-FFF2-40B4-BE49-F238E27FC236}">
                      <a16:creationId xmlns:a16="http://schemas.microsoft.com/office/drawing/2014/main" id="{8B2492E4-26AF-4F3D-95CE-656BCD15083F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19" name="直線コネクタ 110918">
                  <a:extLst>
                    <a:ext uri="{FF2B5EF4-FFF2-40B4-BE49-F238E27FC236}">
                      <a16:creationId xmlns:a16="http://schemas.microsoft.com/office/drawing/2014/main" id="{13A6D28D-4E54-4E47-9D1B-76C45BC0616F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0" name="直線コネクタ 110919">
                  <a:extLst>
                    <a:ext uri="{FF2B5EF4-FFF2-40B4-BE49-F238E27FC236}">
                      <a16:creationId xmlns:a16="http://schemas.microsoft.com/office/drawing/2014/main" id="{C5EF3517-C1F8-4088-9C45-2761006750EC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1" name="直線コネクタ 110920">
                  <a:extLst>
                    <a:ext uri="{FF2B5EF4-FFF2-40B4-BE49-F238E27FC236}">
                      <a16:creationId xmlns:a16="http://schemas.microsoft.com/office/drawing/2014/main" id="{20C3C454-0849-4F44-8938-1568A793F227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2" name="直線コネクタ 110921">
                  <a:extLst>
                    <a:ext uri="{FF2B5EF4-FFF2-40B4-BE49-F238E27FC236}">
                      <a16:creationId xmlns:a16="http://schemas.microsoft.com/office/drawing/2014/main" id="{04CD972D-80D7-4654-8B16-AB370BE5B422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3" name="直線コネクタ 110922">
                  <a:extLst>
                    <a:ext uri="{FF2B5EF4-FFF2-40B4-BE49-F238E27FC236}">
                      <a16:creationId xmlns:a16="http://schemas.microsoft.com/office/drawing/2014/main" id="{CF8F4024-F037-41D6-9160-DDDE6DCCD506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4" name="直線コネクタ 110923">
                  <a:extLst>
                    <a:ext uri="{FF2B5EF4-FFF2-40B4-BE49-F238E27FC236}">
                      <a16:creationId xmlns:a16="http://schemas.microsoft.com/office/drawing/2014/main" id="{6990A2B5-6926-4E38-B941-4D771A735564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5" name="直線コネクタ 110924">
                  <a:extLst>
                    <a:ext uri="{FF2B5EF4-FFF2-40B4-BE49-F238E27FC236}">
                      <a16:creationId xmlns:a16="http://schemas.microsoft.com/office/drawing/2014/main" id="{4705AA29-9DAB-44F6-9802-43985EA041CA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6" name="直線コネクタ 110925">
                  <a:extLst>
                    <a:ext uri="{FF2B5EF4-FFF2-40B4-BE49-F238E27FC236}">
                      <a16:creationId xmlns:a16="http://schemas.microsoft.com/office/drawing/2014/main" id="{90E811B9-BC8A-47ED-9E56-0BFB5E42D44C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7" name="直線コネクタ 110926">
                  <a:extLst>
                    <a:ext uri="{FF2B5EF4-FFF2-40B4-BE49-F238E27FC236}">
                      <a16:creationId xmlns:a16="http://schemas.microsoft.com/office/drawing/2014/main" id="{1DEE76A4-8CEC-498D-8F85-0B3727B20F51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8" name="直線コネクタ 110927">
                  <a:extLst>
                    <a:ext uri="{FF2B5EF4-FFF2-40B4-BE49-F238E27FC236}">
                      <a16:creationId xmlns:a16="http://schemas.microsoft.com/office/drawing/2014/main" id="{278BF2C3-39C0-4F40-81E8-CF06E2B6DDF8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29" name="直線コネクタ 110928">
                  <a:extLst>
                    <a:ext uri="{FF2B5EF4-FFF2-40B4-BE49-F238E27FC236}">
                      <a16:creationId xmlns:a16="http://schemas.microsoft.com/office/drawing/2014/main" id="{77D9D4B7-51B2-489F-B6A1-D5D9CA7123AF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0" name="直線コネクタ 110929">
                  <a:extLst>
                    <a:ext uri="{FF2B5EF4-FFF2-40B4-BE49-F238E27FC236}">
                      <a16:creationId xmlns:a16="http://schemas.microsoft.com/office/drawing/2014/main" id="{1BE492E4-5A10-4B45-87DF-C2E4377AA8A2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1" name="直線コネクタ 110930">
                  <a:extLst>
                    <a:ext uri="{FF2B5EF4-FFF2-40B4-BE49-F238E27FC236}">
                      <a16:creationId xmlns:a16="http://schemas.microsoft.com/office/drawing/2014/main" id="{DBC77E91-4E96-4746-A14F-7C22E205CDF8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2" name="直線コネクタ 110931">
                  <a:extLst>
                    <a:ext uri="{FF2B5EF4-FFF2-40B4-BE49-F238E27FC236}">
                      <a16:creationId xmlns:a16="http://schemas.microsoft.com/office/drawing/2014/main" id="{027538C6-3D81-4DBC-965C-FF416712065D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3" name="直線コネクタ 110932">
                  <a:extLst>
                    <a:ext uri="{FF2B5EF4-FFF2-40B4-BE49-F238E27FC236}">
                      <a16:creationId xmlns:a16="http://schemas.microsoft.com/office/drawing/2014/main" id="{DF5BFAC6-2CC1-4291-9FCD-2CE5990F808D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4" name="直線コネクタ 110933">
                  <a:extLst>
                    <a:ext uri="{FF2B5EF4-FFF2-40B4-BE49-F238E27FC236}">
                      <a16:creationId xmlns:a16="http://schemas.microsoft.com/office/drawing/2014/main" id="{353FDB4B-15E9-433E-B88B-C40CD70A129A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5" name="直線コネクタ 110934">
                  <a:extLst>
                    <a:ext uri="{FF2B5EF4-FFF2-40B4-BE49-F238E27FC236}">
                      <a16:creationId xmlns:a16="http://schemas.microsoft.com/office/drawing/2014/main" id="{51381573-8B32-4525-8C58-6613E6B79577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6" name="直線コネクタ 110935">
                  <a:extLst>
                    <a:ext uri="{FF2B5EF4-FFF2-40B4-BE49-F238E27FC236}">
                      <a16:creationId xmlns:a16="http://schemas.microsoft.com/office/drawing/2014/main" id="{2D8333E7-C0AB-45C1-A5D0-B2FEBCC0E688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7" name="直線コネクタ 110936">
                  <a:extLst>
                    <a:ext uri="{FF2B5EF4-FFF2-40B4-BE49-F238E27FC236}">
                      <a16:creationId xmlns:a16="http://schemas.microsoft.com/office/drawing/2014/main" id="{08F2181E-65E2-4D3B-9AB3-BE8F3FAFB3BE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8" name="直線コネクタ 110937">
                  <a:extLst>
                    <a:ext uri="{FF2B5EF4-FFF2-40B4-BE49-F238E27FC236}">
                      <a16:creationId xmlns:a16="http://schemas.microsoft.com/office/drawing/2014/main" id="{4B98574F-19CF-4692-AF38-D692EFD43B09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39" name="直線コネクタ 110938">
                  <a:extLst>
                    <a:ext uri="{FF2B5EF4-FFF2-40B4-BE49-F238E27FC236}">
                      <a16:creationId xmlns:a16="http://schemas.microsoft.com/office/drawing/2014/main" id="{C3D029BE-2F9C-44E7-BBCE-B3E2BE3485CB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0" name="直線コネクタ 110939">
                  <a:extLst>
                    <a:ext uri="{FF2B5EF4-FFF2-40B4-BE49-F238E27FC236}">
                      <a16:creationId xmlns:a16="http://schemas.microsoft.com/office/drawing/2014/main" id="{5525E4E2-E45D-40D8-9F9A-8BB8F62212D8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1" name="直線コネクタ 110940">
                  <a:extLst>
                    <a:ext uri="{FF2B5EF4-FFF2-40B4-BE49-F238E27FC236}">
                      <a16:creationId xmlns:a16="http://schemas.microsoft.com/office/drawing/2014/main" id="{24CA160B-5674-43B0-8071-7E4C7557E096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2" name="直線コネクタ 110941">
                  <a:extLst>
                    <a:ext uri="{FF2B5EF4-FFF2-40B4-BE49-F238E27FC236}">
                      <a16:creationId xmlns:a16="http://schemas.microsoft.com/office/drawing/2014/main" id="{3EA5D2A3-F5CD-4D32-B981-FDB5A0352A90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3" name="直線コネクタ 110942">
                  <a:extLst>
                    <a:ext uri="{FF2B5EF4-FFF2-40B4-BE49-F238E27FC236}">
                      <a16:creationId xmlns:a16="http://schemas.microsoft.com/office/drawing/2014/main" id="{103B16E7-B32B-4698-8309-452A41FA81BF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4" name="直線コネクタ 110943">
                  <a:extLst>
                    <a:ext uri="{FF2B5EF4-FFF2-40B4-BE49-F238E27FC236}">
                      <a16:creationId xmlns:a16="http://schemas.microsoft.com/office/drawing/2014/main" id="{B79170E1-25B9-48FD-9B9A-2A2DD65CDD95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5" name="直線コネクタ 110944">
                  <a:extLst>
                    <a:ext uri="{FF2B5EF4-FFF2-40B4-BE49-F238E27FC236}">
                      <a16:creationId xmlns:a16="http://schemas.microsoft.com/office/drawing/2014/main" id="{D41D90EE-46F6-4C32-8916-F0F4BDDA82AD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6" name="直線コネクタ 110945">
                  <a:extLst>
                    <a:ext uri="{FF2B5EF4-FFF2-40B4-BE49-F238E27FC236}">
                      <a16:creationId xmlns:a16="http://schemas.microsoft.com/office/drawing/2014/main" id="{92D822A5-2A72-4FF7-86A0-29C148288F32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7" name="直線コネクタ 110946">
                  <a:extLst>
                    <a:ext uri="{FF2B5EF4-FFF2-40B4-BE49-F238E27FC236}">
                      <a16:creationId xmlns:a16="http://schemas.microsoft.com/office/drawing/2014/main" id="{9C4BB0C3-1545-413B-B907-0E05941D165E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8" name="直線コネクタ 110947">
                  <a:extLst>
                    <a:ext uri="{FF2B5EF4-FFF2-40B4-BE49-F238E27FC236}">
                      <a16:creationId xmlns:a16="http://schemas.microsoft.com/office/drawing/2014/main" id="{E0B1A2CD-EB01-4013-A57D-32CAC37C45C2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49" name="直線コネクタ 110948">
                  <a:extLst>
                    <a:ext uri="{FF2B5EF4-FFF2-40B4-BE49-F238E27FC236}">
                      <a16:creationId xmlns:a16="http://schemas.microsoft.com/office/drawing/2014/main" id="{BF503160-B76C-4045-8938-64FCEF415B29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0" name="直線コネクタ 110949">
                  <a:extLst>
                    <a:ext uri="{FF2B5EF4-FFF2-40B4-BE49-F238E27FC236}">
                      <a16:creationId xmlns:a16="http://schemas.microsoft.com/office/drawing/2014/main" id="{833712D2-F171-4EB3-857C-77B195C8B0A0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1" name="直線コネクタ 110950">
                  <a:extLst>
                    <a:ext uri="{FF2B5EF4-FFF2-40B4-BE49-F238E27FC236}">
                      <a16:creationId xmlns:a16="http://schemas.microsoft.com/office/drawing/2014/main" id="{792E2E13-492B-4B98-9A82-57CD56C4894B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2" name="直線コネクタ 110951">
                  <a:extLst>
                    <a:ext uri="{FF2B5EF4-FFF2-40B4-BE49-F238E27FC236}">
                      <a16:creationId xmlns:a16="http://schemas.microsoft.com/office/drawing/2014/main" id="{1CE2C6AF-6058-4BA0-9427-D8DB2DCAFA6C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3" name="直線コネクタ 110952">
                  <a:extLst>
                    <a:ext uri="{FF2B5EF4-FFF2-40B4-BE49-F238E27FC236}">
                      <a16:creationId xmlns:a16="http://schemas.microsoft.com/office/drawing/2014/main" id="{DE508FD2-6877-4C4E-B7F0-4ECA105B502C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4" name="直線コネクタ 110953">
                  <a:extLst>
                    <a:ext uri="{FF2B5EF4-FFF2-40B4-BE49-F238E27FC236}">
                      <a16:creationId xmlns:a16="http://schemas.microsoft.com/office/drawing/2014/main" id="{4EFF08A5-BDC1-4052-9966-2E4D2DEFA1C2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5" name="直線コネクタ 110954">
                  <a:extLst>
                    <a:ext uri="{FF2B5EF4-FFF2-40B4-BE49-F238E27FC236}">
                      <a16:creationId xmlns:a16="http://schemas.microsoft.com/office/drawing/2014/main" id="{62606A2E-07AC-4D22-8AAE-8E403D0C5BE5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6" name="直線コネクタ 110955">
                  <a:extLst>
                    <a:ext uri="{FF2B5EF4-FFF2-40B4-BE49-F238E27FC236}">
                      <a16:creationId xmlns:a16="http://schemas.microsoft.com/office/drawing/2014/main" id="{0830FE93-0ACD-4B78-9999-BE976660B31C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7" name="直線コネクタ 110956">
                  <a:extLst>
                    <a:ext uri="{FF2B5EF4-FFF2-40B4-BE49-F238E27FC236}">
                      <a16:creationId xmlns:a16="http://schemas.microsoft.com/office/drawing/2014/main" id="{6A97FE3D-4BE5-4082-A860-F19DC7BAFBD7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8" name="直線コネクタ 110957">
                  <a:extLst>
                    <a:ext uri="{FF2B5EF4-FFF2-40B4-BE49-F238E27FC236}">
                      <a16:creationId xmlns:a16="http://schemas.microsoft.com/office/drawing/2014/main" id="{D7C4EF15-D35F-4AB4-8BCB-EBA6E5ADBE5D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59" name="直線コネクタ 110958">
                  <a:extLst>
                    <a:ext uri="{FF2B5EF4-FFF2-40B4-BE49-F238E27FC236}">
                      <a16:creationId xmlns:a16="http://schemas.microsoft.com/office/drawing/2014/main" id="{7412FD10-AFCC-402E-9E07-D7674FCCFB39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0" name="直線コネクタ 110959">
                  <a:extLst>
                    <a:ext uri="{FF2B5EF4-FFF2-40B4-BE49-F238E27FC236}">
                      <a16:creationId xmlns:a16="http://schemas.microsoft.com/office/drawing/2014/main" id="{8307C070-94ED-4764-A835-1F20FD6B7258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1" name="直線コネクタ 110960">
                  <a:extLst>
                    <a:ext uri="{FF2B5EF4-FFF2-40B4-BE49-F238E27FC236}">
                      <a16:creationId xmlns:a16="http://schemas.microsoft.com/office/drawing/2014/main" id="{272C4FB5-F0C4-4D32-9728-007753D6A7F6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2" name="直線コネクタ 110961">
                  <a:extLst>
                    <a:ext uri="{FF2B5EF4-FFF2-40B4-BE49-F238E27FC236}">
                      <a16:creationId xmlns:a16="http://schemas.microsoft.com/office/drawing/2014/main" id="{60902407-A47C-4A8D-9448-055928350070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3" name="直線コネクタ 110962">
                  <a:extLst>
                    <a:ext uri="{FF2B5EF4-FFF2-40B4-BE49-F238E27FC236}">
                      <a16:creationId xmlns:a16="http://schemas.microsoft.com/office/drawing/2014/main" id="{FD2EF2B6-713C-4FC0-8649-B6A3AE7520D4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4" name="直線コネクタ 110963">
                  <a:extLst>
                    <a:ext uri="{FF2B5EF4-FFF2-40B4-BE49-F238E27FC236}">
                      <a16:creationId xmlns:a16="http://schemas.microsoft.com/office/drawing/2014/main" id="{B62E7FB9-F9A0-4532-8CD0-E98F9A692A4C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5" name="直線コネクタ 110964">
                  <a:extLst>
                    <a:ext uri="{FF2B5EF4-FFF2-40B4-BE49-F238E27FC236}">
                      <a16:creationId xmlns:a16="http://schemas.microsoft.com/office/drawing/2014/main" id="{30DAA66A-62A7-4A5C-922B-943AAC013083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6" name="直線コネクタ 110965">
                  <a:extLst>
                    <a:ext uri="{FF2B5EF4-FFF2-40B4-BE49-F238E27FC236}">
                      <a16:creationId xmlns:a16="http://schemas.microsoft.com/office/drawing/2014/main" id="{1C1B92AB-BA25-44AE-97D8-60E9AA01FBE6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7" name="直線コネクタ 110966">
                  <a:extLst>
                    <a:ext uri="{FF2B5EF4-FFF2-40B4-BE49-F238E27FC236}">
                      <a16:creationId xmlns:a16="http://schemas.microsoft.com/office/drawing/2014/main" id="{63340CC4-4E21-430B-80E2-7124752ED223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8" name="直線コネクタ 110967">
                  <a:extLst>
                    <a:ext uri="{FF2B5EF4-FFF2-40B4-BE49-F238E27FC236}">
                      <a16:creationId xmlns:a16="http://schemas.microsoft.com/office/drawing/2014/main" id="{8F6FE6FA-C2D2-4EA3-ACF7-5F6D3D9214D0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969" name="直線コネクタ 110968">
                  <a:extLst>
                    <a:ext uri="{FF2B5EF4-FFF2-40B4-BE49-F238E27FC236}">
                      <a16:creationId xmlns:a16="http://schemas.microsoft.com/office/drawing/2014/main" id="{E26DDD3A-9DB8-43D8-A29B-5A02F0C321A2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245" name="グループ化 110244">
                <a:extLst>
                  <a:ext uri="{FF2B5EF4-FFF2-40B4-BE49-F238E27FC236}">
                    <a16:creationId xmlns:a16="http://schemas.microsoft.com/office/drawing/2014/main" id="{6C210057-3F7E-459F-8D38-B5B4C43628AF}"/>
                  </a:ext>
                </a:extLst>
              </p:cNvPr>
              <p:cNvGrpSpPr/>
              <p:nvPr/>
            </p:nvGrpSpPr>
            <p:grpSpPr>
              <a:xfrm rot="10800000">
                <a:off x="36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10488" name="直線コネクタ 110487">
                  <a:extLst>
                    <a:ext uri="{FF2B5EF4-FFF2-40B4-BE49-F238E27FC236}">
                      <a16:creationId xmlns:a16="http://schemas.microsoft.com/office/drawing/2014/main" id="{DEDB5430-B484-49D3-8A45-F7E36086D32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9" name="直線コネクタ 110488">
                  <a:extLst>
                    <a:ext uri="{FF2B5EF4-FFF2-40B4-BE49-F238E27FC236}">
                      <a16:creationId xmlns:a16="http://schemas.microsoft.com/office/drawing/2014/main" id="{1AEC56E9-4C9C-41A8-A86B-342585A2374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0" name="直線コネクタ 110489">
                  <a:extLst>
                    <a:ext uri="{FF2B5EF4-FFF2-40B4-BE49-F238E27FC236}">
                      <a16:creationId xmlns:a16="http://schemas.microsoft.com/office/drawing/2014/main" id="{B4843493-A4F3-4876-8FDD-FC514A34E28C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1" name="直線コネクタ 110490">
                  <a:extLst>
                    <a:ext uri="{FF2B5EF4-FFF2-40B4-BE49-F238E27FC236}">
                      <a16:creationId xmlns:a16="http://schemas.microsoft.com/office/drawing/2014/main" id="{1BAF612C-3F46-44E9-BC09-1E87029C8E40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2" name="直線コネクタ 110491">
                  <a:extLst>
                    <a:ext uri="{FF2B5EF4-FFF2-40B4-BE49-F238E27FC236}">
                      <a16:creationId xmlns:a16="http://schemas.microsoft.com/office/drawing/2014/main" id="{81B1D905-7737-4BAF-900C-5BA58F23D76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3" name="直線コネクタ 110492">
                  <a:extLst>
                    <a:ext uri="{FF2B5EF4-FFF2-40B4-BE49-F238E27FC236}">
                      <a16:creationId xmlns:a16="http://schemas.microsoft.com/office/drawing/2014/main" id="{88068F0C-CE43-4C36-B74B-2351F7D3109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4" name="直線コネクタ 110493">
                  <a:extLst>
                    <a:ext uri="{FF2B5EF4-FFF2-40B4-BE49-F238E27FC236}">
                      <a16:creationId xmlns:a16="http://schemas.microsoft.com/office/drawing/2014/main" id="{6C6FF9EE-A44B-48CB-8F00-2EC4420B539D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5" name="直線コネクタ 110494">
                  <a:extLst>
                    <a:ext uri="{FF2B5EF4-FFF2-40B4-BE49-F238E27FC236}">
                      <a16:creationId xmlns:a16="http://schemas.microsoft.com/office/drawing/2014/main" id="{7BC831D0-9560-4E81-BCF6-832A0A16817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6" name="直線コネクタ 110495">
                  <a:extLst>
                    <a:ext uri="{FF2B5EF4-FFF2-40B4-BE49-F238E27FC236}">
                      <a16:creationId xmlns:a16="http://schemas.microsoft.com/office/drawing/2014/main" id="{365F8111-62DF-4BDC-9162-9D58AC26C516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7" name="直線コネクタ 110496">
                  <a:extLst>
                    <a:ext uri="{FF2B5EF4-FFF2-40B4-BE49-F238E27FC236}">
                      <a16:creationId xmlns:a16="http://schemas.microsoft.com/office/drawing/2014/main" id="{2F10BE32-EDAA-4D61-B6B9-05BB5E3DEF7F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8" name="直線コネクタ 110497">
                  <a:extLst>
                    <a:ext uri="{FF2B5EF4-FFF2-40B4-BE49-F238E27FC236}">
                      <a16:creationId xmlns:a16="http://schemas.microsoft.com/office/drawing/2014/main" id="{00D306E8-67A4-4B73-B677-0F24DF23543A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99" name="直線コネクタ 110498">
                  <a:extLst>
                    <a:ext uri="{FF2B5EF4-FFF2-40B4-BE49-F238E27FC236}">
                      <a16:creationId xmlns:a16="http://schemas.microsoft.com/office/drawing/2014/main" id="{E36EC123-AEA4-4F6C-A052-7E20FEFFE6AB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0" name="直線コネクタ 110499">
                  <a:extLst>
                    <a:ext uri="{FF2B5EF4-FFF2-40B4-BE49-F238E27FC236}">
                      <a16:creationId xmlns:a16="http://schemas.microsoft.com/office/drawing/2014/main" id="{D4235294-C46D-4D90-9494-24FE51CDF392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1" name="直線コネクタ 110500">
                  <a:extLst>
                    <a:ext uri="{FF2B5EF4-FFF2-40B4-BE49-F238E27FC236}">
                      <a16:creationId xmlns:a16="http://schemas.microsoft.com/office/drawing/2014/main" id="{073B7DE2-25A4-4D48-BF52-2452A3844DFD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2" name="直線コネクタ 110501">
                  <a:extLst>
                    <a:ext uri="{FF2B5EF4-FFF2-40B4-BE49-F238E27FC236}">
                      <a16:creationId xmlns:a16="http://schemas.microsoft.com/office/drawing/2014/main" id="{CF5C8CE2-6D1E-4FDB-9D44-972B0E412DBC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3" name="直線コネクタ 110502">
                  <a:extLst>
                    <a:ext uri="{FF2B5EF4-FFF2-40B4-BE49-F238E27FC236}">
                      <a16:creationId xmlns:a16="http://schemas.microsoft.com/office/drawing/2014/main" id="{BC1DB030-0000-4481-9012-3B6191A57F1E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4" name="直線コネクタ 110503">
                  <a:extLst>
                    <a:ext uri="{FF2B5EF4-FFF2-40B4-BE49-F238E27FC236}">
                      <a16:creationId xmlns:a16="http://schemas.microsoft.com/office/drawing/2014/main" id="{B9967103-EE96-4CCC-AB93-EC2A884696DC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5" name="直線コネクタ 110504">
                  <a:extLst>
                    <a:ext uri="{FF2B5EF4-FFF2-40B4-BE49-F238E27FC236}">
                      <a16:creationId xmlns:a16="http://schemas.microsoft.com/office/drawing/2014/main" id="{BA9B0624-51F4-40F5-83D2-E7234A3E232A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6" name="直線コネクタ 110505">
                  <a:extLst>
                    <a:ext uri="{FF2B5EF4-FFF2-40B4-BE49-F238E27FC236}">
                      <a16:creationId xmlns:a16="http://schemas.microsoft.com/office/drawing/2014/main" id="{45A80218-28FC-4B36-A116-15D2300AA966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7" name="直線コネクタ 110506">
                  <a:extLst>
                    <a:ext uri="{FF2B5EF4-FFF2-40B4-BE49-F238E27FC236}">
                      <a16:creationId xmlns:a16="http://schemas.microsoft.com/office/drawing/2014/main" id="{137CE435-09B3-4B7C-A2E6-314D0E38AE36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8" name="直線コネクタ 110507">
                  <a:extLst>
                    <a:ext uri="{FF2B5EF4-FFF2-40B4-BE49-F238E27FC236}">
                      <a16:creationId xmlns:a16="http://schemas.microsoft.com/office/drawing/2014/main" id="{4C537398-CBD2-424C-B579-501308A8B376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09" name="直線コネクタ 110508">
                  <a:extLst>
                    <a:ext uri="{FF2B5EF4-FFF2-40B4-BE49-F238E27FC236}">
                      <a16:creationId xmlns:a16="http://schemas.microsoft.com/office/drawing/2014/main" id="{70EEEED3-D635-494B-AA42-B08EFBEAAC09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0" name="直線コネクタ 110509">
                  <a:extLst>
                    <a:ext uri="{FF2B5EF4-FFF2-40B4-BE49-F238E27FC236}">
                      <a16:creationId xmlns:a16="http://schemas.microsoft.com/office/drawing/2014/main" id="{A7FBE468-7501-4F7E-B3B6-5F17E055E85D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1" name="直線コネクタ 110510">
                  <a:extLst>
                    <a:ext uri="{FF2B5EF4-FFF2-40B4-BE49-F238E27FC236}">
                      <a16:creationId xmlns:a16="http://schemas.microsoft.com/office/drawing/2014/main" id="{13AAF07A-FFAA-4116-B56A-5D34DC794254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2" name="直線コネクタ 110511">
                  <a:extLst>
                    <a:ext uri="{FF2B5EF4-FFF2-40B4-BE49-F238E27FC236}">
                      <a16:creationId xmlns:a16="http://schemas.microsoft.com/office/drawing/2014/main" id="{C889152C-83AB-4D3F-9176-24666DAE9EC1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3" name="直線コネクタ 110512">
                  <a:extLst>
                    <a:ext uri="{FF2B5EF4-FFF2-40B4-BE49-F238E27FC236}">
                      <a16:creationId xmlns:a16="http://schemas.microsoft.com/office/drawing/2014/main" id="{6D2D6C6C-842A-4113-A3ED-F23D28FD1BB9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4" name="直線コネクタ 110513">
                  <a:extLst>
                    <a:ext uri="{FF2B5EF4-FFF2-40B4-BE49-F238E27FC236}">
                      <a16:creationId xmlns:a16="http://schemas.microsoft.com/office/drawing/2014/main" id="{B61B817C-8B4B-4BDF-8AEB-0FD9C226533D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5" name="直線コネクタ 110514">
                  <a:extLst>
                    <a:ext uri="{FF2B5EF4-FFF2-40B4-BE49-F238E27FC236}">
                      <a16:creationId xmlns:a16="http://schemas.microsoft.com/office/drawing/2014/main" id="{BCC3C3AE-568F-44FE-AF55-6CEFC52B0EB8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6" name="直線コネクタ 110515">
                  <a:extLst>
                    <a:ext uri="{FF2B5EF4-FFF2-40B4-BE49-F238E27FC236}">
                      <a16:creationId xmlns:a16="http://schemas.microsoft.com/office/drawing/2014/main" id="{B91CCC12-C855-486F-AA44-943C5B935514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7" name="直線コネクタ 110516">
                  <a:extLst>
                    <a:ext uri="{FF2B5EF4-FFF2-40B4-BE49-F238E27FC236}">
                      <a16:creationId xmlns:a16="http://schemas.microsoft.com/office/drawing/2014/main" id="{DA2C75B6-8352-4BA7-BB56-05DD54DD5E09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8" name="直線コネクタ 110517">
                  <a:extLst>
                    <a:ext uri="{FF2B5EF4-FFF2-40B4-BE49-F238E27FC236}">
                      <a16:creationId xmlns:a16="http://schemas.microsoft.com/office/drawing/2014/main" id="{44E144B4-1BD7-4A7C-937C-1585786493D8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19" name="直線コネクタ 110518">
                  <a:extLst>
                    <a:ext uri="{FF2B5EF4-FFF2-40B4-BE49-F238E27FC236}">
                      <a16:creationId xmlns:a16="http://schemas.microsoft.com/office/drawing/2014/main" id="{825AFE79-8316-46A3-9C15-0BBB61CC1170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0" name="直線コネクタ 110519">
                  <a:extLst>
                    <a:ext uri="{FF2B5EF4-FFF2-40B4-BE49-F238E27FC236}">
                      <a16:creationId xmlns:a16="http://schemas.microsoft.com/office/drawing/2014/main" id="{0942749A-3BEE-4C87-ABFF-BFC2468E6F63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1" name="直線コネクタ 110520">
                  <a:extLst>
                    <a:ext uri="{FF2B5EF4-FFF2-40B4-BE49-F238E27FC236}">
                      <a16:creationId xmlns:a16="http://schemas.microsoft.com/office/drawing/2014/main" id="{5A971509-5C73-4407-8D53-C9840D4B12C0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2" name="直線コネクタ 110521">
                  <a:extLst>
                    <a:ext uri="{FF2B5EF4-FFF2-40B4-BE49-F238E27FC236}">
                      <a16:creationId xmlns:a16="http://schemas.microsoft.com/office/drawing/2014/main" id="{23B9B84E-FDE3-49B0-AB54-99CE88A89E7A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3" name="直線コネクタ 110522">
                  <a:extLst>
                    <a:ext uri="{FF2B5EF4-FFF2-40B4-BE49-F238E27FC236}">
                      <a16:creationId xmlns:a16="http://schemas.microsoft.com/office/drawing/2014/main" id="{1F02A385-30A8-44AD-818E-DDD6FBE14ED0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4" name="直線コネクタ 110523">
                  <a:extLst>
                    <a:ext uri="{FF2B5EF4-FFF2-40B4-BE49-F238E27FC236}">
                      <a16:creationId xmlns:a16="http://schemas.microsoft.com/office/drawing/2014/main" id="{E504D2C6-587F-4996-B173-C302948DD175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5" name="直線コネクタ 110524">
                  <a:extLst>
                    <a:ext uri="{FF2B5EF4-FFF2-40B4-BE49-F238E27FC236}">
                      <a16:creationId xmlns:a16="http://schemas.microsoft.com/office/drawing/2014/main" id="{74F51867-1155-418F-B6C6-908E1E324A24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6" name="直線コネクタ 110525">
                  <a:extLst>
                    <a:ext uri="{FF2B5EF4-FFF2-40B4-BE49-F238E27FC236}">
                      <a16:creationId xmlns:a16="http://schemas.microsoft.com/office/drawing/2014/main" id="{CF71E04D-B12D-474C-A4DB-5F69C3F135DD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7" name="直線コネクタ 110526">
                  <a:extLst>
                    <a:ext uri="{FF2B5EF4-FFF2-40B4-BE49-F238E27FC236}">
                      <a16:creationId xmlns:a16="http://schemas.microsoft.com/office/drawing/2014/main" id="{E7C89931-9906-440F-8E2E-AE42ACA6863E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8" name="直線コネクタ 110527">
                  <a:extLst>
                    <a:ext uri="{FF2B5EF4-FFF2-40B4-BE49-F238E27FC236}">
                      <a16:creationId xmlns:a16="http://schemas.microsoft.com/office/drawing/2014/main" id="{24BB4B36-B749-4B20-9345-61FF8C2E0B24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29" name="直線コネクタ 110528">
                  <a:extLst>
                    <a:ext uri="{FF2B5EF4-FFF2-40B4-BE49-F238E27FC236}">
                      <a16:creationId xmlns:a16="http://schemas.microsoft.com/office/drawing/2014/main" id="{0800012C-16D4-45E5-8B23-17567CC29FAB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0" name="直線コネクタ 110529">
                  <a:extLst>
                    <a:ext uri="{FF2B5EF4-FFF2-40B4-BE49-F238E27FC236}">
                      <a16:creationId xmlns:a16="http://schemas.microsoft.com/office/drawing/2014/main" id="{4281D86F-47FC-4AD7-89FB-09C549675A11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1" name="直線コネクタ 110530">
                  <a:extLst>
                    <a:ext uri="{FF2B5EF4-FFF2-40B4-BE49-F238E27FC236}">
                      <a16:creationId xmlns:a16="http://schemas.microsoft.com/office/drawing/2014/main" id="{C8A9E9E3-7800-4E1E-BC54-B8B8F4A80C52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2" name="直線コネクタ 110531">
                  <a:extLst>
                    <a:ext uri="{FF2B5EF4-FFF2-40B4-BE49-F238E27FC236}">
                      <a16:creationId xmlns:a16="http://schemas.microsoft.com/office/drawing/2014/main" id="{F50750CF-CBA5-4E42-AE15-453368B6CE85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3" name="直線コネクタ 110532">
                  <a:extLst>
                    <a:ext uri="{FF2B5EF4-FFF2-40B4-BE49-F238E27FC236}">
                      <a16:creationId xmlns:a16="http://schemas.microsoft.com/office/drawing/2014/main" id="{1A41067F-4CAF-4785-81DB-8AA13EAA8595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4" name="直線コネクタ 110533">
                  <a:extLst>
                    <a:ext uri="{FF2B5EF4-FFF2-40B4-BE49-F238E27FC236}">
                      <a16:creationId xmlns:a16="http://schemas.microsoft.com/office/drawing/2014/main" id="{7CB29CE8-60F3-473E-8EC0-21627C767785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5" name="直線コネクタ 110534">
                  <a:extLst>
                    <a:ext uri="{FF2B5EF4-FFF2-40B4-BE49-F238E27FC236}">
                      <a16:creationId xmlns:a16="http://schemas.microsoft.com/office/drawing/2014/main" id="{340B9204-24FD-49AD-9980-8B37211B1656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6" name="直線コネクタ 110535">
                  <a:extLst>
                    <a:ext uri="{FF2B5EF4-FFF2-40B4-BE49-F238E27FC236}">
                      <a16:creationId xmlns:a16="http://schemas.microsoft.com/office/drawing/2014/main" id="{04CF793E-2976-4FCF-9E48-14A57462DA8F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7" name="直線コネクタ 110536">
                  <a:extLst>
                    <a:ext uri="{FF2B5EF4-FFF2-40B4-BE49-F238E27FC236}">
                      <a16:creationId xmlns:a16="http://schemas.microsoft.com/office/drawing/2014/main" id="{9E98B8B0-574E-4ED1-99DF-67342F372AAD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8" name="直線コネクタ 110537">
                  <a:extLst>
                    <a:ext uri="{FF2B5EF4-FFF2-40B4-BE49-F238E27FC236}">
                      <a16:creationId xmlns:a16="http://schemas.microsoft.com/office/drawing/2014/main" id="{EE2F06D9-EDF7-460F-AAB1-88E7B092B13A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39" name="直線コネクタ 110538">
                  <a:extLst>
                    <a:ext uri="{FF2B5EF4-FFF2-40B4-BE49-F238E27FC236}">
                      <a16:creationId xmlns:a16="http://schemas.microsoft.com/office/drawing/2014/main" id="{DD4F3ECE-6DC2-416F-936B-1730B70828B1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0" name="直線コネクタ 110539">
                  <a:extLst>
                    <a:ext uri="{FF2B5EF4-FFF2-40B4-BE49-F238E27FC236}">
                      <a16:creationId xmlns:a16="http://schemas.microsoft.com/office/drawing/2014/main" id="{A2BA5E8F-4222-42CA-B46E-84C88FD5B673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1" name="直線コネクタ 110540">
                  <a:extLst>
                    <a:ext uri="{FF2B5EF4-FFF2-40B4-BE49-F238E27FC236}">
                      <a16:creationId xmlns:a16="http://schemas.microsoft.com/office/drawing/2014/main" id="{5620F00D-A30D-4005-B99A-3FD4AECFE828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2" name="直線コネクタ 110541">
                  <a:extLst>
                    <a:ext uri="{FF2B5EF4-FFF2-40B4-BE49-F238E27FC236}">
                      <a16:creationId xmlns:a16="http://schemas.microsoft.com/office/drawing/2014/main" id="{15C76674-1636-453D-8B99-537F5B0E2561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3" name="直線コネクタ 110542">
                  <a:extLst>
                    <a:ext uri="{FF2B5EF4-FFF2-40B4-BE49-F238E27FC236}">
                      <a16:creationId xmlns:a16="http://schemas.microsoft.com/office/drawing/2014/main" id="{9B2D5512-D4F4-4836-AF35-8434F4419B83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4" name="直線コネクタ 110543">
                  <a:extLst>
                    <a:ext uri="{FF2B5EF4-FFF2-40B4-BE49-F238E27FC236}">
                      <a16:creationId xmlns:a16="http://schemas.microsoft.com/office/drawing/2014/main" id="{746DD84B-2219-4DD4-8D0C-DE21608D1430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5" name="直線コネクタ 110544">
                  <a:extLst>
                    <a:ext uri="{FF2B5EF4-FFF2-40B4-BE49-F238E27FC236}">
                      <a16:creationId xmlns:a16="http://schemas.microsoft.com/office/drawing/2014/main" id="{128E5126-C966-4DEA-B4B2-44F0F4EDDDE0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6" name="直線コネクタ 110545">
                  <a:extLst>
                    <a:ext uri="{FF2B5EF4-FFF2-40B4-BE49-F238E27FC236}">
                      <a16:creationId xmlns:a16="http://schemas.microsoft.com/office/drawing/2014/main" id="{27BD2E74-2083-45A0-B6A2-AFD254B97AFB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7" name="直線コネクタ 110546">
                  <a:extLst>
                    <a:ext uri="{FF2B5EF4-FFF2-40B4-BE49-F238E27FC236}">
                      <a16:creationId xmlns:a16="http://schemas.microsoft.com/office/drawing/2014/main" id="{F15593F2-6B9E-465C-A167-70351271F207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8" name="直線コネクタ 110547">
                  <a:extLst>
                    <a:ext uri="{FF2B5EF4-FFF2-40B4-BE49-F238E27FC236}">
                      <a16:creationId xmlns:a16="http://schemas.microsoft.com/office/drawing/2014/main" id="{A48DD6C8-26A9-4E1D-AE67-1E676F4EEE6C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49" name="直線コネクタ 110548">
                  <a:extLst>
                    <a:ext uri="{FF2B5EF4-FFF2-40B4-BE49-F238E27FC236}">
                      <a16:creationId xmlns:a16="http://schemas.microsoft.com/office/drawing/2014/main" id="{23B607F6-8958-43F4-904D-AB486726E371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0" name="直線コネクタ 110549">
                  <a:extLst>
                    <a:ext uri="{FF2B5EF4-FFF2-40B4-BE49-F238E27FC236}">
                      <a16:creationId xmlns:a16="http://schemas.microsoft.com/office/drawing/2014/main" id="{C8D238B6-BB42-44B2-BC7E-5C370D01C2D4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1" name="直線コネクタ 110550">
                  <a:extLst>
                    <a:ext uri="{FF2B5EF4-FFF2-40B4-BE49-F238E27FC236}">
                      <a16:creationId xmlns:a16="http://schemas.microsoft.com/office/drawing/2014/main" id="{1E1800D7-F326-40A6-B248-F6593692218E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2" name="直線コネクタ 110551">
                  <a:extLst>
                    <a:ext uri="{FF2B5EF4-FFF2-40B4-BE49-F238E27FC236}">
                      <a16:creationId xmlns:a16="http://schemas.microsoft.com/office/drawing/2014/main" id="{C1462FE6-5AE3-47FD-A321-5828559FBAC1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3" name="直線コネクタ 110552">
                  <a:extLst>
                    <a:ext uri="{FF2B5EF4-FFF2-40B4-BE49-F238E27FC236}">
                      <a16:creationId xmlns:a16="http://schemas.microsoft.com/office/drawing/2014/main" id="{72D9FFA5-6FE8-4506-858D-417724268CB5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4" name="直線コネクタ 110553">
                  <a:extLst>
                    <a:ext uri="{FF2B5EF4-FFF2-40B4-BE49-F238E27FC236}">
                      <a16:creationId xmlns:a16="http://schemas.microsoft.com/office/drawing/2014/main" id="{74205E06-82A0-476D-9E84-257EA8260216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5" name="直線コネクタ 110554">
                  <a:extLst>
                    <a:ext uri="{FF2B5EF4-FFF2-40B4-BE49-F238E27FC236}">
                      <a16:creationId xmlns:a16="http://schemas.microsoft.com/office/drawing/2014/main" id="{2D726F4C-40C8-4195-9DC0-3CB8F5901FE8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6" name="直線コネクタ 110555">
                  <a:extLst>
                    <a:ext uri="{FF2B5EF4-FFF2-40B4-BE49-F238E27FC236}">
                      <a16:creationId xmlns:a16="http://schemas.microsoft.com/office/drawing/2014/main" id="{7D51F357-E128-4C28-A651-C7B8A60CF2B5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7" name="直線コネクタ 110556">
                  <a:extLst>
                    <a:ext uri="{FF2B5EF4-FFF2-40B4-BE49-F238E27FC236}">
                      <a16:creationId xmlns:a16="http://schemas.microsoft.com/office/drawing/2014/main" id="{AFC24FA2-B957-49FE-A4BD-918EFE4BCACD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8" name="直線コネクタ 110557">
                  <a:extLst>
                    <a:ext uri="{FF2B5EF4-FFF2-40B4-BE49-F238E27FC236}">
                      <a16:creationId xmlns:a16="http://schemas.microsoft.com/office/drawing/2014/main" id="{6CC5ACD5-71BA-4522-A4A9-D765CB267088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59" name="直線コネクタ 110558">
                  <a:extLst>
                    <a:ext uri="{FF2B5EF4-FFF2-40B4-BE49-F238E27FC236}">
                      <a16:creationId xmlns:a16="http://schemas.microsoft.com/office/drawing/2014/main" id="{B8FFC630-CDA4-4F5C-939F-3703B7A978BE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0" name="直線コネクタ 110559">
                  <a:extLst>
                    <a:ext uri="{FF2B5EF4-FFF2-40B4-BE49-F238E27FC236}">
                      <a16:creationId xmlns:a16="http://schemas.microsoft.com/office/drawing/2014/main" id="{348C4773-8420-4800-B986-CD126F6618D9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1" name="直線コネクタ 110560">
                  <a:extLst>
                    <a:ext uri="{FF2B5EF4-FFF2-40B4-BE49-F238E27FC236}">
                      <a16:creationId xmlns:a16="http://schemas.microsoft.com/office/drawing/2014/main" id="{1D3DEC55-442E-4F17-ACA4-D8570391585B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2" name="直線コネクタ 110561">
                  <a:extLst>
                    <a:ext uri="{FF2B5EF4-FFF2-40B4-BE49-F238E27FC236}">
                      <a16:creationId xmlns:a16="http://schemas.microsoft.com/office/drawing/2014/main" id="{E3C2E9C2-73AB-4A12-BEF4-580216AD3AFE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3" name="直線コネクタ 110562">
                  <a:extLst>
                    <a:ext uri="{FF2B5EF4-FFF2-40B4-BE49-F238E27FC236}">
                      <a16:creationId xmlns:a16="http://schemas.microsoft.com/office/drawing/2014/main" id="{D4DCAC78-23E7-42E6-A438-0FD31A5ABA19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4" name="直線コネクタ 110563">
                  <a:extLst>
                    <a:ext uri="{FF2B5EF4-FFF2-40B4-BE49-F238E27FC236}">
                      <a16:creationId xmlns:a16="http://schemas.microsoft.com/office/drawing/2014/main" id="{1ED76ED0-3BB2-43D4-A1FC-3AB38C8CEF81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5" name="直線コネクタ 110564">
                  <a:extLst>
                    <a:ext uri="{FF2B5EF4-FFF2-40B4-BE49-F238E27FC236}">
                      <a16:creationId xmlns:a16="http://schemas.microsoft.com/office/drawing/2014/main" id="{79686DC7-348E-4486-ADBF-74C110C64CA4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6" name="直線コネクタ 110565">
                  <a:extLst>
                    <a:ext uri="{FF2B5EF4-FFF2-40B4-BE49-F238E27FC236}">
                      <a16:creationId xmlns:a16="http://schemas.microsoft.com/office/drawing/2014/main" id="{257CCA93-F603-4942-8BFB-B453FBEFD56B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7" name="直線コネクタ 110566">
                  <a:extLst>
                    <a:ext uri="{FF2B5EF4-FFF2-40B4-BE49-F238E27FC236}">
                      <a16:creationId xmlns:a16="http://schemas.microsoft.com/office/drawing/2014/main" id="{DA2EB3E3-47E4-4612-9238-21080E55CB9B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8" name="直線コネクタ 110567">
                  <a:extLst>
                    <a:ext uri="{FF2B5EF4-FFF2-40B4-BE49-F238E27FC236}">
                      <a16:creationId xmlns:a16="http://schemas.microsoft.com/office/drawing/2014/main" id="{B1795E08-729C-4A55-ABF6-2A66C80E3C6C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69" name="直線コネクタ 110568">
                  <a:extLst>
                    <a:ext uri="{FF2B5EF4-FFF2-40B4-BE49-F238E27FC236}">
                      <a16:creationId xmlns:a16="http://schemas.microsoft.com/office/drawing/2014/main" id="{2C96E1C1-7BA4-4A54-A523-DCD3366F9F8F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0" name="直線コネクタ 110569">
                  <a:extLst>
                    <a:ext uri="{FF2B5EF4-FFF2-40B4-BE49-F238E27FC236}">
                      <a16:creationId xmlns:a16="http://schemas.microsoft.com/office/drawing/2014/main" id="{9E013A75-9FB8-4A34-9ACB-DEEBB72C8F61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1" name="直線コネクタ 110570">
                  <a:extLst>
                    <a:ext uri="{FF2B5EF4-FFF2-40B4-BE49-F238E27FC236}">
                      <a16:creationId xmlns:a16="http://schemas.microsoft.com/office/drawing/2014/main" id="{77EF18E2-750B-4FCF-9513-AC22566849E9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2" name="直線コネクタ 110571">
                  <a:extLst>
                    <a:ext uri="{FF2B5EF4-FFF2-40B4-BE49-F238E27FC236}">
                      <a16:creationId xmlns:a16="http://schemas.microsoft.com/office/drawing/2014/main" id="{0012B127-5E47-4248-B561-237492B122AC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3" name="直線コネクタ 110572">
                  <a:extLst>
                    <a:ext uri="{FF2B5EF4-FFF2-40B4-BE49-F238E27FC236}">
                      <a16:creationId xmlns:a16="http://schemas.microsoft.com/office/drawing/2014/main" id="{8C449408-898D-410C-8DB8-E330A1315F8E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4" name="直線コネクタ 110573">
                  <a:extLst>
                    <a:ext uri="{FF2B5EF4-FFF2-40B4-BE49-F238E27FC236}">
                      <a16:creationId xmlns:a16="http://schemas.microsoft.com/office/drawing/2014/main" id="{3E68A67A-347B-4ABA-928D-25F774893DDD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5" name="直線コネクタ 110574">
                  <a:extLst>
                    <a:ext uri="{FF2B5EF4-FFF2-40B4-BE49-F238E27FC236}">
                      <a16:creationId xmlns:a16="http://schemas.microsoft.com/office/drawing/2014/main" id="{D34A5E39-29A6-439F-9088-CAFDD8EC9E2A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6" name="直線コネクタ 110575">
                  <a:extLst>
                    <a:ext uri="{FF2B5EF4-FFF2-40B4-BE49-F238E27FC236}">
                      <a16:creationId xmlns:a16="http://schemas.microsoft.com/office/drawing/2014/main" id="{3E4FDBB4-66A1-4FA1-9D6C-50C507044BD8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7" name="直線コネクタ 110576">
                  <a:extLst>
                    <a:ext uri="{FF2B5EF4-FFF2-40B4-BE49-F238E27FC236}">
                      <a16:creationId xmlns:a16="http://schemas.microsoft.com/office/drawing/2014/main" id="{274B1650-BD7B-4305-9EBB-969FA67A4625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8" name="直線コネクタ 110577">
                  <a:extLst>
                    <a:ext uri="{FF2B5EF4-FFF2-40B4-BE49-F238E27FC236}">
                      <a16:creationId xmlns:a16="http://schemas.microsoft.com/office/drawing/2014/main" id="{6D5BDD5B-2199-4BE5-8992-50E8730489F3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79" name="直線コネクタ 110578">
                  <a:extLst>
                    <a:ext uri="{FF2B5EF4-FFF2-40B4-BE49-F238E27FC236}">
                      <a16:creationId xmlns:a16="http://schemas.microsoft.com/office/drawing/2014/main" id="{62B10583-27B6-4B68-B836-E76537BF4B38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0" name="直線コネクタ 110579">
                  <a:extLst>
                    <a:ext uri="{FF2B5EF4-FFF2-40B4-BE49-F238E27FC236}">
                      <a16:creationId xmlns:a16="http://schemas.microsoft.com/office/drawing/2014/main" id="{9DE46C78-7A73-4054-B711-F1609BA2721A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1" name="直線コネクタ 110580">
                  <a:extLst>
                    <a:ext uri="{FF2B5EF4-FFF2-40B4-BE49-F238E27FC236}">
                      <a16:creationId xmlns:a16="http://schemas.microsoft.com/office/drawing/2014/main" id="{1ECA38D0-B482-4804-B82B-C88D9AD4660E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2" name="直線コネクタ 110581">
                  <a:extLst>
                    <a:ext uri="{FF2B5EF4-FFF2-40B4-BE49-F238E27FC236}">
                      <a16:creationId xmlns:a16="http://schemas.microsoft.com/office/drawing/2014/main" id="{286EE2C5-24FD-4F92-A9C0-4420B6BF6066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3" name="直線コネクタ 110582">
                  <a:extLst>
                    <a:ext uri="{FF2B5EF4-FFF2-40B4-BE49-F238E27FC236}">
                      <a16:creationId xmlns:a16="http://schemas.microsoft.com/office/drawing/2014/main" id="{4146E5BF-F796-4E39-BC17-B2D0300C3390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4" name="直線コネクタ 110583">
                  <a:extLst>
                    <a:ext uri="{FF2B5EF4-FFF2-40B4-BE49-F238E27FC236}">
                      <a16:creationId xmlns:a16="http://schemas.microsoft.com/office/drawing/2014/main" id="{22B3F452-E708-41F7-8FBC-01CEF88E9F73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5" name="直線コネクタ 110584">
                  <a:extLst>
                    <a:ext uri="{FF2B5EF4-FFF2-40B4-BE49-F238E27FC236}">
                      <a16:creationId xmlns:a16="http://schemas.microsoft.com/office/drawing/2014/main" id="{35B43CD1-A880-4301-865B-FBEE01C4B10C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6" name="直線コネクタ 110585">
                  <a:extLst>
                    <a:ext uri="{FF2B5EF4-FFF2-40B4-BE49-F238E27FC236}">
                      <a16:creationId xmlns:a16="http://schemas.microsoft.com/office/drawing/2014/main" id="{AF345782-4DE6-46E1-975C-FAE24B010F35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7" name="直線コネクタ 110586">
                  <a:extLst>
                    <a:ext uri="{FF2B5EF4-FFF2-40B4-BE49-F238E27FC236}">
                      <a16:creationId xmlns:a16="http://schemas.microsoft.com/office/drawing/2014/main" id="{D284B5C5-566C-41DC-83D0-B93D0CAA3ED2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8" name="直線コネクタ 110587">
                  <a:extLst>
                    <a:ext uri="{FF2B5EF4-FFF2-40B4-BE49-F238E27FC236}">
                      <a16:creationId xmlns:a16="http://schemas.microsoft.com/office/drawing/2014/main" id="{991963A8-4274-48F5-B98E-BD3AD7CA1912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89" name="直線コネクタ 110588">
                  <a:extLst>
                    <a:ext uri="{FF2B5EF4-FFF2-40B4-BE49-F238E27FC236}">
                      <a16:creationId xmlns:a16="http://schemas.microsoft.com/office/drawing/2014/main" id="{8A3A1E37-3CF2-4654-BB3A-A13FD506827C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0" name="直線コネクタ 110589">
                  <a:extLst>
                    <a:ext uri="{FF2B5EF4-FFF2-40B4-BE49-F238E27FC236}">
                      <a16:creationId xmlns:a16="http://schemas.microsoft.com/office/drawing/2014/main" id="{4CAED619-DE53-4DF4-BC52-22468C7F6624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1" name="直線コネクタ 110590">
                  <a:extLst>
                    <a:ext uri="{FF2B5EF4-FFF2-40B4-BE49-F238E27FC236}">
                      <a16:creationId xmlns:a16="http://schemas.microsoft.com/office/drawing/2014/main" id="{0BE9ADA7-A887-4A19-99DD-063202AB363D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2" name="直線コネクタ 110591">
                  <a:extLst>
                    <a:ext uri="{FF2B5EF4-FFF2-40B4-BE49-F238E27FC236}">
                      <a16:creationId xmlns:a16="http://schemas.microsoft.com/office/drawing/2014/main" id="{504909B0-88FB-484F-BC56-7CF76107CC01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3" name="直線コネクタ 110592">
                  <a:extLst>
                    <a:ext uri="{FF2B5EF4-FFF2-40B4-BE49-F238E27FC236}">
                      <a16:creationId xmlns:a16="http://schemas.microsoft.com/office/drawing/2014/main" id="{38E7146D-DEC6-46D2-9B79-5AC1FEA1DC26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4" name="直線コネクタ 110593">
                  <a:extLst>
                    <a:ext uri="{FF2B5EF4-FFF2-40B4-BE49-F238E27FC236}">
                      <a16:creationId xmlns:a16="http://schemas.microsoft.com/office/drawing/2014/main" id="{4A26DE50-3B75-49E6-B060-15E3E66B4ED8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5" name="直線コネクタ 110594">
                  <a:extLst>
                    <a:ext uri="{FF2B5EF4-FFF2-40B4-BE49-F238E27FC236}">
                      <a16:creationId xmlns:a16="http://schemas.microsoft.com/office/drawing/2014/main" id="{4406E3F4-06CC-4BCD-AE2D-C1FECB58EBE6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6" name="直線コネクタ 110595">
                  <a:extLst>
                    <a:ext uri="{FF2B5EF4-FFF2-40B4-BE49-F238E27FC236}">
                      <a16:creationId xmlns:a16="http://schemas.microsoft.com/office/drawing/2014/main" id="{218A9FE9-F113-4BF6-8520-8567845F42C1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7" name="直線コネクタ 110596">
                  <a:extLst>
                    <a:ext uri="{FF2B5EF4-FFF2-40B4-BE49-F238E27FC236}">
                      <a16:creationId xmlns:a16="http://schemas.microsoft.com/office/drawing/2014/main" id="{CAC03E3A-E7D7-4F22-B4AA-64443DB4BBAF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8" name="直線コネクタ 110597">
                  <a:extLst>
                    <a:ext uri="{FF2B5EF4-FFF2-40B4-BE49-F238E27FC236}">
                      <a16:creationId xmlns:a16="http://schemas.microsoft.com/office/drawing/2014/main" id="{9382A90C-D0C7-4943-9A83-370E73CB916A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599" name="直線コネクタ 110598">
                  <a:extLst>
                    <a:ext uri="{FF2B5EF4-FFF2-40B4-BE49-F238E27FC236}">
                      <a16:creationId xmlns:a16="http://schemas.microsoft.com/office/drawing/2014/main" id="{64A4C57B-FDF5-4F0F-A62C-5C4D3BE05694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0" name="直線コネクタ 110599">
                  <a:extLst>
                    <a:ext uri="{FF2B5EF4-FFF2-40B4-BE49-F238E27FC236}">
                      <a16:creationId xmlns:a16="http://schemas.microsoft.com/office/drawing/2014/main" id="{83936044-7328-49DD-8E5A-06172DFF72FF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1" name="直線コネクタ 110600">
                  <a:extLst>
                    <a:ext uri="{FF2B5EF4-FFF2-40B4-BE49-F238E27FC236}">
                      <a16:creationId xmlns:a16="http://schemas.microsoft.com/office/drawing/2014/main" id="{C4370A68-E359-43F9-9652-4F8986A77B6B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2" name="直線コネクタ 110601">
                  <a:extLst>
                    <a:ext uri="{FF2B5EF4-FFF2-40B4-BE49-F238E27FC236}">
                      <a16:creationId xmlns:a16="http://schemas.microsoft.com/office/drawing/2014/main" id="{EF93EDE5-F6F2-457C-8789-3F45230768D8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3" name="直線コネクタ 110602">
                  <a:extLst>
                    <a:ext uri="{FF2B5EF4-FFF2-40B4-BE49-F238E27FC236}">
                      <a16:creationId xmlns:a16="http://schemas.microsoft.com/office/drawing/2014/main" id="{825B5670-DF7F-44DB-A0F4-CA4789C9E71B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4" name="直線コネクタ 110603">
                  <a:extLst>
                    <a:ext uri="{FF2B5EF4-FFF2-40B4-BE49-F238E27FC236}">
                      <a16:creationId xmlns:a16="http://schemas.microsoft.com/office/drawing/2014/main" id="{79C02FFD-33E2-43A4-90DA-08E5A1CE6FE3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5" name="直線コネクタ 110604">
                  <a:extLst>
                    <a:ext uri="{FF2B5EF4-FFF2-40B4-BE49-F238E27FC236}">
                      <a16:creationId xmlns:a16="http://schemas.microsoft.com/office/drawing/2014/main" id="{A7AE5316-63D0-47F6-9D27-2582F782402A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6" name="直線コネクタ 110605">
                  <a:extLst>
                    <a:ext uri="{FF2B5EF4-FFF2-40B4-BE49-F238E27FC236}">
                      <a16:creationId xmlns:a16="http://schemas.microsoft.com/office/drawing/2014/main" id="{6259DCF3-50FE-445E-B28B-A6D7A94F21D4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7" name="直線コネクタ 110606">
                  <a:extLst>
                    <a:ext uri="{FF2B5EF4-FFF2-40B4-BE49-F238E27FC236}">
                      <a16:creationId xmlns:a16="http://schemas.microsoft.com/office/drawing/2014/main" id="{3F43B4BF-BD96-4BE7-947F-B2F772611A80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8" name="直線コネクタ 110607">
                  <a:extLst>
                    <a:ext uri="{FF2B5EF4-FFF2-40B4-BE49-F238E27FC236}">
                      <a16:creationId xmlns:a16="http://schemas.microsoft.com/office/drawing/2014/main" id="{5957928E-1020-4EFA-8773-0339FD6BC316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09" name="直線コネクタ 110608">
                  <a:extLst>
                    <a:ext uri="{FF2B5EF4-FFF2-40B4-BE49-F238E27FC236}">
                      <a16:creationId xmlns:a16="http://schemas.microsoft.com/office/drawing/2014/main" id="{F4848D43-7693-4B85-910B-35CD25C18B97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0" name="直線コネクタ 110609">
                  <a:extLst>
                    <a:ext uri="{FF2B5EF4-FFF2-40B4-BE49-F238E27FC236}">
                      <a16:creationId xmlns:a16="http://schemas.microsoft.com/office/drawing/2014/main" id="{84537D46-E9C9-4CF9-9976-751DA3961A71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1" name="直線コネクタ 110610">
                  <a:extLst>
                    <a:ext uri="{FF2B5EF4-FFF2-40B4-BE49-F238E27FC236}">
                      <a16:creationId xmlns:a16="http://schemas.microsoft.com/office/drawing/2014/main" id="{3A33F534-35A0-4A52-97ED-461057C25A9B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2" name="直線コネクタ 110611">
                  <a:extLst>
                    <a:ext uri="{FF2B5EF4-FFF2-40B4-BE49-F238E27FC236}">
                      <a16:creationId xmlns:a16="http://schemas.microsoft.com/office/drawing/2014/main" id="{FBC51771-B732-42BA-98F9-D61C512C3CC6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3" name="直線コネクタ 110612">
                  <a:extLst>
                    <a:ext uri="{FF2B5EF4-FFF2-40B4-BE49-F238E27FC236}">
                      <a16:creationId xmlns:a16="http://schemas.microsoft.com/office/drawing/2014/main" id="{C4EEE394-C431-4AEE-BCDB-DD79BC0C589C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4" name="直線コネクタ 110613">
                  <a:extLst>
                    <a:ext uri="{FF2B5EF4-FFF2-40B4-BE49-F238E27FC236}">
                      <a16:creationId xmlns:a16="http://schemas.microsoft.com/office/drawing/2014/main" id="{3F2522E7-66B6-48F6-AEAB-A1260975A865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5" name="直線コネクタ 110614">
                  <a:extLst>
                    <a:ext uri="{FF2B5EF4-FFF2-40B4-BE49-F238E27FC236}">
                      <a16:creationId xmlns:a16="http://schemas.microsoft.com/office/drawing/2014/main" id="{9A9F04E1-B79A-405B-813E-24F7A273B56B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6" name="直線コネクタ 110615">
                  <a:extLst>
                    <a:ext uri="{FF2B5EF4-FFF2-40B4-BE49-F238E27FC236}">
                      <a16:creationId xmlns:a16="http://schemas.microsoft.com/office/drawing/2014/main" id="{871F7454-569F-4401-A315-3DA6FB8FB1F2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7" name="直線コネクタ 110616">
                  <a:extLst>
                    <a:ext uri="{FF2B5EF4-FFF2-40B4-BE49-F238E27FC236}">
                      <a16:creationId xmlns:a16="http://schemas.microsoft.com/office/drawing/2014/main" id="{154D51CC-7A16-402A-B633-A9790698B5DA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8" name="直線コネクタ 110617">
                  <a:extLst>
                    <a:ext uri="{FF2B5EF4-FFF2-40B4-BE49-F238E27FC236}">
                      <a16:creationId xmlns:a16="http://schemas.microsoft.com/office/drawing/2014/main" id="{FA41D8D1-2F27-4455-BDE2-A9A76DF09935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19" name="直線コネクタ 110618">
                  <a:extLst>
                    <a:ext uri="{FF2B5EF4-FFF2-40B4-BE49-F238E27FC236}">
                      <a16:creationId xmlns:a16="http://schemas.microsoft.com/office/drawing/2014/main" id="{9277044F-6AFE-4647-9BCC-D0257F0E4AAE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0" name="直線コネクタ 110619">
                  <a:extLst>
                    <a:ext uri="{FF2B5EF4-FFF2-40B4-BE49-F238E27FC236}">
                      <a16:creationId xmlns:a16="http://schemas.microsoft.com/office/drawing/2014/main" id="{771D5E9F-52D0-4E5C-A671-24E08E923B5A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1" name="直線コネクタ 110620">
                  <a:extLst>
                    <a:ext uri="{FF2B5EF4-FFF2-40B4-BE49-F238E27FC236}">
                      <a16:creationId xmlns:a16="http://schemas.microsoft.com/office/drawing/2014/main" id="{DC7A28F2-5B5D-403D-A5FE-51D8D057C0E3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2" name="直線コネクタ 110621">
                  <a:extLst>
                    <a:ext uri="{FF2B5EF4-FFF2-40B4-BE49-F238E27FC236}">
                      <a16:creationId xmlns:a16="http://schemas.microsoft.com/office/drawing/2014/main" id="{42A8F5FA-B829-4604-B85C-3D82B011442C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3" name="直線コネクタ 110622">
                  <a:extLst>
                    <a:ext uri="{FF2B5EF4-FFF2-40B4-BE49-F238E27FC236}">
                      <a16:creationId xmlns:a16="http://schemas.microsoft.com/office/drawing/2014/main" id="{77C25C4B-9228-4770-BCD0-511773ED6722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4" name="直線コネクタ 110623">
                  <a:extLst>
                    <a:ext uri="{FF2B5EF4-FFF2-40B4-BE49-F238E27FC236}">
                      <a16:creationId xmlns:a16="http://schemas.microsoft.com/office/drawing/2014/main" id="{658D7056-92A5-4C02-9B2F-B73D1C83ADAE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5" name="直線コネクタ 110624">
                  <a:extLst>
                    <a:ext uri="{FF2B5EF4-FFF2-40B4-BE49-F238E27FC236}">
                      <a16:creationId xmlns:a16="http://schemas.microsoft.com/office/drawing/2014/main" id="{207A70DA-E768-4547-83F4-09E19DAF2355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6" name="直線コネクタ 110625">
                  <a:extLst>
                    <a:ext uri="{FF2B5EF4-FFF2-40B4-BE49-F238E27FC236}">
                      <a16:creationId xmlns:a16="http://schemas.microsoft.com/office/drawing/2014/main" id="{147A05FA-3B44-4C22-933B-25A0CC506954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7" name="直線コネクタ 110626">
                  <a:extLst>
                    <a:ext uri="{FF2B5EF4-FFF2-40B4-BE49-F238E27FC236}">
                      <a16:creationId xmlns:a16="http://schemas.microsoft.com/office/drawing/2014/main" id="{28F36162-D894-4DB7-9DED-9159185E535F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8" name="直線コネクタ 110627">
                  <a:extLst>
                    <a:ext uri="{FF2B5EF4-FFF2-40B4-BE49-F238E27FC236}">
                      <a16:creationId xmlns:a16="http://schemas.microsoft.com/office/drawing/2014/main" id="{D35D090E-BEF1-41CD-8E45-AFFC70B89AF7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29" name="直線コネクタ 110628">
                  <a:extLst>
                    <a:ext uri="{FF2B5EF4-FFF2-40B4-BE49-F238E27FC236}">
                      <a16:creationId xmlns:a16="http://schemas.microsoft.com/office/drawing/2014/main" id="{7118830D-D911-45C3-9E74-99660B0508E7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0" name="直線コネクタ 110629">
                  <a:extLst>
                    <a:ext uri="{FF2B5EF4-FFF2-40B4-BE49-F238E27FC236}">
                      <a16:creationId xmlns:a16="http://schemas.microsoft.com/office/drawing/2014/main" id="{6B777407-4876-4283-B100-362ED77836C0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1" name="直線コネクタ 110630">
                  <a:extLst>
                    <a:ext uri="{FF2B5EF4-FFF2-40B4-BE49-F238E27FC236}">
                      <a16:creationId xmlns:a16="http://schemas.microsoft.com/office/drawing/2014/main" id="{494BFB83-C292-4779-87D0-EB982EE0AEAD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2" name="直線コネクタ 110631">
                  <a:extLst>
                    <a:ext uri="{FF2B5EF4-FFF2-40B4-BE49-F238E27FC236}">
                      <a16:creationId xmlns:a16="http://schemas.microsoft.com/office/drawing/2014/main" id="{72F9F0B3-FFB8-485F-BB0F-F66592CF6189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3" name="直線コネクタ 110632">
                  <a:extLst>
                    <a:ext uri="{FF2B5EF4-FFF2-40B4-BE49-F238E27FC236}">
                      <a16:creationId xmlns:a16="http://schemas.microsoft.com/office/drawing/2014/main" id="{505614F2-D186-4940-951B-DB7F1F1D1923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4" name="直線コネクタ 110633">
                  <a:extLst>
                    <a:ext uri="{FF2B5EF4-FFF2-40B4-BE49-F238E27FC236}">
                      <a16:creationId xmlns:a16="http://schemas.microsoft.com/office/drawing/2014/main" id="{2D8C963B-1FB3-4C4C-8CB3-02889CFB365B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5" name="直線コネクタ 110634">
                  <a:extLst>
                    <a:ext uri="{FF2B5EF4-FFF2-40B4-BE49-F238E27FC236}">
                      <a16:creationId xmlns:a16="http://schemas.microsoft.com/office/drawing/2014/main" id="{4D19FA45-DF5D-4A14-82FC-2AE4748183BF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6" name="直線コネクタ 110635">
                  <a:extLst>
                    <a:ext uri="{FF2B5EF4-FFF2-40B4-BE49-F238E27FC236}">
                      <a16:creationId xmlns:a16="http://schemas.microsoft.com/office/drawing/2014/main" id="{CD4B3DE3-CC6F-43AB-9C6B-F665508AE92A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7" name="直線コネクタ 110636">
                  <a:extLst>
                    <a:ext uri="{FF2B5EF4-FFF2-40B4-BE49-F238E27FC236}">
                      <a16:creationId xmlns:a16="http://schemas.microsoft.com/office/drawing/2014/main" id="{1E60E7D6-6259-4CC7-B7E9-3BF02F72C131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8" name="直線コネクタ 110637">
                  <a:extLst>
                    <a:ext uri="{FF2B5EF4-FFF2-40B4-BE49-F238E27FC236}">
                      <a16:creationId xmlns:a16="http://schemas.microsoft.com/office/drawing/2014/main" id="{8529D412-0738-4016-BFAC-4475F46B9575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39" name="直線コネクタ 110638">
                  <a:extLst>
                    <a:ext uri="{FF2B5EF4-FFF2-40B4-BE49-F238E27FC236}">
                      <a16:creationId xmlns:a16="http://schemas.microsoft.com/office/drawing/2014/main" id="{58B8E30B-85A4-49A7-B54A-4A2A18138F8B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0" name="直線コネクタ 110639">
                  <a:extLst>
                    <a:ext uri="{FF2B5EF4-FFF2-40B4-BE49-F238E27FC236}">
                      <a16:creationId xmlns:a16="http://schemas.microsoft.com/office/drawing/2014/main" id="{791E10F9-7514-429D-AF4B-EEEE1A3DF3D6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1" name="直線コネクタ 110640">
                  <a:extLst>
                    <a:ext uri="{FF2B5EF4-FFF2-40B4-BE49-F238E27FC236}">
                      <a16:creationId xmlns:a16="http://schemas.microsoft.com/office/drawing/2014/main" id="{95DC135F-D9AE-44D0-92DD-2759110E74AF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2" name="直線コネクタ 110641">
                  <a:extLst>
                    <a:ext uri="{FF2B5EF4-FFF2-40B4-BE49-F238E27FC236}">
                      <a16:creationId xmlns:a16="http://schemas.microsoft.com/office/drawing/2014/main" id="{B50C8DB2-2B8D-4CE0-A9F9-D6F9E78FB2D4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3" name="直線コネクタ 110642">
                  <a:extLst>
                    <a:ext uri="{FF2B5EF4-FFF2-40B4-BE49-F238E27FC236}">
                      <a16:creationId xmlns:a16="http://schemas.microsoft.com/office/drawing/2014/main" id="{0E1FCFB3-ADB3-45E2-8BCD-79ABF5AC7B29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4" name="直線コネクタ 110643">
                  <a:extLst>
                    <a:ext uri="{FF2B5EF4-FFF2-40B4-BE49-F238E27FC236}">
                      <a16:creationId xmlns:a16="http://schemas.microsoft.com/office/drawing/2014/main" id="{97CD6738-6900-449C-97CF-F826875696F4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5" name="直線コネクタ 110644">
                  <a:extLst>
                    <a:ext uri="{FF2B5EF4-FFF2-40B4-BE49-F238E27FC236}">
                      <a16:creationId xmlns:a16="http://schemas.microsoft.com/office/drawing/2014/main" id="{2CACD988-1ADB-4607-BCF0-0C775ADBC88A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6" name="直線コネクタ 110645">
                  <a:extLst>
                    <a:ext uri="{FF2B5EF4-FFF2-40B4-BE49-F238E27FC236}">
                      <a16:creationId xmlns:a16="http://schemas.microsoft.com/office/drawing/2014/main" id="{49A12AC7-ECC6-4E53-820D-D924B9985CA7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7" name="直線コネクタ 110646">
                  <a:extLst>
                    <a:ext uri="{FF2B5EF4-FFF2-40B4-BE49-F238E27FC236}">
                      <a16:creationId xmlns:a16="http://schemas.microsoft.com/office/drawing/2014/main" id="{5061060F-FD55-4948-B267-A5D1DEE5C28F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8" name="直線コネクタ 110647">
                  <a:extLst>
                    <a:ext uri="{FF2B5EF4-FFF2-40B4-BE49-F238E27FC236}">
                      <a16:creationId xmlns:a16="http://schemas.microsoft.com/office/drawing/2014/main" id="{DC9876E7-3A14-47DB-A032-F414D44321F0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49" name="直線コネクタ 110648">
                  <a:extLst>
                    <a:ext uri="{FF2B5EF4-FFF2-40B4-BE49-F238E27FC236}">
                      <a16:creationId xmlns:a16="http://schemas.microsoft.com/office/drawing/2014/main" id="{F27D746A-2493-475D-BCD3-8A46D4057B0F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0" name="直線コネクタ 110649">
                  <a:extLst>
                    <a:ext uri="{FF2B5EF4-FFF2-40B4-BE49-F238E27FC236}">
                      <a16:creationId xmlns:a16="http://schemas.microsoft.com/office/drawing/2014/main" id="{BC565370-4AE0-40EC-8B3B-D230853EB5E5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1" name="直線コネクタ 110650">
                  <a:extLst>
                    <a:ext uri="{FF2B5EF4-FFF2-40B4-BE49-F238E27FC236}">
                      <a16:creationId xmlns:a16="http://schemas.microsoft.com/office/drawing/2014/main" id="{471ACF1C-3AD9-484C-9AFE-D2FFDEFF77BE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2" name="直線コネクタ 110651">
                  <a:extLst>
                    <a:ext uri="{FF2B5EF4-FFF2-40B4-BE49-F238E27FC236}">
                      <a16:creationId xmlns:a16="http://schemas.microsoft.com/office/drawing/2014/main" id="{0D89B676-AC30-4F58-A0CA-B5644A46B504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3" name="直線コネクタ 110652">
                  <a:extLst>
                    <a:ext uri="{FF2B5EF4-FFF2-40B4-BE49-F238E27FC236}">
                      <a16:creationId xmlns:a16="http://schemas.microsoft.com/office/drawing/2014/main" id="{BF18ABFB-9148-4433-88F8-23716D399EB0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4" name="直線コネクタ 110653">
                  <a:extLst>
                    <a:ext uri="{FF2B5EF4-FFF2-40B4-BE49-F238E27FC236}">
                      <a16:creationId xmlns:a16="http://schemas.microsoft.com/office/drawing/2014/main" id="{15337077-560A-4A87-960E-947B8492382E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5" name="直線コネクタ 110654">
                  <a:extLst>
                    <a:ext uri="{FF2B5EF4-FFF2-40B4-BE49-F238E27FC236}">
                      <a16:creationId xmlns:a16="http://schemas.microsoft.com/office/drawing/2014/main" id="{EA92391C-A709-4E4B-9DE7-1AEEE182F1B0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6" name="直線コネクタ 110655">
                  <a:extLst>
                    <a:ext uri="{FF2B5EF4-FFF2-40B4-BE49-F238E27FC236}">
                      <a16:creationId xmlns:a16="http://schemas.microsoft.com/office/drawing/2014/main" id="{BC8D58FE-24BA-4D17-94D1-CEA5E6CD2137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7" name="直線コネクタ 110656">
                  <a:extLst>
                    <a:ext uri="{FF2B5EF4-FFF2-40B4-BE49-F238E27FC236}">
                      <a16:creationId xmlns:a16="http://schemas.microsoft.com/office/drawing/2014/main" id="{F30487DE-E6C0-40FD-96A7-71949B6A4D36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8" name="直線コネクタ 110657">
                  <a:extLst>
                    <a:ext uri="{FF2B5EF4-FFF2-40B4-BE49-F238E27FC236}">
                      <a16:creationId xmlns:a16="http://schemas.microsoft.com/office/drawing/2014/main" id="{5904A45A-98BA-4B68-97DC-FA44EF4EA288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59" name="直線コネクタ 110658">
                  <a:extLst>
                    <a:ext uri="{FF2B5EF4-FFF2-40B4-BE49-F238E27FC236}">
                      <a16:creationId xmlns:a16="http://schemas.microsoft.com/office/drawing/2014/main" id="{6F30A9C9-57F0-4CA9-A799-C49B0E6A4656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0" name="直線コネクタ 110659">
                  <a:extLst>
                    <a:ext uri="{FF2B5EF4-FFF2-40B4-BE49-F238E27FC236}">
                      <a16:creationId xmlns:a16="http://schemas.microsoft.com/office/drawing/2014/main" id="{83110DFA-766B-4A7B-867F-1115704F3EA9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1" name="直線コネクタ 110660">
                  <a:extLst>
                    <a:ext uri="{FF2B5EF4-FFF2-40B4-BE49-F238E27FC236}">
                      <a16:creationId xmlns:a16="http://schemas.microsoft.com/office/drawing/2014/main" id="{210607C8-8415-4724-A888-D50D61B75E09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2" name="直線コネクタ 110661">
                  <a:extLst>
                    <a:ext uri="{FF2B5EF4-FFF2-40B4-BE49-F238E27FC236}">
                      <a16:creationId xmlns:a16="http://schemas.microsoft.com/office/drawing/2014/main" id="{8D2CBFCA-081C-48C2-A246-E37172E8BA34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3" name="直線コネクタ 110662">
                  <a:extLst>
                    <a:ext uri="{FF2B5EF4-FFF2-40B4-BE49-F238E27FC236}">
                      <a16:creationId xmlns:a16="http://schemas.microsoft.com/office/drawing/2014/main" id="{B9194A03-3037-4447-AEF8-980FCF5EB8B1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4" name="直線コネクタ 110663">
                  <a:extLst>
                    <a:ext uri="{FF2B5EF4-FFF2-40B4-BE49-F238E27FC236}">
                      <a16:creationId xmlns:a16="http://schemas.microsoft.com/office/drawing/2014/main" id="{8A81F4A0-4547-4B78-83D5-FF5E483CF75D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5" name="直線コネクタ 110664">
                  <a:extLst>
                    <a:ext uri="{FF2B5EF4-FFF2-40B4-BE49-F238E27FC236}">
                      <a16:creationId xmlns:a16="http://schemas.microsoft.com/office/drawing/2014/main" id="{40B40013-AF96-416B-A4A9-E1E02F4863CF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6" name="直線コネクタ 110665">
                  <a:extLst>
                    <a:ext uri="{FF2B5EF4-FFF2-40B4-BE49-F238E27FC236}">
                      <a16:creationId xmlns:a16="http://schemas.microsoft.com/office/drawing/2014/main" id="{E1C723D3-9634-4BF0-AFEF-FFBDDD65A01C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7" name="直線コネクタ 110666">
                  <a:extLst>
                    <a:ext uri="{FF2B5EF4-FFF2-40B4-BE49-F238E27FC236}">
                      <a16:creationId xmlns:a16="http://schemas.microsoft.com/office/drawing/2014/main" id="{A8FE00E7-9D75-48CF-83F2-A6D1CCE7AACE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8" name="直線コネクタ 110667">
                  <a:extLst>
                    <a:ext uri="{FF2B5EF4-FFF2-40B4-BE49-F238E27FC236}">
                      <a16:creationId xmlns:a16="http://schemas.microsoft.com/office/drawing/2014/main" id="{AA4AD247-D21E-4968-B320-2FA9246D948E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69" name="直線コネクタ 110668">
                  <a:extLst>
                    <a:ext uri="{FF2B5EF4-FFF2-40B4-BE49-F238E27FC236}">
                      <a16:creationId xmlns:a16="http://schemas.microsoft.com/office/drawing/2014/main" id="{E8394AC0-929F-4205-AE46-82B31A6F1728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0" name="直線コネクタ 110669">
                  <a:extLst>
                    <a:ext uri="{FF2B5EF4-FFF2-40B4-BE49-F238E27FC236}">
                      <a16:creationId xmlns:a16="http://schemas.microsoft.com/office/drawing/2014/main" id="{40FDE229-BBFB-4D04-ABF7-8C9D38E56D18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1" name="直線コネクタ 110670">
                  <a:extLst>
                    <a:ext uri="{FF2B5EF4-FFF2-40B4-BE49-F238E27FC236}">
                      <a16:creationId xmlns:a16="http://schemas.microsoft.com/office/drawing/2014/main" id="{80EAE0BE-9632-4928-98EE-074684F3D884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2" name="直線コネクタ 110671">
                  <a:extLst>
                    <a:ext uri="{FF2B5EF4-FFF2-40B4-BE49-F238E27FC236}">
                      <a16:creationId xmlns:a16="http://schemas.microsoft.com/office/drawing/2014/main" id="{0FE93F4D-0A76-432F-BA9A-C6DE973C5FCE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3" name="直線コネクタ 110672">
                  <a:extLst>
                    <a:ext uri="{FF2B5EF4-FFF2-40B4-BE49-F238E27FC236}">
                      <a16:creationId xmlns:a16="http://schemas.microsoft.com/office/drawing/2014/main" id="{C18E2447-1639-4607-A5BB-7D7938D65E5A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4" name="直線コネクタ 110673">
                  <a:extLst>
                    <a:ext uri="{FF2B5EF4-FFF2-40B4-BE49-F238E27FC236}">
                      <a16:creationId xmlns:a16="http://schemas.microsoft.com/office/drawing/2014/main" id="{DB20CE21-DE1A-493D-9983-398323515A82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5" name="直線コネクタ 110674">
                  <a:extLst>
                    <a:ext uri="{FF2B5EF4-FFF2-40B4-BE49-F238E27FC236}">
                      <a16:creationId xmlns:a16="http://schemas.microsoft.com/office/drawing/2014/main" id="{8C1EA431-D4FB-4965-A7F9-A18CDBE6E493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6" name="直線コネクタ 110675">
                  <a:extLst>
                    <a:ext uri="{FF2B5EF4-FFF2-40B4-BE49-F238E27FC236}">
                      <a16:creationId xmlns:a16="http://schemas.microsoft.com/office/drawing/2014/main" id="{0DEE7608-2A0D-46DE-9894-25475A6EF571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7" name="直線コネクタ 110676">
                  <a:extLst>
                    <a:ext uri="{FF2B5EF4-FFF2-40B4-BE49-F238E27FC236}">
                      <a16:creationId xmlns:a16="http://schemas.microsoft.com/office/drawing/2014/main" id="{E461956B-59C2-43B2-9BE2-D7B36D0BE2AD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8" name="直線コネクタ 110677">
                  <a:extLst>
                    <a:ext uri="{FF2B5EF4-FFF2-40B4-BE49-F238E27FC236}">
                      <a16:creationId xmlns:a16="http://schemas.microsoft.com/office/drawing/2014/main" id="{739B74E4-D9D5-4D48-849A-653B131BA561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79" name="直線コネクタ 110678">
                  <a:extLst>
                    <a:ext uri="{FF2B5EF4-FFF2-40B4-BE49-F238E27FC236}">
                      <a16:creationId xmlns:a16="http://schemas.microsoft.com/office/drawing/2014/main" id="{BC701E20-7B55-448B-B001-937C6703BA97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0" name="直線コネクタ 110679">
                  <a:extLst>
                    <a:ext uri="{FF2B5EF4-FFF2-40B4-BE49-F238E27FC236}">
                      <a16:creationId xmlns:a16="http://schemas.microsoft.com/office/drawing/2014/main" id="{9AFE1196-8607-4B16-A61F-0754A2FAAEBE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1" name="直線コネクタ 110680">
                  <a:extLst>
                    <a:ext uri="{FF2B5EF4-FFF2-40B4-BE49-F238E27FC236}">
                      <a16:creationId xmlns:a16="http://schemas.microsoft.com/office/drawing/2014/main" id="{3DF5F8AD-98BA-4CAB-94C1-94046E9E1441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2" name="直線コネクタ 110681">
                  <a:extLst>
                    <a:ext uri="{FF2B5EF4-FFF2-40B4-BE49-F238E27FC236}">
                      <a16:creationId xmlns:a16="http://schemas.microsoft.com/office/drawing/2014/main" id="{3463640F-E2EE-4F01-A63E-FAB87CAAE9F6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3" name="直線コネクタ 110682">
                  <a:extLst>
                    <a:ext uri="{FF2B5EF4-FFF2-40B4-BE49-F238E27FC236}">
                      <a16:creationId xmlns:a16="http://schemas.microsoft.com/office/drawing/2014/main" id="{817FB0D5-CAFD-4CC0-9399-2D54F841B6A9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4" name="直線コネクタ 110683">
                  <a:extLst>
                    <a:ext uri="{FF2B5EF4-FFF2-40B4-BE49-F238E27FC236}">
                      <a16:creationId xmlns:a16="http://schemas.microsoft.com/office/drawing/2014/main" id="{4238D9B2-5BB0-4DC4-B754-5FED436C0775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5" name="直線コネクタ 110684">
                  <a:extLst>
                    <a:ext uri="{FF2B5EF4-FFF2-40B4-BE49-F238E27FC236}">
                      <a16:creationId xmlns:a16="http://schemas.microsoft.com/office/drawing/2014/main" id="{2482250F-15F0-4112-94DE-826927F32D05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6" name="直線コネクタ 110685">
                  <a:extLst>
                    <a:ext uri="{FF2B5EF4-FFF2-40B4-BE49-F238E27FC236}">
                      <a16:creationId xmlns:a16="http://schemas.microsoft.com/office/drawing/2014/main" id="{EB6AEC90-424B-420A-9EB4-8FEE73EC2E19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7" name="直線コネクタ 110686">
                  <a:extLst>
                    <a:ext uri="{FF2B5EF4-FFF2-40B4-BE49-F238E27FC236}">
                      <a16:creationId xmlns:a16="http://schemas.microsoft.com/office/drawing/2014/main" id="{558E55FF-5E78-4C11-A2C7-A733E3EC7874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8" name="直線コネクタ 110687">
                  <a:extLst>
                    <a:ext uri="{FF2B5EF4-FFF2-40B4-BE49-F238E27FC236}">
                      <a16:creationId xmlns:a16="http://schemas.microsoft.com/office/drawing/2014/main" id="{FE56D577-2A68-4512-9818-8863A7DF8354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89" name="直線コネクタ 110688">
                  <a:extLst>
                    <a:ext uri="{FF2B5EF4-FFF2-40B4-BE49-F238E27FC236}">
                      <a16:creationId xmlns:a16="http://schemas.microsoft.com/office/drawing/2014/main" id="{441297F7-347D-45E1-9F57-56F4040BD2C8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0" name="直線コネクタ 110689">
                  <a:extLst>
                    <a:ext uri="{FF2B5EF4-FFF2-40B4-BE49-F238E27FC236}">
                      <a16:creationId xmlns:a16="http://schemas.microsoft.com/office/drawing/2014/main" id="{33852A70-92E0-4534-AF4A-FE3DDC51DE3E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1" name="直線コネクタ 110690">
                  <a:extLst>
                    <a:ext uri="{FF2B5EF4-FFF2-40B4-BE49-F238E27FC236}">
                      <a16:creationId xmlns:a16="http://schemas.microsoft.com/office/drawing/2014/main" id="{C31E3619-52E6-416B-9E44-FBCC5A0C1DC4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2" name="直線コネクタ 110691">
                  <a:extLst>
                    <a:ext uri="{FF2B5EF4-FFF2-40B4-BE49-F238E27FC236}">
                      <a16:creationId xmlns:a16="http://schemas.microsoft.com/office/drawing/2014/main" id="{EE6AA659-34DC-44CB-A621-0FB390541CB5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3" name="直線コネクタ 110692">
                  <a:extLst>
                    <a:ext uri="{FF2B5EF4-FFF2-40B4-BE49-F238E27FC236}">
                      <a16:creationId xmlns:a16="http://schemas.microsoft.com/office/drawing/2014/main" id="{080FDB61-1D59-48E2-9149-C82C4469BEE0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4" name="直線コネクタ 110693">
                  <a:extLst>
                    <a:ext uri="{FF2B5EF4-FFF2-40B4-BE49-F238E27FC236}">
                      <a16:creationId xmlns:a16="http://schemas.microsoft.com/office/drawing/2014/main" id="{5A19E528-A9DC-41BA-BA13-C547272B955B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5" name="直線コネクタ 110694">
                  <a:extLst>
                    <a:ext uri="{FF2B5EF4-FFF2-40B4-BE49-F238E27FC236}">
                      <a16:creationId xmlns:a16="http://schemas.microsoft.com/office/drawing/2014/main" id="{F302940E-DC95-41B4-9E67-8E244E5520B9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6" name="直線コネクタ 110695">
                  <a:extLst>
                    <a:ext uri="{FF2B5EF4-FFF2-40B4-BE49-F238E27FC236}">
                      <a16:creationId xmlns:a16="http://schemas.microsoft.com/office/drawing/2014/main" id="{FA89F248-F3F7-4F1D-9E9E-C46E1894D4A6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7" name="直線コネクタ 110696">
                  <a:extLst>
                    <a:ext uri="{FF2B5EF4-FFF2-40B4-BE49-F238E27FC236}">
                      <a16:creationId xmlns:a16="http://schemas.microsoft.com/office/drawing/2014/main" id="{E58F95C9-8A49-414A-9FAF-1E78EC2E7A26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8" name="直線コネクタ 110697">
                  <a:extLst>
                    <a:ext uri="{FF2B5EF4-FFF2-40B4-BE49-F238E27FC236}">
                      <a16:creationId xmlns:a16="http://schemas.microsoft.com/office/drawing/2014/main" id="{228F4570-694E-4F02-A0CA-AEBF651A808A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699" name="直線コネクタ 110698">
                  <a:extLst>
                    <a:ext uri="{FF2B5EF4-FFF2-40B4-BE49-F238E27FC236}">
                      <a16:creationId xmlns:a16="http://schemas.microsoft.com/office/drawing/2014/main" id="{FA16F8B6-B28D-41D7-83CF-A71ECC7FF310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0" name="直線コネクタ 110699">
                  <a:extLst>
                    <a:ext uri="{FF2B5EF4-FFF2-40B4-BE49-F238E27FC236}">
                      <a16:creationId xmlns:a16="http://schemas.microsoft.com/office/drawing/2014/main" id="{400F07F5-5217-48BE-A8BA-7A221AA65CF7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1" name="直線コネクタ 110700">
                  <a:extLst>
                    <a:ext uri="{FF2B5EF4-FFF2-40B4-BE49-F238E27FC236}">
                      <a16:creationId xmlns:a16="http://schemas.microsoft.com/office/drawing/2014/main" id="{0504D8BF-62DF-4523-AA38-6F2A948C9980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2" name="直線コネクタ 110701">
                  <a:extLst>
                    <a:ext uri="{FF2B5EF4-FFF2-40B4-BE49-F238E27FC236}">
                      <a16:creationId xmlns:a16="http://schemas.microsoft.com/office/drawing/2014/main" id="{B1FBEA2E-5B68-414E-8F50-767C80EA75F5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3" name="直線コネクタ 110702">
                  <a:extLst>
                    <a:ext uri="{FF2B5EF4-FFF2-40B4-BE49-F238E27FC236}">
                      <a16:creationId xmlns:a16="http://schemas.microsoft.com/office/drawing/2014/main" id="{7C3BA13A-2124-4DA6-9F1E-BE0D8D6974DA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4" name="直線コネクタ 110703">
                  <a:extLst>
                    <a:ext uri="{FF2B5EF4-FFF2-40B4-BE49-F238E27FC236}">
                      <a16:creationId xmlns:a16="http://schemas.microsoft.com/office/drawing/2014/main" id="{923737C9-9B5C-4AFA-A664-30E23C56B3B1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5" name="直線コネクタ 110704">
                  <a:extLst>
                    <a:ext uri="{FF2B5EF4-FFF2-40B4-BE49-F238E27FC236}">
                      <a16:creationId xmlns:a16="http://schemas.microsoft.com/office/drawing/2014/main" id="{3D745CEB-8F66-4300-95B0-6605EAA9FDD9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6" name="直線コネクタ 110705">
                  <a:extLst>
                    <a:ext uri="{FF2B5EF4-FFF2-40B4-BE49-F238E27FC236}">
                      <a16:creationId xmlns:a16="http://schemas.microsoft.com/office/drawing/2014/main" id="{BC03A510-6971-4A13-A5D6-C718F8BD490F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7" name="直線コネクタ 110706">
                  <a:extLst>
                    <a:ext uri="{FF2B5EF4-FFF2-40B4-BE49-F238E27FC236}">
                      <a16:creationId xmlns:a16="http://schemas.microsoft.com/office/drawing/2014/main" id="{6FAD2E76-9BAB-4462-BA50-453D29CA3CC8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8" name="直線コネクタ 110707">
                  <a:extLst>
                    <a:ext uri="{FF2B5EF4-FFF2-40B4-BE49-F238E27FC236}">
                      <a16:creationId xmlns:a16="http://schemas.microsoft.com/office/drawing/2014/main" id="{7112734A-DEFB-49C4-BEF8-EA83BA81DEBF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09" name="直線コネクタ 110708">
                  <a:extLst>
                    <a:ext uri="{FF2B5EF4-FFF2-40B4-BE49-F238E27FC236}">
                      <a16:creationId xmlns:a16="http://schemas.microsoft.com/office/drawing/2014/main" id="{75500827-6416-460A-A5F0-36B6C947C252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0" name="直線コネクタ 110709">
                  <a:extLst>
                    <a:ext uri="{FF2B5EF4-FFF2-40B4-BE49-F238E27FC236}">
                      <a16:creationId xmlns:a16="http://schemas.microsoft.com/office/drawing/2014/main" id="{4EFA4E12-197E-4ADD-96E2-D7D368B5F0B8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1" name="直線コネクタ 110710">
                  <a:extLst>
                    <a:ext uri="{FF2B5EF4-FFF2-40B4-BE49-F238E27FC236}">
                      <a16:creationId xmlns:a16="http://schemas.microsoft.com/office/drawing/2014/main" id="{D7DAF227-355E-4EE5-BC4F-1425A449F73C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2" name="直線コネクタ 110711">
                  <a:extLst>
                    <a:ext uri="{FF2B5EF4-FFF2-40B4-BE49-F238E27FC236}">
                      <a16:creationId xmlns:a16="http://schemas.microsoft.com/office/drawing/2014/main" id="{A7A990D4-2545-4EEE-9592-FD6AB96604BC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3" name="直線コネクタ 110712">
                  <a:extLst>
                    <a:ext uri="{FF2B5EF4-FFF2-40B4-BE49-F238E27FC236}">
                      <a16:creationId xmlns:a16="http://schemas.microsoft.com/office/drawing/2014/main" id="{C9EA800E-6145-47AF-88BC-09836977E5F0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4" name="直線コネクタ 110713">
                  <a:extLst>
                    <a:ext uri="{FF2B5EF4-FFF2-40B4-BE49-F238E27FC236}">
                      <a16:creationId xmlns:a16="http://schemas.microsoft.com/office/drawing/2014/main" id="{49E9F4D3-EB37-4C83-8CF0-84AE6F5588AC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5" name="直線コネクタ 110714">
                  <a:extLst>
                    <a:ext uri="{FF2B5EF4-FFF2-40B4-BE49-F238E27FC236}">
                      <a16:creationId xmlns:a16="http://schemas.microsoft.com/office/drawing/2014/main" id="{B8054C7A-1A20-412F-B699-FCC1569B79EA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6" name="直線コネクタ 110715">
                  <a:extLst>
                    <a:ext uri="{FF2B5EF4-FFF2-40B4-BE49-F238E27FC236}">
                      <a16:creationId xmlns:a16="http://schemas.microsoft.com/office/drawing/2014/main" id="{406D145D-3920-4E62-9D16-09A8F1598AE1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7" name="直線コネクタ 110716">
                  <a:extLst>
                    <a:ext uri="{FF2B5EF4-FFF2-40B4-BE49-F238E27FC236}">
                      <a16:creationId xmlns:a16="http://schemas.microsoft.com/office/drawing/2014/main" id="{4157A267-FE72-42DA-9270-78D342EC45D3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8" name="直線コネクタ 110717">
                  <a:extLst>
                    <a:ext uri="{FF2B5EF4-FFF2-40B4-BE49-F238E27FC236}">
                      <a16:creationId xmlns:a16="http://schemas.microsoft.com/office/drawing/2014/main" id="{F6636B54-7133-4296-AA13-5E92B2A535C0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19" name="直線コネクタ 110718">
                  <a:extLst>
                    <a:ext uri="{FF2B5EF4-FFF2-40B4-BE49-F238E27FC236}">
                      <a16:creationId xmlns:a16="http://schemas.microsoft.com/office/drawing/2014/main" id="{25D24A6D-BED3-4C42-99A4-E62AD16A0ABE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0" name="直線コネクタ 110719">
                  <a:extLst>
                    <a:ext uri="{FF2B5EF4-FFF2-40B4-BE49-F238E27FC236}">
                      <a16:creationId xmlns:a16="http://schemas.microsoft.com/office/drawing/2014/main" id="{889FC356-9DEC-46A9-80EF-05B2E94B8269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1" name="直線コネクタ 110720">
                  <a:extLst>
                    <a:ext uri="{FF2B5EF4-FFF2-40B4-BE49-F238E27FC236}">
                      <a16:creationId xmlns:a16="http://schemas.microsoft.com/office/drawing/2014/main" id="{BC209E65-6FAB-4D1B-88C7-3E998F3CAD91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2" name="直線コネクタ 110721">
                  <a:extLst>
                    <a:ext uri="{FF2B5EF4-FFF2-40B4-BE49-F238E27FC236}">
                      <a16:creationId xmlns:a16="http://schemas.microsoft.com/office/drawing/2014/main" id="{1BEE3575-206B-489E-A5BA-29C36DD664B0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3" name="直線コネクタ 110722">
                  <a:extLst>
                    <a:ext uri="{FF2B5EF4-FFF2-40B4-BE49-F238E27FC236}">
                      <a16:creationId xmlns:a16="http://schemas.microsoft.com/office/drawing/2014/main" id="{F0B09FAB-EC0D-4C3D-A24A-0ED52B56E4F6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4" name="直線コネクタ 110723">
                  <a:extLst>
                    <a:ext uri="{FF2B5EF4-FFF2-40B4-BE49-F238E27FC236}">
                      <a16:creationId xmlns:a16="http://schemas.microsoft.com/office/drawing/2014/main" id="{96AB63AD-4587-48D3-A398-9660E50867EF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5" name="直線コネクタ 110724">
                  <a:extLst>
                    <a:ext uri="{FF2B5EF4-FFF2-40B4-BE49-F238E27FC236}">
                      <a16:creationId xmlns:a16="http://schemas.microsoft.com/office/drawing/2014/main" id="{4F8E1232-60DF-48D6-A354-288F7088B026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6" name="直線コネクタ 110725">
                  <a:extLst>
                    <a:ext uri="{FF2B5EF4-FFF2-40B4-BE49-F238E27FC236}">
                      <a16:creationId xmlns:a16="http://schemas.microsoft.com/office/drawing/2014/main" id="{262DA8AB-B28F-49D5-BAE2-8C160644C5A3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7" name="直線コネクタ 110726">
                  <a:extLst>
                    <a:ext uri="{FF2B5EF4-FFF2-40B4-BE49-F238E27FC236}">
                      <a16:creationId xmlns:a16="http://schemas.microsoft.com/office/drawing/2014/main" id="{5B693CCE-1B9E-44BC-B6AA-E8E929D6CDED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728" name="直線コネクタ 110727">
                  <a:extLst>
                    <a:ext uri="{FF2B5EF4-FFF2-40B4-BE49-F238E27FC236}">
                      <a16:creationId xmlns:a16="http://schemas.microsoft.com/office/drawing/2014/main" id="{29C96636-B28B-4BF7-A619-A41D053FC527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246" name="グループ化 110245">
                <a:extLst>
                  <a:ext uri="{FF2B5EF4-FFF2-40B4-BE49-F238E27FC236}">
                    <a16:creationId xmlns:a16="http://schemas.microsoft.com/office/drawing/2014/main" id="{ACAA8CDE-0701-485E-8449-861AD31F2C94}"/>
                  </a:ext>
                </a:extLst>
              </p:cNvPr>
              <p:cNvGrpSpPr/>
              <p:nvPr/>
            </p:nvGrpSpPr>
            <p:grpSpPr>
              <a:xfrm rot="16200000">
                <a:off x="3600000" y="36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10247" name="直線コネクタ 110246">
                  <a:extLst>
                    <a:ext uri="{FF2B5EF4-FFF2-40B4-BE49-F238E27FC236}">
                      <a16:creationId xmlns:a16="http://schemas.microsoft.com/office/drawing/2014/main" id="{446FF7A0-79DE-4E5D-B99F-C805D7E84C8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48" name="直線コネクタ 110247">
                  <a:extLst>
                    <a:ext uri="{FF2B5EF4-FFF2-40B4-BE49-F238E27FC236}">
                      <a16:creationId xmlns:a16="http://schemas.microsoft.com/office/drawing/2014/main" id="{372D4D88-0DF2-4D93-A45C-83F0C08DC7F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49" name="直線コネクタ 110248">
                  <a:extLst>
                    <a:ext uri="{FF2B5EF4-FFF2-40B4-BE49-F238E27FC236}">
                      <a16:creationId xmlns:a16="http://schemas.microsoft.com/office/drawing/2014/main" id="{78733257-849C-49DD-80BF-42F4DDEAE3B4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0" name="直線コネクタ 110249">
                  <a:extLst>
                    <a:ext uri="{FF2B5EF4-FFF2-40B4-BE49-F238E27FC236}">
                      <a16:creationId xmlns:a16="http://schemas.microsoft.com/office/drawing/2014/main" id="{4B898E8C-EBCC-4FC1-A744-A36925718840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1" name="直線コネクタ 110250">
                  <a:extLst>
                    <a:ext uri="{FF2B5EF4-FFF2-40B4-BE49-F238E27FC236}">
                      <a16:creationId xmlns:a16="http://schemas.microsoft.com/office/drawing/2014/main" id="{C5DC3258-8850-4DAD-A49E-C14D2852318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2" name="直線コネクタ 110251">
                  <a:extLst>
                    <a:ext uri="{FF2B5EF4-FFF2-40B4-BE49-F238E27FC236}">
                      <a16:creationId xmlns:a16="http://schemas.microsoft.com/office/drawing/2014/main" id="{EB64267A-F7A7-40B4-8E82-A6AEF40E240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3" name="直線コネクタ 110252">
                  <a:extLst>
                    <a:ext uri="{FF2B5EF4-FFF2-40B4-BE49-F238E27FC236}">
                      <a16:creationId xmlns:a16="http://schemas.microsoft.com/office/drawing/2014/main" id="{32AE3B55-50C1-449D-A4A7-A09C83FB93FF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4" name="直線コネクタ 110253">
                  <a:extLst>
                    <a:ext uri="{FF2B5EF4-FFF2-40B4-BE49-F238E27FC236}">
                      <a16:creationId xmlns:a16="http://schemas.microsoft.com/office/drawing/2014/main" id="{8D422B83-BFCC-437E-B887-5DE620B836C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5" name="直線コネクタ 110254">
                  <a:extLst>
                    <a:ext uri="{FF2B5EF4-FFF2-40B4-BE49-F238E27FC236}">
                      <a16:creationId xmlns:a16="http://schemas.microsoft.com/office/drawing/2014/main" id="{F5302F99-B890-4046-97BE-68C109F0C30E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6" name="直線コネクタ 110255">
                  <a:extLst>
                    <a:ext uri="{FF2B5EF4-FFF2-40B4-BE49-F238E27FC236}">
                      <a16:creationId xmlns:a16="http://schemas.microsoft.com/office/drawing/2014/main" id="{9BAA333C-7448-45EF-85B0-94C269AFB16F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7" name="直線コネクタ 110256">
                  <a:extLst>
                    <a:ext uri="{FF2B5EF4-FFF2-40B4-BE49-F238E27FC236}">
                      <a16:creationId xmlns:a16="http://schemas.microsoft.com/office/drawing/2014/main" id="{8B8A054A-A828-426E-A80A-8049B7B4F40A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8" name="直線コネクタ 110257">
                  <a:extLst>
                    <a:ext uri="{FF2B5EF4-FFF2-40B4-BE49-F238E27FC236}">
                      <a16:creationId xmlns:a16="http://schemas.microsoft.com/office/drawing/2014/main" id="{CECF0E29-9FF0-48C2-8FC1-F96F480C1A5F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59" name="直線コネクタ 110258">
                  <a:extLst>
                    <a:ext uri="{FF2B5EF4-FFF2-40B4-BE49-F238E27FC236}">
                      <a16:creationId xmlns:a16="http://schemas.microsoft.com/office/drawing/2014/main" id="{E89ACB7F-CB41-4663-930D-12EDBA591A89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0" name="直線コネクタ 110259">
                  <a:extLst>
                    <a:ext uri="{FF2B5EF4-FFF2-40B4-BE49-F238E27FC236}">
                      <a16:creationId xmlns:a16="http://schemas.microsoft.com/office/drawing/2014/main" id="{B13E9EF3-A200-4125-8750-681E192DB751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1" name="直線コネクタ 110260">
                  <a:extLst>
                    <a:ext uri="{FF2B5EF4-FFF2-40B4-BE49-F238E27FC236}">
                      <a16:creationId xmlns:a16="http://schemas.microsoft.com/office/drawing/2014/main" id="{1854CD72-E8BE-4742-A360-14E33D6574CB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2" name="直線コネクタ 110261">
                  <a:extLst>
                    <a:ext uri="{FF2B5EF4-FFF2-40B4-BE49-F238E27FC236}">
                      <a16:creationId xmlns:a16="http://schemas.microsoft.com/office/drawing/2014/main" id="{984EFB5D-FF67-4EE7-863B-68BA26D0B4E5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3" name="直線コネクタ 110262">
                  <a:extLst>
                    <a:ext uri="{FF2B5EF4-FFF2-40B4-BE49-F238E27FC236}">
                      <a16:creationId xmlns:a16="http://schemas.microsoft.com/office/drawing/2014/main" id="{1E1631FE-7C32-4781-B422-B451652BC055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4" name="直線コネクタ 110263">
                  <a:extLst>
                    <a:ext uri="{FF2B5EF4-FFF2-40B4-BE49-F238E27FC236}">
                      <a16:creationId xmlns:a16="http://schemas.microsoft.com/office/drawing/2014/main" id="{8FC8B0E4-DF96-4D96-8264-D827C4B98E0E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5" name="直線コネクタ 110264">
                  <a:extLst>
                    <a:ext uri="{FF2B5EF4-FFF2-40B4-BE49-F238E27FC236}">
                      <a16:creationId xmlns:a16="http://schemas.microsoft.com/office/drawing/2014/main" id="{9F7956A7-3F0F-41E7-9534-B34B09600D17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6" name="直線コネクタ 110265">
                  <a:extLst>
                    <a:ext uri="{FF2B5EF4-FFF2-40B4-BE49-F238E27FC236}">
                      <a16:creationId xmlns:a16="http://schemas.microsoft.com/office/drawing/2014/main" id="{3B10DDC7-27B9-4FCE-BE3A-FA8491CD0227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7" name="直線コネクタ 110266">
                  <a:extLst>
                    <a:ext uri="{FF2B5EF4-FFF2-40B4-BE49-F238E27FC236}">
                      <a16:creationId xmlns:a16="http://schemas.microsoft.com/office/drawing/2014/main" id="{C6791A52-6C5D-4F1F-BD2D-496DA5E39140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8" name="直線コネクタ 110267">
                  <a:extLst>
                    <a:ext uri="{FF2B5EF4-FFF2-40B4-BE49-F238E27FC236}">
                      <a16:creationId xmlns:a16="http://schemas.microsoft.com/office/drawing/2014/main" id="{F89DB183-2B01-4392-9C15-30A573B8D815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69" name="直線コネクタ 110268">
                  <a:extLst>
                    <a:ext uri="{FF2B5EF4-FFF2-40B4-BE49-F238E27FC236}">
                      <a16:creationId xmlns:a16="http://schemas.microsoft.com/office/drawing/2014/main" id="{F3C700B5-E571-4A58-B273-497B11B4DE35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0" name="直線コネクタ 110269">
                  <a:extLst>
                    <a:ext uri="{FF2B5EF4-FFF2-40B4-BE49-F238E27FC236}">
                      <a16:creationId xmlns:a16="http://schemas.microsoft.com/office/drawing/2014/main" id="{9D0D2BAB-11C5-434C-B6E4-4C336A116A05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1" name="直線コネクタ 110270">
                  <a:extLst>
                    <a:ext uri="{FF2B5EF4-FFF2-40B4-BE49-F238E27FC236}">
                      <a16:creationId xmlns:a16="http://schemas.microsoft.com/office/drawing/2014/main" id="{659B717D-A39D-4B0D-B67C-1995E34E00FD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2" name="直線コネクタ 110271">
                  <a:extLst>
                    <a:ext uri="{FF2B5EF4-FFF2-40B4-BE49-F238E27FC236}">
                      <a16:creationId xmlns:a16="http://schemas.microsoft.com/office/drawing/2014/main" id="{99FB276E-ECB6-4940-9927-89F1394B1925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3" name="直線コネクタ 110272">
                  <a:extLst>
                    <a:ext uri="{FF2B5EF4-FFF2-40B4-BE49-F238E27FC236}">
                      <a16:creationId xmlns:a16="http://schemas.microsoft.com/office/drawing/2014/main" id="{EA3DADA1-E409-4CD2-BEC7-FBE707A09E6C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4" name="直線コネクタ 110273">
                  <a:extLst>
                    <a:ext uri="{FF2B5EF4-FFF2-40B4-BE49-F238E27FC236}">
                      <a16:creationId xmlns:a16="http://schemas.microsoft.com/office/drawing/2014/main" id="{3921FE37-C2C4-413B-B62D-000960D931B7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5" name="直線コネクタ 110274">
                  <a:extLst>
                    <a:ext uri="{FF2B5EF4-FFF2-40B4-BE49-F238E27FC236}">
                      <a16:creationId xmlns:a16="http://schemas.microsoft.com/office/drawing/2014/main" id="{0521BF60-09F6-4816-8A53-8E2304F87E8A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6" name="直線コネクタ 110275">
                  <a:extLst>
                    <a:ext uri="{FF2B5EF4-FFF2-40B4-BE49-F238E27FC236}">
                      <a16:creationId xmlns:a16="http://schemas.microsoft.com/office/drawing/2014/main" id="{8510FEA9-1CE4-4069-BEBB-E9EBB12E0096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7" name="直線コネクタ 110276">
                  <a:extLst>
                    <a:ext uri="{FF2B5EF4-FFF2-40B4-BE49-F238E27FC236}">
                      <a16:creationId xmlns:a16="http://schemas.microsoft.com/office/drawing/2014/main" id="{35A512FC-C8F8-4281-85C1-7DA1B275B5E8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8" name="直線コネクタ 110277">
                  <a:extLst>
                    <a:ext uri="{FF2B5EF4-FFF2-40B4-BE49-F238E27FC236}">
                      <a16:creationId xmlns:a16="http://schemas.microsoft.com/office/drawing/2014/main" id="{544DF393-F503-474F-8A6A-B71678F32D2A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79" name="直線コネクタ 110278">
                  <a:extLst>
                    <a:ext uri="{FF2B5EF4-FFF2-40B4-BE49-F238E27FC236}">
                      <a16:creationId xmlns:a16="http://schemas.microsoft.com/office/drawing/2014/main" id="{4AABB19F-ACC9-4EF5-8C20-C8A8A9D9F037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0" name="直線コネクタ 110279">
                  <a:extLst>
                    <a:ext uri="{FF2B5EF4-FFF2-40B4-BE49-F238E27FC236}">
                      <a16:creationId xmlns:a16="http://schemas.microsoft.com/office/drawing/2014/main" id="{82A30D99-ADC5-46D5-899B-4323915670B0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1" name="直線コネクタ 110280">
                  <a:extLst>
                    <a:ext uri="{FF2B5EF4-FFF2-40B4-BE49-F238E27FC236}">
                      <a16:creationId xmlns:a16="http://schemas.microsoft.com/office/drawing/2014/main" id="{E4BA0492-2197-42D8-911F-D102BE17D86E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2" name="直線コネクタ 110281">
                  <a:extLst>
                    <a:ext uri="{FF2B5EF4-FFF2-40B4-BE49-F238E27FC236}">
                      <a16:creationId xmlns:a16="http://schemas.microsoft.com/office/drawing/2014/main" id="{5F33090E-2893-4567-A965-3D2F8A0E9430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3" name="直線コネクタ 110282">
                  <a:extLst>
                    <a:ext uri="{FF2B5EF4-FFF2-40B4-BE49-F238E27FC236}">
                      <a16:creationId xmlns:a16="http://schemas.microsoft.com/office/drawing/2014/main" id="{DDEEE95E-1FF5-407B-BC03-E176F960706C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4" name="直線コネクタ 110283">
                  <a:extLst>
                    <a:ext uri="{FF2B5EF4-FFF2-40B4-BE49-F238E27FC236}">
                      <a16:creationId xmlns:a16="http://schemas.microsoft.com/office/drawing/2014/main" id="{25F112BC-7519-4038-BAEE-BFE923B841E2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5" name="直線コネクタ 110284">
                  <a:extLst>
                    <a:ext uri="{FF2B5EF4-FFF2-40B4-BE49-F238E27FC236}">
                      <a16:creationId xmlns:a16="http://schemas.microsoft.com/office/drawing/2014/main" id="{3BBD49DB-3953-48DE-B63B-86D3597B6D3B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6" name="直線コネクタ 110285">
                  <a:extLst>
                    <a:ext uri="{FF2B5EF4-FFF2-40B4-BE49-F238E27FC236}">
                      <a16:creationId xmlns:a16="http://schemas.microsoft.com/office/drawing/2014/main" id="{0F902828-E211-4F26-820A-F9949697B0CC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7" name="直線コネクタ 110286">
                  <a:extLst>
                    <a:ext uri="{FF2B5EF4-FFF2-40B4-BE49-F238E27FC236}">
                      <a16:creationId xmlns:a16="http://schemas.microsoft.com/office/drawing/2014/main" id="{4EA18781-3494-4A6C-8614-6F7511924A9A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8" name="直線コネクタ 110287">
                  <a:extLst>
                    <a:ext uri="{FF2B5EF4-FFF2-40B4-BE49-F238E27FC236}">
                      <a16:creationId xmlns:a16="http://schemas.microsoft.com/office/drawing/2014/main" id="{CB3C1118-533D-4842-AF2B-02AD377DD894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89" name="直線コネクタ 110288">
                  <a:extLst>
                    <a:ext uri="{FF2B5EF4-FFF2-40B4-BE49-F238E27FC236}">
                      <a16:creationId xmlns:a16="http://schemas.microsoft.com/office/drawing/2014/main" id="{D988A4E9-03F5-4548-8495-222A174D9A20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0" name="直線コネクタ 110289">
                  <a:extLst>
                    <a:ext uri="{FF2B5EF4-FFF2-40B4-BE49-F238E27FC236}">
                      <a16:creationId xmlns:a16="http://schemas.microsoft.com/office/drawing/2014/main" id="{C4DCFA2C-505A-477B-9721-2E7B92359AD7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1" name="直線コネクタ 110290">
                  <a:extLst>
                    <a:ext uri="{FF2B5EF4-FFF2-40B4-BE49-F238E27FC236}">
                      <a16:creationId xmlns:a16="http://schemas.microsoft.com/office/drawing/2014/main" id="{83FA871E-F3F3-4D3E-AB34-26186D83F804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2" name="直線コネクタ 110291">
                  <a:extLst>
                    <a:ext uri="{FF2B5EF4-FFF2-40B4-BE49-F238E27FC236}">
                      <a16:creationId xmlns:a16="http://schemas.microsoft.com/office/drawing/2014/main" id="{E052FF45-C342-420F-917C-F58162E9D583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3" name="直線コネクタ 110292">
                  <a:extLst>
                    <a:ext uri="{FF2B5EF4-FFF2-40B4-BE49-F238E27FC236}">
                      <a16:creationId xmlns:a16="http://schemas.microsoft.com/office/drawing/2014/main" id="{D1842C7E-1DE9-414E-A8A0-C634B33FB6FB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4" name="直線コネクタ 110293">
                  <a:extLst>
                    <a:ext uri="{FF2B5EF4-FFF2-40B4-BE49-F238E27FC236}">
                      <a16:creationId xmlns:a16="http://schemas.microsoft.com/office/drawing/2014/main" id="{D8C38801-8F10-4386-ADA3-CB6F8E1A0D3D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5" name="直線コネクタ 110294">
                  <a:extLst>
                    <a:ext uri="{FF2B5EF4-FFF2-40B4-BE49-F238E27FC236}">
                      <a16:creationId xmlns:a16="http://schemas.microsoft.com/office/drawing/2014/main" id="{EFA2C9BD-059E-4970-9CE8-93DEF83F71D7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6" name="直線コネクタ 110295">
                  <a:extLst>
                    <a:ext uri="{FF2B5EF4-FFF2-40B4-BE49-F238E27FC236}">
                      <a16:creationId xmlns:a16="http://schemas.microsoft.com/office/drawing/2014/main" id="{7485654D-EE09-40E8-82BE-A78F8F2C1125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7" name="直線コネクタ 110296">
                  <a:extLst>
                    <a:ext uri="{FF2B5EF4-FFF2-40B4-BE49-F238E27FC236}">
                      <a16:creationId xmlns:a16="http://schemas.microsoft.com/office/drawing/2014/main" id="{F9CE4AD7-ADB1-444D-B15D-303E337675BB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8" name="直線コネクタ 110297">
                  <a:extLst>
                    <a:ext uri="{FF2B5EF4-FFF2-40B4-BE49-F238E27FC236}">
                      <a16:creationId xmlns:a16="http://schemas.microsoft.com/office/drawing/2014/main" id="{237E3847-4F6D-4841-8BB3-3698E9C550CB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99" name="直線コネクタ 110298">
                  <a:extLst>
                    <a:ext uri="{FF2B5EF4-FFF2-40B4-BE49-F238E27FC236}">
                      <a16:creationId xmlns:a16="http://schemas.microsoft.com/office/drawing/2014/main" id="{146C314B-9B45-4BFF-877B-3CDA98F1D543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0" name="直線コネクタ 110299">
                  <a:extLst>
                    <a:ext uri="{FF2B5EF4-FFF2-40B4-BE49-F238E27FC236}">
                      <a16:creationId xmlns:a16="http://schemas.microsoft.com/office/drawing/2014/main" id="{A3C739B4-7001-4E51-BCD8-7057C9CD689A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1" name="直線コネクタ 110300">
                  <a:extLst>
                    <a:ext uri="{FF2B5EF4-FFF2-40B4-BE49-F238E27FC236}">
                      <a16:creationId xmlns:a16="http://schemas.microsoft.com/office/drawing/2014/main" id="{AB4716B9-4303-47A4-9BA0-B500A8E54B92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2" name="直線コネクタ 110301">
                  <a:extLst>
                    <a:ext uri="{FF2B5EF4-FFF2-40B4-BE49-F238E27FC236}">
                      <a16:creationId xmlns:a16="http://schemas.microsoft.com/office/drawing/2014/main" id="{83244D65-167A-4686-AB31-CAD444342148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3" name="直線コネクタ 110302">
                  <a:extLst>
                    <a:ext uri="{FF2B5EF4-FFF2-40B4-BE49-F238E27FC236}">
                      <a16:creationId xmlns:a16="http://schemas.microsoft.com/office/drawing/2014/main" id="{8586EAF9-2818-49A8-8B59-629AAFFAE340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4" name="直線コネクタ 110303">
                  <a:extLst>
                    <a:ext uri="{FF2B5EF4-FFF2-40B4-BE49-F238E27FC236}">
                      <a16:creationId xmlns:a16="http://schemas.microsoft.com/office/drawing/2014/main" id="{0D338C7A-38D3-4A0F-B98B-29AC161B3CC7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5" name="直線コネクタ 110304">
                  <a:extLst>
                    <a:ext uri="{FF2B5EF4-FFF2-40B4-BE49-F238E27FC236}">
                      <a16:creationId xmlns:a16="http://schemas.microsoft.com/office/drawing/2014/main" id="{0FA19141-118F-4AB5-8F2B-86EBB378C502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6" name="直線コネクタ 110305">
                  <a:extLst>
                    <a:ext uri="{FF2B5EF4-FFF2-40B4-BE49-F238E27FC236}">
                      <a16:creationId xmlns:a16="http://schemas.microsoft.com/office/drawing/2014/main" id="{2329990D-7C77-4909-9D7D-D544F5F8158A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7" name="直線コネクタ 110306">
                  <a:extLst>
                    <a:ext uri="{FF2B5EF4-FFF2-40B4-BE49-F238E27FC236}">
                      <a16:creationId xmlns:a16="http://schemas.microsoft.com/office/drawing/2014/main" id="{9C6C5E27-21FB-4289-898E-9347C1B1DBD2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8" name="直線コネクタ 110307">
                  <a:extLst>
                    <a:ext uri="{FF2B5EF4-FFF2-40B4-BE49-F238E27FC236}">
                      <a16:creationId xmlns:a16="http://schemas.microsoft.com/office/drawing/2014/main" id="{D971327E-BAA7-4F82-9B52-E42CCBF4B323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09" name="直線コネクタ 110308">
                  <a:extLst>
                    <a:ext uri="{FF2B5EF4-FFF2-40B4-BE49-F238E27FC236}">
                      <a16:creationId xmlns:a16="http://schemas.microsoft.com/office/drawing/2014/main" id="{699C643F-4B56-42D6-963B-D07E8C9ED5B4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0" name="直線コネクタ 110309">
                  <a:extLst>
                    <a:ext uri="{FF2B5EF4-FFF2-40B4-BE49-F238E27FC236}">
                      <a16:creationId xmlns:a16="http://schemas.microsoft.com/office/drawing/2014/main" id="{781C8185-3907-4ED4-8134-B7C552C9A60B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1" name="直線コネクタ 110310">
                  <a:extLst>
                    <a:ext uri="{FF2B5EF4-FFF2-40B4-BE49-F238E27FC236}">
                      <a16:creationId xmlns:a16="http://schemas.microsoft.com/office/drawing/2014/main" id="{22FFEFC0-1AF3-46BD-B186-8E331442E04F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2" name="直線コネクタ 110311">
                  <a:extLst>
                    <a:ext uri="{FF2B5EF4-FFF2-40B4-BE49-F238E27FC236}">
                      <a16:creationId xmlns:a16="http://schemas.microsoft.com/office/drawing/2014/main" id="{56A54475-3587-450A-8F34-38AF64647E83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3" name="直線コネクタ 110312">
                  <a:extLst>
                    <a:ext uri="{FF2B5EF4-FFF2-40B4-BE49-F238E27FC236}">
                      <a16:creationId xmlns:a16="http://schemas.microsoft.com/office/drawing/2014/main" id="{E55A039F-7883-47E6-BBA5-D17CC0FEE83D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4" name="直線コネクタ 110313">
                  <a:extLst>
                    <a:ext uri="{FF2B5EF4-FFF2-40B4-BE49-F238E27FC236}">
                      <a16:creationId xmlns:a16="http://schemas.microsoft.com/office/drawing/2014/main" id="{4D3035BE-606B-4452-B7B9-1683A42358F7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5" name="直線コネクタ 110314">
                  <a:extLst>
                    <a:ext uri="{FF2B5EF4-FFF2-40B4-BE49-F238E27FC236}">
                      <a16:creationId xmlns:a16="http://schemas.microsoft.com/office/drawing/2014/main" id="{ABF928E2-39B4-4590-9D67-95D9DEEFBC16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6" name="直線コネクタ 110315">
                  <a:extLst>
                    <a:ext uri="{FF2B5EF4-FFF2-40B4-BE49-F238E27FC236}">
                      <a16:creationId xmlns:a16="http://schemas.microsoft.com/office/drawing/2014/main" id="{11AEC732-70DA-491F-A531-1D5EA74B316C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7" name="直線コネクタ 110316">
                  <a:extLst>
                    <a:ext uri="{FF2B5EF4-FFF2-40B4-BE49-F238E27FC236}">
                      <a16:creationId xmlns:a16="http://schemas.microsoft.com/office/drawing/2014/main" id="{80DDAE62-2993-4FFF-A017-A6A6039A954D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8" name="直線コネクタ 110317">
                  <a:extLst>
                    <a:ext uri="{FF2B5EF4-FFF2-40B4-BE49-F238E27FC236}">
                      <a16:creationId xmlns:a16="http://schemas.microsoft.com/office/drawing/2014/main" id="{56CFDD19-74C0-4060-81DA-6E29B6CEA37D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19" name="直線コネクタ 110318">
                  <a:extLst>
                    <a:ext uri="{FF2B5EF4-FFF2-40B4-BE49-F238E27FC236}">
                      <a16:creationId xmlns:a16="http://schemas.microsoft.com/office/drawing/2014/main" id="{60937F93-588A-4D6F-AFB0-3C5E52E130E0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0" name="直線コネクタ 110319">
                  <a:extLst>
                    <a:ext uri="{FF2B5EF4-FFF2-40B4-BE49-F238E27FC236}">
                      <a16:creationId xmlns:a16="http://schemas.microsoft.com/office/drawing/2014/main" id="{2F2CA6A6-B3DD-40DC-9FD1-3275ECBA112F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1" name="直線コネクタ 110320">
                  <a:extLst>
                    <a:ext uri="{FF2B5EF4-FFF2-40B4-BE49-F238E27FC236}">
                      <a16:creationId xmlns:a16="http://schemas.microsoft.com/office/drawing/2014/main" id="{8137AE5C-1031-4695-8047-D4ED9092F180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2" name="直線コネクタ 110321">
                  <a:extLst>
                    <a:ext uri="{FF2B5EF4-FFF2-40B4-BE49-F238E27FC236}">
                      <a16:creationId xmlns:a16="http://schemas.microsoft.com/office/drawing/2014/main" id="{2D9D7AFB-8E14-47C9-9567-D5A1C1014003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3" name="直線コネクタ 110322">
                  <a:extLst>
                    <a:ext uri="{FF2B5EF4-FFF2-40B4-BE49-F238E27FC236}">
                      <a16:creationId xmlns:a16="http://schemas.microsoft.com/office/drawing/2014/main" id="{E3A3717B-AF83-40FF-96CE-15403236B11A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4" name="直線コネクタ 110323">
                  <a:extLst>
                    <a:ext uri="{FF2B5EF4-FFF2-40B4-BE49-F238E27FC236}">
                      <a16:creationId xmlns:a16="http://schemas.microsoft.com/office/drawing/2014/main" id="{86658EF2-3D19-44E0-99B3-BED3F05D3BE5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5" name="直線コネクタ 110324">
                  <a:extLst>
                    <a:ext uri="{FF2B5EF4-FFF2-40B4-BE49-F238E27FC236}">
                      <a16:creationId xmlns:a16="http://schemas.microsoft.com/office/drawing/2014/main" id="{323DD1C5-A3C1-49AC-8A35-3DE0E790D78A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6" name="直線コネクタ 110325">
                  <a:extLst>
                    <a:ext uri="{FF2B5EF4-FFF2-40B4-BE49-F238E27FC236}">
                      <a16:creationId xmlns:a16="http://schemas.microsoft.com/office/drawing/2014/main" id="{70001770-15DC-4A12-891E-906342FCB067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7" name="直線コネクタ 110326">
                  <a:extLst>
                    <a:ext uri="{FF2B5EF4-FFF2-40B4-BE49-F238E27FC236}">
                      <a16:creationId xmlns:a16="http://schemas.microsoft.com/office/drawing/2014/main" id="{A065111C-EE68-407C-AB85-5E3301C6D89A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8" name="直線コネクタ 110327">
                  <a:extLst>
                    <a:ext uri="{FF2B5EF4-FFF2-40B4-BE49-F238E27FC236}">
                      <a16:creationId xmlns:a16="http://schemas.microsoft.com/office/drawing/2014/main" id="{CC3A8FD7-0B9E-44BF-B597-4EB1DB2D47D3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29" name="直線コネクタ 110328">
                  <a:extLst>
                    <a:ext uri="{FF2B5EF4-FFF2-40B4-BE49-F238E27FC236}">
                      <a16:creationId xmlns:a16="http://schemas.microsoft.com/office/drawing/2014/main" id="{B1AAED3B-252C-45CE-AA74-C843D9B0D570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0" name="直線コネクタ 110329">
                  <a:extLst>
                    <a:ext uri="{FF2B5EF4-FFF2-40B4-BE49-F238E27FC236}">
                      <a16:creationId xmlns:a16="http://schemas.microsoft.com/office/drawing/2014/main" id="{ADCC5DDF-6C07-415C-BE7D-5E5D26463931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1" name="直線コネクタ 110330">
                  <a:extLst>
                    <a:ext uri="{FF2B5EF4-FFF2-40B4-BE49-F238E27FC236}">
                      <a16:creationId xmlns:a16="http://schemas.microsoft.com/office/drawing/2014/main" id="{07DDC1DB-45F6-44D6-BAB5-6CCB614B4282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2" name="直線コネクタ 110331">
                  <a:extLst>
                    <a:ext uri="{FF2B5EF4-FFF2-40B4-BE49-F238E27FC236}">
                      <a16:creationId xmlns:a16="http://schemas.microsoft.com/office/drawing/2014/main" id="{EE8B262F-AB66-4293-B4D5-A38BDD484DB2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3" name="直線コネクタ 110332">
                  <a:extLst>
                    <a:ext uri="{FF2B5EF4-FFF2-40B4-BE49-F238E27FC236}">
                      <a16:creationId xmlns:a16="http://schemas.microsoft.com/office/drawing/2014/main" id="{F580E3F3-E47A-49F7-97B4-8268AF0BD5DA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4" name="直線コネクタ 110333">
                  <a:extLst>
                    <a:ext uri="{FF2B5EF4-FFF2-40B4-BE49-F238E27FC236}">
                      <a16:creationId xmlns:a16="http://schemas.microsoft.com/office/drawing/2014/main" id="{F84D6B42-6A22-43AB-96C2-B2519BCEC5B6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5" name="直線コネクタ 110334">
                  <a:extLst>
                    <a:ext uri="{FF2B5EF4-FFF2-40B4-BE49-F238E27FC236}">
                      <a16:creationId xmlns:a16="http://schemas.microsoft.com/office/drawing/2014/main" id="{9587DE5B-EF8A-47E6-96EF-315E1782931F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6" name="直線コネクタ 110335">
                  <a:extLst>
                    <a:ext uri="{FF2B5EF4-FFF2-40B4-BE49-F238E27FC236}">
                      <a16:creationId xmlns:a16="http://schemas.microsoft.com/office/drawing/2014/main" id="{60BF771C-BF3D-4894-9813-13E947CE85B1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7" name="直線コネクタ 110336">
                  <a:extLst>
                    <a:ext uri="{FF2B5EF4-FFF2-40B4-BE49-F238E27FC236}">
                      <a16:creationId xmlns:a16="http://schemas.microsoft.com/office/drawing/2014/main" id="{B57A7F8F-DF69-4FFB-BFEE-447B231B6A0C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8" name="直線コネクタ 110337">
                  <a:extLst>
                    <a:ext uri="{FF2B5EF4-FFF2-40B4-BE49-F238E27FC236}">
                      <a16:creationId xmlns:a16="http://schemas.microsoft.com/office/drawing/2014/main" id="{09EA3182-EF3D-4F65-88BD-7EEE20F3FCC9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39" name="直線コネクタ 110338">
                  <a:extLst>
                    <a:ext uri="{FF2B5EF4-FFF2-40B4-BE49-F238E27FC236}">
                      <a16:creationId xmlns:a16="http://schemas.microsoft.com/office/drawing/2014/main" id="{52F0CC48-F04F-4FF1-92BD-02578078F016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0" name="直線コネクタ 110339">
                  <a:extLst>
                    <a:ext uri="{FF2B5EF4-FFF2-40B4-BE49-F238E27FC236}">
                      <a16:creationId xmlns:a16="http://schemas.microsoft.com/office/drawing/2014/main" id="{09ACCA44-83E3-4E0B-B7BF-9B14F42C5655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1" name="直線コネクタ 110340">
                  <a:extLst>
                    <a:ext uri="{FF2B5EF4-FFF2-40B4-BE49-F238E27FC236}">
                      <a16:creationId xmlns:a16="http://schemas.microsoft.com/office/drawing/2014/main" id="{5639CBA4-B061-476E-B403-289C77FB544C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2" name="直線コネクタ 110341">
                  <a:extLst>
                    <a:ext uri="{FF2B5EF4-FFF2-40B4-BE49-F238E27FC236}">
                      <a16:creationId xmlns:a16="http://schemas.microsoft.com/office/drawing/2014/main" id="{53AF5329-4F7B-4EB7-AED1-711CFFF9388E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3" name="直線コネクタ 110342">
                  <a:extLst>
                    <a:ext uri="{FF2B5EF4-FFF2-40B4-BE49-F238E27FC236}">
                      <a16:creationId xmlns:a16="http://schemas.microsoft.com/office/drawing/2014/main" id="{196507CB-1700-4C10-A4F2-31F640047A51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4" name="直線コネクタ 110343">
                  <a:extLst>
                    <a:ext uri="{FF2B5EF4-FFF2-40B4-BE49-F238E27FC236}">
                      <a16:creationId xmlns:a16="http://schemas.microsoft.com/office/drawing/2014/main" id="{F9A36B79-64B6-4A21-874F-A2D1A76186B7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5" name="直線コネクタ 110344">
                  <a:extLst>
                    <a:ext uri="{FF2B5EF4-FFF2-40B4-BE49-F238E27FC236}">
                      <a16:creationId xmlns:a16="http://schemas.microsoft.com/office/drawing/2014/main" id="{BD6E7B34-90D2-4870-965A-FB3378308584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6" name="直線コネクタ 110345">
                  <a:extLst>
                    <a:ext uri="{FF2B5EF4-FFF2-40B4-BE49-F238E27FC236}">
                      <a16:creationId xmlns:a16="http://schemas.microsoft.com/office/drawing/2014/main" id="{D5395F7A-9367-4E6D-9A28-7100B2F3513C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7" name="直線コネクタ 110346">
                  <a:extLst>
                    <a:ext uri="{FF2B5EF4-FFF2-40B4-BE49-F238E27FC236}">
                      <a16:creationId xmlns:a16="http://schemas.microsoft.com/office/drawing/2014/main" id="{F4BC4AA9-D49F-4183-8ACB-9BCE24471DCB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8" name="直線コネクタ 110347">
                  <a:extLst>
                    <a:ext uri="{FF2B5EF4-FFF2-40B4-BE49-F238E27FC236}">
                      <a16:creationId xmlns:a16="http://schemas.microsoft.com/office/drawing/2014/main" id="{EEB07529-CC73-4E20-A52B-D00414B4C5DB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49" name="直線コネクタ 110348">
                  <a:extLst>
                    <a:ext uri="{FF2B5EF4-FFF2-40B4-BE49-F238E27FC236}">
                      <a16:creationId xmlns:a16="http://schemas.microsoft.com/office/drawing/2014/main" id="{B246087F-B33B-4411-904D-2BE7C24AE539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0" name="直線コネクタ 110349">
                  <a:extLst>
                    <a:ext uri="{FF2B5EF4-FFF2-40B4-BE49-F238E27FC236}">
                      <a16:creationId xmlns:a16="http://schemas.microsoft.com/office/drawing/2014/main" id="{411AAA58-E68C-46AD-BFE6-CFA496349C85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1" name="直線コネクタ 110350">
                  <a:extLst>
                    <a:ext uri="{FF2B5EF4-FFF2-40B4-BE49-F238E27FC236}">
                      <a16:creationId xmlns:a16="http://schemas.microsoft.com/office/drawing/2014/main" id="{E4505C75-E145-4341-88B3-4A54EE6F94EB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2" name="直線コネクタ 110351">
                  <a:extLst>
                    <a:ext uri="{FF2B5EF4-FFF2-40B4-BE49-F238E27FC236}">
                      <a16:creationId xmlns:a16="http://schemas.microsoft.com/office/drawing/2014/main" id="{51260EB6-9A5C-4FA4-A6BC-8D5D376C1440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3" name="直線コネクタ 110352">
                  <a:extLst>
                    <a:ext uri="{FF2B5EF4-FFF2-40B4-BE49-F238E27FC236}">
                      <a16:creationId xmlns:a16="http://schemas.microsoft.com/office/drawing/2014/main" id="{928323CB-9F58-476A-A879-9E81A4D0AAC7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4" name="直線コネクタ 110353">
                  <a:extLst>
                    <a:ext uri="{FF2B5EF4-FFF2-40B4-BE49-F238E27FC236}">
                      <a16:creationId xmlns:a16="http://schemas.microsoft.com/office/drawing/2014/main" id="{B47D25E4-8934-41B9-894B-644AD0C4B28E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5" name="直線コネクタ 110354">
                  <a:extLst>
                    <a:ext uri="{FF2B5EF4-FFF2-40B4-BE49-F238E27FC236}">
                      <a16:creationId xmlns:a16="http://schemas.microsoft.com/office/drawing/2014/main" id="{888F2420-3DDD-4123-9703-13BE93733E7A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6" name="直線コネクタ 110355">
                  <a:extLst>
                    <a:ext uri="{FF2B5EF4-FFF2-40B4-BE49-F238E27FC236}">
                      <a16:creationId xmlns:a16="http://schemas.microsoft.com/office/drawing/2014/main" id="{87994C3B-5D46-44CC-928E-0B2628093693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7" name="直線コネクタ 110356">
                  <a:extLst>
                    <a:ext uri="{FF2B5EF4-FFF2-40B4-BE49-F238E27FC236}">
                      <a16:creationId xmlns:a16="http://schemas.microsoft.com/office/drawing/2014/main" id="{D9C95A69-0667-4768-987F-FF619938744A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8" name="直線コネクタ 110357">
                  <a:extLst>
                    <a:ext uri="{FF2B5EF4-FFF2-40B4-BE49-F238E27FC236}">
                      <a16:creationId xmlns:a16="http://schemas.microsoft.com/office/drawing/2014/main" id="{79A292E1-9D62-48E5-8595-F5E407D5A373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59" name="直線コネクタ 110358">
                  <a:extLst>
                    <a:ext uri="{FF2B5EF4-FFF2-40B4-BE49-F238E27FC236}">
                      <a16:creationId xmlns:a16="http://schemas.microsoft.com/office/drawing/2014/main" id="{07B9E757-0B6D-4B7D-8465-732D4A9C7F7D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0" name="直線コネクタ 110359">
                  <a:extLst>
                    <a:ext uri="{FF2B5EF4-FFF2-40B4-BE49-F238E27FC236}">
                      <a16:creationId xmlns:a16="http://schemas.microsoft.com/office/drawing/2014/main" id="{FF9D3F44-93C9-4446-A868-8301A6570AB9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1" name="直線コネクタ 110360">
                  <a:extLst>
                    <a:ext uri="{FF2B5EF4-FFF2-40B4-BE49-F238E27FC236}">
                      <a16:creationId xmlns:a16="http://schemas.microsoft.com/office/drawing/2014/main" id="{158D942E-5BA5-4AD6-B940-37514E17D85D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2" name="直線コネクタ 110361">
                  <a:extLst>
                    <a:ext uri="{FF2B5EF4-FFF2-40B4-BE49-F238E27FC236}">
                      <a16:creationId xmlns:a16="http://schemas.microsoft.com/office/drawing/2014/main" id="{B7E8AA8C-4375-42D2-92A7-3709769A11A6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3" name="直線コネクタ 110362">
                  <a:extLst>
                    <a:ext uri="{FF2B5EF4-FFF2-40B4-BE49-F238E27FC236}">
                      <a16:creationId xmlns:a16="http://schemas.microsoft.com/office/drawing/2014/main" id="{92FFEC41-1DB2-497A-BB4F-98DF0ED01323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4" name="直線コネクタ 110363">
                  <a:extLst>
                    <a:ext uri="{FF2B5EF4-FFF2-40B4-BE49-F238E27FC236}">
                      <a16:creationId xmlns:a16="http://schemas.microsoft.com/office/drawing/2014/main" id="{FFC66C4B-4C79-4D71-8DA0-55B03744CDAD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5" name="直線コネクタ 110364">
                  <a:extLst>
                    <a:ext uri="{FF2B5EF4-FFF2-40B4-BE49-F238E27FC236}">
                      <a16:creationId xmlns:a16="http://schemas.microsoft.com/office/drawing/2014/main" id="{EAF3F8F5-C4F0-4E5F-9884-62322310F3DA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6" name="直線コネクタ 110365">
                  <a:extLst>
                    <a:ext uri="{FF2B5EF4-FFF2-40B4-BE49-F238E27FC236}">
                      <a16:creationId xmlns:a16="http://schemas.microsoft.com/office/drawing/2014/main" id="{EBBCBFB2-CAF4-49A6-B72D-23093456B408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7" name="直線コネクタ 110366">
                  <a:extLst>
                    <a:ext uri="{FF2B5EF4-FFF2-40B4-BE49-F238E27FC236}">
                      <a16:creationId xmlns:a16="http://schemas.microsoft.com/office/drawing/2014/main" id="{E76E5791-0841-4B14-80AB-567567993CF4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8" name="直線コネクタ 110367">
                  <a:extLst>
                    <a:ext uri="{FF2B5EF4-FFF2-40B4-BE49-F238E27FC236}">
                      <a16:creationId xmlns:a16="http://schemas.microsoft.com/office/drawing/2014/main" id="{0FBDF534-FEEF-4808-AEF3-ED6F68196526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69" name="直線コネクタ 110368">
                  <a:extLst>
                    <a:ext uri="{FF2B5EF4-FFF2-40B4-BE49-F238E27FC236}">
                      <a16:creationId xmlns:a16="http://schemas.microsoft.com/office/drawing/2014/main" id="{2ED82891-802A-40F9-A311-7DFED9916F24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0" name="直線コネクタ 110369">
                  <a:extLst>
                    <a:ext uri="{FF2B5EF4-FFF2-40B4-BE49-F238E27FC236}">
                      <a16:creationId xmlns:a16="http://schemas.microsoft.com/office/drawing/2014/main" id="{BDF40625-A7B8-4A6D-BC62-4430660D0924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1" name="直線コネクタ 110370">
                  <a:extLst>
                    <a:ext uri="{FF2B5EF4-FFF2-40B4-BE49-F238E27FC236}">
                      <a16:creationId xmlns:a16="http://schemas.microsoft.com/office/drawing/2014/main" id="{F156328F-B7F8-4A98-95C2-85D69346C6FE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2" name="直線コネクタ 110371">
                  <a:extLst>
                    <a:ext uri="{FF2B5EF4-FFF2-40B4-BE49-F238E27FC236}">
                      <a16:creationId xmlns:a16="http://schemas.microsoft.com/office/drawing/2014/main" id="{DFA892AE-0F2E-4290-AF48-8A31F01C0450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3" name="直線コネクタ 110372">
                  <a:extLst>
                    <a:ext uri="{FF2B5EF4-FFF2-40B4-BE49-F238E27FC236}">
                      <a16:creationId xmlns:a16="http://schemas.microsoft.com/office/drawing/2014/main" id="{02959A10-3624-4572-B7BA-8E691CF5E336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4" name="直線コネクタ 110373">
                  <a:extLst>
                    <a:ext uri="{FF2B5EF4-FFF2-40B4-BE49-F238E27FC236}">
                      <a16:creationId xmlns:a16="http://schemas.microsoft.com/office/drawing/2014/main" id="{DAA0E90A-34FC-4B14-9112-7165A62E9F9F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5" name="直線コネクタ 110374">
                  <a:extLst>
                    <a:ext uri="{FF2B5EF4-FFF2-40B4-BE49-F238E27FC236}">
                      <a16:creationId xmlns:a16="http://schemas.microsoft.com/office/drawing/2014/main" id="{2753CA87-CF24-4361-88B2-C40516376E99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6" name="直線コネクタ 110375">
                  <a:extLst>
                    <a:ext uri="{FF2B5EF4-FFF2-40B4-BE49-F238E27FC236}">
                      <a16:creationId xmlns:a16="http://schemas.microsoft.com/office/drawing/2014/main" id="{C48404BC-E00C-468E-8AFB-AAFCD803E3F6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7" name="直線コネクタ 110376">
                  <a:extLst>
                    <a:ext uri="{FF2B5EF4-FFF2-40B4-BE49-F238E27FC236}">
                      <a16:creationId xmlns:a16="http://schemas.microsoft.com/office/drawing/2014/main" id="{2F247C9A-6A88-4F03-9E08-D67C3962C176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8" name="直線コネクタ 110377">
                  <a:extLst>
                    <a:ext uri="{FF2B5EF4-FFF2-40B4-BE49-F238E27FC236}">
                      <a16:creationId xmlns:a16="http://schemas.microsoft.com/office/drawing/2014/main" id="{A67D9BFC-130C-4E83-AD14-4F7EC965025E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79" name="直線コネクタ 110378">
                  <a:extLst>
                    <a:ext uri="{FF2B5EF4-FFF2-40B4-BE49-F238E27FC236}">
                      <a16:creationId xmlns:a16="http://schemas.microsoft.com/office/drawing/2014/main" id="{C5B5CB81-361C-4DAA-8298-85F9955EA598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0" name="直線コネクタ 110379">
                  <a:extLst>
                    <a:ext uri="{FF2B5EF4-FFF2-40B4-BE49-F238E27FC236}">
                      <a16:creationId xmlns:a16="http://schemas.microsoft.com/office/drawing/2014/main" id="{54BE3B4E-8037-40BC-9E63-AAB8B0920342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1" name="直線コネクタ 110380">
                  <a:extLst>
                    <a:ext uri="{FF2B5EF4-FFF2-40B4-BE49-F238E27FC236}">
                      <a16:creationId xmlns:a16="http://schemas.microsoft.com/office/drawing/2014/main" id="{57C84F09-4B46-490D-A26E-A9AFF9F563EF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2" name="直線コネクタ 110381">
                  <a:extLst>
                    <a:ext uri="{FF2B5EF4-FFF2-40B4-BE49-F238E27FC236}">
                      <a16:creationId xmlns:a16="http://schemas.microsoft.com/office/drawing/2014/main" id="{CACBB3D6-9DC9-4B7B-9C3A-2A288E37CC5D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3" name="直線コネクタ 110382">
                  <a:extLst>
                    <a:ext uri="{FF2B5EF4-FFF2-40B4-BE49-F238E27FC236}">
                      <a16:creationId xmlns:a16="http://schemas.microsoft.com/office/drawing/2014/main" id="{07A8CD3D-59F3-4755-A754-36C8BCEE258F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4" name="直線コネクタ 110383">
                  <a:extLst>
                    <a:ext uri="{FF2B5EF4-FFF2-40B4-BE49-F238E27FC236}">
                      <a16:creationId xmlns:a16="http://schemas.microsoft.com/office/drawing/2014/main" id="{9EDB06D3-17D6-4B01-8487-7D2FE27C08B7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5" name="直線コネクタ 110384">
                  <a:extLst>
                    <a:ext uri="{FF2B5EF4-FFF2-40B4-BE49-F238E27FC236}">
                      <a16:creationId xmlns:a16="http://schemas.microsoft.com/office/drawing/2014/main" id="{23297934-91F1-4DED-9763-B905978C2123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6" name="直線コネクタ 110385">
                  <a:extLst>
                    <a:ext uri="{FF2B5EF4-FFF2-40B4-BE49-F238E27FC236}">
                      <a16:creationId xmlns:a16="http://schemas.microsoft.com/office/drawing/2014/main" id="{3517E724-D46B-4E27-A667-B3294935EBA9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7" name="直線コネクタ 110386">
                  <a:extLst>
                    <a:ext uri="{FF2B5EF4-FFF2-40B4-BE49-F238E27FC236}">
                      <a16:creationId xmlns:a16="http://schemas.microsoft.com/office/drawing/2014/main" id="{A8F4ED1C-F82B-4D96-8318-963B57BF9F5A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8" name="直線コネクタ 110387">
                  <a:extLst>
                    <a:ext uri="{FF2B5EF4-FFF2-40B4-BE49-F238E27FC236}">
                      <a16:creationId xmlns:a16="http://schemas.microsoft.com/office/drawing/2014/main" id="{32B56D5A-1B36-495B-A057-A903595F751F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89" name="直線コネクタ 110388">
                  <a:extLst>
                    <a:ext uri="{FF2B5EF4-FFF2-40B4-BE49-F238E27FC236}">
                      <a16:creationId xmlns:a16="http://schemas.microsoft.com/office/drawing/2014/main" id="{E991F8B1-5532-4CFC-AC56-FC6DD2CB89B9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0" name="直線コネクタ 110389">
                  <a:extLst>
                    <a:ext uri="{FF2B5EF4-FFF2-40B4-BE49-F238E27FC236}">
                      <a16:creationId xmlns:a16="http://schemas.microsoft.com/office/drawing/2014/main" id="{6616DD54-3B69-4A92-BA21-327775E5D040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1" name="直線コネクタ 110390">
                  <a:extLst>
                    <a:ext uri="{FF2B5EF4-FFF2-40B4-BE49-F238E27FC236}">
                      <a16:creationId xmlns:a16="http://schemas.microsoft.com/office/drawing/2014/main" id="{5FA8FF45-97EA-4537-85A8-3EEF78DE054F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2" name="直線コネクタ 110391">
                  <a:extLst>
                    <a:ext uri="{FF2B5EF4-FFF2-40B4-BE49-F238E27FC236}">
                      <a16:creationId xmlns:a16="http://schemas.microsoft.com/office/drawing/2014/main" id="{9DAFD55A-4285-4715-9A03-6B4A0690402F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3" name="直線コネクタ 110392">
                  <a:extLst>
                    <a:ext uri="{FF2B5EF4-FFF2-40B4-BE49-F238E27FC236}">
                      <a16:creationId xmlns:a16="http://schemas.microsoft.com/office/drawing/2014/main" id="{589F8E22-04BB-4ECF-BBBB-7D3D1EE0C1BE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4" name="直線コネクタ 110393">
                  <a:extLst>
                    <a:ext uri="{FF2B5EF4-FFF2-40B4-BE49-F238E27FC236}">
                      <a16:creationId xmlns:a16="http://schemas.microsoft.com/office/drawing/2014/main" id="{5006F972-3AFB-4128-B9A6-3E0F4F9E60C1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5" name="直線コネクタ 110394">
                  <a:extLst>
                    <a:ext uri="{FF2B5EF4-FFF2-40B4-BE49-F238E27FC236}">
                      <a16:creationId xmlns:a16="http://schemas.microsoft.com/office/drawing/2014/main" id="{03C3CCB4-54AE-4220-8793-FB6B94A88BD2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6" name="直線コネクタ 110395">
                  <a:extLst>
                    <a:ext uri="{FF2B5EF4-FFF2-40B4-BE49-F238E27FC236}">
                      <a16:creationId xmlns:a16="http://schemas.microsoft.com/office/drawing/2014/main" id="{3109D297-EC1F-4638-A39B-C18A016E5CED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7" name="直線コネクタ 110396">
                  <a:extLst>
                    <a:ext uri="{FF2B5EF4-FFF2-40B4-BE49-F238E27FC236}">
                      <a16:creationId xmlns:a16="http://schemas.microsoft.com/office/drawing/2014/main" id="{7C99AFD2-F699-4DA0-BD82-256734B09679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8" name="直線コネクタ 110397">
                  <a:extLst>
                    <a:ext uri="{FF2B5EF4-FFF2-40B4-BE49-F238E27FC236}">
                      <a16:creationId xmlns:a16="http://schemas.microsoft.com/office/drawing/2014/main" id="{C24B5A1A-C3A8-47A2-BFDA-DBA62BC2E680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399" name="直線コネクタ 110398">
                  <a:extLst>
                    <a:ext uri="{FF2B5EF4-FFF2-40B4-BE49-F238E27FC236}">
                      <a16:creationId xmlns:a16="http://schemas.microsoft.com/office/drawing/2014/main" id="{48D6159D-214B-4792-99EF-41A2A2AD847C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0" name="直線コネクタ 110399">
                  <a:extLst>
                    <a:ext uri="{FF2B5EF4-FFF2-40B4-BE49-F238E27FC236}">
                      <a16:creationId xmlns:a16="http://schemas.microsoft.com/office/drawing/2014/main" id="{3435CB6B-360A-491D-8E25-E27FD891F06C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1" name="直線コネクタ 110400">
                  <a:extLst>
                    <a:ext uri="{FF2B5EF4-FFF2-40B4-BE49-F238E27FC236}">
                      <a16:creationId xmlns:a16="http://schemas.microsoft.com/office/drawing/2014/main" id="{9C5FB149-992A-428C-9ED7-48248DCDBBA8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2" name="直線コネクタ 110401">
                  <a:extLst>
                    <a:ext uri="{FF2B5EF4-FFF2-40B4-BE49-F238E27FC236}">
                      <a16:creationId xmlns:a16="http://schemas.microsoft.com/office/drawing/2014/main" id="{3E8B1E79-7AB6-4CFA-A473-45DDC5B004A4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3" name="直線コネクタ 110402">
                  <a:extLst>
                    <a:ext uri="{FF2B5EF4-FFF2-40B4-BE49-F238E27FC236}">
                      <a16:creationId xmlns:a16="http://schemas.microsoft.com/office/drawing/2014/main" id="{0B459926-E7AE-48E8-81A3-466D4E415F05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4" name="直線コネクタ 110403">
                  <a:extLst>
                    <a:ext uri="{FF2B5EF4-FFF2-40B4-BE49-F238E27FC236}">
                      <a16:creationId xmlns:a16="http://schemas.microsoft.com/office/drawing/2014/main" id="{F243A684-192E-495F-AF66-688F354E7C71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5" name="直線コネクタ 110404">
                  <a:extLst>
                    <a:ext uri="{FF2B5EF4-FFF2-40B4-BE49-F238E27FC236}">
                      <a16:creationId xmlns:a16="http://schemas.microsoft.com/office/drawing/2014/main" id="{F4E6C3EA-9925-4095-B4FA-627027B6DCA6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6" name="直線コネクタ 110405">
                  <a:extLst>
                    <a:ext uri="{FF2B5EF4-FFF2-40B4-BE49-F238E27FC236}">
                      <a16:creationId xmlns:a16="http://schemas.microsoft.com/office/drawing/2014/main" id="{8193327C-94AC-4978-9CFD-FB265DAC805D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7" name="直線コネクタ 110406">
                  <a:extLst>
                    <a:ext uri="{FF2B5EF4-FFF2-40B4-BE49-F238E27FC236}">
                      <a16:creationId xmlns:a16="http://schemas.microsoft.com/office/drawing/2014/main" id="{6CCF5056-2B5E-4BC5-9F8F-653AF3C92836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8" name="直線コネクタ 110407">
                  <a:extLst>
                    <a:ext uri="{FF2B5EF4-FFF2-40B4-BE49-F238E27FC236}">
                      <a16:creationId xmlns:a16="http://schemas.microsoft.com/office/drawing/2014/main" id="{65C66669-00A1-4EF6-8349-151AC2FC32B7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09" name="直線コネクタ 110408">
                  <a:extLst>
                    <a:ext uri="{FF2B5EF4-FFF2-40B4-BE49-F238E27FC236}">
                      <a16:creationId xmlns:a16="http://schemas.microsoft.com/office/drawing/2014/main" id="{273222DD-04EF-4861-946A-3787FACB4D0D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0" name="直線コネクタ 110409">
                  <a:extLst>
                    <a:ext uri="{FF2B5EF4-FFF2-40B4-BE49-F238E27FC236}">
                      <a16:creationId xmlns:a16="http://schemas.microsoft.com/office/drawing/2014/main" id="{559C097E-9576-463C-9352-299B2052EA51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1" name="直線コネクタ 110410">
                  <a:extLst>
                    <a:ext uri="{FF2B5EF4-FFF2-40B4-BE49-F238E27FC236}">
                      <a16:creationId xmlns:a16="http://schemas.microsoft.com/office/drawing/2014/main" id="{A0EC45C3-9BEE-43E2-BBCA-BD7405B5AC36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2" name="直線コネクタ 110411">
                  <a:extLst>
                    <a:ext uri="{FF2B5EF4-FFF2-40B4-BE49-F238E27FC236}">
                      <a16:creationId xmlns:a16="http://schemas.microsoft.com/office/drawing/2014/main" id="{A4D1CA93-3E28-4521-B31A-414F71A44706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3" name="直線コネクタ 110412">
                  <a:extLst>
                    <a:ext uri="{FF2B5EF4-FFF2-40B4-BE49-F238E27FC236}">
                      <a16:creationId xmlns:a16="http://schemas.microsoft.com/office/drawing/2014/main" id="{11650F52-79E3-4ACA-846B-B07525B3A4C0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4" name="直線コネクタ 110413">
                  <a:extLst>
                    <a:ext uri="{FF2B5EF4-FFF2-40B4-BE49-F238E27FC236}">
                      <a16:creationId xmlns:a16="http://schemas.microsoft.com/office/drawing/2014/main" id="{A8224C9F-9BB0-42CB-96A4-528035408DE3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5" name="直線コネクタ 110414">
                  <a:extLst>
                    <a:ext uri="{FF2B5EF4-FFF2-40B4-BE49-F238E27FC236}">
                      <a16:creationId xmlns:a16="http://schemas.microsoft.com/office/drawing/2014/main" id="{9D000E62-AAE6-409E-BB88-0976F10D4B94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6" name="直線コネクタ 110415">
                  <a:extLst>
                    <a:ext uri="{FF2B5EF4-FFF2-40B4-BE49-F238E27FC236}">
                      <a16:creationId xmlns:a16="http://schemas.microsoft.com/office/drawing/2014/main" id="{EA5E4E34-B8C8-4980-814B-6CE439F52D6E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7" name="直線コネクタ 110416">
                  <a:extLst>
                    <a:ext uri="{FF2B5EF4-FFF2-40B4-BE49-F238E27FC236}">
                      <a16:creationId xmlns:a16="http://schemas.microsoft.com/office/drawing/2014/main" id="{35904652-33D8-4202-9A7C-0515E536EFED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8" name="直線コネクタ 110417">
                  <a:extLst>
                    <a:ext uri="{FF2B5EF4-FFF2-40B4-BE49-F238E27FC236}">
                      <a16:creationId xmlns:a16="http://schemas.microsoft.com/office/drawing/2014/main" id="{5C573191-F7D2-4163-9FF3-6332601C7FA0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19" name="直線コネクタ 110418">
                  <a:extLst>
                    <a:ext uri="{FF2B5EF4-FFF2-40B4-BE49-F238E27FC236}">
                      <a16:creationId xmlns:a16="http://schemas.microsoft.com/office/drawing/2014/main" id="{465DC72E-5015-4313-A521-F97BD5E6779E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0" name="直線コネクタ 110419">
                  <a:extLst>
                    <a:ext uri="{FF2B5EF4-FFF2-40B4-BE49-F238E27FC236}">
                      <a16:creationId xmlns:a16="http://schemas.microsoft.com/office/drawing/2014/main" id="{AEF50995-8328-48D6-A2A0-555D837ECCE4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1" name="直線コネクタ 110420">
                  <a:extLst>
                    <a:ext uri="{FF2B5EF4-FFF2-40B4-BE49-F238E27FC236}">
                      <a16:creationId xmlns:a16="http://schemas.microsoft.com/office/drawing/2014/main" id="{481D0769-0BA7-49E4-AAD1-3BE6794156E4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2" name="直線コネクタ 110421">
                  <a:extLst>
                    <a:ext uri="{FF2B5EF4-FFF2-40B4-BE49-F238E27FC236}">
                      <a16:creationId xmlns:a16="http://schemas.microsoft.com/office/drawing/2014/main" id="{23EA0CFC-FBBE-4117-992D-2A850BBD3CCF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3" name="直線コネクタ 110422">
                  <a:extLst>
                    <a:ext uri="{FF2B5EF4-FFF2-40B4-BE49-F238E27FC236}">
                      <a16:creationId xmlns:a16="http://schemas.microsoft.com/office/drawing/2014/main" id="{CD11AF21-42D8-4C20-B8F3-8931524F134C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4" name="直線コネクタ 110423">
                  <a:extLst>
                    <a:ext uri="{FF2B5EF4-FFF2-40B4-BE49-F238E27FC236}">
                      <a16:creationId xmlns:a16="http://schemas.microsoft.com/office/drawing/2014/main" id="{614E7686-993B-4026-AB4D-FF3AAF0C800D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5" name="直線コネクタ 110424">
                  <a:extLst>
                    <a:ext uri="{FF2B5EF4-FFF2-40B4-BE49-F238E27FC236}">
                      <a16:creationId xmlns:a16="http://schemas.microsoft.com/office/drawing/2014/main" id="{5865DB84-ED83-41AC-B1BE-46B3326DFF22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6" name="直線コネクタ 110425">
                  <a:extLst>
                    <a:ext uri="{FF2B5EF4-FFF2-40B4-BE49-F238E27FC236}">
                      <a16:creationId xmlns:a16="http://schemas.microsoft.com/office/drawing/2014/main" id="{921BADBE-D6A7-48BD-A0A1-7E50EA477BBE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7" name="直線コネクタ 110426">
                  <a:extLst>
                    <a:ext uri="{FF2B5EF4-FFF2-40B4-BE49-F238E27FC236}">
                      <a16:creationId xmlns:a16="http://schemas.microsoft.com/office/drawing/2014/main" id="{7DC176E0-E2B5-4489-BE46-8BABB33758BF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8" name="直線コネクタ 110427">
                  <a:extLst>
                    <a:ext uri="{FF2B5EF4-FFF2-40B4-BE49-F238E27FC236}">
                      <a16:creationId xmlns:a16="http://schemas.microsoft.com/office/drawing/2014/main" id="{B780C345-3A34-4A0E-86A2-0D0CA6EF3CBC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29" name="直線コネクタ 110428">
                  <a:extLst>
                    <a:ext uri="{FF2B5EF4-FFF2-40B4-BE49-F238E27FC236}">
                      <a16:creationId xmlns:a16="http://schemas.microsoft.com/office/drawing/2014/main" id="{A70B46DF-A272-4EF4-BF69-35944C5BEC63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0" name="直線コネクタ 110429">
                  <a:extLst>
                    <a:ext uri="{FF2B5EF4-FFF2-40B4-BE49-F238E27FC236}">
                      <a16:creationId xmlns:a16="http://schemas.microsoft.com/office/drawing/2014/main" id="{ADC76703-1414-4EAF-A0A7-3DDCDC4E11B6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1" name="直線コネクタ 110430">
                  <a:extLst>
                    <a:ext uri="{FF2B5EF4-FFF2-40B4-BE49-F238E27FC236}">
                      <a16:creationId xmlns:a16="http://schemas.microsoft.com/office/drawing/2014/main" id="{A1DA3F32-25CB-4558-BFDC-0A24EFD5DC4D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2" name="直線コネクタ 110431">
                  <a:extLst>
                    <a:ext uri="{FF2B5EF4-FFF2-40B4-BE49-F238E27FC236}">
                      <a16:creationId xmlns:a16="http://schemas.microsoft.com/office/drawing/2014/main" id="{3F1EF722-6966-4C14-9507-9CEBA2638B72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3" name="直線コネクタ 110432">
                  <a:extLst>
                    <a:ext uri="{FF2B5EF4-FFF2-40B4-BE49-F238E27FC236}">
                      <a16:creationId xmlns:a16="http://schemas.microsoft.com/office/drawing/2014/main" id="{16ED917C-B1CC-4C40-BF9D-EE97454D6587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4" name="直線コネクタ 110433">
                  <a:extLst>
                    <a:ext uri="{FF2B5EF4-FFF2-40B4-BE49-F238E27FC236}">
                      <a16:creationId xmlns:a16="http://schemas.microsoft.com/office/drawing/2014/main" id="{FEAED1A3-A11B-4C42-8CC9-B69425E63677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5" name="直線コネクタ 110434">
                  <a:extLst>
                    <a:ext uri="{FF2B5EF4-FFF2-40B4-BE49-F238E27FC236}">
                      <a16:creationId xmlns:a16="http://schemas.microsoft.com/office/drawing/2014/main" id="{BEDFECFB-294A-44A3-9D6E-A95AA012D348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6" name="直線コネクタ 110435">
                  <a:extLst>
                    <a:ext uri="{FF2B5EF4-FFF2-40B4-BE49-F238E27FC236}">
                      <a16:creationId xmlns:a16="http://schemas.microsoft.com/office/drawing/2014/main" id="{D6DD04CF-0032-41A2-97B1-142C9727E087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7" name="直線コネクタ 110436">
                  <a:extLst>
                    <a:ext uri="{FF2B5EF4-FFF2-40B4-BE49-F238E27FC236}">
                      <a16:creationId xmlns:a16="http://schemas.microsoft.com/office/drawing/2014/main" id="{984CCC83-58B5-45CC-AC2C-28BD842FDF51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8" name="直線コネクタ 110437">
                  <a:extLst>
                    <a:ext uri="{FF2B5EF4-FFF2-40B4-BE49-F238E27FC236}">
                      <a16:creationId xmlns:a16="http://schemas.microsoft.com/office/drawing/2014/main" id="{C4B42310-9B22-48ED-B984-4660ABBFF48B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39" name="直線コネクタ 110438">
                  <a:extLst>
                    <a:ext uri="{FF2B5EF4-FFF2-40B4-BE49-F238E27FC236}">
                      <a16:creationId xmlns:a16="http://schemas.microsoft.com/office/drawing/2014/main" id="{F01B5A13-05BE-46F4-A408-1F9D5E591569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0" name="直線コネクタ 110439">
                  <a:extLst>
                    <a:ext uri="{FF2B5EF4-FFF2-40B4-BE49-F238E27FC236}">
                      <a16:creationId xmlns:a16="http://schemas.microsoft.com/office/drawing/2014/main" id="{AB8AFE4F-3F61-4323-B840-362E89976777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1" name="直線コネクタ 110440">
                  <a:extLst>
                    <a:ext uri="{FF2B5EF4-FFF2-40B4-BE49-F238E27FC236}">
                      <a16:creationId xmlns:a16="http://schemas.microsoft.com/office/drawing/2014/main" id="{C5889265-D29F-4BEF-9511-4E351A4EA2D2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2" name="直線コネクタ 110441">
                  <a:extLst>
                    <a:ext uri="{FF2B5EF4-FFF2-40B4-BE49-F238E27FC236}">
                      <a16:creationId xmlns:a16="http://schemas.microsoft.com/office/drawing/2014/main" id="{F85C7A77-D28E-4DBB-98A4-FBFFBD294E4D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3" name="直線コネクタ 110442">
                  <a:extLst>
                    <a:ext uri="{FF2B5EF4-FFF2-40B4-BE49-F238E27FC236}">
                      <a16:creationId xmlns:a16="http://schemas.microsoft.com/office/drawing/2014/main" id="{03D504A9-6999-4EEE-BF34-FA0949AA6899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4" name="直線コネクタ 110443">
                  <a:extLst>
                    <a:ext uri="{FF2B5EF4-FFF2-40B4-BE49-F238E27FC236}">
                      <a16:creationId xmlns:a16="http://schemas.microsoft.com/office/drawing/2014/main" id="{D78A8247-63FE-440A-ABEB-265FCE3FEC8F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5" name="直線コネクタ 110444">
                  <a:extLst>
                    <a:ext uri="{FF2B5EF4-FFF2-40B4-BE49-F238E27FC236}">
                      <a16:creationId xmlns:a16="http://schemas.microsoft.com/office/drawing/2014/main" id="{E2137EE2-37F1-49A0-B653-D75706D9438C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6" name="直線コネクタ 110445">
                  <a:extLst>
                    <a:ext uri="{FF2B5EF4-FFF2-40B4-BE49-F238E27FC236}">
                      <a16:creationId xmlns:a16="http://schemas.microsoft.com/office/drawing/2014/main" id="{31E23F80-71A7-40CB-B727-0CDE021240FC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7" name="直線コネクタ 110446">
                  <a:extLst>
                    <a:ext uri="{FF2B5EF4-FFF2-40B4-BE49-F238E27FC236}">
                      <a16:creationId xmlns:a16="http://schemas.microsoft.com/office/drawing/2014/main" id="{A02D9CA6-70AD-40A0-9B7E-79054F9254EC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8" name="直線コネクタ 110447">
                  <a:extLst>
                    <a:ext uri="{FF2B5EF4-FFF2-40B4-BE49-F238E27FC236}">
                      <a16:creationId xmlns:a16="http://schemas.microsoft.com/office/drawing/2014/main" id="{61471122-CA97-4BAF-B8C2-33F06EC40E27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49" name="直線コネクタ 110448">
                  <a:extLst>
                    <a:ext uri="{FF2B5EF4-FFF2-40B4-BE49-F238E27FC236}">
                      <a16:creationId xmlns:a16="http://schemas.microsoft.com/office/drawing/2014/main" id="{3E16BEFA-029F-4630-9FAB-4C3D3E0016B3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0" name="直線コネクタ 110449">
                  <a:extLst>
                    <a:ext uri="{FF2B5EF4-FFF2-40B4-BE49-F238E27FC236}">
                      <a16:creationId xmlns:a16="http://schemas.microsoft.com/office/drawing/2014/main" id="{2554F34E-A23A-4F1F-B842-E21DD192D817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1" name="直線コネクタ 110450">
                  <a:extLst>
                    <a:ext uri="{FF2B5EF4-FFF2-40B4-BE49-F238E27FC236}">
                      <a16:creationId xmlns:a16="http://schemas.microsoft.com/office/drawing/2014/main" id="{AF10E284-99AF-4970-92D5-597DF830A3DF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2" name="直線コネクタ 110451">
                  <a:extLst>
                    <a:ext uri="{FF2B5EF4-FFF2-40B4-BE49-F238E27FC236}">
                      <a16:creationId xmlns:a16="http://schemas.microsoft.com/office/drawing/2014/main" id="{2D3B6AE5-3302-45AC-A3DA-A10873FC6991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3" name="直線コネクタ 110452">
                  <a:extLst>
                    <a:ext uri="{FF2B5EF4-FFF2-40B4-BE49-F238E27FC236}">
                      <a16:creationId xmlns:a16="http://schemas.microsoft.com/office/drawing/2014/main" id="{0945E947-76DA-4D05-BBB2-DEB08597C4D6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4" name="直線コネクタ 110453">
                  <a:extLst>
                    <a:ext uri="{FF2B5EF4-FFF2-40B4-BE49-F238E27FC236}">
                      <a16:creationId xmlns:a16="http://schemas.microsoft.com/office/drawing/2014/main" id="{4E6648D6-CF47-46B2-ACB4-ED3D47DD6409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5" name="直線コネクタ 110454">
                  <a:extLst>
                    <a:ext uri="{FF2B5EF4-FFF2-40B4-BE49-F238E27FC236}">
                      <a16:creationId xmlns:a16="http://schemas.microsoft.com/office/drawing/2014/main" id="{FDBCF256-80EC-45E9-AC81-AE6AECCDB828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6" name="直線コネクタ 110455">
                  <a:extLst>
                    <a:ext uri="{FF2B5EF4-FFF2-40B4-BE49-F238E27FC236}">
                      <a16:creationId xmlns:a16="http://schemas.microsoft.com/office/drawing/2014/main" id="{9D8FDEAB-8380-4C29-B622-EAE5AB988C72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7" name="直線コネクタ 110456">
                  <a:extLst>
                    <a:ext uri="{FF2B5EF4-FFF2-40B4-BE49-F238E27FC236}">
                      <a16:creationId xmlns:a16="http://schemas.microsoft.com/office/drawing/2014/main" id="{749C5B3D-1796-400C-8A3B-E920ED4B726A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8" name="直線コネクタ 110457">
                  <a:extLst>
                    <a:ext uri="{FF2B5EF4-FFF2-40B4-BE49-F238E27FC236}">
                      <a16:creationId xmlns:a16="http://schemas.microsoft.com/office/drawing/2014/main" id="{947D1B56-AF90-47D3-8B0B-CCE47ADD2317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59" name="直線コネクタ 110458">
                  <a:extLst>
                    <a:ext uri="{FF2B5EF4-FFF2-40B4-BE49-F238E27FC236}">
                      <a16:creationId xmlns:a16="http://schemas.microsoft.com/office/drawing/2014/main" id="{48F9822F-6695-4CF1-93C9-3C506AA0E38E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0" name="直線コネクタ 110459">
                  <a:extLst>
                    <a:ext uri="{FF2B5EF4-FFF2-40B4-BE49-F238E27FC236}">
                      <a16:creationId xmlns:a16="http://schemas.microsoft.com/office/drawing/2014/main" id="{59E2762A-A27F-4A40-A915-B88FBD34778F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1" name="直線コネクタ 110460">
                  <a:extLst>
                    <a:ext uri="{FF2B5EF4-FFF2-40B4-BE49-F238E27FC236}">
                      <a16:creationId xmlns:a16="http://schemas.microsoft.com/office/drawing/2014/main" id="{52600C15-1760-42D4-BB62-2D870DD839B6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2" name="直線コネクタ 110461">
                  <a:extLst>
                    <a:ext uri="{FF2B5EF4-FFF2-40B4-BE49-F238E27FC236}">
                      <a16:creationId xmlns:a16="http://schemas.microsoft.com/office/drawing/2014/main" id="{60AC22B3-7C80-49B7-AC47-5FCF78D80710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3" name="直線コネクタ 110462">
                  <a:extLst>
                    <a:ext uri="{FF2B5EF4-FFF2-40B4-BE49-F238E27FC236}">
                      <a16:creationId xmlns:a16="http://schemas.microsoft.com/office/drawing/2014/main" id="{5BAD5AE1-DC38-4430-AA6C-2087DA1B4B2E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4" name="直線コネクタ 110463">
                  <a:extLst>
                    <a:ext uri="{FF2B5EF4-FFF2-40B4-BE49-F238E27FC236}">
                      <a16:creationId xmlns:a16="http://schemas.microsoft.com/office/drawing/2014/main" id="{915BCF7B-C602-4727-B5CA-DDEFC4F748C9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5" name="直線コネクタ 110464">
                  <a:extLst>
                    <a:ext uri="{FF2B5EF4-FFF2-40B4-BE49-F238E27FC236}">
                      <a16:creationId xmlns:a16="http://schemas.microsoft.com/office/drawing/2014/main" id="{7595C669-B6F9-4F60-89AB-504045269112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6" name="直線コネクタ 110465">
                  <a:extLst>
                    <a:ext uri="{FF2B5EF4-FFF2-40B4-BE49-F238E27FC236}">
                      <a16:creationId xmlns:a16="http://schemas.microsoft.com/office/drawing/2014/main" id="{EF98146A-099B-424B-9167-F7F1BA19C0E6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7" name="直線コネクタ 110466">
                  <a:extLst>
                    <a:ext uri="{FF2B5EF4-FFF2-40B4-BE49-F238E27FC236}">
                      <a16:creationId xmlns:a16="http://schemas.microsoft.com/office/drawing/2014/main" id="{7B002A01-F3A4-4A0B-9066-0E3465FAB2DF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8" name="直線コネクタ 110467">
                  <a:extLst>
                    <a:ext uri="{FF2B5EF4-FFF2-40B4-BE49-F238E27FC236}">
                      <a16:creationId xmlns:a16="http://schemas.microsoft.com/office/drawing/2014/main" id="{6745FA58-F1B3-4BAE-946F-F0F093D47262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69" name="直線コネクタ 110468">
                  <a:extLst>
                    <a:ext uri="{FF2B5EF4-FFF2-40B4-BE49-F238E27FC236}">
                      <a16:creationId xmlns:a16="http://schemas.microsoft.com/office/drawing/2014/main" id="{A422178D-6F3C-4A78-ADAF-8894F97E99D9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0" name="直線コネクタ 110469">
                  <a:extLst>
                    <a:ext uri="{FF2B5EF4-FFF2-40B4-BE49-F238E27FC236}">
                      <a16:creationId xmlns:a16="http://schemas.microsoft.com/office/drawing/2014/main" id="{347250D1-6711-4B15-B75A-AB8F31ADE7F9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1" name="直線コネクタ 110470">
                  <a:extLst>
                    <a:ext uri="{FF2B5EF4-FFF2-40B4-BE49-F238E27FC236}">
                      <a16:creationId xmlns:a16="http://schemas.microsoft.com/office/drawing/2014/main" id="{7EBDC168-B049-4EE9-AEC8-011EFAAFC9E9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2" name="直線コネクタ 110471">
                  <a:extLst>
                    <a:ext uri="{FF2B5EF4-FFF2-40B4-BE49-F238E27FC236}">
                      <a16:creationId xmlns:a16="http://schemas.microsoft.com/office/drawing/2014/main" id="{5F0F970F-902C-4488-915E-DF557101EFF9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3" name="直線コネクタ 110472">
                  <a:extLst>
                    <a:ext uri="{FF2B5EF4-FFF2-40B4-BE49-F238E27FC236}">
                      <a16:creationId xmlns:a16="http://schemas.microsoft.com/office/drawing/2014/main" id="{497766E9-EB70-4D1A-8AC7-594ED2910472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4" name="直線コネクタ 110473">
                  <a:extLst>
                    <a:ext uri="{FF2B5EF4-FFF2-40B4-BE49-F238E27FC236}">
                      <a16:creationId xmlns:a16="http://schemas.microsoft.com/office/drawing/2014/main" id="{828F302C-9990-4BB5-9C67-71F04AB69201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5" name="直線コネクタ 110474">
                  <a:extLst>
                    <a:ext uri="{FF2B5EF4-FFF2-40B4-BE49-F238E27FC236}">
                      <a16:creationId xmlns:a16="http://schemas.microsoft.com/office/drawing/2014/main" id="{2F5CC86E-23BA-46B7-8914-F96A275F5A5C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6" name="直線コネクタ 110475">
                  <a:extLst>
                    <a:ext uri="{FF2B5EF4-FFF2-40B4-BE49-F238E27FC236}">
                      <a16:creationId xmlns:a16="http://schemas.microsoft.com/office/drawing/2014/main" id="{466E5945-1461-4EF6-9042-5053B9F74562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7" name="直線コネクタ 110476">
                  <a:extLst>
                    <a:ext uri="{FF2B5EF4-FFF2-40B4-BE49-F238E27FC236}">
                      <a16:creationId xmlns:a16="http://schemas.microsoft.com/office/drawing/2014/main" id="{1C5291C5-5A1B-4A23-9574-A1170EA1DCE9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8" name="直線コネクタ 110477">
                  <a:extLst>
                    <a:ext uri="{FF2B5EF4-FFF2-40B4-BE49-F238E27FC236}">
                      <a16:creationId xmlns:a16="http://schemas.microsoft.com/office/drawing/2014/main" id="{8F1803F9-E281-4E48-87CA-416E178B2810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79" name="直線コネクタ 110478">
                  <a:extLst>
                    <a:ext uri="{FF2B5EF4-FFF2-40B4-BE49-F238E27FC236}">
                      <a16:creationId xmlns:a16="http://schemas.microsoft.com/office/drawing/2014/main" id="{4397A537-6729-42A6-80E8-0F03FE648D96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0" name="直線コネクタ 110479">
                  <a:extLst>
                    <a:ext uri="{FF2B5EF4-FFF2-40B4-BE49-F238E27FC236}">
                      <a16:creationId xmlns:a16="http://schemas.microsoft.com/office/drawing/2014/main" id="{2C2EF664-DE2E-4C17-99F0-06A61AC64805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1" name="直線コネクタ 110480">
                  <a:extLst>
                    <a:ext uri="{FF2B5EF4-FFF2-40B4-BE49-F238E27FC236}">
                      <a16:creationId xmlns:a16="http://schemas.microsoft.com/office/drawing/2014/main" id="{916B9908-E3D3-4152-8178-82DF918AF8AF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2" name="直線コネクタ 110481">
                  <a:extLst>
                    <a:ext uri="{FF2B5EF4-FFF2-40B4-BE49-F238E27FC236}">
                      <a16:creationId xmlns:a16="http://schemas.microsoft.com/office/drawing/2014/main" id="{6DF195D3-1920-47AB-87CC-FB0E0A5D9F8B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3" name="直線コネクタ 110482">
                  <a:extLst>
                    <a:ext uri="{FF2B5EF4-FFF2-40B4-BE49-F238E27FC236}">
                      <a16:creationId xmlns:a16="http://schemas.microsoft.com/office/drawing/2014/main" id="{87FF296F-795F-4C2E-A9C0-D7A8C5044061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4" name="直線コネクタ 110483">
                  <a:extLst>
                    <a:ext uri="{FF2B5EF4-FFF2-40B4-BE49-F238E27FC236}">
                      <a16:creationId xmlns:a16="http://schemas.microsoft.com/office/drawing/2014/main" id="{F948E432-0956-4FFF-89C1-660AA8E2BBF6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5" name="直線コネクタ 110484">
                  <a:extLst>
                    <a:ext uri="{FF2B5EF4-FFF2-40B4-BE49-F238E27FC236}">
                      <a16:creationId xmlns:a16="http://schemas.microsoft.com/office/drawing/2014/main" id="{9F30DAD0-45FD-489C-BBE7-C7C440547523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6" name="直線コネクタ 110485">
                  <a:extLst>
                    <a:ext uri="{FF2B5EF4-FFF2-40B4-BE49-F238E27FC236}">
                      <a16:creationId xmlns:a16="http://schemas.microsoft.com/office/drawing/2014/main" id="{D6688401-F291-4235-8C64-F794CE5F27A9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487" name="直線コネクタ 110486">
                  <a:extLst>
                    <a:ext uri="{FF2B5EF4-FFF2-40B4-BE49-F238E27FC236}">
                      <a16:creationId xmlns:a16="http://schemas.microsoft.com/office/drawing/2014/main" id="{9E56C98B-8C8C-475F-8596-5BE39DC364B7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915" name="グループ化 104914">
              <a:extLst>
                <a:ext uri="{FF2B5EF4-FFF2-40B4-BE49-F238E27FC236}">
                  <a16:creationId xmlns:a16="http://schemas.microsoft.com/office/drawing/2014/main" id="{6B37F5F8-67CF-4E6A-8425-63E552933C66}"/>
                </a:ext>
              </a:extLst>
            </p:cNvPr>
            <p:cNvGrpSpPr/>
            <p:nvPr/>
          </p:nvGrpSpPr>
          <p:grpSpPr>
            <a:xfrm>
              <a:off x="0" y="0"/>
              <a:ext cx="3601080" cy="3602160"/>
              <a:chOff x="3600000" y="3598920"/>
              <a:chExt cx="3601080" cy="3602160"/>
            </a:xfrm>
          </p:grpSpPr>
          <p:grpSp>
            <p:nvGrpSpPr>
              <p:cNvPr id="109275" name="グループ化 109274">
                <a:extLst>
                  <a:ext uri="{FF2B5EF4-FFF2-40B4-BE49-F238E27FC236}">
                    <a16:creationId xmlns:a16="http://schemas.microsoft.com/office/drawing/2014/main" id="{21B11D2B-C9EF-4EBA-82E9-BB6F52AE86CB}"/>
                  </a:ext>
                </a:extLst>
              </p:cNvPr>
              <p:cNvGrpSpPr/>
              <p:nvPr/>
            </p:nvGrpSpPr>
            <p:grpSpPr>
              <a:xfrm>
                <a:off x="5400000" y="359892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10002" name="直線コネクタ 110001">
                  <a:extLst>
                    <a:ext uri="{FF2B5EF4-FFF2-40B4-BE49-F238E27FC236}">
                      <a16:creationId xmlns:a16="http://schemas.microsoft.com/office/drawing/2014/main" id="{C3359F42-0DC3-4AAA-9BE7-F074A1C7AC6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3" name="直線コネクタ 110002">
                  <a:extLst>
                    <a:ext uri="{FF2B5EF4-FFF2-40B4-BE49-F238E27FC236}">
                      <a16:creationId xmlns:a16="http://schemas.microsoft.com/office/drawing/2014/main" id="{54DAB2CD-A275-45A5-956E-5FE1E5C05F9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4" name="直線コネクタ 110003">
                  <a:extLst>
                    <a:ext uri="{FF2B5EF4-FFF2-40B4-BE49-F238E27FC236}">
                      <a16:creationId xmlns:a16="http://schemas.microsoft.com/office/drawing/2014/main" id="{3906A9AD-275A-4212-B5F8-F5D738510ED0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5" name="直線コネクタ 110004">
                  <a:extLst>
                    <a:ext uri="{FF2B5EF4-FFF2-40B4-BE49-F238E27FC236}">
                      <a16:creationId xmlns:a16="http://schemas.microsoft.com/office/drawing/2014/main" id="{0C68C103-52CE-47D6-AA4E-29C6F90B3C54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6" name="直線コネクタ 110005">
                  <a:extLst>
                    <a:ext uri="{FF2B5EF4-FFF2-40B4-BE49-F238E27FC236}">
                      <a16:creationId xmlns:a16="http://schemas.microsoft.com/office/drawing/2014/main" id="{A205A5D7-0B96-43FA-951D-A6D3D4B265D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7" name="直線コネクタ 110006">
                  <a:extLst>
                    <a:ext uri="{FF2B5EF4-FFF2-40B4-BE49-F238E27FC236}">
                      <a16:creationId xmlns:a16="http://schemas.microsoft.com/office/drawing/2014/main" id="{4C8D73BA-441F-4F92-AF39-93B470C1364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8" name="直線コネクタ 110007">
                  <a:extLst>
                    <a:ext uri="{FF2B5EF4-FFF2-40B4-BE49-F238E27FC236}">
                      <a16:creationId xmlns:a16="http://schemas.microsoft.com/office/drawing/2014/main" id="{1118DB6A-F208-4D99-A479-37AB43B34FA0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9" name="直線コネクタ 110008">
                  <a:extLst>
                    <a:ext uri="{FF2B5EF4-FFF2-40B4-BE49-F238E27FC236}">
                      <a16:creationId xmlns:a16="http://schemas.microsoft.com/office/drawing/2014/main" id="{81CFCB8D-FA37-4FEB-8919-DB97635AEC4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0" name="直線コネクタ 110009">
                  <a:extLst>
                    <a:ext uri="{FF2B5EF4-FFF2-40B4-BE49-F238E27FC236}">
                      <a16:creationId xmlns:a16="http://schemas.microsoft.com/office/drawing/2014/main" id="{93C7D7FF-3D9D-4B77-AB7E-A9D31217C0BC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1" name="直線コネクタ 110010">
                  <a:extLst>
                    <a:ext uri="{FF2B5EF4-FFF2-40B4-BE49-F238E27FC236}">
                      <a16:creationId xmlns:a16="http://schemas.microsoft.com/office/drawing/2014/main" id="{1DE26744-9F89-4985-811E-8708740DE11B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2" name="直線コネクタ 110011">
                  <a:extLst>
                    <a:ext uri="{FF2B5EF4-FFF2-40B4-BE49-F238E27FC236}">
                      <a16:creationId xmlns:a16="http://schemas.microsoft.com/office/drawing/2014/main" id="{59583628-32A8-4FB4-A6CC-4DB884E9C399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3" name="直線コネクタ 110012">
                  <a:extLst>
                    <a:ext uri="{FF2B5EF4-FFF2-40B4-BE49-F238E27FC236}">
                      <a16:creationId xmlns:a16="http://schemas.microsoft.com/office/drawing/2014/main" id="{97214F1B-498F-4F69-8882-48A04E73521D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4" name="直線コネクタ 110013">
                  <a:extLst>
                    <a:ext uri="{FF2B5EF4-FFF2-40B4-BE49-F238E27FC236}">
                      <a16:creationId xmlns:a16="http://schemas.microsoft.com/office/drawing/2014/main" id="{E8B83103-8A25-4D55-AF4C-13E806DD5F15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5" name="直線コネクタ 110014">
                  <a:extLst>
                    <a:ext uri="{FF2B5EF4-FFF2-40B4-BE49-F238E27FC236}">
                      <a16:creationId xmlns:a16="http://schemas.microsoft.com/office/drawing/2014/main" id="{82CCE2FA-AB3D-4923-9074-DA266CBFBC3C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6" name="直線コネクタ 110015">
                  <a:extLst>
                    <a:ext uri="{FF2B5EF4-FFF2-40B4-BE49-F238E27FC236}">
                      <a16:creationId xmlns:a16="http://schemas.microsoft.com/office/drawing/2014/main" id="{5035591E-28D5-4F8D-BEF7-C1CE2578ECFE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7" name="直線コネクタ 110016">
                  <a:extLst>
                    <a:ext uri="{FF2B5EF4-FFF2-40B4-BE49-F238E27FC236}">
                      <a16:creationId xmlns:a16="http://schemas.microsoft.com/office/drawing/2014/main" id="{6FCF0722-CFAD-42EE-A226-0319C86D26C4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8" name="直線コネクタ 110017">
                  <a:extLst>
                    <a:ext uri="{FF2B5EF4-FFF2-40B4-BE49-F238E27FC236}">
                      <a16:creationId xmlns:a16="http://schemas.microsoft.com/office/drawing/2014/main" id="{14CBCAA0-A555-4476-AA0F-1EA8023DC727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19" name="直線コネクタ 110018">
                  <a:extLst>
                    <a:ext uri="{FF2B5EF4-FFF2-40B4-BE49-F238E27FC236}">
                      <a16:creationId xmlns:a16="http://schemas.microsoft.com/office/drawing/2014/main" id="{0C7CAC45-026D-4370-86DF-740411B8DEA6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0" name="直線コネクタ 110019">
                  <a:extLst>
                    <a:ext uri="{FF2B5EF4-FFF2-40B4-BE49-F238E27FC236}">
                      <a16:creationId xmlns:a16="http://schemas.microsoft.com/office/drawing/2014/main" id="{812C7BD7-9CA1-4F73-8EA6-6401C8088844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1" name="直線コネクタ 110020">
                  <a:extLst>
                    <a:ext uri="{FF2B5EF4-FFF2-40B4-BE49-F238E27FC236}">
                      <a16:creationId xmlns:a16="http://schemas.microsoft.com/office/drawing/2014/main" id="{F6D237FF-FBFC-4DE6-A130-A4D8844D3141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2" name="直線コネクタ 110021">
                  <a:extLst>
                    <a:ext uri="{FF2B5EF4-FFF2-40B4-BE49-F238E27FC236}">
                      <a16:creationId xmlns:a16="http://schemas.microsoft.com/office/drawing/2014/main" id="{51330FA8-0A31-42BD-B938-02E846FD547A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3" name="直線コネクタ 110022">
                  <a:extLst>
                    <a:ext uri="{FF2B5EF4-FFF2-40B4-BE49-F238E27FC236}">
                      <a16:creationId xmlns:a16="http://schemas.microsoft.com/office/drawing/2014/main" id="{BC0D5662-9AA5-4D84-AABE-ED4CAEFC4F65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4" name="直線コネクタ 110023">
                  <a:extLst>
                    <a:ext uri="{FF2B5EF4-FFF2-40B4-BE49-F238E27FC236}">
                      <a16:creationId xmlns:a16="http://schemas.microsoft.com/office/drawing/2014/main" id="{3131BC78-E2BF-4116-A01F-5F2375B12355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5" name="直線コネクタ 110024">
                  <a:extLst>
                    <a:ext uri="{FF2B5EF4-FFF2-40B4-BE49-F238E27FC236}">
                      <a16:creationId xmlns:a16="http://schemas.microsoft.com/office/drawing/2014/main" id="{3EBBF248-3079-449F-8477-15D694EF31D9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6" name="直線コネクタ 110025">
                  <a:extLst>
                    <a:ext uri="{FF2B5EF4-FFF2-40B4-BE49-F238E27FC236}">
                      <a16:creationId xmlns:a16="http://schemas.microsoft.com/office/drawing/2014/main" id="{03D50C8A-81E2-4902-BEF2-049F2AD48933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7" name="直線コネクタ 110026">
                  <a:extLst>
                    <a:ext uri="{FF2B5EF4-FFF2-40B4-BE49-F238E27FC236}">
                      <a16:creationId xmlns:a16="http://schemas.microsoft.com/office/drawing/2014/main" id="{D5BAA7D2-D8E3-4BC9-A8FA-9E1B6CD1EE6C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8" name="直線コネクタ 110027">
                  <a:extLst>
                    <a:ext uri="{FF2B5EF4-FFF2-40B4-BE49-F238E27FC236}">
                      <a16:creationId xmlns:a16="http://schemas.microsoft.com/office/drawing/2014/main" id="{02EE27FD-645A-47E9-A917-34D4CC82DFBB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29" name="直線コネクタ 110028">
                  <a:extLst>
                    <a:ext uri="{FF2B5EF4-FFF2-40B4-BE49-F238E27FC236}">
                      <a16:creationId xmlns:a16="http://schemas.microsoft.com/office/drawing/2014/main" id="{51B967AD-EC31-4FE3-9D87-3569C06FF2B9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0" name="直線コネクタ 110029">
                  <a:extLst>
                    <a:ext uri="{FF2B5EF4-FFF2-40B4-BE49-F238E27FC236}">
                      <a16:creationId xmlns:a16="http://schemas.microsoft.com/office/drawing/2014/main" id="{B25041FB-F728-4DF4-BF73-7C48B1B849A4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1" name="直線コネクタ 110030">
                  <a:extLst>
                    <a:ext uri="{FF2B5EF4-FFF2-40B4-BE49-F238E27FC236}">
                      <a16:creationId xmlns:a16="http://schemas.microsoft.com/office/drawing/2014/main" id="{FB972464-4D42-4F69-A6D2-3D38DD18A67F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2" name="直線コネクタ 110031">
                  <a:extLst>
                    <a:ext uri="{FF2B5EF4-FFF2-40B4-BE49-F238E27FC236}">
                      <a16:creationId xmlns:a16="http://schemas.microsoft.com/office/drawing/2014/main" id="{A56D0776-E614-49E8-A165-4900F15A71AC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3" name="直線コネクタ 110032">
                  <a:extLst>
                    <a:ext uri="{FF2B5EF4-FFF2-40B4-BE49-F238E27FC236}">
                      <a16:creationId xmlns:a16="http://schemas.microsoft.com/office/drawing/2014/main" id="{0F6B76A9-816F-4DFC-964A-D63E56EF2966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4" name="直線コネクタ 110033">
                  <a:extLst>
                    <a:ext uri="{FF2B5EF4-FFF2-40B4-BE49-F238E27FC236}">
                      <a16:creationId xmlns:a16="http://schemas.microsoft.com/office/drawing/2014/main" id="{D25CB55E-8A0C-4077-93F2-63FEA50EBBE7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5" name="直線コネクタ 110034">
                  <a:extLst>
                    <a:ext uri="{FF2B5EF4-FFF2-40B4-BE49-F238E27FC236}">
                      <a16:creationId xmlns:a16="http://schemas.microsoft.com/office/drawing/2014/main" id="{031F1F1D-523E-4984-A08D-A2CC777FA588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6" name="直線コネクタ 110035">
                  <a:extLst>
                    <a:ext uri="{FF2B5EF4-FFF2-40B4-BE49-F238E27FC236}">
                      <a16:creationId xmlns:a16="http://schemas.microsoft.com/office/drawing/2014/main" id="{2E786695-26C3-4A93-9CB5-C2DB751A37F5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7" name="直線コネクタ 110036">
                  <a:extLst>
                    <a:ext uri="{FF2B5EF4-FFF2-40B4-BE49-F238E27FC236}">
                      <a16:creationId xmlns:a16="http://schemas.microsoft.com/office/drawing/2014/main" id="{E6BE4109-42BB-44B6-AD41-77F2A36AAADC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8" name="直線コネクタ 110037">
                  <a:extLst>
                    <a:ext uri="{FF2B5EF4-FFF2-40B4-BE49-F238E27FC236}">
                      <a16:creationId xmlns:a16="http://schemas.microsoft.com/office/drawing/2014/main" id="{13CE4DB6-29CA-4A3F-AA30-045A7AA41415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39" name="直線コネクタ 110038">
                  <a:extLst>
                    <a:ext uri="{FF2B5EF4-FFF2-40B4-BE49-F238E27FC236}">
                      <a16:creationId xmlns:a16="http://schemas.microsoft.com/office/drawing/2014/main" id="{D86E75AA-CB11-4769-83E2-840307A19A14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0" name="直線コネクタ 110039">
                  <a:extLst>
                    <a:ext uri="{FF2B5EF4-FFF2-40B4-BE49-F238E27FC236}">
                      <a16:creationId xmlns:a16="http://schemas.microsoft.com/office/drawing/2014/main" id="{4FF918F7-3813-44B3-AD2D-9D6FC1AB1819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1" name="直線コネクタ 110040">
                  <a:extLst>
                    <a:ext uri="{FF2B5EF4-FFF2-40B4-BE49-F238E27FC236}">
                      <a16:creationId xmlns:a16="http://schemas.microsoft.com/office/drawing/2014/main" id="{5AA2DAE0-AEE1-40B3-B6FD-F09B311531A5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2" name="直線コネクタ 110041">
                  <a:extLst>
                    <a:ext uri="{FF2B5EF4-FFF2-40B4-BE49-F238E27FC236}">
                      <a16:creationId xmlns:a16="http://schemas.microsoft.com/office/drawing/2014/main" id="{BAABA611-3CFE-42C1-8972-8A1D26186C39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3" name="直線コネクタ 110042">
                  <a:extLst>
                    <a:ext uri="{FF2B5EF4-FFF2-40B4-BE49-F238E27FC236}">
                      <a16:creationId xmlns:a16="http://schemas.microsoft.com/office/drawing/2014/main" id="{8F8830BD-8B99-4A18-9806-70FEC07AEF59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4" name="直線コネクタ 110043">
                  <a:extLst>
                    <a:ext uri="{FF2B5EF4-FFF2-40B4-BE49-F238E27FC236}">
                      <a16:creationId xmlns:a16="http://schemas.microsoft.com/office/drawing/2014/main" id="{9FE36D54-57DE-47A7-A43A-E668DD77DBD7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5" name="直線コネクタ 110044">
                  <a:extLst>
                    <a:ext uri="{FF2B5EF4-FFF2-40B4-BE49-F238E27FC236}">
                      <a16:creationId xmlns:a16="http://schemas.microsoft.com/office/drawing/2014/main" id="{86DF88F1-6C50-4700-92A1-81643B3F9C59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6" name="直線コネクタ 110045">
                  <a:extLst>
                    <a:ext uri="{FF2B5EF4-FFF2-40B4-BE49-F238E27FC236}">
                      <a16:creationId xmlns:a16="http://schemas.microsoft.com/office/drawing/2014/main" id="{760FE64F-73ED-4940-8C0C-1BE6F8FF6F6F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7" name="直線コネクタ 110046">
                  <a:extLst>
                    <a:ext uri="{FF2B5EF4-FFF2-40B4-BE49-F238E27FC236}">
                      <a16:creationId xmlns:a16="http://schemas.microsoft.com/office/drawing/2014/main" id="{2628F0F5-E276-4004-BA82-A4C8A9E644DC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8" name="直線コネクタ 110047">
                  <a:extLst>
                    <a:ext uri="{FF2B5EF4-FFF2-40B4-BE49-F238E27FC236}">
                      <a16:creationId xmlns:a16="http://schemas.microsoft.com/office/drawing/2014/main" id="{18D7565D-B01E-49D0-B6EE-5FD2C5FD1F33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49" name="直線コネクタ 110048">
                  <a:extLst>
                    <a:ext uri="{FF2B5EF4-FFF2-40B4-BE49-F238E27FC236}">
                      <a16:creationId xmlns:a16="http://schemas.microsoft.com/office/drawing/2014/main" id="{D015076C-E33F-4654-B6CB-0D05E23559F9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0" name="直線コネクタ 110049">
                  <a:extLst>
                    <a:ext uri="{FF2B5EF4-FFF2-40B4-BE49-F238E27FC236}">
                      <a16:creationId xmlns:a16="http://schemas.microsoft.com/office/drawing/2014/main" id="{5CE402B9-2A45-4480-A6AE-B1E257B6CA3E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1" name="直線コネクタ 110050">
                  <a:extLst>
                    <a:ext uri="{FF2B5EF4-FFF2-40B4-BE49-F238E27FC236}">
                      <a16:creationId xmlns:a16="http://schemas.microsoft.com/office/drawing/2014/main" id="{1220355B-355C-4B0A-84EB-F90F3EC33059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2" name="直線コネクタ 110051">
                  <a:extLst>
                    <a:ext uri="{FF2B5EF4-FFF2-40B4-BE49-F238E27FC236}">
                      <a16:creationId xmlns:a16="http://schemas.microsoft.com/office/drawing/2014/main" id="{3DE8896B-6567-4FA9-BA46-EF7B8D62B5E4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3" name="直線コネクタ 110052">
                  <a:extLst>
                    <a:ext uri="{FF2B5EF4-FFF2-40B4-BE49-F238E27FC236}">
                      <a16:creationId xmlns:a16="http://schemas.microsoft.com/office/drawing/2014/main" id="{4D2E823C-8D0E-4DBD-B242-3A592EEBA71E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4" name="直線コネクタ 110053">
                  <a:extLst>
                    <a:ext uri="{FF2B5EF4-FFF2-40B4-BE49-F238E27FC236}">
                      <a16:creationId xmlns:a16="http://schemas.microsoft.com/office/drawing/2014/main" id="{FBD5D498-3BA0-462F-BAD5-25C52573A031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5" name="直線コネクタ 110054">
                  <a:extLst>
                    <a:ext uri="{FF2B5EF4-FFF2-40B4-BE49-F238E27FC236}">
                      <a16:creationId xmlns:a16="http://schemas.microsoft.com/office/drawing/2014/main" id="{AC94D938-D724-4F93-A959-34D61E785DD0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6" name="直線コネクタ 110055">
                  <a:extLst>
                    <a:ext uri="{FF2B5EF4-FFF2-40B4-BE49-F238E27FC236}">
                      <a16:creationId xmlns:a16="http://schemas.microsoft.com/office/drawing/2014/main" id="{94CF55C3-7D1E-4417-B2F8-E4467283F04A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7" name="直線コネクタ 110056">
                  <a:extLst>
                    <a:ext uri="{FF2B5EF4-FFF2-40B4-BE49-F238E27FC236}">
                      <a16:creationId xmlns:a16="http://schemas.microsoft.com/office/drawing/2014/main" id="{6C7D97F1-7841-4C9E-A227-D2837DCBAB50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8" name="直線コネクタ 110057">
                  <a:extLst>
                    <a:ext uri="{FF2B5EF4-FFF2-40B4-BE49-F238E27FC236}">
                      <a16:creationId xmlns:a16="http://schemas.microsoft.com/office/drawing/2014/main" id="{C4E24E7F-BA52-4488-BFED-953F1B9B945E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59" name="直線コネクタ 110058">
                  <a:extLst>
                    <a:ext uri="{FF2B5EF4-FFF2-40B4-BE49-F238E27FC236}">
                      <a16:creationId xmlns:a16="http://schemas.microsoft.com/office/drawing/2014/main" id="{1DC9AB26-E9D7-457F-BE9D-6D9AE7DB3DAB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0" name="直線コネクタ 110059">
                  <a:extLst>
                    <a:ext uri="{FF2B5EF4-FFF2-40B4-BE49-F238E27FC236}">
                      <a16:creationId xmlns:a16="http://schemas.microsoft.com/office/drawing/2014/main" id="{136E9BD7-0167-4CC2-B21B-E191B0CF6633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1" name="直線コネクタ 110060">
                  <a:extLst>
                    <a:ext uri="{FF2B5EF4-FFF2-40B4-BE49-F238E27FC236}">
                      <a16:creationId xmlns:a16="http://schemas.microsoft.com/office/drawing/2014/main" id="{4879903C-73C8-4B5C-9F03-5661F48FFC99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2" name="直線コネクタ 110061">
                  <a:extLst>
                    <a:ext uri="{FF2B5EF4-FFF2-40B4-BE49-F238E27FC236}">
                      <a16:creationId xmlns:a16="http://schemas.microsoft.com/office/drawing/2014/main" id="{F0B7A1B6-77F4-457C-AFD6-F31BAA912D32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3" name="直線コネクタ 110062">
                  <a:extLst>
                    <a:ext uri="{FF2B5EF4-FFF2-40B4-BE49-F238E27FC236}">
                      <a16:creationId xmlns:a16="http://schemas.microsoft.com/office/drawing/2014/main" id="{17FE7F29-5ABA-4809-BE97-B66A900D24A5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4" name="直線コネクタ 110063">
                  <a:extLst>
                    <a:ext uri="{FF2B5EF4-FFF2-40B4-BE49-F238E27FC236}">
                      <a16:creationId xmlns:a16="http://schemas.microsoft.com/office/drawing/2014/main" id="{C27933C9-B586-46E2-9776-3893C21D021B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5" name="直線コネクタ 110064">
                  <a:extLst>
                    <a:ext uri="{FF2B5EF4-FFF2-40B4-BE49-F238E27FC236}">
                      <a16:creationId xmlns:a16="http://schemas.microsoft.com/office/drawing/2014/main" id="{90E0335A-36F1-4F83-AD0E-E15835E7E0EB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6" name="直線コネクタ 110065">
                  <a:extLst>
                    <a:ext uri="{FF2B5EF4-FFF2-40B4-BE49-F238E27FC236}">
                      <a16:creationId xmlns:a16="http://schemas.microsoft.com/office/drawing/2014/main" id="{DABFC507-C0CD-4124-8EA9-E86DD81484D0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7" name="直線コネクタ 110066">
                  <a:extLst>
                    <a:ext uri="{FF2B5EF4-FFF2-40B4-BE49-F238E27FC236}">
                      <a16:creationId xmlns:a16="http://schemas.microsoft.com/office/drawing/2014/main" id="{0EDE51AF-9C5F-4C97-96BC-0C3484D691B5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8" name="直線コネクタ 110067">
                  <a:extLst>
                    <a:ext uri="{FF2B5EF4-FFF2-40B4-BE49-F238E27FC236}">
                      <a16:creationId xmlns:a16="http://schemas.microsoft.com/office/drawing/2014/main" id="{8ECC6082-7123-40E0-8CA2-807444ABB803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69" name="直線コネクタ 110068">
                  <a:extLst>
                    <a:ext uri="{FF2B5EF4-FFF2-40B4-BE49-F238E27FC236}">
                      <a16:creationId xmlns:a16="http://schemas.microsoft.com/office/drawing/2014/main" id="{A90F460D-88A4-4D57-9D34-6845BF90593D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0" name="直線コネクタ 110069">
                  <a:extLst>
                    <a:ext uri="{FF2B5EF4-FFF2-40B4-BE49-F238E27FC236}">
                      <a16:creationId xmlns:a16="http://schemas.microsoft.com/office/drawing/2014/main" id="{DEC0E516-04D0-4531-AB04-2DB37EADF78B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1" name="直線コネクタ 110070">
                  <a:extLst>
                    <a:ext uri="{FF2B5EF4-FFF2-40B4-BE49-F238E27FC236}">
                      <a16:creationId xmlns:a16="http://schemas.microsoft.com/office/drawing/2014/main" id="{239F94C9-86A7-45B1-9FCC-EA3F371F523F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2" name="直線コネクタ 110071">
                  <a:extLst>
                    <a:ext uri="{FF2B5EF4-FFF2-40B4-BE49-F238E27FC236}">
                      <a16:creationId xmlns:a16="http://schemas.microsoft.com/office/drawing/2014/main" id="{5DD95AFB-15C2-4706-ADC7-2ED8CF6A2E50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3" name="直線コネクタ 110072">
                  <a:extLst>
                    <a:ext uri="{FF2B5EF4-FFF2-40B4-BE49-F238E27FC236}">
                      <a16:creationId xmlns:a16="http://schemas.microsoft.com/office/drawing/2014/main" id="{69DC00E6-CC29-4DF3-B4F3-0F1D70181487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4" name="直線コネクタ 110073">
                  <a:extLst>
                    <a:ext uri="{FF2B5EF4-FFF2-40B4-BE49-F238E27FC236}">
                      <a16:creationId xmlns:a16="http://schemas.microsoft.com/office/drawing/2014/main" id="{6E52A315-FA05-4F51-AB79-D998E476799D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5" name="直線コネクタ 110074">
                  <a:extLst>
                    <a:ext uri="{FF2B5EF4-FFF2-40B4-BE49-F238E27FC236}">
                      <a16:creationId xmlns:a16="http://schemas.microsoft.com/office/drawing/2014/main" id="{711C3F7A-B040-43B9-B1BC-93A36F70B97D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6" name="直線コネクタ 110075">
                  <a:extLst>
                    <a:ext uri="{FF2B5EF4-FFF2-40B4-BE49-F238E27FC236}">
                      <a16:creationId xmlns:a16="http://schemas.microsoft.com/office/drawing/2014/main" id="{98E03952-7F12-428F-952F-1BF99B452917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7" name="直線コネクタ 110076">
                  <a:extLst>
                    <a:ext uri="{FF2B5EF4-FFF2-40B4-BE49-F238E27FC236}">
                      <a16:creationId xmlns:a16="http://schemas.microsoft.com/office/drawing/2014/main" id="{1BE24311-BF54-4900-8EA9-E5B62F9D6B77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8" name="直線コネクタ 110077">
                  <a:extLst>
                    <a:ext uri="{FF2B5EF4-FFF2-40B4-BE49-F238E27FC236}">
                      <a16:creationId xmlns:a16="http://schemas.microsoft.com/office/drawing/2014/main" id="{5AF69362-1104-474D-96EA-82F1F815AC72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79" name="直線コネクタ 110078">
                  <a:extLst>
                    <a:ext uri="{FF2B5EF4-FFF2-40B4-BE49-F238E27FC236}">
                      <a16:creationId xmlns:a16="http://schemas.microsoft.com/office/drawing/2014/main" id="{D9090228-EA9B-4B63-963E-33A87EABFDE6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0" name="直線コネクタ 110079">
                  <a:extLst>
                    <a:ext uri="{FF2B5EF4-FFF2-40B4-BE49-F238E27FC236}">
                      <a16:creationId xmlns:a16="http://schemas.microsoft.com/office/drawing/2014/main" id="{B8A65C82-8CFD-4DAC-8CC3-277606E22461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1" name="直線コネクタ 110080">
                  <a:extLst>
                    <a:ext uri="{FF2B5EF4-FFF2-40B4-BE49-F238E27FC236}">
                      <a16:creationId xmlns:a16="http://schemas.microsoft.com/office/drawing/2014/main" id="{E07A7578-C4EA-4AF3-9008-2A641A15C3FC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2" name="直線コネクタ 110081">
                  <a:extLst>
                    <a:ext uri="{FF2B5EF4-FFF2-40B4-BE49-F238E27FC236}">
                      <a16:creationId xmlns:a16="http://schemas.microsoft.com/office/drawing/2014/main" id="{45402B53-1C17-4CC6-BC9E-01D0787EBB87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3" name="直線コネクタ 110082">
                  <a:extLst>
                    <a:ext uri="{FF2B5EF4-FFF2-40B4-BE49-F238E27FC236}">
                      <a16:creationId xmlns:a16="http://schemas.microsoft.com/office/drawing/2014/main" id="{EB9DB983-AA26-4662-BB55-CC6FDD2A0AF7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4" name="直線コネクタ 110083">
                  <a:extLst>
                    <a:ext uri="{FF2B5EF4-FFF2-40B4-BE49-F238E27FC236}">
                      <a16:creationId xmlns:a16="http://schemas.microsoft.com/office/drawing/2014/main" id="{F15920F6-E929-4681-9FB6-4141062BEDE5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5" name="直線コネクタ 110084">
                  <a:extLst>
                    <a:ext uri="{FF2B5EF4-FFF2-40B4-BE49-F238E27FC236}">
                      <a16:creationId xmlns:a16="http://schemas.microsoft.com/office/drawing/2014/main" id="{840D3AC4-3EEE-4545-8386-9EADA05E72CB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6" name="直線コネクタ 110085">
                  <a:extLst>
                    <a:ext uri="{FF2B5EF4-FFF2-40B4-BE49-F238E27FC236}">
                      <a16:creationId xmlns:a16="http://schemas.microsoft.com/office/drawing/2014/main" id="{BAC3A918-81F2-428A-8ECE-9B06B70852D5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7" name="直線コネクタ 110086">
                  <a:extLst>
                    <a:ext uri="{FF2B5EF4-FFF2-40B4-BE49-F238E27FC236}">
                      <a16:creationId xmlns:a16="http://schemas.microsoft.com/office/drawing/2014/main" id="{07205BBC-E94C-4079-92DB-AA150AAC5F83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8" name="直線コネクタ 110087">
                  <a:extLst>
                    <a:ext uri="{FF2B5EF4-FFF2-40B4-BE49-F238E27FC236}">
                      <a16:creationId xmlns:a16="http://schemas.microsoft.com/office/drawing/2014/main" id="{E1F36BE0-06C6-4430-97BA-C066C2F3A29A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89" name="直線コネクタ 110088">
                  <a:extLst>
                    <a:ext uri="{FF2B5EF4-FFF2-40B4-BE49-F238E27FC236}">
                      <a16:creationId xmlns:a16="http://schemas.microsoft.com/office/drawing/2014/main" id="{FAD10FA5-7459-4B3C-AB89-6622C1F4061E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0" name="直線コネクタ 110089">
                  <a:extLst>
                    <a:ext uri="{FF2B5EF4-FFF2-40B4-BE49-F238E27FC236}">
                      <a16:creationId xmlns:a16="http://schemas.microsoft.com/office/drawing/2014/main" id="{3ABDE955-DE2B-4CF4-8E33-4EE71CE8F0F4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1" name="直線コネクタ 110090">
                  <a:extLst>
                    <a:ext uri="{FF2B5EF4-FFF2-40B4-BE49-F238E27FC236}">
                      <a16:creationId xmlns:a16="http://schemas.microsoft.com/office/drawing/2014/main" id="{B03A7591-7205-424B-99DF-7F7E5F3E5F90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2" name="直線コネクタ 110091">
                  <a:extLst>
                    <a:ext uri="{FF2B5EF4-FFF2-40B4-BE49-F238E27FC236}">
                      <a16:creationId xmlns:a16="http://schemas.microsoft.com/office/drawing/2014/main" id="{EF072964-9BD9-45A9-8897-C40DDBA8623A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3" name="直線コネクタ 110092">
                  <a:extLst>
                    <a:ext uri="{FF2B5EF4-FFF2-40B4-BE49-F238E27FC236}">
                      <a16:creationId xmlns:a16="http://schemas.microsoft.com/office/drawing/2014/main" id="{22FD2340-DBBF-4716-8A0C-1A769F6D534B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4" name="直線コネクタ 110093">
                  <a:extLst>
                    <a:ext uri="{FF2B5EF4-FFF2-40B4-BE49-F238E27FC236}">
                      <a16:creationId xmlns:a16="http://schemas.microsoft.com/office/drawing/2014/main" id="{5CE9AE49-F02A-4B55-8A32-0D37B0976045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5" name="直線コネクタ 110094">
                  <a:extLst>
                    <a:ext uri="{FF2B5EF4-FFF2-40B4-BE49-F238E27FC236}">
                      <a16:creationId xmlns:a16="http://schemas.microsoft.com/office/drawing/2014/main" id="{FCD9E5F6-7566-4F1C-9A59-F2A1880DE1CD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6" name="直線コネクタ 110095">
                  <a:extLst>
                    <a:ext uri="{FF2B5EF4-FFF2-40B4-BE49-F238E27FC236}">
                      <a16:creationId xmlns:a16="http://schemas.microsoft.com/office/drawing/2014/main" id="{44A61739-C3BE-4990-995C-5C1E9D19030A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7" name="直線コネクタ 110096">
                  <a:extLst>
                    <a:ext uri="{FF2B5EF4-FFF2-40B4-BE49-F238E27FC236}">
                      <a16:creationId xmlns:a16="http://schemas.microsoft.com/office/drawing/2014/main" id="{2EC248B0-9C74-4A7D-8342-A9984656497F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8" name="直線コネクタ 110097">
                  <a:extLst>
                    <a:ext uri="{FF2B5EF4-FFF2-40B4-BE49-F238E27FC236}">
                      <a16:creationId xmlns:a16="http://schemas.microsoft.com/office/drawing/2014/main" id="{FEC9D182-D148-4E0F-8FB5-4C583152626F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99" name="直線コネクタ 110098">
                  <a:extLst>
                    <a:ext uri="{FF2B5EF4-FFF2-40B4-BE49-F238E27FC236}">
                      <a16:creationId xmlns:a16="http://schemas.microsoft.com/office/drawing/2014/main" id="{58506916-5089-4408-9267-5E389F98BC99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0" name="直線コネクタ 110099">
                  <a:extLst>
                    <a:ext uri="{FF2B5EF4-FFF2-40B4-BE49-F238E27FC236}">
                      <a16:creationId xmlns:a16="http://schemas.microsoft.com/office/drawing/2014/main" id="{8604A8E9-7E0A-462A-A599-52AA535F242D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1" name="直線コネクタ 110100">
                  <a:extLst>
                    <a:ext uri="{FF2B5EF4-FFF2-40B4-BE49-F238E27FC236}">
                      <a16:creationId xmlns:a16="http://schemas.microsoft.com/office/drawing/2014/main" id="{8B4CF7D4-2A3B-475D-9B2D-68B729C69D6E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2" name="直線コネクタ 110101">
                  <a:extLst>
                    <a:ext uri="{FF2B5EF4-FFF2-40B4-BE49-F238E27FC236}">
                      <a16:creationId xmlns:a16="http://schemas.microsoft.com/office/drawing/2014/main" id="{7EFDD9FA-BD4E-46A1-A5C6-F52B263B22C8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3" name="直線コネクタ 110102">
                  <a:extLst>
                    <a:ext uri="{FF2B5EF4-FFF2-40B4-BE49-F238E27FC236}">
                      <a16:creationId xmlns:a16="http://schemas.microsoft.com/office/drawing/2014/main" id="{ACB21A7C-9AB2-422F-B530-6327027A63E7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4" name="直線コネクタ 110103">
                  <a:extLst>
                    <a:ext uri="{FF2B5EF4-FFF2-40B4-BE49-F238E27FC236}">
                      <a16:creationId xmlns:a16="http://schemas.microsoft.com/office/drawing/2014/main" id="{94622076-247F-4879-922D-71DAA33E738A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5" name="直線コネクタ 110104">
                  <a:extLst>
                    <a:ext uri="{FF2B5EF4-FFF2-40B4-BE49-F238E27FC236}">
                      <a16:creationId xmlns:a16="http://schemas.microsoft.com/office/drawing/2014/main" id="{3E9F9069-618E-4AFC-83B6-6F48F7A035D6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6" name="直線コネクタ 110105">
                  <a:extLst>
                    <a:ext uri="{FF2B5EF4-FFF2-40B4-BE49-F238E27FC236}">
                      <a16:creationId xmlns:a16="http://schemas.microsoft.com/office/drawing/2014/main" id="{D6AACDAE-5A18-453F-9FE8-90F54529406B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7" name="直線コネクタ 110106">
                  <a:extLst>
                    <a:ext uri="{FF2B5EF4-FFF2-40B4-BE49-F238E27FC236}">
                      <a16:creationId xmlns:a16="http://schemas.microsoft.com/office/drawing/2014/main" id="{F5E94764-EE4F-458D-AC09-C696FC140945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8" name="直線コネクタ 110107">
                  <a:extLst>
                    <a:ext uri="{FF2B5EF4-FFF2-40B4-BE49-F238E27FC236}">
                      <a16:creationId xmlns:a16="http://schemas.microsoft.com/office/drawing/2014/main" id="{1774B1E2-7500-42B0-B09F-9AD839D989CD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09" name="直線コネクタ 110108">
                  <a:extLst>
                    <a:ext uri="{FF2B5EF4-FFF2-40B4-BE49-F238E27FC236}">
                      <a16:creationId xmlns:a16="http://schemas.microsoft.com/office/drawing/2014/main" id="{2ABBAFA0-98E8-4F9C-A559-399969AA1412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0" name="直線コネクタ 110109">
                  <a:extLst>
                    <a:ext uri="{FF2B5EF4-FFF2-40B4-BE49-F238E27FC236}">
                      <a16:creationId xmlns:a16="http://schemas.microsoft.com/office/drawing/2014/main" id="{4D5D5B60-9AE0-4F66-A31F-1E2DE5A39589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1" name="直線コネクタ 110110">
                  <a:extLst>
                    <a:ext uri="{FF2B5EF4-FFF2-40B4-BE49-F238E27FC236}">
                      <a16:creationId xmlns:a16="http://schemas.microsoft.com/office/drawing/2014/main" id="{F709F3D0-1B5B-46CD-80BE-DD4CAE80D02D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2" name="直線コネクタ 110111">
                  <a:extLst>
                    <a:ext uri="{FF2B5EF4-FFF2-40B4-BE49-F238E27FC236}">
                      <a16:creationId xmlns:a16="http://schemas.microsoft.com/office/drawing/2014/main" id="{58C7ADD5-4ACB-4390-9E02-AF5FC7277F63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3" name="直線コネクタ 110112">
                  <a:extLst>
                    <a:ext uri="{FF2B5EF4-FFF2-40B4-BE49-F238E27FC236}">
                      <a16:creationId xmlns:a16="http://schemas.microsoft.com/office/drawing/2014/main" id="{CB6D659C-8FC5-4FF8-99E3-0A78CC3521EF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4" name="直線コネクタ 110113">
                  <a:extLst>
                    <a:ext uri="{FF2B5EF4-FFF2-40B4-BE49-F238E27FC236}">
                      <a16:creationId xmlns:a16="http://schemas.microsoft.com/office/drawing/2014/main" id="{5FACC1C6-2679-4A9D-9BFF-720EDC410D6B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5" name="直線コネクタ 110114">
                  <a:extLst>
                    <a:ext uri="{FF2B5EF4-FFF2-40B4-BE49-F238E27FC236}">
                      <a16:creationId xmlns:a16="http://schemas.microsoft.com/office/drawing/2014/main" id="{39C53932-7B4C-4C26-ABCF-FC458AB614BF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6" name="直線コネクタ 110115">
                  <a:extLst>
                    <a:ext uri="{FF2B5EF4-FFF2-40B4-BE49-F238E27FC236}">
                      <a16:creationId xmlns:a16="http://schemas.microsoft.com/office/drawing/2014/main" id="{DC23457B-D5D3-43F3-AECA-A47C1A499E82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7" name="直線コネクタ 110116">
                  <a:extLst>
                    <a:ext uri="{FF2B5EF4-FFF2-40B4-BE49-F238E27FC236}">
                      <a16:creationId xmlns:a16="http://schemas.microsoft.com/office/drawing/2014/main" id="{371ED734-BCB2-495F-AFCD-E46924CBE5E3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8" name="直線コネクタ 110117">
                  <a:extLst>
                    <a:ext uri="{FF2B5EF4-FFF2-40B4-BE49-F238E27FC236}">
                      <a16:creationId xmlns:a16="http://schemas.microsoft.com/office/drawing/2014/main" id="{E18DC2DE-C259-4F25-965D-46D2A9562411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19" name="直線コネクタ 110118">
                  <a:extLst>
                    <a:ext uri="{FF2B5EF4-FFF2-40B4-BE49-F238E27FC236}">
                      <a16:creationId xmlns:a16="http://schemas.microsoft.com/office/drawing/2014/main" id="{4D206DF1-1D26-4CBE-8799-8A0B003259DB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0" name="直線コネクタ 110119">
                  <a:extLst>
                    <a:ext uri="{FF2B5EF4-FFF2-40B4-BE49-F238E27FC236}">
                      <a16:creationId xmlns:a16="http://schemas.microsoft.com/office/drawing/2014/main" id="{AC78453B-330C-4EBB-BCA1-1243CB586844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1" name="直線コネクタ 110120">
                  <a:extLst>
                    <a:ext uri="{FF2B5EF4-FFF2-40B4-BE49-F238E27FC236}">
                      <a16:creationId xmlns:a16="http://schemas.microsoft.com/office/drawing/2014/main" id="{09D88229-291A-41F8-8F40-A3CF30CE0D84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2" name="直線コネクタ 110121">
                  <a:extLst>
                    <a:ext uri="{FF2B5EF4-FFF2-40B4-BE49-F238E27FC236}">
                      <a16:creationId xmlns:a16="http://schemas.microsoft.com/office/drawing/2014/main" id="{146E301A-632A-40D2-A2DC-964C0468AC43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3" name="直線コネクタ 110122">
                  <a:extLst>
                    <a:ext uri="{FF2B5EF4-FFF2-40B4-BE49-F238E27FC236}">
                      <a16:creationId xmlns:a16="http://schemas.microsoft.com/office/drawing/2014/main" id="{07AFDDF1-F438-4DDF-A0DA-A1D79C841A32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4" name="直線コネクタ 110123">
                  <a:extLst>
                    <a:ext uri="{FF2B5EF4-FFF2-40B4-BE49-F238E27FC236}">
                      <a16:creationId xmlns:a16="http://schemas.microsoft.com/office/drawing/2014/main" id="{075CE379-3FEA-4613-BB33-11DF91CE5EE3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5" name="直線コネクタ 110124">
                  <a:extLst>
                    <a:ext uri="{FF2B5EF4-FFF2-40B4-BE49-F238E27FC236}">
                      <a16:creationId xmlns:a16="http://schemas.microsoft.com/office/drawing/2014/main" id="{EF666EB6-649C-485C-BA59-30D3E1061CC4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6" name="直線コネクタ 110125">
                  <a:extLst>
                    <a:ext uri="{FF2B5EF4-FFF2-40B4-BE49-F238E27FC236}">
                      <a16:creationId xmlns:a16="http://schemas.microsoft.com/office/drawing/2014/main" id="{FEBF8C68-0059-4EA9-93D7-83CE9C658973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7" name="直線コネクタ 110126">
                  <a:extLst>
                    <a:ext uri="{FF2B5EF4-FFF2-40B4-BE49-F238E27FC236}">
                      <a16:creationId xmlns:a16="http://schemas.microsoft.com/office/drawing/2014/main" id="{BA1DDBCC-772F-4A54-B8AD-4B8EF6B20F50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8" name="直線コネクタ 110127">
                  <a:extLst>
                    <a:ext uri="{FF2B5EF4-FFF2-40B4-BE49-F238E27FC236}">
                      <a16:creationId xmlns:a16="http://schemas.microsoft.com/office/drawing/2014/main" id="{616202E0-1DA2-4D59-9D17-561D38E56449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29" name="直線コネクタ 110128">
                  <a:extLst>
                    <a:ext uri="{FF2B5EF4-FFF2-40B4-BE49-F238E27FC236}">
                      <a16:creationId xmlns:a16="http://schemas.microsoft.com/office/drawing/2014/main" id="{8829F962-87E6-4F79-BA92-4F36A907731C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0" name="直線コネクタ 110129">
                  <a:extLst>
                    <a:ext uri="{FF2B5EF4-FFF2-40B4-BE49-F238E27FC236}">
                      <a16:creationId xmlns:a16="http://schemas.microsoft.com/office/drawing/2014/main" id="{99BC3C67-D41D-4DDA-9E92-3ACC9B27287E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1" name="直線コネクタ 110130">
                  <a:extLst>
                    <a:ext uri="{FF2B5EF4-FFF2-40B4-BE49-F238E27FC236}">
                      <a16:creationId xmlns:a16="http://schemas.microsoft.com/office/drawing/2014/main" id="{096D9DEE-3880-4B01-A517-7AC24E8F9211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2" name="直線コネクタ 110131">
                  <a:extLst>
                    <a:ext uri="{FF2B5EF4-FFF2-40B4-BE49-F238E27FC236}">
                      <a16:creationId xmlns:a16="http://schemas.microsoft.com/office/drawing/2014/main" id="{8B18FFBA-FCF7-4167-BF68-8258795064F6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3" name="直線コネクタ 110132">
                  <a:extLst>
                    <a:ext uri="{FF2B5EF4-FFF2-40B4-BE49-F238E27FC236}">
                      <a16:creationId xmlns:a16="http://schemas.microsoft.com/office/drawing/2014/main" id="{1FAAB860-1914-421D-8A86-B5BD87C58E6F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4" name="直線コネクタ 110133">
                  <a:extLst>
                    <a:ext uri="{FF2B5EF4-FFF2-40B4-BE49-F238E27FC236}">
                      <a16:creationId xmlns:a16="http://schemas.microsoft.com/office/drawing/2014/main" id="{E82D1EE7-53A3-4372-A692-740AF73ECF1C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5" name="直線コネクタ 110134">
                  <a:extLst>
                    <a:ext uri="{FF2B5EF4-FFF2-40B4-BE49-F238E27FC236}">
                      <a16:creationId xmlns:a16="http://schemas.microsoft.com/office/drawing/2014/main" id="{808179D2-2E3B-4487-A77E-CA63C288A85E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6" name="直線コネクタ 110135">
                  <a:extLst>
                    <a:ext uri="{FF2B5EF4-FFF2-40B4-BE49-F238E27FC236}">
                      <a16:creationId xmlns:a16="http://schemas.microsoft.com/office/drawing/2014/main" id="{EC619315-9BAF-4567-877E-6D299BD6CFFA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7" name="直線コネクタ 110136">
                  <a:extLst>
                    <a:ext uri="{FF2B5EF4-FFF2-40B4-BE49-F238E27FC236}">
                      <a16:creationId xmlns:a16="http://schemas.microsoft.com/office/drawing/2014/main" id="{E7528658-5ACD-4D0E-A769-7701D73F2266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8" name="直線コネクタ 110137">
                  <a:extLst>
                    <a:ext uri="{FF2B5EF4-FFF2-40B4-BE49-F238E27FC236}">
                      <a16:creationId xmlns:a16="http://schemas.microsoft.com/office/drawing/2014/main" id="{E1849B53-D4E4-495C-86C5-486BA94E567C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39" name="直線コネクタ 110138">
                  <a:extLst>
                    <a:ext uri="{FF2B5EF4-FFF2-40B4-BE49-F238E27FC236}">
                      <a16:creationId xmlns:a16="http://schemas.microsoft.com/office/drawing/2014/main" id="{9888300D-FC8C-4A8C-BC66-861FCF77CC0D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0" name="直線コネクタ 110139">
                  <a:extLst>
                    <a:ext uri="{FF2B5EF4-FFF2-40B4-BE49-F238E27FC236}">
                      <a16:creationId xmlns:a16="http://schemas.microsoft.com/office/drawing/2014/main" id="{BD2FEC45-CBD0-4BF6-8B0D-7DF0C8C6B2BD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1" name="直線コネクタ 110140">
                  <a:extLst>
                    <a:ext uri="{FF2B5EF4-FFF2-40B4-BE49-F238E27FC236}">
                      <a16:creationId xmlns:a16="http://schemas.microsoft.com/office/drawing/2014/main" id="{9C319341-1BCD-4028-9977-0BEDB1A7AA89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2" name="直線コネクタ 110141">
                  <a:extLst>
                    <a:ext uri="{FF2B5EF4-FFF2-40B4-BE49-F238E27FC236}">
                      <a16:creationId xmlns:a16="http://schemas.microsoft.com/office/drawing/2014/main" id="{40096444-5627-4DB7-AA98-6D14521BEAE9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3" name="直線コネクタ 110142">
                  <a:extLst>
                    <a:ext uri="{FF2B5EF4-FFF2-40B4-BE49-F238E27FC236}">
                      <a16:creationId xmlns:a16="http://schemas.microsoft.com/office/drawing/2014/main" id="{9C1CDD9D-D9B9-4612-9B44-356290AEB90B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4" name="直線コネクタ 110143">
                  <a:extLst>
                    <a:ext uri="{FF2B5EF4-FFF2-40B4-BE49-F238E27FC236}">
                      <a16:creationId xmlns:a16="http://schemas.microsoft.com/office/drawing/2014/main" id="{CED8F111-5280-49B7-8147-41F296251117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5" name="直線コネクタ 110144">
                  <a:extLst>
                    <a:ext uri="{FF2B5EF4-FFF2-40B4-BE49-F238E27FC236}">
                      <a16:creationId xmlns:a16="http://schemas.microsoft.com/office/drawing/2014/main" id="{62EBE73B-FA9D-4D58-B5A6-71287E229AAD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6" name="直線コネクタ 110145">
                  <a:extLst>
                    <a:ext uri="{FF2B5EF4-FFF2-40B4-BE49-F238E27FC236}">
                      <a16:creationId xmlns:a16="http://schemas.microsoft.com/office/drawing/2014/main" id="{CAD913A8-D3CE-4A0E-8AF8-E0B6F277277C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7" name="直線コネクタ 110146">
                  <a:extLst>
                    <a:ext uri="{FF2B5EF4-FFF2-40B4-BE49-F238E27FC236}">
                      <a16:creationId xmlns:a16="http://schemas.microsoft.com/office/drawing/2014/main" id="{51378976-533E-4D5B-945E-87FA9074CBA4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8" name="直線コネクタ 110147">
                  <a:extLst>
                    <a:ext uri="{FF2B5EF4-FFF2-40B4-BE49-F238E27FC236}">
                      <a16:creationId xmlns:a16="http://schemas.microsoft.com/office/drawing/2014/main" id="{6B337A12-262D-4D81-A3B4-74075058DBB2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49" name="直線コネクタ 110148">
                  <a:extLst>
                    <a:ext uri="{FF2B5EF4-FFF2-40B4-BE49-F238E27FC236}">
                      <a16:creationId xmlns:a16="http://schemas.microsoft.com/office/drawing/2014/main" id="{3D5C9D70-C938-4E56-9F2A-FB9F8AC26038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0" name="直線コネクタ 110149">
                  <a:extLst>
                    <a:ext uri="{FF2B5EF4-FFF2-40B4-BE49-F238E27FC236}">
                      <a16:creationId xmlns:a16="http://schemas.microsoft.com/office/drawing/2014/main" id="{0CB1D80A-92D3-4784-95CB-0002EEC721C4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1" name="直線コネクタ 110150">
                  <a:extLst>
                    <a:ext uri="{FF2B5EF4-FFF2-40B4-BE49-F238E27FC236}">
                      <a16:creationId xmlns:a16="http://schemas.microsoft.com/office/drawing/2014/main" id="{01F71778-B25C-4C4F-824D-E5977E747E6A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2" name="直線コネクタ 110151">
                  <a:extLst>
                    <a:ext uri="{FF2B5EF4-FFF2-40B4-BE49-F238E27FC236}">
                      <a16:creationId xmlns:a16="http://schemas.microsoft.com/office/drawing/2014/main" id="{759370B9-EF8B-4036-99CC-7B96E13E6AA1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3" name="直線コネクタ 110152">
                  <a:extLst>
                    <a:ext uri="{FF2B5EF4-FFF2-40B4-BE49-F238E27FC236}">
                      <a16:creationId xmlns:a16="http://schemas.microsoft.com/office/drawing/2014/main" id="{C65634BC-FBA3-41E4-9BE6-6EC18CCC4066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4" name="直線コネクタ 110153">
                  <a:extLst>
                    <a:ext uri="{FF2B5EF4-FFF2-40B4-BE49-F238E27FC236}">
                      <a16:creationId xmlns:a16="http://schemas.microsoft.com/office/drawing/2014/main" id="{22944303-9742-48A5-A05F-F2651E18C72D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5" name="直線コネクタ 110154">
                  <a:extLst>
                    <a:ext uri="{FF2B5EF4-FFF2-40B4-BE49-F238E27FC236}">
                      <a16:creationId xmlns:a16="http://schemas.microsoft.com/office/drawing/2014/main" id="{D5EED913-BAA9-4B8D-8E82-42EB8B14F08F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6" name="直線コネクタ 110155">
                  <a:extLst>
                    <a:ext uri="{FF2B5EF4-FFF2-40B4-BE49-F238E27FC236}">
                      <a16:creationId xmlns:a16="http://schemas.microsoft.com/office/drawing/2014/main" id="{256C1A53-01DE-455C-ACA5-97D7FDD7294A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7" name="直線コネクタ 110156">
                  <a:extLst>
                    <a:ext uri="{FF2B5EF4-FFF2-40B4-BE49-F238E27FC236}">
                      <a16:creationId xmlns:a16="http://schemas.microsoft.com/office/drawing/2014/main" id="{1DC11F19-A274-4203-8652-82342BA4B141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8" name="直線コネクタ 110157">
                  <a:extLst>
                    <a:ext uri="{FF2B5EF4-FFF2-40B4-BE49-F238E27FC236}">
                      <a16:creationId xmlns:a16="http://schemas.microsoft.com/office/drawing/2014/main" id="{268EDAB2-2F30-489E-8C7F-1F37FC0C365C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59" name="直線コネクタ 110158">
                  <a:extLst>
                    <a:ext uri="{FF2B5EF4-FFF2-40B4-BE49-F238E27FC236}">
                      <a16:creationId xmlns:a16="http://schemas.microsoft.com/office/drawing/2014/main" id="{8ED2DC10-8C06-4F65-8595-ABAD56C1829B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0" name="直線コネクタ 110159">
                  <a:extLst>
                    <a:ext uri="{FF2B5EF4-FFF2-40B4-BE49-F238E27FC236}">
                      <a16:creationId xmlns:a16="http://schemas.microsoft.com/office/drawing/2014/main" id="{763232AE-0186-43CB-8253-6B144215A96C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1" name="直線コネクタ 110160">
                  <a:extLst>
                    <a:ext uri="{FF2B5EF4-FFF2-40B4-BE49-F238E27FC236}">
                      <a16:creationId xmlns:a16="http://schemas.microsoft.com/office/drawing/2014/main" id="{3E7A99F9-D97D-490B-A02C-411317802DF7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2" name="直線コネクタ 110161">
                  <a:extLst>
                    <a:ext uri="{FF2B5EF4-FFF2-40B4-BE49-F238E27FC236}">
                      <a16:creationId xmlns:a16="http://schemas.microsoft.com/office/drawing/2014/main" id="{0FCDCF90-AE48-4FC3-88B1-C204A8968A08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3" name="直線コネクタ 110162">
                  <a:extLst>
                    <a:ext uri="{FF2B5EF4-FFF2-40B4-BE49-F238E27FC236}">
                      <a16:creationId xmlns:a16="http://schemas.microsoft.com/office/drawing/2014/main" id="{32786574-6D71-4854-BD03-BB8BB73504DB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4" name="直線コネクタ 110163">
                  <a:extLst>
                    <a:ext uri="{FF2B5EF4-FFF2-40B4-BE49-F238E27FC236}">
                      <a16:creationId xmlns:a16="http://schemas.microsoft.com/office/drawing/2014/main" id="{185D3224-5F37-4380-B23B-A9C340F2A127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5" name="直線コネクタ 110164">
                  <a:extLst>
                    <a:ext uri="{FF2B5EF4-FFF2-40B4-BE49-F238E27FC236}">
                      <a16:creationId xmlns:a16="http://schemas.microsoft.com/office/drawing/2014/main" id="{2FBC0F9A-F891-4E19-8E33-9AE0155803FC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6" name="直線コネクタ 110165">
                  <a:extLst>
                    <a:ext uri="{FF2B5EF4-FFF2-40B4-BE49-F238E27FC236}">
                      <a16:creationId xmlns:a16="http://schemas.microsoft.com/office/drawing/2014/main" id="{BE49BFF1-7DDD-4945-981B-CB4965B5785A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7" name="直線コネクタ 110166">
                  <a:extLst>
                    <a:ext uri="{FF2B5EF4-FFF2-40B4-BE49-F238E27FC236}">
                      <a16:creationId xmlns:a16="http://schemas.microsoft.com/office/drawing/2014/main" id="{DAC913FA-AC0C-4691-9136-5A019FD7C34D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8" name="直線コネクタ 110167">
                  <a:extLst>
                    <a:ext uri="{FF2B5EF4-FFF2-40B4-BE49-F238E27FC236}">
                      <a16:creationId xmlns:a16="http://schemas.microsoft.com/office/drawing/2014/main" id="{940EC36C-F7C9-47AE-9C02-CDAE9EBA7EC1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69" name="直線コネクタ 110168">
                  <a:extLst>
                    <a:ext uri="{FF2B5EF4-FFF2-40B4-BE49-F238E27FC236}">
                      <a16:creationId xmlns:a16="http://schemas.microsoft.com/office/drawing/2014/main" id="{703422DE-9BFE-4605-A820-2E8A46A71F34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0" name="直線コネクタ 110169">
                  <a:extLst>
                    <a:ext uri="{FF2B5EF4-FFF2-40B4-BE49-F238E27FC236}">
                      <a16:creationId xmlns:a16="http://schemas.microsoft.com/office/drawing/2014/main" id="{6A5069CF-2CD0-4E4C-AC48-9CD0BE392AE0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1" name="直線コネクタ 110170">
                  <a:extLst>
                    <a:ext uri="{FF2B5EF4-FFF2-40B4-BE49-F238E27FC236}">
                      <a16:creationId xmlns:a16="http://schemas.microsoft.com/office/drawing/2014/main" id="{9A63D29C-07E3-4033-ACE1-29587D1FB0A3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2" name="直線コネクタ 110171">
                  <a:extLst>
                    <a:ext uri="{FF2B5EF4-FFF2-40B4-BE49-F238E27FC236}">
                      <a16:creationId xmlns:a16="http://schemas.microsoft.com/office/drawing/2014/main" id="{C5D4ED53-A56B-48E1-AEDF-67622F0E460D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3" name="直線コネクタ 110172">
                  <a:extLst>
                    <a:ext uri="{FF2B5EF4-FFF2-40B4-BE49-F238E27FC236}">
                      <a16:creationId xmlns:a16="http://schemas.microsoft.com/office/drawing/2014/main" id="{06CB21F7-D8C1-4196-B357-7E56FFEAFD66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4" name="直線コネクタ 110173">
                  <a:extLst>
                    <a:ext uri="{FF2B5EF4-FFF2-40B4-BE49-F238E27FC236}">
                      <a16:creationId xmlns:a16="http://schemas.microsoft.com/office/drawing/2014/main" id="{D49AA981-E38F-4708-96D5-8D6AC88E9602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5" name="直線コネクタ 110174">
                  <a:extLst>
                    <a:ext uri="{FF2B5EF4-FFF2-40B4-BE49-F238E27FC236}">
                      <a16:creationId xmlns:a16="http://schemas.microsoft.com/office/drawing/2014/main" id="{DC7A957F-C89F-4A05-B3C4-0DDF3E0FC4D1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6" name="直線コネクタ 110175">
                  <a:extLst>
                    <a:ext uri="{FF2B5EF4-FFF2-40B4-BE49-F238E27FC236}">
                      <a16:creationId xmlns:a16="http://schemas.microsoft.com/office/drawing/2014/main" id="{0241AEDB-B8EC-461E-B36F-83D798B1C489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7" name="直線コネクタ 110176">
                  <a:extLst>
                    <a:ext uri="{FF2B5EF4-FFF2-40B4-BE49-F238E27FC236}">
                      <a16:creationId xmlns:a16="http://schemas.microsoft.com/office/drawing/2014/main" id="{078F26D4-0780-4962-9847-85BC418AEDAB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8" name="直線コネクタ 110177">
                  <a:extLst>
                    <a:ext uri="{FF2B5EF4-FFF2-40B4-BE49-F238E27FC236}">
                      <a16:creationId xmlns:a16="http://schemas.microsoft.com/office/drawing/2014/main" id="{A6D6A4C5-6977-47C0-A7DB-C5E40D3BF69F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79" name="直線コネクタ 110178">
                  <a:extLst>
                    <a:ext uri="{FF2B5EF4-FFF2-40B4-BE49-F238E27FC236}">
                      <a16:creationId xmlns:a16="http://schemas.microsoft.com/office/drawing/2014/main" id="{8F184027-95C4-4D9F-B140-BB73E4FC8D6C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0" name="直線コネクタ 110179">
                  <a:extLst>
                    <a:ext uri="{FF2B5EF4-FFF2-40B4-BE49-F238E27FC236}">
                      <a16:creationId xmlns:a16="http://schemas.microsoft.com/office/drawing/2014/main" id="{FB1F3D80-F945-43B4-811E-C7EE24C24CB1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1" name="直線コネクタ 110180">
                  <a:extLst>
                    <a:ext uri="{FF2B5EF4-FFF2-40B4-BE49-F238E27FC236}">
                      <a16:creationId xmlns:a16="http://schemas.microsoft.com/office/drawing/2014/main" id="{CB461B79-7EA5-4A78-8D1D-55814AF251D9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2" name="直線コネクタ 110181">
                  <a:extLst>
                    <a:ext uri="{FF2B5EF4-FFF2-40B4-BE49-F238E27FC236}">
                      <a16:creationId xmlns:a16="http://schemas.microsoft.com/office/drawing/2014/main" id="{DCC472D8-E34F-4CC9-90C1-32AF0E465893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3" name="直線コネクタ 110182">
                  <a:extLst>
                    <a:ext uri="{FF2B5EF4-FFF2-40B4-BE49-F238E27FC236}">
                      <a16:creationId xmlns:a16="http://schemas.microsoft.com/office/drawing/2014/main" id="{7F1D753B-BE50-4917-B8BA-41B8F79F9319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4" name="直線コネクタ 110183">
                  <a:extLst>
                    <a:ext uri="{FF2B5EF4-FFF2-40B4-BE49-F238E27FC236}">
                      <a16:creationId xmlns:a16="http://schemas.microsoft.com/office/drawing/2014/main" id="{70F434F0-041C-4946-8341-B76985BBA8D0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5" name="直線コネクタ 110184">
                  <a:extLst>
                    <a:ext uri="{FF2B5EF4-FFF2-40B4-BE49-F238E27FC236}">
                      <a16:creationId xmlns:a16="http://schemas.microsoft.com/office/drawing/2014/main" id="{7ABD41D7-1F8B-48E7-BFF6-06DF2993D7B9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6" name="直線コネクタ 110185">
                  <a:extLst>
                    <a:ext uri="{FF2B5EF4-FFF2-40B4-BE49-F238E27FC236}">
                      <a16:creationId xmlns:a16="http://schemas.microsoft.com/office/drawing/2014/main" id="{B25F01F0-1972-468F-A230-A83EE3B22AE1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7" name="直線コネクタ 110186">
                  <a:extLst>
                    <a:ext uri="{FF2B5EF4-FFF2-40B4-BE49-F238E27FC236}">
                      <a16:creationId xmlns:a16="http://schemas.microsoft.com/office/drawing/2014/main" id="{BC0254B0-8E93-4452-A45C-EA5C7FC6B827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8" name="直線コネクタ 110187">
                  <a:extLst>
                    <a:ext uri="{FF2B5EF4-FFF2-40B4-BE49-F238E27FC236}">
                      <a16:creationId xmlns:a16="http://schemas.microsoft.com/office/drawing/2014/main" id="{1172DBB8-4722-4394-B05E-6AB8863EDD10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89" name="直線コネクタ 110188">
                  <a:extLst>
                    <a:ext uri="{FF2B5EF4-FFF2-40B4-BE49-F238E27FC236}">
                      <a16:creationId xmlns:a16="http://schemas.microsoft.com/office/drawing/2014/main" id="{F2FA372C-FDB7-4228-99F6-62C0254BC9BF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0" name="直線コネクタ 110189">
                  <a:extLst>
                    <a:ext uri="{FF2B5EF4-FFF2-40B4-BE49-F238E27FC236}">
                      <a16:creationId xmlns:a16="http://schemas.microsoft.com/office/drawing/2014/main" id="{812DF447-0C82-4D3C-8637-5A5852E23A57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1" name="直線コネクタ 110190">
                  <a:extLst>
                    <a:ext uri="{FF2B5EF4-FFF2-40B4-BE49-F238E27FC236}">
                      <a16:creationId xmlns:a16="http://schemas.microsoft.com/office/drawing/2014/main" id="{724720DA-07C2-4CE9-A2C7-C593BBB0430A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2" name="直線コネクタ 110191">
                  <a:extLst>
                    <a:ext uri="{FF2B5EF4-FFF2-40B4-BE49-F238E27FC236}">
                      <a16:creationId xmlns:a16="http://schemas.microsoft.com/office/drawing/2014/main" id="{9984310D-6C74-426C-8F04-EC3B67BC5A93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3" name="直線コネクタ 110192">
                  <a:extLst>
                    <a:ext uri="{FF2B5EF4-FFF2-40B4-BE49-F238E27FC236}">
                      <a16:creationId xmlns:a16="http://schemas.microsoft.com/office/drawing/2014/main" id="{7B63EC00-3F62-43C6-B6A1-596E13025782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4" name="直線コネクタ 110193">
                  <a:extLst>
                    <a:ext uri="{FF2B5EF4-FFF2-40B4-BE49-F238E27FC236}">
                      <a16:creationId xmlns:a16="http://schemas.microsoft.com/office/drawing/2014/main" id="{FFB51DA8-738B-413F-B0C2-EEE4A9AD82E9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5" name="直線コネクタ 110194">
                  <a:extLst>
                    <a:ext uri="{FF2B5EF4-FFF2-40B4-BE49-F238E27FC236}">
                      <a16:creationId xmlns:a16="http://schemas.microsoft.com/office/drawing/2014/main" id="{D8446630-1166-4353-8CC1-52FC803559ED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6" name="直線コネクタ 110195">
                  <a:extLst>
                    <a:ext uri="{FF2B5EF4-FFF2-40B4-BE49-F238E27FC236}">
                      <a16:creationId xmlns:a16="http://schemas.microsoft.com/office/drawing/2014/main" id="{56536743-BB25-4AE8-836A-A6CCB003164F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7" name="直線コネクタ 110196">
                  <a:extLst>
                    <a:ext uri="{FF2B5EF4-FFF2-40B4-BE49-F238E27FC236}">
                      <a16:creationId xmlns:a16="http://schemas.microsoft.com/office/drawing/2014/main" id="{3430C8C6-950A-464F-A064-768AF9A04B21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8" name="直線コネクタ 110197">
                  <a:extLst>
                    <a:ext uri="{FF2B5EF4-FFF2-40B4-BE49-F238E27FC236}">
                      <a16:creationId xmlns:a16="http://schemas.microsoft.com/office/drawing/2014/main" id="{3A08F7FF-05A2-43E4-8A6A-CE64D639508D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199" name="直線コネクタ 110198">
                  <a:extLst>
                    <a:ext uri="{FF2B5EF4-FFF2-40B4-BE49-F238E27FC236}">
                      <a16:creationId xmlns:a16="http://schemas.microsoft.com/office/drawing/2014/main" id="{31716D6C-3E96-4E0C-AAFA-0A1D4140CAA9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0" name="直線コネクタ 110199">
                  <a:extLst>
                    <a:ext uri="{FF2B5EF4-FFF2-40B4-BE49-F238E27FC236}">
                      <a16:creationId xmlns:a16="http://schemas.microsoft.com/office/drawing/2014/main" id="{D11EB74E-8AD1-407F-A120-B47902743745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1" name="直線コネクタ 110200">
                  <a:extLst>
                    <a:ext uri="{FF2B5EF4-FFF2-40B4-BE49-F238E27FC236}">
                      <a16:creationId xmlns:a16="http://schemas.microsoft.com/office/drawing/2014/main" id="{01DAA1EC-0B9C-4751-9762-51E3E6A24302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2" name="直線コネクタ 110201">
                  <a:extLst>
                    <a:ext uri="{FF2B5EF4-FFF2-40B4-BE49-F238E27FC236}">
                      <a16:creationId xmlns:a16="http://schemas.microsoft.com/office/drawing/2014/main" id="{E91EA3CD-2919-4ECC-9669-B9753C73A0C4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3" name="直線コネクタ 110202">
                  <a:extLst>
                    <a:ext uri="{FF2B5EF4-FFF2-40B4-BE49-F238E27FC236}">
                      <a16:creationId xmlns:a16="http://schemas.microsoft.com/office/drawing/2014/main" id="{93B815DF-3EC8-4DD5-A272-DC7CF3D1A6DF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4" name="直線コネクタ 110203">
                  <a:extLst>
                    <a:ext uri="{FF2B5EF4-FFF2-40B4-BE49-F238E27FC236}">
                      <a16:creationId xmlns:a16="http://schemas.microsoft.com/office/drawing/2014/main" id="{4F55F03F-BBF4-45C0-BEBC-1064756D1063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5" name="直線コネクタ 110204">
                  <a:extLst>
                    <a:ext uri="{FF2B5EF4-FFF2-40B4-BE49-F238E27FC236}">
                      <a16:creationId xmlns:a16="http://schemas.microsoft.com/office/drawing/2014/main" id="{2596322F-E0B9-4196-9216-6AA505F5C9EF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6" name="直線コネクタ 110205">
                  <a:extLst>
                    <a:ext uri="{FF2B5EF4-FFF2-40B4-BE49-F238E27FC236}">
                      <a16:creationId xmlns:a16="http://schemas.microsoft.com/office/drawing/2014/main" id="{58E6E986-2DED-4552-9F52-65AF159281D6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7" name="直線コネクタ 110206">
                  <a:extLst>
                    <a:ext uri="{FF2B5EF4-FFF2-40B4-BE49-F238E27FC236}">
                      <a16:creationId xmlns:a16="http://schemas.microsoft.com/office/drawing/2014/main" id="{80147B69-A339-4D18-9E04-AF1E55A5377E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8" name="直線コネクタ 110207">
                  <a:extLst>
                    <a:ext uri="{FF2B5EF4-FFF2-40B4-BE49-F238E27FC236}">
                      <a16:creationId xmlns:a16="http://schemas.microsoft.com/office/drawing/2014/main" id="{9135477B-5595-40B9-92CA-3BD6253E7631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09" name="直線コネクタ 110208">
                  <a:extLst>
                    <a:ext uri="{FF2B5EF4-FFF2-40B4-BE49-F238E27FC236}">
                      <a16:creationId xmlns:a16="http://schemas.microsoft.com/office/drawing/2014/main" id="{5A9A6DCE-7320-434D-B31C-2DB80724F92B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0" name="直線コネクタ 110209">
                  <a:extLst>
                    <a:ext uri="{FF2B5EF4-FFF2-40B4-BE49-F238E27FC236}">
                      <a16:creationId xmlns:a16="http://schemas.microsoft.com/office/drawing/2014/main" id="{2538320C-E8F3-46DD-9EA1-5A2EE196D29D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1" name="直線コネクタ 110210">
                  <a:extLst>
                    <a:ext uri="{FF2B5EF4-FFF2-40B4-BE49-F238E27FC236}">
                      <a16:creationId xmlns:a16="http://schemas.microsoft.com/office/drawing/2014/main" id="{A3B91409-7E60-4248-8DE2-3467C2424C51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2" name="直線コネクタ 110211">
                  <a:extLst>
                    <a:ext uri="{FF2B5EF4-FFF2-40B4-BE49-F238E27FC236}">
                      <a16:creationId xmlns:a16="http://schemas.microsoft.com/office/drawing/2014/main" id="{58102409-781C-44A3-AA60-3659546DB8BD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3" name="直線コネクタ 110212">
                  <a:extLst>
                    <a:ext uri="{FF2B5EF4-FFF2-40B4-BE49-F238E27FC236}">
                      <a16:creationId xmlns:a16="http://schemas.microsoft.com/office/drawing/2014/main" id="{EBF6E35A-3881-4A43-9A35-3E0C4CB0DC1D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4" name="直線コネクタ 110213">
                  <a:extLst>
                    <a:ext uri="{FF2B5EF4-FFF2-40B4-BE49-F238E27FC236}">
                      <a16:creationId xmlns:a16="http://schemas.microsoft.com/office/drawing/2014/main" id="{9F167453-1609-40EE-8D1F-5CCD874E4E6F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5" name="直線コネクタ 110214">
                  <a:extLst>
                    <a:ext uri="{FF2B5EF4-FFF2-40B4-BE49-F238E27FC236}">
                      <a16:creationId xmlns:a16="http://schemas.microsoft.com/office/drawing/2014/main" id="{0222AC58-7160-4E18-B1BA-F2DDFC7574FF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6" name="直線コネクタ 110215">
                  <a:extLst>
                    <a:ext uri="{FF2B5EF4-FFF2-40B4-BE49-F238E27FC236}">
                      <a16:creationId xmlns:a16="http://schemas.microsoft.com/office/drawing/2014/main" id="{4C1C54D6-E19E-44CF-B989-0FE7173DF973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7" name="直線コネクタ 110216">
                  <a:extLst>
                    <a:ext uri="{FF2B5EF4-FFF2-40B4-BE49-F238E27FC236}">
                      <a16:creationId xmlns:a16="http://schemas.microsoft.com/office/drawing/2014/main" id="{4E540DF4-DFE0-44EB-91CB-E0F453462490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8" name="直線コネクタ 110217">
                  <a:extLst>
                    <a:ext uri="{FF2B5EF4-FFF2-40B4-BE49-F238E27FC236}">
                      <a16:creationId xmlns:a16="http://schemas.microsoft.com/office/drawing/2014/main" id="{25383104-4AA6-4CA9-9B5D-0AE2AE6721C0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19" name="直線コネクタ 110218">
                  <a:extLst>
                    <a:ext uri="{FF2B5EF4-FFF2-40B4-BE49-F238E27FC236}">
                      <a16:creationId xmlns:a16="http://schemas.microsoft.com/office/drawing/2014/main" id="{BE9BAD03-B9F6-4370-A613-6BF0D6DB0A99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0" name="直線コネクタ 110219">
                  <a:extLst>
                    <a:ext uri="{FF2B5EF4-FFF2-40B4-BE49-F238E27FC236}">
                      <a16:creationId xmlns:a16="http://schemas.microsoft.com/office/drawing/2014/main" id="{8DE5CAE3-E4BD-4B85-8649-8D61EC2EDE3E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1" name="直線コネクタ 110220">
                  <a:extLst>
                    <a:ext uri="{FF2B5EF4-FFF2-40B4-BE49-F238E27FC236}">
                      <a16:creationId xmlns:a16="http://schemas.microsoft.com/office/drawing/2014/main" id="{CDBCC440-BCF3-43DD-8EDA-50A121B965D2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2" name="直線コネクタ 110221">
                  <a:extLst>
                    <a:ext uri="{FF2B5EF4-FFF2-40B4-BE49-F238E27FC236}">
                      <a16:creationId xmlns:a16="http://schemas.microsoft.com/office/drawing/2014/main" id="{205E2939-0792-43A4-B8BF-61D288163D32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3" name="直線コネクタ 110222">
                  <a:extLst>
                    <a:ext uri="{FF2B5EF4-FFF2-40B4-BE49-F238E27FC236}">
                      <a16:creationId xmlns:a16="http://schemas.microsoft.com/office/drawing/2014/main" id="{77C3D505-AD03-460B-9044-412C9679CE26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4" name="直線コネクタ 110223">
                  <a:extLst>
                    <a:ext uri="{FF2B5EF4-FFF2-40B4-BE49-F238E27FC236}">
                      <a16:creationId xmlns:a16="http://schemas.microsoft.com/office/drawing/2014/main" id="{4B3F2131-EC0D-4B54-86F3-2797D5A63F92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5" name="直線コネクタ 110224">
                  <a:extLst>
                    <a:ext uri="{FF2B5EF4-FFF2-40B4-BE49-F238E27FC236}">
                      <a16:creationId xmlns:a16="http://schemas.microsoft.com/office/drawing/2014/main" id="{A4F567A5-1E32-48A3-B18F-C58EE5EE90A1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6" name="直線コネクタ 110225">
                  <a:extLst>
                    <a:ext uri="{FF2B5EF4-FFF2-40B4-BE49-F238E27FC236}">
                      <a16:creationId xmlns:a16="http://schemas.microsoft.com/office/drawing/2014/main" id="{127DA006-562A-4BF8-9FA4-433A8307BF24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7" name="直線コネクタ 110226">
                  <a:extLst>
                    <a:ext uri="{FF2B5EF4-FFF2-40B4-BE49-F238E27FC236}">
                      <a16:creationId xmlns:a16="http://schemas.microsoft.com/office/drawing/2014/main" id="{363FFD27-3ACC-470A-AC48-F1487B0841A6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8" name="直線コネクタ 110227">
                  <a:extLst>
                    <a:ext uri="{FF2B5EF4-FFF2-40B4-BE49-F238E27FC236}">
                      <a16:creationId xmlns:a16="http://schemas.microsoft.com/office/drawing/2014/main" id="{BE88A79B-C2C8-46BD-A3DB-1115A175E0E2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29" name="直線コネクタ 110228">
                  <a:extLst>
                    <a:ext uri="{FF2B5EF4-FFF2-40B4-BE49-F238E27FC236}">
                      <a16:creationId xmlns:a16="http://schemas.microsoft.com/office/drawing/2014/main" id="{1FDDBA9C-529B-4409-8E16-72807903A309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0" name="直線コネクタ 110229">
                  <a:extLst>
                    <a:ext uri="{FF2B5EF4-FFF2-40B4-BE49-F238E27FC236}">
                      <a16:creationId xmlns:a16="http://schemas.microsoft.com/office/drawing/2014/main" id="{90A8FB02-2622-48AC-9C5D-BAB67B32FAAA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1" name="直線コネクタ 110230">
                  <a:extLst>
                    <a:ext uri="{FF2B5EF4-FFF2-40B4-BE49-F238E27FC236}">
                      <a16:creationId xmlns:a16="http://schemas.microsoft.com/office/drawing/2014/main" id="{7F6EE502-2259-4323-914A-79D305405B6B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2" name="直線コネクタ 110231">
                  <a:extLst>
                    <a:ext uri="{FF2B5EF4-FFF2-40B4-BE49-F238E27FC236}">
                      <a16:creationId xmlns:a16="http://schemas.microsoft.com/office/drawing/2014/main" id="{6E104A6B-4E08-4454-A7D8-0F61E690209C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3" name="直線コネクタ 110232">
                  <a:extLst>
                    <a:ext uri="{FF2B5EF4-FFF2-40B4-BE49-F238E27FC236}">
                      <a16:creationId xmlns:a16="http://schemas.microsoft.com/office/drawing/2014/main" id="{AB245303-C937-4939-A5A8-0AEA299CB5BA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4" name="直線コネクタ 110233">
                  <a:extLst>
                    <a:ext uri="{FF2B5EF4-FFF2-40B4-BE49-F238E27FC236}">
                      <a16:creationId xmlns:a16="http://schemas.microsoft.com/office/drawing/2014/main" id="{5B12E412-6C4B-4BAA-97A3-634E63A98DCB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5" name="直線コネクタ 110234">
                  <a:extLst>
                    <a:ext uri="{FF2B5EF4-FFF2-40B4-BE49-F238E27FC236}">
                      <a16:creationId xmlns:a16="http://schemas.microsoft.com/office/drawing/2014/main" id="{19B56B88-11B4-4EBD-867D-6EAA8116F2EC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6" name="直線コネクタ 110235">
                  <a:extLst>
                    <a:ext uri="{FF2B5EF4-FFF2-40B4-BE49-F238E27FC236}">
                      <a16:creationId xmlns:a16="http://schemas.microsoft.com/office/drawing/2014/main" id="{682EC9FE-C237-4F6A-BE2A-404468111ECE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7" name="直線コネクタ 110236">
                  <a:extLst>
                    <a:ext uri="{FF2B5EF4-FFF2-40B4-BE49-F238E27FC236}">
                      <a16:creationId xmlns:a16="http://schemas.microsoft.com/office/drawing/2014/main" id="{8727049F-4C25-4E93-8DFC-260B406DBCD4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8" name="直線コネクタ 110237">
                  <a:extLst>
                    <a:ext uri="{FF2B5EF4-FFF2-40B4-BE49-F238E27FC236}">
                      <a16:creationId xmlns:a16="http://schemas.microsoft.com/office/drawing/2014/main" id="{6DC7FA45-985A-410F-8364-CDF9BCF14DBA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39" name="直線コネクタ 110238">
                  <a:extLst>
                    <a:ext uri="{FF2B5EF4-FFF2-40B4-BE49-F238E27FC236}">
                      <a16:creationId xmlns:a16="http://schemas.microsoft.com/office/drawing/2014/main" id="{FE9654FB-DFBA-431A-A3AA-61B2B858A609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40" name="直線コネクタ 110239">
                  <a:extLst>
                    <a:ext uri="{FF2B5EF4-FFF2-40B4-BE49-F238E27FC236}">
                      <a16:creationId xmlns:a16="http://schemas.microsoft.com/office/drawing/2014/main" id="{EF8D5EA9-DA68-431F-A0D3-567A6059EEEC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41" name="直線コネクタ 110240">
                  <a:extLst>
                    <a:ext uri="{FF2B5EF4-FFF2-40B4-BE49-F238E27FC236}">
                      <a16:creationId xmlns:a16="http://schemas.microsoft.com/office/drawing/2014/main" id="{378ECC83-584B-4F1C-B385-CCE6833FBA98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242" name="直線コネクタ 110241">
                  <a:extLst>
                    <a:ext uri="{FF2B5EF4-FFF2-40B4-BE49-F238E27FC236}">
                      <a16:creationId xmlns:a16="http://schemas.microsoft.com/office/drawing/2014/main" id="{B1C7765D-65DA-445A-9C04-111C5268B15E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9276" name="グループ化 109275">
                <a:extLst>
                  <a:ext uri="{FF2B5EF4-FFF2-40B4-BE49-F238E27FC236}">
                    <a16:creationId xmlns:a16="http://schemas.microsoft.com/office/drawing/2014/main" id="{ED468750-F556-4F73-A4A4-87E6A15BD8E1}"/>
                  </a:ext>
                </a:extLst>
              </p:cNvPr>
              <p:cNvGrpSpPr/>
              <p:nvPr/>
            </p:nvGrpSpPr>
            <p:grpSpPr>
              <a:xfrm rot="5400000">
                <a:off x="54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9761" name="直線コネクタ 109760">
                  <a:extLst>
                    <a:ext uri="{FF2B5EF4-FFF2-40B4-BE49-F238E27FC236}">
                      <a16:creationId xmlns:a16="http://schemas.microsoft.com/office/drawing/2014/main" id="{4D13C81F-B468-4B2E-85F6-6E086C67724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2" name="直線コネクタ 109761">
                  <a:extLst>
                    <a:ext uri="{FF2B5EF4-FFF2-40B4-BE49-F238E27FC236}">
                      <a16:creationId xmlns:a16="http://schemas.microsoft.com/office/drawing/2014/main" id="{090441D1-47FA-473D-96D2-4F6AED8EE79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3" name="直線コネクタ 109762">
                  <a:extLst>
                    <a:ext uri="{FF2B5EF4-FFF2-40B4-BE49-F238E27FC236}">
                      <a16:creationId xmlns:a16="http://schemas.microsoft.com/office/drawing/2014/main" id="{578723F9-A3E4-4FC7-8491-10AE6D458204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4" name="直線コネクタ 109763">
                  <a:extLst>
                    <a:ext uri="{FF2B5EF4-FFF2-40B4-BE49-F238E27FC236}">
                      <a16:creationId xmlns:a16="http://schemas.microsoft.com/office/drawing/2014/main" id="{B4A554BC-5F32-4B2D-949C-36194A4B0E2F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5" name="直線コネクタ 109764">
                  <a:extLst>
                    <a:ext uri="{FF2B5EF4-FFF2-40B4-BE49-F238E27FC236}">
                      <a16:creationId xmlns:a16="http://schemas.microsoft.com/office/drawing/2014/main" id="{2E0F082F-D263-4C60-A726-3CEA98E582D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6" name="直線コネクタ 109765">
                  <a:extLst>
                    <a:ext uri="{FF2B5EF4-FFF2-40B4-BE49-F238E27FC236}">
                      <a16:creationId xmlns:a16="http://schemas.microsoft.com/office/drawing/2014/main" id="{759ED935-A993-418B-94C2-168D12645E0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7" name="直線コネクタ 109766">
                  <a:extLst>
                    <a:ext uri="{FF2B5EF4-FFF2-40B4-BE49-F238E27FC236}">
                      <a16:creationId xmlns:a16="http://schemas.microsoft.com/office/drawing/2014/main" id="{9381357D-BAEC-433B-9BA8-C1D17B72B636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8" name="直線コネクタ 109767">
                  <a:extLst>
                    <a:ext uri="{FF2B5EF4-FFF2-40B4-BE49-F238E27FC236}">
                      <a16:creationId xmlns:a16="http://schemas.microsoft.com/office/drawing/2014/main" id="{7151DEA6-1C2E-45FF-B142-23677C0BAF3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9" name="直線コネクタ 109768">
                  <a:extLst>
                    <a:ext uri="{FF2B5EF4-FFF2-40B4-BE49-F238E27FC236}">
                      <a16:creationId xmlns:a16="http://schemas.microsoft.com/office/drawing/2014/main" id="{710583F2-9627-4007-BFFA-284F5A42E807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0" name="直線コネクタ 109769">
                  <a:extLst>
                    <a:ext uri="{FF2B5EF4-FFF2-40B4-BE49-F238E27FC236}">
                      <a16:creationId xmlns:a16="http://schemas.microsoft.com/office/drawing/2014/main" id="{841EE7E6-7E16-4A6F-BAA9-92C2717D7348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1" name="直線コネクタ 109770">
                  <a:extLst>
                    <a:ext uri="{FF2B5EF4-FFF2-40B4-BE49-F238E27FC236}">
                      <a16:creationId xmlns:a16="http://schemas.microsoft.com/office/drawing/2014/main" id="{2051D9E1-B8C8-404C-896D-3FB8C70A1E06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2" name="直線コネクタ 109771">
                  <a:extLst>
                    <a:ext uri="{FF2B5EF4-FFF2-40B4-BE49-F238E27FC236}">
                      <a16:creationId xmlns:a16="http://schemas.microsoft.com/office/drawing/2014/main" id="{FD243DEB-8078-4562-B62B-39242715C03E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3" name="直線コネクタ 109772">
                  <a:extLst>
                    <a:ext uri="{FF2B5EF4-FFF2-40B4-BE49-F238E27FC236}">
                      <a16:creationId xmlns:a16="http://schemas.microsoft.com/office/drawing/2014/main" id="{BB3A0282-D7AD-494A-A9FF-C9E30CBD5C8C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4" name="直線コネクタ 109773">
                  <a:extLst>
                    <a:ext uri="{FF2B5EF4-FFF2-40B4-BE49-F238E27FC236}">
                      <a16:creationId xmlns:a16="http://schemas.microsoft.com/office/drawing/2014/main" id="{8504CF6F-77F3-4F6C-8A5D-205B95144421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5" name="直線コネクタ 109774">
                  <a:extLst>
                    <a:ext uri="{FF2B5EF4-FFF2-40B4-BE49-F238E27FC236}">
                      <a16:creationId xmlns:a16="http://schemas.microsoft.com/office/drawing/2014/main" id="{0092E3C2-1BC4-4172-BFBE-E132DBF0AC1B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6" name="直線コネクタ 109775">
                  <a:extLst>
                    <a:ext uri="{FF2B5EF4-FFF2-40B4-BE49-F238E27FC236}">
                      <a16:creationId xmlns:a16="http://schemas.microsoft.com/office/drawing/2014/main" id="{671B5E21-8ADC-4DC2-8917-733088318219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7" name="直線コネクタ 109776">
                  <a:extLst>
                    <a:ext uri="{FF2B5EF4-FFF2-40B4-BE49-F238E27FC236}">
                      <a16:creationId xmlns:a16="http://schemas.microsoft.com/office/drawing/2014/main" id="{19360E4B-0034-406B-AA1D-8ABC36124056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8" name="直線コネクタ 109777">
                  <a:extLst>
                    <a:ext uri="{FF2B5EF4-FFF2-40B4-BE49-F238E27FC236}">
                      <a16:creationId xmlns:a16="http://schemas.microsoft.com/office/drawing/2014/main" id="{43AFF69F-5B3F-48F0-BA2D-F9B0C756131A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79" name="直線コネクタ 109778">
                  <a:extLst>
                    <a:ext uri="{FF2B5EF4-FFF2-40B4-BE49-F238E27FC236}">
                      <a16:creationId xmlns:a16="http://schemas.microsoft.com/office/drawing/2014/main" id="{557A88EE-F9BF-420B-945E-595254D17C24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0" name="直線コネクタ 109779">
                  <a:extLst>
                    <a:ext uri="{FF2B5EF4-FFF2-40B4-BE49-F238E27FC236}">
                      <a16:creationId xmlns:a16="http://schemas.microsoft.com/office/drawing/2014/main" id="{FA58729D-47BD-4B6A-A459-6955F92C5C6E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1" name="直線コネクタ 109780">
                  <a:extLst>
                    <a:ext uri="{FF2B5EF4-FFF2-40B4-BE49-F238E27FC236}">
                      <a16:creationId xmlns:a16="http://schemas.microsoft.com/office/drawing/2014/main" id="{ACD1D7C8-A0A1-49DD-A7F3-E120F16D972D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2" name="直線コネクタ 109781">
                  <a:extLst>
                    <a:ext uri="{FF2B5EF4-FFF2-40B4-BE49-F238E27FC236}">
                      <a16:creationId xmlns:a16="http://schemas.microsoft.com/office/drawing/2014/main" id="{FBD55B7C-B33A-4837-A21E-B7C9D1E450A9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3" name="直線コネクタ 109782">
                  <a:extLst>
                    <a:ext uri="{FF2B5EF4-FFF2-40B4-BE49-F238E27FC236}">
                      <a16:creationId xmlns:a16="http://schemas.microsoft.com/office/drawing/2014/main" id="{AB561636-8501-47D3-9161-08C7589DE17E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4" name="直線コネクタ 109783">
                  <a:extLst>
                    <a:ext uri="{FF2B5EF4-FFF2-40B4-BE49-F238E27FC236}">
                      <a16:creationId xmlns:a16="http://schemas.microsoft.com/office/drawing/2014/main" id="{7A502DEA-6BDF-415E-8D77-1A3E75232D5B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5" name="直線コネクタ 109784">
                  <a:extLst>
                    <a:ext uri="{FF2B5EF4-FFF2-40B4-BE49-F238E27FC236}">
                      <a16:creationId xmlns:a16="http://schemas.microsoft.com/office/drawing/2014/main" id="{06FC0DAA-24FE-4693-BDB7-5DDEA1B03696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6" name="直線コネクタ 109785">
                  <a:extLst>
                    <a:ext uri="{FF2B5EF4-FFF2-40B4-BE49-F238E27FC236}">
                      <a16:creationId xmlns:a16="http://schemas.microsoft.com/office/drawing/2014/main" id="{D65A46C9-7D79-431B-86E5-3ED8C2000395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7" name="直線コネクタ 109786">
                  <a:extLst>
                    <a:ext uri="{FF2B5EF4-FFF2-40B4-BE49-F238E27FC236}">
                      <a16:creationId xmlns:a16="http://schemas.microsoft.com/office/drawing/2014/main" id="{64B33010-3B8B-4D26-9BD3-0BB64A533987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8" name="直線コネクタ 109787">
                  <a:extLst>
                    <a:ext uri="{FF2B5EF4-FFF2-40B4-BE49-F238E27FC236}">
                      <a16:creationId xmlns:a16="http://schemas.microsoft.com/office/drawing/2014/main" id="{9177ACEA-0F75-4260-9787-E4E77B3AA60F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89" name="直線コネクタ 109788">
                  <a:extLst>
                    <a:ext uri="{FF2B5EF4-FFF2-40B4-BE49-F238E27FC236}">
                      <a16:creationId xmlns:a16="http://schemas.microsoft.com/office/drawing/2014/main" id="{9198F31E-5E9F-4498-B646-F0117F048277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0" name="直線コネクタ 109789">
                  <a:extLst>
                    <a:ext uri="{FF2B5EF4-FFF2-40B4-BE49-F238E27FC236}">
                      <a16:creationId xmlns:a16="http://schemas.microsoft.com/office/drawing/2014/main" id="{328706E1-21DA-4394-8859-E0D51145846A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1" name="直線コネクタ 109790">
                  <a:extLst>
                    <a:ext uri="{FF2B5EF4-FFF2-40B4-BE49-F238E27FC236}">
                      <a16:creationId xmlns:a16="http://schemas.microsoft.com/office/drawing/2014/main" id="{E39D5BCA-6166-4BDB-8A79-58DBBD153137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2" name="直線コネクタ 109791">
                  <a:extLst>
                    <a:ext uri="{FF2B5EF4-FFF2-40B4-BE49-F238E27FC236}">
                      <a16:creationId xmlns:a16="http://schemas.microsoft.com/office/drawing/2014/main" id="{73538DD4-90D5-42F7-B2E9-4BEF3979BAC8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3" name="直線コネクタ 109792">
                  <a:extLst>
                    <a:ext uri="{FF2B5EF4-FFF2-40B4-BE49-F238E27FC236}">
                      <a16:creationId xmlns:a16="http://schemas.microsoft.com/office/drawing/2014/main" id="{DEDB74E7-CB33-42DE-BA45-769B47DD3F12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4" name="直線コネクタ 109793">
                  <a:extLst>
                    <a:ext uri="{FF2B5EF4-FFF2-40B4-BE49-F238E27FC236}">
                      <a16:creationId xmlns:a16="http://schemas.microsoft.com/office/drawing/2014/main" id="{089DB478-384B-47EB-964B-286399FD79B8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5" name="直線コネクタ 109794">
                  <a:extLst>
                    <a:ext uri="{FF2B5EF4-FFF2-40B4-BE49-F238E27FC236}">
                      <a16:creationId xmlns:a16="http://schemas.microsoft.com/office/drawing/2014/main" id="{7103D2BC-23DE-4A09-B0DA-F10962F8E1AF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6" name="直線コネクタ 109795">
                  <a:extLst>
                    <a:ext uri="{FF2B5EF4-FFF2-40B4-BE49-F238E27FC236}">
                      <a16:creationId xmlns:a16="http://schemas.microsoft.com/office/drawing/2014/main" id="{998E8313-2C34-4249-8A9F-28AF81F32537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7" name="直線コネクタ 109796">
                  <a:extLst>
                    <a:ext uri="{FF2B5EF4-FFF2-40B4-BE49-F238E27FC236}">
                      <a16:creationId xmlns:a16="http://schemas.microsoft.com/office/drawing/2014/main" id="{9B68BC83-E2F6-4C45-9DFC-4FD81CF07B69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8" name="直線コネクタ 109797">
                  <a:extLst>
                    <a:ext uri="{FF2B5EF4-FFF2-40B4-BE49-F238E27FC236}">
                      <a16:creationId xmlns:a16="http://schemas.microsoft.com/office/drawing/2014/main" id="{54DE8227-5AEB-4BC9-88A0-166737E14016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99" name="直線コネクタ 109798">
                  <a:extLst>
                    <a:ext uri="{FF2B5EF4-FFF2-40B4-BE49-F238E27FC236}">
                      <a16:creationId xmlns:a16="http://schemas.microsoft.com/office/drawing/2014/main" id="{CF644F87-92CF-4AEC-8642-3F3E0B7B3A7C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0" name="直線コネクタ 109799">
                  <a:extLst>
                    <a:ext uri="{FF2B5EF4-FFF2-40B4-BE49-F238E27FC236}">
                      <a16:creationId xmlns:a16="http://schemas.microsoft.com/office/drawing/2014/main" id="{28EE4282-B784-4AEA-A59A-1054FA8F8934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1" name="直線コネクタ 109800">
                  <a:extLst>
                    <a:ext uri="{FF2B5EF4-FFF2-40B4-BE49-F238E27FC236}">
                      <a16:creationId xmlns:a16="http://schemas.microsoft.com/office/drawing/2014/main" id="{CC3C5D98-5610-4B5E-AE98-4384DA7195E9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2" name="直線コネクタ 109801">
                  <a:extLst>
                    <a:ext uri="{FF2B5EF4-FFF2-40B4-BE49-F238E27FC236}">
                      <a16:creationId xmlns:a16="http://schemas.microsoft.com/office/drawing/2014/main" id="{971ED017-9A2A-4B9D-AC16-888B28437D93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3" name="直線コネクタ 109802">
                  <a:extLst>
                    <a:ext uri="{FF2B5EF4-FFF2-40B4-BE49-F238E27FC236}">
                      <a16:creationId xmlns:a16="http://schemas.microsoft.com/office/drawing/2014/main" id="{E2BA865D-AFA3-4E19-89C4-3B255C909579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4" name="直線コネクタ 109803">
                  <a:extLst>
                    <a:ext uri="{FF2B5EF4-FFF2-40B4-BE49-F238E27FC236}">
                      <a16:creationId xmlns:a16="http://schemas.microsoft.com/office/drawing/2014/main" id="{9852E4AE-B303-4F1F-BD19-4FD7A884C9E6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5" name="直線コネクタ 109804">
                  <a:extLst>
                    <a:ext uri="{FF2B5EF4-FFF2-40B4-BE49-F238E27FC236}">
                      <a16:creationId xmlns:a16="http://schemas.microsoft.com/office/drawing/2014/main" id="{BF02B7CE-BB74-4B37-ADE7-FFE8875030EB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6" name="直線コネクタ 109805">
                  <a:extLst>
                    <a:ext uri="{FF2B5EF4-FFF2-40B4-BE49-F238E27FC236}">
                      <a16:creationId xmlns:a16="http://schemas.microsoft.com/office/drawing/2014/main" id="{3CE0ADD7-BA28-42AE-8D06-546309106F3D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7" name="直線コネクタ 109806">
                  <a:extLst>
                    <a:ext uri="{FF2B5EF4-FFF2-40B4-BE49-F238E27FC236}">
                      <a16:creationId xmlns:a16="http://schemas.microsoft.com/office/drawing/2014/main" id="{731D0975-2592-45DB-8A05-99352ABE734B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8" name="直線コネクタ 109807">
                  <a:extLst>
                    <a:ext uri="{FF2B5EF4-FFF2-40B4-BE49-F238E27FC236}">
                      <a16:creationId xmlns:a16="http://schemas.microsoft.com/office/drawing/2014/main" id="{C7F1CDF1-04A9-44DC-9ABC-E8BC92096E18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09" name="直線コネクタ 109808">
                  <a:extLst>
                    <a:ext uri="{FF2B5EF4-FFF2-40B4-BE49-F238E27FC236}">
                      <a16:creationId xmlns:a16="http://schemas.microsoft.com/office/drawing/2014/main" id="{D2E11E35-95EA-4DE3-A505-B127DD7D4C00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0" name="直線コネクタ 109809">
                  <a:extLst>
                    <a:ext uri="{FF2B5EF4-FFF2-40B4-BE49-F238E27FC236}">
                      <a16:creationId xmlns:a16="http://schemas.microsoft.com/office/drawing/2014/main" id="{52CFCB5A-EFF9-441E-ABC1-1B01CAE73B17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1" name="直線コネクタ 109810">
                  <a:extLst>
                    <a:ext uri="{FF2B5EF4-FFF2-40B4-BE49-F238E27FC236}">
                      <a16:creationId xmlns:a16="http://schemas.microsoft.com/office/drawing/2014/main" id="{6AB18C4F-EDC7-4116-B2F9-310D93F24893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2" name="直線コネクタ 109811">
                  <a:extLst>
                    <a:ext uri="{FF2B5EF4-FFF2-40B4-BE49-F238E27FC236}">
                      <a16:creationId xmlns:a16="http://schemas.microsoft.com/office/drawing/2014/main" id="{EF8DE9EB-99E0-4D7A-AECE-785CC3C95EFB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3" name="直線コネクタ 109812">
                  <a:extLst>
                    <a:ext uri="{FF2B5EF4-FFF2-40B4-BE49-F238E27FC236}">
                      <a16:creationId xmlns:a16="http://schemas.microsoft.com/office/drawing/2014/main" id="{FF4F2456-2461-46DB-911C-A5E2D711B9E1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4" name="直線コネクタ 109813">
                  <a:extLst>
                    <a:ext uri="{FF2B5EF4-FFF2-40B4-BE49-F238E27FC236}">
                      <a16:creationId xmlns:a16="http://schemas.microsoft.com/office/drawing/2014/main" id="{6015C797-FF20-41F3-8652-37CE7C9BDEE0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5" name="直線コネクタ 109814">
                  <a:extLst>
                    <a:ext uri="{FF2B5EF4-FFF2-40B4-BE49-F238E27FC236}">
                      <a16:creationId xmlns:a16="http://schemas.microsoft.com/office/drawing/2014/main" id="{508FAE93-D85B-42B0-B703-1F4DE11FFA1D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6" name="直線コネクタ 109815">
                  <a:extLst>
                    <a:ext uri="{FF2B5EF4-FFF2-40B4-BE49-F238E27FC236}">
                      <a16:creationId xmlns:a16="http://schemas.microsoft.com/office/drawing/2014/main" id="{DE4BB79D-753A-47DD-AF05-C3396F82969D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7" name="直線コネクタ 109816">
                  <a:extLst>
                    <a:ext uri="{FF2B5EF4-FFF2-40B4-BE49-F238E27FC236}">
                      <a16:creationId xmlns:a16="http://schemas.microsoft.com/office/drawing/2014/main" id="{1A079126-D0F9-4973-9A87-232EEB51755C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8" name="直線コネクタ 109817">
                  <a:extLst>
                    <a:ext uri="{FF2B5EF4-FFF2-40B4-BE49-F238E27FC236}">
                      <a16:creationId xmlns:a16="http://schemas.microsoft.com/office/drawing/2014/main" id="{2770AECE-97C7-4DBE-B45B-E1A5B8B052D8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19" name="直線コネクタ 109818">
                  <a:extLst>
                    <a:ext uri="{FF2B5EF4-FFF2-40B4-BE49-F238E27FC236}">
                      <a16:creationId xmlns:a16="http://schemas.microsoft.com/office/drawing/2014/main" id="{95558535-254A-4FC7-A205-E9D0694E658A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0" name="直線コネクタ 109819">
                  <a:extLst>
                    <a:ext uri="{FF2B5EF4-FFF2-40B4-BE49-F238E27FC236}">
                      <a16:creationId xmlns:a16="http://schemas.microsoft.com/office/drawing/2014/main" id="{858AB7C1-228F-4C26-AE70-F3760C86650D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1" name="直線コネクタ 109820">
                  <a:extLst>
                    <a:ext uri="{FF2B5EF4-FFF2-40B4-BE49-F238E27FC236}">
                      <a16:creationId xmlns:a16="http://schemas.microsoft.com/office/drawing/2014/main" id="{CA98C6CA-E0FB-482E-97E6-90A6F907E8D3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2" name="直線コネクタ 109821">
                  <a:extLst>
                    <a:ext uri="{FF2B5EF4-FFF2-40B4-BE49-F238E27FC236}">
                      <a16:creationId xmlns:a16="http://schemas.microsoft.com/office/drawing/2014/main" id="{F0AE0DF9-FFC7-4923-944A-984F328CF0C2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3" name="直線コネクタ 109822">
                  <a:extLst>
                    <a:ext uri="{FF2B5EF4-FFF2-40B4-BE49-F238E27FC236}">
                      <a16:creationId xmlns:a16="http://schemas.microsoft.com/office/drawing/2014/main" id="{A822037C-D585-4D18-A06B-57F7A1F93BC9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4" name="直線コネクタ 109823">
                  <a:extLst>
                    <a:ext uri="{FF2B5EF4-FFF2-40B4-BE49-F238E27FC236}">
                      <a16:creationId xmlns:a16="http://schemas.microsoft.com/office/drawing/2014/main" id="{3D8A2AA3-62D1-4E87-9C17-60E61DD33F92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5" name="直線コネクタ 109824">
                  <a:extLst>
                    <a:ext uri="{FF2B5EF4-FFF2-40B4-BE49-F238E27FC236}">
                      <a16:creationId xmlns:a16="http://schemas.microsoft.com/office/drawing/2014/main" id="{A7B9E745-46BE-4B36-9300-4C5E39CB2F17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6" name="直線コネクタ 109825">
                  <a:extLst>
                    <a:ext uri="{FF2B5EF4-FFF2-40B4-BE49-F238E27FC236}">
                      <a16:creationId xmlns:a16="http://schemas.microsoft.com/office/drawing/2014/main" id="{B7CA9F0B-8EC2-4A33-9384-2F180A624D36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7" name="直線コネクタ 109826">
                  <a:extLst>
                    <a:ext uri="{FF2B5EF4-FFF2-40B4-BE49-F238E27FC236}">
                      <a16:creationId xmlns:a16="http://schemas.microsoft.com/office/drawing/2014/main" id="{E8813E5A-D524-49F4-943B-009E40D22F24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8" name="直線コネクタ 109827">
                  <a:extLst>
                    <a:ext uri="{FF2B5EF4-FFF2-40B4-BE49-F238E27FC236}">
                      <a16:creationId xmlns:a16="http://schemas.microsoft.com/office/drawing/2014/main" id="{248B42AA-0547-4906-84E1-2FC6772C8ACA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29" name="直線コネクタ 109828">
                  <a:extLst>
                    <a:ext uri="{FF2B5EF4-FFF2-40B4-BE49-F238E27FC236}">
                      <a16:creationId xmlns:a16="http://schemas.microsoft.com/office/drawing/2014/main" id="{EBD742F9-8BF3-4A3A-9DB6-FD017D7387C7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0" name="直線コネクタ 109829">
                  <a:extLst>
                    <a:ext uri="{FF2B5EF4-FFF2-40B4-BE49-F238E27FC236}">
                      <a16:creationId xmlns:a16="http://schemas.microsoft.com/office/drawing/2014/main" id="{22858D0C-49DA-4E3B-89AB-0B022CEAFC97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1" name="直線コネクタ 109830">
                  <a:extLst>
                    <a:ext uri="{FF2B5EF4-FFF2-40B4-BE49-F238E27FC236}">
                      <a16:creationId xmlns:a16="http://schemas.microsoft.com/office/drawing/2014/main" id="{1E3A70D6-12EA-4A4B-8EBF-1C882557B6FA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2" name="直線コネクタ 109831">
                  <a:extLst>
                    <a:ext uri="{FF2B5EF4-FFF2-40B4-BE49-F238E27FC236}">
                      <a16:creationId xmlns:a16="http://schemas.microsoft.com/office/drawing/2014/main" id="{687D054A-86D2-4911-B2E8-820F128B80FE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3" name="直線コネクタ 109832">
                  <a:extLst>
                    <a:ext uri="{FF2B5EF4-FFF2-40B4-BE49-F238E27FC236}">
                      <a16:creationId xmlns:a16="http://schemas.microsoft.com/office/drawing/2014/main" id="{FC2B6386-FD8F-4D4D-A4C7-F2235AAA9F3F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4" name="直線コネクタ 109833">
                  <a:extLst>
                    <a:ext uri="{FF2B5EF4-FFF2-40B4-BE49-F238E27FC236}">
                      <a16:creationId xmlns:a16="http://schemas.microsoft.com/office/drawing/2014/main" id="{9CDAA4E2-3BA7-4E3F-89C0-4495DFA8E12A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5" name="直線コネクタ 109834">
                  <a:extLst>
                    <a:ext uri="{FF2B5EF4-FFF2-40B4-BE49-F238E27FC236}">
                      <a16:creationId xmlns:a16="http://schemas.microsoft.com/office/drawing/2014/main" id="{86B1334A-7C1B-442D-BCD8-122E7D387377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6" name="直線コネクタ 109835">
                  <a:extLst>
                    <a:ext uri="{FF2B5EF4-FFF2-40B4-BE49-F238E27FC236}">
                      <a16:creationId xmlns:a16="http://schemas.microsoft.com/office/drawing/2014/main" id="{2297B404-8BF6-4C95-93CA-9D41A1D834AD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7" name="直線コネクタ 109836">
                  <a:extLst>
                    <a:ext uri="{FF2B5EF4-FFF2-40B4-BE49-F238E27FC236}">
                      <a16:creationId xmlns:a16="http://schemas.microsoft.com/office/drawing/2014/main" id="{3FC4034D-030C-4A34-A4DF-BD3530E54AF4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8" name="直線コネクタ 109837">
                  <a:extLst>
                    <a:ext uri="{FF2B5EF4-FFF2-40B4-BE49-F238E27FC236}">
                      <a16:creationId xmlns:a16="http://schemas.microsoft.com/office/drawing/2014/main" id="{FED70C9B-3321-423C-A33A-E92E5B038959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39" name="直線コネクタ 109838">
                  <a:extLst>
                    <a:ext uri="{FF2B5EF4-FFF2-40B4-BE49-F238E27FC236}">
                      <a16:creationId xmlns:a16="http://schemas.microsoft.com/office/drawing/2014/main" id="{4C945E62-379D-4DAA-B8A1-5EEBAD201746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0" name="直線コネクタ 109839">
                  <a:extLst>
                    <a:ext uri="{FF2B5EF4-FFF2-40B4-BE49-F238E27FC236}">
                      <a16:creationId xmlns:a16="http://schemas.microsoft.com/office/drawing/2014/main" id="{7F21E22A-5EC1-440B-862F-D6325EFE07CC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1" name="直線コネクタ 109840">
                  <a:extLst>
                    <a:ext uri="{FF2B5EF4-FFF2-40B4-BE49-F238E27FC236}">
                      <a16:creationId xmlns:a16="http://schemas.microsoft.com/office/drawing/2014/main" id="{1CA7D560-9172-49E0-B350-33EEDBCD8700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2" name="直線コネクタ 109841">
                  <a:extLst>
                    <a:ext uri="{FF2B5EF4-FFF2-40B4-BE49-F238E27FC236}">
                      <a16:creationId xmlns:a16="http://schemas.microsoft.com/office/drawing/2014/main" id="{2D996C93-B7B1-4889-8FD0-89001B6B8127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3" name="直線コネクタ 109842">
                  <a:extLst>
                    <a:ext uri="{FF2B5EF4-FFF2-40B4-BE49-F238E27FC236}">
                      <a16:creationId xmlns:a16="http://schemas.microsoft.com/office/drawing/2014/main" id="{0E87D336-14CB-4927-9C33-896D8E5329C8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4" name="直線コネクタ 109843">
                  <a:extLst>
                    <a:ext uri="{FF2B5EF4-FFF2-40B4-BE49-F238E27FC236}">
                      <a16:creationId xmlns:a16="http://schemas.microsoft.com/office/drawing/2014/main" id="{DF2D036E-6DEC-4AA8-BA7A-6FEFB5B50A71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5" name="直線コネクタ 109844">
                  <a:extLst>
                    <a:ext uri="{FF2B5EF4-FFF2-40B4-BE49-F238E27FC236}">
                      <a16:creationId xmlns:a16="http://schemas.microsoft.com/office/drawing/2014/main" id="{EE921166-E30C-46FE-8AC8-DBECCB0E919C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6" name="直線コネクタ 109845">
                  <a:extLst>
                    <a:ext uri="{FF2B5EF4-FFF2-40B4-BE49-F238E27FC236}">
                      <a16:creationId xmlns:a16="http://schemas.microsoft.com/office/drawing/2014/main" id="{91C38CDC-1539-4D40-8C56-FB7FAD2463DD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7" name="直線コネクタ 109846">
                  <a:extLst>
                    <a:ext uri="{FF2B5EF4-FFF2-40B4-BE49-F238E27FC236}">
                      <a16:creationId xmlns:a16="http://schemas.microsoft.com/office/drawing/2014/main" id="{6C069787-F0B3-406F-BD2E-7AC9DF4C1697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8" name="直線コネクタ 109847">
                  <a:extLst>
                    <a:ext uri="{FF2B5EF4-FFF2-40B4-BE49-F238E27FC236}">
                      <a16:creationId xmlns:a16="http://schemas.microsoft.com/office/drawing/2014/main" id="{570D9DC2-5D90-41E7-A8D5-1AA7CC9F4EE9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49" name="直線コネクタ 109848">
                  <a:extLst>
                    <a:ext uri="{FF2B5EF4-FFF2-40B4-BE49-F238E27FC236}">
                      <a16:creationId xmlns:a16="http://schemas.microsoft.com/office/drawing/2014/main" id="{49CC7DC4-2BB1-4331-97D1-338FA6FBDEF3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0" name="直線コネクタ 109849">
                  <a:extLst>
                    <a:ext uri="{FF2B5EF4-FFF2-40B4-BE49-F238E27FC236}">
                      <a16:creationId xmlns:a16="http://schemas.microsoft.com/office/drawing/2014/main" id="{A169B13E-B7A1-4596-A484-089B0DAD693B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1" name="直線コネクタ 109850">
                  <a:extLst>
                    <a:ext uri="{FF2B5EF4-FFF2-40B4-BE49-F238E27FC236}">
                      <a16:creationId xmlns:a16="http://schemas.microsoft.com/office/drawing/2014/main" id="{828E8F81-AAAF-43E0-AB40-BFFFD54DA05D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2" name="直線コネクタ 109851">
                  <a:extLst>
                    <a:ext uri="{FF2B5EF4-FFF2-40B4-BE49-F238E27FC236}">
                      <a16:creationId xmlns:a16="http://schemas.microsoft.com/office/drawing/2014/main" id="{8928EBFB-7B84-4E2B-9CA7-67C7F7F72E86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3" name="直線コネクタ 109852">
                  <a:extLst>
                    <a:ext uri="{FF2B5EF4-FFF2-40B4-BE49-F238E27FC236}">
                      <a16:creationId xmlns:a16="http://schemas.microsoft.com/office/drawing/2014/main" id="{16FE92A8-8389-4CC3-9161-B3E42D2FCADE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4" name="直線コネクタ 109853">
                  <a:extLst>
                    <a:ext uri="{FF2B5EF4-FFF2-40B4-BE49-F238E27FC236}">
                      <a16:creationId xmlns:a16="http://schemas.microsoft.com/office/drawing/2014/main" id="{9FD7E6D2-E5EB-480F-B766-0337B2954714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5" name="直線コネクタ 109854">
                  <a:extLst>
                    <a:ext uri="{FF2B5EF4-FFF2-40B4-BE49-F238E27FC236}">
                      <a16:creationId xmlns:a16="http://schemas.microsoft.com/office/drawing/2014/main" id="{50B00D2F-37E8-4677-8922-6AD6D51A34C8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6" name="直線コネクタ 109855">
                  <a:extLst>
                    <a:ext uri="{FF2B5EF4-FFF2-40B4-BE49-F238E27FC236}">
                      <a16:creationId xmlns:a16="http://schemas.microsoft.com/office/drawing/2014/main" id="{ABA27C34-D078-496A-AB23-AC0B5F3ACBDC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7" name="直線コネクタ 109856">
                  <a:extLst>
                    <a:ext uri="{FF2B5EF4-FFF2-40B4-BE49-F238E27FC236}">
                      <a16:creationId xmlns:a16="http://schemas.microsoft.com/office/drawing/2014/main" id="{C7653477-18A6-4AEB-8CB3-76D0A19FBD03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8" name="直線コネクタ 109857">
                  <a:extLst>
                    <a:ext uri="{FF2B5EF4-FFF2-40B4-BE49-F238E27FC236}">
                      <a16:creationId xmlns:a16="http://schemas.microsoft.com/office/drawing/2014/main" id="{4500B5E9-7B9C-48AB-84A5-D4019F054CFB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59" name="直線コネクタ 109858">
                  <a:extLst>
                    <a:ext uri="{FF2B5EF4-FFF2-40B4-BE49-F238E27FC236}">
                      <a16:creationId xmlns:a16="http://schemas.microsoft.com/office/drawing/2014/main" id="{D8C8CEB4-6080-4C4A-8779-7BA888CF7F7B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0" name="直線コネクタ 109859">
                  <a:extLst>
                    <a:ext uri="{FF2B5EF4-FFF2-40B4-BE49-F238E27FC236}">
                      <a16:creationId xmlns:a16="http://schemas.microsoft.com/office/drawing/2014/main" id="{93D813F9-E28E-45DD-993B-DF03C8B9E3BA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1" name="直線コネクタ 109860">
                  <a:extLst>
                    <a:ext uri="{FF2B5EF4-FFF2-40B4-BE49-F238E27FC236}">
                      <a16:creationId xmlns:a16="http://schemas.microsoft.com/office/drawing/2014/main" id="{85FA4AA4-227F-45F5-9474-4EFF33AFF19E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2" name="直線コネクタ 109861">
                  <a:extLst>
                    <a:ext uri="{FF2B5EF4-FFF2-40B4-BE49-F238E27FC236}">
                      <a16:creationId xmlns:a16="http://schemas.microsoft.com/office/drawing/2014/main" id="{BE569288-CFFF-4D4B-B091-BAF305FDBB77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3" name="直線コネクタ 109862">
                  <a:extLst>
                    <a:ext uri="{FF2B5EF4-FFF2-40B4-BE49-F238E27FC236}">
                      <a16:creationId xmlns:a16="http://schemas.microsoft.com/office/drawing/2014/main" id="{C4023B02-B1E2-4EE2-8121-EC52E14FE31C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4" name="直線コネクタ 109863">
                  <a:extLst>
                    <a:ext uri="{FF2B5EF4-FFF2-40B4-BE49-F238E27FC236}">
                      <a16:creationId xmlns:a16="http://schemas.microsoft.com/office/drawing/2014/main" id="{9E9CEE3B-B9B8-41A4-B34C-40384F0EC2EA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5" name="直線コネクタ 109864">
                  <a:extLst>
                    <a:ext uri="{FF2B5EF4-FFF2-40B4-BE49-F238E27FC236}">
                      <a16:creationId xmlns:a16="http://schemas.microsoft.com/office/drawing/2014/main" id="{53E1865D-0192-4B5F-89D9-3A1F358267A8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6" name="直線コネクタ 109865">
                  <a:extLst>
                    <a:ext uri="{FF2B5EF4-FFF2-40B4-BE49-F238E27FC236}">
                      <a16:creationId xmlns:a16="http://schemas.microsoft.com/office/drawing/2014/main" id="{24DBD52F-5C24-48D3-AA8F-03A0DBB1CD18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7" name="直線コネクタ 109866">
                  <a:extLst>
                    <a:ext uri="{FF2B5EF4-FFF2-40B4-BE49-F238E27FC236}">
                      <a16:creationId xmlns:a16="http://schemas.microsoft.com/office/drawing/2014/main" id="{7F2EC120-B676-4A61-92C5-11423C2C1F05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8" name="直線コネクタ 109867">
                  <a:extLst>
                    <a:ext uri="{FF2B5EF4-FFF2-40B4-BE49-F238E27FC236}">
                      <a16:creationId xmlns:a16="http://schemas.microsoft.com/office/drawing/2014/main" id="{A4C29C34-DA9B-41D8-B9AE-9958BA3FA7EC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69" name="直線コネクタ 109868">
                  <a:extLst>
                    <a:ext uri="{FF2B5EF4-FFF2-40B4-BE49-F238E27FC236}">
                      <a16:creationId xmlns:a16="http://schemas.microsoft.com/office/drawing/2014/main" id="{033CD415-9572-48F4-A066-6BB6851B15DB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0" name="直線コネクタ 109869">
                  <a:extLst>
                    <a:ext uri="{FF2B5EF4-FFF2-40B4-BE49-F238E27FC236}">
                      <a16:creationId xmlns:a16="http://schemas.microsoft.com/office/drawing/2014/main" id="{873D0DAF-67E3-4104-AACC-8AB7DAA8EF24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1" name="直線コネクタ 109870">
                  <a:extLst>
                    <a:ext uri="{FF2B5EF4-FFF2-40B4-BE49-F238E27FC236}">
                      <a16:creationId xmlns:a16="http://schemas.microsoft.com/office/drawing/2014/main" id="{2B60C82E-CDF4-4EB6-8AA0-D83073AAFB0C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2" name="直線コネクタ 109871">
                  <a:extLst>
                    <a:ext uri="{FF2B5EF4-FFF2-40B4-BE49-F238E27FC236}">
                      <a16:creationId xmlns:a16="http://schemas.microsoft.com/office/drawing/2014/main" id="{202B49C5-0D3C-40E0-B509-E7C476E27B44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3" name="直線コネクタ 109872">
                  <a:extLst>
                    <a:ext uri="{FF2B5EF4-FFF2-40B4-BE49-F238E27FC236}">
                      <a16:creationId xmlns:a16="http://schemas.microsoft.com/office/drawing/2014/main" id="{3399764A-1D4A-47C9-99ED-D9B52131377F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4" name="直線コネクタ 109873">
                  <a:extLst>
                    <a:ext uri="{FF2B5EF4-FFF2-40B4-BE49-F238E27FC236}">
                      <a16:creationId xmlns:a16="http://schemas.microsoft.com/office/drawing/2014/main" id="{6786A5EB-C734-48E1-ADF0-84A335ECC2B0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5" name="直線コネクタ 109874">
                  <a:extLst>
                    <a:ext uri="{FF2B5EF4-FFF2-40B4-BE49-F238E27FC236}">
                      <a16:creationId xmlns:a16="http://schemas.microsoft.com/office/drawing/2014/main" id="{D8B73E59-AEB8-4D3C-BE41-0D0015E1EBB3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6" name="直線コネクタ 109875">
                  <a:extLst>
                    <a:ext uri="{FF2B5EF4-FFF2-40B4-BE49-F238E27FC236}">
                      <a16:creationId xmlns:a16="http://schemas.microsoft.com/office/drawing/2014/main" id="{F780ACEC-1D36-42C1-88AD-2E3DCA1BD9B8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7" name="直線コネクタ 109876">
                  <a:extLst>
                    <a:ext uri="{FF2B5EF4-FFF2-40B4-BE49-F238E27FC236}">
                      <a16:creationId xmlns:a16="http://schemas.microsoft.com/office/drawing/2014/main" id="{B525303E-C575-4740-B405-0D60CDE16E13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8" name="直線コネクタ 109877">
                  <a:extLst>
                    <a:ext uri="{FF2B5EF4-FFF2-40B4-BE49-F238E27FC236}">
                      <a16:creationId xmlns:a16="http://schemas.microsoft.com/office/drawing/2014/main" id="{6DE6C269-6433-43DC-B11B-CEE8677B7B0E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79" name="直線コネクタ 109878">
                  <a:extLst>
                    <a:ext uri="{FF2B5EF4-FFF2-40B4-BE49-F238E27FC236}">
                      <a16:creationId xmlns:a16="http://schemas.microsoft.com/office/drawing/2014/main" id="{CDF01363-E231-40AE-A97F-5789DBF2A0B9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0" name="直線コネクタ 109879">
                  <a:extLst>
                    <a:ext uri="{FF2B5EF4-FFF2-40B4-BE49-F238E27FC236}">
                      <a16:creationId xmlns:a16="http://schemas.microsoft.com/office/drawing/2014/main" id="{4AB2651B-EC32-4E6E-B1CD-B9462210FCF3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1" name="直線コネクタ 109880">
                  <a:extLst>
                    <a:ext uri="{FF2B5EF4-FFF2-40B4-BE49-F238E27FC236}">
                      <a16:creationId xmlns:a16="http://schemas.microsoft.com/office/drawing/2014/main" id="{27D9F87E-DB60-4F5B-BA28-A69DB7608929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2" name="直線コネクタ 109881">
                  <a:extLst>
                    <a:ext uri="{FF2B5EF4-FFF2-40B4-BE49-F238E27FC236}">
                      <a16:creationId xmlns:a16="http://schemas.microsoft.com/office/drawing/2014/main" id="{67A1ADF8-76E9-43F4-8F5F-019FD7FE85C0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3" name="直線コネクタ 109882">
                  <a:extLst>
                    <a:ext uri="{FF2B5EF4-FFF2-40B4-BE49-F238E27FC236}">
                      <a16:creationId xmlns:a16="http://schemas.microsoft.com/office/drawing/2014/main" id="{898D9AE9-C94A-4724-AAA8-3FA0871484AC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4" name="直線コネクタ 109883">
                  <a:extLst>
                    <a:ext uri="{FF2B5EF4-FFF2-40B4-BE49-F238E27FC236}">
                      <a16:creationId xmlns:a16="http://schemas.microsoft.com/office/drawing/2014/main" id="{C62A3D73-0C9D-45E7-B62E-0B804AD8A5AE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5" name="直線コネクタ 109884">
                  <a:extLst>
                    <a:ext uri="{FF2B5EF4-FFF2-40B4-BE49-F238E27FC236}">
                      <a16:creationId xmlns:a16="http://schemas.microsoft.com/office/drawing/2014/main" id="{3D49828F-311C-4DE7-BC7F-3C067ED5545D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6" name="直線コネクタ 109885">
                  <a:extLst>
                    <a:ext uri="{FF2B5EF4-FFF2-40B4-BE49-F238E27FC236}">
                      <a16:creationId xmlns:a16="http://schemas.microsoft.com/office/drawing/2014/main" id="{AE17CA5E-D658-4DF0-9DBA-3D194AA4AF7F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7" name="直線コネクタ 109886">
                  <a:extLst>
                    <a:ext uri="{FF2B5EF4-FFF2-40B4-BE49-F238E27FC236}">
                      <a16:creationId xmlns:a16="http://schemas.microsoft.com/office/drawing/2014/main" id="{6E961456-CBB7-45CC-9A9C-9C36864ED519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8" name="直線コネクタ 109887">
                  <a:extLst>
                    <a:ext uri="{FF2B5EF4-FFF2-40B4-BE49-F238E27FC236}">
                      <a16:creationId xmlns:a16="http://schemas.microsoft.com/office/drawing/2014/main" id="{D27D989E-0F0B-431B-846E-08ACB9BD35D0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89" name="直線コネクタ 109888">
                  <a:extLst>
                    <a:ext uri="{FF2B5EF4-FFF2-40B4-BE49-F238E27FC236}">
                      <a16:creationId xmlns:a16="http://schemas.microsoft.com/office/drawing/2014/main" id="{226E71E6-EC7B-4045-8617-A1B3AF6AF503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0" name="直線コネクタ 109889">
                  <a:extLst>
                    <a:ext uri="{FF2B5EF4-FFF2-40B4-BE49-F238E27FC236}">
                      <a16:creationId xmlns:a16="http://schemas.microsoft.com/office/drawing/2014/main" id="{47254114-F6D8-45A1-A8A4-142E9D806D06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1" name="直線コネクタ 109890">
                  <a:extLst>
                    <a:ext uri="{FF2B5EF4-FFF2-40B4-BE49-F238E27FC236}">
                      <a16:creationId xmlns:a16="http://schemas.microsoft.com/office/drawing/2014/main" id="{E16F61D3-4603-484A-A1F8-39C7787782E3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2" name="直線コネクタ 109891">
                  <a:extLst>
                    <a:ext uri="{FF2B5EF4-FFF2-40B4-BE49-F238E27FC236}">
                      <a16:creationId xmlns:a16="http://schemas.microsoft.com/office/drawing/2014/main" id="{F0162EEC-2950-4F44-AB18-53BD58184A2E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3" name="直線コネクタ 109892">
                  <a:extLst>
                    <a:ext uri="{FF2B5EF4-FFF2-40B4-BE49-F238E27FC236}">
                      <a16:creationId xmlns:a16="http://schemas.microsoft.com/office/drawing/2014/main" id="{7A696B0C-576D-4C7C-8D6A-CB75D9236717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4" name="直線コネクタ 109893">
                  <a:extLst>
                    <a:ext uri="{FF2B5EF4-FFF2-40B4-BE49-F238E27FC236}">
                      <a16:creationId xmlns:a16="http://schemas.microsoft.com/office/drawing/2014/main" id="{BCA5F31A-80E0-42D5-82E8-0D17D8C58F36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5" name="直線コネクタ 109894">
                  <a:extLst>
                    <a:ext uri="{FF2B5EF4-FFF2-40B4-BE49-F238E27FC236}">
                      <a16:creationId xmlns:a16="http://schemas.microsoft.com/office/drawing/2014/main" id="{7215FEA1-E565-4A6B-B302-A826D358DE3E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6" name="直線コネクタ 109895">
                  <a:extLst>
                    <a:ext uri="{FF2B5EF4-FFF2-40B4-BE49-F238E27FC236}">
                      <a16:creationId xmlns:a16="http://schemas.microsoft.com/office/drawing/2014/main" id="{4C43999F-B0CA-4FCA-A6FC-91A059439281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7" name="直線コネクタ 109896">
                  <a:extLst>
                    <a:ext uri="{FF2B5EF4-FFF2-40B4-BE49-F238E27FC236}">
                      <a16:creationId xmlns:a16="http://schemas.microsoft.com/office/drawing/2014/main" id="{5AF013FD-0483-49A5-A4FB-E68A7F223D36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8" name="直線コネクタ 109897">
                  <a:extLst>
                    <a:ext uri="{FF2B5EF4-FFF2-40B4-BE49-F238E27FC236}">
                      <a16:creationId xmlns:a16="http://schemas.microsoft.com/office/drawing/2014/main" id="{9BF1B41D-12EE-4685-866B-239E5FF5DBFE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899" name="直線コネクタ 109898">
                  <a:extLst>
                    <a:ext uri="{FF2B5EF4-FFF2-40B4-BE49-F238E27FC236}">
                      <a16:creationId xmlns:a16="http://schemas.microsoft.com/office/drawing/2014/main" id="{BE22F530-BAF8-4E98-A2A7-D828DA1B8054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0" name="直線コネクタ 109899">
                  <a:extLst>
                    <a:ext uri="{FF2B5EF4-FFF2-40B4-BE49-F238E27FC236}">
                      <a16:creationId xmlns:a16="http://schemas.microsoft.com/office/drawing/2014/main" id="{935D1FF5-8DB3-4345-B5F6-A2C85F3BEAFB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1" name="直線コネクタ 109900">
                  <a:extLst>
                    <a:ext uri="{FF2B5EF4-FFF2-40B4-BE49-F238E27FC236}">
                      <a16:creationId xmlns:a16="http://schemas.microsoft.com/office/drawing/2014/main" id="{9ABF9EEF-65E0-46F9-A0AE-2616E2029AA4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2" name="直線コネクタ 109901">
                  <a:extLst>
                    <a:ext uri="{FF2B5EF4-FFF2-40B4-BE49-F238E27FC236}">
                      <a16:creationId xmlns:a16="http://schemas.microsoft.com/office/drawing/2014/main" id="{6A6033AB-D821-4B99-827A-0C6B1F311398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3" name="直線コネクタ 109902">
                  <a:extLst>
                    <a:ext uri="{FF2B5EF4-FFF2-40B4-BE49-F238E27FC236}">
                      <a16:creationId xmlns:a16="http://schemas.microsoft.com/office/drawing/2014/main" id="{C69E3AAC-F1EF-4E94-9008-B1B357F2E3D0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4" name="直線コネクタ 109903">
                  <a:extLst>
                    <a:ext uri="{FF2B5EF4-FFF2-40B4-BE49-F238E27FC236}">
                      <a16:creationId xmlns:a16="http://schemas.microsoft.com/office/drawing/2014/main" id="{100E0531-599E-4F35-A5AB-37F7A411DC71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5" name="直線コネクタ 109904">
                  <a:extLst>
                    <a:ext uri="{FF2B5EF4-FFF2-40B4-BE49-F238E27FC236}">
                      <a16:creationId xmlns:a16="http://schemas.microsoft.com/office/drawing/2014/main" id="{78E769F1-1649-41B9-B576-DB8673570C86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6" name="直線コネクタ 109905">
                  <a:extLst>
                    <a:ext uri="{FF2B5EF4-FFF2-40B4-BE49-F238E27FC236}">
                      <a16:creationId xmlns:a16="http://schemas.microsoft.com/office/drawing/2014/main" id="{03D8E8E8-423B-4234-88F9-1F450968C850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7" name="直線コネクタ 109906">
                  <a:extLst>
                    <a:ext uri="{FF2B5EF4-FFF2-40B4-BE49-F238E27FC236}">
                      <a16:creationId xmlns:a16="http://schemas.microsoft.com/office/drawing/2014/main" id="{B2C62B66-3D85-485B-B40D-3DDA8950FB20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8" name="直線コネクタ 109907">
                  <a:extLst>
                    <a:ext uri="{FF2B5EF4-FFF2-40B4-BE49-F238E27FC236}">
                      <a16:creationId xmlns:a16="http://schemas.microsoft.com/office/drawing/2014/main" id="{C1B521D6-F24C-4356-810A-2D70368E1738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09" name="直線コネクタ 109908">
                  <a:extLst>
                    <a:ext uri="{FF2B5EF4-FFF2-40B4-BE49-F238E27FC236}">
                      <a16:creationId xmlns:a16="http://schemas.microsoft.com/office/drawing/2014/main" id="{974B5278-7C0C-44A5-9CB6-6072D6BB6887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0" name="直線コネクタ 109909">
                  <a:extLst>
                    <a:ext uri="{FF2B5EF4-FFF2-40B4-BE49-F238E27FC236}">
                      <a16:creationId xmlns:a16="http://schemas.microsoft.com/office/drawing/2014/main" id="{68BC1594-AD1B-4A11-A008-5C051EFBC254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1" name="直線コネクタ 109910">
                  <a:extLst>
                    <a:ext uri="{FF2B5EF4-FFF2-40B4-BE49-F238E27FC236}">
                      <a16:creationId xmlns:a16="http://schemas.microsoft.com/office/drawing/2014/main" id="{99DAA36F-6750-47B3-A6D6-BCE4BD360513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2" name="直線コネクタ 109911">
                  <a:extLst>
                    <a:ext uri="{FF2B5EF4-FFF2-40B4-BE49-F238E27FC236}">
                      <a16:creationId xmlns:a16="http://schemas.microsoft.com/office/drawing/2014/main" id="{D5454107-3E41-4E3D-886A-7FA3D571819A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3" name="直線コネクタ 109912">
                  <a:extLst>
                    <a:ext uri="{FF2B5EF4-FFF2-40B4-BE49-F238E27FC236}">
                      <a16:creationId xmlns:a16="http://schemas.microsoft.com/office/drawing/2014/main" id="{36701B4D-FE98-4192-9F0C-313AB74DDD2E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4" name="直線コネクタ 109913">
                  <a:extLst>
                    <a:ext uri="{FF2B5EF4-FFF2-40B4-BE49-F238E27FC236}">
                      <a16:creationId xmlns:a16="http://schemas.microsoft.com/office/drawing/2014/main" id="{145B1674-DA85-486C-9448-D44080B24117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5" name="直線コネクタ 109914">
                  <a:extLst>
                    <a:ext uri="{FF2B5EF4-FFF2-40B4-BE49-F238E27FC236}">
                      <a16:creationId xmlns:a16="http://schemas.microsoft.com/office/drawing/2014/main" id="{1D27A786-C87E-4536-91E6-D1EF7EDD7D50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6" name="直線コネクタ 109915">
                  <a:extLst>
                    <a:ext uri="{FF2B5EF4-FFF2-40B4-BE49-F238E27FC236}">
                      <a16:creationId xmlns:a16="http://schemas.microsoft.com/office/drawing/2014/main" id="{029BE9D6-2425-4761-852D-9E1B6E38466D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7" name="直線コネクタ 109916">
                  <a:extLst>
                    <a:ext uri="{FF2B5EF4-FFF2-40B4-BE49-F238E27FC236}">
                      <a16:creationId xmlns:a16="http://schemas.microsoft.com/office/drawing/2014/main" id="{66AD7DEF-FB18-40F5-8A1A-3017039062A9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8" name="直線コネクタ 109917">
                  <a:extLst>
                    <a:ext uri="{FF2B5EF4-FFF2-40B4-BE49-F238E27FC236}">
                      <a16:creationId xmlns:a16="http://schemas.microsoft.com/office/drawing/2014/main" id="{B384B0D1-3801-47E0-A270-EC0CC9AD9D85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19" name="直線コネクタ 109918">
                  <a:extLst>
                    <a:ext uri="{FF2B5EF4-FFF2-40B4-BE49-F238E27FC236}">
                      <a16:creationId xmlns:a16="http://schemas.microsoft.com/office/drawing/2014/main" id="{D080C210-2A72-426F-8B9E-E9CDF2C615AA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0" name="直線コネクタ 109919">
                  <a:extLst>
                    <a:ext uri="{FF2B5EF4-FFF2-40B4-BE49-F238E27FC236}">
                      <a16:creationId xmlns:a16="http://schemas.microsoft.com/office/drawing/2014/main" id="{AD093E47-5690-4893-87C1-87FF15D7C694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1" name="直線コネクタ 109920">
                  <a:extLst>
                    <a:ext uri="{FF2B5EF4-FFF2-40B4-BE49-F238E27FC236}">
                      <a16:creationId xmlns:a16="http://schemas.microsoft.com/office/drawing/2014/main" id="{8E8651D7-1BF8-447E-86A6-161EDF4CBF1B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2" name="直線コネクタ 109921">
                  <a:extLst>
                    <a:ext uri="{FF2B5EF4-FFF2-40B4-BE49-F238E27FC236}">
                      <a16:creationId xmlns:a16="http://schemas.microsoft.com/office/drawing/2014/main" id="{9A68C2E6-CFDB-4D1B-A3E1-B8CC52D7F2DF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3" name="直線コネクタ 109922">
                  <a:extLst>
                    <a:ext uri="{FF2B5EF4-FFF2-40B4-BE49-F238E27FC236}">
                      <a16:creationId xmlns:a16="http://schemas.microsoft.com/office/drawing/2014/main" id="{B20ADE2B-1203-4856-B4EC-A0510B2AD32C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4" name="直線コネクタ 109923">
                  <a:extLst>
                    <a:ext uri="{FF2B5EF4-FFF2-40B4-BE49-F238E27FC236}">
                      <a16:creationId xmlns:a16="http://schemas.microsoft.com/office/drawing/2014/main" id="{46505861-39F4-4DF3-BC0A-69F3A9B6B758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5" name="直線コネクタ 109924">
                  <a:extLst>
                    <a:ext uri="{FF2B5EF4-FFF2-40B4-BE49-F238E27FC236}">
                      <a16:creationId xmlns:a16="http://schemas.microsoft.com/office/drawing/2014/main" id="{2AC62BB4-A57C-4245-AA50-042C7A57DFFD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6" name="直線コネクタ 109925">
                  <a:extLst>
                    <a:ext uri="{FF2B5EF4-FFF2-40B4-BE49-F238E27FC236}">
                      <a16:creationId xmlns:a16="http://schemas.microsoft.com/office/drawing/2014/main" id="{AB2DD4F8-3C80-4BF4-8559-560461393A67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7" name="直線コネクタ 109926">
                  <a:extLst>
                    <a:ext uri="{FF2B5EF4-FFF2-40B4-BE49-F238E27FC236}">
                      <a16:creationId xmlns:a16="http://schemas.microsoft.com/office/drawing/2014/main" id="{24734E91-B4CF-4462-B5E2-B58D1B9BE606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8" name="直線コネクタ 109927">
                  <a:extLst>
                    <a:ext uri="{FF2B5EF4-FFF2-40B4-BE49-F238E27FC236}">
                      <a16:creationId xmlns:a16="http://schemas.microsoft.com/office/drawing/2014/main" id="{58C36960-7600-495F-B73C-CAEF40042F1A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29" name="直線コネクタ 109928">
                  <a:extLst>
                    <a:ext uri="{FF2B5EF4-FFF2-40B4-BE49-F238E27FC236}">
                      <a16:creationId xmlns:a16="http://schemas.microsoft.com/office/drawing/2014/main" id="{B09DA87D-5C8D-4859-8B42-7654D1F2F3AC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0" name="直線コネクタ 109929">
                  <a:extLst>
                    <a:ext uri="{FF2B5EF4-FFF2-40B4-BE49-F238E27FC236}">
                      <a16:creationId xmlns:a16="http://schemas.microsoft.com/office/drawing/2014/main" id="{39B2AC4F-07D5-4725-B854-E9B3B95656BB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1" name="直線コネクタ 109930">
                  <a:extLst>
                    <a:ext uri="{FF2B5EF4-FFF2-40B4-BE49-F238E27FC236}">
                      <a16:creationId xmlns:a16="http://schemas.microsoft.com/office/drawing/2014/main" id="{DDBBDDF0-819E-4E65-988D-DCCBBE2EDDC1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2" name="直線コネクタ 109931">
                  <a:extLst>
                    <a:ext uri="{FF2B5EF4-FFF2-40B4-BE49-F238E27FC236}">
                      <a16:creationId xmlns:a16="http://schemas.microsoft.com/office/drawing/2014/main" id="{D5FB06F7-E3A8-4A38-9A99-B3053C85BF1F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3" name="直線コネクタ 109932">
                  <a:extLst>
                    <a:ext uri="{FF2B5EF4-FFF2-40B4-BE49-F238E27FC236}">
                      <a16:creationId xmlns:a16="http://schemas.microsoft.com/office/drawing/2014/main" id="{3C5FC8A5-5D5B-4667-BE7A-7FE90757AE1D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4" name="直線コネクタ 109933">
                  <a:extLst>
                    <a:ext uri="{FF2B5EF4-FFF2-40B4-BE49-F238E27FC236}">
                      <a16:creationId xmlns:a16="http://schemas.microsoft.com/office/drawing/2014/main" id="{8F31986D-06D3-4949-9049-3CF97A78EE62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5" name="直線コネクタ 109934">
                  <a:extLst>
                    <a:ext uri="{FF2B5EF4-FFF2-40B4-BE49-F238E27FC236}">
                      <a16:creationId xmlns:a16="http://schemas.microsoft.com/office/drawing/2014/main" id="{3AD0ACFC-FE5A-4246-BA15-8D5BC4A18D7F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6" name="直線コネクタ 109935">
                  <a:extLst>
                    <a:ext uri="{FF2B5EF4-FFF2-40B4-BE49-F238E27FC236}">
                      <a16:creationId xmlns:a16="http://schemas.microsoft.com/office/drawing/2014/main" id="{03F85A97-9C2F-4144-B44F-0C5985BBC8DD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7" name="直線コネクタ 109936">
                  <a:extLst>
                    <a:ext uri="{FF2B5EF4-FFF2-40B4-BE49-F238E27FC236}">
                      <a16:creationId xmlns:a16="http://schemas.microsoft.com/office/drawing/2014/main" id="{B7E2D7FE-AAC7-4961-A0AD-9DDB0E42505C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8" name="直線コネクタ 109937">
                  <a:extLst>
                    <a:ext uri="{FF2B5EF4-FFF2-40B4-BE49-F238E27FC236}">
                      <a16:creationId xmlns:a16="http://schemas.microsoft.com/office/drawing/2014/main" id="{70FB898B-356C-4A67-AC62-AD841B59A058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39" name="直線コネクタ 109938">
                  <a:extLst>
                    <a:ext uri="{FF2B5EF4-FFF2-40B4-BE49-F238E27FC236}">
                      <a16:creationId xmlns:a16="http://schemas.microsoft.com/office/drawing/2014/main" id="{08448A32-E5B3-4152-9998-DEE076FBAFE4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0" name="直線コネクタ 109939">
                  <a:extLst>
                    <a:ext uri="{FF2B5EF4-FFF2-40B4-BE49-F238E27FC236}">
                      <a16:creationId xmlns:a16="http://schemas.microsoft.com/office/drawing/2014/main" id="{03CA172F-2088-4D27-91D7-670929730130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1" name="直線コネクタ 109940">
                  <a:extLst>
                    <a:ext uri="{FF2B5EF4-FFF2-40B4-BE49-F238E27FC236}">
                      <a16:creationId xmlns:a16="http://schemas.microsoft.com/office/drawing/2014/main" id="{3A64E5B6-6702-434C-B272-2D30E01AE581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2" name="直線コネクタ 109941">
                  <a:extLst>
                    <a:ext uri="{FF2B5EF4-FFF2-40B4-BE49-F238E27FC236}">
                      <a16:creationId xmlns:a16="http://schemas.microsoft.com/office/drawing/2014/main" id="{B876D884-8231-4C40-88C0-9A9EBD374A19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3" name="直線コネクタ 109942">
                  <a:extLst>
                    <a:ext uri="{FF2B5EF4-FFF2-40B4-BE49-F238E27FC236}">
                      <a16:creationId xmlns:a16="http://schemas.microsoft.com/office/drawing/2014/main" id="{7416B518-BDC0-4A0E-B17C-B753E7655D25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4" name="直線コネクタ 109943">
                  <a:extLst>
                    <a:ext uri="{FF2B5EF4-FFF2-40B4-BE49-F238E27FC236}">
                      <a16:creationId xmlns:a16="http://schemas.microsoft.com/office/drawing/2014/main" id="{5CAE6E06-641B-46EA-B092-C88998450702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5" name="直線コネクタ 109944">
                  <a:extLst>
                    <a:ext uri="{FF2B5EF4-FFF2-40B4-BE49-F238E27FC236}">
                      <a16:creationId xmlns:a16="http://schemas.microsoft.com/office/drawing/2014/main" id="{7E777248-2BC7-40D1-9E6C-86C7ED9D1CB8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6" name="直線コネクタ 109945">
                  <a:extLst>
                    <a:ext uri="{FF2B5EF4-FFF2-40B4-BE49-F238E27FC236}">
                      <a16:creationId xmlns:a16="http://schemas.microsoft.com/office/drawing/2014/main" id="{024087FC-47C3-46C6-A219-74F8870C6E14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7" name="直線コネクタ 109946">
                  <a:extLst>
                    <a:ext uri="{FF2B5EF4-FFF2-40B4-BE49-F238E27FC236}">
                      <a16:creationId xmlns:a16="http://schemas.microsoft.com/office/drawing/2014/main" id="{BCE27987-0B23-4C9D-95B2-1161155BF65E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8" name="直線コネクタ 109947">
                  <a:extLst>
                    <a:ext uri="{FF2B5EF4-FFF2-40B4-BE49-F238E27FC236}">
                      <a16:creationId xmlns:a16="http://schemas.microsoft.com/office/drawing/2014/main" id="{36957845-C4FB-43A9-B980-D78CB4238546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49" name="直線コネクタ 109948">
                  <a:extLst>
                    <a:ext uri="{FF2B5EF4-FFF2-40B4-BE49-F238E27FC236}">
                      <a16:creationId xmlns:a16="http://schemas.microsoft.com/office/drawing/2014/main" id="{BA9636AF-DDCD-468D-AC66-1DC751DD40EF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0" name="直線コネクタ 109949">
                  <a:extLst>
                    <a:ext uri="{FF2B5EF4-FFF2-40B4-BE49-F238E27FC236}">
                      <a16:creationId xmlns:a16="http://schemas.microsoft.com/office/drawing/2014/main" id="{92D4C59B-CD21-450C-8E0B-946378B14D00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1" name="直線コネクタ 109950">
                  <a:extLst>
                    <a:ext uri="{FF2B5EF4-FFF2-40B4-BE49-F238E27FC236}">
                      <a16:creationId xmlns:a16="http://schemas.microsoft.com/office/drawing/2014/main" id="{673EC125-611B-4E28-B2EF-ADE277928800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2" name="直線コネクタ 109951">
                  <a:extLst>
                    <a:ext uri="{FF2B5EF4-FFF2-40B4-BE49-F238E27FC236}">
                      <a16:creationId xmlns:a16="http://schemas.microsoft.com/office/drawing/2014/main" id="{AC8D7833-B1BB-4F28-9142-8CF5BB51339C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3" name="直線コネクタ 109952">
                  <a:extLst>
                    <a:ext uri="{FF2B5EF4-FFF2-40B4-BE49-F238E27FC236}">
                      <a16:creationId xmlns:a16="http://schemas.microsoft.com/office/drawing/2014/main" id="{2D104FB5-CCE3-4A23-8381-4357A4B5E28F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4" name="直線コネクタ 109953">
                  <a:extLst>
                    <a:ext uri="{FF2B5EF4-FFF2-40B4-BE49-F238E27FC236}">
                      <a16:creationId xmlns:a16="http://schemas.microsoft.com/office/drawing/2014/main" id="{3FB760EC-55B7-41B5-9713-3B9533744D55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5" name="直線コネクタ 109954">
                  <a:extLst>
                    <a:ext uri="{FF2B5EF4-FFF2-40B4-BE49-F238E27FC236}">
                      <a16:creationId xmlns:a16="http://schemas.microsoft.com/office/drawing/2014/main" id="{BFDB87B5-336B-4908-8286-B7B8B04437EE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6" name="直線コネクタ 109955">
                  <a:extLst>
                    <a:ext uri="{FF2B5EF4-FFF2-40B4-BE49-F238E27FC236}">
                      <a16:creationId xmlns:a16="http://schemas.microsoft.com/office/drawing/2014/main" id="{B8FFE586-9696-4809-932D-96283B2D3615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7" name="直線コネクタ 109956">
                  <a:extLst>
                    <a:ext uri="{FF2B5EF4-FFF2-40B4-BE49-F238E27FC236}">
                      <a16:creationId xmlns:a16="http://schemas.microsoft.com/office/drawing/2014/main" id="{2B5EAA15-0573-4130-B50A-40FB21CC2B12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8" name="直線コネクタ 109957">
                  <a:extLst>
                    <a:ext uri="{FF2B5EF4-FFF2-40B4-BE49-F238E27FC236}">
                      <a16:creationId xmlns:a16="http://schemas.microsoft.com/office/drawing/2014/main" id="{B9BD913C-2C1D-4720-A409-D010E1B827CC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59" name="直線コネクタ 109958">
                  <a:extLst>
                    <a:ext uri="{FF2B5EF4-FFF2-40B4-BE49-F238E27FC236}">
                      <a16:creationId xmlns:a16="http://schemas.microsoft.com/office/drawing/2014/main" id="{AD1F32DA-4186-443C-8329-CA8A5DFD3C3D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0" name="直線コネクタ 109959">
                  <a:extLst>
                    <a:ext uri="{FF2B5EF4-FFF2-40B4-BE49-F238E27FC236}">
                      <a16:creationId xmlns:a16="http://schemas.microsoft.com/office/drawing/2014/main" id="{712705BE-843B-4C93-887E-A205B6D2E797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1" name="直線コネクタ 109960">
                  <a:extLst>
                    <a:ext uri="{FF2B5EF4-FFF2-40B4-BE49-F238E27FC236}">
                      <a16:creationId xmlns:a16="http://schemas.microsoft.com/office/drawing/2014/main" id="{3948E01F-7ECA-448B-9646-C6F97AF9F11D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2" name="直線コネクタ 109961">
                  <a:extLst>
                    <a:ext uri="{FF2B5EF4-FFF2-40B4-BE49-F238E27FC236}">
                      <a16:creationId xmlns:a16="http://schemas.microsoft.com/office/drawing/2014/main" id="{9CAA3C03-249E-4386-BE58-F0F02FAB1955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3" name="直線コネクタ 109962">
                  <a:extLst>
                    <a:ext uri="{FF2B5EF4-FFF2-40B4-BE49-F238E27FC236}">
                      <a16:creationId xmlns:a16="http://schemas.microsoft.com/office/drawing/2014/main" id="{709D9F82-6F07-4EAD-B05F-ECE02CC91AA5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4" name="直線コネクタ 109963">
                  <a:extLst>
                    <a:ext uri="{FF2B5EF4-FFF2-40B4-BE49-F238E27FC236}">
                      <a16:creationId xmlns:a16="http://schemas.microsoft.com/office/drawing/2014/main" id="{26C5990F-4D6C-4FD8-B58F-D974D5D06E21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5" name="直線コネクタ 109964">
                  <a:extLst>
                    <a:ext uri="{FF2B5EF4-FFF2-40B4-BE49-F238E27FC236}">
                      <a16:creationId xmlns:a16="http://schemas.microsoft.com/office/drawing/2014/main" id="{5C6A2AAF-ED26-4504-A393-193D312E8836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6" name="直線コネクタ 109965">
                  <a:extLst>
                    <a:ext uri="{FF2B5EF4-FFF2-40B4-BE49-F238E27FC236}">
                      <a16:creationId xmlns:a16="http://schemas.microsoft.com/office/drawing/2014/main" id="{8D1BDB8C-A4BA-48B7-9EE0-6FE075AEB7DF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7" name="直線コネクタ 109966">
                  <a:extLst>
                    <a:ext uri="{FF2B5EF4-FFF2-40B4-BE49-F238E27FC236}">
                      <a16:creationId xmlns:a16="http://schemas.microsoft.com/office/drawing/2014/main" id="{1C451D2C-C1BE-48AB-85EC-F7DAFA11D02E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8" name="直線コネクタ 109967">
                  <a:extLst>
                    <a:ext uri="{FF2B5EF4-FFF2-40B4-BE49-F238E27FC236}">
                      <a16:creationId xmlns:a16="http://schemas.microsoft.com/office/drawing/2014/main" id="{E7FC102B-9B11-4D6D-89BD-93D42BC351AA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69" name="直線コネクタ 109968">
                  <a:extLst>
                    <a:ext uri="{FF2B5EF4-FFF2-40B4-BE49-F238E27FC236}">
                      <a16:creationId xmlns:a16="http://schemas.microsoft.com/office/drawing/2014/main" id="{40A2A609-4938-493F-B6B7-7F328F4FDE44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0" name="直線コネクタ 109969">
                  <a:extLst>
                    <a:ext uri="{FF2B5EF4-FFF2-40B4-BE49-F238E27FC236}">
                      <a16:creationId xmlns:a16="http://schemas.microsoft.com/office/drawing/2014/main" id="{1BB6C3C5-5C81-4F4C-94BB-4C2C5BF17CBE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1" name="直線コネクタ 109970">
                  <a:extLst>
                    <a:ext uri="{FF2B5EF4-FFF2-40B4-BE49-F238E27FC236}">
                      <a16:creationId xmlns:a16="http://schemas.microsoft.com/office/drawing/2014/main" id="{1503146D-F34D-4880-8BF9-18251FAAA5F0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2" name="直線コネクタ 109971">
                  <a:extLst>
                    <a:ext uri="{FF2B5EF4-FFF2-40B4-BE49-F238E27FC236}">
                      <a16:creationId xmlns:a16="http://schemas.microsoft.com/office/drawing/2014/main" id="{04066EE7-5CB2-4443-8C92-4CAC66AD073B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3" name="直線コネクタ 109972">
                  <a:extLst>
                    <a:ext uri="{FF2B5EF4-FFF2-40B4-BE49-F238E27FC236}">
                      <a16:creationId xmlns:a16="http://schemas.microsoft.com/office/drawing/2014/main" id="{E23821D3-C8F0-4521-B609-3C70E8BC208D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4" name="直線コネクタ 109973">
                  <a:extLst>
                    <a:ext uri="{FF2B5EF4-FFF2-40B4-BE49-F238E27FC236}">
                      <a16:creationId xmlns:a16="http://schemas.microsoft.com/office/drawing/2014/main" id="{3A2372E6-C682-4789-A421-BB73716A8FE7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5" name="直線コネクタ 109974">
                  <a:extLst>
                    <a:ext uri="{FF2B5EF4-FFF2-40B4-BE49-F238E27FC236}">
                      <a16:creationId xmlns:a16="http://schemas.microsoft.com/office/drawing/2014/main" id="{E437BB57-DC4C-4DD6-8538-FFCC01B11E12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6" name="直線コネクタ 109975">
                  <a:extLst>
                    <a:ext uri="{FF2B5EF4-FFF2-40B4-BE49-F238E27FC236}">
                      <a16:creationId xmlns:a16="http://schemas.microsoft.com/office/drawing/2014/main" id="{DAB30CE2-0274-4164-ACA2-1F976D60CCE3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7" name="直線コネクタ 109976">
                  <a:extLst>
                    <a:ext uri="{FF2B5EF4-FFF2-40B4-BE49-F238E27FC236}">
                      <a16:creationId xmlns:a16="http://schemas.microsoft.com/office/drawing/2014/main" id="{B1C6C527-B645-434D-9504-4B65BB0B6461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8" name="直線コネクタ 109977">
                  <a:extLst>
                    <a:ext uri="{FF2B5EF4-FFF2-40B4-BE49-F238E27FC236}">
                      <a16:creationId xmlns:a16="http://schemas.microsoft.com/office/drawing/2014/main" id="{58B3D3F6-095B-4A69-B8FB-3C596473F380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79" name="直線コネクタ 109978">
                  <a:extLst>
                    <a:ext uri="{FF2B5EF4-FFF2-40B4-BE49-F238E27FC236}">
                      <a16:creationId xmlns:a16="http://schemas.microsoft.com/office/drawing/2014/main" id="{0F70E2F2-E6D8-43DB-B38E-5961B4BFFCFC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0" name="直線コネクタ 109979">
                  <a:extLst>
                    <a:ext uri="{FF2B5EF4-FFF2-40B4-BE49-F238E27FC236}">
                      <a16:creationId xmlns:a16="http://schemas.microsoft.com/office/drawing/2014/main" id="{909FD7DB-6181-4F64-81F1-BB36874695B8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1" name="直線コネクタ 109980">
                  <a:extLst>
                    <a:ext uri="{FF2B5EF4-FFF2-40B4-BE49-F238E27FC236}">
                      <a16:creationId xmlns:a16="http://schemas.microsoft.com/office/drawing/2014/main" id="{1A415BE7-FFC3-45CC-A3C5-97E1549D5AD1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2" name="直線コネクタ 109981">
                  <a:extLst>
                    <a:ext uri="{FF2B5EF4-FFF2-40B4-BE49-F238E27FC236}">
                      <a16:creationId xmlns:a16="http://schemas.microsoft.com/office/drawing/2014/main" id="{6C671193-E6AE-4855-A38B-DFDAB34094AD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3" name="直線コネクタ 109982">
                  <a:extLst>
                    <a:ext uri="{FF2B5EF4-FFF2-40B4-BE49-F238E27FC236}">
                      <a16:creationId xmlns:a16="http://schemas.microsoft.com/office/drawing/2014/main" id="{B98D69DA-BF28-4AC4-BB56-DCE9A2903C08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4" name="直線コネクタ 109983">
                  <a:extLst>
                    <a:ext uri="{FF2B5EF4-FFF2-40B4-BE49-F238E27FC236}">
                      <a16:creationId xmlns:a16="http://schemas.microsoft.com/office/drawing/2014/main" id="{2990292F-8699-45A2-A404-4FF8BBC95C54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5" name="直線コネクタ 109984">
                  <a:extLst>
                    <a:ext uri="{FF2B5EF4-FFF2-40B4-BE49-F238E27FC236}">
                      <a16:creationId xmlns:a16="http://schemas.microsoft.com/office/drawing/2014/main" id="{6D16A41E-F0A9-4FB8-A367-C65DA3E84992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6" name="直線コネクタ 109985">
                  <a:extLst>
                    <a:ext uri="{FF2B5EF4-FFF2-40B4-BE49-F238E27FC236}">
                      <a16:creationId xmlns:a16="http://schemas.microsoft.com/office/drawing/2014/main" id="{E14CF88B-BF27-48A6-A0BE-0B3A4B481B8E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7" name="直線コネクタ 109986">
                  <a:extLst>
                    <a:ext uri="{FF2B5EF4-FFF2-40B4-BE49-F238E27FC236}">
                      <a16:creationId xmlns:a16="http://schemas.microsoft.com/office/drawing/2014/main" id="{FAA928D9-7851-4722-A332-40FE8C9F2A4E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8" name="直線コネクタ 109987">
                  <a:extLst>
                    <a:ext uri="{FF2B5EF4-FFF2-40B4-BE49-F238E27FC236}">
                      <a16:creationId xmlns:a16="http://schemas.microsoft.com/office/drawing/2014/main" id="{374D4D7A-2299-4FC5-AF40-5549825480CC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89" name="直線コネクタ 109988">
                  <a:extLst>
                    <a:ext uri="{FF2B5EF4-FFF2-40B4-BE49-F238E27FC236}">
                      <a16:creationId xmlns:a16="http://schemas.microsoft.com/office/drawing/2014/main" id="{0035BF17-61BD-43CF-AD64-128BA9E02BCE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0" name="直線コネクタ 109989">
                  <a:extLst>
                    <a:ext uri="{FF2B5EF4-FFF2-40B4-BE49-F238E27FC236}">
                      <a16:creationId xmlns:a16="http://schemas.microsoft.com/office/drawing/2014/main" id="{41E5F45A-F444-4DA5-93E0-BB9F56A81B7A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1" name="直線コネクタ 109990">
                  <a:extLst>
                    <a:ext uri="{FF2B5EF4-FFF2-40B4-BE49-F238E27FC236}">
                      <a16:creationId xmlns:a16="http://schemas.microsoft.com/office/drawing/2014/main" id="{AEF88F48-1E20-4EC6-9C1F-2D22EFBD0AF5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2" name="直線コネクタ 109991">
                  <a:extLst>
                    <a:ext uri="{FF2B5EF4-FFF2-40B4-BE49-F238E27FC236}">
                      <a16:creationId xmlns:a16="http://schemas.microsoft.com/office/drawing/2014/main" id="{9C69DA5E-06E8-4515-B73C-E5E2F8A55038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3" name="直線コネクタ 109992">
                  <a:extLst>
                    <a:ext uri="{FF2B5EF4-FFF2-40B4-BE49-F238E27FC236}">
                      <a16:creationId xmlns:a16="http://schemas.microsoft.com/office/drawing/2014/main" id="{82671F96-EA4D-4D5F-A002-FC67F0B4C67A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4" name="直線コネクタ 109993">
                  <a:extLst>
                    <a:ext uri="{FF2B5EF4-FFF2-40B4-BE49-F238E27FC236}">
                      <a16:creationId xmlns:a16="http://schemas.microsoft.com/office/drawing/2014/main" id="{3BCD43F1-1AE0-4BFC-8F8C-47D59770A7A6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5" name="直線コネクタ 109994">
                  <a:extLst>
                    <a:ext uri="{FF2B5EF4-FFF2-40B4-BE49-F238E27FC236}">
                      <a16:creationId xmlns:a16="http://schemas.microsoft.com/office/drawing/2014/main" id="{0A2F6D18-1EED-4A32-B6F5-B22EC5855128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6" name="直線コネクタ 109995">
                  <a:extLst>
                    <a:ext uri="{FF2B5EF4-FFF2-40B4-BE49-F238E27FC236}">
                      <a16:creationId xmlns:a16="http://schemas.microsoft.com/office/drawing/2014/main" id="{1092118F-5050-44CB-A389-0FB358233764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7" name="直線コネクタ 109996">
                  <a:extLst>
                    <a:ext uri="{FF2B5EF4-FFF2-40B4-BE49-F238E27FC236}">
                      <a16:creationId xmlns:a16="http://schemas.microsoft.com/office/drawing/2014/main" id="{7FD70AE4-CE63-458C-B876-5DE218769B20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8" name="直線コネクタ 109997">
                  <a:extLst>
                    <a:ext uri="{FF2B5EF4-FFF2-40B4-BE49-F238E27FC236}">
                      <a16:creationId xmlns:a16="http://schemas.microsoft.com/office/drawing/2014/main" id="{797D25B4-FB29-4BBB-B22E-691916AD12CB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999" name="直線コネクタ 109998">
                  <a:extLst>
                    <a:ext uri="{FF2B5EF4-FFF2-40B4-BE49-F238E27FC236}">
                      <a16:creationId xmlns:a16="http://schemas.microsoft.com/office/drawing/2014/main" id="{6F4FCF9A-DFB9-47FC-A681-D5F4DCBC01A5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0" name="直線コネクタ 109999">
                  <a:extLst>
                    <a:ext uri="{FF2B5EF4-FFF2-40B4-BE49-F238E27FC236}">
                      <a16:creationId xmlns:a16="http://schemas.microsoft.com/office/drawing/2014/main" id="{11BB7EBA-C26C-4873-9769-F95F63499DA4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001" name="直線コネクタ 110000">
                  <a:extLst>
                    <a:ext uri="{FF2B5EF4-FFF2-40B4-BE49-F238E27FC236}">
                      <a16:creationId xmlns:a16="http://schemas.microsoft.com/office/drawing/2014/main" id="{A4E7FC7F-32D6-440A-835C-A6CE03A7EE71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9277" name="グループ化 109276">
                <a:extLst>
                  <a:ext uri="{FF2B5EF4-FFF2-40B4-BE49-F238E27FC236}">
                    <a16:creationId xmlns:a16="http://schemas.microsoft.com/office/drawing/2014/main" id="{E0F103DD-FCFE-4D48-BE23-47550A9E7087}"/>
                  </a:ext>
                </a:extLst>
              </p:cNvPr>
              <p:cNvGrpSpPr/>
              <p:nvPr/>
            </p:nvGrpSpPr>
            <p:grpSpPr>
              <a:xfrm rot="10800000">
                <a:off x="36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9520" name="直線コネクタ 109519">
                  <a:extLst>
                    <a:ext uri="{FF2B5EF4-FFF2-40B4-BE49-F238E27FC236}">
                      <a16:creationId xmlns:a16="http://schemas.microsoft.com/office/drawing/2014/main" id="{3CEA11C1-D0F0-4578-8A38-4A7A078130A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1" name="直線コネクタ 109520">
                  <a:extLst>
                    <a:ext uri="{FF2B5EF4-FFF2-40B4-BE49-F238E27FC236}">
                      <a16:creationId xmlns:a16="http://schemas.microsoft.com/office/drawing/2014/main" id="{7719C402-5323-49E4-8B57-48243BD8ECC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2" name="直線コネクタ 109521">
                  <a:extLst>
                    <a:ext uri="{FF2B5EF4-FFF2-40B4-BE49-F238E27FC236}">
                      <a16:creationId xmlns:a16="http://schemas.microsoft.com/office/drawing/2014/main" id="{58FFD52C-0030-4C50-85A3-55F55828E5D9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3" name="直線コネクタ 109522">
                  <a:extLst>
                    <a:ext uri="{FF2B5EF4-FFF2-40B4-BE49-F238E27FC236}">
                      <a16:creationId xmlns:a16="http://schemas.microsoft.com/office/drawing/2014/main" id="{C9A56563-67B9-488B-B41B-5E86DBED212A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4" name="直線コネクタ 109523">
                  <a:extLst>
                    <a:ext uri="{FF2B5EF4-FFF2-40B4-BE49-F238E27FC236}">
                      <a16:creationId xmlns:a16="http://schemas.microsoft.com/office/drawing/2014/main" id="{785E1712-486D-43C1-90E1-8F6ECDC1026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5" name="直線コネクタ 109524">
                  <a:extLst>
                    <a:ext uri="{FF2B5EF4-FFF2-40B4-BE49-F238E27FC236}">
                      <a16:creationId xmlns:a16="http://schemas.microsoft.com/office/drawing/2014/main" id="{5E8D0DDE-954E-4FDA-9DB4-2660802F521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6" name="直線コネクタ 109525">
                  <a:extLst>
                    <a:ext uri="{FF2B5EF4-FFF2-40B4-BE49-F238E27FC236}">
                      <a16:creationId xmlns:a16="http://schemas.microsoft.com/office/drawing/2014/main" id="{280CFBEF-8CAF-45C8-A3AB-446FB8862E31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7" name="直線コネクタ 109526">
                  <a:extLst>
                    <a:ext uri="{FF2B5EF4-FFF2-40B4-BE49-F238E27FC236}">
                      <a16:creationId xmlns:a16="http://schemas.microsoft.com/office/drawing/2014/main" id="{7DD0558A-6ED1-420B-A089-60B2313A4B4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8" name="直線コネクタ 109527">
                  <a:extLst>
                    <a:ext uri="{FF2B5EF4-FFF2-40B4-BE49-F238E27FC236}">
                      <a16:creationId xmlns:a16="http://schemas.microsoft.com/office/drawing/2014/main" id="{BF87E0B6-FDA3-4577-8BD1-7866F8EF0C27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29" name="直線コネクタ 109528">
                  <a:extLst>
                    <a:ext uri="{FF2B5EF4-FFF2-40B4-BE49-F238E27FC236}">
                      <a16:creationId xmlns:a16="http://schemas.microsoft.com/office/drawing/2014/main" id="{B3A964B2-F30A-4D32-B991-A371A695423F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0" name="直線コネクタ 109529">
                  <a:extLst>
                    <a:ext uri="{FF2B5EF4-FFF2-40B4-BE49-F238E27FC236}">
                      <a16:creationId xmlns:a16="http://schemas.microsoft.com/office/drawing/2014/main" id="{5C16F49C-E8E2-4A32-8EE9-FB91DC01ECA6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1" name="直線コネクタ 109530">
                  <a:extLst>
                    <a:ext uri="{FF2B5EF4-FFF2-40B4-BE49-F238E27FC236}">
                      <a16:creationId xmlns:a16="http://schemas.microsoft.com/office/drawing/2014/main" id="{2A0A3F54-FC52-4E2F-A932-C8E506CE76EF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2" name="直線コネクタ 109531">
                  <a:extLst>
                    <a:ext uri="{FF2B5EF4-FFF2-40B4-BE49-F238E27FC236}">
                      <a16:creationId xmlns:a16="http://schemas.microsoft.com/office/drawing/2014/main" id="{35FFDD0C-D488-48CB-ACB1-3FDDAEA3501F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3" name="直線コネクタ 109532">
                  <a:extLst>
                    <a:ext uri="{FF2B5EF4-FFF2-40B4-BE49-F238E27FC236}">
                      <a16:creationId xmlns:a16="http://schemas.microsoft.com/office/drawing/2014/main" id="{215FBC61-363D-44D9-B8AC-33A118E5C6AF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4" name="直線コネクタ 109533">
                  <a:extLst>
                    <a:ext uri="{FF2B5EF4-FFF2-40B4-BE49-F238E27FC236}">
                      <a16:creationId xmlns:a16="http://schemas.microsoft.com/office/drawing/2014/main" id="{A6EF1628-3752-4ABC-B07B-9078AFE5EDF3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5" name="直線コネクタ 109534">
                  <a:extLst>
                    <a:ext uri="{FF2B5EF4-FFF2-40B4-BE49-F238E27FC236}">
                      <a16:creationId xmlns:a16="http://schemas.microsoft.com/office/drawing/2014/main" id="{FB04F3F0-659C-4966-8042-1E99BAB507DC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6" name="直線コネクタ 109535">
                  <a:extLst>
                    <a:ext uri="{FF2B5EF4-FFF2-40B4-BE49-F238E27FC236}">
                      <a16:creationId xmlns:a16="http://schemas.microsoft.com/office/drawing/2014/main" id="{1BDC89BF-64AB-4782-870A-4297B1B189DA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7" name="直線コネクタ 109536">
                  <a:extLst>
                    <a:ext uri="{FF2B5EF4-FFF2-40B4-BE49-F238E27FC236}">
                      <a16:creationId xmlns:a16="http://schemas.microsoft.com/office/drawing/2014/main" id="{082F56BF-9255-41D4-80BF-8E4ADC3DBBA5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8" name="直線コネクタ 109537">
                  <a:extLst>
                    <a:ext uri="{FF2B5EF4-FFF2-40B4-BE49-F238E27FC236}">
                      <a16:creationId xmlns:a16="http://schemas.microsoft.com/office/drawing/2014/main" id="{375DC2EE-8CAA-46DA-A178-7A9FF9D53842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39" name="直線コネクタ 109538">
                  <a:extLst>
                    <a:ext uri="{FF2B5EF4-FFF2-40B4-BE49-F238E27FC236}">
                      <a16:creationId xmlns:a16="http://schemas.microsoft.com/office/drawing/2014/main" id="{FA1079B9-157C-4155-95ED-D17E4EE56023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0" name="直線コネクタ 109539">
                  <a:extLst>
                    <a:ext uri="{FF2B5EF4-FFF2-40B4-BE49-F238E27FC236}">
                      <a16:creationId xmlns:a16="http://schemas.microsoft.com/office/drawing/2014/main" id="{2B78291E-4EB0-44E7-A87B-DC327B8440EF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1" name="直線コネクタ 109540">
                  <a:extLst>
                    <a:ext uri="{FF2B5EF4-FFF2-40B4-BE49-F238E27FC236}">
                      <a16:creationId xmlns:a16="http://schemas.microsoft.com/office/drawing/2014/main" id="{CEB33B3C-2A69-419C-8E70-A5B6AAD75E6A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2" name="直線コネクタ 109541">
                  <a:extLst>
                    <a:ext uri="{FF2B5EF4-FFF2-40B4-BE49-F238E27FC236}">
                      <a16:creationId xmlns:a16="http://schemas.microsoft.com/office/drawing/2014/main" id="{66340215-4DDA-46D3-A129-FAE2BEAF2DB8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3" name="直線コネクタ 109542">
                  <a:extLst>
                    <a:ext uri="{FF2B5EF4-FFF2-40B4-BE49-F238E27FC236}">
                      <a16:creationId xmlns:a16="http://schemas.microsoft.com/office/drawing/2014/main" id="{625F57E5-2DF5-4366-AEA9-4219A0968A8A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4" name="直線コネクタ 109543">
                  <a:extLst>
                    <a:ext uri="{FF2B5EF4-FFF2-40B4-BE49-F238E27FC236}">
                      <a16:creationId xmlns:a16="http://schemas.microsoft.com/office/drawing/2014/main" id="{A949776E-7EC5-4828-AC89-816C7F8A3141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5" name="直線コネクタ 109544">
                  <a:extLst>
                    <a:ext uri="{FF2B5EF4-FFF2-40B4-BE49-F238E27FC236}">
                      <a16:creationId xmlns:a16="http://schemas.microsoft.com/office/drawing/2014/main" id="{A024ADEB-A10C-46BB-969F-C5E384033FD9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6" name="直線コネクタ 109545">
                  <a:extLst>
                    <a:ext uri="{FF2B5EF4-FFF2-40B4-BE49-F238E27FC236}">
                      <a16:creationId xmlns:a16="http://schemas.microsoft.com/office/drawing/2014/main" id="{008377FF-2C71-4C9C-9223-BEEE224520ED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7" name="直線コネクタ 109546">
                  <a:extLst>
                    <a:ext uri="{FF2B5EF4-FFF2-40B4-BE49-F238E27FC236}">
                      <a16:creationId xmlns:a16="http://schemas.microsoft.com/office/drawing/2014/main" id="{0A17C75D-7054-4845-920F-FEFD1265A293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8" name="直線コネクタ 109547">
                  <a:extLst>
                    <a:ext uri="{FF2B5EF4-FFF2-40B4-BE49-F238E27FC236}">
                      <a16:creationId xmlns:a16="http://schemas.microsoft.com/office/drawing/2014/main" id="{541E944A-D43E-4C0A-810D-FC4180B42F1E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49" name="直線コネクタ 109548">
                  <a:extLst>
                    <a:ext uri="{FF2B5EF4-FFF2-40B4-BE49-F238E27FC236}">
                      <a16:creationId xmlns:a16="http://schemas.microsoft.com/office/drawing/2014/main" id="{53933B6B-A09B-42E7-91E5-3D8DE5A45041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0" name="直線コネクタ 109549">
                  <a:extLst>
                    <a:ext uri="{FF2B5EF4-FFF2-40B4-BE49-F238E27FC236}">
                      <a16:creationId xmlns:a16="http://schemas.microsoft.com/office/drawing/2014/main" id="{4169A237-19C2-47C4-BD6A-CB9F3F1F7E0E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1" name="直線コネクタ 109550">
                  <a:extLst>
                    <a:ext uri="{FF2B5EF4-FFF2-40B4-BE49-F238E27FC236}">
                      <a16:creationId xmlns:a16="http://schemas.microsoft.com/office/drawing/2014/main" id="{D37FC310-8253-4CC8-B33A-978574005F89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2" name="直線コネクタ 109551">
                  <a:extLst>
                    <a:ext uri="{FF2B5EF4-FFF2-40B4-BE49-F238E27FC236}">
                      <a16:creationId xmlns:a16="http://schemas.microsoft.com/office/drawing/2014/main" id="{02A95DE8-D304-4CBF-9B6C-A76A2D79C473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3" name="直線コネクタ 109552">
                  <a:extLst>
                    <a:ext uri="{FF2B5EF4-FFF2-40B4-BE49-F238E27FC236}">
                      <a16:creationId xmlns:a16="http://schemas.microsoft.com/office/drawing/2014/main" id="{0A570272-6652-47EF-8AEF-4882B74CC893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4" name="直線コネクタ 109553">
                  <a:extLst>
                    <a:ext uri="{FF2B5EF4-FFF2-40B4-BE49-F238E27FC236}">
                      <a16:creationId xmlns:a16="http://schemas.microsoft.com/office/drawing/2014/main" id="{60818A5B-6377-4C50-88B6-7270E8F17DAE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5" name="直線コネクタ 109554">
                  <a:extLst>
                    <a:ext uri="{FF2B5EF4-FFF2-40B4-BE49-F238E27FC236}">
                      <a16:creationId xmlns:a16="http://schemas.microsoft.com/office/drawing/2014/main" id="{EF2F2DAA-3753-4C23-BF61-8278A6E6E97D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6" name="直線コネクタ 109555">
                  <a:extLst>
                    <a:ext uri="{FF2B5EF4-FFF2-40B4-BE49-F238E27FC236}">
                      <a16:creationId xmlns:a16="http://schemas.microsoft.com/office/drawing/2014/main" id="{74C4CF36-AED2-4178-96B5-89CEA1586ED5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7" name="直線コネクタ 109556">
                  <a:extLst>
                    <a:ext uri="{FF2B5EF4-FFF2-40B4-BE49-F238E27FC236}">
                      <a16:creationId xmlns:a16="http://schemas.microsoft.com/office/drawing/2014/main" id="{75CA76ED-1330-471C-87A0-6FA69BFB6A54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8" name="直線コネクタ 109557">
                  <a:extLst>
                    <a:ext uri="{FF2B5EF4-FFF2-40B4-BE49-F238E27FC236}">
                      <a16:creationId xmlns:a16="http://schemas.microsoft.com/office/drawing/2014/main" id="{255C8D23-D293-4FF0-859E-39BB07977895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59" name="直線コネクタ 109558">
                  <a:extLst>
                    <a:ext uri="{FF2B5EF4-FFF2-40B4-BE49-F238E27FC236}">
                      <a16:creationId xmlns:a16="http://schemas.microsoft.com/office/drawing/2014/main" id="{3A62F0BA-37DE-4902-BF87-91EBCD269F1A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0" name="直線コネクタ 109559">
                  <a:extLst>
                    <a:ext uri="{FF2B5EF4-FFF2-40B4-BE49-F238E27FC236}">
                      <a16:creationId xmlns:a16="http://schemas.microsoft.com/office/drawing/2014/main" id="{AEB9D70C-713F-4F62-AF90-1E0501E284A4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1" name="直線コネクタ 109560">
                  <a:extLst>
                    <a:ext uri="{FF2B5EF4-FFF2-40B4-BE49-F238E27FC236}">
                      <a16:creationId xmlns:a16="http://schemas.microsoft.com/office/drawing/2014/main" id="{3D782001-D016-4125-A27F-47C9C63302CF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2" name="直線コネクタ 109561">
                  <a:extLst>
                    <a:ext uri="{FF2B5EF4-FFF2-40B4-BE49-F238E27FC236}">
                      <a16:creationId xmlns:a16="http://schemas.microsoft.com/office/drawing/2014/main" id="{F73827F9-8D8A-4A32-A783-C9A2C1CF1B45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3" name="直線コネクタ 109562">
                  <a:extLst>
                    <a:ext uri="{FF2B5EF4-FFF2-40B4-BE49-F238E27FC236}">
                      <a16:creationId xmlns:a16="http://schemas.microsoft.com/office/drawing/2014/main" id="{436BDDE3-25FE-4EA5-961A-875AFE41A5E7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4" name="直線コネクタ 109563">
                  <a:extLst>
                    <a:ext uri="{FF2B5EF4-FFF2-40B4-BE49-F238E27FC236}">
                      <a16:creationId xmlns:a16="http://schemas.microsoft.com/office/drawing/2014/main" id="{A593A392-30F0-44A4-92D3-75B2B7E5188A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5" name="直線コネクタ 109564">
                  <a:extLst>
                    <a:ext uri="{FF2B5EF4-FFF2-40B4-BE49-F238E27FC236}">
                      <a16:creationId xmlns:a16="http://schemas.microsoft.com/office/drawing/2014/main" id="{72B37DE4-2FC6-40A1-AEBF-5F720D34E77F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6" name="直線コネクタ 109565">
                  <a:extLst>
                    <a:ext uri="{FF2B5EF4-FFF2-40B4-BE49-F238E27FC236}">
                      <a16:creationId xmlns:a16="http://schemas.microsoft.com/office/drawing/2014/main" id="{4849C8F2-6B17-4201-9374-731FC2BFEEF7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7" name="直線コネクタ 109566">
                  <a:extLst>
                    <a:ext uri="{FF2B5EF4-FFF2-40B4-BE49-F238E27FC236}">
                      <a16:creationId xmlns:a16="http://schemas.microsoft.com/office/drawing/2014/main" id="{94437991-5119-4AD1-92FE-F5B640B56F1C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8" name="直線コネクタ 109567">
                  <a:extLst>
                    <a:ext uri="{FF2B5EF4-FFF2-40B4-BE49-F238E27FC236}">
                      <a16:creationId xmlns:a16="http://schemas.microsoft.com/office/drawing/2014/main" id="{B58A1B00-E4D3-49E8-8D6B-55B970F78E08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69" name="直線コネクタ 109568">
                  <a:extLst>
                    <a:ext uri="{FF2B5EF4-FFF2-40B4-BE49-F238E27FC236}">
                      <a16:creationId xmlns:a16="http://schemas.microsoft.com/office/drawing/2014/main" id="{7BC7967F-040F-474A-A001-6054ADF9A396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0" name="直線コネクタ 109569">
                  <a:extLst>
                    <a:ext uri="{FF2B5EF4-FFF2-40B4-BE49-F238E27FC236}">
                      <a16:creationId xmlns:a16="http://schemas.microsoft.com/office/drawing/2014/main" id="{8061CEFE-87CF-405D-8914-EB5853F66FAB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1" name="直線コネクタ 109570">
                  <a:extLst>
                    <a:ext uri="{FF2B5EF4-FFF2-40B4-BE49-F238E27FC236}">
                      <a16:creationId xmlns:a16="http://schemas.microsoft.com/office/drawing/2014/main" id="{4DF5915D-9455-475F-BA1D-CCFB846A988F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2" name="直線コネクタ 109571">
                  <a:extLst>
                    <a:ext uri="{FF2B5EF4-FFF2-40B4-BE49-F238E27FC236}">
                      <a16:creationId xmlns:a16="http://schemas.microsoft.com/office/drawing/2014/main" id="{CE723D72-B0A5-4178-BE82-E3666B6E4B14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3" name="直線コネクタ 109572">
                  <a:extLst>
                    <a:ext uri="{FF2B5EF4-FFF2-40B4-BE49-F238E27FC236}">
                      <a16:creationId xmlns:a16="http://schemas.microsoft.com/office/drawing/2014/main" id="{98D7DE60-6296-4EDF-B1B1-4C1E6C107E9F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4" name="直線コネクタ 109573">
                  <a:extLst>
                    <a:ext uri="{FF2B5EF4-FFF2-40B4-BE49-F238E27FC236}">
                      <a16:creationId xmlns:a16="http://schemas.microsoft.com/office/drawing/2014/main" id="{EDE173DD-CE95-45D7-BDCF-DAB463E0B5B0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5" name="直線コネクタ 109574">
                  <a:extLst>
                    <a:ext uri="{FF2B5EF4-FFF2-40B4-BE49-F238E27FC236}">
                      <a16:creationId xmlns:a16="http://schemas.microsoft.com/office/drawing/2014/main" id="{66C8DDAA-922E-439C-A93F-3288D77D6642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6" name="直線コネクタ 109575">
                  <a:extLst>
                    <a:ext uri="{FF2B5EF4-FFF2-40B4-BE49-F238E27FC236}">
                      <a16:creationId xmlns:a16="http://schemas.microsoft.com/office/drawing/2014/main" id="{8EC1706B-BCE6-4D67-BB59-90E402655DA2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7" name="直線コネクタ 109576">
                  <a:extLst>
                    <a:ext uri="{FF2B5EF4-FFF2-40B4-BE49-F238E27FC236}">
                      <a16:creationId xmlns:a16="http://schemas.microsoft.com/office/drawing/2014/main" id="{68FFE864-9592-4BF9-A527-12D7194A9D32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8" name="直線コネクタ 109577">
                  <a:extLst>
                    <a:ext uri="{FF2B5EF4-FFF2-40B4-BE49-F238E27FC236}">
                      <a16:creationId xmlns:a16="http://schemas.microsoft.com/office/drawing/2014/main" id="{0E6D3EF8-C38A-4601-AE8F-6A4955D7D9E7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79" name="直線コネクタ 109578">
                  <a:extLst>
                    <a:ext uri="{FF2B5EF4-FFF2-40B4-BE49-F238E27FC236}">
                      <a16:creationId xmlns:a16="http://schemas.microsoft.com/office/drawing/2014/main" id="{92DE2858-1876-4AD9-8C76-C52B01D0EA95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0" name="直線コネクタ 109579">
                  <a:extLst>
                    <a:ext uri="{FF2B5EF4-FFF2-40B4-BE49-F238E27FC236}">
                      <a16:creationId xmlns:a16="http://schemas.microsoft.com/office/drawing/2014/main" id="{18C1559D-24C8-499D-9EC8-6F545F15EC11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1" name="直線コネクタ 109580">
                  <a:extLst>
                    <a:ext uri="{FF2B5EF4-FFF2-40B4-BE49-F238E27FC236}">
                      <a16:creationId xmlns:a16="http://schemas.microsoft.com/office/drawing/2014/main" id="{6C7F145B-AA8E-4A62-AFD6-DAEDF3C60A25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2" name="直線コネクタ 109581">
                  <a:extLst>
                    <a:ext uri="{FF2B5EF4-FFF2-40B4-BE49-F238E27FC236}">
                      <a16:creationId xmlns:a16="http://schemas.microsoft.com/office/drawing/2014/main" id="{ED6EE06D-7C58-4477-865F-ED72A63D70D3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3" name="直線コネクタ 109582">
                  <a:extLst>
                    <a:ext uri="{FF2B5EF4-FFF2-40B4-BE49-F238E27FC236}">
                      <a16:creationId xmlns:a16="http://schemas.microsoft.com/office/drawing/2014/main" id="{936CADC9-B919-487B-B1A9-E5AAEEFDD01D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4" name="直線コネクタ 109583">
                  <a:extLst>
                    <a:ext uri="{FF2B5EF4-FFF2-40B4-BE49-F238E27FC236}">
                      <a16:creationId xmlns:a16="http://schemas.microsoft.com/office/drawing/2014/main" id="{7A80A6D8-A086-417F-80B0-BA069F745D06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5" name="直線コネクタ 109584">
                  <a:extLst>
                    <a:ext uri="{FF2B5EF4-FFF2-40B4-BE49-F238E27FC236}">
                      <a16:creationId xmlns:a16="http://schemas.microsoft.com/office/drawing/2014/main" id="{B4B09520-7A2B-4129-A2C0-D9E8949D8A1B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6" name="直線コネクタ 109585">
                  <a:extLst>
                    <a:ext uri="{FF2B5EF4-FFF2-40B4-BE49-F238E27FC236}">
                      <a16:creationId xmlns:a16="http://schemas.microsoft.com/office/drawing/2014/main" id="{58DB3C6D-8AA4-401B-BF82-127FAC7FAED1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7" name="直線コネクタ 109586">
                  <a:extLst>
                    <a:ext uri="{FF2B5EF4-FFF2-40B4-BE49-F238E27FC236}">
                      <a16:creationId xmlns:a16="http://schemas.microsoft.com/office/drawing/2014/main" id="{4F6B5894-855D-4BE0-BF3C-9715CD8E89C9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8" name="直線コネクタ 109587">
                  <a:extLst>
                    <a:ext uri="{FF2B5EF4-FFF2-40B4-BE49-F238E27FC236}">
                      <a16:creationId xmlns:a16="http://schemas.microsoft.com/office/drawing/2014/main" id="{8BBA64EB-2FEB-4159-B09E-CAA9CF74E55A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89" name="直線コネクタ 109588">
                  <a:extLst>
                    <a:ext uri="{FF2B5EF4-FFF2-40B4-BE49-F238E27FC236}">
                      <a16:creationId xmlns:a16="http://schemas.microsoft.com/office/drawing/2014/main" id="{F3CDD8F1-605C-4082-AA37-0F5D57E5EFE1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0" name="直線コネクタ 109589">
                  <a:extLst>
                    <a:ext uri="{FF2B5EF4-FFF2-40B4-BE49-F238E27FC236}">
                      <a16:creationId xmlns:a16="http://schemas.microsoft.com/office/drawing/2014/main" id="{285B2062-BB98-409F-9B0E-00A7B5BC9848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1" name="直線コネクタ 109590">
                  <a:extLst>
                    <a:ext uri="{FF2B5EF4-FFF2-40B4-BE49-F238E27FC236}">
                      <a16:creationId xmlns:a16="http://schemas.microsoft.com/office/drawing/2014/main" id="{04D4E97E-C1BF-4238-8679-414F216B46D7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2" name="直線コネクタ 109591">
                  <a:extLst>
                    <a:ext uri="{FF2B5EF4-FFF2-40B4-BE49-F238E27FC236}">
                      <a16:creationId xmlns:a16="http://schemas.microsoft.com/office/drawing/2014/main" id="{E04E8A98-D73E-452E-B664-440817743402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3" name="直線コネクタ 109592">
                  <a:extLst>
                    <a:ext uri="{FF2B5EF4-FFF2-40B4-BE49-F238E27FC236}">
                      <a16:creationId xmlns:a16="http://schemas.microsoft.com/office/drawing/2014/main" id="{4A742370-4D1D-4050-B67E-61AD88079813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4" name="直線コネクタ 109593">
                  <a:extLst>
                    <a:ext uri="{FF2B5EF4-FFF2-40B4-BE49-F238E27FC236}">
                      <a16:creationId xmlns:a16="http://schemas.microsoft.com/office/drawing/2014/main" id="{D4743D57-5ECF-4F4A-B38F-7165CAD63F3E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5" name="直線コネクタ 109594">
                  <a:extLst>
                    <a:ext uri="{FF2B5EF4-FFF2-40B4-BE49-F238E27FC236}">
                      <a16:creationId xmlns:a16="http://schemas.microsoft.com/office/drawing/2014/main" id="{AD97A9A1-0000-48DF-A1E2-826501B60DCD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6" name="直線コネクタ 109595">
                  <a:extLst>
                    <a:ext uri="{FF2B5EF4-FFF2-40B4-BE49-F238E27FC236}">
                      <a16:creationId xmlns:a16="http://schemas.microsoft.com/office/drawing/2014/main" id="{D156FA5E-1C93-405E-AA0B-1A8CC4932986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7" name="直線コネクタ 109596">
                  <a:extLst>
                    <a:ext uri="{FF2B5EF4-FFF2-40B4-BE49-F238E27FC236}">
                      <a16:creationId xmlns:a16="http://schemas.microsoft.com/office/drawing/2014/main" id="{B7A75383-6539-4F3D-8A2F-785168CB0FB1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8" name="直線コネクタ 109597">
                  <a:extLst>
                    <a:ext uri="{FF2B5EF4-FFF2-40B4-BE49-F238E27FC236}">
                      <a16:creationId xmlns:a16="http://schemas.microsoft.com/office/drawing/2014/main" id="{039C1E7F-4F1A-437B-94F3-22F0213E969A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99" name="直線コネクタ 109598">
                  <a:extLst>
                    <a:ext uri="{FF2B5EF4-FFF2-40B4-BE49-F238E27FC236}">
                      <a16:creationId xmlns:a16="http://schemas.microsoft.com/office/drawing/2014/main" id="{AA4E38E4-1DD0-4AA9-8765-9E03AE351B94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0" name="直線コネクタ 109599">
                  <a:extLst>
                    <a:ext uri="{FF2B5EF4-FFF2-40B4-BE49-F238E27FC236}">
                      <a16:creationId xmlns:a16="http://schemas.microsoft.com/office/drawing/2014/main" id="{520755B0-1E7C-4DFD-A0DD-375C8EBBE40C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1" name="直線コネクタ 109600">
                  <a:extLst>
                    <a:ext uri="{FF2B5EF4-FFF2-40B4-BE49-F238E27FC236}">
                      <a16:creationId xmlns:a16="http://schemas.microsoft.com/office/drawing/2014/main" id="{27802538-4232-47D0-B199-D2EEAC53BC64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2" name="直線コネクタ 109601">
                  <a:extLst>
                    <a:ext uri="{FF2B5EF4-FFF2-40B4-BE49-F238E27FC236}">
                      <a16:creationId xmlns:a16="http://schemas.microsoft.com/office/drawing/2014/main" id="{97F8D1A7-52C5-47BD-93F7-001D5E94E099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3" name="直線コネクタ 109602">
                  <a:extLst>
                    <a:ext uri="{FF2B5EF4-FFF2-40B4-BE49-F238E27FC236}">
                      <a16:creationId xmlns:a16="http://schemas.microsoft.com/office/drawing/2014/main" id="{8301582E-F710-4DF9-ADE5-52E240D28316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4" name="直線コネクタ 109603">
                  <a:extLst>
                    <a:ext uri="{FF2B5EF4-FFF2-40B4-BE49-F238E27FC236}">
                      <a16:creationId xmlns:a16="http://schemas.microsoft.com/office/drawing/2014/main" id="{DA887908-456E-4D5E-B58D-2D2153EA00E3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5" name="直線コネクタ 109604">
                  <a:extLst>
                    <a:ext uri="{FF2B5EF4-FFF2-40B4-BE49-F238E27FC236}">
                      <a16:creationId xmlns:a16="http://schemas.microsoft.com/office/drawing/2014/main" id="{70EECEBD-B675-4060-8813-E2A6AD2DF2B0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6" name="直線コネクタ 109605">
                  <a:extLst>
                    <a:ext uri="{FF2B5EF4-FFF2-40B4-BE49-F238E27FC236}">
                      <a16:creationId xmlns:a16="http://schemas.microsoft.com/office/drawing/2014/main" id="{44FE5A06-A976-43A3-9B0C-700F03200E0E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7" name="直線コネクタ 109606">
                  <a:extLst>
                    <a:ext uri="{FF2B5EF4-FFF2-40B4-BE49-F238E27FC236}">
                      <a16:creationId xmlns:a16="http://schemas.microsoft.com/office/drawing/2014/main" id="{9CD98B1E-B206-432E-8110-D655AF887BA8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8" name="直線コネクタ 109607">
                  <a:extLst>
                    <a:ext uri="{FF2B5EF4-FFF2-40B4-BE49-F238E27FC236}">
                      <a16:creationId xmlns:a16="http://schemas.microsoft.com/office/drawing/2014/main" id="{9BA33539-564D-4747-9B00-48EBEB40F2DD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09" name="直線コネクタ 109608">
                  <a:extLst>
                    <a:ext uri="{FF2B5EF4-FFF2-40B4-BE49-F238E27FC236}">
                      <a16:creationId xmlns:a16="http://schemas.microsoft.com/office/drawing/2014/main" id="{E7029536-7181-4B2C-AB5F-7A2BDE6E119F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0" name="直線コネクタ 109609">
                  <a:extLst>
                    <a:ext uri="{FF2B5EF4-FFF2-40B4-BE49-F238E27FC236}">
                      <a16:creationId xmlns:a16="http://schemas.microsoft.com/office/drawing/2014/main" id="{C8731CC9-87AA-4751-AC47-D1F6E0B67058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1" name="直線コネクタ 109610">
                  <a:extLst>
                    <a:ext uri="{FF2B5EF4-FFF2-40B4-BE49-F238E27FC236}">
                      <a16:creationId xmlns:a16="http://schemas.microsoft.com/office/drawing/2014/main" id="{AE832738-0A72-4B2F-B40B-2B9933E3DE12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2" name="直線コネクタ 109611">
                  <a:extLst>
                    <a:ext uri="{FF2B5EF4-FFF2-40B4-BE49-F238E27FC236}">
                      <a16:creationId xmlns:a16="http://schemas.microsoft.com/office/drawing/2014/main" id="{E11CF62D-2FC3-445A-B182-FEF0F34784DD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3" name="直線コネクタ 109612">
                  <a:extLst>
                    <a:ext uri="{FF2B5EF4-FFF2-40B4-BE49-F238E27FC236}">
                      <a16:creationId xmlns:a16="http://schemas.microsoft.com/office/drawing/2014/main" id="{CB7CBD92-C684-4F99-84A2-FDABE4573588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4" name="直線コネクタ 109613">
                  <a:extLst>
                    <a:ext uri="{FF2B5EF4-FFF2-40B4-BE49-F238E27FC236}">
                      <a16:creationId xmlns:a16="http://schemas.microsoft.com/office/drawing/2014/main" id="{C2D46265-B148-4B1A-9F03-A73A163566FB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5" name="直線コネクタ 109614">
                  <a:extLst>
                    <a:ext uri="{FF2B5EF4-FFF2-40B4-BE49-F238E27FC236}">
                      <a16:creationId xmlns:a16="http://schemas.microsoft.com/office/drawing/2014/main" id="{6A5CB501-880C-4A3A-B67B-A0BBA07AD8AB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6" name="直線コネクタ 109615">
                  <a:extLst>
                    <a:ext uri="{FF2B5EF4-FFF2-40B4-BE49-F238E27FC236}">
                      <a16:creationId xmlns:a16="http://schemas.microsoft.com/office/drawing/2014/main" id="{72992C38-4AB0-48A9-B066-44BE7D195CAC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7" name="直線コネクタ 109616">
                  <a:extLst>
                    <a:ext uri="{FF2B5EF4-FFF2-40B4-BE49-F238E27FC236}">
                      <a16:creationId xmlns:a16="http://schemas.microsoft.com/office/drawing/2014/main" id="{A4B93522-A672-4F99-8C02-FDBF877EE62D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8" name="直線コネクタ 109617">
                  <a:extLst>
                    <a:ext uri="{FF2B5EF4-FFF2-40B4-BE49-F238E27FC236}">
                      <a16:creationId xmlns:a16="http://schemas.microsoft.com/office/drawing/2014/main" id="{C4A6100A-D477-4635-85E3-066C957D3365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19" name="直線コネクタ 109618">
                  <a:extLst>
                    <a:ext uri="{FF2B5EF4-FFF2-40B4-BE49-F238E27FC236}">
                      <a16:creationId xmlns:a16="http://schemas.microsoft.com/office/drawing/2014/main" id="{BA6D1C4D-2606-4B05-875E-07320290D144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0" name="直線コネクタ 109619">
                  <a:extLst>
                    <a:ext uri="{FF2B5EF4-FFF2-40B4-BE49-F238E27FC236}">
                      <a16:creationId xmlns:a16="http://schemas.microsoft.com/office/drawing/2014/main" id="{1A85FE7D-B5EF-4103-8559-76C2622E8152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1" name="直線コネクタ 109620">
                  <a:extLst>
                    <a:ext uri="{FF2B5EF4-FFF2-40B4-BE49-F238E27FC236}">
                      <a16:creationId xmlns:a16="http://schemas.microsoft.com/office/drawing/2014/main" id="{60166D24-413D-49E3-821B-89AFB221173A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2" name="直線コネクタ 109621">
                  <a:extLst>
                    <a:ext uri="{FF2B5EF4-FFF2-40B4-BE49-F238E27FC236}">
                      <a16:creationId xmlns:a16="http://schemas.microsoft.com/office/drawing/2014/main" id="{CD52D8EF-9EE0-4542-87A0-FE52E03ECCFC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3" name="直線コネクタ 109622">
                  <a:extLst>
                    <a:ext uri="{FF2B5EF4-FFF2-40B4-BE49-F238E27FC236}">
                      <a16:creationId xmlns:a16="http://schemas.microsoft.com/office/drawing/2014/main" id="{982A4BA0-4D67-4C6F-8C79-BEEBD60FF74C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4" name="直線コネクタ 109623">
                  <a:extLst>
                    <a:ext uri="{FF2B5EF4-FFF2-40B4-BE49-F238E27FC236}">
                      <a16:creationId xmlns:a16="http://schemas.microsoft.com/office/drawing/2014/main" id="{D0747386-6885-4256-B36E-DC1A58AED02F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5" name="直線コネクタ 109624">
                  <a:extLst>
                    <a:ext uri="{FF2B5EF4-FFF2-40B4-BE49-F238E27FC236}">
                      <a16:creationId xmlns:a16="http://schemas.microsoft.com/office/drawing/2014/main" id="{891DDA5D-3DE3-409B-B627-B54D9FA55706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6" name="直線コネクタ 109625">
                  <a:extLst>
                    <a:ext uri="{FF2B5EF4-FFF2-40B4-BE49-F238E27FC236}">
                      <a16:creationId xmlns:a16="http://schemas.microsoft.com/office/drawing/2014/main" id="{DF2D19CA-F4DA-4F92-B2C6-F96376A18683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7" name="直線コネクタ 109626">
                  <a:extLst>
                    <a:ext uri="{FF2B5EF4-FFF2-40B4-BE49-F238E27FC236}">
                      <a16:creationId xmlns:a16="http://schemas.microsoft.com/office/drawing/2014/main" id="{6DC8E4FB-FD65-4ABB-820D-E3012616F0A7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8" name="直線コネクタ 109627">
                  <a:extLst>
                    <a:ext uri="{FF2B5EF4-FFF2-40B4-BE49-F238E27FC236}">
                      <a16:creationId xmlns:a16="http://schemas.microsoft.com/office/drawing/2014/main" id="{1057210B-0207-4FAC-B659-76FAC72678A0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29" name="直線コネクタ 109628">
                  <a:extLst>
                    <a:ext uri="{FF2B5EF4-FFF2-40B4-BE49-F238E27FC236}">
                      <a16:creationId xmlns:a16="http://schemas.microsoft.com/office/drawing/2014/main" id="{E3B993B5-8A33-47CB-8615-F23C74C91ACD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0" name="直線コネクタ 109629">
                  <a:extLst>
                    <a:ext uri="{FF2B5EF4-FFF2-40B4-BE49-F238E27FC236}">
                      <a16:creationId xmlns:a16="http://schemas.microsoft.com/office/drawing/2014/main" id="{62B965BE-83B8-499C-AD58-9245B1394CE5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1" name="直線コネクタ 109630">
                  <a:extLst>
                    <a:ext uri="{FF2B5EF4-FFF2-40B4-BE49-F238E27FC236}">
                      <a16:creationId xmlns:a16="http://schemas.microsoft.com/office/drawing/2014/main" id="{2EFDD653-D38C-4DC5-A170-45061A5882A3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2" name="直線コネクタ 109631">
                  <a:extLst>
                    <a:ext uri="{FF2B5EF4-FFF2-40B4-BE49-F238E27FC236}">
                      <a16:creationId xmlns:a16="http://schemas.microsoft.com/office/drawing/2014/main" id="{13C443A4-5E62-419E-88CC-9E5720090478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3" name="直線コネクタ 109632">
                  <a:extLst>
                    <a:ext uri="{FF2B5EF4-FFF2-40B4-BE49-F238E27FC236}">
                      <a16:creationId xmlns:a16="http://schemas.microsoft.com/office/drawing/2014/main" id="{D6A3104D-F83D-4388-BEC4-8C30E1FBE383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4" name="直線コネクタ 109633">
                  <a:extLst>
                    <a:ext uri="{FF2B5EF4-FFF2-40B4-BE49-F238E27FC236}">
                      <a16:creationId xmlns:a16="http://schemas.microsoft.com/office/drawing/2014/main" id="{F5716388-8F59-490C-B764-757145B1140C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5" name="直線コネクタ 109634">
                  <a:extLst>
                    <a:ext uri="{FF2B5EF4-FFF2-40B4-BE49-F238E27FC236}">
                      <a16:creationId xmlns:a16="http://schemas.microsoft.com/office/drawing/2014/main" id="{A72E74AA-3D9F-4462-9D80-4EC5EA4A54EE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6" name="直線コネクタ 109635">
                  <a:extLst>
                    <a:ext uri="{FF2B5EF4-FFF2-40B4-BE49-F238E27FC236}">
                      <a16:creationId xmlns:a16="http://schemas.microsoft.com/office/drawing/2014/main" id="{02F21241-158F-4C39-AD1D-25C53338FB2A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7" name="直線コネクタ 109636">
                  <a:extLst>
                    <a:ext uri="{FF2B5EF4-FFF2-40B4-BE49-F238E27FC236}">
                      <a16:creationId xmlns:a16="http://schemas.microsoft.com/office/drawing/2014/main" id="{40CDA955-B67D-42A5-81D0-89012848E3C1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8" name="直線コネクタ 109637">
                  <a:extLst>
                    <a:ext uri="{FF2B5EF4-FFF2-40B4-BE49-F238E27FC236}">
                      <a16:creationId xmlns:a16="http://schemas.microsoft.com/office/drawing/2014/main" id="{115EF22B-1669-4A27-A31C-2BECBD6BF753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39" name="直線コネクタ 109638">
                  <a:extLst>
                    <a:ext uri="{FF2B5EF4-FFF2-40B4-BE49-F238E27FC236}">
                      <a16:creationId xmlns:a16="http://schemas.microsoft.com/office/drawing/2014/main" id="{2E3476C0-F8E8-422B-B288-9AEBB5C851D6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0" name="直線コネクタ 109639">
                  <a:extLst>
                    <a:ext uri="{FF2B5EF4-FFF2-40B4-BE49-F238E27FC236}">
                      <a16:creationId xmlns:a16="http://schemas.microsoft.com/office/drawing/2014/main" id="{408D8322-44DD-497C-A8F2-3BC6BAFDEFFE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1" name="直線コネクタ 109640">
                  <a:extLst>
                    <a:ext uri="{FF2B5EF4-FFF2-40B4-BE49-F238E27FC236}">
                      <a16:creationId xmlns:a16="http://schemas.microsoft.com/office/drawing/2014/main" id="{5D1778E3-33C9-4D5A-9779-AD3D6D9A1F5E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2" name="直線コネクタ 109641">
                  <a:extLst>
                    <a:ext uri="{FF2B5EF4-FFF2-40B4-BE49-F238E27FC236}">
                      <a16:creationId xmlns:a16="http://schemas.microsoft.com/office/drawing/2014/main" id="{3D0C4997-8A44-46DC-A3DC-6066B661C525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3" name="直線コネクタ 109642">
                  <a:extLst>
                    <a:ext uri="{FF2B5EF4-FFF2-40B4-BE49-F238E27FC236}">
                      <a16:creationId xmlns:a16="http://schemas.microsoft.com/office/drawing/2014/main" id="{01B06AA3-86FA-49C6-9750-FEA1A1E44017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4" name="直線コネクタ 109643">
                  <a:extLst>
                    <a:ext uri="{FF2B5EF4-FFF2-40B4-BE49-F238E27FC236}">
                      <a16:creationId xmlns:a16="http://schemas.microsoft.com/office/drawing/2014/main" id="{02F1A19A-FE39-491A-8C8B-83F888D36877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5" name="直線コネクタ 109644">
                  <a:extLst>
                    <a:ext uri="{FF2B5EF4-FFF2-40B4-BE49-F238E27FC236}">
                      <a16:creationId xmlns:a16="http://schemas.microsoft.com/office/drawing/2014/main" id="{11301584-EFFE-40F1-A183-BAB6D91BDB7F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6" name="直線コネクタ 109645">
                  <a:extLst>
                    <a:ext uri="{FF2B5EF4-FFF2-40B4-BE49-F238E27FC236}">
                      <a16:creationId xmlns:a16="http://schemas.microsoft.com/office/drawing/2014/main" id="{BB53AC90-6E48-43E2-BFC3-D28C88FBD978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7" name="直線コネクタ 109646">
                  <a:extLst>
                    <a:ext uri="{FF2B5EF4-FFF2-40B4-BE49-F238E27FC236}">
                      <a16:creationId xmlns:a16="http://schemas.microsoft.com/office/drawing/2014/main" id="{A28DA7AB-46A6-4629-B3DD-6659D921CFD4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8" name="直線コネクタ 109647">
                  <a:extLst>
                    <a:ext uri="{FF2B5EF4-FFF2-40B4-BE49-F238E27FC236}">
                      <a16:creationId xmlns:a16="http://schemas.microsoft.com/office/drawing/2014/main" id="{3E5840FC-DC29-4FA2-8EF1-89A83C3BD8BC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49" name="直線コネクタ 109648">
                  <a:extLst>
                    <a:ext uri="{FF2B5EF4-FFF2-40B4-BE49-F238E27FC236}">
                      <a16:creationId xmlns:a16="http://schemas.microsoft.com/office/drawing/2014/main" id="{D995B321-0F0F-4D79-8DF2-7B5E2CD638FF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0" name="直線コネクタ 109649">
                  <a:extLst>
                    <a:ext uri="{FF2B5EF4-FFF2-40B4-BE49-F238E27FC236}">
                      <a16:creationId xmlns:a16="http://schemas.microsoft.com/office/drawing/2014/main" id="{65ADF0DD-12DC-4E0F-9BA0-B3D8833B326B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1" name="直線コネクタ 109650">
                  <a:extLst>
                    <a:ext uri="{FF2B5EF4-FFF2-40B4-BE49-F238E27FC236}">
                      <a16:creationId xmlns:a16="http://schemas.microsoft.com/office/drawing/2014/main" id="{4008D3B1-01B8-4D2F-B5E2-FDE925381306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2" name="直線コネクタ 109651">
                  <a:extLst>
                    <a:ext uri="{FF2B5EF4-FFF2-40B4-BE49-F238E27FC236}">
                      <a16:creationId xmlns:a16="http://schemas.microsoft.com/office/drawing/2014/main" id="{460319F1-950D-46F0-B983-92D4B6EACAC0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3" name="直線コネクタ 109652">
                  <a:extLst>
                    <a:ext uri="{FF2B5EF4-FFF2-40B4-BE49-F238E27FC236}">
                      <a16:creationId xmlns:a16="http://schemas.microsoft.com/office/drawing/2014/main" id="{65FB20D8-7404-48DA-805C-7B054E16A3C9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4" name="直線コネクタ 109653">
                  <a:extLst>
                    <a:ext uri="{FF2B5EF4-FFF2-40B4-BE49-F238E27FC236}">
                      <a16:creationId xmlns:a16="http://schemas.microsoft.com/office/drawing/2014/main" id="{C138FB5F-6D90-4982-94C8-8653FD9D5C06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5" name="直線コネクタ 109654">
                  <a:extLst>
                    <a:ext uri="{FF2B5EF4-FFF2-40B4-BE49-F238E27FC236}">
                      <a16:creationId xmlns:a16="http://schemas.microsoft.com/office/drawing/2014/main" id="{E08EA721-6B62-47D8-B167-887665AAB0CF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6" name="直線コネクタ 109655">
                  <a:extLst>
                    <a:ext uri="{FF2B5EF4-FFF2-40B4-BE49-F238E27FC236}">
                      <a16:creationId xmlns:a16="http://schemas.microsoft.com/office/drawing/2014/main" id="{86C34818-AC50-434E-BAEB-82FD28006C72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7" name="直線コネクタ 109656">
                  <a:extLst>
                    <a:ext uri="{FF2B5EF4-FFF2-40B4-BE49-F238E27FC236}">
                      <a16:creationId xmlns:a16="http://schemas.microsoft.com/office/drawing/2014/main" id="{F3134DAD-F37B-4373-94B1-ECD2968F4A96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8" name="直線コネクタ 109657">
                  <a:extLst>
                    <a:ext uri="{FF2B5EF4-FFF2-40B4-BE49-F238E27FC236}">
                      <a16:creationId xmlns:a16="http://schemas.microsoft.com/office/drawing/2014/main" id="{E7DD1E61-76EB-4ABA-AD83-6E22CA3DB6FA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59" name="直線コネクタ 109658">
                  <a:extLst>
                    <a:ext uri="{FF2B5EF4-FFF2-40B4-BE49-F238E27FC236}">
                      <a16:creationId xmlns:a16="http://schemas.microsoft.com/office/drawing/2014/main" id="{FF2B9125-1993-49DC-BE50-58FCD748B4C1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0" name="直線コネクタ 109659">
                  <a:extLst>
                    <a:ext uri="{FF2B5EF4-FFF2-40B4-BE49-F238E27FC236}">
                      <a16:creationId xmlns:a16="http://schemas.microsoft.com/office/drawing/2014/main" id="{462FC211-92E3-497B-B38A-292675EFEBA3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1" name="直線コネクタ 109660">
                  <a:extLst>
                    <a:ext uri="{FF2B5EF4-FFF2-40B4-BE49-F238E27FC236}">
                      <a16:creationId xmlns:a16="http://schemas.microsoft.com/office/drawing/2014/main" id="{414AEEE4-4F78-4D9C-999F-5DB30EDA6FCB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2" name="直線コネクタ 109661">
                  <a:extLst>
                    <a:ext uri="{FF2B5EF4-FFF2-40B4-BE49-F238E27FC236}">
                      <a16:creationId xmlns:a16="http://schemas.microsoft.com/office/drawing/2014/main" id="{52B7DBFB-A144-4518-9571-6A3B0C081E85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3" name="直線コネクタ 109662">
                  <a:extLst>
                    <a:ext uri="{FF2B5EF4-FFF2-40B4-BE49-F238E27FC236}">
                      <a16:creationId xmlns:a16="http://schemas.microsoft.com/office/drawing/2014/main" id="{C9119F0B-916D-4638-9C5F-91BB78A4B113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4" name="直線コネクタ 109663">
                  <a:extLst>
                    <a:ext uri="{FF2B5EF4-FFF2-40B4-BE49-F238E27FC236}">
                      <a16:creationId xmlns:a16="http://schemas.microsoft.com/office/drawing/2014/main" id="{926CB0A2-A38B-4EC7-9E8C-04B25BE5D6BB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5" name="直線コネクタ 109664">
                  <a:extLst>
                    <a:ext uri="{FF2B5EF4-FFF2-40B4-BE49-F238E27FC236}">
                      <a16:creationId xmlns:a16="http://schemas.microsoft.com/office/drawing/2014/main" id="{5D34418C-E17F-46D2-B942-CDED0E54011A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6" name="直線コネクタ 109665">
                  <a:extLst>
                    <a:ext uri="{FF2B5EF4-FFF2-40B4-BE49-F238E27FC236}">
                      <a16:creationId xmlns:a16="http://schemas.microsoft.com/office/drawing/2014/main" id="{106488B2-CC5D-4902-971A-C438D41BC983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7" name="直線コネクタ 109666">
                  <a:extLst>
                    <a:ext uri="{FF2B5EF4-FFF2-40B4-BE49-F238E27FC236}">
                      <a16:creationId xmlns:a16="http://schemas.microsoft.com/office/drawing/2014/main" id="{AF6DE73D-28D4-43E8-A8AE-68908D808158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8" name="直線コネクタ 109667">
                  <a:extLst>
                    <a:ext uri="{FF2B5EF4-FFF2-40B4-BE49-F238E27FC236}">
                      <a16:creationId xmlns:a16="http://schemas.microsoft.com/office/drawing/2014/main" id="{D41ADC8B-5B18-45F9-A9CD-A4FA3A2DA909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69" name="直線コネクタ 109668">
                  <a:extLst>
                    <a:ext uri="{FF2B5EF4-FFF2-40B4-BE49-F238E27FC236}">
                      <a16:creationId xmlns:a16="http://schemas.microsoft.com/office/drawing/2014/main" id="{2AE59614-0BE2-4EEA-84C7-30C4E5BBD1F7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0" name="直線コネクタ 109669">
                  <a:extLst>
                    <a:ext uri="{FF2B5EF4-FFF2-40B4-BE49-F238E27FC236}">
                      <a16:creationId xmlns:a16="http://schemas.microsoft.com/office/drawing/2014/main" id="{76D4D604-1775-498E-A33B-67FC664C3352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1" name="直線コネクタ 109670">
                  <a:extLst>
                    <a:ext uri="{FF2B5EF4-FFF2-40B4-BE49-F238E27FC236}">
                      <a16:creationId xmlns:a16="http://schemas.microsoft.com/office/drawing/2014/main" id="{AA632813-CE13-43D7-95F3-8B0891B43808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2" name="直線コネクタ 109671">
                  <a:extLst>
                    <a:ext uri="{FF2B5EF4-FFF2-40B4-BE49-F238E27FC236}">
                      <a16:creationId xmlns:a16="http://schemas.microsoft.com/office/drawing/2014/main" id="{269A9AC9-4E5C-4703-BBBC-79FE7A13FD55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3" name="直線コネクタ 109672">
                  <a:extLst>
                    <a:ext uri="{FF2B5EF4-FFF2-40B4-BE49-F238E27FC236}">
                      <a16:creationId xmlns:a16="http://schemas.microsoft.com/office/drawing/2014/main" id="{F8EDDD01-11F4-4073-BCEC-7CA7906A2EF0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4" name="直線コネクタ 109673">
                  <a:extLst>
                    <a:ext uri="{FF2B5EF4-FFF2-40B4-BE49-F238E27FC236}">
                      <a16:creationId xmlns:a16="http://schemas.microsoft.com/office/drawing/2014/main" id="{D8308A71-6CAD-4A3A-9A4E-79D44B1AD670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5" name="直線コネクタ 109674">
                  <a:extLst>
                    <a:ext uri="{FF2B5EF4-FFF2-40B4-BE49-F238E27FC236}">
                      <a16:creationId xmlns:a16="http://schemas.microsoft.com/office/drawing/2014/main" id="{633000F4-42AB-485B-806C-FE9EA177F39A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6" name="直線コネクタ 109675">
                  <a:extLst>
                    <a:ext uri="{FF2B5EF4-FFF2-40B4-BE49-F238E27FC236}">
                      <a16:creationId xmlns:a16="http://schemas.microsoft.com/office/drawing/2014/main" id="{094956B6-2F26-4668-8CA7-22BB4B783A62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7" name="直線コネクタ 109676">
                  <a:extLst>
                    <a:ext uri="{FF2B5EF4-FFF2-40B4-BE49-F238E27FC236}">
                      <a16:creationId xmlns:a16="http://schemas.microsoft.com/office/drawing/2014/main" id="{605AFF10-8672-4772-905D-C498ECC4A88C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8" name="直線コネクタ 109677">
                  <a:extLst>
                    <a:ext uri="{FF2B5EF4-FFF2-40B4-BE49-F238E27FC236}">
                      <a16:creationId xmlns:a16="http://schemas.microsoft.com/office/drawing/2014/main" id="{60ECEDB0-38C6-4FCA-BB1B-1341FF1DD26A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79" name="直線コネクタ 109678">
                  <a:extLst>
                    <a:ext uri="{FF2B5EF4-FFF2-40B4-BE49-F238E27FC236}">
                      <a16:creationId xmlns:a16="http://schemas.microsoft.com/office/drawing/2014/main" id="{FFE2953B-BA3A-40B9-81B2-A226F2CE7F7C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0" name="直線コネクタ 109679">
                  <a:extLst>
                    <a:ext uri="{FF2B5EF4-FFF2-40B4-BE49-F238E27FC236}">
                      <a16:creationId xmlns:a16="http://schemas.microsoft.com/office/drawing/2014/main" id="{E224830F-5E46-4BFD-9BC2-5F532FF79C74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1" name="直線コネクタ 109680">
                  <a:extLst>
                    <a:ext uri="{FF2B5EF4-FFF2-40B4-BE49-F238E27FC236}">
                      <a16:creationId xmlns:a16="http://schemas.microsoft.com/office/drawing/2014/main" id="{3E14FBD2-A2B0-4DAE-B236-0740A037E745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2" name="直線コネクタ 109681">
                  <a:extLst>
                    <a:ext uri="{FF2B5EF4-FFF2-40B4-BE49-F238E27FC236}">
                      <a16:creationId xmlns:a16="http://schemas.microsoft.com/office/drawing/2014/main" id="{56040D02-30CE-4D65-872D-7EA1647F3B88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3" name="直線コネクタ 109682">
                  <a:extLst>
                    <a:ext uri="{FF2B5EF4-FFF2-40B4-BE49-F238E27FC236}">
                      <a16:creationId xmlns:a16="http://schemas.microsoft.com/office/drawing/2014/main" id="{CE61D98B-B486-4209-9233-2FCFFF10165B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4" name="直線コネクタ 109683">
                  <a:extLst>
                    <a:ext uri="{FF2B5EF4-FFF2-40B4-BE49-F238E27FC236}">
                      <a16:creationId xmlns:a16="http://schemas.microsoft.com/office/drawing/2014/main" id="{B6DEFFF9-09D2-4F1B-93D8-BCB7D45D56D8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5" name="直線コネクタ 109684">
                  <a:extLst>
                    <a:ext uri="{FF2B5EF4-FFF2-40B4-BE49-F238E27FC236}">
                      <a16:creationId xmlns:a16="http://schemas.microsoft.com/office/drawing/2014/main" id="{360952C1-0D29-40E8-ADF7-8A1CE13A4988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6" name="直線コネクタ 109685">
                  <a:extLst>
                    <a:ext uri="{FF2B5EF4-FFF2-40B4-BE49-F238E27FC236}">
                      <a16:creationId xmlns:a16="http://schemas.microsoft.com/office/drawing/2014/main" id="{D1714E77-E6E3-4E04-AA45-EC07482AF8C4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7" name="直線コネクタ 109686">
                  <a:extLst>
                    <a:ext uri="{FF2B5EF4-FFF2-40B4-BE49-F238E27FC236}">
                      <a16:creationId xmlns:a16="http://schemas.microsoft.com/office/drawing/2014/main" id="{B6DB0E43-A633-4AA1-B04A-083BECC6FD88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8" name="直線コネクタ 109687">
                  <a:extLst>
                    <a:ext uri="{FF2B5EF4-FFF2-40B4-BE49-F238E27FC236}">
                      <a16:creationId xmlns:a16="http://schemas.microsoft.com/office/drawing/2014/main" id="{BD891BE4-BA33-4394-A952-184491E9D543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89" name="直線コネクタ 109688">
                  <a:extLst>
                    <a:ext uri="{FF2B5EF4-FFF2-40B4-BE49-F238E27FC236}">
                      <a16:creationId xmlns:a16="http://schemas.microsoft.com/office/drawing/2014/main" id="{E9F9A63C-8BA1-4F66-B070-557CAF1C857C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0" name="直線コネクタ 109689">
                  <a:extLst>
                    <a:ext uri="{FF2B5EF4-FFF2-40B4-BE49-F238E27FC236}">
                      <a16:creationId xmlns:a16="http://schemas.microsoft.com/office/drawing/2014/main" id="{4EBAADA2-42E2-4E3E-8FF2-ECC0F36C696E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1" name="直線コネクタ 109690">
                  <a:extLst>
                    <a:ext uri="{FF2B5EF4-FFF2-40B4-BE49-F238E27FC236}">
                      <a16:creationId xmlns:a16="http://schemas.microsoft.com/office/drawing/2014/main" id="{D4748C01-4374-40E3-8962-35D0B0153896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2" name="直線コネクタ 109691">
                  <a:extLst>
                    <a:ext uri="{FF2B5EF4-FFF2-40B4-BE49-F238E27FC236}">
                      <a16:creationId xmlns:a16="http://schemas.microsoft.com/office/drawing/2014/main" id="{39FF2554-8F5D-4779-AB81-904EF2976A7D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3" name="直線コネクタ 109692">
                  <a:extLst>
                    <a:ext uri="{FF2B5EF4-FFF2-40B4-BE49-F238E27FC236}">
                      <a16:creationId xmlns:a16="http://schemas.microsoft.com/office/drawing/2014/main" id="{AE132FE5-5F66-41A2-BF9A-689F92EAB848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4" name="直線コネクタ 109693">
                  <a:extLst>
                    <a:ext uri="{FF2B5EF4-FFF2-40B4-BE49-F238E27FC236}">
                      <a16:creationId xmlns:a16="http://schemas.microsoft.com/office/drawing/2014/main" id="{1CE6A84D-73CB-48BF-BEDD-E63EDD96EC48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5" name="直線コネクタ 109694">
                  <a:extLst>
                    <a:ext uri="{FF2B5EF4-FFF2-40B4-BE49-F238E27FC236}">
                      <a16:creationId xmlns:a16="http://schemas.microsoft.com/office/drawing/2014/main" id="{00623B0D-960A-457A-A85F-9401D12F2B23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6" name="直線コネクタ 109695">
                  <a:extLst>
                    <a:ext uri="{FF2B5EF4-FFF2-40B4-BE49-F238E27FC236}">
                      <a16:creationId xmlns:a16="http://schemas.microsoft.com/office/drawing/2014/main" id="{9D8D5BE9-15FA-4FB1-809C-8ABABE7F6902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7" name="直線コネクタ 109696">
                  <a:extLst>
                    <a:ext uri="{FF2B5EF4-FFF2-40B4-BE49-F238E27FC236}">
                      <a16:creationId xmlns:a16="http://schemas.microsoft.com/office/drawing/2014/main" id="{9CB901FA-6D1D-49D4-BE54-1E30A92FC318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8" name="直線コネクタ 109697">
                  <a:extLst>
                    <a:ext uri="{FF2B5EF4-FFF2-40B4-BE49-F238E27FC236}">
                      <a16:creationId xmlns:a16="http://schemas.microsoft.com/office/drawing/2014/main" id="{3443B5D5-2956-490C-AEEF-08DD8EA0190F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699" name="直線コネクタ 109698">
                  <a:extLst>
                    <a:ext uri="{FF2B5EF4-FFF2-40B4-BE49-F238E27FC236}">
                      <a16:creationId xmlns:a16="http://schemas.microsoft.com/office/drawing/2014/main" id="{DFAFED77-400F-45D4-AF40-D16A50652D14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0" name="直線コネクタ 109699">
                  <a:extLst>
                    <a:ext uri="{FF2B5EF4-FFF2-40B4-BE49-F238E27FC236}">
                      <a16:creationId xmlns:a16="http://schemas.microsoft.com/office/drawing/2014/main" id="{309946C9-A88A-4917-A68B-D178F0EF536C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1" name="直線コネクタ 109700">
                  <a:extLst>
                    <a:ext uri="{FF2B5EF4-FFF2-40B4-BE49-F238E27FC236}">
                      <a16:creationId xmlns:a16="http://schemas.microsoft.com/office/drawing/2014/main" id="{684957CC-0875-4D38-8D94-3B629B6A3508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2" name="直線コネクタ 109701">
                  <a:extLst>
                    <a:ext uri="{FF2B5EF4-FFF2-40B4-BE49-F238E27FC236}">
                      <a16:creationId xmlns:a16="http://schemas.microsoft.com/office/drawing/2014/main" id="{74C2CF88-F7E2-4354-A25B-57CBDC3EE001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3" name="直線コネクタ 109702">
                  <a:extLst>
                    <a:ext uri="{FF2B5EF4-FFF2-40B4-BE49-F238E27FC236}">
                      <a16:creationId xmlns:a16="http://schemas.microsoft.com/office/drawing/2014/main" id="{210A0AD1-592B-459D-9462-125278BDCC4B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4" name="直線コネクタ 109703">
                  <a:extLst>
                    <a:ext uri="{FF2B5EF4-FFF2-40B4-BE49-F238E27FC236}">
                      <a16:creationId xmlns:a16="http://schemas.microsoft.com/office/drawing/2014/main" id="{BA921D98-E073-46DC-967E-9618AE48B940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5" name="直線コネクタ 109704">
                  <a:extLst>
                    <a:ext uri="{FF2B5EF4-FFF2-40B4-BE49-F238E27FC236}">
                      <a16:creationId xmlns:a16="http://schemas.microsoft.com/office/drawing/2014/main" id="{28FA70D1-DC1A-49C8-8FCC-3C3A86AD7C61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6" name="直線コネクタ 109705">
                  <a:extLst>
                    <a:ext uri="{FF2B5EF4-FFF2-40B4-BE49-F238E27FC236}">
                      <a16:creationId xmlns:a16="http://schemas.microsoft.com/office/drawing/2014/main" id="{DC258D22-D11D-4AF6-B5B2-D88FDED67AF5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7" name="直線コネクタ 109706">
                  <a:extLst>
                    <a:ext uri="{FF2B5EF4-FFF2-40B4-BE49-F238E27FC236}">
                      <a16:creationId xmlns:a16="http://schemas.microsoft.com/office/drawing/2014/main" id="{E83D3C2B-1D0B-4220-AF8F-B7360D359387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8" name="直線コネクタ 109707">
                  <a:extLst>
                    <a:ext uri="{FF2B5EF4-FFF2-40B4-BE49-F238E27FC236}">
                      <a16:creationId xmlns:a16="http://schemas.microsoft.com/office/drawing/2014/main" id="{4AE08AA0-BEBD-416D-BE72-C56F0A9F0DEB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09" name="直線コネクタ 109708">
                  <a:extLst>
                    <a:ext uri="{FF2B5EF4-FFF2-40B4-BE49-F238E27FC236}">
                      <a16:creationId xmlns:a16="http://schemas.microsoft.com/office/drawing/2014/main" id="{FC64386A-8940-44A0-B16F-C990D3E1E8C0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0" name="直線コネクタ 109709">
                  <a:extLst>
                    <a:ext uri="{FF2B5EF4-FFF2-40B4-BE49-F238E27FC236}">
                      <a16:creationId xmlns:a16="http://schemas.microsoft.com/office/drawing/2014/main" id="{453DB6D7-2809-4722-802D-FAC90C215612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1" name="直線コネクタ 109710">
                  <a:extLst>
                    <a:ext uri="{FF2B5EF4-FFF2-40B4-BE49-F238E27FC236}">
                      <a16:creationId xmlns:a16="http://schemas.microsoft.com/office/drawing/2014/main" id="{26AD2B36-D7F3-4F00-B345-A801E9CDA563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2" name="直線コネクタ 109711">
                  <a:extLst>
                    <a:ext uri="{FF2B5EF4-FFF2-40B4-BE49-F238E27FC236}">
                      <a16:creationId xmlns:a16="http://schemas.microsoft.com/office/drawing/2014/main" id="{7A4E6DF1-0CEA-4ABA-8E73-121ED7DF9540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3" name="直線コネクタ 109712">
                  <a:extLst>
                    <a:ext uri="{FF2B5EF4-FFF2-40B4-BE49-F238E27FC236}">
                      <a16:creationId xmlns:a16="http://schemas.microsoft.com/office/drawing/2014/main" id="{0EFF0AD6-87FE-42C8-962A-EDF7BA58069D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4" name="直線コネクタ 109713">
                  <a:extLst>
                    <a:ext uri="{FF2B5EF4-FFF2-40B4-BE49-F238E27FC236}">
                      <a16:creationId xmlns:a16="http://schemas.microsoft.com/office/drawing/2014/main" id="{0BCACDB7-E5C1-4362-9478-443F09564BF1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5" name="直線コネクタ 109714">
                  <a:extLst>
                    <a:ext uri="{FF2B5EF4-FFF2-40B4-BE49-F238E27FC236}">
                      <a16:creationId xmlns:a16="http://schemas.microsoft.com/office/drawing/2014/main" id="{52C7F474-2631-476A-9942-384D12639A8F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6" name="直線コネクタ 109715">
                  <a:extLst>
                    <a:ext uri="{FF2B5EF4-FFF2-40B4-BE49-F238E27FC236}">
                      <a16:creationId xmlns:a16="http://schemas.microsoft.com/office/drawing/2014/main" id="{16E94D10-A311-41BB-B919-F7F1D067F2ED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7" name="直線コネクタ 109716">
                  <a:extLst>
                    <a:ext uri="{FF2B5EF4-FFF2-40B4-BE49-F238E27FC236}">
                      <a16:creationId xmlns:a16="http://schemas.microsoft.com/office/drawing/2014/main" id="{B68EB9E6-926F-4FF4-A66A-63A4B2E1F974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8" name="直線コネクタ 109717">
                  <a:extLst>
                    <a:ext uri="{FF2B5EF4-FFF2-40B4-BE49-F238E27FC236}">
                      <a16:creationId xmlns:a16="http://schemas.microsoft.com/office/drawing/2014/main" id="{76FB8A08-5DB3-4C8C-AA42-2B93F3A1ADC8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19" name="直線コネクタ 109718">
                  <a:extLst>
                    <a:ext uri="{FF2B5EF4-FFF2-40B4-BE49-F238E27FC236}">
                      <a16:creationId xmlns:a16="http://schemas.microsoft.com/office/drawing/2014/main" id="{78A56FA6-D791-4705-BE13-84B418101B9C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0" name="直線コネクタ 109719">
                  <a:extLst>
                    <a:ext uri="{FF2B5EF4-FFF2-40B4-BE49-F238E27FC236}">
                      <a16:creationId xmlns:a16="http://schemas.microsoft.com/office/drawing/2014/main" id="{C3478416-A039-478E-9142-EEA2B99BF253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1" name="直線コネクタ 109720">
                  <a:extLst>
                    <a:ext uri="{FF2B5EF4-FFF2-40B4-BE49-F238E27FC236}">
                      <a16:creationId xmlns:a16="http://schemas.microsoft.com/office/drawing/2014/main" id="{F1DE6325-E74F-4EC8-A5E9-C6AC6CCDC97B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2" name="直線コネクタ 109721">
                  <a:extLst>
                    <a:ext uri="{FF2B5EF4-FFF2-40B4-BE49-F238E27FC236}">
                      <a16:creationId xmlns:a16="http://schemas.microsoft.com/office/drawing/2014/main" id="{3360C4DA-A4D2-4320-9D9F-242B0777F5C6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3" name="直線コネクタ 109722">
                  <a:extLst>
                    <a:ext uri="{FF2B5EF4-FFF2-40B4-BE49-F238E27FC236}">
                      <a16:creationId xmlns:a16="http://schemas.microsoft.com/office/drawing/2014/main" id="{07B816AA-7AF1-4674-98C7-41F380CC9B51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4" name="直線コネクタ 109723">
                  <a:extLst>
                    <a:ext uri="{FF2B5EF4-FFF2-40B4-BE49-F238E27FC236}">
                      <a16:creationId xmlns:a16="http://schemas.microsoft.com/office/drawing/2014/main" id="{04099915-3BFE-45C1-B026-82C66CA92A9E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5" name="直線コネクタ 109724">
                  <a:extLst>
                    <a:ext uri="{FF2B5EF4-FFF2-40B4-BE49-F238E27FC236}">
                      <a16:creationId xmlns:a16="http://schemas.microsoft.com/office/drawing/2014/main" id="{D7D956FE-81DF-4DAD-A355-81947739DDD6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6" name="直線コネクタ 109725">
                  <a:extLst>
                    <a:ext uri="{FF2B5EF4-FFF2-40B4-BE49-F238E27FC236}">
                      <a16:creationId xmlns:a16="http://schemas.microsoft.com/office/drawing/2014/main" id="{45276B2C-B068-42F7-8359-A466551E134D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7" name="直線コネクタ 109726">
                  <a:extLst>
                    <a:ext uri="{FF2B5EF4-FFF2-40B4-BE49-F238E27FC236}">
                      <a16:creationId xmlns:a16="http://schemas.microsoft.com/office/drawing/2014/main" id="{2AF991C3-A458-472C-9F03-69737FB11E79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8" name="直線コネクタ 109727">
                  <a:extLst>
                    <a:ext uri="{FF2B5EF4-FFF2-40B4-BE49-F238E27FC236}">
                      <a16:creationId xmlns:a16="http://schemas.microsoft.com/office/drawing/2014/main" id="{A5B89916-5DF7-4702-AC98-B0E1DBEADC96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29" name="直線コネクタ 109728">
                  <a:extLst>
                    <a:ext uri="{FF2B5EF4-FFF2-40B4-BE49-F238E27FC236}">
                      <a16:creationId xmlns:a16="http://schemas.microsoft.com/office/drawing/2014/main" id="{1E844E03-5CDE-4BAE-A520-ECDBF4BC26FD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0" name="直線コネクタ 109729">
                  <a:extLst>
                    <a:ext uri="{FF2B5EF4-FFF2-40B4-BE49-F238E27FC236}">
                      <a16:creationId xmlns:a16="http://schemas.microsoft.com/office/drawing/2014/main" id="{8430D93F-801C-4B6C-9A26-3A305AEC85DE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1" name="直線コネクタ 109730">
                  <a:extLst>
                    <a:ext uri="{FF2B5EF4-FFF2-40B4-BE49-F238E27FC236}">
                      <a16:creationId xmlns:a16="http://schemas.microsoft.com/office/drawing/2014/main" id="{73453C55-8DC8-4DAC-BC90-81D11771A32F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2" name="直線コネクタ 109731">
                  <a:extLst>
                    <a:ext uri="{FF2B5EF4-FFF2-40B4-BE49-F238E27FC236}">
                      <a16:creationId xmlns:a16="http://schemas.microsoft.com/office/drawing/2014/main" id="{F69E07D0-3E22-4D2C-AEF2-7CE4B67D0F7A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3" name="直線コネクタ 109732">
                  <a:extLst>
                    <a:ext uri="{FF2B5EF4-FFF2-40B4-BE49-F238E27FC236}">
                      <a16:creationId xmlns:a16="http://schemas.microsoft.com/office/drawing/2014/main" id="{0F81655C-6D54-4769-B03A-2185F8683BDA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4" name="直線コネクタ 109733">
                  <a:extLst>
                    <a:ext uri="{FF2B5EF4-FFF2-40B4-BE49-F238E27FC236}">
                      <a16:creationId xmlns:a16="http://schemas.microsoft.com/office/drawing/2014/main" id="{8743720C-EBEA-488B-B9CF-1204E21F3B18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5" name="直線コネクタ 109734">
                  <a:extLst>
                    <a:ext uri="{FF2B5EF4-FFF2-40B4-BE49-F238E27FC236}">
                      <a16:creationId xmlns:a16="http://schemas.microsoft.com/office/drawing/2014/main" id="{E8749BE5-2DFF-49A2-B458-4FD5C3107B8B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6" name="直線コネクタ 109735">
                  <a:extLst>
                    <a:ext uri="{FF2B5EF4-FFF2-40B4-BE49-F238E27FC236}">
                      <a16:creationId xmlns:a16="http://schemas.microsoft.com/office/drawing/2014/main" id="{9AF4E5F3-29F7-46E8-98DA-FB047B4DB771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7" name="直線コネクタ 109736">
                  <a:extLst>
                    <a:ext uri="{FF2B5EF4-FFF2-40B4-BE49-F238E27FC236}">
                      <a16:creationId xmlns:a16="http://schemas.microsoft.com/office/drawing/2014/main" id="{B5E75D68-97FD-4205-AC18-189EB8447A4E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8" name="直線コネクタ 109737">
                  <a:extLst>
                    <a:ext uri="{FF2B5EF4-FFF2-40B4-BE49-F238E27FC236}">
                      <a16:creationId xmlns:a16="http://schemas.microsoft.com/office/drawing/2014/main" id="{02757867-D100-4ED8-BE47-E16D57EA6C45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39" name="直線コネクタ 109738">
                  <a:extLst>
                    <a:ext uri="{FF2B5EF4-FFF2-40B4-BE49-F238E27FC236}">
                      <a16:creationId xmlns:a16="http://schemas.microsoft.com/office/drawing/2014/main" id="{E8F27354-34C9-4B18-8283-C96954BE1C80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0" name="直線コネクタ 109739">
                  <a:extLst>
                    <a:ext uri="{FF2B5EF4-FFF2-40B4-BE49-F238E27FC236}">
                      <a16:creationId xmlns:a16="http://schemas.microsoft.com/office/drawing/2014/main" id="{C018A7C1-ED16-4C58-81BE-7F24838FD21D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1" name="直線コネクタ 109740">
                  <a:extLst>
                    <a:ext uri="{FF2B5EF4-FFF2-40B4-BE49-F238E27FC236}">
                      <a16:creationId xmlns:a16="http://schemas.microsoft.com/office/drawing/2014/main" id="{18B41E89-5D88-4663-BF09-5AF34C9AD5F3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2" name="直線コネクタ 109741">
                  <a:extLst>
                    <a:ext uri="{FF2B5EF4-FFF2-40B4-BE49-F238E27FC236}">
                      <a16:creationId xmlns:a16="http://schemas.microsoft.com/office/drawing/2014/main" id="{06E17F8F-6D28-47DC-B0B6-67DB10406E09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3" name="直線コネクタ 109742">
                  <a:extLst>
                    <a:ext uri="{FF2B5EF4-FFF2-40B4-BE49-F238E27FC236}">
                      <a16:creationId xmlns:a16="http://schemas.microsoft.com/office/drawing/2014/main" id="{95187589-269B-4EBF-9227-E9741D88A05C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4" name="直線コネクタ 109743">
                  <a:extLst>
                    <a:ext uri="{FF2B5EF4-FFF2-40B4-BE49-F238E27FC236}">
                      <a16:creationId xmlns:a16="http://schemas.microsoft.com/office/drawing/2014/main" id="{960B594D-DBFE-444C-AD3B-615219370D4C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5" name="直線コネクタ 109744">
                  <a:extLst>
                    <a:ext uri="{FF2B5EF4-FFF2-40B4-BE49-F238E27FC236}">
                      <a16:creationId xmlns:a16="http://schemas.microsoft.com/office/drawing/2014/main" id="{1284A37B-71EE-46DA-9689-2D1E127941DE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6" name="直線コネクタ 109745">
                  <a:extLst>
                    <a:ext uri="{FF2B5EF4-FFF2-40B4-BE49-F238E27FC236}">
                      <a16:creationId xmlns:a16="http://schemas.microsoft.com/office/drawing/2014/main" id="{10EC5BDA-B011-4515-930F-183AA5FAF989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7" name="直線コネクタ 109746">
                  <a:extLst>
                    <a:ext uri="{FF2B5EF4-FFF2-40B4-BE49-F238E27FC236}">
                      <a16:creationId xmlns:a16="http://schemas.microsoft.com/office/drawing/2014/main" id="{8A57FFFD-4A87-4CDB-8802-5B268758E635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8" name="直線コネクタ 109747">
                  <a:extLst>
                    <a:ext uri="{FF2B5EF4-FFF2-40B4-BE49-F238E27FC236}">
                      <a16:creationId xmlns:a16="http://schemas.microsoft.com/office/drawing/2014/main" id="{D5243E9D-4655-4141-938F-0D0BBEB8D34A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49" name="直線コネクタ 109748">
                  <a:extLst>
                    <a:ext uri="{FF2B5EF4-FFF2-40B4-BE49-F238E27FC236}">
                      <a16:creationId xmlns:a16="http://schemas.microsoft.com/office/drawing/2014/main" id="{2FEFB723-8FAA-4272-92C5-B4ECFB38E11F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0" name="直線コネクタ 109749">
                  <a:extLst>
                    <a:ext uri="{FF2B5EF4-FFF2-40B4-BE49-F238E27FC236}">
                      <a16:creationId xmlns:a16="http://schemas.microsoft.com/office/drawing/2014/main" id="{AFF9FD1A-45FE-429D-B7AD-01CA696D2303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1" name="直線コネクタ 109750">
                  <a:extLst>
                    <a:ext uri="{FF2B5EF4-FFF2-40B4-BE49-F238E27FC236}">
                      <a16:creationId xmlns:a16="http://schemas.microsoft.com/office/drawing/2014/main" id="{36B9300B-A8C8-4DA0-AB04-AE8D50616C92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2" name="直線コネクタ 109751">
                  <a:extLst>
                    <a:ext uri="{FF2B5EF4-FFF2-40B4-BE49-F238E27FC236}">
                      <a16:creationId xmlns:a16="http://schemas.microsoft.com/office/drawing/2014/main" id="{72214105-B984-40C8-B671-F5346762A92D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3" name="直線コネクタ 109752">
                  <a:extLst>
                    <a:ext uri="{FF2B5EF4-FFF2-40B4-BE49-F238E27FC236}">
                      <a16:creationId xmlns:a16="http://schemas.microsoft.com/office/drawing/2014/main" id="{4A71E6AF-4844-46EC-9A04-D2E6B6730F4C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4" name="直線コネクタ 109753">
                  <a:extLst>
                    <a:ext uri="{FF2B5EF4-FFF2-40B4-BE49-F238E27FC236}">
                      <a16:creationId xmlns:a16="http://schemas.microsoft.com/office/drawing/2014/main" id="{2A1E6D5B-C5A2-4F82-BD75-1DD8AA437B56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5" name="直線コネクタ 109754">
                  <a:extLst>
                    <a:ext uri="{FF2B5EF4-FFF2-40B4-BE49-F238E27FC236}">
                      <a16:creationId xmlns:a16="http://schemas.microsoft.com/office/drawing/2014/main" id="{88C5EE87-FCB6-481D-801D-8DDB5FC4D43F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6" name="直線コネクタ 109755">
                  <a:extLst>
                    <a:ext uri="{FF2B5EF4-FFF2-40B4-BE49-F238E27FC236}">
                      <a16:creationId xmlns:a16="http://schemas.microsoft.com/office/drawing/2014/main" id="{2AE9DCF3-2D35-4711-B9BD-DF53DEB1B191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7" name="直線コネクタ 109756">
                  <a:extLst>
                    <a:ext uri="{FF2B5EF4-FFF2-40B4-BE49-F238E27FC236}">
                      <a16:creationId xmlns:a16="http://schemas.microsoft.com/office/drawing/2014/main" id="{4B2B9AE5-A324-49B4-A2B7-F798957B0FFF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8" name="直線コネクタ 109757">
                  <a:extLst>
                    <a:ext uri="{FF2B5EF4-FFF2-40B4-BE49-F238E27FC236}">
                      <a16:creationId xmlns:a16="http://schemas.microsoft.com/office/drawing/2014/main" id="{68416BB8-A2A9-401F-8B9D-9371978C2963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59" name="直線コネクタ 109758">
                  <a:extLst>
                    <a:ext uri="{FF2B5EF4-FFF2-40B4-BE49-F238E27FC236}">
                      <a16:creationId xmlns:a16="http://schemas.microsoft.com/office/drawing/2014/main" id="{B6129FBE-BEE8-411F-8D93-DC7EB6B7D8AB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760" name="直線コネクタ 109759">
                  <a:extLst>
                    <a:ext uri="{FF2B5EF4-FFF2-40B4-BE49-F238E27FC236}">
                      <a16:creationId xmlns:a16="http://schemas.microsoft.com/office/drawing/2014/main" id="{75AB4EAE-3BA1-4833-9F25-BD6E38659728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9278" name="グループ化 109277">
                <a:extLst>
                  <a:ext uri="{FF2B5EF4-FFF2-40B4-BE49-F238E27FC236}">
                    <a16:creationId xmlns:a16="http://schemas.microsoft.com/office/drawing/2014/main" id="{F22DD206-EAE8-4C64-9F3C-7309E0EF234C}"/>
                  </a:ext>
                </a:extLst>
              </p:cNvPr>
              <p:cNvGrpSpPr/>
              <p:nvPr/>
            </p:nvGrpSpPr>
            <p:grpSpPr>
              <a:xfrm rot="16200000">
                <a:off x="3600000" y="36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9279" name="直線コネクタ 109278">
                  <a:extLst>
                    <a:ext uri="{FF2B5EF4-FFF2-40B4-BE49-F238E27FC236}">
                      <a16:creationId xmlns:a16="http://schemas.microsoft.com/office/drawing/2014/main" id="{B7ED1848-95D8-49E7-BA71-AA6768355C2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0" name="直線コネクタ 109279">
                  <a:extLst>
                    <a:ext uri="{FF2B5EF4-FFF2-40B4-BE49-F238E27FC236}">
                      <a16:creationId xmlns:a16="http://schemas.microsoft.com/office/drawing/2014/main" id="{DF0B291E-358F-492E-AB35-41D40370F9D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1" name="直線コネクタ 109280">
                  <a:extLst>
                    <a:ext uri="{FF2B5EF4-FFF2-40B4-BE49-F238E27FC236}">
                      <a16:creationId xmlns:a16="http://schemas.microsoft.com/office/drawing/2014/main" id="{BD5B93BB-C86D-4851-A1D6-05049EC56704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2" name="直線コネクタ 109281">
                  <a:extLst>
                    <a:ext uri="{FF2B5EF4-FFF2-40B4-BE49-F238E27FC236}">
                      <a16:creationId xmlns:a16="http://schemas.microsoft.com/office/drawing/2014/main" id="{F4D48AA2-1AEF-4C32-A814-EA4815D53B25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3" name="直線コネクタ 109282">
                  <a:extLst>
                    <a:ext uri="{FF2B5EF4-FFF2-40B4-BE49-F238E27FC236}">
                      <a16:creationId xmlns:a16="http://schemas.microsoft.com/office/drawing/2014/main" id="{DC4E01DB-F7DB-48EE-870B-0B88459AF55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4" name="直線コネクタ 109283">
                  <a:extLst>
                    <a:ext uri="{FF2B5EF4-FFF2-40B4-BE49-F238E27FC236}">
                      <a16:creationId xmlns:a16="http://schemas.microsoft.com/office/drawing/2014/main" id="{3C0CEB1E-955B-4CBE-B644-5C1B5A74E25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5" name="直線コネクタ 109284">
                  <a:extLst>
                    <a:ext uri="{FF2B5EF4-FFF2-40B4-BE49-F238E27FC236}">
                      <a16:creationId xmlns:a16="http://schemas.microsoft.com/office/drawing/2014/main" id="{C6B6AE33-4684-4E9C-BDC8-2649F25B3E14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6" name="直線コネクタ 109285">
                  <a:extLst>
                    <a:ext uri="{FF2B5EF4-FFF2-40B4-BE49-F238E27FC236}">
                      <a16:creationId xmlns:a16="http://schemas.microsoft.com/office/drawing/2014/main" id="{E7011BCF-8D13-4D64-A585-3A5F659EBF4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7" name="直線コネクタ 109286">
                  <a:extLst>
                    <a:ext uri="{FF2B5EF4-FFF2-40B4-BE49-F238E27FC236}">
                      <a16:creationId xmlns:a16="http://schemas.microsoft.com/office/drawing/2014/main" id="{BAF6D9A9-4704-4964-9300-58687D4E2CAE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8" name="直線コネクタ 109287">
                  <a:extLst>
                    <a:ext uri="{FF2B5EF4-FFF2-40B4-BE49-F238E27FC236}">
                      <a16:creationId xmlns:a16="http://schemas.microsoft.com/office/drawing/2014/main" id="{4B25883F-EA87-4AFB-AF39-144BAC74D1DC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89" name="直線コネクタ 109288">
                  <a:extLst>
                    <a:ext uri="{FF2B5EF4-FFF2-40B4-BE49-F238E27FC236}">
                      <a16:creationId xmlns:a16="http://schemas.microsoft.com/office/drawing/2014/main" id="{929AF77C-B367-437D-808A-33A4FAC1F49B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0" name="直線コネクタ 109289">
                  <a:extLst>
                    <a:ext uri="{FF2B5EF4-FFF2-40B4-BE49-F238E27FC236}">
                      <a16:creationId xmlns:a16="http://schemas.microsoft.com/office/drawing/2014/main" id="{BA4AB5B6-B5DA-4097-82EA-FAF5C8049A79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1" name="直線コネクタ 109290">
                  <a:extLst>
                    <a:ext uri="{FF2B5EF4-FFF2-40B4-BE49-F238E27FC236}">
                      <a16:creationId xmlns:a16="http://schemas.microsoft.com/office/drawing/2014/main" id="{98E90BE4-91EA-4F65-93F3-C47FCB2578D5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2" name="直線コネクタ 109291">
                  <a:extLst>
                    <a:ext uri="{FF2B5EF4-FFF2-40B4-BE49-F238E27FC236}">
                      <a16:creationId xmlns:a16="http://schemas.microsoft.com/office/drawing/2014/main" id="{E33A10F0-AE65-4E0B-B1DE-18BDF0D6A578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3" name="直線コネクタ 109292">
                  <a:extLst>
                    <a:ext uri="{FF2B5EF4-FFF2-40B4-BE49-F238E27FC236}">
                      <a16:creationId xmlns:a16="http://schemas.microsoft.com/office/drawing/2014/main" id="{D0D41788-6259-4C4E-B68E-C5778526141C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4" name="直線コネクタ 109293">
                  <a:extLst>
                    <a:ext uri="{FF2B5EF4-FFF2-40B4-BE49-F238E27FC236}">
                      <a16:creationId xmlns:a16="http://schemas.microsoft.com/office/drawing/2014/main" id="{188FA5DF-26AD-4E13-99BE-AEA8E6E77CAB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5" name="直線コネクタ 109294">
                  <a:extLst>
                    <a:ext uri="{FF2B5EF4-FFF2-40B4-BE49-F238E27FC236}">
                      <a16:creationId xmlns:a16="http://schemas.microsoft.com/office/drawing/2014/main" id="{CC1FEE0B-87DA-4B21-ADF8-5959C7ADA837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6" name="直線コネクタ 109295">
                  <a:extLst>
                    <a:ext uri="{FF2B5EF4-FFF2-40B4-BE49-F238E27FC236}">
                      <a16:creationId xmlns:a16="http://schemas.microsoft.com/office/drawing/2014/main" id="{4CE19E0B-C52B-4FA4-BC5C-C22C1182E7E9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7" name="直線コネクタ 109296">
                  <a:extLst>
                    <a:ext uri="{FF2B5EF4-FFF2-40B4-BE49-F238E27FC236}">
                      <a16:creationId xmlns:a16="http://schemas.microsoft.com/office/drawing/2014/main" id="{51059E08-48B2-4A38-B1C1-131945217D9A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8" name="直線コネクタ 109297">
                  <a:extLst>
                    <a:ext uri="{FF2B5EF4-FFF2-40B4-BE49-F238E27FC236}">
                      <a16:creationId xmlns:a16="http://schemas.microsoft.com/office/drawing/2014/main" id="{BE7B8AEB-41A9-4171-ADCB-BB91DCB38279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99" name="直線コネクタ 109298">
                  <a:extLst>
                    <a:ext uri="{FF2B5EF4-FFF2-40B4-BE49-F238E27FC236}">
                      <a16:creationId xmlns:a16="http://schemas.microsoft.com/office/drawing/2014/main" id="{FFFFE39A-8863-4C0C-9463-E049BAF329F5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0" name="直線コネクタ 109299">
                  <a:extLst>
                    <a:ext uri="{FF2B5EF4-FFF2-40B4-BE49-F238E27FC236}">
                      <a16:creationId xmlns:a16="http://schemas.microsoft.com/office/drawing/2014/main" id="{FD086F9F-FDAD-42FD-9D36-673DB9273647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1" name="直線コネクタ 109300">
                  <a:extLst>
                    <a:ext uri="{FF2B5EF4-FFF2-40B4-BE49-F238E27FC236}">
                      <a16:creationId xmlns:a16="http://schemas.microsoft.com/office/drawing/2014/main" id="{0C3A3BEE-7FB6-421E-ACE1-8854BA55623A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2" name="直線コネクタ 109301">
                  <a:extLst>
                    <a:ext uri="{FF2B5EF4-FFF2-40B4-BE49-F238E27FC236}">
                      <a16:creationId xmlns:a16="http://schemas.microsoft.com/office/drawing/2014/main" id="{6DF40997-6C76-4241-8E8E-501A0FA8B6D9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3" name="直線コネクタ 109302">
                  <a:extLst>
                    <a:ext uri="{FF2B5EF4-FFF2-40B4-BE49-F238E27FC236}">
                      <a16:creationId xmlns:a16="http://schemas.microsoft.com/office/drawing/2014/main" id="{CE437474-D181-407E-A3BC-CA907AB1A15F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4" name="直線コネクタ 109303">
                  <a:extLst>
                    <a:ext uri="{FF2B5EF4-FFF2-40B4-BE49-F238E27FC236}">
                      <a16:creationId xmlns:a16="http://schemas.microsoft.com/office/drawing/2014/main" id="{ABCBC48F-A306-43F0-A51E-019AE2086EDA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5" name="直線コネクタ 109304">
                  <a:extLst>
                    <a:ext uri="{FF2B5EF4-FFF2-40B4-BE49-F238E27FC236}">
                      <a16:creationId xmlns:a16="http://schemas.microsoft.com/office/drawing/2014/main" id="{4F32439A-B887-410E-BFF4-088C81F374A2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6" name="直線コネクタ 109305">
                  <a:extLst>
                    <a:ext uri="{FF2B5EF4-FFF2-40B4-BE49-F238E27FC236}">
                      <a16:creationId xmlns:a16="http://schemas.microsoft.com/office/drawing/2014/main" id="{BC493FC5-EDD1-4270-95E7-D2D150119D68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7" name="直線コネクタ 109306">
                  <a:extLst>
                    <a:ext uri="{FF2B5EF4-FFF2-40B4-BE49-F238E27FC236}">
                      <a16:creationId xmlns:a16="http://schemas.microsoft.com/office/drawing/2014/main" id="{9EA0349B-EB77-4064-9316-477FCD40477B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8" name="直線コネクタ 109307">
                  <a:extLst>
                    <a:ext uri="{FF2B5EF4-FFF2-40B4-BE49-F238E27FC236}">
                      <a16:creationId xmlns:a16="http://schemas.microsoft.com/office/drawing/2014/main" id="{2D0CDA21-167D-4536-AE56-1843C3C787BA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09" name="直線コネクタ 109308">
                  <a:extLst>
                    <a:ext uri="{FF2B5EF4-FFF2-40B4-BE49-F238E27FC236}">
                      <a16:creationId xmlns:a16="http://schemas.microsoft.com/office/drawing/2014/main" id="{A25E74D4-F851-469D-B003-A584C664D203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0" name="直線コネクタ 109309">
                  <a:extLst>
                    <a:ext uri="{FF2B5EF4-FFF2-40B4-BE49-F238E27FC236}">
                      <a16:creationId xmlns:a16="http://schemas.microsoft.com/office/drawing/2014/main" id="{41839516-DFA2-4100-B7B1-47BAC3D01A16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1" name="直線コネクタ 109310">
                  <a:extLst>
                    <a:ext uri="{FF2B5EF4-FFF2-40B4-BE49-F238E27FC236}">
                      <a16:creationId xmlns:a16="http://schemas.microsoft.com/office/drawing/2014/main" id="{71A4C8D2-E018-4EBD-88BC-2C62093E6172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2" name="直線コネクタ 109311">
                  <a:extLst>
                    <a:ext uri="{FF2B5EF4-FFF2-40B4-BE49-F238E27FC236}">
                      <a16:creationId xmlns:a16="http://schemas.microsoft.com/office/drawing/2014/main" id="{0054031F-0FF9-4D6D-BC18-588F94183B4A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3" name="直線コネクタ 109312">
                  <a:extLst>
                    <a:ext uri="{FF2B5EF4-FFF2-40B4-BE49-F238E27FC236}">
                      <a16:creationId xmlns:a16="http://schemas.microsoft.com/office/drawing/2014/main" id="{243B58F1-C8A9-4D21-B4D8-0D389EF7CDFF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4" name="直線コネクタ 109313">
                  <a:extLst>
                    <a:ext uri="{FF2B5EF4-FFF2-40B4-BE49-F238E27FC236}">
                      <a16:creationId xmlns:a16="http://schemas.microsoft.com/office/drawing/2014/main" id="{1C3CA0B9-FF95-4AB2-903F-C100388E36B4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5" name="直線コネクタ 109314">
                  <a:extLst>
                    <a:ext uri="{FF2B5EF4-FFF2-40B4-BE49-F238E27FC236}">
                      <a16:creationId xmlns:a16="http://schemas.microsoft.com/office/drawing/2014/main" id="{CAFFA2B9-0080-4DF2-AF8C-AF18E465B1DA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6" name="直線コネクタ 109315">
                  <a:extLst>
                    <a:ext uri="{FF2B5EF4-FFF2-40B4-BE49-F238E27FC236}">
                      <a16:creationId xmlns:a16="http://schemas.microsoft.com/office/drawing/2014/main" id="{0DAD2FF1-C6E0-4167-ABBF-F6496259BBE8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7" name="直線コネクタ 109316">
                  <a:extLst>
                    <a:ext uri="{FF2B5EF4-FFF2-40B4-BE49-F238E27FC236}">
                      <a16:creationId xmlns:a16="http://schemas.microsoft.com/office/drawing/2014/main" id="{9EA9C686-43C7-40E2-846A-BF341C300F6A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8" name="直線コネクタ 109317">
                  <a:extLst>
                    <a:ext uri="{FF2B5EF4-FFF2-40B4-BE49-F238E27FC236}">
                      <a16:creationId xmlns:a16="http://schemas.microsoft.com/office/drawing/2014/main" id="{B8002194-AB12-46AA-AEE1-527C990F921D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19" name="直線コネクタ 109318">
                  <a:extLst>
                    <a:ext uri="{FF2B5EF4-FFF2-40B4-BE49-F238E27FC236}">
                      <a16:creationId xmlns:a16="http://schemas.microsoft.com/office/drawing/2014/main" id="{B9D7C1FF-08DE-4BEC-9788-C4C23AA140D0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0" name="直線コネクタ 109319">
                  <a:extLst>
                    <a:ext uri="{FF2B5EF4-FFF2-40B4-BE49-F238E27FC236}">
                      <a16:creationId xmlns:a16="http://schemas.microsoft.com/office/drawing/2014/main" id="{A770720D-144F-4600-93B0-F36BEF17DDDF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1" name="直線コネクタ 109320">
                  <a:extLst>
                    <a:ext uri="{FF2B5EF4-FFF2-40B4-BE49-F238E27FC236}">
                      <a16:creationId xmlns:a16="http://schemas.microsoft.com/office/drawing/2014/main" id="{0FF9E3B0-68C2-4841-8512-7803A539E74F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2" name="直線コネクタ 109321">
                  <a:extLst>
                    <a:ext uri="{FF2B5EF4-FFF2-40B4-BE49-F238E27FC236}">
                      <a16:creationId xmlns:a16="http://schemas.microsoft.com/office/drawing/2014/main" id="{956C1E12-EF5F-43A4-9141-899AF23C3245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3" name="直線コネクタ 109322">
                  <a:extLst>
                    <a:ext uri="{FF2B5EF4-FFF2-40B4-BE49-F238E27FC236}">
                      <a16:creationId xmlns:a16="http://schemas.microsoft.com/office/drawing/2014/main" id="{F4725AC6-4158-4788-B8EC-8EA2A00607F8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4" name="直線コネクタ 109323">
                  <a:extLst>
                    <a:ext uri="{FF2B5EF4-FFF2-40B4-BE49-F238E27FC236}">
                      <a16:creationId xmlns:a16="http://schemas.microsoft.com/office/drawing/2014/main" id="{ECCF5927-EF04-4E4B-A301-D64A4CC0E4E5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5" name="直線コネクタ 109324">
                  <a:extLst>
                    <a:ext uri="{FF2B5EF4-FFF2-40B4-BE49-F238E27FC236}">
                      <a16:creationId xmlns:a16="http://schemas.microsoft.com/office/drawing/2014/main" id="{BCB4756D-0D51-4216-8507-43E82E6309FF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6" name="直線コネクタ 109325">
                  <a:extLst>
                    <a:ext uri="{FF2B5EF4-FFF2-40B4-BE49-F238E27FC236}">
                      <a16:creationId xmlns:a16="http://schemas.microsoft.com/office/drawing/2014/main" id="{3377F4E8-B9C5-4738-994C-03EFC80AB16D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7" name="直線コネクタ 109326">
                  <a:extLst>
                    <a:ext uri="{FF2B5EF4-FFF2-40B4-BE49-F238E27FC236}">
                      <a16:creationId xmlns:a16="http://schemas.microsoft.com/office/drawing/2014/main" id="{322098CE-6B83-4113-86B3-F1E0270AAB6B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8" name="直線コネクタ 109327">
                  <a:extLst>
                    <a:ext uri="{FF2B5EF4-FFF2-40B4-BE49-F238E27FC236}">
                      <a16:creationId xmlns:a16="http://schemas.microsoft.com/office/drawing/2014/main" id="{40B505F7-3B78-436E-9A1B-D03200C42A79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29" name="直線コネクタ 109328">
                  <a:extLst>
                    <a:ext uri="{FF2B5EF4-FFF2-40B4-BE49-F238E27FC236}">
                      <a16:creationId xmlns:a16="http://schemas.microsoft.com/office/drawing/2014/main" id="{BBF8E271-9807-44B5-AD06-9650D72FEDD0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0" name="直線コネクタ 109329">
                  <a:extLst>
                    <a:ext uri="{FF2B5EF4-FFF2-40B4-BE49-F238E27FC236}">
                      <a16:creationId xmlns:a16="http://schemas.microsoft.com/office/drawing/2014/main" id="{64246741-1FCD-48AC-A046-11611D551E56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1" name="直線コネクタ 109330">
                  <a:extLst>
                    <a:ext uri="{FF2B5EF4-FFF2-40B4-BE49-F238E27FC236}">
                      <a16:creationId xmlns:a16="http://schemas.microsoft.com/office/drawing/2014/main" id="{5F4128C7-EA2B-4F94-8E22-A7972248275B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2" name="直線コネクタ 109331">
                  <a:extLst>
                    <a:ext uri="{FF2B5EF4-FFF2-40B4-BE49-F238E27FC236}">
                      <a16:creationId xmlns:a16="http://schemas.microsoft.com/office/drawing/2014/main" id="{E8D45519-39D1-4AF1-86A4-0DC0878CF7FB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3" name="直線コネクタ 109332">
                  <a:extLst>
                    <a:ext uri="{FF2B5EF4-FFF2-40B4-BE49-F238E27FC236}">
                      <a16:creationId xmlns:a16="http://schemas.microsoft.com/office/drawing/2014/main" id="{7A827384-EA55-4FF6-8B7C-806ED1CAAA9A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4" name="直線コネクタ 109333">
                  <a:extLst>
                    <a:ext uri="{FF2B5EF4-FFF2-40B4-BE49-F238E27FC236}">
                      <a16:creationId xmlns:a16="http://schemas.microsoft.com/office/drawing/2014/main" id="{D76CBD0A-6977-4826-B48B-9AD6DD6035C6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5" name="直線コネクタ 109334">
                  <a:extLst>
                    <a:ext uri="{FF2B5EF4-FFF2-40B4-BE49-F238E27FC236}">
                      <a16:creationId xmlns:a16="http://schemas.microsoft.com/office/drawing/2014/main" id="{B51F49B0-DBE2-4C36-BDE5-BA9793A7DCEC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6" name="直線コネクタ 109335">
                  <a:extLst>
                    <a:ext uri="{FF2B5EF4-FFF2-40B4-BE49-F238E27FC236}">
                      <a16:creationId xmlns:a16="http://schemas.microsoft.com/office/drawing/2014/main" id="{D50B7728-5423-4691-A5AD-00A69007278E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7" name="直線コネクタ 109336">
                  <a:extLst>
                    <a:ext uri="{FF2B5EF4-FFF2-40B4-BE49-F238E27FC236}">
                      <a16:creationId xmlns:a16="http://schemas.microsoft.com/office/drawing/2014/main" id="{65BE94E6-C052-4138-8B10-CC86EC9D65F5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8" name="直線コネクタ 109337">
                  <a:extLst>
                    <a:ext uri="{FF2B5EF4-FFF2-40B4-BE49-F238E27FC236}">
                      <a16:creationId xmlns:a16="http://schemas.microsoft.com/office/drawing/2014/main" id="{7FE780A9-B8D2-4001-808F-3DAF1C5A1D87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39" name="直線コネクタ 109338">
                  <a:extLst>
                    <a:ext uri="{FF2B5EF4-FFF2-40B4-BE49-F238E27FC236}">
                      <a16:creationId xmlns:a16="http://schemas.microsoft.com/office/drawing/2014/main" id="{C8D46F25-5239-4DC3-A8F0-85B0947E6F90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0" name="直線コネクタ 109339">
                  <a:extLst>
                    <a:ext uri="{FF2B5EF4-FFF2-40B4-BE49-F238E27FC236}">
                      <a16:creationId xmlns:a16="http://schemas.microsoft.com/office/drawing/2014/main" id="{1B1BD3CE-E4A4-471A-9525-CBBAB7D8540F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1" name="直線コネクタ 109340">
                  <a:extLst>
                    <a:ext uri="{FF2B5EF4-FFF2-40B4-BE49-F238E27FC236}">
                      <a16:creationId xmlns:a16="http://schemas.microsoft.com/office/drawing/2014/main" id="{BCE2C7E7-CD89-49DA-9651-56DB941D7B84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2" name="直線コネクタ 109341">
                  <a:extLst>
                    <a:ext uri="{FF2B5EF4-FFF2-40B4-BE49-F238E27FC236}">
                      <a16:creationId xmlns:a16="http://schemas.microsoft.com/office/drawing/2014/main" id="{E9A61BA1-0F8D-4E68-9627-C844D03E2243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3" name="直線コネクタ 109342">
                  <a:extLst>
                    <a:ext uri="{FF2B5EF4-FFF2-40B4-BE49-F238E27FC236}">
                      <a16:creationId xmlns:a16="http://schemas.microsoft.com/office/drawing/2014/main" id="{9D44E721-F653-4F32-9A08-2D55CD5B2DEC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4" name="直線コネクタ 109343">
                  <a:extLst>
                    <a:ext uri="{FF2B5EF4-FFF2-40B4-BE49-F238E27FC236}">
                      <a16:creationId xmlns:a16="http://schemas.microsoft.com/office/drawing/2014/main" id="{C164F1FF-BEC4-4129-BB27-A44D31E580A9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5" name="直線コネクタ 109344">
                  <a:extLst>
                    <a:ext uri="{FF2B5EF4-FFF2-40B4-BE49-F238E27FC236}">
                      <a16:creationId xmlns:a16="http://schemas.microsoft.com/office/drawing/2014/main" id="{15390EE4-B27C-4332-8299-1CF5E89EAAAF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6" name="直線コネクタ 109345">
                  <a:extLst>
                    <a:ext uri="{FF2B5EF4-FFF2-40B4-BE49-F238E27FC236}">
                      <a16:creationId xmlns:a16="http://schemas.microsoft.com/office/drawing/2014/main" id="{A4FA82F4-4272-4A3C-AF83-1D6FB7F3364E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7" name="直線コネクタ 109346">
                  <a:extLst>
                    <a:ext uri="{FF2B5EF4-FFF2-40B4-BE49-F238E27FC236}">
                      <a16:creationId xmlns:a16="http://schemas.microsoft.com/office/drawing/2014/main" id="{35078B6A-ABCD-4CF4-B0D6-2D7104ACF791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8" name="直線コネクタ 109347">
                  <a:extLst>
                    <a:ext uri="{FF2B5EF4-FFF2-40B4-BE49-F238E27FC236}">
                      <a16:creationId xmlns:a16="http://schemas.microsoft.com/office/drawing/2014/main" id="{A0C54115-A85D-4BD3-B630-029D83B0D18F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49" name="直線コネクタ 109348">
                  <a:extLst>
                    <a:ext uri="{FF2B5EF4-FFF2-40B4-BE49-F238E27FC236}">
                      <a16:creationId xmlns:a16="http://schemas.microsoft.com/office/drawing/2014/main" id="{C1B5655E-0116-40C5-9DA8-5AD5190B5F93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0" name="直線コネクタ 109349">
                  <a:extLst>
                    <a:ext uri="{FF2B5EF4-FFF2-40B4-BE49-F238E27FC236}">
                      <a16:creationId xmlns:a16="http://schemas.microsoft.com/office/drawing/2014/main" id="{DF31947D-090F-40DF-9C14-98E2F65A81EA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1" name="直線コネクタ 109350">
                  <a:extLst>
                    <a:ext uri="{FF2B5EF4-FFF2-40B4-BE49-F238E27FC236}">
                      <a16:creationId xmlns:a16="http://schemas.microsoft.com/office/drawing/2014/main" id="{941CDCFE-9DF7-4FAE-A0F9-672B0ED0E77D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2" name="直線コネクタ 109351">
                  <a:extLst>
                    <a:ext uri="{FF2B5EF4-FFF2-40B4-BE49-F238E27FC236}">
                      <a16:creationId xmlns:a16="http://schemas.microsoft.com/office/drawing/2014/main" id="{6BDAFD33-46DF-45A6-8E8D-BE50DDA5BE07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3" name="直線コネクタ 109352">
                  <a:extLst>
                    <a:ext uri="{FF2B5EF4-FFF2-40B4-BE49-F238E27FC236}">
                      <a16:creationId xmlns:a16="http://schemas.microsoft.com/office/drawing/2014/main" id="{C5EC3D1C-9D65-4C15-AD79-583B59DD23A9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4" name="直線コネクタ 109353">
                  <a:extLst>
                    <a:ext uri="{FF2B5EF4-FFF2-40B4-BE49-F238E27FC236}">
                      <a16:creationId xmlns:a16="http://schemas.microsoft.com/office/drawing/2014/main" id="{14A53282-B273-4C1D-9257-782FABE91673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5" name="直線コネクタ 109354">
                  <a:extLst>
                    <a:ext uri="{FF2B5EF4-FFF2-40B4-BE49-F238E27FC236}">
                      <a16:creationId xmlns:a16="http://schemas.microsoft.com/office/drawing/2014/main" id="{300150E5-4BED-4BF1-B74E-75FB6346F3E6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6" name="直線コネクタ 109355">
                  <a:extLst>
                    <a:ext uri="{FF2B5EF4-FFF2-40B4-BE49-F238E27FC236}">
                      <a16:creationId xmlns:a16="http://schemas.microsoft.com/office/drawing/2014/main" id="{FF43014B-1EE9-4181-81FC-A2BF956A7D45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7" name="直線コネクタ 109356">
                  <a:extLst>
                    <a:ext uri="{FF2B5EF4-FFF2-40B4-BE49-F238E27FC236}">
                      <a16:creationId xmlns:a16="http://schemas.microsoft.com/office/drawing/2014/main" id="{7230C79A-91A0-4E90-850A-EBF8CDC24600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8" name="直線コネクタ 109357">
                  <a:extLst>
                    <a:ext uri="{FF2B5EF4-FFF2-40B4-BE49-F238E27FC236}">
                      <a16:creationId xmlns:a16="http://schemas.microsoft.com/office/drawing/2014/main" id="{6CCDE4E2-F7CC-40ED-BA9F-DAF9C64694E9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59" name="直線コネクタ 109358">
                  <a:extLst>
                    <a:ext uri="{FF2B5EF4-FFF2-40B4-BE49-F238E27FC236}">
                      <a16:creationId xmlns:a16="http://schemas.microsoft.com/office/drawing/2014/main" id="{B9A8BA04-1B41-418B-8C9C-82ADAA9F5E0E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0" name="直線コネクタ 109359">
                  <a:extLst>
                    <a:ext uri="{FF2B5EF4-FFF2-40B4-BE49-F238E27FC236}">
                      <a16:creationId xmlns:a16="http://schemas.microsoft.com/office/drawing/2014/main" id="{761253D8-34E6-443D-A1D5-3BF176F15D87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1" name="直線コネクタ 109360">
                  <a:extLst>
                    <a:ext uri="{FF2B5EF4-FFF2-40B4-BE49-F238E27FC236}">
                      <a16:creationId xmlns:a16="http://schemas.microsoft.com/office/drawing/2014/main" id="{B8E360E5-D7C4-44D1-A873-9069340C0DBD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2" name="直線コネクタ 109361">
                  <a:extLst>
                    <a:ext uri="{FF2B5EF4-FFF2-40B4-BE49-F238E27FC236}">
                      <a16:creationId xmlns:a16="http://schemas.microsoft.com/office/drawing/2014/main" id="{50E75615-F809-4D39-85AE-9406DA7070D8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3" name="直線コネクタ 109362">
                  <a:extLst>
                    <a:ext uri="{FF2B5EF4-FFF2-40B4-BE49-F238E27FC236}">
                      <a16:creationId xmlns:a16="http://schemas.microsoft.com/office/drawing/2014/main" id="{4AC5E9F6-AF00-4316-A472-A25CF8E5D36A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4" name="直線コネクタ 109363">
                  <a:extLst>
                    <a:ext uri="{FF2B5EF4-FFF2-40B4-BE49-F238E27FC236}">
                      <a16:creationId xmlns:a16="http://schemas.microsoft.com/office/drawing/2014/main" id="{DB001191-EE71-48B1-AE4F-70CA99AC17E4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5" name="直線コネクタ 109364">
                  <a:extLst>
                    <a:ext uri="{FF2B5EF4-FFF2-40B4-BE49-F238E27FC236}">
                      <a16:creationId xmlns:a16="http://schemas.microsoft.com/office/drawing/2014/main" id="{C459F5B2-7CF6-435E-B57F-01F13BD3F524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6" name="直線コネクタ 109365">
                  <a:extLst>
                    <a:ext uri="{FF2B5EF4-FFF2-40B4-BE49-F238E27FC236}">
                      <a16:creationId xmlns:a16="http://schemas.microsoft.com/office/drawing/2014/main" id="{FA606042-4C0E-4931-86F2-A00525C41BB9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7" name="直線コネクタ 109366">
                  <a:extLst>
                    <a:ext uri="{FF2B5EF4-FFF2-40B4-BE49-F238E27FC236}">
                      <a16:creationId xmlns:a16="http://schemas.microsoft.com/office/drawing/2014/main" id="{E110F503-1490-4F26-80DA-07D7AE924FC7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8" name="直線コネクタ 109367">
                  <a:extLst>
                    <a:ext uri="{FF2B5EF4-FFF2-40B4-BE49-F238E27FC236}">
                      <a16:creationId xmlns:a16="http://schemas.microsoft.com/office/drawing/2014/main" id="{1E72472B-EE3C-49B5-8531-0C29FB7EF80B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69" name="直線コネクタ 109368">
                  <a:extLst>
                    <a:ext uri="{FF2B5EF4-FFF2-40B4-BE49-F238E27FC236}">
                      <a16:creationId xmlns:a16="http://schemas.microsoft.com/office/drawing/2014/main" id="{D4362E7A-ABD3-4372-878F-F9650165E0EE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0" name="直線コネクタ 109369">
                  <a:extLst>
                    <a:ext uri="{FF2B5EF4-FFF2-40B4-BE49-F238E27FC236}">
                      <a16:creationId xmlns:a16="http://schemas.microsoft.com/office/drawing/2014/main" id="{31E0C0FE-A923-4ACD-A4A1-1B8384E3D903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1" name="直線コネクタ 109370">
                  <a:extLst>
                    <a:ext uri="{FF2B5EF4-FFF2-40B4-BE49-F238E27FC236}">
                      <a16:creationId xmlns:a16="http://schemas.microsoft.com/office/drawing/2014/main" id="{D51562CA-B7DB-45CE-8D8A-771901D0C38E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2" name="直線コネクタ 109371">
                  <a:extLst>
                    <a:ext uri="{FF2B5EF4-FFF2-40B4-BE49-F238E27FC236}">
                      <a16:creationId xmlns:a16="http://schemas.microsoft.com/office/drawing/2014/main" id="{735CAB4B-289E-44B7-9708-2780FC55B3A2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3" name="直線コネクタ 109372">
                  <a:extLst>
                    <a:ext uri="{FF2B5EF4-FFF2-40B4-BE49-F238E27FC236}">
                      <a16:creationId xmlns:a16="http://schemas.microsoft.com/office/drawing/2014/main" id="{D1337F03-80FD-4E4F-B39D-A260F0D55FBF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4" name="直線コネクタ 109373">
                  <a:extLst>
                    <a:ext uri="{FF2B5EF4-FFF2-40B4-BE49-F238E27FC236}">
                      <a16:creationId xmlns:a16="http://schemas.microsoft.com/office/drawing/2014/main" id="{3EB9DC7B-92E9-42AB-AE82-148F4C7C73A3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5" name="直線コネクタ 109374">
                  <a:extLst>
                    <a:ext uri="{FF2B5EF4-FFF2-40B4-BE49-F238E27FC236}">
                      <a16:creationId xmlns:a16="http://schemas.microsoft.com/office/drawing/2014/main" id="{98DC273D-9DB3-4DB4-9866-008D2FE87F93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6" name="直線コネクタ 109375">
                  <a:extLst>
                    <a:ext uri="{FF2B5EF4-FFF2-40B4-BE49-F238E27FC236}">
                      <a16:creationId xmlns:a16="http://schemas.microsoft.com/office/drawing/2014/main" id="{70052550-CE32-499E-8F9D-23E330ABF3A0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7" name="直線コネクタ 109376">
                  <a:extLst>
                    <a:ext uri="{FF2B5EF4-FFF2-40B4-BE49-F238E27FC236}">
                      <a16:creationId xmlns:a16="http://schemas.microsoft.com/office/drawing/2014/main" id="{4ECC528E-9932-46A8-86FD-11D7E161C600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8" name="直線コネクタ 109377">
                  <a:extLst>
                    <a:ext uri="{FF2B5EF4-FFF2-40B4-BE49-F238E27FC236}">
                      <a16:creationId xmlns:a16="http://schemas.microsoft.com/office/drawing/2014/main" id="{33D3C1A7-C38C-4B88-A9CF-859526CBFBD0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79" name="直線コネクタ 109378">
                  <a:extLst>
                    <a:ext uri="{FF2B5EF4-FFF2-40B4-BE49-F238E27FC236}">
                      <a16:creationId xmlns:a16="http://schemas.microsoft.com/office/drawing/2014/main" id="{3B472566-4EE3-4C2D-9197-06467CF45BDD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0" name="直線コネクタ 109379">
                  <a:extLst>
                    <a:ext uri="{FF2B5EF4-FFF2-40B4-BE49-F238E27FC236}">
                      <a16:creationId xmlns:a16="http://schemas.microsoft.com/office/drawing/2014/main" id="{27F487BC-AA2F-4874-98E3-0E7AEA7DE51B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1" name="直線コネクタ 109380">
                  <a:extLst>
                    <a:ext uri="{FF2B5EF4-FFF2-40B4-BE49-F238E27FC236}">
                      <a16:creationId xmlns:a16="http://schemas.microsoft.com/office/drawing/2014/main" id="{A4097E25-B6CC-4685-BF47-8F3A43CE62E6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2" name="直線コネクタ 109381">
                  <a:extLst>
                    <a:ext uri="{FF2B5EF4-FFF2-40B4-BE49-F238E27FC236}">
                      <a16:creationId xmlns:a16="http://schemas.microsoft.com/office/drawing/2014/main" id="{79B1367C-EB26-4F21-B144-218A2296DAA2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3" name="直線コネクタ 109382">
                  <a:extLst>
                    <a:ext uri="{FF2B5EF4-FFF2-40B4-BE49-F238E27FC236}">
                      <a16:creationId xmlns:a16="http://schemas.microsoft.com/office/drawing/2014/main" id="{B276D0B8-9D9B-4AEF-8BE9-EA49D645B8F1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4" name="直線コネクタ 109383">
                  <a:extLst>
                    <a:ext uri="{FF2B5EF4-FFF2-40B4-BE49-F238E27FC236}">
                      <a16:creationId xmlns:a16="http://schemas.microsoft.com/office/drawing/2014/main" id="{7E7B0DF5-6C6E-4605-A00D-57E457F104AB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5" name="直線コネクタ 109384">
                  <a:extLst>
                    <a:ext uri="{FF2B5EF4-FFF2-40B4-BE49-F238E27FC236}">
                      <a16:creationId xmlns:a16="http://schemas.microsoft.com/office/drawing/2014/main" id="{18D754F2-06DC-4446-A9CC-0D3E24256093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6" name="直線コネクタ 109385">
                  <a:extLst>
                    <a:ext uri="{FF2B5EF4-FFF2-40B4-BE49-F238E27FC236}">
                      <a16:creationId xmlns:a16="http://schemas.microsoft.com/office/drawing/2014/main" id="{0BB35071-62FA-4831-B2CE-E7B65867D150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7" name="直線コネクタ 109386">
                  <a:extLst>
                    <a:ext uri="{FF2B5EF4-FFF2-40B4-BE49-F238E27FC236}">
                      <a16:creationId xmlns:a16="http://schemas.microsoft.com/office/drawing/2014/main" id="{87337176-F214-4CA1-B639-00C871995CB9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8" name="直線コネクタ 109387">
                  <a:extLst>
                    <a:ext uri="{FF2B5EF4-FFF2-40B4-BE49-F238E27FC236}">
                      <a16:creationId xmlns:a16="http://schemas.microsoft.com/office/drawing/2014/main" id="{1150020B-CEB1-4E4D-AE6E-4A973FA2BBAD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89" name="直線コネクタ 109388">
                  <a:extLst>
                    <a:ext uri="{FF2B5EF4-FFF2-40B4-BE49-F238E27FC236}">
                      <a16:creationId xmlns:a16="http://schemas.microsoft.com/office/drawing/2014/main" id="{86BE4F7F-23B5-4E38-A42D-F1EEDD7E455F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0" name="直線コネクタ 109389">
                  <a:extLst>
                    <a:ext uri="{FF2B5EF4-FFF2-40B4-BE49-F238E27FC236}">
                      <a16:creationId xmlns:a16="http://schemas.microsoft.com/office/drawing/2014/main" id="{4DA03D3A-FF46-45DC-BD2B-F8A80DE2AFD1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1" name="直線コネクタ 109390">
                  <a:extLst>
                    <a:ext uri="{FF2B5EF4-FFF2-40B4-BE49-F238E27FC236}">
                      <a16:creationId xmlns:a16="http://schemas.microsoft.com/office/drawing/2014/main" id="{8DB1201D-2B36-4E79-9D39-2EDC85BEE92D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2" name="直線コネクタ 109391">
                  <a:extLst>
                    <a:ext uri="{FF2B5EF4-FFF2-40B4-BE49-F238E27FC236}">
                      <a16:creationId xmlns:a16="http://schemas.microsoft.com/office/drawing/2014/main" id="{70BFDB51-23FA-45F1-ADF4-94123C650FCD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3" name="直線コネクタ 109392">
                  <a:extLst>
                    <a:ext uri="{FF2B5EF4-FFF2-40B4-BE49-F238E27FC236}">
                      <a16:creationId xmlns:a16="http://schemas.microsoft.com/office/drawing/2014/main" id="{BAFEDE8D-3DA3-4804-84FB-194B68B4F8DB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4" name="直線コネクタ 109393">
                  <a:extLst>
                    <a:ext uri="{FF2B5EF4-FFF2-40B4-BE49-F238E27FC236}">
                      <a16:creationId xmlns:a16="http://schemas.microsoft.com/office/drawing/2014/main" id="{8E6391B7-5FC6-4E1C-92D8-88E674109E03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5" name="直線コネクタ 109394">
                  <a:extLst>
                    <a:ext uri="{FF2B5EF4-FFF2-40B4-BE49-F238E27FC236}">
                      <a16:creationId xmlns:a16="http://schemas.microsoft.com/office/drawing/2014/main" id="{67FB6E81-EA9A-4B02-9199-A69DBD80501A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6" name="直線コネクタ 109395">
                  <a:extLst>
                    <a:ext uri="{FF2B5EF4-FFF2-40B4-BE49-F238E27FC236}">
                      <a16:creationId xmlns:a16="http://schemas.microsoft.com/office/drawing/2014/main" id="{C8F299A0-96B7-40BC-B245-28E669D031A4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7" name="直線コネクタ 109396">
                  <a:extLst>
                    <a:ext uri="{FF2B5EF4-FFF2-40B4-BE49-F238E27FC236}">
                      <a16:creationId xmlns:a16="http://schemas.microsoft.com/office/drawing/2014/main" id="{57A799BA-8794-4C0F-B1FD-DF7B0D0A930C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8" name="直線コネクタ 109397">
                  <a:extLst>
                    <a:ext uri="{FF2B5EF4-FFF2-40B4-BE49-F238E27FC236}">
                      <a16:creationId xmlns:a16="http://schemas.microsoft.com/office/drawing/2014/main" id="{0422617E-7223-4F8D-A7C3-76F301B5D550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399" name="直線コネクタ 109398">
                  <a:extLst>
                    <a:ext uri="{FF2B5EF4-FFF2-40B4-BE49-F238E27FC236}">
                      <a16:creationId xmlns:a16="http://schemas.microsoft.com/office/drawing/2014/main" id="{7EC5EA74-17AA-46AC-ADE5-A144627130B2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0" name="直線コネクタ 109399">
                  <a:extLst>
                    <a:ext uri="{FF2B5EF4-FFF2-40B4-BE49-F238E27FC236}">
                      <a16:creationId xmlns:a16="http://schemas.microsoft.com/office/drawing/2014/main" id="{07605430-320E-4686-B742-332375DD498B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1" name="直線コネクタ 109400">
                  <a:extLst>
                    <a:ext uri="{FF2B5EF4-FFF2-40B4-BE49-F238E27FC236}">
                      <a16:creationId xmlns:a16="http://schemas.microsoft.com/office/drawing/2014/main" id="{822AFD17-13B5-4938-BBC6-0977DAFCDF7E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2" name="直線コネクタ 109401">
                  <a:extLst>
                    <a:ext uri="{FF2B5EF4-FFF2-40B4-BE49-F238E27FC236}">
                      <a16:creationId xmlns:a16="http://schemas.microsoft.com/office/drawing/2014/main" id="{A6445111-C0F9-45DD-BEB4-E800BC1491EC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3" name="直線コネクタ 109402">
                  <a:extLst>
                    <a:ext uri="{FF2B5EF4-FFF2-40B4-BE49-F238E27FC236}">
                      <a16:creationId xmlns:a16="http://schemas.microsoft.com/office/drawing/2014/main" id="{712D691D-E830-4E17-AD47-DC3A85B4FBA3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4" name="直線コネクタ 109403">
                  <a:extLst>
                    <a:ext uri="{FF2B5EF4-FFF2-40B4-BE49-F238E27FC236}">
                      <a16:creationId xmlns:a16="http://schemas.microsoft.com/office/drawing/2014/main" id="{19D9FC3C-77DF-4FEE-8CB2-1F29B5B59E94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5" name="直線コネクタ 109404">
                  <a:extLst>
                    <a:ext uri="{FF2B5EF4-FFF2-40B4-BE49-F238E27FC236}">
                      <a16:creationId xmlns:a16="http://schemas.microsoft.com/office/drawing/2014/main" id="{3566F174-FF42-4BDC-93E6-3F14693AAB3E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6" name="直線コネクタ 109405">
                  <a:extLst>
                    <a:ext uri="{FF2B5EF4-FFF2-40B4-BE49-F238E27FC236}">
                      <a16:creationId xmlns:a16="http://schemas.microsoft.com/office/drawing/2014/main" id="{FA586A5B-F1A0-4681-91C1-FFCCF0F1FF46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7" name="直線コネクタ 109406">
                  <a:extLst>
                    <a:ext uri="{FF2B5EF4-FFF2-40B4-BE49-F238E27FC236}">
                      <a16:creationId xmlns:a16="http://schemas.microsoft.com/office/drawing/2014/main" id="{3CFBF6AC-7C87-4385-BDA5-F0221D88830C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8" name="直線コネクタ 109407">
                  <a:extLst>
                    <a:ext uri="{FF2B5EF4-FFF2-40B4-BE49-F238E27FC236}">
                      <a16:creationId xmlns:a16="http://schemas.microsoft.com/office/drawing/2014/main" id="{738881F9-F2D8-41AC-8FFF-180EBFB83C3D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09" name="直線コネクタ 109408">
                  <a:extLst>
                    <a:ext uri="{FF2B5EF4-FFF2-40B4-BE49-F238E27FC236}">
                      <a16:creationId xmlns:a16="http://schemas.microsoft.com/office/drawing/2014/main" id="{189DE4E2-C329-40F3-8186-A1347BF0ECCC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0" name="直線コネクタ 109409">
                  <a:extLst>
                    <a:ext uri="{FF2B5EF4-FFF2-40B4-BE49-F238E27FC236}">
                      <a16:creationId xmlns:a16="http://schemas.microsoft.com/office/drawing/2014/main" id="{72F427C7-04BD-4ABE-B7E5-0BA6B7CAA6AE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1" name="直線コネクタ 109410">
                  <a:extLst>
                    <a:ext uri="{FF2B5EF4-FFF2-40B4-BE49-F238E27FC236}">
                      <a16:creationId xmlns:a16="http://schemas.microsoft.com/office/drawing/2014/main" id="{4E6474C0-5EBD-48A7-BD4C-F51D0D05AD33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2" name="直線コネクタ 109411">
                  <a:extLst>
                    <a:ext uri="{FF2B5EF4-FFF2-40B4-BE49-F238E27FC236}">
                      <a16:creationId xmlns:a16="http://schemas.microsoft.com/office/drawing/2014/main" id="{170D30DF-015D-4450-A66D-5E0D430CE9DA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3" name="直線コネクタ 109412">
                  <a:extLst>
                    <a:ext uri="{FF2B5EF4-FFF2-40B4-BE49-F238E27FC236}">
                      <a16:creationId xmlns:a16="http://schemas.microsoft.com/office/drawing/2014/main" id="{314B13FF-D487-461D-B134-E7AA12A57644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4" name="直線コネクタ 109413">
                  <a:extLst>
                    <a:ext uri="{FF2B5EF4-FFF2-40B4-BE49-F238E27FC236}">
                      <a16:creationId xmlns:a16="http://schemas.microsoft.com/office/drawing/2014/main" id="{13AEA84E-683F-4B8C-8B62-CB93CC3A780C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5" name="直線コネクタ 109414">
                  <a:extLst>
                    <a:ext uri="{FF2B5EF4-FFF2-40B4-BE49-F238E27FC236}">
                      <a16:creationId xmlns:a16="http://schemas.microsoft.com/office/drawing/2014/main" id="{5D60E963-89FC-40CD-B8C3-BAC0672013F7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6" name="直線コネクタ 109415">
                  <a:extLst>
                    <a:ext uri="{FF2B5EF4-FFF2-40B4-BE49-F238E27FC236}">
                      <a16:creationId xmlns:a16="http://schemas.microsoft.com/office/drawing/2014/main" id="{2743575E-6D14-4A2F-9377-721C34FD8CA8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7" name="直線コネクタ 109416">
                  <a:extLst>
                    <a:ext uri="{FF2B5EF4-FFF2-40B4-BE49-F238E27FC236}">
                      <a16:creationId xmlns:a16="http://schemas.microsoft.com/office/drawing/2014/main" id="{1F061784-39BC-484D-AC95-FDAC6C6211D6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8" name="直線コネクタ 109417">
                  <a:extLst>
                    <a:ext uri="{FF2B5EF4-FFF2-40B4-BE49-F238E27FC236}">
                      <a16:creationId xmlns:a16="http://schemas.microsoft.com/office/drawing/2014/main" id="{DCFC768E-D11F-45C9-B9C6-671F6176261C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19" name="直線コネクタ 109418">
                  <a:extLst>
                    <a:ext uri="{FF2B5EF4-FFF2-40B4-BE49-F238E27FC236}">
                      <a16:creationId xmlns:a16="http://schemas.microsoft.com/office/drawing/2014/main" id="{C8E32386-B801-4E4B-9B4F-DB7FF8FE7C5C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0" name="直線コネクタ 109419">
                  <a:extLst>
                    <a:ext uri="{FF2B5EF4-FFF2-40B4-BE49-F238E27FC236}">
                      <a16:creationId xmlns:a16="http://schemas.microsoft.com/office/drawing/2014/main" id="{0DA66F46-8682-4B10-B20C-B45D3938665B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1" name="直線コネクタ 109420">
                  <a:extLst>
                    <a:ext uri="{FF2B5EF4-FFF2-40B4-BE49-F238E27FC236}">
                      <a16:creationId xmlns:a16="http://schemas.microsoft.com/office/drawing/2014/main" id="{E09010F0-3FCE-4517-B8CA-A1DBAFCD724A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2" name="直線コネクタ 109421">
                  <a:extLst>
                    <a:ext uri="{FF2B5EF4-FFF2-40B4-BE49-F238E27FC236}">
                      <a16:creationId xmlns:a16="http://schemas.microsoft.com/office/drawing/2014/main" id="{4379491B-E4D1-4397-B25A-5EF0BA2DA96C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3" name="直線コネクタ 109422">
                  <a:extLst>
                    <a:ext uri="{FF2B5EF4-FFF2-40B4-BE49-F238E27FC236}">
                      <a16:creationId xmlns:a16="http://schemas.microsoft.com/office/drawing/2014/main" id="{ED042860-C239-4A30-B2AE-BA03A7BFE6E7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4" name="直線コネクタ 109423">
                  <a:extLst>
                    <a:ext uri="{FF2B5EF4-FFF2-40B4-BE49-F238E27FC236}">
                      <a16:creationId xmlns:a16="http://schemas.microsoft.com/office/drawing/2014/main" id="{AD6842BD-B319-476A-A321-0F3A81C674CA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5" name="直線コネクタ 109424">
                  <a:extLst>
                    <a:ext uri="{FF2B5EF4-FFF2-40B4-BE49-F238E27FC236}">
                      <a16:creationId xmlns:a16="http://schemas.microsoft.com/office/drawing/2014/main" id="{9C0152ED-97A7-4E5F-9F93-EA3DDCC2D4B8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6" name="直線コネクタ 109425">
                  <a:extLst>
                    <a:ext uri="{FF2B5EF4-FFF2-40B4-BE49-F238E27FC236}">
                      <a16:creationId xmlns:a16="http://schemas.microsoft.com/office/drawing/2014/main" id="{341ECC7D-DDA1-4A50-AEBF-29FE008DDD1C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7" name="直線コネクタ 109426">
                  <a:extLst>
                    <a:ext uri="{FF2B5EF4-FFF2-40B4-BE49-F238E27FC236}">
                      <a16:creationId xmlns:a16="http://schemas.microsoft.com/office/drawing/2014/main" id="{FECB542A-DB87-4C40-9E4C-415787F38BA5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8" name="直線コネクタ 109427">
                  <a:extLst>
                    <a:ext uri="{FF2B5EF4-FFF2-40B4-BE49-F238E27FC236}">
                      <a16:creationId xmlns:a16="http://schemas.microsoft.com/office/drawing/2014/main" id="{49C8879D-49E3-40DA-A178-37A48731B5EC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29" name="直線コネクタ 109428">
                  <a:extLst>
                    <a:ext uri="{FF2B5EF4-FFF2-40B4-BE49-F238E27FC236}">
                      <a16:creationId xmlns:a16="http://schemas.microsoft.com/office/drawing/2014/main" id="{C3838B0C-3C6F-4F64-BCD4-24217316EE71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0" name="直線コネクタ 109429">
                  <a:extLst>
                    <a:ext uri="{FF2B5EF4-FFF2-40B4-BE49-F238E27FC236}">
                      <a16:creationId xmlns:a16="http://schemas.microsoft.com/office/drawing/2014/main" id="{BADD2237-9491-4AAC-AA15-6D6667024CEB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1" name="直線コネクタ 109430">
                  <a:extLst>
                    <a:ext uri="{FF2B5EF4-FFF2-40B4-BE49-F238E27FC236}">
                      <a16:creationId xmlns:a16="http://schemas.microsoft.com/office/drawing/2014/main" id="{F55DF018-7B83-46BC-96FF-D4DFDB9D9DE6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2" name="直線コネクタ 109431">
                  <a:extLst>
                    <a:ext uri="{FF2B5EF4-FFF2-40B4-BE49-F238E27FC236}">
                      <a16:creationId xmlns:a16="http://schemas.microsoft.com/office/drawing/2014/main" id="{D3A7EE2C-5808-4C57-958A-3EBC1F2456C9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3" name="直線コネクタ 109432">
                  <a:extLst>
                    <a:ext uri="{FF2B5EF4-FFF2-40B4-BE49-F238E27FC236}">
                      <a16:creationId xmlns:a16="http://schemas.microsoft.com/office/drawing/2014/main" id="{4C490C85-9B81-47E5-A052-A194C7C6D279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4" name="直線コネクタ 109433">
                  <a:extLst>
                    <a:ext uri="{FF2B5EF4-FFF2-40B4-BE49-F238E27FC236}">
                      <a16:creationId xmlns:a16="http://schemas.microsoft.com/office/drawing/2014/main" id="{39D13471-16A7-49A2-82F1-1D3A21FB6DC9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5" name="直線コネクタ 109434">
                  <a:extLst>
                    <a:ext uri="{FF2B5EF4-FFF2-40B4-BE49-F238E27FC236}">
                      <a16:creationId xmlns:a16="http://schemas.microsoft.com/office/drawing/2014/main" id="{486B9F0F-E458-4BBF-9150-7C97F56D763D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6" name="直線コネクタ 109435">
                  <a:extLst>
                    <a:ext uri="{FF2B5EF4-FFF2-40B4-BE49-F238E27FC236}">
                      <a16:creationId xmlns:a16="http://schemas.microsoft.com/office/drawing/2014/main" id="{CAD4B45A-444F-455A-86B0-FE99A37B244B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7" name="直線コネクタ 109436">
                  <a:extLst>
                    <a:ext uri="{FF2B5EF4-FFF2-40B4-BE49-F238E27FC236}">
                      <a16:creationId xmlns:a16="http://schemas.microsoft.com/office/drawing/2014/main" id="{0529B691-9DE8-4562-9D82-ABEAD0CF3046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8" name="直線コネクタ 109437">
                  <a:extLst>
                    <a:ext uri="{FF2B5EF4-FFF2-40B4-BE49-F238E27FC236}">
                      <a16:creationId xmlns:a16="http://schemas.microsoft.com/office/drawing/2014/main" id="{47292484-0E1F-47B9-8F2C-F2DF41597531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39" name="直線コネクタ 109438">
                  <a:extLst>
                    <a:ext uri="{FF2B5EF4-FFF2-40B4-BE49-F238E27FC236}">
                      <a16:creationId xmlns:a16="http://schemas.microsoft.com/office/drawing/2014/main" id="{95DC8E82-60FC-4864-B477-F3836CDC315C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0" name="直線コネクタ 109439">
                  <a:extLst>
                    <a:ext uri="{FF2B5EF4-FFF2-40B4-BE49-F238E27FC236}">
                      <a16:creationId xmlns:a16="http://schemas.microsoft.com/office/drawing/2014/main" id="{877B0820-50C9-43D1-8650-6881D7C2E5DB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1" name="直線コネクタ 109440">
                  <a:extLst>
                    <a:ext uri="{FF2B5EF4-FFF2-40B4-BE49-F238E27FC236}">
                      <a16:creationId xmlns:a16="http://schemas.microsoft.com/office/drawing/2014/main" id="{DD27ACB0-5868-430B-AB29-E764470F5E29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2" name="直線コネクタ 109441">
                  <a:extLst>
                    <a:ext uri="{FF2B5EF4-FFF2-40B4-BE49-F238E27FC236}">
                      <a16:creationId xmlns:a16="http://schemas.microsoft.com/office/drawing/2014/main" id="{3D230774-0171-476A-8A85-91F6C19EBE7C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3" name="直線コネクタ 109442">
                  <a:extLst>
                    <a:ext uri="{FF2B5EF4-FFF2-40B4-BE49-F238E27FC236}">
                      <a16:creationId xmlns:a16="http://schemas.microsoft.com/office/drawing/2014/main" id="{103E79B6-E2B1-476B-87C8-F7F2C9680DD9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4" name="直線コネクタ 109443">
                  <a:extLst>
                    <a:ext uri="{FF2B5EF4-FFF2-40B4-BE49-F238E27FC236}">
                      <a16:creationId xmlns:a16="http://schemas.microsoft.com/office/drawing/2014/main" id="{48FE6A56-223A-4D02-83BF-0E2723B09AAB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5" name="直線コネクタ 109444">
                  <a:extLst>
                    <a:ext uri="{FF2B5EF4-FFF2-40B4-BE49-F238E27FC236}">
                      <a16:creationId xmlns:a16="http://schemas.microsoft.com/office/drawing/2014/main" id="{5C63C979-736A-477D-8899-BF1310544922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6" name="直線コネクタ 109445">
                  <a:extLst>
                    <a:ext uri="{FF2B5EF4-FFF2-40B4-BE49-F238E27FC236}">
                      <a16:creationId xmlns:a16="http://schemas.microsoft.com/office/drawing/2014/main" id="{5CE574C8-0A21-497C-AA0E-C335BDFD3AF0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7" name="直線コネクタ 109446">
                  <a:extLst>
                    <a:ext uri="{FF2B5EF4-FFF2-40B4-BE49-F238E27FC236}">
                      <a16:creationId xmlns:a16="http://schemas.microsoft.com/office/drawing/2014/main" id="{8D21DC55-83C8-4CBD-9DDD-88AD86503FE2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8" name="直線コネクタ 109447">
                  <a:extLst>
                    <a:ext uri="{FF2B5EF4-FFF2-40B4-BE49-F238E27FC236}">
                      <a16:creationId xmlns:a16="http://schemas.microsoft.com/office/drawing/2014/main" id="{7E1C5731-379B-4274-9558-B167A34D52F6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49" name="直線コネクタ 109448">
                  <a:extLst>
                    <a:ext uri="{FF2B5EF4-FFF2-40B4-BE49-F238E27FC236}">
                      <a16:creationId xmlns:a16="http://schemas.microsoft.com/office/drawing/2014/main" id="{5E76292A-2C5F-4781-B906-4B7153DB90F1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0" name="直線コネクタ 109449">
                  <a:extLst>
                    <a:ext uri="{FF2B5EF4-FFF2-40B4-BE49-F238E27FC236}">
                      <a16:creationId xmlns:a16="http://schemas.microsoft.com/office/drawing/2014/main" id="{FD89D6E9-237F-46AF-B9D5-28591119BC66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1" name="直線コネクタ 109450">
                  <a:extLst>
                    <a:ext uri="{FF2B5EF4-FFF2-40B4-BE49-F238E27FC236}">
                      <a16:creationId xmlns:a16="http://schemas.microsoft.com/office/drawing/2014/main" id="{F3ABEE3A-9D46-474F-8C99-90CCA2844FCD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2" name="直線コネクタ 109451">
                  <a:extLst>
                    <a:ext uri="{FF2B5EF4-FFF2-40B4-BE49-F238E27FC236}">
                      <a16:creationId xmlns:a16="http://schemas.microsoft.com/office/drawing/2014/main" id="{E6037C2B-0D29-48AE-92AA-77FCB1A4C922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3" name="直線コネクタ 109452">
                  <a:extLst>
                    <a:ext uri="{FF2B5EF4-FFF2-40B4-BE49-F238E27FC236}">
                      <a16:creationId xmlns:a16="http://schemas.microsoft.com/office/drawing/2014/main" id="{B78D61F7-6025-426E-9D84-44D878990E19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4" name="直線コネクタ 109453">
                  <a:extLst>
                    <a:ext uri="{FF2B5EF4-FFF2-40B4-BE49-F238E27FC236}">
                      <a16:creationId xmlns:a16="http://schemas.microsoft.com/office/drawing/2014/main" id="{01DD41D3-48F2-4817-9534-1655BE05AC39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5" name="直線コネクタ 109454">
                  <a:extLst>
                    <a:ext uri="{FF2B5EF4-FFF2-40B4-BE49-F238E27FC236}">
                      <a16:creationId xmlns:a16="http://schemas.microsoft.com/office/drawing/2014/main" id="{B9989CE5-1DDE-4B34-AE77-8912ADC3E7DB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6" name="直線コネクタ 109455">
                  <a:extLst>
                    <a:ext uri="{FF2B5EF4-FFF2-40B4-BE49-F238E27FC236}">
                      <a16:creationId xmlns:a16="http://schemas.microsoft.com/office/drawing/2014/main" id="{7603ADBC-EF4C-410F-9C22-E38769587503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7" name="直線コネクタ 109456">
                  <a:extLst>
                    <a:ext uri="{FF2B5EF4-FFF2-40B4-BE49-F238E27FC236}">
                      <a16:creationId xmlns:a16="http://schemas.microsoft.com/office/drawing/2014/main" id="{BC44E214-3319-4FBD-B6D1-93A66E827E0F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8" name="直線コネクタ 109457">
                  <a:extLst>
                    <a:ext uri="{FF2B5EF4-FFF2-40B4-BE49-F238E27FC236}">
                      <a16:creationId xmlns:a16="http://schemas.microsoft.com/office/drawing/2014/main" id="{8A216DA1-4605-4C2F-BCD2-93E9A86EE7EF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59" name="直線コネクタ 109458">
                  <a:extLst>
                    <a:ext uri="{FF2B5EF4-FFF2-40B4-BE49-F238E27FC236}">
                      <a16:creationId xmlns:a16="http://schemas.microsoft.com/office/drawing/2014/main" id="{BC3ACFA8-0C11-44A9-92A8-41488684795C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0" name="直線コネクタ 109459">
                  <a:extLst>
                    <a:ext uri="{FF2B5EF4-FFF2-40B4-BE49-F238E27FC236}">
                      <a16:creationId xmlns:a16="http://schemas.microsoft.com/office/drawing/2014/main" id="{315A03FA-173A-4E42-B982-41C147F391DA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1" name="直線コネクタ 109460">
                  <a:extLst>
                    <a:ext uri="{FF2B5EF4-FFF2-40B4-BE49-F238E27FC236}">
                      <a16:creationId xmlns:a16="http://schemas.microsoft.com/office/drawing/2014/main" id="{3B953B66-BFAE-4667-8BF0-3448333AAC71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2" name="直線コネクタ 109461">
                  <a:extLst>
                    <a:ext uri="{FF2B5EF4-FFF2-40B4-BE49-F238E27FC236}">
                      <a16:creationId xmlns:a16="http://schemas.microsoft.com/office/drawing/2014/main" id="{E6480F7C-EDA7-4B78-89A1-CEC8AF7F76AC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3" name="直線コネクタ 109462">
                  <a:extLst>
                    <a:ext uri="{FF2B5EF4-FFF2-40B4-BE49-F238E27FC236}">
                      <a16:creationId xmlns:a16="http://schemas.microsoft.com/office/drawing/2014/main" id="{7B8C2DD4-F9C5-40F4-9151-61A9AB165FD9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4" name="直線コネクタ 109463">
                  <a:extLst>
                    <a:ext uri="{FF2B5EF4-FFF2-40B4-BE49-F238E27FC236}">
                      <a16:creationId xmlns:a16="http://schemas.microsoft.com/office/drawing/2014/main" id="{2074D105-F402-4DB2-87F8-C070C022A517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5" name="直線コネクタ 109464">
                  <a:extLst>
                    <a:ext uri="{FF2B5EF4-FFF2-40B4-BE49-F238E27FC236}">
                      <a16:creationId xmlns:a16="http://schemas.microsoft.com/office/drawing/2014/main" id="{4A6C5EB8-8A98-40C6-8854-F99744D915FE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6" name="直線コネクタ 109465">
                  <a:extLst>
                    <a:ext uri="{FF2B5EF4-FFF2-40B4-BE49-F238E27FC236}">
                      <a16:creationId xmlns:a16="http://schemas.microsoft.com/office/drawing/2014/main" id="{779ABCCA-207A-4ECE-83E9-C5CFF221B01C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7" name="直線コネクタ 109466">
                  <a:extLst>
                    <a:ext uri="{FF2B5EF4-FFF2-40B4-BE49-F238E27FC236}">
                      <a16:creationId xmlns:a16="http://schemas.microsoft.com/office/drawing/2014/main" id="{6A8558BD-D9DD-4164-9695-B7A97B18A020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8" name="直線コネクタ 109467">
                  <a:extLst>
                    <a:ext uri="{FF2B5EF4-FFF2-40B4-BE49-F238E27FC236}">
                      <a16:creationId xmlns:a16="http://schemas.microsoft.com/office/drawing/2014/main" id="{8A86974A-1020-4557-BE07-DAB5B8C65765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69" name="直線コネクタ 109468">
                  <a:extLst>
                    <a:ext uri="{FF2B5EF4-FFF2-40B4-BE49-F238E27FC236}">
                      <a16:creationId xmlns:a16="http://schemas.microsoft.com/office/drawing/2014/main" id="{CE6028B4-FBC7-48B4-987E-9872AA2BDDFF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0" name="直線コネクタ 109469">
                  <a:extLst>
                    <a:ext uri="{FF2B5EF4-FFF2-40B4-BE49-F238E27FC236}">
                      <a16:creationId xmlns:a16="http://schemas.microsoft.com/office/drawing/2014/main" id="{25732B83-3E4A-4B9A-8EF6-3B424FA3AB26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1" name="直線コネクタ 109470">
                  <a:extLst>
                    <a:ext uri="{FF2B5EF4-FFF2-40B4-BE49-F238E27FC236}">
                      <a16:creationId xmlns:a16="http://schemas.microsoft.com/office/drawing/2014/main" id="{921828C9-0183-4372-B231-206F31113BE1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2" name="直線コネクタ 109471">
                  <a:extLst>
                    <a:ext uri="{FF2B5EF4-FFF2-40B4-BE49-F238E27FC236}">
                      <a16:creationId xmlns:a16="http://schemas.microsoft.com/office/drawing/2014/main" id="{8EB479C0-B921-4384-B10E-C28E2E85446F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3" name="直線コネクタ 109472">
                  <a:extLst>
                    <a:ext uri="{FF2B5EF4-FFF2-40B4-BE49-F238E27FC236}">
                      <a16:creationId xmlns:a16="http://schemas.microsoft.com/office/drawing/2014/main" id="{326A83B8-0EF1-4D76-952F-509784D72D5B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4" name="直線コネクタ 109473">
                  <a:extLst>
                    <a:ext uri="{FF2B5EF4-FFF2-40B4-BE49-F238E27FC236}">
                      <a16:creationId xmlns:a16="http://schemas.microsoft.com/office/drawing/2014/main" id="{57E94C77-71A4-4F6D-BA23-66AFCDB80FCD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5" name="直線コネクタ 109474">
                  <a:extLst>
                    <a:ext uri="{FF2B5EF4-FFF2-40B4-BE49-F238E27FC236}">
                      <a16:creationId xmlns:a16="http://schemas.microsoft.com/office/drawing/2014/main" id="{9BE3ACBB-D8D2-4175-9A66-47AE53CDD940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6" name="直線コネクタ 109475">
                  <a:extLst>
                    <a:ext uri="{FF2B5EF4-FFF2-40B4-BE49-F238E27FC236}">
                      <a16:creationId xmlns:a16="http://schemas.microsoft.com/office/drawing/2014/main" id="{C0BEA5C7-809C-4875-B48A-E89813155A18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7" name="直線コネクタ 109476">
                  <a:extLst>
                    <a:ext uri="{FF2B5EF4-FFF2-40B4-BE49-F238E27FC236}">
                      <a16:creationId xmlns:a16="http://schemas.microsoft.com/office/drawing/2014/main" id="{379D9E0A-500C-40C7-82F1-247A5F81495B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8" name="直線コネクタ 109477">
                  <a:extLst>
                    <a:ext uri="{FF2B5EF4-FFF2-40B4-BE49-F238E27FC236}">
                      <a16:creationId xmlns:a16="http://schemas.microsoft.com/office/drawing/2014/main" id="{C173BAFA-572D-496A-B911-3B3F4F39530B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79" name="直線コネクタ 109478">
                  <a:extLst>
                    <a:ext uri="{FF2B5EF4-FFF2-40B4-BE49-F238E27FC236}">
                      <a16:creationId xmlns:a16="http://schemas.microsoft.com/office/drawing/2014/main" id="{7EAD9B8E-E039-45CE-B66A-B5DFF2AC0CBA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0" name="直線コネクタ 109479">
                  <a:extLst>
                    <a:ext uri="{FF2B5EF4-FFF2-40B4-BE49-F238E27FC236}">
                      <a16:creationId xmlns:a16="http://schemas.microsoft.com/office/drawing/2014/main" id="{46727913-D56C-40DA-BF5A-C4AE3E55AB76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1" name="直線コネクタ 109480">
                  <a:extLst>
                    <a:ext uri="{FF2B5EF4-FFF2-40B4-BE49-F238E27FC236}">
                      <a16:creationId xmlns:a16="http://schemas.microsoft.com/office/drawing/2014/main" id="{A8CEBB68-6472-4902-83AF-1302DCCEA82D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2" name="直線コネクタ 109481">
                  <a:extLst>
                    <a:ext uri="{FF2B5EF4-FFF2-40B4-BE49-F238E27FC236}">
                      <a16:creationId xmlns:a16="http://schemas.microsoft.com/office/drawing/2014/main" id="{B4AE9B78-8B8C-42B4-9238-BEAC29C2E0A1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3" name="直線コネクタ 109482">
                  <a:extLst>
                    <a:ext uri="{FF2B5EF4-FFF2-40B4-BE49-F238E27FC236}">
                      <a16:creationId xmlns:a16="http://schemas.microsoft.com/office/drawing/2014/main" id="{44D5A1BA-BC2A-4D0D-A1B1-A22992672FAD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4" name="直線コネクタ 109483">
                  <a:extLst>
                    <a:ext uri="{FF2B5EF4-FFF2-40B4-BE49-F238E27FC236}">
                      <a16:creationId xmlns:a16="http://schemas.microsoft.com/office/drawing/2014/main" id="{60465EAD-B008-47E3-9253-DB755AEB4938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5" name="直線コネクタ 109484">
                  <a:extLst>
                    <a:ext uri="{FF2B5EF4-FFF2-40B4-BE49-F238E27FC236}">
                      <a16:creationId xmlns:a16="http://schemas.microsoft.com/office/drawing/2014/main" id="{45044EB7-63E4-4972-895D-65BE6CDF99F5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6" name="直線コネクタ 109485">
                  <a:extLst>
                    <a:ext uri="{FF2B5EF4-FFF2-40B4-BE49-F238E27FC236}">
                      <a16:creationId xmlns:a16="http://schemas.microsoft.com/office/drawing/2014/main" id="{2EA02F38-94BE-495A-8A48-1BDD81C9FCC4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7" name="直線コネクタ 109486">
                  <a:extLst>
                    <a:ext uri="{FF2B5EF4-FFF2-40B4-BE49-F238E27FC236}">
                      <a16:creationId xmlns:a16="http://schemas.microsoft.com/office/drawing/2014/main" id="{797C1110-C24C-4F5F-A4DD-734937D33229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8" name="直線コネクタ 109487">
                  <a:extLst>
                    <a:ext uri="{FF2B5EF4-FFF2-40B4-BE49-F238E27FC236}">
                      <a16:creationId xmlns:a16="http://schemas.microsoft.com/office/drawing/2014/main" id="{C1BFA463-E74B-4553-9B34-5BD039122386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89" name="直線コネクタ 109488">
                  <a:extLst>
                    <a:ext uri="{FF2B5EF4-FFF2-40B4-BE49-F238E27FC236}">
                      <a16:creationId xmlns:a16="http://schemas.microsoft.com/office/drawing/2014/main" id="{52E6224B-7D4A-4EAB-8B6B-4068D71C1BDB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0" name="直線コネクタ 109489">
                  <a:extLst>
                    <a:ext uri="{FF2B5EF4-FFF2-40B4-BE49-F238E27FC236}">
                      <a16:creationId xmlns:a16="http://schemas.microsoft.com/office/drawing/2014/main" id="{9109C73B-70D1-433D-8780-FD30D3D7FC48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1" name="直線コネクタ 109490">
                  <a:extLst>
                    <a:ext uri="{FF2B5EF4-FFF2-40B4-BE49-F238E27FC236}">
                      <a16:creationId xmlns:a16="http://schemas.microsoft.com/office/drawing/2014/main" id="{170058F8-B5F5-4D55-B6DC-54C92F01000A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2" name="直線コネクタ 109491">
                  <a:extLst>
                    <a:ext uri="{FF2B5EF4-FFF2-40B4-BE49-F238E27FC236}">
                      <a16:creationId xmlns:a16="http://schemas.microsoft.com/office/drawing/2014/main" id="{6C76E99D-06E4-4726-8BC3-873A1892FFDF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3" name="直線コネクタ 109492">
                  <a:extLst>
                    <a:ext uri="{FF2B5EF4-FFF2-40B4-BE49-F238E27FC236}">
                      <a16:creationId xmlns:a16="http://schemas.microsoft.com/office/drawing/2014/main" id="{D6B11CAB-EE3E-4740-B8EB-521C6C146DE0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4" name="直線コネクタ 109493">
                  <a:extLst>
                    <a:ext uri="{FF2B5EF4-FFF2-40B4-BE49-F238E27FC236}">
                      <a16:creationId xmlns:a16="http://schemas.microsoft.com/office/drawing/2014/main" id="{C3C4A5BE-1FFE-40A6-89B1-CFB7CD7C10BA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5" name="直線コネクタ 109494">
                  <a:extLst>
                    <a:ext uri="{FF2B5EF4-FFF2-40B4-BE49-F238E27FC236}">
                      <a16:creationId xmlns:a16="http://schemas.microsoft.com/office/drawing/2014/main" id="{5178C859-2C35-4C5A-84DC-279C63BB2309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6" name="直線コネクタ 109495">
                  <a:extLst>
                    <a:ext uri="{FF2B5EF4-FFF2-40B4-BE49-F238E27FC236}">
                      <a16:creationId xmlns:a16="http://schemas.microsoft.com/office/drawing/2014/main" id="{8FD27F48-3F5E-4D09-97EC-C159948313EA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7" name="直線コネクタ 109496">
                  <a:extLst>
                    <a:ext uri="{FF2B5EF4-FFF2-40B4-BE49-F238E27FC236}">
                      <a16:creationId xmlns:a16="http://schemas.microsoft.com/office/drawing/2014/main" id="{113B18D2-3808-4DB8-B34A-75C556EB1ACA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8" name="直線コネクタ 109497">
                  <a:extLst>
                    <a:ext uri="{FF2B5EF4-FFF2-40B4-BE49-F238E27FC236}">
                      <a16:creationId xmlns:a16="http://schemas.microsoft.com/office/drawing/2014/main" id="{9C94994C-FE22-407A-A895-C92402370901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499" name="直線コネクタ 109498">
                  <a:extLst>
                    <a:ext uri="{FF2B5EF4-FFF2-40B4-BE49-F238E27FC236}">
                      <a16:creationId xmlns:a16="http://schemas.microsoft.com/office/drawing/2014/main" id="{B283B6CF-0404-4DBF-B7E3-AC58ADDD49B6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0" name="直線コネクタ 109499">
                  <a:extLst>
                    <a:ext uri="{FF2B5EF4-FFF2-40B4-BE49-F238E27FC236}">
                      <a16:creationId xmlns:a16="http://schemas.microsoft.com/office/drawing/2014/main" id="{63AF5852-5E8C-468E-8C6A-2DF5D695460A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1" name="直線コネクタ 109500">
                  <a:extLst>
                    <a:ext uri="{FF2B5EF4-FFF2-40B4-BE49-F238E27FC236}">
                      <a16:creationId xmlns:a16="http://schemas.microsoft.com/office/drawing/2014/main" id="{B45715D8-3C86-4646-A9A9-157FA6C55EA6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2" name="直線コネクタ 109501">
                  <a:extLst>
                    <a:ext uri="{FF2B5EF4-FFF2-40B4-BE49-F238E27FC236}">
                      <a16:creationId xmlns:a16="http://schemas.microsoft.com/office/drawing/2014/main" id="{BD39F838-D50F-4F7B-89B8-74567E5D2BD4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3" name="直線コネクタ 109502">
                  <a:extLst>
                    <a:ext uri="{FF2B5EF4-FFF2-40B4-BE49-F238E27FC236}">
                      <a16:creationId xmlns:a16="http://schemas.microsoft.com/office/drawing/2014/main" id="{50C7E2C5-28F3-43B4-970D-A4B7888240CC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4" name="直線コネクタ 109503">
                  <a:extLst>
                    <a:ext uri="{FF2B5EF4-FFF2-40B4-BE49-F238E27FC236}">
                      <a16:creationId xmlns:a16="http://schemas.microsoft.com/office/drawing/2014/main" id="{6A02E31B-CD18-4405-8EDB-525436428C9A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5" name="直線コネクタ 109504">
                  <a:extLst>
                    <a:ext uri="{FF2B5EF4-FFF2-40B4-BE49-F238E27FC236}">
                      <a16:creationId xmlns:a16="http://schemas.microsoft.com/office/drawing/2014/main" id="{B6A0D791-2EB0-452F-8FED-1681BBF2AA12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6" name="直線コネクタ 109505">
                  <a:extLst>
                    <a:ext uri="{FF2B5EF4-FFF2-40B4-BE49-F238E27FC236}">
                      <a16:creationId xmlns:a16="http://schemas.microsoft.com/office/drawing/2014/main" id="{84259345-7D26-4433-A6D9-860C1F0525F5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7" name="直線コネクタ 109506">
                  <a:extLst>
                    <a:ext uri="{FF2B5EF4-FFF2-40B4-BE49-F238E27FC236}">
                      <a16:creationId xmlns:a16="http://schemas.microsoft.com/office/drawing/2014/main" id="{388D1BAA-AB1A-4BE6-B820-E1E03FFA5F3F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8" name="直線コネクタ 109507">
                  <a:extLst>
                    <a:ext uri="{FF2B5EF4-FFF2-40B4-BE49-F238E27FC236}">
                      <a16:creationId xmlns:a16="http://schemas.microsoft.com/office/drawing/2014/main" id="{2F035731-A3CB-4306-B217-A187F1F65A2B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09" name="直線コネクタ 109508">
                  <a:extLst>
                    <a:ext uri="{FF2B5EF4-FFF2-40B4-BE49-F238E27FC236}">
                      <a16:creationId xmlns:a16="http://schemas.microsoft.com/office/drawing/2014/main" id="{16882B75-60FB-4690-9D4A-BC3E6CF3D0D4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0" name="直線コネクタ 109509">
                  <a:extLst>
                    <a:ext uri="{FF2B5EF4-FFF2-40B4-BE49-F238E27FC236}">
                      <a16:creationId xmlns:a16="http://schemas.microsoft.com/office/drawing/2014/main" id="{64D19619-856F-4CC0-A058-30D14957E741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1" name="直線コネクタ 109510">
                  <a:extLst>
                    <a:ext uri="{FF2B5EF4-FFF2-40B4-BE49-F238E27FC236}">
                      <a16:creationId xmlns:a16="http://schemas.microsoft.com/office/drawing/2014/main" id="{816160A6-D2DA-44F4-9665-286340742DB2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2" name="直線コネクタ 109511">
                  <a:extLst>
                    <a:ext uri="{FF2B5EF4-FFF2-40B4-BE49-F238E27FC236}">
                      <a16:creationId xmlns:a16="http://schemas.microsoft.com/office/drawing/2014/main" id="{3278304A-63B5-4120-A899-F80E2664C0B1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3" name="直線コネクタ 109512">
                  <a:extLst>
                    <a:ext uri="{FF2B5EF4-FFF2-40B4-BE49-F238E27FC236}">
                      <a16:creationId xmlns:a16="http://schemas.microsoft.com/office/drawing/2014/main" id="{E562AB34-6E3B-40B3-AD89-DEE84CC1C18C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4" name="直線コネクタ 109513">
                  <a:extLst>
                    <a:ext uri="{FF2B5EF4-FFF2-40B4-BE49-F238E27FC236}">
                      <a16:creationId xmlns:a16="http://schemas.microsoft.com/office/drawing/2014/main" id="{C2F4BCFE-8A5F-4499-A282-207792BDECCC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5" name="直線コネクタ 109514">
                  <a:extLst>
                    <a:ext uri="{FF2B5EF4-FFF2-40B4-BE49-F238E27FC236}">
                      <a16:creationId xmlns:a16="http://schemas.microsoft.com/office/drawing/2014/main" id="{E31A76A7-AC55-4706-AF46-0368A4D50569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6" name="直線コネクタ 109515">
                  <a:extLst>
                    <a:ext uri="{FF2B5EF4-FFF2-40B4-BE49-F238E27FC236}">
                      <a16:creationId xmlns:a16="http://schemas.microsoft.com/office/drawing/2014/main" id="{BF8059E6-BF10-4696-9460-F0B23FDC80EB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7" name="直線コネクタ 109516">
                  <a:extLst>
                    <a:ext uri="{FF2B5EF4-FFF2-40B4-BE49-F238E27FC236}">
                      <a16:creationId xmlns:a16="http://schemas.microsoft.com/office/drawing/2014/main" id="{20A265C4-EDF5-456E-AE5C-E184F8C377AE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8" name="直線コネクタ 109517">
                  <a:extLst>
                    <a:ext uri="{FF2B5EF4-FFF2-40B4-BE49-F238E27FC236}">
                      <a16:creationId xmlns:a16="http://schemas.microsoft.com/office/drawing/2014/main" id="{C6415799-D418-4335-B646-96B7B0E4AF98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519" name="直線コネクタ 109518">
                  <a:extLst>
                    <a:ext uri="{FF2B5EF4-FFF2-40B4-BE49-F238E27FC236}">
                      <a16:creationId xmlns:a16="http://schemas.microsoft.com/office/drawing/2014/main" id="{B6EFF815-0DFB-47A1-8BAB-721417571A9B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916" name="グループ化 104915">
              <a:extLst>
                <a:ext uri="{FF2B5EF4-FFF2-40B4-BE49-F238E27FC236}">
                  <a16:creationId xmlns:a16="http://schemas.microsoft.com/office/drawing/2014/main" id="{1D8AA48E-0CDC-498F-9A32-2EAF688FC8BC}"/>
                </a:ext>
              </a:extLst>
            </p:cNvPr>
            <p:cNvGrpSpPr/>
            <p:nvPr/>
          </p:nvGrpSpPr>
          <p:grpSpPr>
            <a:xfrm>
              <a:off x="7200000" y="0"/>
              <a:ext cx="3601080" cy="3602160"/>
              <a:chOff x="3600000" y="3598920"/>
              <a:chExt cx="3601080" cy="3602160"/>
            </a:xfrm>
          </p:grpSpPr>
          <p:grpSp>
            <p:nvGrpSpPr>
              <p:cNvPr id="108307" name="グループ化 108306">
                <a:extLst>
                  <a:ext uri="{FF2B5EF4-FFF2-40B4-BE49-F238E27FC236}">
                    <a16:creationId xmlns:a16="http://schemas.microsoft.com/office/drawing/2014/main" id="{00186599-3E48-46E7-98DA-92E5DC8017AC}"/>
                  </a:ext>
                </a:extLst>
              </p:cNvPr>
              <p:cNvGrpSpPr/>
              <p:nvPr/>
            </p:nvGrpSpPr>
            <p:grpSpPr>
              <a:xfrm>
                <a:off x="5400000" y="359892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9034" name="直線コネクタ 109033">
                  <a:extLst>
                    <a:ext uri="{FF2B5EF4-FFF2-40B4-BE49-F238E27FC236}">
                      <a16:creationId xmlns:a16="http://schemas.microsoft.com/office/drawing/2014/main" id="{17606950-25F2-445C-AD8D-C8938358C70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5" name="直線コネクタ 109034">
                  <a:extLst>
                    <a:ext uri="{FF2B5EF4-FFF2-40B4-BE49-F238E27FC236}">
                      <a16:creationId xmlns:a16="http://schemas.microsoft.com/office/drawing/2014/main" id="{E3AF73D1-87CC-45F1-9E03-D2821DFA196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6" name="直線コネクタ 109035">
                  <a:extLst>
                    <a:ext uri="{FF2B5EF4-FFF2-40B4-BE49-F238E27FC236}">
                      <a16:creationId xmlns:a16="http://schemas.microsoft.com/office/drawing/2014/main" id="{458E8791-1F66-4A94-94D0-27E556688575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7" name="直線コネクタ 109036">
                  <a:extLst>
                    <a:ext uri="{FF2B5EF4-FFF2-40B4-BE49-F238E27FC236}">
                      <a16:creationId xmlns:a16="http://schemas.microsoft.com/office/drawing/2014/main" id="{93E177FF-8B15-475E-ADF7-E8EB101AC98B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8" name="直線コネクタ 109037">
                  <a:extLst>
                    <a:ext uri="{FF2B5EF4-FFF2-40B4-BE49-F238E27FC236}">
                      <a16:creationId xmlns:a16="http://schemas.microsoft.com/office/drawing/2014/main" id="{80DC2B72-7708-4056-8323-FFBBF467470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9" name="直線コネクタ 109038">
                  <a:extLst>
                    <a:ext uri="{FF2B5EF4-FFF2-40B4-BE49-F238E27FC236}">
                      <a16:creationId xmlns:a16="http://schemas.microsoft.com/office/drawing/2014/main" id="{FDFFAC99-B879-4C65-8FD2-BC7F4ECDFDD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0" name="直線コネクタ 109039">
                  <a:extLst>
                    <a:ext uri="{FF2B5EF4-FFF2-40B4-BE49-F238E27FC236}">
                      <a16:creationId xmlns:a16="http://schemas.microsoft.com/office/drawing/2014/main" id="{C7A4B598-F76B-455A-BE10-4A45BB29A920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1" name="直線コネクタ 109040">
                  <a:extLst>
                    <a:ext uri="{FF2B5EF4-FFF2-40B4-BE49-F238E27FC236}">
                      <a16:creationId xmlns:a16="http://schemas.microsoft.com/office/drawing/2014/main" id="{1E896865-4331-4EFC-8FCB-AFEE5CBAE36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2" name="直線コネクタ 109041">
                  <a:extLst>
                    <a:ext uri="{FF2B5EF4-FFF2-40B4-BE49-F238E27FC236}">
                      <a16:creationId xmlns:a16="http://schemas.microsoft.com/office/drawing/2014/main" id="{E025E28A-D8B1-439A-A28F-1C8D6080A315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3" name="直線コネクタ 109042">
                  <a:extLst>
                    <a:ext uri="{FF2B5EF4-FFF2-40B4-BE49-F238E27FC236}">
                      <a16:creationId xmlns:a16="http://schemas.microsoft.com/office/drawing/2014/main" id="{E86F6140-025F-4B94-8D21-3A9FE81BC918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4" name="直線コネクタ 109043">
                  <a:extLst>
                    <a:ext uri="{FF2B5EF4-FFF2-40B4-BE49-F238E27FC236}">
                      <a16:creationId xmlns:a16="http://schemas.microsoft.com/office/drawing/2014/main" id="{98728195-EE5A-4A2A-8860-F793D1620425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5" name="直線コネクタ 109044">
                  <a:extLst>
                    <a:ext uri="{FF2B5EF4-FFF2-40B4-BE49-F238E27FC236}">
                      <a16:creationId xmlns:a16="http://schemas.microsoft.com/office/drawing/2014/main" id="{456D1E5E-C9A3-49E4-8D68-31F98CCF4BA9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6" name="直線コネクタ 109045">
                  <a:extLst>
                    <a:ext uri="{FF2B5EF4-FFF2-40B4-BE49-F238E27FC236}">
                      <a16:creationId xmlns:a16="http://schemas.microsoft.com/office/drawing/2014/main" id="{C1BE5062-C5A6-47AC-9348-95E8AD96E54C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7" name="直線コネクタ 109046">
                  <a:extLst>
                    <a:ext uri="{FF2B5EF4-FFF2-40B4-BE49-F238E27FC236}">
                      <a16:creationId xmlns:a16="http://schemas.microsoft.com/office/drawing/2014/main" id="{12A59601-AECC-43FC-B73E-184898C41F9C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8" name="直線コネクタ 109047">
                  <a:extLst>
                    <a:ext uri="{FF2B5EF4-FFF2-40B4-BE49-F238E27FC236}">
                      <a16:creationId xmlns:a16="http://schemas.microsoft.com/office/drawing/2014/main" id="{8774C91C-66A0-4D1B-A50E-BABCE9DA41C5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49" name="直線コネクタ 109048">
                  <a:extLst>
                    <a:ext uri="{FF2B5EF4-FFF2-40B4-BE49-F238E27FC236}">
                      <a16:creationId xmlns:a16="http://schemas.microsoft.com/office/drawing/2014/main" id="{5D2A9638-5661-4A89-BE2F-30E3E273107F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0" name="直線コネクタ 109049">
                  <a:extLst>
                    <a:ext uri="{FF2B5EF4-FFF2-40B4-BE49-F238E27FC236}">
                      <a16:creationId xmlns:a16="http://schemas.microsoft.com/office/drawing/2014/main" id="{075E350D-8060-4E46-AC6D-AF4C773CDA09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1" name="直線コネクタ 109050">
                  <a:extLst>
                    <a:ext uri="{FF2B5EF4-FFF2-40B4-BE49-F238E27FC236}">
                      <a16:creationId xmlns:a16="http://schemas.microsoft.com/office/drawing/2014/main" id="{04693278-266B-4636-99A1-0A916378AD1A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2" name="直線コネクタ 109051">
                  <a:extLst>
                    <a:ext uri="{FF2B5EF4-FFF2-40B4-BE49-F238E27FC236}">
                      <a16:creationId xmlns:a16="http://schemas.microsoft.com/office/drawing/2014/main" id="{C6DE910E-0DE4-4638-BCEE-995B5CCB18DB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3" name="直線コネクタ 109052">
                  <a:extLst>
                    <a:ext uri="{FF2B5EF4-FFF2-40B4-BE49-F238E27FC236}">
                      <a16:creationId xmlns:a16="http://schemas.microsoft.com/office/drawing/2014/main" id="{3D982A40-0FAC-454C-A38A-59388DF72493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4" name="直線コネクタ 109053">
                  <a:extLst>
                    <a:ext uri="{FF2B5EF4-FFF2-40B4-BE49-F238E27FC236}">
                      <a16:creationId xmlns:a16="http://schemas.microsoft.com/office/drawing/2014/main" id="{63124B2C-51A4-467E-A4FF-6CBD87304429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5" name="直線コネクタ 109054">
                  <a:extLst>
                    <a:ext uri="{FF2B5EF4-FFF2-40B4-BE49-F238E27FC236}">
                      <a16:creationId xmlns:a16="http://schemas.microsoft.com/office/drawing/2014/main" id="{7EA70DD7-79C5-4494-9934-AB661FDF6967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6" name="直線コネクタ 109055">
                  <a:extLst>
                    <a:ext uri="{FF2B5EF4-FFF2-40B4-BE49-F238E27FC236}">
                      <a16:creationId xmlns:a16="http://schemas.microsoft.com/office/drawing/2014/main" id="{86FBB0B9-94DE-48F2-B549-FEBCF5836034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7" name="直線コネクタ 109056">
                  <a:extLst>
                    <a:ext uri="{FF2B5EF4-FFF2-40B4-BE49-F238E27FC236}">
                      <a16:creationId xmlns:a16="http://schemas.microsoft.com/office/drawing/2014/main" id="{81C2FA43-FC1E-4107-BD6B-6185DCEAF018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8" name="直線コネクタ 109057">
                  <a:extLst>
                    <a:ext uri="{FF2B5EF4-FFF2-40B4-BE49-F238E27FC236}">
                      <a16:creationId xmlns:a16="http://schemas.microsoft.com/office/drawing/2014/main" id="{AB58FC35-AB89-4877-855C-3E3FB186F1C8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59" name="直線コネクタ 109058">
                  <a:extLst>
                    <a:ext uri="{FF2B5EF4-FFF2-40B4-BE49-F238E27FC236}">
                      <a16:creationId xmlns:a16="http://schemas.microsoft.com/office/drawing/2014/main" id="{3A5C52B8-EDB9-4CEF-B9B1-0205AD783BE3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0" name="直線コネクタ 109059">
                  <a:extLst>
                    <a:ext uri="{FF2B5EF4-FFF2-40B4-BE49-F238E27FC236}">
                      <a16:creationId xmlns:a16="http://schemas.microsoft.com/office/drawing/2014/main" id="{AAD11A5E-2207-46A6-B8D4-D6CD44BB9AC1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1" name="直線コネクタ 109060">
                  <a:extLst>
                    <a:ext uri="{FF2B5EF4-FFF2-40B4-BE49-F238E27FC236}">
                      <a16:creationId xmlns:a16="http://schemas.microsoft.com/office/drawing/2014/main" id="{9650F529-35DC-475B-8CC0-30C00F35774C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2" name="直線コネクタ 109061">
                  <a:extLst>
                    <a:ext uri="{FF2B5EF4-FFF2-40B4-BE49-F238E27FC236}">
                      <a16:creationId xmlns:a16="http://schemas.microsoft.com/office/drawing/2014/main" id="{F18E400A-5171-4BE1-84C6-10C5386A8457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3" name="直線コネクタ 109062">
                  <a:extLst>
                    <a:ext uri="{FF2B5EF4-FFF2-40B4-BE49-F238E27FC236}">
                      <a16:creationId xmlns:a16="http://schemas.microsoft.com/office/drawing/2014/main" id="{983D7865-8D3B-4BDD-99FA-053A0498F26D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4" name="直線コネクタ 109063">
                  <a:extLst>
                    <a:ext uri="{FF2B5EF4-FFF2-40B4-BE49-F238E27FC236}">
                      <a16:creationId xmlns:a16="http://schemas.microsoft.com/office/drawing/2014/main" id="{A390328E-617D-425F-AF5B-3B6F4CA7550D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5" name="直線コネクタ 109064">
                  <a:extLst>
                    <a:ext uri="{FF2B5EF4-FFF2-40B4-BE49-F238E27FC236}">
                      <a16:creationId xmlns:a16="http://schemas.microsoft.com/office/drawing/2014/main" id="{8E7D8E20-A26E-4A3D-82B3-4BA5C0C4F4C8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6" name="直線コネクタ 109065">
                  <a:extLst>
                    <a:ext uri="{FF2B5EF4-FFF2-40B4-BE49-F238E27FC236}">
                      <a16:creationId xmlns:a16="http://schemas.microsoft.com/office/drawing/2014/main" id="{7FEE49BE-696F-422A-A979-AB65FB6A4459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7" name="直線コネクタ 109066">
                  <a:extLst>
                    <a:ext uri="{FF2B5EF4-FFF2-40B4-BE49-F238E27FC236}">
                      <a16:creationId xmlns:a16="http://schemas.microsoft.com/office/drawing/2014/main" id="{9806F4F0-479D-4401-B558-25E93D7031E5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8" name="直線コネクタ 109067">
                  <a:extLst>
                    <a:ext uri="{FF2B5EF4-FFF2-40B4-BE49-F238E27FC236}">
                      <a16:creationId xmlns:a16="http://schemas.microsoft.com/office/drawing/2014/main" id="{821E74A0-87B4-40AF-98D3-1456D91B9D83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69" name="直線コネクタ 109068">
                  <a:extLst>
                    <a:ext uri="{FF2B5EF4-FFF2-40B4-BE49-F238E27FC236}">
                      <a16:creationId xmlns:a16="http://schemas.microsoft.com/office/drawing/2014/main" id="{C5E8FD78-040E-4B2B-8ABE-E549DBEB4701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0" name="直線コネクタ 109069">
                  <a:extLst>
                    <a:ext uri="{FF2B5EF4-FFF2-40B4-BE49-F238E27FC236}">
                      <a16:creationId xmlns:a16="http://schemas.microsoft.com/office/drawing/2014/main" id="{8F692C6E-A29E-42E2-B100-4D8F812E567F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1" name="直線コネクタ 109070">
                  <a:extLst>
                    <a:ext uri="{FF2B5EF4-FFF2-40B4-BE49-F238E27FC236}">
                      <a16:creationId xmlns:a16="http://schemas.microsoft.com/office/drawing/2014/main" id="{E7B7AACF-311D-436C-9B1C-DBF434107B4C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2" name="直線コネクタ 109071">
                  <a:extLst>
                    <a:ext uri="{FF2B5EF4-FFF2-40B4-BE49-F238E27FC236}">
                      <a16:creationId xmlns:a16="http://schemas.microsoft.com/office/drawing/2014/main" id="{CCE241B9-30DD-4580-8C00-469986F8188D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3" name="直線コネクタ 109072">
                  <a:extLst>
                    <a:ext uri="{FF2B5EF4-FFF2-40B4-BE49-F238E27FC236}">
                      <a16:creationId xmlns:a16="http://schemas.microsoft.com/office/drawing/2014/main" id="{E6B64F1B-8EAC-44CD-8139-F5ECF621CF5A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4" name="直線コネクタ 109073">
                  <a:extLst>
                    <a:ext uri="{FF2B5EF4-FFF2-40B4-BE49-F238E27FC236}">
                      <a16:creationId xmlns:a16="http://schemas.microsoft.com/office/drawing/2014/main" id="{B9773B22-4B64-4AAA-8FCF-5AA60014134D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5" name="直線コネクタ 109074">
                  <a:extLst>
                    <a:ext uri="{FF2B5EF4-FFF2-40B4-BE49-F238E27FC236}">
                      <a16:creationId xmlns:a16="http://schemas.microsoft.com/office/drawing/2014/main" id="{0E5E18D5-6BB4-4388-A7E3-2984933F311E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6" name="直線コネクタ 109075">
                  <a:extLst>
                    <a:ext uri="{FF2B5EF4-FFF2-40B4-BE49-F238E27FC236}">
                      <a16:creationId xmlns:a16="http://schemas.microsoft.com/office/drawing/2014/main" id="{3BE7D7F6-79E3-44E8-817E-A3860BD1655E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7" name="直線コネクタ 109076">
                  <a:extLst>
                    <a:ext uri="{FF2B5EF4-FFF2-40B4-BE49-F238E27FC236}">
                      <a16:creationId xmlns:a16="http://schemas.microsoft.com/office/drawing/2014/main" id="{4ED90A23-8941-4CDC-9266-5C6D2690E12A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8" name="直線コネクタ 109077">
                  <a:extLst>
                    <a:ext uri="{FF2B5EF4-FFF2-40B4-BE49-F238E27FC236}">
                      <a16:creationId xmlns:a16="http://schemas.microsoft.com/office/drawing/2014/main" id="{B94DA899-1B0A-4680-9B34-C74A7C3B9F64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79" name="直線コネクタ 109078">
                  <a:extLst>
                    <a:ext uri="{FF2B5EF4-FFF2-40B4-BE49-F238E27FC236}">
                      <a16:creationId xmlns:a16="http://schemas.microsoft.com/office/drawing/2014/main" id="{2ACBB0A1-645C-4F6F-8AE0-E4B36E3FE54E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0" name="直線コネクタ 109079">
                  <a:extLst>
                    <a:ext uri="{FF2B5EF4-FFF2-40B4-BE49-F238E27FC236}">
                      <a16:creationId xmlns:a16="http://schemas.microsoft.com/office/drawing/2014/main" id="{5DF71FD1-D927-4531-A911-6E2C23E2FEFD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1" name="直線コネクタ 109080">
                  <a:extLst>
                    <a:ext uri="{FF2B5EF4-FFF2-40B4-BE49-F238E27FC236}">
                      <a16:creationId xmlns:a16="http://schemas.microsoft.com/office/drawing/2014/main" id="{D3F4ADE0-6048-4B2D-AB72-F56359A97051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2" name="直線コネクタ 109081">
                  <a:extLst>
                    <a:ext uri="{FF2B5EF4-FFF2-40B4-BE49-F238E27FC236}">
                      <a16:creationId xmlns:a16="http://schemas.microsoft.com/office/drawing/2014/main" id="{71D5886A-8B2A-48BB-A51C-34AB2B439F0D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3" name="直線コネクタ 109082">
                  <a:extLst>
                    <a:ext uri="{FF2B5EF4-FFF2-40B4-BE49-F238E27FC236}">
                      <a16:creationId xmlns:a16="http://schemas.microsoft.com/office/drawing/2014/main" id="{6E5A6F7B-1C7C-47AE-812D-690487A27498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4" name="直線コネクタ 109083">
                  <a:extLst>
                    <a:ext uri="{FF2B5EF4-FFF2-40B4-BE49-F238E27FC236}">
                      <a16:creationId xmlns:a16="http://schemas.microsoft.com/office/drawing/2014/main" id="{EB5D36AF-045A-48C7-B503-BDC7FDD19224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5" name="直線コネクタ 109084">
                  <a:extLst>
                    <a:ext uri="{FF2B5EF4-FFF2-40B4-BE49-F238E27FC236}">
                      <a16:creationId xmlns:a16="http://schemas.microsoft.com/office/drawing/2014/main" id="{F991F1B6-32BA-4623-A9A2-589EC37F17CA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6" name="直線コネクタ 109085">
                  <a:extLst>
                    <a:ext uri="{FF2B5EF4-FFF2-40B4-BE49-F238E27FC236}">
                      <a16:creationId xmlns:a16="http://schemas.microsoft.com/office/drawing/2014/main" id="{61049283-5563-46AC-BB2D-FFF0992A7DDF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7" name="直線コネクタ 109086">
                  <a:extLst>
                    <a:ext uri="{FF2B5EF4-FFF2-40B4-BE49-F238E27FC236}">
                      <a16:creationId xmlns:a16="http://schemas.microsoft.com/office/drawing/2014/main" id="{EDA40444-0249-4E27-8F57-C16879442871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8" name="直線コネクタ 109087">
                  <a:extLst>
                    <a:ext uri="{FF2B5EF4-FFF2-40B4-BE49-F238E27FC236}">
                      <a16:creationId xmlns:a16="http://schemas.microsoft.com/office/drawing/2014/main" id="{88FDA35B-5A8E-4802-8FB0-102F8AD5D790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89" name="直線コネクタ 109088">
                  <a:extLst>
                    <a:ext uri="{FF2B5EF4-FFF2-40B4-BE49-F238E27FC236}">
                      <a16:creationId xmlns:a16="http://schemas.microsoft.com/office/drawing/2014/main" id="{7226728F-2A7E-465E-BC48-F247A6C2841F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0" name="直線コネクタ 109089">
                  <a:extLst>
                    <a:ext uri="{FF2B5EF4-FFF2-40B4-BE49-F238E27FC236}">
                      <a16:creationId xmlns:a16="http://schemas.microsoft.com/office/drawing/2014/main" id="{E8121AED-976A-481A-BACB-13B95B25BE72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1" name="直線コネクタ 109090">
                  <a:extLst>
                    <a:ext uri="{FF2B5EF4-FFF2-40B4-BE49-F238E27FC236}">
                      <a16:creationId xmlns:a16="http://schemas.microsoft.com/office/drawing/2014/main" id="{E24D6713-084D-4DD5-9AFE-84F3677B09F3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2" name="直線コネクタ 109091">
                  <a:extLst>
                    <a:ext uri="{FF2B5EF4-FFF2-40B4-BE49-F238E27FC236}">
                      <a16:creationId xmlns:a16="http://schemas.microsoft.com/office/drawing/2014/main" id="{2ED91CB0-993D-4DCB-9D61-4A7E60ADE0B1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3" name="直線コネクタ 109092">
                  <a:extLst>
                    <a:ext uri="{FF2B5EF4-FFF2-40B4-BE49-F238E27FC236}">
                      <a16:creationId xmlns:a16="http://schemas.microsoft.com/office/drawing/2014/main" id="{D0224AD7-9C62-4198-B7F0-2D7273FC71C3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4" name="直線コネクタ 109093">
                  <a:extLst>
                    <a:ext uri="{FF2B5EF4-FFF2-40B4-BE49-F238E27FC236}">
                      <a16:creationId xmlns:a16="http://schemas.microsoft.com/office/drawing/2014/main" id="{5EAF9211-4125-4365-8B49-FDF3C0D8726E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5" name="直線コネクタ 109094">
                  <a:extLst>
                    <a:ext uri="{FF2B5EF4-FFF2-40B4-BE49-F238E27FC236}">
                      <a16:creationId xmlns:a16="http://schemas.microsoft.com/office/drawing/2014/main" id="{4C8F3685-EA28-4A8E-BAEA-C6B9C2F78912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6" name="直線コネクタ 109095">
                  <a:extLst>
                    <a:ext uri="{FF2B5EF4-FFF2-40B4-BE49-F238E27FC236}">
                      <a16:creationId xmlns:a16="http://schemas.microsoft.com/office/drawing/2014/main" id="{95340704-A3AD-4FB7-950F-28DA59F7989A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7" name="直線コネクタ 109096">
                  <a:extLst>
                    <a:ext uri="{FF2B5EF4-FFF2-40B4-BE49-F238E27FC236}">
                      <a16:creationId xmlns:a16="http://schemas.microsoft.com/office/drawing/2014/main" id="{9F4348AF-09C2-4DAA-9319-FD682C0998E1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8" name="直線コネクタ 109097">
                  <a:extLst>
                    <a:ext uri="{FF2B5EF4-FFF2-40B4-BE49-F238E27FC236}">
                      <a16:creationId xmlns:a16="http://schemas.microsoft.com/office/drawing/2014/main" id="{B7354664-D627-49F7-ABEB-F15317C7768F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99" name="直線コネクタ 109098">
                  <a:extLst>
                    <a:ext uri="{FF2B5EF4-FFF2-40B4-BE49-F238E27FC236}">
                      <a16:creationId xmlns:a16="http://schemas.microsoft.com/office/drawing/2014/main" id="{7DE13CF2-3311-4D33-8AFD-9A2A60D4CB58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0" name="直線コネクタ 109099">
                  <a:extLst>
                    <a:ext uri="{FF2B5EF4-FFF2-40B4-BE49-F238E27FC236}">
                      <a16:creationId xmlns:a16="http://schemas.microsoft.com/office/drawing/2014/main" id="{A9B62CB3-CA83-461C-B16E-487BE59C375F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1" name="直線コネクタ 109100">
                  <a:extLst>
                    <a:ext uri="{FF2B5EF4-FFF2-40B4-BE49-F238E27FC236}">
                      <a16:creationId xmlns:a16="http://schemas.microsoft.com/office/drawing/2014/main" id="{CDC873DF-C49E-426D-AE45-ED9D260C4DA2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2" name="直線コネクタ 109101">
                  <a:extLst>
                    <a:ext uri="{FF2B5EF4-FFF2-40B4-BE49-F238E27FC236}">
                      <a16:creationId xmlns:a16="http://schemas.microsoft.com/office/drawing/2014/main" id="{C977BC95-1280-435D-ABD9-1F571AA64660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3" name="直線コネクタ 109102">
                  <a:extLst>
                    <a:ext uri="{FF2B5EF4-FFF2-40B4-BE49-F238E27FC236}">
                      <a16:creationId xmlns:a16="http://schemas.microsoft.com/office/drawing/2014/main" id="{1C046782-FF86-4DD7-94D3-CE36443194D7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4" name="直線コネクタ 109103">
                  <a:extLst>
                    <a:ext uri="{FF2B5EF4-FFF2-40B4-BE49-F238E27FC236}">
                      <a16:creationId xmlns:a16="http://schemas.microsoft.com/office/drawing/2014/main" id="{A25DC465-7891-4A66-A11A-806413A8D12B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5" name="直線コネクタ 109104">
                  <a:extLst>
                    <a:ext uri="{FF2B5EF4-FFF2-40B4-BE49-F238E27FC236}">
                      <a16:creationId xmlns:a16="http://schemas.microsoft.com/office/drawing/2014/main" id="{FADD930B-169C-43A9-9DC6-52BF34CAFC95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6" name="直線コネクタ 109105">
                  <a:extLst>
                    <a:ext uri="{FF2B5EF4-FFF2-40B4-BE49-F238E27FC236}">
                      <a16:creationId xmlns:a16="http://schemas.microsoft.com/office/drawing/2014/main" id="{42F4AADF-2885-45DF-8E68-7116B5108C57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7" name="直線コネクタ 109106">
                  <a:extLst>
                    <a:ext uri="{FF2B5EF4-FFF2-40B4-BE49-F238E27FC236}">
                      <a16:creationId xmlns:a16="http://schemas.microsoft.com/office/drawing/2014/main" id="{FC0001F9-2727-4633-ADDD-1F8A0779D790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8" name="直線コネクタ 109107">
                  <a:extLst>
                    <a:ext uri="{FF2B5EF4-FFF2-40B4-BE49-F238E27FC236}">
                      <a16:creationId xmlns:a16="http://schemas.microsoft.com/office/drawing/2014/main" id="{066C8139-A2BF-4928-8A17-D8961A158DF9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09" name="直線コネクタ 109108">
                  <a:extLst>
                    <a:ext uri="{FF2B5EF4-FFF2-40B4-BE49-F238E27FC236}">
                      <a16:creationId xmlns:a16="http://schemas.microsoft.com/office/drawing/2014/main" id="{710EBFF8-F846-4E49-A293-D18E0A240600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0" name="直線コネクタ 109109">
                  <a:extLst>
                    <a:ext uri="{FF2B5EF4-FFF2-40B4-BE49-F238E27FC236}">
                      <a16:creationId xmlns:a16="http://schemas.microsoft.com/office/drawing/2014/main" id="{B7B97116-E1D9-4733-966A-27F83D5600DD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1" name="直線コネクタ 109110">
                  <a:extLst>
                    <a:ext uri="{FF2B5EF4-FFF2-40B4-BE49-F238E27FC236}">
                      <a16:creationId xmlns:a16="http://schemas.microsoft.com/office/drawing/2014/main" id="{475D124B-440B-40A3-8FA2-8FD7E753A13D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2" name="直線コネクタ 109111">
                  <a:extLst>
                    <a:ext uri="{FF2B5EF4-FFF2-40B4-BE49-F238E27FC236}">
                      <a16:creationId xmlns:a16="http://schemas.microsoft.com/office/drawing/2014/main" id="{954C4F68-E034-4820-B724-E3A4C2B491D2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3" name="直線コネクタ 109112">
                  <a:extLst>
                    <a:ext uri="{FF2B5EF4-FFF2-40B4-BE49-F238E27FC236}">
                      <a16:creationId xmlns:a16="http://schemas.microsoft.com/office/drawing/2014/main" id="{021B40B9-B8E6-4249-9622-C1D37A3EB4DC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4" name="直線コネクタ 109113">
                  <a:extLst>
                    <a:ext uri="{FF2B5EF4-FFF2-40B4-BE49-F238E27FC236}">
                      <a16:creationId xmlns:a16="http://schemas.microsoft.com/office/drawing/2014/main" id="{DC0B8856-A093-43A9-AEA8-0DDE10BE2D5E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5" name="直線コネクタ 109114">
                  <a:extLst>
                    <a:ext uri="{FF2B5EF4-FFF2-40B4-BE49-F238E27FC236}">
                      <a16:creationId xmlns:a16="http://schemas.microsoft.com/office/drawing/2014/main" id="{2C898034-742B-44DC-8FE9-3BAE8206854C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6" name="直線コネクタ 109115">
                  <a:extLst>
                    <a:ext uri="{FF2B5EF4-FFF2-40B4-BE49-F238E27FC236}">
                      <a16:creationId xmlns:a16="http://schemas.microsoft.com/office/drawing/2014/main" id="{431F8A6D-F17C-41FB-B6E6-E44043F59A14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7" name="直線コネクタ 109116">
                  <a:extLst>
                    <a:ext uri="{FF2B5EF4-FFF2-40B4-BE49-F238E27FC236}">
                      <a16:creationId xmlns:a16="http://schemas.microsoft.com/office/drawing/2014/main" id="{CDF5A9EF-1C39-46A3-8A4D-2D9EF75EA449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8" name="直線コネクタ 109117">
                  <a:extLst>
                    <a:ext uri="{FF2B5EF4-FFF2-40B4-BE49-F238E27FC236}">
                      <a16:creationId xmlns:a16="http://schemas.microsoft.com/office/drawing/2014/main" id="{4AA92312-24BC-40E5-8139-2234D02869AD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19" name="直線コネクタ 109118">
                  <a:extLst>
                    <a:ext uri="{FF2B5EF4-FFF2-40B4-BE49-F238E27FC236}">
                      <a16:creationId xmlns:a16="http://schemas.microsoft.com/office/drawing/2014/main" id="{30D60877-9B93-4225-B098-2066EE5435EB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0" name="直線コネクタ 109119">
                  <a:extLst>
                    <a:ext uri="{FF2B5EF4-FFF2-40B4-BE49-F238E27FC236}">
                      <a16:creationId xmlns:a16="http://schemas.microsoft.com/office/drawing/2014/main" id="{348905DA-2BF8-4FDA-AEA7-AD6FE1371A4D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1" name="直線コネクタ 109120">
                  <a:extLst>
                    <a:ext uri="{FF2B5EF4-FFF2-40B4-BE49-F238E27FC236}">
                      <a16:creationId xmlns:a16="http://schemas.microsoft.com/office/drawing/2014/main" id="{F16BC865-5568-43C7-A71D-720D8CF128F5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2" name="直線コネクタ 109121">
                  <a:extLst>
                    <a:ext uri="{FF2B5EF4-FFF2-40B4-BE49-F238E27FC236}">
                      <a16:creationId xmlns:a16="http://schemas.microsoft.com/office/drawing/2014/main" id="{5D8E45DE-9AA8-458A-A764-40D66F04A64A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3" name="直線コネクタ 109122">
                  <a:extLst>
                    <a:ext uri="{FF2B5EF4-FFF2-40B4-BE49-F238E27FC236}">
                      <a16:creationId xmlns:a16="http://schemas.microsoft.com/office/drawing/2014/main" id="{EC06954C-BB07-47F6-A611-EB1FCE2D6F05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4" name="直線コネクタ 109123">
                  <a:extLst>
                    <a:ext uri="{FF2B5EF4-FFF2-40B4-BE49-F238E27FC236}">
                      <a16:creationId xmlns:a16="http://schemas.microsoft.com/office/drawing/2014/main" id="{CC199E40-1BE8-4D4B-82B7-C781412B36C0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5" name="直線コネクタ 109124">
                  <a:extLst>
                    <a:ext uri="{FF2B5EF4-FFF2-40B4-BE49-F238E27FC236}">
                      <a16:creationId xmlns:a16="http://schemas.microsoft.com/office/drawing/2014/main" id="{2B63577B-AC75-47B8-BFE0-60AEDC243680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6" name="直線コネクタ 109125">
                  <a:extLst>
                    <a:ext uri="{FF2B5EF4-FFF2-40B4-BE49-F238E27FC236}">
                      <a16:creationId xmlns:a16="http://schemas.microsoft.com/office/drawing/2014/main" id="{6F4D28C6-B890-4E84-A8C9-6E0B236A58A7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7" name="直線コネクタ 109126">
                  <a:extLst>
                    <a:ext uri="{FF2B5EF4-FFF2-40B4-BE49-F238E27FC236}">
                      <a16:creationId xmlns:a16="http://schemas.microsoft.com/office/drawing/2014/main" id="{94180281-73C6-4064-B033-D0817865B073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8" name="直線コネクタ 109127">
                  <a:extLst>
                    <a:ext uri="{FF2B5EF4-FFF2-40B4-BE49-F238E27FC236}">
                      <a16:creationId xmlns:a16="http://schemas.microsoft.com/office/drawing/2014/main" id="{3DF95CF6-E99F-4065-BE2E-81191CBE9F9F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29" name="直線コネクタ 109128">
                  <a:extLst>
                    <a:ext uri="{FF2B5EF4-FFF2-40B4-BE49-F238E27FC236}">
                      <a16:creationId xmlns:a16="http://schemas.microsoft.com/office/drawing/2014/main" id="{CB1B533C-DCD5-4584-905D-F627E16B66FB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0" name="直線コネクタ 109129">
                  <a:extLst>
                    <a:ext uri="{FF2B5EF4-FFF2-40B4-BE49-F238E27FC236}">
                      <a16:creationId xmlns:a16="http://schemas.microsoft.com/office/drawing/2014/main" id="{A6F0361E-65EB-486E-A8EF-C4E6F46581C1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1" name="直線コネクタ 109130">
                  <a:extLst>
                    <a:ext uri="{FF2B5EF4-FFF2-40B4-BE49-F238E27FC236}">
                      <a16:creationId xmlns:a16="http://schemas.microsoft.com/office/drawing/2014/main" id="{8795669E-CCC3-4B9A-A9D9-7E336086C094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2" name="直線コネクタ 109131">
                  <a:extLst>
                    <a:ext uri="{FF2B5EF4-FFF2-40B4-BE49-F238E27FC236}">
                      <a16:creationId xmlns:a16="http://schemas.microsoft.com/office/drawing/2014/main" id="{E7FE3485-45B4-4724-A1D9-9D376B6CA0E7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3" name="直線コネクタ 109132">
                  <a:extLst>
                    <a:ext uri="{FF2B5EF4-FFF2-40B4-BE49-F238E27FC236}">
                      <a16:creationId xmlns:a16="http://schemas.microsoft.com/office/drawing/2014/main" id="{D55C9175-C587-4386-AD77-773BDE473591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4" name="直線コネクタ 109133">
                  <a:extLst>
                    <a:ext uri="{FF2B5EF4-FFF2-40B4-BE49-F238E27FC236}">
                      <a16:creationId xmlns:a16="http://schemas.microsoft.com/office/drawing/2014/main" id="{469C6694-1DBC-4603-AA6C-722145106D71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5" name="直線コネクタ 109134">
                  <a:extLst>
                    <a:ext uri="{FF2B5EF4-FFF2-40B4-BE49-F238E27FC236}">
                      <a16:creationId xmlns:a16="http://schemas.microsoft.com/office/drawing/2014/main" id="{BEEB08E1-A321-4B1F-9D6A-1BA62ADD8065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6" name="直線コネクタ 109135">
                  <a:extLst>
                    <a:ext uri="{FF2B5EF4-FFF2-40B4-BE49-F238E27FC236}">
                      <a16:creationId xmlns:a16="http://schemas.microsoft.com/office/drawing/2014/main" id="{F9BF713E-069B-4A6F-A382-B49CCF6B70CA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7" name="直線コネクタ 109136">
                  <a:extLst>
                    <a:ext uri="{FF2B5EF4-FFF2-40B4-BE49-F238E27FC236}">
                      <a16:creationId xmlns:a16="http://schemas.microsoft.com/office/drawing/2014/main" id="{0DB86591-0F30-4FC1-9C69-8057F2A3F5C2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8" name="直線コネクタ 109137">
                  <a:extLst>
                    <a:ext uri="{FF2B5EF4-FFF2-40B4-BE49-F238E27FC236}">
                      <a16:creationId xmlns:a16="http://schemas.microsoft.com/office/drawing/2014/main" id="{AAC7DCCC-0280-4528-B6F6-5EF52E5A17A5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39" name="直線コネクタ 109138">
                  <a:extLst>
                    <a:ext uri="{FF2B5EF4-FFF2-40B4-BE49-F238E27FC236}">
                      <a16:creationId xmlns:a16="http://schemas.microsoft.com/office/drawing/2014/main" id="{76BD2853-AEB1-451D-973D-E2544ED97709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0" name="直線コネクタ 109139">
                  <a:extLst>
                    <a:ext uri="{FF2B5EF4-FFF2-40B4-BE49-F238E27FC236}">
                      <a16:creationId xmlns:a16="http://schemas.microsoft.com/office/drawing/2014/main" id="{89DF4ED4-0A1C-4B07-950D-C89EC5966FF6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1" name="直線コネクタ 109140">
                  <a:extLst>
                    <a:ext uri="{FF2B5EF4-FFF2-40B4-BE49-F238E27FC236}">
                      <a16:creationId xmlns:a16="http://schemas.microsoft.com/office/drawing/2014/main" id="{2969319B-434F-4663-A35B-0D0FE8DFFCD2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2" name="直線コネクタ 109141">
                  <a:extLst>
                    <a:ext uri="{FF2B5EF4-FFF2-40B4-BE49-F238E27FC236}">
                      <a16:creationId xmlns:a16="http://schemas.microsoft.com/office/drawing/2014/main" id="{DE885896-425F-4EAA-B1D4-4B254EEC0C6E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3" name="直線コネクタ 109142">
                  <a:extLst>
                    <a:ext uri="{FF2B5EF4-FFF2-40B4-BE49-F238E27FC236}">
                      <a16:creationId xmlns:a16="http://schemas.microsoft.com/office/drawing/2014/main" id="{32062B4D-5FFF-4953-B55B-A29D2600F077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4" name="直線コネクタ 109143">
                  <a:extLst>
                    <a:ext uri="{FF2B5EF4-FFF2-40B4-BE49-F238E27FC236}">
                      <a16:creationId xmlns:a16="http://schemas.microsoft.com/office/drawing/2014/main" id="{35BB325C-17EB-4CCA-BD97-692152DEA707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5" name="直線コネクタ 109144">
                  <a:extLst>
                    <a:ext uri="{FF2B5EF4-FFF2-40B4-BE49-F238E27FC236}">
                      <a16:creationId xmlns:a16="http://schemas.microsoft.com/office/drawing/2014/main" id="{DA20E49D-9EC2-4D88-9D78-2976F0DE4515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6" name="直線コネクタ 109145">
                  <a:extLst>
                    <a:ext uri="{FF2B5EF4-FFF2-40B4-BE49-F238E27FC236}">
                      <a16:creationId xmlns:a16="http://schemas.microsoft.com/office/drawing/2014/main" id="{EF92E94F-8680-48D7-8AF5-52B8738D1549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7" name="直線コネクタ 109146">
                  <a:extLst>
                    <a:ext uri="{FF2B5EF4-FFF2-40B4-BE49-F238E27FC236}">
                      <a16:creationId xmlns:a16="http://schemas.microsoft.com/office/drawing/2014/main" id="{3044A451-FEF6-454A-A181-FABF07E02C1D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8" name="直線コネクタ 109147">
                  <a:extLst>
                    <a:ext uri="{FF2B5EF4-FFF2-40B4-BE49-F238E27FC236}">
                      <a16:creationId xmlns:a16="http://schemas.microsoft.com/office/drawing/2014/main" id="{DAE4767A-F9AE-4304-933E-0565E0167C4F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49" name="直線コネクタ 109148">
                  <a:extLst>
                    <a:ext uri="{FF2B5EF4-FFF2-40B4-BE49-F238E27FC236}">
                      <a16:creationId xmlns:a16="http://schemas.microsoft.com/office/drawing/2014/main" id="{763DE092-A122-4004-9ED9-157D5B3A0276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0" name="直線コネクタ 109149">
                  <a:extLst>
                    <a:ext uri="{FF2B5EF4-FFF2-40B4-BE49-F238E27FC236}">
                      <a16:creationId xmlns:a16="http://schemas.microsoft.com/office/drawing/2014/main" id="{3309717A-52AF-4C03-AD75-1F8D0A35CAEC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1" name="直線コネクタ 109150">
                  <a:extLst>
                    <a:ext uri="{FF2B5EF4-FFF2-40B4-BE49-F238E27FC236}">
                      <a16:creationId xmlns:a16="http://schemas.microsoft.com/office/drawing/2014/main" id="{D3982B5F-9378-4067-B007-6DBCF16E9A44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2" name="直線コネクタ 109151">
                  <a:extLst>
                    <a:ext uri="{FF2B5EF4-FFF2-40B4-BE49-F238E27FC236}">
                      <a16:creationId xmlns:a16="http://schemas.microsoft.com/office/drawing/2014/main" id="{CEA3CA52-9681-4451-BEF3-3F3426B8F9A9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3" name="直線コネクタ 109152">
                  <a:extLst>
                    <a:ext uri="{FF2B5EF4-FFF2-40B4-BE49-F238E27FC236}">
                      <a16:creationId xmlns:a16="http://schemas.microsoft.com/office/drawing/2014/main" id="{889D9AC0-001F-4E39-B0CC-1480905B4467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4" name="直線コネクタ 109153">
                  <a:extLst>
                    <a:ext uri="{FF2B5EF4-FFF2-40B4-BE49-F238E27FC236}">
                      <a16:creationId xmlns:a16="http://schemas.microsoft.com/office/drawing/2014/main" id="{19EE57E8-C60D-48CA-8110-6703F24EBB1B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5" name="直線コネクタ 109154">
                  <a:extLst>
                    <a:ext uri="{FF2B5EF4-FFF2-40B4-BE49-F238E27FC236}">
                      <a16:creationId xmlns:a16="http://schemas.microsoft.com/office/drawing/2014/main" id="{3AF90A27-D3BA-4E87-8EB7-18CDD6106536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6" name="直線コネクタ 109155">
                  <a:extLst>
                    <a:ext uri="{FF2B5EF4-FFF2-40B4-BE49-F238E27FC236}">
                      <a16:creationId xmlns:a16="http://schemas.microsoft.com/office/drawing/2014/main" id="{33DE5A5F-EA09-4A0E-9CB5-3D5959F8F9A5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7" name="直線コネクタ 109156">
                  <a:extLst>
                    <a:ext uri="{FF2B5EF4-FFF2-40B4-BE49-F238E27FC236}">
                      <a16:creationId xmlns:a16="http://schemas.microsoft.com/office/drawing/2014/main" id="{EE35F4F6-0138-4EC5-9BB5-961D75F360F1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8" name="直線コネクタ 109157">
                  <a:extLst>
                    <a:ext uri="{FF2B5EF4-FFF2-40B4-BE49-F238E27FC236}">
                      <a16:creationId xmlns:a16="http://schemas.microsoft.com/office/drawing/2014/main" id="{5A91556E-3CDC-430D-BBDE-6285DA4F57E2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59" name="直線コネクタ 109158">
                  <a:extLst>
                    <a:ext uri="{FF2B5EF4-FFF2-40B4-BE49-F238E27FC236}">
                      <a16:creationId xmlns:a16="http://schemas.microsoft.com/office/drawing/2014/main" id="{505E166A-7473-457B-8EB3-3B0D0BA05073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0" name="直線コネクタ 109159">
                  <a:extLst>
                    <a:ext uri="{FF2B5EF4-FFF2-40B4-BE49-F238E27FC236}">
                      <a16:creationId xmlns:a16="http://schemas.microsoft.com/office/drawing/2014/main" id="{19E68E7E-50C3-4BB7-90AA-98D3FEE2388F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1" name="直線コネクタ 109160">
                  <a:extLst>
                    <a:ext uri="{FF2B5EF4-FFF2-40B4-BE49-F238E27FC236}">
                      <a16:creationId xmlns:a16="http://schemas.microsoft.com/office/drawing/2014/main" id="{21BE0B9F-88C5-4AAD-B826-0C6C30A4F704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2" name="直線コネクタ 109161">
                  <a:extLst>
                    <a:ext uri="{FF2B5EF4-FFF2-40B4-BE49-F238E27FC236}">
                      <a16:creationId xmlns:a16="http://schemas.microsoft.com/office/drawing/2014/main" id="{850CAC41-3B65-4C68-8342-FAB4095BD424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3" name="直線コネクタ 109162">
                  <a:extLst>
                    <a:ext uri="{FF2B5EF4-FFF2-40B4-BE49-F238E27FC236}">
                      <a16:creationId xmlns:a16="http://schemas.microsoft.com/office/drawing/2014/main" id="{6871B6B4-BF82-4B84-8C17-495CD35C5ED5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4" name="直線コネクタ 109163">
                  <a:extLst>
                    <a:ext uri="{FF2B5EF4-FFF2-40B4-BE49-F238E27FC236}">
                      <a16:creationId xmlns:a16="http://schemas.microsoft.com/office/drawing/2014/main" id="{6912C52E-A40F-4358-BEDF-E4D32715B430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5" name="直線コネクタ 109164">
                  <a:extLst>
                    <a:ext uri="{FF2B5EF4-FFF2-40B4-BE49-F238E27FC236}">
                      <a16:creationId xmlns:a16="http://schemas.microsoft.com/office/drawing/2014/main" id="{67D3252F-2DE9-46D2-925F-88A872DC39A3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6" name="直線コネクタ 109165">
                  <a:extLst>
                    <a:ext uri="{FF2B5EF4-FFF2-40B4-BE49-F238E27FC236}">
                      <a16:creationId xmlns:a16="http://schemas.microsoft.com/office/drawing/2014/main" id="{18C41C3E-DBCA-4794-9B02-A60114AD57B0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7" name="直線コネクタ 109166">
                  <a:extLst>
                    <a:ext uri="{FF2B5EF4-FFF2-40B4-BE49-F238E27FC236}">
                      <a16:creationId xmlns:a16="http://schemas.microsoft.com/office/drawing/2014/main" id="{27B95F27-3E8D-4229-ABE5-03D494E73BED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8" name="直線コネクタ 109167">
                  <a:extLst>
                    <a:ext uri="{FF2B5EF4-FFF2-40B4-BE49-F238E27FC236}">
                      <a16:creationId xmlns:a16="http://schemas.microsoft.com/office/drawing/2014/main" id="{D6EFAFD7-7681-4BEA-805E-85F78FAFACFD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69" name="直線コネクタ 109168">
                  <a:extLst>
                    <a:ext uri="{FF2B5EF4-FFF2-40B4-BE49-F238E27FC236}">
                      <a16:creationId xmlns:a16="http://schemas.microsoft.com/office/drawing/2014/main" id="{9BEDBA3D-B3E5-47F1-8402-E8CC6D6E6D0B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0" name="直線コネクタ 109169">
                  <a:extLst>
                    <a:ext uri="{FF2B5EF4-FFF2-40B4-BE49-F238E27FC236}">
                      <a16:creationId xmlns:a16="http://schemas.microsoft.com/office/drawing/2014/main" id="{29230573-1441-4EFD-B625-DB146E1CBF9E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1" name="直線コネクタ 109170">
                  <a:extLst>
                    <a:ext uri="{FF2B5EF4-FFF2-40B4-BE49-F238E27FC236}">
                      <a16:creationId xmlns:a16="http://schemas.microsoft.com/office/drawing/2014/main" id="{1A00CFBA-F898-4266-A712-4023D567EB03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2" name="直線コネクタ 109171">
                  <a:extLst>
                    <a:ext uri="{FF2B5EF4-FFF2-40B4-BE49-F238E27FC236}">
                      <a16:creationId xmlns:a16="http://schemas.microsoft.com/office/drawing/2014/main" id="{4E709F73-BA15-495C-AED1-083E7A85D81A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3" name="直線コネクタ 109172">
                  <a:extLst>
                    <a:ext uri="{FF2B5EF4-FFF2-40B4-BE49-F238E27FC236}">
                      <a16:creationId xmlns:a16="http://schemas.microsoft.com/office/drawing/2014/main" id="{7606AEB2-33E5-4C90-863A-ABC86C68D5B2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4" name="直線コネクタ 109173">
                  <a:extLst>
                    <a:ext uri="{FF2B5EF4-FFF2-40B4-BE49-F238E27FC236}">
                      <a16:creationId xmlns:a16="http://schemas.microsoft.com/office/drawing/2014/main" id="{D0DB1196-63A1-439E-A75F-7BF6350A0527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5" name="直線コネクタ 109174">
                  <a:extLst>
                    <a:ext uri="{FF2B5EF4-FFF2-40B4-BE49-F238E27FC236}">
                      <a16:creationId xmlns:a16="http://schemas.microsoft.com/office/drawing/2014/main" id="{A78D6597-C411-4784-81A6-89CFDE9A901C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6" name="直線コネクタ 109175">
                  <a:extLst>
                    <a:ext uri="{FF2B5EF4-FFF2-40B4-BE49-F238E27FC236}">
                      <a16:creationId xmlns:a16="http://schemas.microsoft.com/office/drawing/2014/main" id="{3FF1E98F-E856-4968-B3A6-5BE1AEEBE68E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7" name="直線コネクタ 109176">
                  <a:extLst>
                    <a:ext uri="{FF2B5EF4-FFF2-40B4-BE49-F238E27FC236}">
                      <a16:creationId xmlns:a16="http://schemas.microsoft.com/office/drawing/2014/main" id="{7B492727-D00A-49E2-ADCE-2A75D352E296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8" name="直線コネクタ 109177">
                  <a:extLst>
                    <a:ext uri="{FF2B5EF4-FFF2-40B4-BE49-F238E27FC236}">
                      <a16:creationId xmlns:a16="http://schemas.microsoft.com/office/drawing/2014/main" id="{D1C5EF7C-8DB1-4142-9632-50322BECC416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79" name="直線コネクタ 109178">
                  <a:extLst>
                    <a:ext uri="{FF2B5EF4-FFF2-40B4-BE49-F238E27FC236}">
                      <a16:creationId xmlns:a16="http://schemas.microsoft.com/office/drawing/2014/main" id="{6DEAB050-28A3-4E92-8A3E-E8ACFA3EE58F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0" name="直線コネクタ 109179">
                  <a:extLst>
                    <a:ext uri="{FF2B5EF4-FFF2-40B4-BE49-F238E27FC236}">
                      <a16:creationId xmlns:a16="http://schemas.microsoft.com/office/drawing/2014/main" id="{30B21BDF-D351-427C-AE4D-7C02F88D918D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1" name="直線コネクタ 109180">
                  <a:extLst>
                    <a:ext uri="{FF2B5EF4-FFF2-40B4-BE49-F238E27FC236}">
                      <a16:creationId xmlns:a16="http://schemas.microsoft.com/office/drawing/2014/main" id="{9BA9ABE4-CF83-4313-A399-DECA21C67815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2" name="直線コネクタ 109181">
                  <a:extLst>
                    <a:ext uri="{FF2B5EF4-FFF2-40B4-BE49-F238E27FC236}">
                      <a16:creationId xmlns:a16="http://schemas.microsoft.com/office/drawing/2014/main" id="{0ED3E533-A762-489D-B5A0-1CF5F0849ACE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3" name="直線コネクタ 109182">
                  <a:extLst>
                    <a:ext uri="{FF2B5EF4-FFF2-40B4-BE49-F238E27FC236}">
                      <a16:creationId xmlns:a16="http://schemas.microsoft.com/office/drawing/2014/main" id="{029E74A1-FEF7-4520-B0CB-392440CD9D58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4" name="直線コネクタ 109183">
                  <a:extLst>
                    <a:ext uri="{FF2B5EF4-FFF2-40B4-BE49-F238E27FC236}">
                      <a16:creationId xmlns:a16="http://schemas.microsoft.com/office/drawing/2014/main" id="{8896AA00-1982-4A59-9B04-DFC611224BF6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5" name="直線コネクタ 109184">
                  <a:extLst>
                    <a:ext uri="{FF2B5EF4-FFF2-40B4-BE49-F238E27FC236}">
                      <a16:creationId xmlns:a16="http://schemas.microsoft.com/office/drawing/2014/main" id="{573CE770-4354-476F-9974-3DC99F49AAE4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6" name="直線コネクタ 109185">
                  <a:extLst>
                    <a:ext uri="{FF2B5EF4-FFF2-40B4-BE49-F238E27FC236}">
                      <a16:creationId xmlns:a16="http://schemas.microsoft.com/office/drawing/2014/main" id="{F8A0EAA6-4A15-4297-A85F-EEE4B4D924FB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7" name="直線コネクタ 109186">
                  <a:extLst>
                    <a:ext uri="{FF2B5EF4-FFF2-40B4-BE49-F238E27FC236}">
                      <a16:creationId xmlns:a16="http://schemas.microsoft.com/office/drawing/2014/main" id="{FCEA75A8-FBD0-4FBF-86CC-CE672C0746EB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8" name="直線コネクタ 109187">
                  <a:extLst>
                    <a:ext uri="{FF2B5EF4-FFF2-40B4-BE49-F238E27FC236}">
                      <a16:creationId xmlns:a16="http://schemas.microsoft.com/office/drawing/2014/main" id="{A46F643F-B989-4379-9B62-6976CF663588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89" name="直線コネクタ 109188">
                  <a:extLst>
                    <a:ext uri="{FF2B5EF4-FFF2-40B4-BE49-F238E27FC236}">
                      <a16:creationId xmlns:a16="http://schemas.microsoft.com/office/drawing/2014/main" id="{4490E6A8-FBD8-468B-854E-A90A141978C1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0" name="直線コネクタ 109189">
                  <a:extLst>
                    <a:ext uri="{FF2B5EF4-FFF2-40B4-BE49-F238E27FC236}">
                      <a16:creationId xmlns:a16="http://schemas.microsoft.com/office/drawing/2014/main" id="{6FEC28A4-E796-49CE-83E7-4319C939BD67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1" name="直線コネクタ 109190">
                  <a:extLst>
                    <a:ext uri="{FF2B5EF4-FFF2-40B4-BE49-F238E27FC236}">
                      <a16:creationId xmlns:a16="http://schemas.microsoft.com/office/drawing/2014/main" id="{9F564BB3-1B1A-48AB-9630-9B1746E43A97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2" name="直線コネクタ 109191">
                  <a:extLst>
                    <a:ext uri="{FF2B5EF4-FFF2-40B4-BE49-F238E27FC236}">
                      <a16:creationId xmlns:a16="http://schemas.microsoft.com/office/drawing/2014/main" id="{79F85BA5-FBC4-4CF3-A8D0-DFF8B2C25A65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3" name="直線コネクタ 109192">
                  <a:extLst>
                    <a:ext uri="{FF2B5EF4-FFF2-40B4-BE49-F238E27FC236}">
                      <a16:creationId xmlns:a16="http://schemas.microsoft.com/office/drawing/2014/main" id="{791E0B64-92BC-4B8B-9272-69FF00DED11F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4" name="直線コネクタ 109193">
                  <a:extLst>
                    <a:ext uri="{FF2B5EF4-FFF2-40B4-BE49-F238E27FC236}">
                      <a16:creationId xmlns:a16="http://schemas.microsoft.com/office/drawing/2014/main" id="{A66713F2-4850-4EF6-9B44-F727406EAF71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5" name="直線コネクタ 109194">
                  <a:extLst>
                    <a:ext uri="{FF2B5EF4-FFF2-40B4-BE49-F238E27FC236}">
                      <a16:creationId xmlns:a16="http://schemas.microsoft.com/office/drawing/2014/main" id="{F513011E-F25F-4CBC-B55B-5DDD1168C67B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6" name="直線コネクタ 109195">
                  <a:extLst>
                    <a:ext uri="{FF2B5EF4-FFF2-40B4-BE49-F238E27FC236}">
                      <a16:creationId xmlns:a16="http://schemas.microsoft.com/office/drawing/2014/main" id="{78587600-4386-4F5D-9B9B-122ECFB0B84D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7" name="直線コネクタ 109196">
                  <a:extLst>
                    <a:ext uri="{FF2B5EF4-FFF2-40B4-BE49-F238E27FC236}">
                      <a16:creationId xmlns:a16="http://schemas.microsoft.com/office/drawing/2014/main" id="{C78045CB-A55A-470C-B0E0-F0162050E17D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8" name="直線コネクタ 109197">
                  <a:extLst>
                    <a:ext uri="{FF2B5EF4-FFF2-40B4-BE49-F238E27FC236}">
                      <a16:creationId xmlns:a16="http://schemas.microsoft.com/office/drawing/2014/main" id="{E03EBE13-349C-44B3-8780-5CC32FEB7917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199" name="直線コネクタ 109198">
                  <a:extLst>
                    <a:ext uri="{FF2B5EF4-FFF2-40B4-BE49-F238E27FC236}">
                      <a16:creationId xmlns:a16="http://schemas.microsoft.com/office/drawing/2014/main" id="{7DC24671-E0BA-43F7-90AF-60C51D275D1B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0" name="直線コネクタ 109199">
                  <a:extLst>
                    <a:ext uri="{FF2B5EF4-FFF2-40B4-BE49-F238E27FC236}">
                      <a16:creationId xmlns:a16="http://schemas.microsoft.com/office/drawing/2014/main" id="{A0F5E7C0-CF1A-4F08-A3CB-ED40B07FE240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1" name="直線コネクタ 109200">
                  <a:extLst>
                    <a:ext uri="{FF2B5EF4-FFF2-40B4-BE49-F238E27FC236}">
                      <a16:creationId xmlns:a16="http://schemas.microsoft.com/office/drawing/2014/main" id="{F06B33C8-DC9B-4543-9EDF-8FEECBF3F790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2" name="直線コネクタ 109201">
                  <a:extLst>
                    <a:ext uri="{FF2B5EF4-FFF2-40B4-BE49-F238E27FC236}">
                      <a16:creationId xmlns:a16="http://schemas.microsoft.com/office/drawing/2014/main" id="{E154091F-391E-4330-81A3-7AE05E9288F8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3" name="直線コネクタ 109202">
                  <a:extLst>
                    <a:ext uri="{FF2B5EF4-FFF2-40B4-BE49-F238E27FC236}">
                      <a16:creationId xmlns:a16="http://schemas.microsoft.com/office/drawing/2014/main" id="{C149FC96-F4B7-4A8B-84C3-C8CC285C2F7C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4" name="直線コネクタ 109203">
                  <a:extLst>
                    <a:ext uri="{FF2B5EF4-FFF2-40B4-BE49-F238E27FC236}">
                      <a16:creationId xmlns:a16="http://schemas.microsoft.com/office/drawing/2014/main" id="{65BA54D7-FE27-4E3C-BDD4-6175E5AB91E1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5" name="直線コネクタ 109204">
                  <a:extLst>
                    <a:ext uri="{FF2B5EF4-FFF2-40B4-BE49-F238E27FC236}">
                      <a16:creationId xmlns:a16="http://schemas.microsoft.com/office/drawing/2014/main" id="{78061BFD-BE82-4FB8-ACF3-DCE373E66095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6" name="直線コネクタ 109205">
                  <a:extLst>
                    <a:ext uri="{FF2B5EF4-FFF2-40B4-BE49-F238E27FC236}">
                      <a16:creationId xmlns:a16="http://schemas.microsoft.com/office/drawing/2014/main" id="{4FFB42B0-C3C8-4509-A7D7-BB011ACD94C2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7" name="直線コネクタ 109206">
                  <a:extLst>
                    <a:ext uri="{FF2B5EF4-FFF2-40B4-BE49-F238E27FC236}">
                      <a16:creationId xmlns:a16="http://schemas.microsoft.com/office/drawing/2014/main" id="{B1AC9501-70CB-4A3A-8E02-96A0BF33CFAA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8" name="直線コネクタ 109207">
                  <a:extLst>
                    <a:ext uri="{FF2B5EF4-FFF2-40B4-BE49-F238E27FC236}">
                      <a16:creationId xmlns:a16="http://schemas.microsoft.com/office/drawing/2014/main" id="{4CE3AFEF-8B59-4140-9344-7E63130C8D23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09" name="直線コネクタ 109208">
                  <a:extLst>
                    <a:ext uri="{FF2B5EF4-FFF2-40B4-BE49-F238E27FC236}">
                      <a16:creationId xmlns:a16="http://schemas.microsoft.com/office/drawing/2014/main" id="{F46CB402-E1C4-41BC-AF36-91B456286D76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0" name="直線コネクタ 109209">
                  <a:extLst>
                    <a:ext uri="{FF2B5EF4-FFF2-40B4-BE49-F238E27FC236}">
                      <a16:creationId xmlns:a16="http://schemas.microsoft.com/office/drawing/2014/main" id="{1AEA3C8D-7B8A-437C-AAAA-FDF3637901B2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1" name="直線コネクタ 109210">
                  <a:extLst>
                    <a:ext uri="{FF2B5EF4-FFF2-40B4-BE49-F238E27FC236}">
                      <a16:creationId xmlns:a16="http://schemas.microsoft.com/office/drawing/2014/main" id="{9672881C-9381-4FA0-BBA0-726C7380C8F1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2" name="直線コネクタ 109211">
                  <a:extLst>
                    <a:ext uri="{FF2B5EF4-FFF2-40B4-BE49-F238E27FC236}">
                      <a16:creationId xmlns:a16="http://schemas.microsoft.com/office/drawing/2014/main" id="{9480158B-833B-426F-9FEF-0FF3AB33C728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3" name="直線コネクタ 109212">
                  <a:extLst>
                    <a:ext uri="{FF2B5EF4-FFF2-40B4-BE49-F238E27FC236}">
                      <a16:creationId xmlns:a16="http://schemas.microsoft.com/office/drawing/2014/main" id="{1732921A-1FF6-4FD6-91F2-AF3B471818F3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4" name="直線コネクタ 109213">
                  <a:extLst>
                    <a:ext uri="{FF2B5EF4-FFF2-40B4-BE49-F238E27FC236}">
                      <a16:creationId xmlns:a16="http://schemas.microsoft.com/office/drawing/2014/main" id="{318F4ECB-CCF3-49CD-A109-C83249409015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5" name="直線コネクタ 109214">
                  <a:extLst>
                    <a:ext uri="{FF2B5EF4-FFF2-40B4-BE49-F238E27FC236}">
                      <a16:creationId xmlns:a16="http://schemas.microsoft.com/office/drawing/2014/main" id="{51A68925-26F4-4ECE-9639-C421925A291B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6" name="直線コネクタ 109215">
                  <a:extLst>
                    <a:ext uri="{FF2B5EF4-FFF2-40B4-BE49-F238E27FC236}">
                      <a16:creationId xmlns:a16="http://schemas.microsoft.com/office/drawing/2014/main" id="{57E97710-AF52-4330-BB97-3BDE638D2ABB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7" name="直線コネクタ 109216">
                  <a:extLst>
                    <a:ext uri="{FF2B5EF4-FFF2-40B4-BE49-F238E27FC236}">
                      <a16:creationId xmlns:a16="http://schemas.microsoft.com/office/drawing/2014/main" id="{9BD918FA-0071-4A4E-B8E1-FDCE9AD1574F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8" name="直線コネクタ 109217">
                  <a:extLst>
                    <a:ext uri="{FF2B5EF4-FFF2-40B4-BE49-F238E27FC236}">
                      <a16:creationId xmlns:a16="http://schemas.microsoft.com/office/drawing/2014/main" id="{0AFFF25A-E0BD-4758-8071-E1D08251C9C9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19" name="直線コネクタ 109218">
                  <a:extLst>
                    <a:ext uri="{FF2B5EF4-FFF2-40B4-BE49-F238E27FC236}">
                      <a16:creationId xmlns:a16="http://schemas.microsoft.com/office/drawing/2014/main" id="{B46AA58D-19E0-45B5-AF04-72615DA0D953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0" name="直線コネクタ 109219">
                  <a:extLst>
                    <a:ext uri="{FF2B5EF4-FFF2-40B4-BE49-F238E27FC236}">
                      <a16:creationId xmlns:a16="http://schemas.microsoft.com/office/drawing/2014/main" id="{B9F1E9A3-8F4E-45F5-98E2-18BB7C6FBBDB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1" name="直線コネクタ 109220">
                  <a:extLst>
                    <a:ext uri="{FF2B5EF4-FFF2-40B4-BE49-F238E27FC236}">
                      <a16:creationId xmlns:a16="http://schemas.microsoft.com/office/drawing/2014/main" id="{80A68566-0571-4E31-A455-8BDF67114E2E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2" name="直線コネクタ 109221">
                  <a:extLst>
                    <a:ext uri="{FF2B5EF4-FFF2-40B4-BE49-F238E27FC236}">
                      <a16:creationId xmlns:a16="http://schemas.microsoft.com/office/drawing/2014/main" id="{B8D5357F-C2E3-4D7A-9919-A602EF31C6FD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3" name="直線コネクタ 109222">
                  <a:extLst>
                    <a:ext uri="{FF2B5EF4-FFF2-40B4-BE49-F238E27FC236}">
                      <a16:creationId xmlns:a16="http://schemas.microsoft.com/office/drawing/2014/main" id="{72F89136-0903-46B0-A05A-A7F24B5C5796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4" name="直線コネクタ 109223">
                  <a:extLst>
                    <a:ext uri="{FF2B5EF4-FFF2-40B4-BE49-F238E27FC236}">
                      <a16:creationId xmlns:a16="http://schemas.microsoft.com/office/drawing/2014/main" id="{C576E831-452B-4D28-B682-D9397DD7F4D1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5" name="直線コネクタ 109224">
                  <a:extLst>
                    <a:ext uri="{FF2B5EF4-FFF2-40B4-BE49-F238E27FC236}">
                      <a16:creationId xmlns:a16="http://schemas.microsoft.com/office/drawing/2014/main" id="{952EB7DB-0C28-4CEA-B033-1FFF62481CBD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6" name="直線コネクタ 109225">
                  <a:extLst>
                    <a:ext uri="{FF2B5EF4-FFF2-40B4-BE49-F238E27FC236}">
                      <a16:creationId xmlns:a16="http://schemas.microsoft.com/office/drawing/2014/main" id="{10ABC104-01DE-4CE4-8E87-87461A3A5F5B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7" name="直線コネクタ 109226">
                  <a:extLst>
                    <a:ext uri="{FF2B5EF4-FFF2-40B4-BE49-F238E27FC236}">
                      <a16:creationId xmlns:a16="http://schemas.microsoft.com/office/drawing/2014/main" id="{EC564052-6305-43DE-9E4A-40F0EFD5B818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8" name="直線コネクタ 109227">
                  <a:extLst>
                    <a:ext uri="{FF2B5EF4-FFF2-40B4-BE49-F238E27FC236}">
                      <a16:creationId xmlns:a16="http://schemas.microsoft.com/office/drawing/2014/main" id="{F2DE300D-32D6-458F-9C35-2269D89B2999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29" name="直線コネクタ 109228">
                  <a:extLst>
                    <a:ext uri="{FF2B5EF4-FFF2-40B4-BE49-F238E27FC236}">
                      <a16:creationId xmlns:a16="http://schemas.microsoft.com/office/drawing/2014/main" id="{447CFC98-40BD-41A1-851C-6B7681FEEF2A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0" name="直線コネクタ 109229">
                  <a:extLst>
                    <a:ext uri="{FF2B5EF4-FFF2-40B4-BE49-F238E27FC236}">
                      <a16:creationId xmlns:a16="http://schemas.microsoft.com/office/drawing/2014/main" id="{B111EE5B-6906-49EF-94C3-A14A01872B5E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1" name="直線コネクタ 109230">
                  <a:extLst>
                    <a:ext uri="{FF2B5EF4-FFF2-40B4-BE49-F238E27FC236}">
                      <a16:creationId xmlns:a16="http://schemas.microsoft.com/office/drawing/2014/main" id="{9C2FD79C-DD13-4738-A9E0-A982D39FE02B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2" name="直線コネクタ 109231">
                  <a:extLst>
                    <a:ext uri="{FF2B5EF4-FFF2-40B4-BE49-F238E27FC236}">
                      <a16:creationId xmlns:a16="http://schemas.microsoft.com/office/drawing/2014/main" id="{E53AA639-57E9-495D-A46C-D5A9E984469F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3" name="直線コネクタ 109232">
                  <a:extLst>
                    <a:ext uri="{FF2B5EF4-FFF2-40B4-BE49-F238E27FC236}">
                      <a16:creationId xmlns:a16="http://schemas.microsoft.com/office/drawing/2014/main" id="{3338BF49-D6A0-43D8-BBA1-7CBD2C8D17DD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4" name="直線コネクタ 109233">
                  <a:extLst>
                    <a:ext uri="{FF2B5EF4-FFF2-40B4-BE49-F238E27FC236}">
                      <a16:creationId xmlns:a16="http://schemas.microsoft.com/office/drawing/2014/main" id="{931770C4-CBE2-497E-8DA3-D7840F03D2F9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5" name="直線コネクタ 109234">
                  <a:extLst>
                    <a:ext uri="{FF2B5EF4-FFF2-40B4-BE49-F238E27FC236}">
                      <a16:creationId xmlns:a16="http://schemas.microsoft.com/office/drawing/2014/main" id="{580765E5-C130-43A7-B3F3-1ABF86F4D8B1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6" name="直線コネクタ 109235">
                  <a:extLst>
                    <a:ext uri="{FF2B5EF4-FFF2-40B4-BE49-F238E27FC236}">
                      <a16:creationId xmlns:a16="http://schemas.microsoft.com/office/drawing/2014/main" id="{0F2BA040-F915-4494-90EC-B0F9F690A86E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7" name="直線コネクタ 109236">
                  <a:extLst>
                    <a:ext uri="{FF2B5EF4-FFF2-40B4-BE49-F238E27FC236}">
                      <a16:creationId xmlns:a16="http://schemas.microsoft.com/office/drawing/2014/main" id="{B174F8C9-3A70-465B-B1C6-2D9F271C5D6A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8" name="直線コネクタ 109237">
                  <a:extLst>
                    <a:ext uri="{FF2B5EF4-FFF2-40B4-BE49-F238E27FC236}">
                      <a16:creationId xmlns:a16="http://schemas.microsoft.com/office/drawing/2014/main" id="{AB51191D-C8E0-4668-AC7A-107513E5C07B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39" name="直線コネクタ 109238">
                  <a:extLst>
                    <a:ext uri="{FF2B5EF4-FFF2-40B4-BE49-F238E27FC236}">
                      <a16:creationId xmlns:a16="http://schemas.microsoft.com/office/drawing/2014/main" id="{E33D2FAB-593B-4D4F-BB69-A5CC49621ACD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0" name="直線コネクタ 109239">
                  <a:extLst>
                    <a:ext uri="{FF2B5EF4-FFF2-40B4-BE49-F238E27FC236}">
                      <a16:creationId xmlns:a16="http://schemas.microsoft.com/office/drawing/2014/main" id="{F927A6DF-2995-4FE0-9169-2353F186DFBE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1" name="直線コネクタ 109240">
                  <a:extLst>
                    <a:ext uri="{FF2B5EF4-FFF2-40B4-BE49-F238E27FC236}">
                      <a16:creationId xmlns:a16="http://schemas.microsoft.com/office/drawing/2014/main" id="{9EC05DAE-1F4D-47D3-94DA-CAF73D509B9A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2" name="直線コネクタ 109241">
                  <a:extLst>
                    <a:ext uri="{FF2B5EF4-FFF2-40B4-BE49-F238E27FC236}">
                      <a16:creationId xmlns:a16="http://schemas.microsoft.com/office/drawing/2014/main" id="{B1D72C5D-8837-4479-83D2-FE5937DCDD44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3" name="直線コネクタ 109242">
                  <a:extLst>
                    <a:ext uri="{FF2B5EF4-FFF2-40B4-BE49-F238E27FC236}">
                      <a16:creationId xmlns:a16="http://schemas.microsoft.com/office/drawing/2014/main" id="{CF0524B1-5D8D-4264-8E92-653B92FD5187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4" name="直線コネクタ 109243">
                  <a:extLst>
                    <a:ext uri="{FF2B5EF4-FFF2-40B4-BE49-F238E27FC236}">
                      <a16:creationId xmlns:a16="http://schemas.microsoft.com/office/drawing/2014/main" id="{39D3781B-0FA8-4E98-BF9E-E8A989BA7EAA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5" name="直線コネクタ 109244">
                  <a:extLst>
                    <a:ext uri="{FF2B5EF4-FFF2-40B4-BE49-F238E27FC236}">
                      <a16:creationId xmlns:a16="http://schemas.microsoft.com/office/drawing/2014/main" id="{C4078F3D-91FF-46EE-93DF-CA177DA12E50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6" name="直線コネクタ 109245">
                  <a:extLst>
                    <a:ext uri="{FF2B5EF4-FFF2-40B4-BE49-F238E27FC236}">
                      <a16:creationId xmlns:a16="http://schemas.microsoft.com/office/drawing/2014/main" id="{6F241A61-963B-4107-840D-EA694EBCA253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7" name="直線コネクタ 109246">
                  <a:extLst>
                    <a:ext uri="{FF2B5EF4-FFF2-40B4-BE49-F238E27FC236}">
                      <a16:creationId xmlns:a16="http://schemas.microsoft.com/office/drawing/2014/main" id="{58ACE3A4-B4E8-4407-8CBA-271B8A683142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8" name="直線コネクタ 109247">
                  <a:extLst>
                    <a:ext uri="{FF2B5EF4-FFF2-40B4-BE49-F238E27FC236}">
                      <a16:creationId xmlns:a16="http://schemas.microsoft.com/office/drawing/2014/main" id="{342757C6-6EDF-4C46-AB24-CAE137DDB7CD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49" name="直線コネクタ 109248">
                  <a:extLst>
                    <a:ext uri="{FF2B5EF4-FFF2-40B4-BE49-F238E27FC236}">
                      <a16:creationId xmlns:a16="http://schemas.microsoft.com/office/drawing/2014/main" id="{763B83B1-D89F-4FCF-86DD-381553F5A5E0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0" name="直線コネクタ 109249">
                  <a:extLst>
                    <a:ext uri="{FF2B5EF4-FFF2-40B4-BE49-F238E27FC236}">
                      <a16:creationId xmlns:a16="http://schemas.microsoft.com/office/drawing/2014/main" id="{A96D9EA7-E4EF-4ED3-BFF5-FE473E3C2573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1" name="直線コネクタ 109250">
                  <a:extLst>
                    <a:ext uri="{FF2B5EF4-FFF2-40B4-BE49-F238E27FC236}">
                      <a16:creationId xmlns:a16="http://schemas.microsoft.com/office/drawing/2014/main" id="{48E1F9AC-48D7-451A-ABF6-BB300746066C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2" name="直線コネクタ 109251">
                  <a:extLst>
                    <a:ext uri="{FF2B5EF4-FFF2-40B4-BE49-F238E27FC236}">
                      <a16:creationId xmlns:a16="http://schemas.microsoft.com/office/drawing/2014/main" id="{322425FA-2A8B-4B1A-8959-9D6C8B042524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3" name="直線コネクタ 109252">
                  <a:extLst>
                    <a:ext uri="{FF2B5EF4-FFF2-40B4-BE49-F238E27FC236}">
                      <a16:creationId xmlns:a16="http://schemas.microsoft.com/office/drawing/2014/main" id="{5C36FABB-DECE-43AA-A145-807EF6E5EA9A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4" name="直線コネクタ 109253">
                  <a:extLst>
                    <a:ext uri="{FF2B5EF4-FFF2-40B4-BE49-F238E27FC236}">
                      <a16:creationId xmlns:a16="http://schemas.microsoft.com/office/drawing/2014/main" id="{AA92C696-978A-497D-91E6-543A673AC445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5" name="直線コネクタ 109254">
                  <a:extLst>
                    <a:ext uri="{FF2B5EF4-FFF2-40B4-BE49-F238E27FC236}">
                      <a16:creationId xmlns:a16="http://schemas.microsoft.com/office/drawing/2014/main" id="{FB181BC4-3211-442E-A941-3D6DD503A3A2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6" name="直線コネクタ 109255">
                  <a:extLst>
                    <a:ext uri="{FF2B5EF4-FFF2-40B4-BE49-F238E27FC236}">
                      <a16:creationId xmlns:a16="http://schemas.microsoft.com/office/drawing/2014/main" id="{7E2413B9-2D43-401E-9540-5DAF4DAC6705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7" name="直線コネクタ 109256">
                  <a:extLst>
                    <a:ext uri="{FF2B5EF4-FFF2-40B4-BE49-F238E27FC236}">
                      <a16:creationId xmlns:a16="http://schemas.microsoft.com/office/drawing/2014/main" id="{6863E728-4B87-46A2-AB4D-05EEF2E2BC82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8" name="直線コネクタ 109257">
                  <a:extLst>
                    <a:ext uri="{FF2B5EF4-FFF2-40B4-BE49-F238E27FC236}">
                      <a16:creationId xmlns:a16="http://schemas.microsoft.com/office/drawing/2014/main" id="{F80709F5-FCF7-409B-8EF9-0262CD2F902B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59" name="直線コネクタ 109258">
                  <a:extLst>
                    <a:ext uri="{FF2B5EF4-FFF2-40B4-BE49-F238E27FC236}">
                      <a16:creationId xmlns:a16="http://schemas.microsoft.com/office/drawing/2014/main" id="{9EF1D4C2-D76C-4027-B2D4-372D46B10315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0" name="直線コネクタ 109259">
                  <a:extLst>
                    <a:ext uri="{FF2B5EF4-FFF2-40B4-BE49-F238E27FC236}">
                      <a16:creationId xmlns:a16="http://schemas.microsoft.com/office/drawing/2014/main" id="{BEEDA8C7-3F3D-4201-8E69-B709ED2A0EBE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1" name="直線コネクタ 109260">
                  <a:extLst>
                    <a:ext uri="{FF2B5EF4-FFF2-40B4-BE49-F238E27FC236}">
                      <a16:creationId xmlns:a16="http://schemas.microsoft.com/office/drawing/2014/main" id="{03008E64-AB98-4F85-8B91-DA49DF7FD0AB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2" name="直線コネクタ 109261">
                  <a:extLst>
                    <a:ext uri="{FF2B5EF4-FFF2-40B4-BE49-F238E27FC236}">
                      <a16:creationId xmlns:a16="http://schemas.microsoft.com/office/drawing/2014/main" id="{F4B3EE94-2B1C-4072-9577-2F3A937CE19D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3" name="直線コネクタ 109262">
                  <a:extLst>
                    <a:ext uri="{FF2B5EF4-FFF2-40B4-BE49-F238E27FC236}">
                      <a16:creationId xmlns:a16="http://schemas.microsoft.com/office/drawing/2014/main" id="{C382214B-7CCA-41B2-B987-1ED4F30E2E1A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4" name="直線コネクタ 109263">
                  <a:extLst>
                    <a:ext uri="{FF2B5EF4-FFF2-40B4-BE49-F238E27FC236}">
                      <a16:creationId xmlns:a16="http://schemas.microsoft.com/office/drawing/2014/main" id="{08F1F96E-4211-4DDB-8B72-77861BF9BBDC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5" name="直線コネクタ 109264">
                  <a:extLst>
                    <a:ext uri="{FF2B5EF4-FFF2-40B4-BE49-F238E27FC236}">
                      <a16:creationId xmlns:a16="http://schemas.microsoft.com/office/drawing/2014/main" id="{9A9EBB02-3B06-4FF4-80D7-1A6E92F1AAAB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6" name="直線コネクタ 109265">
                  <a:extLst>
                    <a:ext uri="{FF2B5EF4-FFF2-40B4-BE49-F238E27FC236}">
                      <a16:creationId xmlns:a16="http://schemas.microsoft.com/office/drawing/2014/main" id="{9BFFF3A9-4B41-4AD2-AFC1-5C93DCB892BB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7" name="直線コネクタ 109266">
                  <a:extLst>
                    <a:ext uri="{FF2B5EF4-FFF2-40B4-BE49-F238E27FC236}">
                      <a16:creationId xmlns:a16="http://schemas.microsoft.com/office/drawing/2014/main" id="{C346A56C-024E-4636-8519-DFCC13B46C6A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8" name="直線コネクタ 109267">
                  <a:extLst>
                    <a:ext uri="{FF2B5EF4-FFF2-40B4-BE49-F238E27FC236}">
                      <a16:creationId xmlns:a16="http://schemas.microsoft.com/office/drawing/2014/main" id="{F93691DF-724E-43F4-96BB-B659A5D748D3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69" name="直線コネクタ 109268">
                  <a:extLst>
                    <a:ext uri="{FF2B5EF4-FFF2-40B4-BE49-F238E27FC236}">
                      <a16:creationId xmlns:a16="http://schemas.microsoft.com/office/drawing/2014/main" id="{84445888-3181-4ECA-B199-B47A9376C788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70" name="直線コネクタ 109269">
                  <a:extLst>
                    <a:ext uri="{FF2B5EF4-FFF2-40B4-BE49-F238E27FC236}">
                      <a16:creationId xmlns:a16="http://schemas.microsoft.com/office/drawing/2014/main" id="{A59BEFE9-F38E-42AD-9D7D-1398C9738ED6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71" name="直線コネクタ 109270">
                  <a:extLst>
                    <a:ext uri="{FF2B5EF4-FFF2-40B4-BE49-F238E27FC236}">
                      <a16:creationId xmlns:a16="http://schemas.microsoft.com/office/drawing/2014/main" id="{AB4FCCEB-9785-4B3F-B717-98806E767DC9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72" name="直線コネクタ 109271">
                  <a:extLst>
                    <a:ext uri="{FF2B5EF4-FFF2-40B4-BE49-F238E27FC236}">
                      <a16:creationId xmlns:a16="http://schemas.microsoft.com/office/drawing/2014/main" id="{52D33986-126A-429B-98FC-849D2C111CC5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73" name="直線コネクタ 109272">
                  <a:extLst>
                    <a:ext uri="{FF2B5EF4-FFF2-40B4-BE49-F238E27FC236}">
                      <a16:creationId xmlns:a16="http://schemas.microsoft.com/office/drawing/2014/main" id="{5787D0D5-C7A4-403E-98F7-3491CEB97E85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274" name="直線コネクタ 109273">
                  <a:extLst>
                    <a:ext uri="{FF2B5EF4-FFF2-40B4-BE49-F238E27FC236}">
                      <a16:creationId xmlns:a16="http://schemas.microsoft.com/office/drawing/2014/main" id="{E315B151-D847-4AF2-BECD-527BAF1DFC12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308" name="グループ化 108307">
                <a:extLst>
                  <a:ext uri="{FF2B5EF4-FFF2-40B4-BE49-F238E27FC236}">
                    <a16:creationId xmlns:a16="http://schemas.microsoft.com/office/drawing/2014/main" id="{EF2FDE3B-30A5-43D6-9653-F4A0ADAFD048}"/>
                  </a:ext>
                </a:extLst>
              </p:cNvPr>
              <p:cNvGrpSpPr/>
              <p:nvPr/>
            </p:nvGrpSpPr>
            <p:grpSpPr>
              <a:xfrm rot="5400000">
                <a:off x="54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8793" name="直線コネクタ 108792">
                  <a:extLst>
                    <a:ext uri="{FF2B5EF4-FFF2-40B4-BE49-F238E27FC236}">
                      <a16:creationId xmlns:a16="http://schemas.microsoft.com/office/drawing/2014/main" id="{13DF7295-F5AC-4596-93EF-A78BAFF79DC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4" name="直線コネクタ 108793">
                  <a:extLst>
                    <a:ext uri="{FF2B5EF4-FFF2-40B4-BE49-F238E27FC236}">
                      <a16:creationId xmlns:a16="http://schemas.microsoft.com/office/drawing/2014/main" id="{E71F26D7-EDF1-4A05-A4F9-D1C423A6E52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5" name="直線コネクタ 108794">
                  <a:extLst>
                    <a:ext uri="{FF2B5EF4-FFF2-40B4-BE49-F238E27FC236}">
                      <a16:creationId xmlns:a16="http://schemas.microsoft.com/office/drawing/2014/main" id="{FFE82D53-438B-411F-8E29-D157A9948E2C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6" name="直線コネクタ 108795">
                  <a:extLst>
                    <a:ext uri="{FF2B5EF4-FFF2-40B4-BE49-F238E27FC236}">
                      <a16:creationId xmlns:a16="http://schemas.microsoft.com/office/drawing/2014/main" id="{36FDA20B-8145-4B30-96C8-8EB37F8853FE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7" name="直線コネクタ 108796">
                  <a:extLst>
                    <a:ext uri="{FF2B5EF4-FFF2-40B4-BE49-F238E27FC236}">
                      <a16:creationId xmlns:a16="http://schemas.microsoft.com/office/drawing/2014/main" id="{646AB541-861C-4C1D-B0F5-103B6859341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8" name="直線コネクタ 108797">
                  <a:extLst>
                    <a:ext uri="{FF2B5EF4-FFF2-40B4-BE49-F238E27FC236}">
                      <a16:creationId xmlns:a16="http://schemas.microsoft.com/office/drawing/2014/main" id="{C2604298-3EC4-40AE-B215-666146D816D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9" name="直線コネクタ 108798">
                  <a:extLst>
                    <a:ext uri="{FF2B5EF4-FFF2-40B4-BE49-F238E27FC236}">
                      <a16:creationId xmlns:a16="http://schemas.microsoft.com/office/drawing/2014/main" id="{E0673901-CED4-49F7-A67A-BCDEED97A3D1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0" name="直線コネクタ 108799">
                  <a:extLst>
                    <a:ext uri="{FF2B5EF4-FFF2-40B4-BE49-F238E27FC236}">
                      <a16:creationId xmlns:a16="http://schemas.microsoft.com/office/drawing/2014/main" id="{24574440-7109-46AD-B97E-ED9A59A9115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1" name="直線コネクタ 108800">
                  <a:extLst>
                    <a:ext uri="{FF2B5EF4-FFF2-40B4-BE49-F238E27FC236}">
                      <a16:creationId xmlns:a16="http://schemas.microsoft.com/office/drawing/2014/main" id="{7625DB77-236C-4441-A6A1-5911F3DE4E6D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2" name="直線コネクタ 108801">
                  <a:extLst>
                    <a:ext uri="{FF2B5EF4-FFF2-40B4-BE49-F238E27FC236}">
                      <a16:creationId xmlns:a16="http://schemas.microsoft.com/office/drawing/2014/main" id="{67D43339-434B-457C-ACAA-012AC2FDD71E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3" name="直線コネクタ 108802">
                  <a:extLst>
                    <a:ext uri="{FF2B5EF4-FFF2-40B4-BE49-F238E27FC236}">
                      <a16:creationId xmlns:a16="http://schemas.microsoft.com/office/drawing/2014/main" id="{3ACF81A4-5C6E-4266-BFAB-2F858DA15AB7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4" name="直線コネクタ 108803">
                  <a:extLst>
                    <a:ext uri="{FF2B5EF4-FFF2-40B4-BE49-F238E27FC236}">
                      <a16:creationId xmlns:a16="http://schemas.microsoft.com/office/drawing/2014/main" id="{7F180B9D-5F9F-41D5-B4B7-1271F1A7AA1C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5" name="直線コネクタ 108804">
                  <a:extLst>
                    <a:ext uri="{FF2B5EF4-FFF2-40B4-BE49-F238E27FC236}">
                      <a16:creationId xmlns:a16="http://schemas.microsoft.com/office/drawing/2014/main" id="{5843A3E3-69DD-4AB7-91EB-6ACE5BBF854C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6" name="直線コネクタ 108805">
                  <a:extLst>
                    <a:ext uri="{FF2B5EF4-FFF2-40B4-BE49-F238E27FC236}">
                      <a16:creationId xmlns:a16="http://schemas.microsoft.com/office/drawing/2014/main" id="{1C6C34B8-F6DC-4EA4-BABB-0981656ABCE5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7" name="直線コネクタ 108806">
                  <a:extLst>
                    <a:ext uri="{FF2B5EF4-FFF2-40B4-BE49-F238E27FC236}">
                      <a16:creationId xmlns:a16="http://schemas.microsoft.com/office/drawing/2014/main" id="{C607A107-324C-49E7-906E-F9479AFA955E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8" name="直線コネクタ 108807">
                  <a:extLst>
                    <a:ext uri="{FF2B5EF4-FFF2-40B4-BE49-F238E27FC236}">
                      <a16:creationId xmlns:a16="http://schemas.microsoft.com/office/drawing/2014/main" id="{F0AA9758-597E-4419-9E28-A836F79CD039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09" name="直線コネクタ 108808">
                  <a:extLst>
                    <a:ext uri="{FF2B5EF4-FFF2-40B4-BE49-F238E27FC236}">
                      <a16:creationId xmlns:a16="http://schemas.microsoft.com/office/drawing/2014/main" id="{B4066E54-C5D2-4DC1-952B-71B5EE4B0A4E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0" name="直線コネクタ 108809">
                  <a:extLst>
                    <a:ext uri="{FF2B5EF4-FFF2-40B4-BE49-F238E27FC236}">
                      <a16:creationId xmlns:a16="http://schemas.microsoft.com/office/drawing/2014/main" id="{B0B27991-5407-4845-8331-91C4D09D4B1E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1" name="直線コネクタ 108810">
                  <a:extLst>
                    <a:ext uri="{FF2B5EF4-FFF2-40B4-BE49-F238E27FC236}">
                      <a16:creationId xmlns:a16="http://schemas.microsoft.com/office/drawing/2014/main" id="{60EB2739-0F0F-419D-908F-FB16C115F4D1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2" name="直線コネクタ 108811">
                  <a:extLst>
                    <a:ext uri="{FF2B5EF4-FFF2-40B4-BE49-F238E27FC236}">
                      <a16:creationId xmlns:a16="http://schemas.microsoft.com/office/drawing/2014/main" id="{A1F28D17-4C50-4679-BFE4-BA9534646A04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3" name="直線コネクタ 108812">
                  <a:extLst>
                    <a:ext uri="{FF2B5EF4-FFF2-40B4-BE49-F238E27FC236}">
                      <a16:creationId xmlns:a16="http://schemas.microsoft.com/office/drawing/2014/main" id="{FCCDD2B5-6FAB-4858-938E-F80B80805DC4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4" name="直線コネクタ 108813">
                  <a:extLst>
                    <a:ext uri="{FF2B5EF4-FFF2-40B4-BE49-F238E27FC236}">
                      <a16:creationId xmlns:a16="http://schemas.microsoft.com/office/drawing/2014/main" id="{CC7E7C70-1B6B-42C4-AB18-7E468F968FD5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5" name="直線コネクタ 108814">
                  <a:extLst>
                    <a:ext uri="{FF2B5EF4-FFF2-40B4-BE49-F238E27FC236}">
                      <a16:creationId xmlns:a16="http://schemas.microsoft.com/office/drawing/2014/main" id="{F1243F28-8555-42EB-8D4F-7D947606E401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6" name="直線コネクタ 108815">
                  <a:extLst>
                    <a:ext uri="{FF2B5EF4-FFF2-40B4-BE49-F238E27FC236}">
                      <a16:creationId xmlns:a16="http://schemas.microsoft.com/office/drawing/2014/main" id="{D98638A5-660C-4F77-99AB-6AA1D4CEFD98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7" name="直線コネクタ 108816">
                  <a:extLst>
                    <a:ext uri="{FF2B5EF4-FFF2-40B4-BE49-F238E27FC236}">
                      <a16:creationId xmlns:a16="http://schemas.microsoft.com/office/drawing/2014/main" id="{CB20C944-3599-4DE5-9F25-CA336189B476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8" name="直線コネクタ 108817">
                  <a:extLst>
                    <a:ext uri="{FF2B5EF4-FFF2-40B4-BE49-F238E27FC236}">
                      <a16:creationId xmlns:a16="http://schemas.microsoft.com/office/drawing/2014/main" id="{443ABEB7-52F3-4136-9F1A-4233ABB56DEB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19" name="直線コネクタ 108818">
                  <a:extLst>
                    <a:ext uri="{FF2B5EF4-FFF2-40B4-BE49-F238E27FC236}">
                      <a16:creationId xmlns:a16="http://schemas.microsoft.com/office/drawing/2014/main" id="{5404EE97-973F-4394-A891-9A8F798143B1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0" name="直線コネクタ 108819">
                  <a:extLst>
                    <a:ext uri="{FF2B5EF4-FFF2-40B4-BE49-F238E27FC236}">
                      <a16:creationId xmlns:a16="http://schemas.microsoft.com/office/drawing/2014/main" id="{8517743F-5106-413F-85EC-95A10C3129A5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1" name="直線コネクタ 108820">
                  <a:extLst>
                    <a:ext uri="{FF2B5EF4-FFF2-40B4-BE49-F238E27FC236}">
                      <a16:creationId xmlns:a16="http://schemas.microsoft.com/office/drawing/2014/main" id="{9ECC92BF-D57D-461F-8A91-B3467C5CF376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2" name="直線コネクタ 108821">
                  <a:extLst>
                    <a:ext uri="{FF2B5EF4-FFF2-40B4-BE49-F238E27FC236}">
                      <a16:creationId xmlns:a16="http://schemas.microsoft.com/office/drawing/2014/main" id="{0FDC895F-89E6-44E0-A946-590EAD5306F7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3" name="直線コネクタ 108822">
                  <a:extLst>
                    <a:ext uri="{FF2B5EF4-FFF2-40B4-BE49-F238E27FC236}">
                      <a16:creationId xmlns:a16="http://schemas.microsoft.com/office/drawing/2014/main" id="{A4B220E0-F369-4A04-9784-5188D35DD111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4" name="直線コネクタ 108823">
                  <a:extLst>
                    <a:ext uri="{FF2B5EF4-FFF2-40B4-BE49-F238E27FC236}">
                      <a16:creationId xmlns:a16="http://schemas.microsoft.com/office/drawing/2014/main" id="{410A5FC4-41BC-4E50-9F3F-972416604A9D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5" name="直線コネクタ 108824">
                  <a:extLst>
                    <a:ext uri="{FF2B5EF4-FFF2-40B4-BE49-F238E27FC236}">
                      <a16:creationId xmlns:a16="http://schemas.microsoft.com/office/drawing/2014/main" id="{BC35D7F5-37B6-4A92-9904-5F35A01C24FB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6" name="直線コネクタ 108825">
                  <a:extLst>
                    <a:ext uri="{FF2B5EF4-FFF2-40B4-BE49-F238E27FC236}">
                      <a16:creationId xmlns:a16="http://schemas.microsoft.com/office/drawing/2014/main" id="{0142F535-A86E-46D9-89DF-1493CD24AE08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7" name="直線コネクタ 108826">
                  <a:extLst>
                    <a:ext uri="{FF2B5EF4-FFF2-40B4-BE49-F238E27FC236}">
                      <a16:creationId xmlns:a16="http://schemas.microsoft.com/office/drawing/2014/main" id="{D9A9098C-5889-493E-9C8E-F93DB54EBAD8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8" name="直線コネクタ 108827">
                  <a:extLst>
                    <a:ext uri="{FF2B5EF4-FFF2-40B4-BE49-F238E27FC236}">
                      <a16:creationId xmlns:a16="http://schemas.microsoft.com/office/drawing/2014/main" id="{F51AFAFA-4CC8-4293-BD54-41307AF6B7CA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29" name="直線コネクタ 108828">
                  <a:extLst>
                    <a:ext uri="{FF2B5EF4-FFF2-40B4-BE49-F238E27FC236}">
                      <a16:creationId xmlns:a16="http://schemas.microsoft.com/office/drawing/2014/main" id="{DC01A119-7503-48F8-802F-31C932642FF0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0" name="直線コネクタ 108829">
                  <a:extLst>
                    <a:ext uri="{FF2B5EF4-FFF2-40B4-BE49-F238E27FC236}">
                      <a16:creationId xmlns:a16="http://schemas.microsoft.com/office/drawing/2014/main" id="{851AFCD7-E437-424C-8622-204821EB2A84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1" name="直線コネクタ 108830">
                  <a:extLst>
                    <a:ext uri="{FF2B5EF4-FFF2-40B4-BE49-F238E27FC236}">
                      <a16:creationId xmlns:a16="http://schemas.microsoft.com/office/drawing/2014/main" id="{1367B84F-5C58-4B14-81C1-92BF71ADCA5A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2" name="直線コネクタ 108831">
                  <a:extLst>
                    <a:ext uri="{FF2B5EF4-FFF2-40B4-BE49-F238E27FC236}">
                      <a16:creationId xmlns:a16="http://schemas.microsoft.com/office/drawing/2014/main" id="{E2A6130A-D1E5-456D-A92B-36642BBACA8D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3" name="直線コネクタ 108832">
                  <a:extLst>
                    <a:ext uri="{FF2B5EF4-FFF2-40B4-BE49-F238E27FC236}">
                      <a16:creationId xmlns:a16="http://schemas.microsoft.com/office/drawing/2014/main" id="{6CB0775F-BCFF-4BBD-A4E7-A4DFD0BBE93B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4" name="直線コネクタ 108833">
                  <a:extLst>
                    <a:ext uri="{FF2B5EF4-FFF2-40B4-BE49-F238E27FC236}">
                      <a16:creationId xmlns:a16="http://schemas.microsoft.com/office/drawing/2014/main" id="{A1FF4E66-BFA3-4F66-BF20-C151BF83C6A7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5" name="直線コネクタ 108834">
                  <a:extLst>
                    <a:ext uri="{FF2B5EF4-FFF2-40B4-BE49-F238E27FC236}">
                      <a16:creationId xmlns:a16="http://schemas.microsoft.com/office/drawing/2014/main" id="{B7E115DC-67E6-4836-88F2-8467CE08DAAD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6" name="直線コネクタ 108835">
                  <a:extLst>
                    <a:ext uri="{FF2B5EF4-FFF2-40B4-BE49-F238E27FC236}">
                      <a16:creationId xmlns:a16="http://schemas.microsoft.com/office/drawing/2014/main" id="{8EDF369E-41C6-4897-8BF5-6E69FE5206B1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7" name="直線コネクタ 108836">
                  <a:extLst>
                    <a:ext uri="{FF2B5EF4-FFF2-40B4-BE49-F238E27FC236}">
                      <a16:creationId xmlns:a16="http://schemas.microsoft.com/office/drawing/2014/main" id="{2764A91E-E875-46AE-A5C5-6B45B613DCA7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8" name="直線コネクタ 108837">
                  <a:extLst>
                    <a:ext uri="{FF2B5EF4-FFF2-40B4-BE49-F238E27FC236}">
                      <a16:creationId xmlns:a16="http://schemas.microsoft.com/office/drawing/2014/main" id="{90A3155A-EDFC-4208-8215-DF40251B9F01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39" name="直線コネクタ 108838">
                  <a:extLst>
                    <a:ext uri="{FF2B5EF4-FFF2-40B4-BE49-F238E27FC236}">
                      <a16:creationId xmlns:a16="http://schemas.microsoft.com/office/drawing/2014/main" id="{81DBB4AA-47E4-4548-8880-221C4E2EADCF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0" name="直線コネクタ 108839">
                  <a:extLst>
                    <a:ext uri="{FF2B5EF4-FFF2-40B4-BE49-F238E27FC236}">
                      <a16:creationId xmlns:a16="http://schemas.microsoft.com/office/drawing/2014/main" id="{EA8284AB-EB67-4235-A755-E49BD6DF53B3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1" name="直線コネクタ 108840">
                  <a:extLst>
                    <a:ext uri="{FF2B5EF4-FFF2-40B4-BE49-F238E27FC236}">
                      <a16:creationId xmlns:a16="http://schemas.microsoft.com/office/drawing/2014/main" id="{90BBC4B9-6C7D-482A-A1CE-CD24813FF11E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2" name="直線コネクタ 108841">
                  <a:extLst>
                    <a:ext uri="{FF2B5EF4-FFF2-40B4-BE49-F238E27FC236}">
                      <a16:creationId xmlns:a16="http://schemas.microsoft.com/office/drawing/2014/main" id="{05015305-E221-4E43-93D7-EA3AFF09BE26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3" name="直線コネクタ 108842">
                  <a:extLst>
                    <a:ext uri="{FF2B5EF4-FFF2-40B4-BE49-F238E27FC236}">
                      <a16:creationId xmlns:a16="http://schemas.microsoft.com/office/drawing/2014/main" id="{398C52B1-A55E-40A4-BDAC-6B61D4B7D21A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4" name="直線コネクタ 108843">
                  <a:extLst>
                    <a:ext uri="{FF2B5EF4-FFF2-40B4-BE49-F238E27FC236}">
                      <a16:creationId xmlns:a16="http://schemas.microsoft.com/office/drawing/2014/main" id="{FE74AB4B-50A1-4DC1-B753-E4C16CC78805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5" name="直線コネクタ 108844">
                  <a:extLst>
                    <a:ext uri="{FF2B5EF4-FFF2-40B4-BE49-F238E27FC236}">
                      <a16:creationId xmlns:a16="http://schemas.microsoft.com/office/drawing/2014/main" id="{E56A0D13-4356-4D5B-9A73-53553219F595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6" name="直線コネクタ 108845">
                  <a:extLst>
                    <a:ext uri="{FF2B5EF4-FFF2-40B4-BE49-F238E27FC236}">
                      <a16:creationId xmlns:a16="http://schemas.microsoft.com/office/drawing/2014/main" id="{BA87AA00-FD94-4630-965E-F70F4580810D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7" name="直線コネクタ 108846">
                  <a:extLst>
                    <a:ext uri="{FF2B5EF4-FFF2-40B4-BE49-F238E27FC236}">
                      <a16:creationId xmlns:a16="http://schemas.microsoft.com/office/drawing/2014/main" id="{3EECF8A8-64F2-4940-9E10-4DCCEDB08915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8" name="直線コネクタ 108847">
                  <a:extLst>
                    <a:ext uri="{FF2B5EF4-FFF2-40B4-BE49-F238E27FC236}">
                      <a16:creationId xmlns:a16="http://schemas.microsoft.com/office/drawing/2014/main" id="{EEDD5B92-5312-48D1-96A0-1D520D65C967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49" name="直線コネクタ 108848">
                  <a:extLst>
                    <a:ext uri="{FF2B5EF4-FFF2-40B4-BE49-F238E27FC236}">
                      <a16:creationId xmlns:a16="http://schemas.microsoft.com/office/drawing/2014/main" id="{5267C560-BCCC-4E81-86B3-4D0ADDF80BA9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0" name="直線コネクタ 108849">
                  <a:extLst>
                    <a:ext uri="{FF2B5EF4-FFF2-40B4-BE49-F238E27FC236}">
                      <a16:creationId xmlns:a16="http://schemas.microsoft.com/office/drawing/2014/main" id="{61FBF26D-E154-4AF3-8D09-2CA9EB4DBD90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1" name="直線コネクタ 108850">
                  <a:extLst>
                    <a:ext uri="{FF2B5EF4-FFF2-40B4-BE49-F238E27FC236}">
                      <a16:creationId xmlns:a16="http://schemas.microsoft.com/office/drawing/2014/main" id="{7E095361-76F7-466D-9991-42BA0B3927F1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2" name="直線コネクタ 108851">
                  <a:extLst>
                    <a:ext uri="{FF2B5EF4-FFF2-40B4-BE49-F238E27FC236}">
                      <a16:creationId xmlns:a16="http://schemas.microsoft.com/office/drawing/2014/main" id="{62A1DD2C-17AE-42DD-B6A2-1BE1D6D5606E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3" name="直線コネクタ 108852">
                  <a:extLst>
                    <a:ext uri="{FF2B5EF4-FFF2-40B4-BE49-F238E27FC236}">
                      <a16:creationId xmlns:a16="http://schemas.microsoft.com/office/drawing/2014/main" id="{1F711178-40C7-4EF6-8479-034EBEE35F3B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4" name="直線コネクタ 108853">
                  <a:extLst>
                    <a:ext uri="{FF2B5EF4-FFF2-40B4-BE49-F238E27FC236}">
                      <a16:creationId xmlns:a16="http://schemas.microsoft.com/office/drawing/2014/main" id="{56DB564C-3270-4FA5-976B-080FDB0C417C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5" name="直線コネクタ 108854">
                  <a:extLst>
                    <a:ext uri="{FF2B5EF4-FFF2-40B4-BE49-F238E27FC236}">
                      <a16:creationId xmlns:a16="http://schemas.microsoft.com/office/drawing/2014/main" id="{928056EC-8FBF-407F-AA79-B29B8F831032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6" name="直線コネクタ 108855">
                  <a:extLst>
                    <a:ext uri="{FF2B5EF4-FFF2-40B4-BE49-F238E27FC236}">
                      <a16:creationId xmlns:a16="http://schemas.microsoft.com/office/drawing/2014/main" id="{142818BF-C5B9-40B5-A530-7AE3983D3B75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7" name="直線コネクタ 108856">
                  <a:extLst>
                    <a:ext uri="{FF2B5EF4-FFF2-40B4-BE49-F238E27FC236}">
                      <a16:creationId xmlns:a16="http://schemas.microsoft.com/office/drawing/2014/main" id="{6D036154-C30C-4B9E-AA94-CF5D2DF07EFD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8" name="直線コネクタ 108857">
                  <a:extLst>
                    <a:ext uri="{FF2B5EF4-FFF2-40B4-BE49-F238E27FC236}">
                      <a16:creationId xmlns:a16="http://schemas.microsoft.com/office/drawing/2014/main" id="{7CAEF8BC-5CEC-49AD-88FE-127B7412D2B4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59" name="直線コネクタ 108858">
                  <a:extLst>
                    <a:ext uri="{FF2B5EF4-FFF2-40B4-BE49-F238E27FC236}">
                      <a16:creationId xmlns:a16="http://schemas.microsoft.com/office/drawing/2014/main" id="{C52CB0D4-3427-4314-B4B0-2B34F849C406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0" name="直線コネクタ 108859">
                  <a:extLst>
                    <a:ext uri="{FF2B5EF4-FFF2-40B4-BE49-F238E27FC236}">
                      <a16:creationId xmlns:a16="http://schemas.microsoft.com/office/drawing/2014/main" id="{002C5495-894C-4DF6-8DC4-14B6CE566005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1" name="直線コネクタ 108860">
                  <a:extLst>
                    <a:ext uri="{FF2B5EF4-FFF2-40B4-BE49-F238E27FC236}">
                      <a16:creationId xmlns:a16="http://schemas.microsoft.com/office/drawing/2014/main" id="{55C7502F-0975-4E9B-B23E-17EB5756EF07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2" name="直線コネクタ 108861">
                  <a:extLst>
                    <a:ext uri="{FF2B5EF4-FFF2-40B4-BE49-F238E27FC236}">
                      <a16:creationId xmlns:a16="http://schemas.microsoft.com/office/drawing/2014/main" id="{42488446-2CB2-4BE8-93A5-D8AA66ED1B34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3" name="直線コネクタ 108862">
                  <a:extLst>
                    <a:ext uri="{FF2B5EF4-FFF2-40B4-BE49-F238E27FC236}">
                      <a16:creationId xmlns:a16="http://schemas.microsoft.com/office/drawing/2014/main" id="{53235EB4-B881-4044-9C66-32A90ED9463E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4" name="直線コネクタ 108863">
                  <a:extLst>
                    <a:ext uri="{FF2B5EF4-FFF2-40B4-BE49-F238E27FC236}">
                      <a16:creationId xmlns:a16="http://schemas.microsoft.com/office/drawing/2014/main" id="{A9D48927-8272-4ABB-BF90-91D08255D362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5" name="直線コネクタ 108864">
                  <a:extLst>
                    <a:ext uri="{FF2B5EF4-FFF2-40B4-BE49-F238E27FC236}">
                      <a16:creationId xmlns:a16="http://schemas.microsoft.com/office/drawing/2014/main" id="{8FCC7C9A-63B0-4B59-AEB1-8A52114F1CE7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6" name="直線コネクタ 108865">
                  <a:extLst>
                    <a:ext uri="{FF2B5EF4-FFF2-40B4-BE49-F238E27FC236}">
                      <a16:creationId xmlns:a16="http://schemas.microsoft.com/office/drawing/2014/main" id="{F9A1C3D9-DABE-451C-8A66-8AF28CE6585A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7" name="直線コネクタ 108866">
                  <a:extLst>
                    <a:ext uri="{FF2B5EF4-FFF2-40B4-BE49-F238E27FC236}">
                      <a16:creationId xmlns:a16="http://schemas.microsoft.com/office/drawing/2014/main" id="{36F88FA7-C177-49F5-A9C7-B1F925FBF64C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8" name="直線コネクタ 108867">
                  <a:extLst>
                    <a:ext uri="{FF2B5EF4-FFF2-40B4-BE49-F238E27FC236}">
                      <a16:creationId xmlns:a16="http://schemas.microsoft.com/office/drawing/2014/main" id="{4B431763-0F17-4C78-AFAF-2CB0432071FD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69" name="直線コネクタ 108868">
                  <a:extLst>
                    <a:ext uri="{FF2B5EF4-FFF2-40B4-BE49-F238E27FC236}">
                      <a16:creationId xmlns:a16="http://schemas.microsoft.com/office/drawing/2014/main" id="{55862031-6978-4307-801F-EBE5A5B58728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0" name="直線コネクタ 108869">
                  <a:extLst>
                    <a:ext uri="{FF2B5EF4-FFF2-40B4-BE49-F238E27FC236}">
                      <a16:creationId xmlns:a16="http://schemas.microsoft.com/office/drawing/2014/main" id="{8BFF86FC-95D9-458C-B70E-E74D43345829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1" name="直線コネクタ 108870">
                  <a:extLst>
                    <a:ext uri="{FF2B5EF4-FFF2-40B4-BE49-F238E27FC236}">
                      <a16:creationId xmlns:a16="http://schemas.microsoft.com/office/drawing/2014/main" id="{1F3FA98D-6529-48E3-BC49-2EA6BD98C960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2" name="直線コネクタ 108871">
                  <a:extLst>
                    <a:ext uri="{FF2B5EF4-FFF2-40B4-BE49-F238E27FC236}">
                      <a16:creationId xmlns:a16="http://schemas.microsoft.com/office/drawing/2014/main" id="{F1E48E45-1645-41D2-8F5A-6AA26DA8361E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3" name="直線コネクタ 108872">
                  <a:extLst>
                    <a:ext uri="{FF2B5EF4-FFF2-40B4-BE49-F238E27FC236}">
                      <a16:creationId xmlns:a16="http://schemas.microsoft.com/office/drawing/2014/main" id="{571CCE60-93F6-4900-AD55-45A2B173C44A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4" name="直線コネクタ 108873">
                  <a:extLst>
                    <a:ext uri="{FF2B5EF4-FFF2-40B4-BE49-F238E27FC236}">
                      <a16:creationId xmlns:a16="http://schemas.microsoft.com/office/drawing/2014/main" id="{FADCD1DE-3389-4DC2-8421-D5717FF32E92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5" name="直線コネクタ 108874">
                  <a:extLst>
                    <a:ext uri="{FF2B5EF4-FFF2-40B4-BE49-F238E27FC236}">
                      <a16:creationId xmlns:a16="http://schemas.microsoft.com/office/drawing/2014/main" id="{12B977EF-38DB-4019-82E1-561993FE3ABD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6" name="直線コネクタ 108875">
                  <a:extLst>
                    <a:ext uri="{FF2B5EF4-FFF2-40B4-BE49-F238E27FC236}">
                      <a16:creationId xmlns:a16="http://schemas.microsoft.com/office/drawing/2014/main" id="{B46B73CB-92FC-4AD1-97F2-9216E022CFDF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7" name="直線コネクタ 108876">
                  <a:extLst>
                    <a:ext uri="{FF2B5EF4-FFF2-40B4-BE49-F238E27FC236}">
                      <a16:creationId xmlns:a16="http://schemas.microsoft.com/office/drawing/2014/main" id="{E77CEB3B-2BBF-46F6-8A45-102AD44E4F0B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8" name="直線コネクタ 108877">
                  <a:extLst>
                    <a:ext uri="{FF2B5EF4-FFF2-40B4-BE49-F238E27FC236}">
                      <a16:creationId xmlns:a16="http://schemas.microsoft.com/office/drawing/2014/main" id="{61EC1827-61D8-41D9-B875-AF50607219CA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79" name="直線コネクタ 108878">
                  <a:extLst>
                    <a:ext uri="{FF2B5EF4-FFF2-40B4-BE49-F238E27FC236}">
                      <a16:creationId xmlns:a16="http://schemas.microsoft.com/office/drawing/2014/main" id="{7EF9379D-7CF8-4611-9381-B53BA277D353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0" name="直線コネクタ 108879">
                  <a:extLst>
                    <a:ext uri="{FF2B5EF4-FFF2-40B4-BE49-F238E27FC236}">
                      <a16:creationId xmlns:a16="http://schemas.microsoft.com/office/drawing/2014/main" id="{AF35885F-9999-4823-A4ED-45F19633474D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1" name="直線コネクタ 108880">
                  <a:extLst>
                    <a:ext uri="{FF2B5EF4-FFF2-40B4-BE49-F238E27FC236}">
                      <a16:creationId xmlns:a16="http://schemas.microsoft.com/office/drawing/2014/main" id="{59C85CDB-5158-433E-A106-5BAEFC46A745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2" name="直線コネクタ 108881">
                  <a:extLst>
                    <a:ext uri="{FF2B5EF4-FFF2-40B4-BE49-F238E27FC236}">
                      <a16:creationId xmlns:a16="http://schemas.microsoft.com/office/drawing/2014/main" id="{FACDB264-8181-49F2-BEA6-9C07ED8B4E10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3" name="直線コネクタ 108882">
                  <a:extLst>
                    <a:ext uri="{FF2B5EF4-FFF2-40B4-BE49-F238E27FC236}">
                      <a16:creationId xmlns:a16="http://schemas.microsoft.com/office/drawing/2014/main" id="{DCA9A0F6-47D1-4C76-AF6C-C7291B3C591D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4" name="直線コネクタ 108883">
                  <a:extLst>
                    <a:ext uri="{FF2B5EF4-FFF2-40B4-BE49-F238E27FC236}">
                      <a16:creationId xmlns:a16="http://schemas.microsoft.com/office/drawing/2014/main" id="{1ABF20C1-6C30-4FE3-A689-07786C826967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5" name="直線コネクタ 108884">
                  <a:extLst>
                    <a:ext uri="{FF2B5EF4-FFF2-40B4-BE49-F238E27FC236}">
                      <a16:creationId xmlns:a16="http://schemas.microsoft.com/office/drawing/2014/main" id="{70086BF6-3449-40BE-9A52-13FAE6C81A70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6" name="直線コネクタ 108885">
                  <a:extLst>
                    <a:ext uri="{FF2B5EF4-FFF2-40B4-BE49-F238E27FC236}">
                      <a16:creationId xmlns:a16="http://schemas.microsoft.com/office/drawing/2014/main" id="{55A05A88-3365-40CA-ADF1-CB2851F8AC98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7" name="直線コネクタ 108886">
                  <a:extLst>
                    <a:ext uri="{FF2B5EF4-FFF2-40B4-BE49-F238E27FC236}">
                      <a16:creationId xmlns:a16="http://schemas.microsoft.com/office/drawing/2014/main" id="{0FF55408-14D7-45D4-84A3-AB2F47B2CC97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8" name="直線コネクタ 108887">
                  <a:extLst>
                    <a:ext uri="{FF2B5EF4-FFF2-40B4-BE49-F238E27FC236}">
                      <a16:creationId xmlns:a16="http://schemas.microsoft.com/office/drawing/2014/main" id="{31A45B9C-22B7-4E6F-8789-B5C7B2F7B6E6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89" name="直線コネクタ 108888">
                  <a:extLst>
                    <a:ext uri="{FF2B5EF4-FFF2-40B4-BE49-F238E27FC236}">
                      <a16:creationId xmlns:a16="http://schemas.microsoft.com/office/drawing/2014/main" id="{1C6EF723-2B2E-4643-811B-2E2B6A963F08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0" name="直線コネクタ 108889">
                  <a:extLst>
                    <a:ext uri="{FF2B5EF4-FFF2-40B4-BE49-F238E27FC236}">
                      <a16:creationId xmlns:a16="http://schemas.microsoft.com/office/drawing/2014/main" id="{CAEB712C-18AA-4C5F-8CB9-17BD3D93021D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1" name="直線コネクタ 108890">
                  <a:extLst>
                    <a:ext uri="{FF2B5EF4-FFF2-40B4-BE49-F238E27FC236}">
                      <a16:creationId xmlns:a16="http://schemas.microsoft.com/office/drawing/2014/main" id="{175EBD79-2EB7-4C69-AAF3-9B5EB5D1A6C6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2" name="直線コネクタ 108891">
                  <a:extLst>
                    <a:ext uri="{FF2B5EF4-FFF2-40B4-BE49-F238E27FC236}">
                      <a16:creationId xmlns:a16="http://schemas.microsoft.com/office/drawing/2014/main" id="{D7F1BFF3-D3FE-4A9F-8B75-654D0E3866FD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3" name="直線コネクタ 108892">
                  <a:extLst>
                    <a:ext uri="{FF2B5EF4-FFF2-40B4-BE49-F238E27FC236}">
                      <a16:creationId xmlns:a16="http://schemas.microsoft.com/office/drawing/2014/main" id="{8E89A582-6473-434D-9367-4BB89491B6CF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4" name="直線コネクタ 108893">
                  <a:extLst>
                    <a:ext uri="{FF2B5EF4-FFF2-40B4-BE49-F238E27FC236}">
                      <a16:creationId xmlns:a16="http://schemas.microsoft.com/office/drawing/2014/main" id="{71DEE9BE-087D-4B79-83F2-46C4D4FC3D76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5" name="直線コネクタ 108894">
                  <a:extLst>
                    <a:ext uri="{FF2B5EF4-FFF2-40B4-BE49-F238E27FC236}">
                      <a16:creationId xmlns:a16="http://schemas.microsoft.com/office/drawing/2014/main" id="{1B5275DE-8182-4D33-B832-FA30FBF304E3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6" name="直線コネクタ 108895">
                  <a:extLst>
                    <a:ext uri="{FF2B5EF4-FFF2-40B4-BE49-F238E27FC236}">
                      <a16:creationId xmlns:a16="http://schemas.microsoft.com/office/drawing/2014/main" id="{3A4BECF7-9F83-4DA4-9AE2-F18B96F0C081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7" name="直線コネクタ 108896">
                  <a:extLst>
                    <a:ext uri="{FF2B5EF4-FFF2-40B4-BE49-F238E27FC236}">
                      <a16:creationId xmlns:a16="http://schemas.microsoft.com/office/drawing/2014/main" id="{195C8A60-60CB-4E19-A9D1-ECDAD11CAA6D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8" name="直線コネクタ 108897">
                  <a:extLst>
                    <a:ext uri="{FF2B5EF4-FFF2-40B4-BE49-F238E27FC236}">
                      <a16:creationId xmlns:a16="http://schemas.microsoft.com/office/drawing/2014/main" id="{27437241-21E7-4477-970D-D11C6ABA44F1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899" name="直線コネクタ 108898">
                  <a:extLst>
                    <a:ext uri="{FF2B5EF4-FFF2-40B4-BE49-F238E27FC236}">
                      <a16:creationId xmlns:a16="http://schemas.microsoft.com/office/drawing/2014/main" id="{9E53F552-5A13-4D27-9F64-A456049BC233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0" name="直線コネクタ 108899">
                  <a:extLst>
                    <a:ext uri="{FF2B5EF4-FFF2-40B4-BE49-F238E27FC236}">
                      <a16:creationId xmlns:a16="http://schemas.microsoft.com/office/drawing/2014/main" id="{0D7C5A81-C4F5-4B71-B5F3-A78B37068093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1" name="直線コネクタ 108900">
                  <a:extLst>
                    <a:ext uri="{FF2B5EF4-FFF2-40B4-BE49-F238E27FC236}">
                      <a16:creationId xmlns:a16="http://schemas.microsoft.com/office/drawing/2014/main" id="{FCCB7539-77D0-4675-AE14-B999FBFA947E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2" name="直線コネクタ 108901">
                  <a:extLst>
                    <a:ext uri="{FF2B5EF4-FFF2-40B4-BE49-F238E27FC236}">
                      <a16:creationId xmlns:a16="http://schemas.microsoft.com/office/drawing/2014/main" id="{AEEED760-B584-4B68-BCF4-D0D392BD5B6C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3" name="直線コネクタ 108902">
                  <a:extLst>
                    <a:ext uri="{FF2B5EF4-FFF2-40B4-BE49-F238E27FC236}">
                      <a16:creationId xmlns:a16="http://schemas.microsoft.com/office/drawing/2014/main" id="{0922E488-30FA-42DF-BA4E-C9016421AEC0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4" name="直線コネクタ 108903">
                  <a:extLst>
                    <a:ext uri="{FF2B5EF4-FFF2-40B4-BE49-F238E27FC236}">
                      <a16:creationId xmlns:a16="http://schemas.microsoft.com/office/drawing/2014/main" id="{B964151B-6BD5-41B7-842C-87EDAFED3FCB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5" name="直線コネクタ 108904">
                  <a:extLst>
                    <a:ext uri="{FF2B5EF4-FFF2-40B4-BE49-F238E27FC236}">
                      <a16:creationId xmlns:a16="http://schemas.microsoft.com/office/drawing/2014/main" id="{6E09C2B3-F11A-4E14-95F0-D27A3C459A5B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6" name="直線コネクタ 108905">
                  <a:extLst>
                    <a:ext uri="{FF2B5EF4-FFF2-40B4-BE49-F238E27FC236}">
                      <a16:creationId xmlns:a16="http://schemas.microsoft.com/office/drawing/2014/main" id="{7758E92C-7595-41A5-B8B0-E46B2A0CEAEE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7" name="直線コネクタ 108906">
                  <a:extLst>
                    <a:ext uri="{FF2B5EF4-FFF2-40B4-BE49-F238E27FC236}">
                      <a16:creationId xmlns:a16="http://schemas.microsoft.com/office/drawing/2014/main" id="{3B5F70FB-4999-47C8-B790-3BA4725DD5A6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8" name="直線コネクタ 108907">
                  <a:extLst>
                    <a:ext uri="{FF2B5EF4-FFF2-40B4-BE49-F238E27FC236}">
                      <a16:creationId xmlns:a16="http://schemas.microsoft.com/office/drawing/2014/main" id="{227F7636-7515-43D7-948B-837C6E9011FC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09" name="直線コネクタ 108908">
                  <a:extLst>
                    <a:ext uri="{FF2B5EF4-FFF2-40B4-BE49-F238E27FC236}">
                      <a16:creationId xmlns:a16="http://schemas.microsoft.com/office/drawing/2014/main" id="{A022EE72-EBBD-474F-A234-41183D93B571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0" name="直線コネクタ 108909">
                  <a:extLst>
                    <a:ext uri="{FF2B5EF4-FFF2-40B4-BE49-F238E27FC236}">
                      <a16:creationId xmlns:a16="http://schemas.microsoft.com/office/drawing/2014/main" id="{7D8529B1-E2FB-458B-B11B-92203B6E521A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1" name="直線コネクタ 108910">
                  <a:extLst>
                    <a:ext uri="{FF2B5EF4-FFF2-40B4-BE49-F238E27FC236}">
                      <a16:creationId xmlns:a16="http://schemas.microsoft.com/office/drawing/2014/main" id="{31F84722-292D-4EBF-AE82-95F07AE66E43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2" name="直線コネクタ 108911">
                  <a:extLst>
                    <a:ext uri="{FF2B5EF4-FFF2-40B4-BE49-F238E27FC236}">
                      <a16:creationId xmlns:a16="http://schemas.microsoft.com/office/drawing/2014/main" id="{2D4D4A3A-0302-46C2-BB6E-5A203D3E692E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3" name="直線コネクタ 108912">
                  <a:extLst>
                    <a:ext uri="{FF2B5EF4-FFF2-40B4-BE49-F238E27FC236}">
                      <a16:creationId xmlns:a16="http://schemas.microsoft.com/office/drawing/2014/main" id="{150ACB2F-77FB-4AE0-87DF-6BE055655A68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4" name="直線コネクタ 108913">
                  <a:extLst>
                    <a:ext uri="{FF2B5EF4-FFF2-40B4-BE49-F238E27FC236}">
                      <a16:creationId xmlns:a16="http://schemas.microsoft.com/office/drawing/2014/main" id="{20319FBE-7B37-408D-ADFC-67D7E9AB9DC3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5" name="直線コネクタ 108914">
                  <a:extLst>
                    <a:ext uri="{FF2B5EF4-FFF2-40B4-BE49-F238E27FC236}">
                      <a16:creationId xmlns:a16="http://schemas.microsoft.com/office/drawing/2014/main" id="{66F77CCC-7BFA-484E-998B-156F725BD362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6" name="直線コネクタ 108915">
                  <a:extLst>
                    <a:ext uri="{FF2B5EF4-FFF2-40B4-BE49-F238E27FC236}">
                      <a16:creationId xmlns:a16="http://schemas.microsoft.com/office/drawing/2014/main" id="{92CB988B-7E47-4702-B824-9E9DF29F1BD5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7" name="直線コネクタ 108916">
                  <a:extLst>
                    <a:ext uri="{FF2B5EF4-FFF2-40B4-BE49-F238E27FC236}">
                      <a16:creationId xmlns:a16="http://schemas.microsoft.com/office/drawing/2014/main" id="{6128DE35-3FE3-4240-8172-DB665765E7C4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8" name="直線コネクタ 108917">
                  <a:extLst>
                    <a:ext uri="{FF2B5EF4-FFF2-40B4-BE49-F238E27FC236}">
                      <a16:creationId xmlns:a16="http://schemas.microsoft.com/office/drawing/2014/main" id="{35F131FF-2E49-4EF0-B8BC-34CC0C322D87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19" name="直線コネクタ 108918">
                  <a:extLst>
                    <a:ext uri="{FF2B5EF4-FFF2-40B4-BE49-F238E27FC236}">
                      <a16:creationId xmlns:a16="http://schemas.microsoft.com/office/drawing/2014/main" id="{B1807EB5-26B2-4325-BC55-0B5463CA8505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0" name="直線コネクタ 108919">
                  <a:extLst>
                    <a:ext uri="{FF2B5EF4-FFF2-40B4-BE49-F238E27FC236}">
                      <a16:creationId xmlns:a16="http://schemas.microsoft.com/office/drawing/2014/main" id="{6F20E343-2BD5-4D97-B5F5-9A883470C447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1" name="直線コネクタ 108920">
                  <a:extLst>
                    <a:ext uri="{FF2B5EF4-FFF2-40B4-BE49-F238E27FC236}">
                      <a16:creationId xmlns:a16="http://schemas.microsoft.com/office/drawing/2014/main" id="{D81252F3-171D-448B-9924-06605BB2C0EC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2" name="直線コネクタ 108921">
                  <a:extLst>
                    <a:ext uri="{FF2B5EF4-FFF2-40B4-BE49-F238E27FC236}">
                      <a16:creationId xmlns:a16="http://schemas.microsoft.com/office/drawing/2014/main" id="{B35149EA-7878-4C19-A44B-A52B80C76A56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3" name="直線コネクタ 108922">
                  <a:extLst>
                    <a:ext uri="{FF2B5EF4-FFF2-40B4-BE49-F238E27FC236}">
                      <a16:creationId xmlns:a16="http://schemas.microsoft.com/office/drawing/2014/main" id="{4AE66466-D5F4-4317-8685-82342AE082CC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4" name="直線コネクタ 108923">
                  <a:extLst>
                    <a:ext uri="{FF2B5EF4-FFF2-40B4-BE49-F238E27FC236}">
                      <a16:creationId xmlns:a16="http://schemas.microsoft.com/office/drawing/2014/main" id="{4F6B0971-3AD7-4411-A4A3-92047433B1BD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5" name="直線コネクタ 108924">
                  <a:extLst>
                    <a:ext uri="{FF2B5EF4-FFF2-40B4-BE49-F238E27FC236}">
                      <a16:creationId xmlns:a16="http://schemas.microsoft.com/office/drawing/2014/main" id="{2773FC73-C617-4E68-A802-49F5B3EDA62E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6" name="直線コネクタ 108925">
                  <a:extLst>
                    <a:ext uri="{FF2B5EF4-FFF2-40B4-BE49-F238E27FC236}">
                      <a16:creationId xmlns:a16="http://schemas.microsoft.com/office/drawing/2014/main" id="{C857F691-AF2C-4C5D-8093-88225E774B73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7" name="直線コネクタ 108926">
                  <a:extLst>
                    <a:ext uri="{FF2B5EF4-FFF2-40B4-BE49-F238E27FC236}">
                      <a16:creationId xmlns:a16="http://schemas.microsoft.com/office/drawing/2014/main" id="{B5DCB9F4-8625-461F-A339-5776FB13A685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8" name="直線コネクタ 108927">
                  <a:extLst>
                    <a:ext uri="{FF2B5EF4-FFF2-40B4-BE49-F238E27FC236}">
                      <a16:creationId xmlns:a16="http://schemas.microsoft.com/office/drawing/2014/main" id="{89622E7C-5D13-4858-B243-7605DADA20F8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29" name="直線コネクタ 108928">
                  <a:extLst>
                    <a:ext uri="{FF2B5EF4-FFF2-40B4-BE49-F238E27FC236}">
                      <a16:creationId xmlns:a16="http://schemas.microsoft.com/office/drawing/2014/main" id="{740F3B9E-1FDE-4452-979B-E6A4453C4C70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0" name="直線コネクタ 108929">
                  <a:extLst>
                    <a:ext uri="{FF2B5EF4-FFF2-40B4-BE49-F238E27FC236}">
                      <a16:creationId xmlns:a16="http://schemas.microsoft.com/office/drawing/2014/main" id="{06037C29-49B2-47B9-BCB8-65DBC090A0B7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1" name="直線コネクタ 108930">
                  <a:extLst>
                    <a:ext uri="{FF2B5EF4-FFF2-40B4-BE49-F238E27FC236}">
                      <a16:creationId xmlns:a16="http://schemas.microsoft.com/office/drawing/2014/main" id="{A2E294B8-96FB-438B-80EF-26F60C9708D0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2" name="直線コネクタ 108931">
                  <a:extLst>
                    <a:ext uri="{FF2B5EF4-FFF2-40B4-BE49-F238E27FC236}">
                      <a16:creationId xmlns:a16="http://schemas.microsoft.com/office/drawing/2014/main" id="{0D5723A3-D024-454A-8047-4AB7C700679A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3" name="直線コネクタ 108932">
                  <a:extLst>
                    <a:ext uri="{FF2B5EF4-FFF2-40B4-BE49-F238E27FC236}">
                      <a16:creationId xmlns:a16="http://schemas.microsoft.com/office/drawing/2014/main" id="{30D2A0F4-D6A3-43E3-899D-A87666237E76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4" name="直線コネクタ 108933">
                  <a:extLst>
                    <a:ext uri="{FF2B5EF4-FFF2-40B4-BE49-F238E27FC236}">
                      <a16:creationId xmlns:a16="http://schemas.microsoft.com/office/drawing/2014/main" id="{308307F4-5134-44D1-9E8A-A4593E24EDB3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5" name="直線コネクタ 108934">
                  <a:extLst>
                    <a:ext uri="{FF2B5EF4-FFF2-40B4-BE49-F238E27FC236}">
                      <a16:creationId xmlns:a16="http://schemas.microsoft.com/office/drawing/2014/main" id="{3D4495E8-93D8-4F87-BB3A-20A9EF790D82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6" name="直線コネクタ 108935">
                  <a:extLst>
                    <a:ext uri="{FF2B5EF4-FFF2-40B4-BE49-F238E27FC236}">
                      <a16:creationId xmlns:a16="http://schemas.microsoft.com/office/drawing/2014/main" id="{4F181075-F567-4515-B1C6-38360276CB6B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7" name="直線コネクタ 108936">
                  <a:extLst>
                    <a:ext uri="{FF2B5EF4-FFF2-40B4-BE49-F238E27FC236}">
                      <a16:creationId xmlns:a16="http://schemas.microsoft.com/office/drawing/2014/main" id="{7D087E4A-A3DE-4B0B-B8FD-A6E83FE7DB44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8" name="直線コネクタ 108937">
                  <a:extLst>
                    <a:ext uri="{FF2B5EF4-FFF2-40B4-BE49-F238E27FC236}">
                      <a16:creationId xmlns:a16="http://schemas.microsoft.com/office/drawing/2014/main" id="{74C789EE-B053-4169-975A-4C83D6BE7ADF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39" name="直線コネクタ 108938">
                  <a:extLst>
                    <a:ext uri="{FF2B5EF4-FFF2-40B4-BE49-F238E27FC236}">
                      <a16:creationId xmlns:a16="http://schemas.microsoft.com/office/drawing/2014/main" id="{D5C5D265-AE90-45F1-8757-AE1AC9CDDA52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0" name="直線コネクタ 108939">
                  <a:extLst>
                    <a:ext uri="{FF2B5EF4-FFF2-40B4-BE49-F238E27FC236}">
                      <a16:creationId xmlns:a16="http://schemas.microsoft.com/office/drawing/2014/main" id="{573F7A64-1095-4329-8C87-8AEEF709EE61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1" name="直線コネクタ 108940">
                  <a:extLst>
                    <a:ext uri="{FF2B5EF4-FFF2-40B4-BE49-F238E27FC236}">
                      <a16:creationId xmlns:a16="http://schemas.microsoft.com/office/drawing/2014/main" id="{5D938721-FAAB-4BC4-849D-4FF2717F9030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2" name="直線コネクタ 108941">
                  <a:extLst>
                    <a:ext uri="{FF2B5EF4-FFF2-40B4-BE49-F238E27FC236}">
                      <a16:creationId xmlns:a16="http://schemas.microsoft.com/office/drawing/2014/main" id="{90E868E5-4F89-44CC-8820-2778BE546155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3" name="直線コネクタ 108942">
                  <a:extLst>
                    <a:ext uri="{FF2B5EF4-FFF2-40B4-BE49-F238E27FC236}">
                      <a16:creationId xmlns:a16="http://schemas.microsoft.com/office/drawing/2014/main" id="{A43C281C-1F66-4977-8098-791D9DC128D9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4" name="直線コネクタ 108943">
                  <a:extLst>
                    <a:ext uri="{FF2B5EF4-FFF2-40B4-BE49-F238E27FC236}">
                      <a16:creationId xmlns:a16="http://schemas.microsoft.com/office/drawing/2014/main" id="{AB6A55A4-A483-4D6A-9C51-78DE7931C79A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5" name="直線コネクタ 108944">
                  <a:extLst>
                    <a:ext uri="{FF2B5EF4-FFF2-40B4-BE49-F238E27FC236}">
                      <a16:creationId xmlns:a16="http://schemas.microsoft.com/office/drawing/2014/main" id="{F69B20EF-FAEC-442B-B4F6-E1014058EEF2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6" name="直線コネクタ 108945">
                  <a:extLst>
                    <a:ext uri="{FF2B5EF4-FFF2-40B4-BE49-F238E27FC236}">
                      <a16:creationId xmlns:a16="http://schemas.microsoft.com/office/drawing/2014/main" id="{7E90E3D6-F3A9-4314-A9C6-9F63C470C67F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7" name="直線コネクタ 108946">
                  <a:extLst>
                    <a:ext uri="{FF2B5EF4-FFF2-40B4-BE49-F238E27FC236}">
                      <a16:creationId xmlns:a16="http://schemas.microsoft.com/office/drawing/2014/main" id="{4D62E31D-BD49-4C39-A793-3779F1FC9574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8" name="直線コネクタ 108947">
                  <a:extLst>
                    <a:ext uri="{FF2B5EF4-FFF2-40B4-BE49-F238E27FC236}">
                      <a16:creationId xmlns:a16="http://schemas.microsoft.com/office/drawing/2014/main" id="{4CE6A800-57E6-41F2-A0B9-EA5B0FF17880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49" name="直線コネクタ 108948">
                  <a:extLst>
                    <a:ext uri="{FF2B5EF4-FFF2-40B4-BE49-F238E27FC236}">
                      <a16:creationId xmlns:a16="http://schemas.microsoft.com/office/drawing/2014/main" id="{C6C86771-5523-46F8-A522-13EC96FD35F0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0" name="直線コネクタ 108949">
                  <a:extLst>
                    <a:ext uri="{FF2B5EF4-FFF2-40B4-BE49-F238E27FC236}">
                      <a16:creationId xmlns:a16="http://schemas.microsoft.com/office/drawing/2014/main" id="{BD741CE7-1B4F-468C-8277-003E83606241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1" name="直線コネクタ 108950">
                  <a:extLst>
                    <a:ext uri="{FF2B5EF4-FFF2-40B4-BE49-F238E27FC236}">
                      <a16:creationId xmlns:a16="http://schemas.microsoft.com/office/drawing/2014/main" id="{5EC05076-7D98-4A26-B6DB-F7756E83C84D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2" name="直線コネクタ 108951">
                  <a:extLst>
                    <a:ext uri="{FF2B5EF4-FFF2-40B4-BE49-F238E27FC236}">
                      <a16:creationId xmlns:a16="http://schemas.microsoft.com/office/drawing/2014/main" id="{540FF5CE-9305-43AB-94AB-F44A6CFEDE5A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3" name="直線コネクタ 108952">
                  <a:extLst>
                    <a:ext uri="{FF2B5EF4-FFF2-40B4-BE49-F238E27FC236}">
                      <a16:creationId xmlns:a16="http://schemas.microsoft.com/office/drawing/2014/main" id="{266B6C0E-ED6A-447B-BD69-ECD5E4A55F3E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4" name="直線コネクタ 108953">
                  <a:extLst>
                    <a:ext uri="{FF2B5EF4-FFF2-40B4-BE49-F238E27FC236}">
                      <a16:creationId xmlns:a16="http://schemas.microsoft.com/office/drawing/2014/main" id="{7ADD8568-A7C4-490E-89B0-EF177E5F1D3B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5" name="直線コネクタ 108954">
                  <a:extLst>
                    <a:ext uri="{FF2B5EF4-FFF2-40B4-BE49-F238E27FC236}">
                      <a16:creationId xmlns:a16="http://schemas.microsoft.com/office/drawing/2014/main" id="{9B99310D-2BE3-4726-8260-8C22702DCE61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6" name="直線コネクタ 108955">
                  <a:extLst>
                    <a:ext uri="{FF2B5EF4-FFF2-40B4-BE49-F238E27FC236}">
                      <a16:creationId xmlns:a16="http://schemas.microsoft.com/office/drawing/2014/main" id="{8738CCB9-9CA2-4222-9E80-7AE577082CEA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7" name="直線コネクタ 108956">
                  <a:extLst>
                    <a:ext uri="{FF2B5EF4-FFF2-40B4-BE49-F238E27FC236}">
                      <a16:creationId xmlns:a16="http://schemas.microsoft.com/office/drawing/2014/main" id="{3F8D6872-09E2-4B1B-A4B7-5AF2F2B41E25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8" name="直線コネクタ 108957">
                  <a:extLst>
                    <a:ext uri="{FF2B5EF4-FFF2-40B4-BE49-F238E27FC236}">
                      <a16:creationId xmlns:a16="http://schemas.microsoft.com/office/drawing/2014/main" id="{D31C34E7-D7E4-4EA0-BC75-6CCE80FF95FB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59" name="直線コネクタ 108958">
                  <a:extLst>
                    <a:ext uri="{FF2B5EF4-FFF2-40B4-BE49-F238E27FC236}">
                      <a16:creationId xmlns:a16="http://schemas.microsoft.com/office/drawing/2014/main" id="{B7A062BE-CC59-424C-AAB0-7245A82AA808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0" name="直線コネクタ 108959">
                  <a:extLst>
                    <a:ext uri="{FF2B5EF4-FFF2-40B4-BE49-F238E27FC236}">
                      <a16:creationId xmlns:a16="http://schemas.microsoft.com/office/drawing/2014/main" id="{94AA054E-F0A3-4085-8333-88DF60EE6815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1" name="直線コネクタ 108960">
                  <a:extLst>
                    <a:ext uri="{FF2B5EF4-FFF2-40B4-BE49-F238E27FC236}">
                      <a16:creationId xmlns:a16="http://schemas.microsoft.com/office/drawing/2014/main" id="{FE0BD688-C349-4C70-83B5-4E805877C20C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2" name="直線コネクタ 108961">
                  <a:extLst>
                    <a:ext uri="{FF2B5EF4-FFF2-40B4-BE49-F238E27FC236}">
                      <a16:creationId xmlns:a16="http://schemas.microsoft.com/office/drawing/2014/main" id="{10D726F6-9061-4CA6-B5D4-B9DEC68ECB32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3" name="直線コネクタ 108962">
                  <a:extLst>
                    <a:ext uri="{FF2B5EF4-FFF2-40B4-BE49-F238E27FC236}">
                      <a16:creationId xmlns:a16="http://schemas.microsoft.com/office/drawing/2014/main" id="{4A4C3FBB-2C64-427C-AA82-51606157C396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4" name="直線コネクタ 108963">
                  <a:extLst>
                    <a:ext uri="{FF2B5EF4-FFF2-40B4-BE49-F238E27FC236}">
                      <a16:creationId xmlns:a16="http://schemas.microsoft.com/office/drawing/2014/main" id="{804C0578-16EE-4AC6-977A-86F097EB3E4B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5" name="直線コネクタ 108964">
                  <a:extLst>
                    <a:ext uri="{FF2B5EF4-FFF2-40B4-BE49-F238E27FC236}">
                      <a16:creationId xmlns:a16="http://schemas.microsoft.com/office/drawing/2014/main" id="{E308F8FD-463E-4146-9AA2-19A0AB95EA56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6" name="直線コネクタ 108965">
                  <a:extLst>
                    <a:ext uri="{FF2B5EF4-FFF2-40B4-BE49-F238E27FC236}">
                      <a16:creationId xmlns:a16="http://schemas.microsoft.com/office/drawing/2014/main" id="{0C7F2DFB-FDBD-4C07-97D0-31529B30207E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7" name="直線コネクタ 108966">
                  <a:extLst>
                    <a:ext uri="{FF2B5EF4-FFF2-40B4-BE49-F238E27FC236}">
                      <a16:creationId xmlns:a16="http://schemas.microsoft.com/office/drawing/2014/main" id="{B3225454-9D8B-4E67-A484-EFF9FA07774C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8" name="直線コネクタ 108967">
                  <a:extLst>
                    <a:ext uri="{FF2B5EF4-FFF2-40B4-BE49-F238E27FC236}">
                      <a16:creationId xmlns:a16="http://schemas.microsoft.com/office/drawing/2014/main" id="{B9D4D91B-987D-4EF2-9396-F90F86EC49CC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69" name="直線コネクタ 108968">
                  <a:extLst>
                    <a:ext uri="{FF2B5EF4-FFF2-40B4-BE49-F238E27FC236}">
                      <a16:creationId xmlns:a16="http://schemas.microsoft.com/office/drawing/2014/main" id="{D18DAD99-894D-43AD-A446-42B711895ABA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0" name="直線コネクタ 108969">
                  <a:extLst>
                    <a:ext uri="{FF2B5EF4-FFF2-40B4-BE49-F238E27FC236}">
                      <a16:creationId xmlns:a16="http://schemas.microsoft.com/office/drawing/2014/main" id="{9A0DB546-A46B-4D53-9DC8-08A87F957D21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1" name="直線コネクタ 108970">
                  <a:extLst>
                    <a:ext uri="{FF2B5EF4-FFF2-40B4-BE49-F238E27FC236}">
                      <a16:creationId xmlns:a16="http://schemas.microsoft.com/office/drawing/2014/main" id="{FFA7855E-EB80-4DFF-B3BA-2B9F98FBAAAC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2" name="直線コネクタ 108971">
                  <a:extLst>
                    <a:ext uri="{FF2B5EF4-FFF2-40B4-BE49-F238E27FC236}">
                      <a16:creationId xmlns:a16="http://schemas.microsoft.com/office/drawing/2014/main" id="{F3F65845-C6BE-4FE9-BAA5-3CADD677E966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3" name="直線コネクタ 108972">
                  <a:extLst>
                    <a:ext uri="{FF2B5EF4-FFF2-40B4-BE49-F238E27FC236}">
                      <a16:creationId xmlns:a16="http://schemas.microsoft.com/office/drawing/2014/main" id="{5C282032-49BD-4737-85EF-387BD03E0DB8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4" name="直線コネクタ 108973">
                  <a:extLst>
                    <a:ext uri="{FF2B5EF4-FFF2-40B4-BE49-F238E27FC236}">
                      <a16:creationId xmlns:a16="http://schemas.microsoft.com/office/drawing/2014/main" id="{07995378-BF8A-422F-BB38-3875B3A2969A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5" name="直線コネクタ 108974">
                  <a:extLst>
                    <a:ext uri="{FF2B5EF4-FFF2-40B4-BE49-F238E27FC236}">
                      <a16:creationId xmlns:a16="http://schemas.microsoft.com/office/drawing/2014/main" id="{B09F4DC1-27D4-4D3B-A198-E1130EA31082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6" name="直線コネクタ 108975">
                  <a:extLst>
                    <a:ext uri="{FF2B5EF4-FFF2-40B4-BE49-F238E27FC236}">
                      <a16:creationId xmlns:a16="http://schemas.microsoft.com/office/drawing/2014/main" id="{1587F6A7-52A8-4AD0-AA1B-75BE604CE5FF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7" name="直線コネクタ 108976">
                  <a:extLst>
                    <a:ext uri="{FF2B5EF4-FFF2-40B4-BE49-F238E27FC236}">
                      <a16:creationId xmlns:a16="http://schemas.microsoft.com/office/drawing/2014/main" id="{51332F84-9095-488B-8306-1F5309C896E8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8" name="直線コネクタ 108977">
                  <a:extLst>
                    <a:ext uri="{FF2B5EF4-FFF2-40B4-BE49-F238E27FC236}">
                      <a16:creationId xmlns:a16="http://schemas.microsoft.com/office/drawing/2014/main" id="{45B62781-2EFA-4F77-B174-DA6314D0DC4D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79" name="直線コネクタ 108978">
                  <a:extLst>
                    <a:ext uri="{FF2B5EF4-FFF2-40B4-BE49-F238E27FC236}">
                      <a16:creationId xmlns:a16="http://schemas.microsoft.com/office/drawing/2014/main" id="{1F93203D-9A0F-4D3E-A21F-3A78CA4C97FF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0" name="直線コネクタ 108979">
                  <a:extLst>
                    <a:ext uri="{FF2B5EF4-FFF2-40B4-BE49-F238E27FC236}">
                      <a16:creationId xmlns:a16="http://schemas.microsoft.com/office/drawing/2014/main" id="{9637DEDE-0E8F-49BC-8A33-E5FC0013DB99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1" name="直線コネクタ 108980">
                  <a:extLst>
                    <a:ext uri="{FF2B5EF4-FFF2-40B4-BE49-F238E27FC236}">
                      <a16:creationId xmlns:a16="http://schemas.microsoft.com/office/drawing/2014/main" id="{459201FF-2E9B-4D15-974F-BC97D9D8B0C1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2" name="直線コネクタ 108981">
                  <a:extLst>
                    <a:ext uri="{FF2B5EF4-FFF2-40B4-BE49-F238E27FC236}">
                      <a16:creationId xmlns:a16="http://schemas.microsoft.com/office/drawing/2014/main" id="{4C659A2A-B3AC-4EFF-B46D-84BC945F7E8D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3" name="直線コネクタ 108982">
                  <a:extLst>
                    <a:ext uri="{FF2B5EF4-FFF2-40B4-BE49-F238E27FC236}">
                      <a16:creationId xmlns:a16="http://schemas.microsoft.com/office/drawing/2014/main" id="{D1E1A1A0-B117-49DE-A64A-4CBECC99D419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4" name="直線コネクタ 108983">
                  <a:extLst>
                    <a:ext uri="{FF2B5EF4-FFF2-40B4-BE49-F238E27FC236}">
                      <a16:creationId xmlns:a16="http://schemas.microsoft.com/office/drawing/2014/main" id="{DD158925-F2AD-4FAE-B9BB-4A506D09CC1A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5" name="直線コネクタ 108984">
                  <a:extLst>
                    <a:ext uri="{FF2B5EF4-FFF2-40B4-BE49-F238E27FC236}">
                      <a16:creationId xmlns:a16="http://schemas.microsoft.com/office/drawing/2014/main" id="{CB422097-E865-44A2-A028-DB72A0F28217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6" name="直線コネクタ 108985">
                  <a:extLst>
                    <a:ext uri="{FF2B5EF4-FFF2-40B4-BE49-F238E27FC236}">
                      <a16:creationId xmlns:a16="http://schemas.microsoft.com/office/drawing/2014/main" id="{D73DD30A-CC61-4F00-87E1-AAD6BA4C94D5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7" name="直線コネクタ 108986">
                  <a:extLst>
                    <a:ext uri="{FF2B5EF4-FFF2-40B4-BE49-F238E27FC236}">
                      <a16:creationId xmlns:a16="http://schemas.microsoft.com/office/drawing/2014/main" id="{2BD2307A-C2C7-4047-BEB4-0CA833793BEB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8" name="直線コネクタ 108987">
                  <a:extLst>
                    <a:ext uri="{FF2B5EF4-FFF2-40B4-BE49-F238E27FC236}">
                      <a16:creationId xmlns:a16="http://schemas.microsoft.com/office/drawing/2014/main" id="{1BD6145C-04DB-47C2-8A35-277FC93D7A4F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89" name="直線コネクタ 108988">
                  <a:extLst>
                    <a:ext uri="{FF2B5EF4-FFF2-40B4-BE49-F238E27FC236}">
                      <a16:creationId xmlns:a16="http://schemas.microsoft.com/office/drawing/2014/main" id="{FFC40E1D-89F5-4F1A-90D3-5DED7AA9818C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0" name="直線コネクタ 108989">
                  <a:extLst>
                    <a:ext uri="{FF2B5EF4-FFF2-40B4-BE49-F238E27FC236}">
                      <a16:creationId xmlns:a16="http://schemas.microsoft.com/office/drawing/2014/main" id="{6E4B3C8C-4C96-47A8-86EF-3D485C012FC1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1" name="直線コネクタ 108990">
                  <a:extLst>
                    <a:ext uri="{FF2B5EF4-FFF2-40B4-BE49-F238E27FC236}">
                      <a16:creationId xmlns:a16="http://schemas.microsoft.com/office/drawing/2014/main" id="{20276FD6-2844-4EF9-A4C0-6877AE8FEAC9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2" name="直線コネクタ 108991">
                  <a:extLst>
                    <a:ext uri="{FF2B5EF4-FFF2-40B4-BE49-F238E27FC236}">
                      <a16:creationId xmlns:a16="http://schemas.microsoft.com/office/drawing/2014/main" id="{E904B08D-17AB-49AF-B3F7-B24004C20D6A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3" name="直線コネクタ 108992">
                  <a:extLst>
                    <a:ext uri="{FF2B5EF4-FFF2-40B4-BE49-F238E27FC236}">
                      <a16:creationId xmlns:a16="http://schemas.microsoft.com/office/drawing/2014/main" id="{0F5FD1A8-5C85-4DA1-ADFB-2263A204592B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4" name="直線コネクタ 108993">
                  <a:extLst>
                    <a:ext uri="{FF2B5EF4-FFF2-40B4-BE49-F238E27FC236}">
                      <a16:creationId xmlns:a16="http://schemas.microsoft.com/office/drawing/2014/main" id="{BA725759-9004-41EB-A3C9-E4A6A09E4A97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5" name="直線コネクタ 108994">
                  <a:extLst>
                    <a:ext uri="{FF2B5EF4-FFF2-40B4-BE49-F238E27FC236}">
                      <a16:creationId xmlns:a16="http://schemas.microsoft.com/office/drawing/2014/main" id="{D7AF7340-F217-4610-929C-E7CAE861FEA2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6" name="直線コネクタ 108995">
                  <a:extLst>
                    <a:ext uri="{FF2B5EF4-FFF2-40B4-BE49-F238E27FC236}">
                      <a16:creationId xmlns:a16="http://schemas.microsoft.com/office/drawing/2014/main" id="{7F38359F-B1AA-491C-9AAE-0BC9493A9395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7" name="直線コネクタ 108996">
                  <a:extLst>
                    <a:ext uri="{FF2B5EF4-FFF2-40B4-BE49-F238E27FC236}">
                      <a16:creationId xmlns:a16="http://schemas.microsoft.com/office/drawing/2014/main" id="{9AA4363D-40B3-4AF8-B98A-7CB94BCA5ACF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8" name="直線コネクタ 108997">
                  <a:extLst>
                    <a:ext uri="{FF2B5EF4-FFF2-40B4-BE49-F238E27FC236}">
                      <a16:creationId xmlns:a16="http://schemas.microsoft.com/office/drawing/2014/main" id="{8FA1958A-0D12-4EDE-94E1-050AA2029907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999" name="直線コネクタ 108998">
                  <a:extLst>
                    <a:ext uri="{FF2B5EF4-FFF2-40B4-BE49-F238E27FC236}">
                      <a16:creationId xmlns:a16="http://schemas.microsoft.com/office/drawing/2014/main" id="{8C581039-8094-4090-81C0-EF2EF08BC92C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0" name="直線コネクタ 108999">
                  <a:extLst>
                    <a:ext uri="{FF2B5EF4-FFF2-40B4-BE49-F238E27FC236}">
                      <a16:creationId xmlns:a16="http://schemas.microsoft.com/office/drawing/2014/main" id="{D7ECA072-B8C6-4BD7-875D-119208980D89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1" name="直線コネクタ 109000">
                  <a:extLst>
                    <a:ext uri="{FF2B5EF4-FFF2-40B4-BE49-F238E27FC236}">
                      <a16:creationId xmlns:a16="http://schemas.microsoft.com/office/drawing/2014/main" id="{CD1F50DF-3BBB-4655-9F20-5B3435B2711E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2" name="直線コネクタ 109001">
                  <a:extLst>
                    <a:ext uri="{FF2B5EF4-FFF2-40B4-BE49-F238E27FC236}">
                      <a16:creationId xmlns:a16="http://schemas.microsoft.com/office/drawing/2014/main" id="{3EFB087E-BEC7-4458-8F57-0E48412D7F99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3" name="直線コネクタ 109002">
                  <a:extLst>
                    <a:ext uri="{FF2B5EF4-FFF2-40B4-BE49-F238E27FC236}">
                      <a16:creationId xmlns:a16="http://schemas.microsoft.com/office/drawing/2014/main" id="{C3E67B00-683C-4E02-AAE8-B0062A8DB6C0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4" name="直線コネクタ 109003">
                  <a:extLst>
                    <a:ext uri="{FF2B5EF4-FFF2-40B4-BE49-F238E27FC236}">
                      <a16:creationId xmlns:a16="http://schemas.microsoft.com/office/drawing/2014/main" id="{04F6AB01-8E11-4783-9B17-7E1F4A350DF4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5" name="直線コネクタ 109004">
                  <a:extLst>
                    <a:ext uri="{FF2B5EF4-FFF2-40B4-BE49-F238E27FC236}">
                      <a16:creationId xmlns:a16="http://schemas.microsoft.com/office/drawing/2014/main" id="{050DE623-B789-40FE-B53E-01F0DB7D773E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6" name="直線コネクタ 109005">
                  <a:extLst>
                    <a:ext uri="{FF2B5EF4-FFF2-40B4-BE49-F238E27FC236}">
                      <a16:creationId xmlns:a16="http://schemas.microsoft.com/office/drawing/2014/main" id="{3F60501C-196C-4E56-A94C-B881DB1EB976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7" name="直線コネクタ 109006">
                  <a:extLst>
                    <a:ext uri="{FF2B5EF4-FFF2-40B4-BE49-F238E27FC236}">
                      <a16:creationId xmlns:a16="http://schemas.microsoft.com/office/drawing/2014/main" id="{560753B3-1A2A-4B6E-A82F-D6F88C1B7CA0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8" name="直線コネクタ 109007">
                  <a:extLst>
                    <a:ext uri="{FF2B5EF4-FFF2-40B4-BE49-F238E27FC236}">
                      <a16:creationId xmlns:a16="http://schemas.microsoft.com/office/drawing/2014/main" id="{B50C962F-26D7-4D1A-8470-F40F3CAAEE52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09" name="直線コネクタ 109008">
                  <a:extLst>
                    <a:ext uri="{FF2B5EF4-FFF2-40B4-BE49-F238E27FC236}">
                      <a16:creationId xmlns:a16="http://schemas.microsoft.com/office/drawing/2014/main" id="{B80C3796-B913-44F1-87C4-44D2C2866ED4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0" name="直線コネクタ 109009">
                  <a:extLst>
                    <a:ext uri="{FF2B5EF4-FFF2-40B4-BE49-F238E27FC236}">
                      <a16:creationId xmlns:a16="http://schemas.microsoft.com/office/drawing/2014/main" id="{15430C44-E420-4574-B580-098A6AEC4D69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1" name="直線コネクタ 109010">
                  <a:extLst>
                    <a:ext uri="{FF2B5EF4-FFF2-40B4-BE49-F238E27FC236}">
                      <a16:creationId xmlns:a16="http://schemas.microsoft.com/office/drawing/2014/main" id="{EEC60092-4E7D-46AF-A5F7-9F95BAB614CC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2" name="直線コネクタ 109011">
                  <a:extLst>
                    <a:ext uri="{FF2B5EF4-FFF2-40B4-BE49-F238E27FC236}">
                      <a16:creationId xmlns:a16="http://schemas.microsoft.com/office/drawing/2014/main" id="{1797F8D8-24FB-4125-B493-2F7A1E3DA687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3" name="直線コネクタ 109012">
                  <a:extLst>
                    <a:ext uri="{FF2B5EF4-FFF2-40B4-BE49-F238E27FC236}">
                      <a16:creationId xmlns:a16="http://schemas.microsoft.com/office/drawing/2014/main" id="{41C56DBC-7A62-4FC4-94D6-B62996223037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4" name="直線コネクタ 109013">
                  <a:extLst>
                    <a:ext uri="{FF2B5EF4-FFF2-40B4-BE49-F238E27FC236}">
                      <a16:creationId xmlns:a16="http://schemas.microsoft.com/office/drawing/2014/main" id="{06A3DF45-1916-44CF-9B84-73DC8D7454D5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5" name="直線コネクタ 109014">
                  <a:extLst>
                    <a:ext uri="{FF2B5EF4-FFF2-40B4-BE49-F238E27FC236}">
                      <a16:creationId xmlns:a16="http://schemas.microsoft.com/office/drawing/2014/main" id="{D74C7FC8-B970-4354-9F94-27B6F5752147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6" name="直線コネクタ 109015">
                  <a:extLst>
                    <a:ext uri="{FF2B5EF4-FFF2-40B4-BE49-F238E27FC236}">
                      <a16:creationId xmlns:a16="http://schemas.microsoft.com/office/drawing/2014/main" id="{B550C570-5C88-45AD-9665-40C17859F0C5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7" name="直線コネクタ 109016">
                  <a:extLst>
                    <a:ext uri="{FF2B5EF4-FFF2-40B4-BE49-F238E27FC236}">
                      <a16:creationId xmlns:a16="http://schemas.microsoft.com/office/drawing/2014/main" id="{F7889B5C-AA32-478B-B2F3-CD443B6E9F4B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8" name="直線コネクタ 109017">
                  <a:extLst>
                    <a:ext uri="{FF2B5EF4-FFF2-40B4-BE49-F238E27FC236}">
                      <a16:creationId xmlns:a16="http://schemas.microsoft.com/office/drawing/2014/main" id="{41F94D14-C419-4627-ABC4-52C2A0051B42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19" name="直線コネクタ 109018">
                  <a:extLst>
                    <a:ext uri="{FF2B5EF4-FFF2-40B4-BE49-F238E27FC236}">
                      <a16:creationId xmlns:a16="http://schemas.microsoft.com/office/drawing/2014/main" id="{7B669F0C-20E4-4E92-ADFD-E6A7C061BD0F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0" name="直線コネクタ 109019">
                  <a:extLst>
                    <a:ext uri="{FF2B5EF4-FFF2-40B4-BE49-F238E27FC236}">
                      <a16:creationId xmlns:a16="http://schemas.microsoft.com/office/drawing/2014/main" id="{12CB1EB9-0F8F-45D1-A1FE-D8F1F8A76EBB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1" name="直線コネクタ 109020">
                  <a:extLst>
                    <a:ext uri="{FF2B5EF4-FFF2-40B4-BE49-F238E27FC236}">
                      <a16:creationId xmlns:a16="http://schemas.microsoft.com/office/drawing/2014/main" id="{CB368711-B151-4311-A40B-D53FC7C7ABBF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2" name="直線コネクタ 109021">
                  <a:extLst>
                    <a:ext uri="{FF2B5EF4-FFF2-40B4-BE49-F238E27FC236}">
                      <a16:creationId xmlns:a16="http://schemas.microsoft.com/office/drawing/2014/main" id="{EAEF0E78-8273-45C4-926D-D1E9C52BA681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3" name="直線コネクタ 109022">
                  <a:extLst>
                    <a:ext uri="{FF2B5EF4-FFF2-40B4-BE49-F238E27FC236}">
                      <a16:creationId xmlns:a16="http://schemas.microsoft.com/office/drawing/2014/main" id="{A4E544D9-35F6-4790-AD2A-E6D423FAF33F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4" name="直線コネクタ 109023">
                  <a:extLst>
                    <a:ext uri="{FF2B5EF4-FFF2-40B4-BE49-F238E27FC236}">
                      <a16:creationId xmlns:a16="http://schemas.microsoft.com/office/drawing/2014/main" id="{10193009-8F5B-4730-8A3E-C32FD17F41A6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5" name="直線コネクタ 109024">
                  <a:extLst>
                    <a:ext uri="{FF2B5EF4-FFF2-40B4-BE49-F238E27FC236}">
                      <a16:creationId xmlns:a16="http://schemas.microsoft.com/office/drawing/2014/main" id="{7879A071-23D7-4E99-A07A-CBF17BEFCEC2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6" name="直線コネクタ 109025">
                  <a:extLst>
                    <a:ext uri="{FF2B5EF4-FFF2-40B4-BE49-F238E27FC236}">
                      <a16:creationId xmlns:a16="http://schemas.microsoft.com/office/drawing/2014/main" id="{77A3448A-8D9A-464D-8179-F5199D73D67B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7" name="直線コネクタ 109026">
                  <a:extLst>
                    <a:ext uri="{FF2B5EF4-FFF2-40B4-BE49-F238E27FC236}">
                      <a16:creationId xmlns:a16="http://schemas.microsoft.com/office/drawing/2014/main" id="{DF86E133-F8D7-4643-90EC-7F1B53218B1B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8" name="直線コネクタ 109027">
                  <a:extLst>
                    <a:ext uri="{FF2B5EF4-FFF2-40B4-BE49-F238E27FC236}">
                      <a16:creationId xmlns:a16="http://schemas.microsoft.com/office/drawing/2014/main" id="{F67482B7-8DD9-4A9B-8ADB-56A684907AA3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29" name="直線コネクタ 109028">
                  <a:extLst>
                    <a:ext uri="{FF2B5EF4-FFF2-40B4-BE49-F238E27FC236}">
                      <a16:creationId xmlns:a16="http://schemas.microsoft.com/office/drawing/2014/main" id="{5EB6BD7D-7C8D-4E49-824F-C7C38B36A908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0" name="直線コネクタ 109029">
                  <a:extLst>
                    <a:ext uri="{FF2B5EF4-FFF2-40B4-BE49-F238E27FC236}">
                      <a16:creationId xmlns:a16="http://schemas.microsoft.com/office/drawing/2014/main" id="{03687109-5312-4CE5-B089-C67321AA42B6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1" name="直線コネクタ 109030">
                  <a:extLst>
                    <a:ext uri="{FF2B5EF4-FFF2-40B4-BE49-F238E27FC236}">
                      <a16:creationId xmlns:a16="http://schemas.microsoft.com/office/drawing/2014/main" id="{41D416B8-E93D-4AE1-B63D-7317CD99D726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2" name="直線コネクタ 109031">
                  <a:extLst>
                    <a:ext uri="{FF2B5EF4-FFF2-40B4-BE49-F238E27FC236}">
                      <a16:creationId xmlns:a16="http://schemas.microsoft.com/office/drawing/2014/main" id="{241975A7-7479-441B-9667-B1B1BC2FEE88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033" name="直線コネクタ 109032">
                  <a:extLst>
                    <a:ext uri="{FF2B5EF4-FFF2-40B4-BE49-F238E27FC236}">
                      <a16:creationId xmlns:a16="http://schemas.microsoft.com/office/drawing/2014/main" id="{037B4745-7486-4352-8138-F570571CDC76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309" name="グループ化 108308">
                <a:extLst>
                  <a:ext uri="{FF2B5EF4-FFF2-40B4-BE49-F238E27FC236}">
                    <a16:creationId xmlns:a16="http://schemas.microsoft.com/office/drawing/2014/main" id="{CA0674E9-C036-42AA-86F1-7C3C3238D7C1}"/>
                  </a:ext>
                </a:extLst>
              </p:cNvPr>
              <p:cNvGrpSpPr/>
              <p:nvPr/>
            </p:nvGrpSpPr>
            <p:grpSpPr>
              <a:xfrm rot="10800000">
                <a:off x="36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8552" name="直線コネクタ 108551">
                  <a:extLst>
                    <a:ext uri="{FF2B5EF4-FFF2-40B4-BE49-F238E27FC236}">
                      <a16:creationId xmlns:a16="http://schemas.microsoft.com/office/drawing/2014/main" id="{72632C14-C12D-4F79-B844-62B11584105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3" name="直線コネクタ 108552">
                  <a:extLst>
                    <a:ext uri="{FF2B5EF4-FFF2-40B4-BE49-F238E27FC236}">
                      <a16:creationId xmlns:a16="http://schemas.microsoft.com/office/drawing/2014/main" id="{F1787C4F-5275-43FE-97F5-9170C0F6B64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4" name="直線コネクタ 108553">
                  <a:extLst>
                    <a:ext uri="{FF2B5EF4-FFF2-40B4-BE49-F238E27FC236}">
                      <a16:creationId xmlns:a16="http://schemas.microsoft.com/office/drawing/2014/main" id="{013CDCED-7549-4F65-ACEC-3FDD4DA5C3A2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5" name="直線コネクタ 108554">
                  <a:extLst>
                    <a:ext uri="{FF2B5EF4-FFF2-40B4-BE49-F238E27FC236}">
                      <a16:creationId xmlns:a16="http://schemas.microsoft.com/office/drawing/2014/main" id="{2DD29CBC-DA22-44CD-BCE0-85273B2EFDF6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6" name="直線コネクタ 108555">
                  <a:extLst>
                    <a:ext uri="{FF2B5EF4-FFF2-40B4-BE49-F238E27FC236}">
                      <a16:creationId xmlns:a16="http://schemas.microsoft.com/office/drawing/2014/main" id="{9BD534C3-1C52-4E70-A7EE-BB3BA7503B4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7" name="直線コネクタ 108556">
                  <a:extLst>
                    <a:ext uri="{FF2B5EF4-FFF2-40B4-BE49-F238E27FC236}">
                      <a16:creationId xmlns:a16="http://schemas.microsoft.com/office/drawing/2014/main" id="{BB6E302C-1E35-4BD0-928E-DF00BC5BB46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8" name="直線コネクタ 108557">
                  <a:extLst>
                    <a:ext uri="{FF2B5EF4-FFF2-40B4-BE49-F238E27FC236}">
                      <a16:creationId xmlns:a16="http://schemas.microsoft.com/office/drawing/2014/main" id="{C0AAB3F4-DDF9-49E7-892D-8E73A6BA6A0A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9" name="直線コネクタ 108558">
                  <a:extLst>
                    <a:ext uri="{FF2B5EF4-FFF2-40B4-BE49-F238E27FC236}">
                      <a16:creationId xmlns:a16="http://schemas.microsoft.com/office/drawing/2014/main" id="{4F29FA0C-68B7-474B-987C-5080D65F1F1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0" name="直線コネクタ 108559">
                  <a:extLst>
                    <a:ext uri="{FF2B5EF4-FFF2-40B4-BE49-F238E27FC236}">
                      <a16:creationId xmlns:a16="http://schemas.microsoft.com/office/drawing/2014/main" id="{58BC125A-078C-439A-BBC7-877543FCCD8C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1" name="直線コネクタ 108560">
                  <a:extLst>
                    <a:ext uri="{FF2B5EF4-FFF2-40B4-BE49-F238E27FC236}">
                      <a16:creationId xmlns:a16="http://schemas.microsoft.com/office/drawing/2014/main" id="{3FD14F6F-35D3-42E8-A355-7760D715C824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2" name="直線コネクタ 108561">
                  <a:extLst>
                    <a:ext uri="{FF2B5EF4-FFF2-40B4-BE49-F238E27FC236}">
                      <a16:creationId xmlns:a16="http://schemas.microsoft.com/office/drawing/2014/main" id="{9DB751AB-5964-4026-A6F5-5C76C2361366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3" name="直線コネクタ 108562">
                  <a:extLst>
                    <a:ext uri="{FF2B5EF4-FFF2-40B4-BE49-F238E27FC236}">
                      <a16:creationId xmlns:a16="http://schemas.microsoft.com/office/drawing/2014/main" id="{B90BFC6F-1F74-4C34-8E8E-8698E2341186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4" name="直線コネクタ 108563">
                  <a:extLst>
                    <a:ext uri="{FF2B5EF4-FFF2-40B4-BE49-F238E27FC236}">
                      <a16:creationId xmlns:a16="http://schemas.microsoft.com/office/drawing/2014/main" id="{00A4892A-13A4-4BE2-97E2-27312524A805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5" name="直線コネクタ 108564">
                  <a:extLst>
                    <a:ext uri="{FF2B5EF4-FFF2-40B4-BE49-F238E27FC236}">
                      <a16:creationId xmlns:a16="http://schemas.microsoft.com/office/drawing/2014/main" id="{5DE99A1E-CDBC-4E38-8040-93B99FA8A006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6" name="直線コネクタ 108565">
                  <a:extLst>
                    <a:ext uri="{FF2B5EF4-FFF2-40B4-BE49-F238E27FC236}">
                      <a16:creationId xmlns:a16="http://schemas.microsoft.com/office/drawing/2014/main" id="{076B6F4A-0B90-4700-968C-FE34A2D36FDB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7" name="直線コネクタ 108566">
                  <a:extLst>
                    <a:ext uri="{FF2B5EF4-FFF2-40B4-BE49-F238E27FC236}">
                      <a16:creationId xmlns:a16="http://schemas.microsoft.com/office/drawing/2014/main" id="{95DA6F52-267E-4009-9AF8-45227904FFF2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8" name="直線コネクタ 108567">
                  <a:extLst>
                    <a:ext uri="{FF2B5EF4-FFF2-40B4-BE49-F238E27FC236}">
                      <a16:creationId xmlns:a16="http://schemas.microsoft.com/office/drawing/2014/main" id="{8E1927F8-0994-4A48-87F8-A7E55744A567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69" name="直線コネクタ 108568">
                  <a:extLst>
                    <a:ext uri="{FF2B5EF4-FFF2-40B4-BE49-F238E27FC236}">
                      <a16:creationId xmlns:a16="http://schemas.microsoft.com/office/drawing/2014/main" id="{AAD5BE55-4714-4A22-9939-2ACB5F39D99C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0" name="直線コネクタ 108569">
                  <a:extLst>
                    <a:ext uri="{FF2B5EF4-FFF2-40B4-BE49-F238E27FC236}">
                      <a16:creationId xmlns:a16="http://schemas.microsoft.com/office/drawing/2014/main" id="{83476989-B62F-4B96-BE72-3406DDED9724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1" name="直線コネクタ 108570">
                  <a:extLst>
                    <a:ext uri="{FF2B5EF4-FFF2-40B4-BE49-F238E27FC236}">
                      <a16:creationId xmlns:a16="http://schemas.microsoft.com/office/drawing/2014/main" id="{85392C0C-4542-4F5E-8838-020AB403CDAD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2" name="直線コネクタ 108571">
                  <a:extLst>
                    <a:ext uri="{FF2B5EF4-FFF2-40B4-BE49-F238E27FC236}">
                      <a16:creationId xmlns:a16="http://schemas.microsoft.com/office/drawing/2014/main" id="{4C345897-7B65-4338-80EA-1B0E9065DE66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3" name="直線コネクタ 108572">
                  <a:extLst>
                    <a:ext uri="{FF2B5EF4-FFF2-40B4-BE49-F238E27FC236}">
                      <a16:creationId xmlns:a16="http://schemas.microsoft.com/office/drawing/2014/main" id="{886BA83D-D127-473A-B284-6D41D98C8384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4" name="直線コネクタ 108573">
                  <a:extLst>
                    <a:ext uri="{FF2B5EF4-FFF2-40B4-BE49-F238E27FC236}">
                      <a16:creationId xmlns:a16="http://schemas.microsoft.com/office/drawing/2014/main" id="{DDE23A47-5E47-4BA7-8154-CEF2DE9BCED2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5" name="直線コネクタ 108574">
                  <a:extLst>
                    <a:ext uri="{FF2B5EF4-FFF2-40B4-BE49-F238E27FC236}">
                      <a16:creationId xmlns:a16="http://schemas.microsoft.com/office/drawing/2014/main" id="{872A416E-0B82-4810-9924-C83905608EE1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6" name="直線コネクタ 108575">
                  <a:extLst>
                    <a:ext uri="{FF2B5EF4-FFF2-40B4-BE49-F238E27FC236}">
                      <a16:creationId xmlns:a16="http://schemas.microsoft.com/office/drawing/2014/main" id="{4F155E85-E66D-4940-9EE5-AB2817B44DA8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7" name="直線コネクタ 108576">
                  <a:extLst>
                    <a:ext uri="{FF2B5EF4-FFF2-40B4-BE49-F238E27FC236}">
                      <a16:creationId xmlns:a16="http://schemas.microsoft.com/office/drawing/2014/main" id="{AE4896C2-838D-4288-9C73-6CC4644A763F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8" name="直線コネクタ 108577">
                  <a:extLst>
                    <a:ext uri="{FF2B5EF4-FFF2-40B4-BE49-F238E27FC236}">
                      <a16:creationId xmlns:a16="http://schemas.microsoft.com/office/drawing/2014/main" id="{FA14FB66-D73C-4E35-AAF8-AF662E145C56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79" name="直線コネクタ 108578">
                  <a:extLst>
                    <a:ext uri="{FF2B5EF4-FFF2-40B4-BE49-F238E27FC236}">
                      <a16:creationId xmlns:a16="http://schemas.microsoft.com/office/drawing/2014/main" id="{34829AFF-CC72-4BD0-BACC-8D224CAE0561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0" name="直線コネクタ 108579">
                  <a:extLst>
                    <a:ext uri="{FF2B5EF4-FFF2-40B4-BE49-F238E27FC236}">
                      <a16:creationId xmlns:a16="http://schemas.microsoft.com/office/drawing/2014/main" id="{4A620EBC-C493-4C87-9751-18EF633D6295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1" name="直線コネクタ 108580">
                  <a:extLst>
                    <a:ext uri="{FF2B5EF4-FFF2-40B4-BE49-F238E27FC236}">
                      <a16:creationId xmlns:a16="http://schemas.microsoft.com/office/drawing/2014/main" id="{A1F8DA45-C3C3-4BCA-AA0A-D6543A8131F6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2" name="直線コネクタ 108581">
                  <a:extLst>
                    <a:ext uri="{FF2B5EF4-FFF2-40B4-BE49-F238E27FC236}">
                      <a16:creationId xmlns:a16="http://schemas.microsoft.com/office/drawing/2014/main" id="{7CCCC850-347B-432E-9FB1-33249B9A629F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3" name="直線コネクタ 108582">
                  <a:extLst>
                    <a:ext uri="{FF2B5EF4-FFF2-40B4-BE49-F238E27FC236}">
                      <a16:creationId xmlns:a16="http://schemas.microsoft.com/office/drawing/2014/main" id="{37D6B6FF-AE0C-4786-A495-341AFE1F8776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4" name="直線コネクタ 108583">
                  <a:extLst>
                    <a:ext uri="{FF2B5EF4-FFF2-40B4-BE49-F238E27FC236}">
                      <a16:creationId xmlns:a16="http://schemas.microsoft.com/office/drawing/2014/main" id="{8617AF42-A21F-4603-95E6-841B6CED1A21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5" name="直線コネクタ 108584">
                  <a:extLst>
                    <a:ext uri="{FF2B5EF4-FFF2-40B4-BE49-F238E27FC236}">
                      <a16:creationId xmlns:a16="http://schemas.microsoft.com/office/drawing/2014/main" id="{3883CB81-3F83-4647-8C18-F1088DBB2251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6" name="直線コネクタ 108585">
                  <a:extLst>
                    <a:ext uri="{FF2B5EF4-FFF2-40B4-BE49-F238E27FC236}">
                      <a16:creationId xmlns:a16="http://schemas.microsoft.com/office/drawing/2014/main" id="{A0AB94AA-EC1C-4E06-A7DE-672F0FF899C5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7" name="直線コネクタ 108586">
                  <a:extLst>
                    <a:ext uri="{FF2B5EF4-FFF2-40B4-BE49-F238E27FC236}">
                      <a16:creationId xmlns:a16="http://schemas.microsoft.com/office/drawing/2014/main" id="{F1292051-5861-4B54-8D52-667C0372A843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8" name="直線コネクタ 108587">
                  <a:extLst>
                    <a:ext uri="{FF2B5EF4-FFF2-40B4-BE49-F238E27FC236}">
                      <a16:creationId xmlns:a16="http://schemas.microsoft.com/office/drawing/2014/main" id="{E2BF23D1-7970-4432-A0EE-425B5D703E5D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89" name="直線コネクタ 108588">
                  <a:extLst>
                    <a:ext uri="{FF2B5EF4-FFF2-40B4-BE49-F238E27FC236}">
                      <a16:creationId xmlns:a16="http://schemas.microsoft.com/office/drawing/2014/main" id="{2925266A-7614-4EC9-89D3-DF63CBB3122D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0" name="直線コネクタ 108589">
                  <a:extLst>
                    <a:ext uri="{FF2B5EF4-FFF2-40B4-BE49-F238E27FC236}">
                      <a16:creationId xmlns:a16="http://schemas.microsoft.com/office/drawing/2014/main" id="{71BCBAA2-B94E-4E0C-9C2B-B60E2C8111A6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1" name="直線コネクタ 108590">
                  <a:extLst>
                    <a:ext uri="{FF2B5EF4-FFF2-40B4-BE49-F238E27FC236}">
                      <a16:creationId xmlns:a16="http://schemas.microsoft.com/office/drawing/2014/main" id="{C5CD6672-199E-4F64-9A86-CFCE9581AAA0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2" name="直線コネクタ 108591">
                  <a:extLst>
                    <a:ext uri="{FF2B5EF4-FFF2-40B4-BE49-F238E27FC236}">
                      <a16:creationId xmlns:a16="http://schemas.microsoft.com/office/drawing/2014/main" id="{F76AABA3-76A2-4CCD-ABE0-8482ECA06AE0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3" name="直線コネクタ 108592">
                  <a:extLst>
                    <a:ext uri="{FF2B5EF4-FFF2-40B4-BE49-F238E27FC236}">
                      <a16:creationId xmlns:a16="http://schemas.microsoft.com/office/drawing/2014/main" id="{B3983F3C-E4DD-42B9-A3F3-FFAFCFC2F969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4" name="直線コネクタ 108593">
                  <a:extLst>
                    <a:ext uri="{FF2B5EF4-FFF2-40B4-BE49-F238E27FC236}">
                      <a16:creationId xmlns:a16="http://schemas.microsoft.com/office/drawing/2014/main" id="{28C3F193-EB7E-4C6B-A958-CF424C0E3518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5" name="直線コネクタ 108594">
                  <a:extLst>
                    <a:ext uri="{FF2B5EF4-FFF2-40B4-BE49-F238E27FC236}">
                      <a16:creationId xmlns:a16="http://schemas.microsoft.com/office/drawing/2014/main" id="{875A0394-46E6-4060-B769-6D7F7080B954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6" name="直線コネクタ 108595">
                  <a:extLst>
                    <a:ext uri="{FF2B5EF4-FFF2-40B4-BE49-F238E27FC236}">
                      <a16:creationId xmlns:a16="http://schemas.microsoft.com/office/drawing/2014/main" id="{DA0DB803-8A23-4500-B9A1-6898451D768B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7" name="直線コネクタ 108596">
                  <a:extLst>
                    <a:ext uri="{FF2B5EF4-FFF2-40B4-BE49-F238E27FC236}">
                      <a16:creationId xmlns:a16="http://schemas.microsoft.com/office/drawing/2014/main" id="{0F9282B0-9A7B-4A3F-918A-261672BF019C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8" name="直線コネクタ 108597">
                  <a:extLst>
                    <a:ext uri="{FF2B5EF4-FFF2-40B4-BE49-F238E27FC236}">
                      <a16:creationId xmlns:a16="http://schemas.microsoft.com/office/drawing/2014/main" id="{6B0B0589-CBE0-4D33-A348-6F454C680574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99" name="直線コネクタ 108598">
                  <a:extLst>
                    <a:ext uri="{FF2B5EF4-FFF2-40B4-BE49-F238E27FC236}">
                      <a16:creationId xmlns:a16="http://schemas.microsoft.com/office/drawing/2014/main" id="{F3CA3ED9-C734-4F6B-8B6E-A107C63D7782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0" name="直線コネクタ 108599">
                  <a:extLst>
                    <a:ext uri="{FF2B5EF4-FFF2-40B4-BE49-F238E27FC236}">
                      <a16:creationId xmlns:a16="http://schemas.microsoft.com/office/drawing/2014/main" id="{E86308BE-E25C-4302-8DF3-D38B808649E8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1" name="直線コネクタ 108600">
                  <a:extLst>
                    <a:ext uri="{FF2B5EF4-FFF2-40B4-BE49-F238E27FC236}">
                      <a16:creationId xmlns:a16="http://schemas.microsoft.com/office/drawing/2014/main" id="{784E0B45-F609-4090-945C-BE13185EA1BE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2" name="直線コネクタ 108601">
                  <a:extLst>
                    <a:ext uri="{FF2B5EF4-FFF2-40B4-BE49-F238E27FC236}">
                      <a16:creationId xmlns:a16="http://schemas.microsoft.com/office/drawing/2014/main" id="{8D2A5301-8173-41D9-838E-8CE9BB59AFFB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3" name="直線コネクタ 108602">
                  <a:extLst>
                    <a:ext uri="{FF2B5EF4-FFF2-40B4-BE49-F238E27FC236}">
                      <a16:creationId xmlns:a16="http://schemas.microsoft.com/office/drawing/2014/main" id="{C0917599-AEE2-49F3-8C61-CA037C89E085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4" name="直線コネクタ 108603">
                  <a:extLst>
                    <a:ext uri="{FF2B5EF4-FFF2-40B4-BE49-F238E27FC236}">
                      <a16:creationId xmlns:a16="http://schemas.microsoft.com/office/drawing/2014/main" id="{F3F243D8-4FB5-4130-B527-8435E3C5C87E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5" name="直線コネクタ 108604">
                  <a:extLst>
                    <a:ext uri="{FF2B5EF4-FFF2-40B4-BE49-F238E27FC236}">
                      <a16:creationId xmlns:a16="http://schemas.microsoft.com/office/drawing/2014/main" id="{A545515A-3A5F-4D68-A9FC-654FE533E517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6" name="直線コネクタ 108605">
                  <a:extLst>
                    <a:ext uri="{FF2B5EF4-FFF2-40B4-BE49-F238E27FC236}">
                      <a16:creationId xmlns:a16="http://schemas.microsoft.com/office/drawing/2014/main" id="{0101D508-A04C-4E5D-923F-B49D27A3D607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7" name="直線コネクタ 108606">
                  <a:extLst>
                    <a:ext uri="{FF2B5EF4-FFF2-40B4-BE49-F238E27FC236}">
                      <a16:creationId xmlns:a16="http://schemas.microsoft.com/office/drawing/2014/main" id="{C7EF7C2A-C145-425A-973A-B5525B0C3A1F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8" name="直線コネクタ 108607">
                  <a:extLst>
                    <a:ext uri="{FF2B5EF4-FFF2-40B4-BE49-F238E27FC236}">
                      <a16:creationId xmlns:a16="http://schemas.microsoft.com/office/drawing/2014/main" id="{ED34E5B0-7842-47A6-90E3-827ECBAE5906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09" name="直線コネクタ 108608">
                  <a:extLst>
                    <a:ext uri="{FF2B5EF4-FFF2-40B4-BE49-F238E27FC236}">
                      <a16:creationId xmlns:a16="http://schemas.microsoft.com/office/drawing/2014/main" id="{3A542D4F-CA1E-4C9C-9888-3867F6987024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0" name="直線コネクタ 108609">
                  <a:extLst>
                    <a:ext uri="{FF2B5EF4-FFF2-40B4-BE49-F238E27FC236}">
                      <a16:creationId xmlns:a16="http://schemas.microsoft.com/office/drawing/2014/main" id="{320285D7-9CA2-4D52-A85E-F3CC79FBBB11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1" name="直線コネクタ 108610">
                  <a:extLst>
                    <a:ext uri="{FF2B5EF4-FFF2-40B4-BE49-F238E27FC236}">
                      <a16:creationId xmlns:a16="http://schemas.microsoft.com/office/drawing/2014/main" id="{E0F643DF-75D1-4B27-B5BD-0941BE5CE4F8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2" name="直線コネクタ 108611">
                  <a:extLst>
                    <a:ext uri="{FF2B5EF4-FFF2-40B4-BE49-F238E27FC236}">
                      <a16:creationId xmlns:a16="http://schemas.microsoft.com/office/drawing/2014/main" id="{6B623170-7095-4B4E-AD53-8F34E9D1F557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3" name="直線コネクタ 108612">
                  <a:extLst>
                    <a:ext uri="{FF2B5EF4-FFF2-40B4-BE49-F238E27FC236}">
                      <a16:creationId xmlns:a16="http://schemas.microsoft.com/office/drawing/2014/main" id="{4D5A00B1-6188-4F35-9D15-7E5ACCC91A4A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4" name="直線コネクタ 108613">
                  <a:extLst>
                    <a:ext uri="{FF2B5EF4-FFF2-40B4-BE49-F238E27FC236}">
                      <a16:creationId xmlns:a16="http://schemas.microsoft.com/office/drawing/2014/main" id="{73DEE4F3-C8BA-4F85-8C6B-81F54EB447BF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5" name="直線コネクタ 108614">
                  <a:extLst>
                    <a:ext uri="{FF2B5EF4-FFF2-40B4-BE49-F238E27FC236}">
                      <a16:creationId xmlns:a16="http://schemas.microsoft.com/office/drawing/2014/main" id="{F62811F2-2BE8-46C6-8779-AE64516F4BFB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6" name="直線コネクタ 108615">
                  <a:extLst>
                    <a:ext uri="{FF2B5EF4-FFF2-40B4-BE49-F238E27FC236}">
                      <a16:creationId xmlns:a16="http://schemas.microsoft.com/office/drawing/2014/main" id="{691E6754-F2A0-472A-8254-C35FF75BBF96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7" name="直線コネクタ 108616">
                  <a:extLst>
                    <a:ext uri="{FF2B5EF4-FFF2-40B4-BE49-F238E27FC236}">
                      <a16:creationId xmlns:a16="http://schemas.microsoft.com/office/drawing/2014/main" id="{35E6C8FB-EB88-4995-A50C-BA8E9994A963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8" name="直線コネクタ 108617">
                  <a:extLst>
                    <a:ext uri="{FF2B5EF4-FFF2-40B4-BE49-F238E27FC236}">
                      <a16:creationId xmlns:a16="http://schemas.microsoft.com/office/drawing/2014/main" id="{AE890D2B-CDA4-4E6F-A153-7D5D752BF6FB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19" name="直線コネクタ 108618">
                  <a:extLst>
                    <a:ext uri="{FF2B5EF4-FFF2-40B4-BE49-F238E27FC236}">
                      <a16:creationId xmlns:a16="http://schemas.microsoft.com/office/drawing/2014/main" id="{8A6029E0-EEC2-423A-827E-8EBD296E88BF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0" name="直線コネクタ 108619">
                  <a:extLst>
                    <a:ext uri="{FF2B5EF4-FFF2-40B4-BE49-F238E27FC236}">
                      <a16:creationId xmlns:a16="http://schemas.microsoft.com/office/drawing/2014/main" id="{D710C7A3-5AF3-4A4C-9402-A05F159654DA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1" name="直線コネクタ 108620">
                  <a:extLst>
                    <a:ext uri="{FF2B5EF4-FFF2-40B4-BE49-F238E27FC236}">
                      <a16:creationId xmlns:a16="http://schemas.microsoft.com/office/drawing/2014/main" id="{4F785887-0EC2-481B-A22D-BD87035BB048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2" name="直線コネクタ 108621">
                  <a:extLst>
                    <a:ext uri="{FF2B5EF4-FFF2-40B4-BE49-F238E27FC236}">
                      <a16:creationId xmlns:a16="http://schemas.microsoft.com/office/drawing/2014/main" id="{8F3A41AB-63A1-4B0A-9B88-05B70399AB08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3" name="直線コネクタ 108622">
                  <a:extLst>
                    <a:ext uri="{FF2B5EF4-FFF2-40B4-BE49-F238E27FC236}">
                      <a16:creationId xmlns:a16="http://schemas.microsoft.com/office/drawing/2014/main" id="{B19501DB-5706-4DAA-9EE0-51D6C9C902B4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4" name="直線コネクタ 108623">
                  <a:extLst>
                    <a:ext uri="{FF2B5EF4-FFF2-40B4-BE49-F238E27FC236}">
                      <a16:creationId xmlns:a16="http://schemas.microsoft.com/office/drawing/2014/main" id="{66E0BF15-059C-4AAF-B9B5-914BFE889450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5" name="直線コネクタ 108624">
                  <a:extLst>
                    <a:ext uri="{FF2B5EF4-FFF2-40B4-BE49-F238E27FC236}">
                      <a16:creationId xmlns:a16="http://schemas.microsoft.com/office/drawing/2014/main" id="{3E628826-266E-451F-B730-7F77215D3673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6" name="直線コネクタ 108625">
                  <a:extLst>
                    <a:ext uri="{FF2B5EF4-FFF2-40B4-BE49-F238E27FC236}">
                      <a16:creationId xmlns:a16="http://schemas.microsoft.com/office/drawing/2014/main" id="{F776D911-E1B2-470C-B530-0966C896FF4F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7" name="直線コネクタ 108626">
                  <a:extLst>
                    <a:ext uri="{FF2B5EF4-FFF2-40B4-BE49-F238E27FC236}">
                      <a16:creationId xmlns:a16="http://schemas.microsoft.com/office/drawing/2014/main" id="{55375DE6-E76E-470C-8BD2-5BE981C1A2A7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8" name="直線コネクタ 108627">
                  <a:extLst>
                    <a:ext uri="{FF2B5EF4-FFF2-40B4-BE49-F238E27FC236}">
                      <a16:creationId xmlns:a16="http://schemas.microsoft.com/office/drawing/2014/main" id="{83E6F408-78A9-455C-A5DF-020A67955732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29" name="直線コネクタ 108628">
                  <a:extLst>
                    <a:ext uri="{FF2B5EF4-FFF2-40B4-BE49-F238E27FC236}">
                      <a16:creationId xmlns:a16="http://schemas.microsoft.com/office/drawing/2014/main" id="{5F369516-8C90-429A-9766-032F217DA856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0" name="直線コネクタ 108629">
                  <a:extLst>
                    <a:ext uri="{FF2B5EF4-FFF2-40B4-BE49-F238E27FC236}">
                      <a16:creationId xmlns:a16="http://schemas.microsoft.com/office/drawing/2014/main" id="{A3F306BE-8993-4D64-B452-BA44FB907824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1" name="直線コネクタ 108630">
                  <a:extLst>
                    <a:ext uri="{FF2B5EF4-FFF2-40B4-BE49-F238E27FC236}">
                      <a16:creationId xmlns:a16="http://schemas.microsoft.com/office/drawing/2014/main" id="{5F7BF6B8-ACB6-4D3B-88E1-D4E2E6E3EC1E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2" name="直線コネクタ 108631">
                  <a:extLst>
                    <a:ext uri="{FF2B5EF4-FFF2-40B4-BE49-F238E27FC236}">
                      <a16:creationId xmlns:a16="http://schemas.microsoft.com/office/drawing/2014/main" id="{5DAB48AF-352C-486F-8843-19F24684A871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3" name="直線コネクタ 108632">
                  <a:extLst>
                    <a:ext uri="{FF2B5EF4-FFF2-40B4-BE49-F238E27FC236}">
                      <a16:creationId xmlns:a16="http://schemas.microsoft.com/office/drawing/2014/main" id="{2645E74D-AB1A-405C-8AF9-BC0FE796F3FC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4" name="直線コネクタ 108633">
                  <a:extLst>
                    <a:ext uri="{FF2B5EF4-FFF2-40B4-BE49-F238E27FC236}">
                      <a16:creationId xmlns:a16="http://schemas.microsoft.com/office/drawing/2014/main" id="{E96AA9F4-BE9E-4636-BCC2-CEA239F8E3E4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5" name="直線コネクタ 108634">
                  <a:extLst>
                    <a:ext uri="{FF2B5EF4-FFF2-40B4-BE49-F238E27FC236}">
                      <a16:creationId xmlns:a16="http://schemas.microsoft.com/office/drawing/2014/main" id="{2A0F0F0E-6225-47C8-93AD-990105AFA86A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6" name="直線コネクタ 108635">
                  <a:extLst>
                    <a:ext uri="{FF2B5EF4-FFF2-40B4-BE49-F238E27FC236}">
                      <a16:creationId xmlns:a16="http://schemas.microsoft.com/office/drawing/2014/main" id="{E60CF83A-5AF9-4A49-9B17-A35E13DEE29C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7" name="直線コネクタ 108636">
                  <a:extLst>
                    <a:ext uri="{FF2B5EF4-FFF2-40B4-BE49-F238E27FC236}">
                      <a16:creationId xmlns:a16="http://schemas.microsoft.com/office/drawing/2014/main" id="{CCF20BB3-37C4-47A1-B9CF-034CD4ED7AA4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8" name="直線コネクタ 108637">
                  <a:extLst>
                    <a:ext uri="{FF2B5EF4-FFF2-40B4-BE49-F238E27FC236}">
                      <a16:creationId xmlns:a16="http://schemas.microsoft.com/office/drawing/2014/main" id="{B996852E-42DE-4B8C-A79E-37F477817DFD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39" name="直線コネクタ 108638">
                  <a:extLst>
                    <a:ext uri="{FF2B5EF4-FFF2-40B4-BE49-F238E27FC236}">
                      <a16:creationId xmlns:a16="http://schemas.microsoft.com/office/drawing/2014/main" id="{AA8AD4C1-27AE-442C-A028-DD8466ADB3E6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0" name="直線コネクタ 108639">
                  <a:extLst>
                    <a:ext uri="{FF2B5EF4-FFF2-40B4-BE49-F238E27FC236}">
                      <a16:creationId xmlns:a16="http://schemas.microsoft.com/office/drawing/2014/main" id="{65511320-93AC-4285-8CEC-E3D2505A0729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1" name="直線コネクタ 108640">
                  <a:extLst>
                    <a:ext uri="{FF2B5EF4-FFF2-40B4-BE49-F238E27FC236}">
                      <a16:creationId xmlns:a16="http://schemas.microsoft.com/office/drawing/2014/main" id="{4EBA911B-6D1E-4C2D-A6AC-91BDC82603FA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2" name="直線コネクタ 108641">
                  <a:extLst>
                    <a:ext uri="{FF2B5EF4-FFF2-40B4-BE49-F238E27FC236}">
                      <a16:creationId xmlns:a16="http://schemas.microsoft.com/office/drawing/2014/main" id="{5CBABF0F-849A-4AE0-8260-C5CACF9E6A6F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3" name="直線コネクタ 108642">
                  <a:extLst>
                    <a:ext uri="{FF2B5EF4-FFF2-40B4-BE49-F238E27FC236}">
                      <a16:creationId xmlns:a16="http://schemas.microsoft.com/office/drawing/2014/main" id="{02D7E277-85B0-44B2-9F18-C0744A05A311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4" name="直線コネクタ 108643">
                  <a:extLst>
                    <a:ext uri="{FF2B5EF4-FFF2-40B4-BE49-F238E27FC236}">
                      <a16:creationId xmlns:a16="http://schemas.microsoft.com/office/drawing/2014/main" id="{AC834C4C-39FB-43F7-B649-6B98D877CA7D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5" name="直線コネクタ 108644">
                  <a:extLst>
                    <a:ext uri="{FF2B5EF4-FFF2-40B4-BE49-F238E27FC236}">
                      <a16:creationId xmlns:a16="http://schemas.microsoft.com/office/drawing/2014/main" id="{0F2454C2-63A2-4473-BEE2-7FEDC7FA9C49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6" name="直線コネクタ 108645">
                  <a:extLst>
                    <a:ext uri="{FF2B5EF4-FFF2-40B4-BE49-F238E27FC236}">
                      <a16:creationId xmlns:a16="http://schemas.microsoft.com/office/drawing/2014/main" id="{255994CF-EA2B-491C-ADBB-252143F0D318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7" name="直線コネクタ 108646">
                  <a:extLst>
                    <a:ext uri="{FF2B5EF4-FFF2-40B4-BE49-F238E27FC236}">
                      <a16:creationId xmlns:a16="http://schemas.microsoft.com/office/drawing/2014/main" id="{53BEBD63-11CA-4ECD-AB5B-5C3155C2FC63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8" name="直線コネクタ 108647">
                  <a:extLst>
                    <a:ext uri="{FF2B5EF4-FFF2-40B4-BE49-F238E27FC236}">
                      <a16:creationId xmlns:a16="http://schemas.microsoft.com/office/drawing/2014/main" id="{13395700-BA8C-4A98-89E9-DA822B787D98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49" name="直線コネクタ 108648">
                  <a:extLst>
                    <a:ext uri="{FF2B5EF4-FFF2-40B4-BE49-F238E27FC236}">
                      <a16:creationId xmlns:a16="http://schemas.microsoft.com/office/drawing/2014/main" id="{284419A5-DE27-4B87-AAE8-FAF23ABB3B28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0" name="直線コネクタ 108649">
                  <a:extLst>
                    <a:ext uri="{FF2B5EF4-FFF2-40B4-BE49-F238E27FC236}">
                      <a16:creationId xmlns:a16="http://schemas.microsoft.com/office/drawing/2014/main" id="{DB66E64F-DF68-4F84-B5CE-2636C7C98FF7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1" name="直線コネクタ 108650">
                  <a:extLst>
                    <a:ext uri="{FF2B5EF4-FFF2-40B4-BE49-F238E27FC236}">
                      <a16:creationId xmlns:a16="http://schemas.microsoft.com/office/drawing/2014/main" id="{A405928B-A75C-4695-9F7C-099065FCB7F7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2" name="直線コネクタ 108651">
                  <a:extLst>
                    <a:ext uri="{FF2B5EF4-FFF2-40B4-BE49-F238E27FC236}">
                      <a16:creationId xmlns:a16="http://schemas.microsoft.com/office/drawing/2014/main" id="{CA5455E9-F388-4A38-8D49-3980B6571588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3" name="直線コネクタ 108652">
                  <a:extLst>
                    <a:ext uri="{FF2B5EF4-FFF2-40B4-BE49-F238E27FC236}">
                      <a16:creationId xmlns:a16="http://schemas.microsoft.com/office/drawing/2014/main" id="{9201DC48-7F77-4AD6-A591-99695E97D75B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4" name="直線コネクタ 108653">
                  <a:extLst>
                    <a:ext uri="{FF2B5EF4-FFF2-40B4-BE49-F238E27FC236}">
                      <a16:creationId xmlns:a16="http://schemas.microsoft.com/office/drawing/2014/main" id="{6CA0D9D3-D575-4DD2-9AAE-D5B767F89377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5" name="直線コネクタ 108654">
                  <a:extLst>
                    <a:ext uri="{FF2B5EF4-FFF2-40B4-BE49-F238E27FC236}">
                      <a16:creationId xmlns:a16="http://schemas.microsoft.com/office/drawing/2014/main" id="{739912D9-7F1A-4E4E-9389-E4797BDD3D7B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6" name="直線コネクタ 108655">
                  <a:extLst>
                    <a:ext uri="{FF2B5EF4-FFF2-40B4-BE49-F238E27FC236}">
                      <a16:creationId xmlns:a16="http://schemas.microsoft.com/office/drawing/2014/main" id="{AF2F8607-089A-455C-B8FD-BB909E0A36CC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7" name="直線コネクタ 108656">
                  <a:extLst>
                    <a:ext uri="{FF2B5EF4-FFF2-40B4-BE49-F238E27FC236}">
                      <a16:creationId xmlns:a16="http://schemas.microsoft.com/office/drawing/2014/main" id="{87ACAD45-B441-45E0-8106-C0BF9FA43A3F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8" name="直線コネクタ 108657">
                  <a:extLst>
                    <a:ext uri="{FF2B5EF4-FFF2-40B4-BE49-F238E27FC236}">
                      <a16:creationId xmlns:a16="http://schemas.microsoft.com/office/drawing/2014/main" id="{F6BD2684-39F5-4AD2-B57F-5D0500CEF14C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59" name="直線コネクタ 108658">
                  <a:extLst>
                    <a:ext uri="{FF2B5EF4-FFF2-40B4-BE49-F238E27FC236}">
                      <a16:creationId xmlns:a16="http://schemas.microsoft.com/office/drawing/2014/main" id="{BD40B7DF-8967-40A9-AFAE-CD5EE13B6B47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0" name="直線コネクタ 108659">
                  <a:extLst>
                    <a:ext uri="{FF2B5EF4-FFF2-40B4-BE49-F238E27FC236}">
                      <a16:creationId xmlns:a16="http://schemas.microsoft.com/office/drawing/2014/main" id="{701285A6-84EB-42CE-BE40-429E25A033D6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1" name="直線コネクタ 108660">
                  <a:extLst>
                    <a:ext uri="{FF2B5EF4-FFF2-40B4-BE49-F238E27FC236}">
                      <a16:creationId xmlns:a16="http://schemas.microsoft.com/office/drawing/2014/main" id="{6462E57D-4558-4215-999B-593B0A265897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2" name="直線コネクタ 108661">
                  <a:extLst>
                    <a:ext uri="{FF2B5EF4-FFF2-40B4-BE49-F238E27FC236}">
                      <a16:creationId xmlns:a16="http://schemas.microsoft.com/office/drawing/2014/main" id="{43DB478E-9FCC-401A-A413-280FCFE44E1C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3" name="直線コネクタ 108662">
                  <a:extLst>
                    <a:ext uri="{FF2B5EF4-FFF2-40B4-BE49-F238E27FC236}">
                      <a16:creationId xmlns:a16="http://schemas.microsoft.com/office/drawing/2014/main" id="{8FFD347A-8011-4345-85BE-B709AEA1ECE4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4" name="直線コネクタ 108663">
                  <a:extLst>
                    <a:ext uri="{FF2B5EF4-FFF2-40B4-BE49-F238E27FC236}">
                      <a16:creationId xmlns:a16="http://schemas.microsoft.com/office/drawing/2014/main" id="{934EC384-64F9-4094-91D4-F2CD05A03C7B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5" name="直線コネクタ 108664">
                  <a:extLst>
                    <a:ext uri="{FF2B5EF4-FFF2-40B4-BE49-F238E27FC236}">
                      <a16:creationId xmlns:a16="http://schemas.microsoft.com/office/drawing/2014/main" id="{3331DF82-0708-43B6-A151-4D7474FF30E5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6" name="直線コネクタ 108665">
                  <a:extLst>
                    <a:ext uri="{FF2B5EF4-FFF2-40B4-BE49-F238E27FC236}">
                      <a16:creationId xmlns:a16="http://schemas.microsoft.com/office/drawing/2014/main" id="{4F597459-55BD-43C4-A8A4-14BA807000A1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7" name="直線コネクタ 108666">
                  <a:extLst>
                    <a:ext uri="{FF2B5EF4-FFF2-40B4-BE49-F238E27FC236}">
                      <a16:creationId xmlns:a16="http://schemas.microsoft.com/office/drawing/2014/main" id="{E6AD7532-9C1E-48C0-8A9A-7F4486472349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8" name="直線コネクタ 108667">
                  <a:extLst>
                    <a:ext uri="{FF2B5EF4-FFF2-40B4-BE49-F238E27FC236}">
                      <a16:creationId xmlns:a16="http://schemas.microsoft.com/office/drawing/2014/main" id="{4ECD581C-3459-4A1A-9714-EB9EEAE96466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69" name="直線コネクタ 108668">
                  <a:extLst>
                    <a:ext uri="{FF2B5EF4-FFF2-40B4-BE49-F238E27FC236}">
                      <a16:creationId xmlns:a16="http://schemas.microsoft.com/office/drawing/2014/main" id="{061D439B-0AED-4782-8DB2-AA2F33F8E1FE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0" name="直線コネクタ 108669">
                  <a:extLst>
                    <a:ext uri="{FF2B5EF4-FFF2-40B4-BE49-F238E27FC236}">
                      <a16:creationId xmlns:a16="http://schemas.microsoft.com/office/drawing/2014/main" id="{9EAEC25E-37CB-4883-8575-FBC6E89553D7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1" name="直線コネクタ 108670">
                  <a:extLst>
                    <a:ext uri="{FF2B5EF4-FFF2-40B4-BE49-F238E27FC236}">
                      <a16:creationId xmlns:a16="http://schemas.microsoft.com/office/drawing/2014/main" id="{DF923433-0108-473F-9F7E-EAA692CA0656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2" name="直線コネクタ 108671">
                  <a:extLst>
                    <a:ext uri="{FF2B5EF4-FFF2-40B4-BE49-F238E27FC236}">
                      <a16:creationId xmlns:a16="http://schemas.microsoft.com/office/drawing/2014/main" id="{3E48E331-B392-4196-A395-6CC0385191A8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3" name="直線コネクタ 108672">
                  <a:extLst>
                    <a:ext uri="{FF2B5EF4-FFF2-40B4-BE49-F238E27FC236}">
                      <a16:creationId xmlns:a16="http://schemas.microsoft.com/office/drawing/2014/main" id="{B09EB831-0236-4857-85F2-D7A8EC997CD4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4" name="直線コネクタ 108673">
                  <a:extLst>
                    <a:ext uri="{FF2B5EF4-FFF2-40B4-BE49-F238E27FC236}">
                      <a16:creationId xmlns:a16="http://schemas.microsoft.com/office/drawing/2014/main" id="{4A588A69-62E6-4710-A4CD-279F350FFF7D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5" name="直線コネクタ 108674">
                  <a:extLst>
                    <a:ext uri="{FF2B5EF4-FFF2-40B4-BE49-F238E27FC236}">
                      <a16:creationId xmlns:a16="http://schemas.microsoft.com/office/drawing/2014/main" id="{6C46AE43-7742-416C-9DF8-F504303AD98E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6" name="直線コネクタ 108675">
                  <a:extLst>
                    <a:ext uri="{FF2B5EF4-FFF2-40B4-BE49-F238E27FC236}">
                      <a16:creationId xmlns:a16="http://schemas.microsoft.com/office/drawing/2014/main" id="{0747CABF-3FEF-4976-9763-31A83BE7981E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7" name="直線コネクタ 108676">
                  <a:extLst>
                    <a:ext uri="{FF2B5EF4-FFF2-40B4-BE49-F238E27FC236}">
                      <a16:creationId xmlns:a16="http://schemas.microsoft.com/office/drawing/2014/main" id="{92B4FD1F-BA75-4872-A377-F31C546DB95F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8" name="直線コネクタ 108677">
                  <a:extLst>
                    <a:ext uri="{FF2B5EF4-FFF2-40B4-BE49-F238E27FC236}">
                      <a16:creationId xmlns:a16="http://schemas.microsoft.com/office/drawing/2014/main" id="{721383B1-F5CE-46F6-BC7F-CDF624A6CEE7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79" name="直線コネクタ 108678">
                  <a:extLst>
                    <a:ext uri="{FF2B5EF4-FFF2-40B4-BE49-F238E27FC236}">
                      <a16:creationId xmlns:a16="http://schemas.microsoft.com/office/drawing/2014/main" id="{1D905925-168E-4B81-9140-EE7EC6D3A255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0" name="直線コネクタ 108679">
                  <a:extLst>
                    <a:ext uri="{FF2B5EF4-FFF2-40B4-BE49-F238E27FC236}">
                      <a16:creationId xmlns:a16="http://schemas.microsoft.com/office/drawing/2014/main" id="{0624F23A-6BEE-4E2C-BA40-3232C7EC419F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1" name="直線コネクタ 108680">
                  <a:extLst>
                    <a:ext uri="{FF2B5EF4-FFF2-40B4-BE49-F238E27FC236}">
                      <a16:creationId xmlns:a16="http://schemas.microsoft.com/office/drawing/2014/main" id="{1253087A-B39D-4E6E-AD71-0773495274BA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2" name="直線コネクタ 108681">
                  <a:extLst>
                    <a:ext uri="{FF2B5EF4-FFF2-40B4-BE49-F238E27FC236}">
                      <a16:creationId xmlns:a16="http://schemas.microsoft.com/office/drawing/2014/main" id="{949EAAA8-5F69-4091-AA32-FF438BBF566F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3" name="直線コネクタ 108682">
                  <a:extLst>
                    <a:ext uri="{FF2B5EF4-FFF2-40B4-BE49-F238E27FC236}">
                      <a16:creationId xmlns:a16="http://schemas.microsoft.com/office/drawing/2014/main" id="{E37933F3-DC3F-43D8-BFEE-7C890D6B3EE1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4" name="直線コネクタ 108683">
                  <a:extLst>
                    <a:ext uri="{FF2B5EF4-FFF2-40B4-BE49-F238E27FC236}">
                      <a16:creationId xmlns:a16="http://schemas.microsoft.com/office/drawing/2014/main" id="{0BA2EDAA-A942-4E1E-AB99-3DE4D71BE2C4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5" name="直線コネクタ 108684">
                  <a:extLst>
                    <a:ext uri="{FF2B5EF4-FFF2-40B4-BE49-F238E27FC236}">
                      <a16:creationId xmlns:a16="http://schemas.microsoft.com/office/drawing/2014/main" id="{2F136CFB-1FF3-4044-A9FC-7C7E71FF3BD2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6" name="直線コネクタ 108685">
                  <a:extLst>
                    <a:ext uri="{FF2B5EF4-FFF2-40B4-BE49-F238E27FC236}">
                      <a16:creationId xmlns:a16="http://schemas.microsoft.com/office/drawing/2014/main" id="{1CC7F7F9-B4A9-48A3-B35F-0532A95D81A2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7" name="直線コネクタ 108686">
                  <a:extLst>
                    <a:ext uri="{FF2B5EF4-FFF2-40B4-BE49-F238E27FC236}">
                      <a16:creationId xmlns:a16="http://schemas.microsoft.com/office/drawing/2014/main" id="{127C99E2-18B2-491A-8C09-4CD948680BE3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8" name="直線コネクタ 108687">
                  <a:extLst>
                    <a:ext uri="{FF2B5EF4-FFF2-40B4-BE49-F238E27FC236}">
                      <a16:creationId xmlns:a16="http://schemas.microsoft.com/office/drawing/2014/main" id="{E80AA8ED-6E3D-4DFF-8D8D-5CE62D1865A5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89" name="直線コネクタ 108688">
                  <a:extLst>
                    <a:ext uri="{FF2B5EF4-FFF2-40B4-BE49-F238E27FC236}">
                      <a16:creationId xmlns:a16="http://schemas.microsoft.com/office/drawing/2014/main" id="{32E3C45F-0CA4-4F14-8988-E3D33E629CA2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0" name="直線コネクタ 108689">
                  <a:extLst>
                    <a:ext uri="{FF2B5EF4-FFF2-40B4-BE49-F238E27FC236}">
                      <a16:creationId xmlns:a16="http://schemas.microsoft.com/office/drawing/2014/main" id="{A86E8C7B-C842-4083-8B63-9F022C2BC72F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1" name="直線コネクタ 108690">
                  <a:extLst>
                    <a:ext uri="{FF2B5EF4-FFF2-40B4-BE49-F238E27FC236}">
                      <a16:creationId xmlns:a16="http://schemas.microsoft.com/office/drawing/2014/main" id="{FA4D4230-07A9-4862-BDAB-8C92B4191186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2" name="直線コネクタ 108691">
                  <a:extLst>
                    <a:ext uri="{FF2B5EF4-FFF2-40B4-BE49-F238E27FC236}">
                      <a16:creationId xmlns:a16="http://schemas.microsoft.com/office/drawing/2014/main" id="{D5EDCBE1-E27F-40B3-BD35-4AB0CAECF2D4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3" name="直線コネクタ 108692">
                  <a:extLst>
                    <a:ext uri="{FF2B5EF4-FFF2-40B4-BE49-F238E27FC236}">
                      <a16:creationId xmlns:a16="http://schemas.microsoft.com/office/drawing/2014/main" id="{EBA10DEF-1055-469A-9696-0461C86132FF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4" name="直線コネクタ 108693">
                  <a:extLst>
                    <a:ext uri="{FF2B5EF4-FFF2-40B4-BE49-F238E27FC236}">
                      <a16:creationId xmlns:a16="http://schemas.microsoft.com/office/drawing/2014/main" id="{06F41F59-0996-4431-BEFF-BDB0928A1C44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5" name="直線コネクタ 108694">
                  <a:extLst>
                    <a:ext uri="{FF2B5EF4-FFF2-40B4-BE49-F238E27FC236}">
                      <a16:creationId xmlns:a16="http://schemas.microsoft.com/office/drawing/2014/main" id="{5F708670-37BE-4886-A031-10C3F6F0C4AF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6" name="直線コネクタ 108695">
                  <a:extLst>
                    <a:ext uri="{FF2B5EF4-FFF2-40B4-BE49-F238E27FC236}">
                      <a16:creationId xmlns:a16="http://schemas.microsoft.com/office/drawing/2014/main" id="{1E7D529D-8E2F-4845-A146-F1EC2654C92F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7" name="直線コネクタ 108696">
                  <a:extLst>
                    <a:ext uri="{FF2B5EF4-FFF2-40B4-BE49-F238E27FC236}">
                      <a16:creationId xmlns:a16="http://schemas.microsoft.com/office/drawing/2014/main" id="{5464EB25-BB08-422F-AF8B-F0071D7BF219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8" name="直線コネクタ 108697">
                  <a:extLst>
                    <a:ext uri="{FF2B5EF4-FFF2-40B4-BE49-F238E27FC236}">
                      <a16:creationId xmlns:a16="http://schemas.microsoft.com/office/drawing/2014/main" id="{FC7FFA79-7FA0-4EF3-B7AA-03787A3D800A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699" name="直線コネクタ 108698">
                  <a:extLst>
                    <a:ext uri="{FF2B5EF4-FFF2-40B4-BE49-F238E27FC236}">
                      <a16:creationId xmlns:a16="http://schemas.microsoft.com/office/drawing/2014/main" id="{7799DA3C-030C-4064-9B8A-2CC970BD310B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0" name="直線コネクタ 108699">
                  <a:extLst>
                    <a:ext uri="{FF2B5EF4-FFF2-40B4-BE49-F238E27FC236}">
                      <a16:creationId xmlns:a16="http://schemas.microsoft.com/office/drawing/2014/main" id="{E79411F3-D82D-4F90-87ED-94A7EA3821E1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1" name="直線コネクタ 108700">
                  <a:extLst>
                    <a:ext uri="{FF2B5EF4-FFF2-40B4-BE49-F238E27FC236}">
                      <a16:creationId xmlns:a16="http://schemas.microsoft.com/office/drawing/2014/main" id="{A5D8A240-3CA7-497C-B6FF-2FCB592B334F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2" name="直線コネクタ 108701">
                  <a:extLst>
                    <a:ext uri="{FF2B5EF4-FFF2-40B4-BE49-F238E27FC236}">
                      <a16:creationId xmlns:a16="http://schemas.microsoft.com/office/drawing/2014/main" id="{5E7B5884-FE0A-4ACE-A4F0-4A8E7D2E4161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3" name="直線コネクタ 108702">
                  <a:extLst>
                    <a:ext uri="{FF2B5EF4-FFF2-40B4-BE49-F238E27FC236}">
                      <a16:creationId xmlns:a16="http://schemas.microsoft.com/office/drawing/2014/main" id="{37E9EE74-01BE-4C98-8619-3E2758D4A437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4" name="直線コネクタ 108703">
                  <a:extLst>
                    <a:ext uri="{FF2B5EF4-FFF2-40B4-BE49-F238E27FC236}">
                      <a16:creationId xmlns:a16="http://schemas.microsoft.com/office/drawing/2014/main" id="{AB10738E-ABCE-47C7-90D2-E8662297946F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5" name="直線コネクタ 108704">
                  <a:extLst>
                    <a:ext uri="{FF2B5EF4-FFF2-40B4-BE49-F238E27FC236}">
                      <a16:creationId xmlns:a16="http://schemas.microsoft.com/office/drawing/2014/main" id="{FAF3B788-F8D2-46E5-9E2D-FBA74DA052AC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6" name="直線コネクタ 108705">
                  <a:extLst>
                    <a:ext uri="{FF2B5EF4-FFF2-40B4-BE49-F238E27FC236}">
                      <a16:creationId xmlns:a16="http://schemas.microsoft.com/office/drawing/2014/main" id="{CACEB9AF-ACD6-49BA-A527-7C4F1DB01D07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7" name="直線コネクタ 108706">
                  <a:extLst>
                    <a:ext uri="{FF2B5EF4-FFF2-40B4-BE49-F238E27FC236}">
                      <a16:creationId xmlns:a16="http://schemas.microsoft.com/office/drawing/2014/main" id="{44E57C58-2AB5-436E-B349-85334F7338CF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8" name="直線コネクタ 108707">
                  <a:extLst>
                    <a:ext uri="{FF2B5EF4-FFF2-40B4-BE49-F238E27FC236}">
                      <a16:creationId xmlns:a16="http://schemas.microsoft.com/office/drawing/2014/main" id="{DAB06FDC-B1E9-4971-B51A-E8D13E5E7818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09" name="直線コネクタ 108708">
                  <a:extLst>
                    <a:ext uri="{FF2B5EF4-FFF2-40B4-BE49-F238E27FC236}">
                      <a16:creationId xmlns:a16="http://schemas.microsoft.com/office/drawing/2014/main" id="{C37E056E-3E02-4FB6-9F62-DB530F67B50D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0" name="直線コネクタ 108709">
                  <a:extLst>
                    <a:ext uri="{FF2B5EF4-FFF2-40B4-BE49-F238E27FC236}">
                      <a16:creationId xmlns:a16="http://schemas.microsoft.com/office/drawing/2014/main" id="{EA61D20F-B154-4062-8535-4A5EB18F36C1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1" name="直線コネクタ 108710">
                  <a:extLst>
                    <a:ext uri="{FF2B5EF4-FFF2-40B4-BE49-F238E27FC236}">
                      <a16:creationId xmlns:a16="http://schemas.microsoft.com/office/drawing/2014/main" id="{4772662A-96A4-4F4B-914D-308934226690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2" name="直線コネクタ 108711">
                  <a:extLst>
                    <a:ext uri="{FF2B5EF4-FFF2-40B4-BE49-F238E27FC236}">
                      <a16:creationId xmlns:a16="http://schemas.microsoft.com/office/drawing/2014/main" id="{485892F8-CC28-4C56-8A3F-E7E0DF130D4D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3" name="直線コネクタ 108712">
                  <a:extLst>
                    <a:ext uri="{FF2B5EF4-FFF2-40B4-BE49-F238E27FC236}">
                      <a16:creationId xmlns:a16="http://schemas.microsoft.com/office/drawing/2014/main" id="{5892E0D7-FC2B-4CC6-BE91-EE3B1D5447C6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4" name="直線コネクタ 108713">
                  <a:extLst>
                    <a:ext uri="{FF2B5EF4-FFF2-40B4-BE49-F238E27FC236}">
                      <a16:creationId xmlns:a16="http://schemas.microsoft.com/office/drawing/2014/main" id="{77104245-E66F-4DAD-B105-18044CE585E2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5" name="直線コネクタ 108714">
                  <a:extLst>
                    <a:ext uri="{FF2B5EF4-FFF2-40B4-BE49-F238E27FC236}">
                      <a16:creationId xmlns:a16="http://schemas.microsoft.com/office/drawing/2014/main" id="{99EFC18A-A7B6-4D81-A7B7-30FF2D015827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6" name="直線コネクタ 108715">
                  <a:extLst>
                    <a:ext uri="{FF2B5EF4-FFF2-40B4-BE49-F238E27FC236}">
                      <a16:creationId xmlns:a16="http://schemas.microsoft.com/office/drawing/2014/main" id="{BFE66110-3A13-4CCF-BCEC-BC96A35809F0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7" name="直線コネクタ 108716">
                  <a:extLst>
                    <a:ext uri="{FF2B5EF4-FFF2-40B4-BE49-F238E27FC236}">
                      <a16:creationId xmlns:a16="http://schemas.microsoft.com/office/drawing/2014/main" id="{325D0BD8-ADC2-45CB-B671-D076230BF01A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8" name="直線コネクタ 108717">
                  <a:extLst>
                    <a:ext uri="{FF2B5EF4-FFF2-40B4-BE49-F238E27FC236}">
                      <a16:creationId xmlns:a16="http://schemas.microsoft.com/office/drawing/2014/main" id="{68F3A17F-129D-4046-AF0B-01BAA5F6C995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19" name="直線コネクタ 108718">
                  <a:extLst>
                    <a:ext uri="{FF2B5EF4-FFF2-40B4-BE49-F238E27FC236}">
                      <a16:creationId xmlns:a16="http://schemas.microsoft.com/office/drawing/2014/main" id="{0141B8A4-66FD-4176-A416-DD7A7B043476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0" name="直線コネクタ 108719">
                  <a:extLst>
                    <a:ext uri="{FF2B5EF4-FFF2-40B4-BE49-F238E27FC236}">
                      <a16:creationId xmlns:a16="http://schemas.microsoft.com/office/drawing/2014/main" id="{8BF2A043-E50B-4572-B568-35EF62EE4CAE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1" name="直線コネクタ 108720">
                  <a:extLst>
                    <a:ext uri="{FF2B5EF4-FFF2-40B4-BE49-F238E27FC236}">
                      <a16:creationId xmlns:a16="http://schemas.microsoft.com/office/drawing/2014/main" id="{D40A0816-DC0E-48F1-BBC2-66F809BBF9D4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2" name="直線コネクタ 108721">
                  <a:extLst>
                    <a:ext uri="{FF2B5EF4-FFF2-40B4-BE49-F238E27FC236}">
                      <a16:creationId xmlns:a16="http://schemas.microsoft.com/office/drawing/2014/main" id="{1B9384A6-5F58-4938-99FF-EC04D9DFDC1F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3" name="直線コネクタ 108722">
                  <a:extLst>
                    <a:ext uri="{FF2B5EF4-FFF2-40B4-BE49-F238E27FC236}">
                      <a16:creationId xmlns:a16="http://schemas.microsoft.com/office/drawing/2014/main" id="{89A93749-0126-471F-8496-3955EC89F3C7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4" name="直線コネクタ 108723">
                  <a:extLst>
                    <a:ext uri="{FF2B5EF4-FFF2-40B4-BE49-F238E27FC236}">
                      <a16:creationId xmlns:a16="http://schemas.microsoft.com/office/drawing/2014/main" id="{4B9110D8-C86C-403B-A0E3-22E427DBA995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5" name="直線コネクタ 108724">
                  <a:extLst>
                    <a:ext uri="{FF2B5EF4-FFF2-40B4-BE49-F238E27FC236}">
                      <a16:creationId xmlns:a16="http://schemas.microsoft.com/office/drawing/2014/main" id="{8D20181E-616C-45DA-A61B-2E4B622FC52A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6" name="直線コネクタ 108725">
                  <a:extLst>
                    <a:ext uri="{FF2B5EF4-FFF2-40B4-BE49-F238E27FC236}">
                      <a16:creationId xmlns:a16="http://schemas.microsoft.com/office/drawing/2014/main" id="{55FD9BB9-AEE0-418F-8B80-0442DDD08984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7" name="直線コネクタ 108726">
                  <a:extLst>
                    <a:ext uri="{FF2B5EF4-FFF2-40B4-BE49-F238E27FC236}">
                      <a16:creationId xmlns:a16="http://schemas.microsoft.com/office/drawing/2014/main" id="{3F022F77-6A09-40B6-9252-EB4C84E56654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8" name="直線コネクタ 108727">
                  <a:extLst>
                    <a:ext uri="{FF2B5EF4-FFF2-40B4-BE49-F238E27FC236}">
                      <a16:creationId xmlns:a16="http://schemas.microsoft.com/office/drawing/2014/main" id="{E0569B97-70F3-47ED-BF35-06A348114A58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29" name="直線コネクタ 108728">
                  <a:extLst>
                    <a:ext uri="{FF2B5EF4-FFF2-40B4-BE49-F238E27FC236}">
                      <a16:creationId xmlns:a16="http://schemas.microsoft.com/office/drawing/2014/main" id="{BB00A73A-BCB7-4467-BBAA-3AE9433B728E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0" name="直線コネクタ 108729">
                  <a:extLst>
                    <a:ext uri="{FF2B5EF4-FFF2-40B4-BE49-F238E27FC236}">
                      <a16:creationId xmlns:a16="http://schemas.microsoft.com/office/drawing/2014/main" id="{0466FD3C-D619-467F-A3B4-44CF5F051AD4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1" name="直線コネクタ 108730">
                  <a:extLst>
                    <a:ext uri="{FF2B5EF4-FFF2-40B4-BE49-F238E27FC236}">
                      <a16:creationId xmlns:a16="http://schemas.microsoft.com/office/drawing/2014/main" id="{0237827B-73AF-4D39-975B-79547735E081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2" name="直線コネクタ 108731">
                  <a:extLst>
                    <a:ext uri="{FF2B5EF4-FFF2-40B4-BE49-F238E27FC236}">
                      <a16:creationId xmlns:a16="http://schemas.microsoft.com/office/drawing/2014/main" id="{93DEFDF4-01D8-46A0-8B96-3470F5E87247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3" name="直線コネクタ 108732">
                  <a:extLst>
                    <a:ext uri="{FF2B5EF4-FFF2-40B4-BE49-F238E27FC236}">
                      <a16:creationId xmlns:a16="http://schemas.microsoft.com/office/drawing/2014/main" id="{EC930509-93D7-427A-AC26-AD7BFD3B28E3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4" name="直線コネクタ 108733">
                  <a:extLst>
                    <a:ext uri="{FF2B5EF4-FFF2-40B4-BE49-F238E27FC236}">
                      <a16:creationId xmlns:a16="http://schemas.microsoft.com/office/drawing/2014/main" id="{0A46EA4A-99BD-4F44-9072-A7058016245A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5" name="直線コネクタ 108734">
                  <a:extLst>
                    <a:ext uri="{FF2B5EF4-FFF2-40B4-BE49-F238E27FC236}">
                      <a16:creationId xmlns:a16="http://schemas.microsoft.com/office/drawing/2014/main" id="{1E081B8E-6577-4977-8045-39894FBCE965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6" name="直線コネクタ 108735">
                  <a:extLst>
                    <a:ext uri="{FF2B5EF4-FFF2-40B4-BE49-F238E27FC236}">
                      <a16:creationId xmlns:a16="http://schemas.microsoft.com/office/drawing/2014/main" id="{52FBD954-7B8D-455D-B6D5-002FE2FD648D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7" name="直線コネクタ 108736">
                  <a:extLst>
                    <a:ext uri="{FF2B5EF4-FFF2-40B4-BE49-F238E27FC236}">
                      <a16:creationId xmlns:a16="http://schemas.microsoft.com/office/drawing/2014/main" id="{FEB5EC6D-E9FD-40AA-9A2D-F169AB2E8975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8" name="直線コネクタ 108737">
                  <a:extLst>
                    <a:ext uri="{FF2B5EF4-FFF2-40B4-BE49-F238E27FC236}">
                      <a16:creationId xmlns:a16="http://schemas.microsoft.com/office/drawing/2014/main" id="{BE94CE1F-A527-45AB-B30F-531622782F9B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39" name="直線コネクタ 108738">
                  <a:extLst>
                    <a:ext uri="{FF2B5EF4-FFF2-40B4-BE49-F238E27FC236}">
                      <a16:creationId xmlns:a16="http://schemas.microsoft.com/office/drawing/2014/main" id="{34F4A630-91F0-4E1E-930C-90CB1A59A031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0" name="直線コネクタ 108739">
                  <a:extLst>
                    <a:ext uri="{FF2B5EF4-FFF2-40B4-BE49-F238E27FC236}">
                      <a16:creationId xmlns:a16="http://schemas.microsoft.com/office/drawing/2014/main" id="{5899E1DF-3A5F-4724-BBA6-B597E62F67AA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1" name="直線コネクタ 108740">
                  <a:extLst>
                    <a:ext uri="{FF2B5EF4-FFF2-40B4-BE49-F238E27FC236}">
                      <a16:creationId xmlns:a16="http://schemas.microsoft.com/office/drawing/2014/main" id="{231FE26A-96EF-486D-A3F0-735B52685F49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2" name="直線コネクタ 108741">
                  <a:extLst>
                    <a:ext uri="{FF2B5EF4-FFF2-40B4-BE49-F238E27FC236}">
                      <a16:creationId xmlns:a16="http://schemas.microsoft.com/office/drawing/2014/main" id="{9128D68C-6CC6-4D58-A98B-A2ED0BAA98D0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3" name="直線コネクタ 108742">
                  <a:extLst>
                    <a:ext uri="{FF2B5EF4-FFF2-40B4-BE49-F238E27FC236}">
                      <a16:creationId xmlns:a16="http://schemas.microsoft.com/office/drawing/2014/main" id="{C34B1DF0-9BC5-4ED5-90AD-1BFFFF37A1A0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4" name="直線コネクタ 108743">
                  <a:extLst>
                    <a:ext uri="{FF2B5EF4-FFF2-40B4-BE49-F238E27FC236}">
                      <a16:creationId xmlns:a16="http://schemas.microsoft.com/office/drawing/2014/main" id="{98964E6B-2446-44AB-B009-5C87A45D41A8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5" name="直線コネクタ 108744">
                  <a:extLst>
                    <a:ext uri="{FF2B5EF4-FFF2-40B4-BE49-F238E27FC236}">
                      <a16:creationId xmlns:a16="http://schemas.microsoft.com/office/drawing/2014/main" id="{ECF0AE0C-28DE-4C5A-9D81-3D59C23C2817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6" name="直線コネクタ 108745">
                  <a:extLst>
                    <a:ext uri="{FF2B5EF4-FFF2-40B4-BE49-F238E27FC236}">
                      <a16:creationId xmlns:a16="http://schemas.microsoft.com/office/drawing/2014/main" id="{6C34E71E-3446-4283-8091-47C167842186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7" name="直線コネクタ 108746">
                  <a:extLst>
                    <a:ext uri="{FF2B5EF4-FFF2-40B4-BE49-F238E27FC236}">
                      <a16:creationId xmlns:a16="http://schemas.microsoft.com/office/drawing/2014/main" id="{FD64E866-D81A-4D5D-BFE9-4819088D5523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8" name="直線コネクタ 108747">
                  <a:extLst>
                    <a:ext uri="{FF2B5EF4-FFF2-40B4-BE49-F238E27FC236}">
                      <a16:creationId xmlns:a16="http://schemas.microsoft.com/office/drawing/2014/main" id="{89E944D7-669A-4A70-BE7F-68B4E16B4170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49" name="直線コネクタ 108748">
                  <a:extLst>
                    <a:ext uri="{FF2B5EF4-FFF2-40B4-BE49-F238E27FC236}">
                      <a16:creationId xmlns:a16="http://schemas.microsoft.com/office/drawing/2014/main" id="{47D9D77C-1442-46F2-930A-0F89810360C8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0" name="直線コネクタ 108749">
                  <a:extLst>
                    <a:ext uri="{FF2B5EF4-FFF2-40B4-BE49-F238E27FC236}">
                      <a16:creationId xmlns:a16="http://schemas.microsoft.com/office/drawing/2014/main" id="{848AF454-973E-47E9-8A08-56F98D9FD5C6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1" name="直線コネクタ 108750">
                  <a:extLst>
                    <a:ext uri="{FF2B5EF4-FFF2-40B4-BE49-F238E27FC236}">
                      <a16:creationId xmlns:a16="http://schemas.microsoft.com/office/drawing/2014/main" id="{0CBBEB91-9416-4678-A582-C703A6237697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2" name="直線コネクタ 108751">
                  <a:extLst>
                    <a:ext uri="{FF2B5EF4-FFF2-40B4-BE49-F238E27FC236}">
                      <a16:creationId xmlns:a16="http://schemas.microsoft.com/office/drawing/2014/main" id="{960B20A6-950E-4402-9950-0C265EBCD403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3" name="直線コネクタ 108752">
                  <a:extLst>
                    <a:ext uri="{FF2B5EF4-FFF2-40B4-BE49-F238E27FC236}">
                      <a16:creationId xmlns:a16="http://schemas.microsoft.com/office/drawing/2014/main" id="{4EA8884D-4470-40E6-B313-1CED76AAE9F6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4" name="直線コネクタ 108753">
                  <a:extLst>
                    <a:ext uri="{FF2B5EF4-FFF2-40B4-BE49-F238E27FC236}">
                      <a16:creationId xmlns:a16="http://schemas.microsoft.com/office/drawing/2014/main" id="{2D2F4F9A-EFAA-405B-9FF3-4B73BBD62470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5" name="直線コネクタ 108754">
                  <a:extLst>
                    <a:ext uri="{FF2B5EF4-FFF2-40B4-BE49-F238E27FC236}">
                      <a16:creationId xmlns:a16="http://schemas.microsoft.com/office/drawing/2014/main" id="{2093E62D-3B54-465D-AD87-9C22AA582F41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6" name="直線コネクタ 108755">
                  <a:extLst>
                    <a:ext uri="{FF2B5EF4-FFF2-40B4-BE49-F238E27FC236}">
                      <a16:creationId xmlns:a16="http://schemas.microsoft.com/office/drawing/2014/main" id="{896C7398-FB8C-4046-AD53-EC274B39DCEF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7" name="直線コネクタ 108756">
                  <a:extLst>
                    <a:ext uri="{FF2B5EF4-FFF2-40B4-BE49-F238E27FC236}">
                      <a16:creationId xmlns:a16="http://schemas.microsoft.com/office/drawing/2014/main" id="{E140CF52-0383-485B-BA7E-545E609C16DF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8" name="直線コネクタ 108757">
                  <a:extLst>
                    <a:ext uri="{FF2B5EF4-FFF2-40B4-BE49-F238E27FC236}">
                      <a16:creationId xmlns:a16="http://schemas.microsoft.com/office/drawing/2014/main" id="{39ACEBAB-0934-4AF2-B9E3-5ADA7C89EAFB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59" name="直線コネクタ 108758">
                  <a:extLst>
                    <a:ext uri="{FF2B5EF4-FFF2-40B4-BE49-F238E27FC236}">
                      <a16:creationId xmlns:a16="http://schemas.microsoft.com/office/drawing/2014/main" id="{80626993-EA31-4329-8656-0948CF8FB6EF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0" name="直線コネクタ 108759">
                  <a:extLst>
                    <a:ext uri="{FF2B5EF4-FFF2-40B4-BE49-F238E27FC236}">
                      <a16:creationId xmlns:a16="http://schemas.microsoft.com/office/drawing/2014/main" id="{932544DE-A11D-4C09-A657-B37192AC06AD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1" name="直線コネクタ 108760">
                  <a:extLst>
                    <a:ext uri="{FF2B5EF4-FFF2-40B4-BE49-F238E27FC236}">
                      <a16:creationId xmlns:a16="http://schemas.microsoft.com/office/drawing/2014/main" id="{E8EB1707-5566-45A7-87D2-F04E78DC5861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2" name="直線コネクタ 108761">
                  <a:extLst>
                    <a:ext uri="{FF2B5EF4-FFF2-40B4-BE49-F238E27FC236}">
                      <a16:creationId xmlns:a16="http://schemas.microsoft.com/office/drawing/2014/main" id="{22F0E699-0560-4986-A1FE-979B5F63B225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3" name="直線コネクタ 108762">
                  <a:extLst>
                    <a:ext uri="{FF2B5EF4-FFF2-40B4-BE49-F238E27FC236}">
                      <a16:creationId xmlns:a16="http://schemas.microsoft.com/office/drawing/2014/main" id="{C5BCFCE6-66B9-47BC-9E6E-C223921DF622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4" name="直線コネクタ 108763">
                  <a:extLst>
                    <a:ext uri="{FF2B5EF4-FFF2-40B4-BE49-F238E27FC236}">
                      <a16:creationId xmlns:a16="http://schemas.microsoft.com/office/drawing/2014/main" id="{9DB30995-9203-4101-B481-D4D06D72A145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5" name="直線コネクタ 108764">
                  <a:extLst>
                    <a:ext uri="{FF2B5EF4-FFF2-40B4-BE49-F238E27FC236}">
                      <a16:creationId xmlns:a16="http://schemas.microsoft.com/office/drawing/2014/main" id="{9A641432-3F45-403D-9EEE-9DAB7699DABC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6" name="直線コネクタ 108765">
                  <a:extLst>
                    <a:ext uri="{FF2B5EF4-FFF2-40B4-BE49-F238E27FC236}">
                      <a16:creationId xmlns:a16="http://schemas.microsoft.com/office/drawing/2014/main" id="{41CD4124-5406-4FF9-B7CF-F8F1CEB9684F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7" name="直線コネクタ 108766">
                  <a:extLst>
                    <a:ext uri="{FF2B5EF4-FFF2-40B4-BE49-F238E27FC236}">
                      <a16:creationId xmlns:a16="http://schemas.microsoft.com/office/drawing/2014/main" id="{D9751D3F-1EAE-44C5-9559-A8FEE246E64A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8" name="直線コネクタ 108767">
                  <a:extLst>
                    <a:ext uri="{FF2B5EF4-FFF2-40B4-BE49-F238E27FC236}">
                      <a16:creationId xmlns:a16="http://schemas.microsoft.com/office/drawing/2014/main" id="{7F9538A3-0DE1-4416-A0E9-AD294AED23E3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69" name="直線コネクタ 108768">
                  <a:extLst>
                    <a:ext uri="{FF2B5EF4-FFF2-40B4-BE49-F238E27FC236}">
                      <a16:creationId xmlns:a16="http://schemas.microsoft.com/office/drawing/2014/main" id="{100CFAE4-B6BC-4B24-A923-5CA0DFA393A4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0" name="直線コネクタ 108769">
                  <a:extLst>
                    <a:ext uri="{FF2B5EF4-FFF2-40B4-BE49-F238E27FC236}">
                      <a16:creationId xmlns:a16="http://schemas.microsoft.com/office/drawing/2014/main" id="{D033D7C0-37BC-4F34-AA17-10BCDD529416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1" name="直線コネクタ 108770">
                  <a:extLst>
                    <a:ext uri="{FF2B5EF4-FFF2-40B4-BE49-F238E27FC236}">
                      <a16:creationId xmlns:a16="http://schemas.microsoft.com/office/drawing/2014/main" id="{4D979951-61BE-4085-9405-F58A087FB46D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2" name="直線コネクタ 108771">
                  <a:extLst>
                    <a:ext uri="{FF2B5EF4-FFF2-40B4-BE49-F238E27FC236}">
                      <a16:creationId xmlns:a16="http://schemas.microsoft.com/office/drawing/2014/main" id="{1D97F788-DF43-4C96-A631-7C59A23A45B8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3" name="直線コネクタ 108772">
                  <a:extLst>
                    <a:ext uri="{FF2B5EF4-FFF2-40B4-BE49-F238E27FC236}">
                      <a16:creationId xmlns:a16="http://schemas.microsoft.com/office/drawing/2014/main" id="{C8782460-1C6F-46DC-A5F4-6C39128D237D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4" name="直線コネクタ 108773">
                  <a:extLst>
                    <a:ext uri="{FF2B5EF4-FFF2-40B4-BE49-F238E27FC236}">
                      <a16:creationId xmlns:a16="http://schemas.microsoft.com/office/drawing/2014/main" id="{5343144B-CC9A-4B30-851B-056E46F69FDE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5" name="直線コネクタ 108774">
                  <a:extLst>
                    <a:ext uri="{FF2B5EF4-FFF2-40B4-BE49-F238E27FC236}">
                      <a16:creationId xmlns:a16="http://schemas.microsoft.com/office/drawing/2014/main" id="{DF3316D2-F3C6-473C-AB8C-E1AE80CEC4D0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6" name="直線コネクタ 108775">
                  <a:extLst>
                    <a:ext uri="{FF2B5EF4-FFF2-40B4-BE49-F238E27FC236}">
                      <a16:creationId xmlns:a16="http://schemas.microsoft.com/office/drawing/2014/main" id="{0DDFC6D5-EC58-4DD2-9BF6-1ACD2250AE3C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7" name="直線コネクタ 108776">
                  <a:extLst>
                    <a:ext uri="{FF2B5EF4-FFF2-40B4-BE49-F238E27FC236}">
                      <a16:creationId xmlns:a16="http://schemas.microsoft.com/office/drawing/2014/main" id="{DE4787C5-F9AA-429B-9262-52D6D131B0CF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8" name="直線コネクタ 108777">
                  <a:extLst>
                    <a:ext uri="{FF2B5EF4-FFF2-40B4-BE49-F238E27FC236}">
                      <a16:creationId xmlns:a16="http://schemas.microsoft.com/office/drawing/2014/main" id="{75957330-CD9E-4A9F-A233-0D3E09AE2FA2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79" name="直線コネクタ 108778">
                  <a:extLst>
                    <a:ext uri="{FF2B5EF4-FFF2-40B4-BE49-F238E27FC236}">
                      <a16:creationId xmlns:a16="http://schemas.microsoft.com/office/drawing/2014/main" id="{B891B0E6-4BC3-42CF-BF2E-7C8FB00E73BC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0" name="直線コネクタ 108779">
                  <a:extLst>
                    <a:ext uri="{FF2B5EF4-FFF2-40B4-BE49-F238E27FC236}">
                      <a16:creationId xmlns:a16="http://schemas.microsoft.com/office/drawing/2014/main" id="{D79B7C86-E665-4D59-923D-FA399D20D464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1" name="直線コネクタ 108780">
                  <a:extLst>
                    <a:ext uri="{FF2B5EF4-FFF2-40B4-BE49-F238E27FC236}">
                      <a16:creationId xmlns:a16="http://schemas.microsoft.com/office/drawing/2014/main" id="{40CB2163-4799-4030-B6C7-D79437766184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2" name="直線コネクタ 108781">
                  <a:extLst>
                    <a:ext uri="{FF2B5EF4-FFF2-40B4-BE49-F238E27FC236}">
                      <a16:creationId xmlns:a16="http://schemas.microsoft.com/office/drawing/2014/main" id="{354748E3-693B-4020-9D44-6D9C24E2E9C3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3" name="直線コネクタ 108782">
                  <a:extLst>
                    <a:ext uri="{FF2B5EF4-FFF2-40B4-BE49-F238E27FC236}">
                      <a16:creationId xmlns:a16="http://schemas.microsoft.com/office/drawing/2014/main" id="{81F65C94-7DE6-4734-98A5-64C4E6C9B695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4" name="直線コネクタ 108783">
                  <a:extLst>
                    <a:ext uri="{FF2B5EF4-FFF2-40B4-BE49-F238E27FC236}">
                      <a16:creationId xmlns:a16="http://schemas.microsoft.com/office/drawing/2014/main" id="{D3BDB872-7B2E-44DA-A2ED-A7C7A5B4186D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5" name="直線コネクタ 108784">
                  <a:extLst>
                    <a:ext uri="{FF2B5EF4-FFF2-40B4-BE49-F238E27FC236}">
                      <a16:creationId xmlns:a16="http://schemas.microsoft.com/office/drawing/2014/main" id="{B6EDCB94-B24C-4905-BD46-D5CF0FB9B987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6" name="直線コネクタ 108785">
                  <a:extLst>
                    <a:ext uri="{FF2B5EF4-FFF2-40B4-BE49-F238E27FC236}">
                      <a16:creationId xmlns:a16="http://schemas.microsoft.com/office/drawing/2014/main" id="{AA020D6D-0FA2-497A-8ADD-AA785A432BC2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7" name="直線コネクタ 108786">
                  <a:extLst>
                    <a:ext uri="{FF2B5EF4-FFF2-40B4-BE49-F238E27FC236}">
                      <a16:creationId xmlns:a16="http://schemas.microsoft.com/office/drawing/2014/main" id="{B350913C-EEB3-43A8-B73A-DD697E243752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8" name="直線コネクタ 108787">
                  <a:extLst>
                    <a:ext uri="{FF2B5EF4-FFF2-40B4-BE49-F238E27FC236}">
                      <a16:creationId xmlns:a16="http://schemas.microsoft.com/office/drawing/2014/main" id="{249341A5-921A-4307-BEE9-987230780836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89" name="直線コネクタ 108788">
                  <a:extLst>
                    <a:ext uri="{FF2B5EF4-FFF2-40B4-BE49-F238E27FC236}">
                      <a16:creationId xmlns:a16="http://schemas.microsoft.com/office/drawing/2014/main" id="{8C389C8A-D532-4115-AC37-E6325994E4F6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0" name="直線コネクタ 108789">
                  <a:extLst>
                    <a:ext uri="{FF2B5EF4-FFF2-40B4-BE49-F238E27FC236}">
                      <a16:creationId xmlns:a16="http://schemas.microsoft.com/office/drawing/2014/main" id="{AD781161-7B4F-45C6-AE2C-3BE745628EBF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1" name="直線コネクタ 108790">
                  <a:extLst>
                    <a:ext uri="{FF2B5EF4-FFF2-40B4-BE49-F238E27FC236}">
                      <a16:creationId xmlns:a16="http://schemas.microsoft.com/office/drawing/2014/main" id="{3B6C5CC8-489E-49A1-A0CC-E6EE8BA866AF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792" name="直線コネクタ 108791">
                  <a:extLst>
                    <a:ext uri="{FF2B5EF4-FFF2-40B4-BE49-F238E27FC236}">
                      <a16:creationId xmlns:a16="http://schemas.microsoft.com/office/drawing/2014/main" id="{8A54A3BA-47B6-4006-A87B-72790FEE1C3B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310" name="グループ化 108309">
                <a:extLst>
                  <a:ext uri="{FF2B5EF4-FFF2-40B4-BE49-F238E27FC236}">
                    <a16:creationId xmlns:a16="http://schemas.microsoft.com/office/drawing/2014/main" id="{D2DF4B1F-62FF-4849-A3F5-219C20042794}"/>
                  </a:ext>
                </a:extLst>
              </p:cNvPr>
              <p:cNvGrpSpPr/>
              <p:nvPr/>
            </p:nvGrpSpPr>
            <p:grpSpPr>
              <a:xfrm rot="16200000">
                <a:off x="3600000" y="36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8311" name="直線コネクタ 108310">
                  <a:extLst>
                    <a:ext uri="{FF2B5EF4-FFF2-40B4-BE49-F238E27FC236}">
                      <a16:creationId xmlns:a16="http://schemas.microsoft.com/office/drawing/2014/main" id="{C703A074-5997-498C-B4FF-726FE5A0450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12" name="直線コネクタ 108311">
                  <a:extLst>
                    <a:ext uri="{FF2B5EF4-FFF2-40B4-BE49-F238E27FC236}">
                      <a16:creationId xmlns:a16="http://schemas.microsoft.com/office/drawing/2014/main" id="{F73E23FE-815D-47AE-9A55-6C21B751275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13" name="直線コネクタ 108312">
                  <a:extLst>
                    <a:ext uri="{FF2B5EF4-FFF2-40B4-BE49-F238E27FC236}">
                      <a16:creationId xmlns:a16="http://schemas.microsoft.com/office/drawing/2014/main" id="{1A8337BB-4739-489A-8F88-81E70248BB25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14" name="直線コネクタ 108313">
                  <a:extLst>
                    <a:ext uri="{FF2B5EF4-FFF2-40B4-BE49-F238E27FC236}">
                      <a16:creationId xmlns:a16="http://schemas.microsoft.com/office/drawing/2014/main" id="{A94BC525-C258-48BD-A691-13CF5C4E3636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15" name="直線コネクタ 108314">
                  <a:extLst>
                    <a:ext uri="{FF2B5EF4-FFF2-40B4-BE49-F238E27FC236}">
                      <a16:creationId xmlns:a16="http://schemas.microsoft.com/office/drawing/2014/main" id="{88240172-55EB-4A8F-88CE-73938E398A4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16" name="直線コネクタ 108315">
                  <a:extLst>
                    <a:ext uri="{FF2B5EF4-FFF2-40B4-BE49-F238E27FC236}">
                      <a16:creationId xmlns:a16="http://schemas.microsoft.com/office/drawing/2014/main" id="{1A93D060-FEDF-4F53-ACF4-84A3B529B07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17" name="直線コネクタ 108316">
                  <a:extLst>
                    <a:ext uri="{FF2B5EF4-FFF2-40B4-BE49-F238E27FC236}">
                      <a16:creationId xmlns:a16="http://schemas.microsoft.com/office/drawing/2014/main" id="{FF0787B5-A12A-4033-9DEA-42C71F9562B6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18" name="直線コネクタ 108317">
                  <a:extLst>
                    <a:ext uri="{FF2B5EF4-FFF2-40B4-BE49-F238E27FC236}">
                      <a16:creationId xmlns:a16="http://schemas.microsoft.com/office/drawing/2014/main" id="{CD0BF7A9-B43F-4047-ACAC-CEA2F59ECE1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19" name="直線コネクタ 108318">
                  <a:extLst>
                    <a:ext uri="{FF2B5EF4-FFF2-40B4-BE49-F238E27FC236}">
                      <a16:creationId xmlns:a16="http://schemas.microsoft.com/office/drawing/2014/main" id="{A7E7EF74-9B2B-48EB-958E-475374C866F7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0" name="直線コネクタ 108319">
                  <a:extLst>
                    <a:ext uri="{FF2B5EF4-FFF2-40B4-BE49-F238E27FC236}">
                      <a16:creationId xmlns:a16="http://schemas.microsoft.com/office/drawing/2014/main" id="{91381BAF-14BE-4476-8079-85455AA48428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1" name="直線コネクタ 108320">
                  <a:extLst>
                    <a:ext uri="{FF2B5EF4-FFF2-40B4-BE49-F238E27FC236}">
                      <a16:creationId xmlns:a16="http://schemas.microsoft.com/office/drawing/2014/main" id="{A877EEBC-0300-446B-8D9D-7866DE5B6ACB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2" name="直線コネクタ 108321">
                  <a:extLst>
                    <a:ext uri="{FF2B5EF4-FFF2-40B4-BE49-F238E27FC236}">
                      <a16:creationId xmlns:a16="http://schemas.microsoft.com/office/drawing/2014/main" id="{517E506E-6AD0-48A1-8EB5-9B73FE8C168E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3" name="直線コネクタ 108322">
                  <a:extLst>
                    <a:ext uri="{FF2B5EF4-FFF2-40B4-BE49-F238E27FC236}">
                      <a16:creationId xmlns:a16="http://schemas.microsoft.com/office/drawing/2014/main" id="{9F47DEA1-9097-406B-9F07-6A1FC5FCB40F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4" name="直線コネクタ 108323">
                  <a:extLst>
                    <a:ext uri="{FF2B5EF4-FFF2-40B4-BE49-F238E27FC236}">
                      <a16:creationId xmlns:a16="http://schemas.microsoft.com/office/drawing/2014/main" id="{935AB6FF-A262-4B64-9AAC-85811CF28424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5" name="直線コネクタ 108324">
                  <a:extLst>
                    <a:ext uri="{FF2B5EF4-FFF2-40B4-BE49-F238E27FC236}">
                      <a16:creationId xmlns:a16="http://schemas.microsoft.com/office/drawing/2014/main" id="{EDBDA354-CC35-4B89-B237-11B34DB55502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6" name="直線コネクタ 108325">
                  <a:extLst>
                    <a:ext uri="{FF2B5EF4-FFF2-40B4-BE49-F238E27FC236}">
                      <a16:creationId xmlns:a16="http://schemas.microsoft.com/office/drawing/2014/main" id="{CB0B58FB-5F80-4EAE-9C8C-5DF708B2699D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7" name="直線コネクタ 108326">
                  <a:extLst>
                    <a:ext uri="{FF2B5EF4-FFF2-40B4-BE49-F238E27FC236}">
                      <a16:creationId xmlns:a16="http://schemas.microsoft.com/office/drawing/2014/main" id="{C50570D9-5816-4C1C-94D3-FDBB93FD9DAC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8" name="直線コネクタ 108327">
                  <a:extLst>
                    <a:ext uri="{FF2B5EF4-FFF2-40B4-BE49-F238E27FC236}">
                      <a16:creationId xmlns:a16="http://schemas.microsoft.com/office/drawing/2014/main" id="{C50BB54E-7113-47ED-8D9C-FA64B3764EA7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29" name="直線コネクタ 108328">
                  <a:extLst>
                    <a:ext uri="{FF2B5EF4-FFF2-40B4-BE49-F238E27FC236}">
                      <a16:creationId xmlns:a16="http://schemas.microsoft.com/office/drawing/2014/main" id="{FA4190A3-86B9-4F22-BE54-15F1A1541C96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0" name="直線コネクタ 108329">
                  <a:extLst>
                    <a:ext uri="{FF2B5EF4-FFF2-40B4-BE49-F238E27FC236}">
                      <a16:creationId xmlns:a16="http://schemas.microsoft.com/office/drawing/2014/main" id="{128A8DD8-A19F-48CF-A706-1E9F69B6FA72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1" name="直線コネクタ 108330">
                  <a:extLst>
                    <a:ext uri="{FF2B5EF4-FFF2-40B4-BE49-F238E27FC236}">
                      <a16:creationId xmlns:a16="http://schemas.microsoft.com/office/drawing/2014/main" id="{2697CFC6-EFE3-41DC-A607-2C1CFCE051C9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2" name="直線コネクタ 108331">
                  <a:extLst>
                    <a:ext uri="{FF2B5EF4-FFF2-40B4-BE49-F238E27FC236}">
                      <a16:creationId xmlns:a16="http://schemas.microsoft.com/office/drawing/2014/main" id="{D3590400-4421-4AF4-8E38-8511496602D6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3" name="直線コネクタ 108332">
                  <a:extLst>
                    <a:ext uri="{FF2B5EF4-FFF2-40B4-BE49-F238E27FC236}">
                      <a16:creationId xmlns:a16="http://schemas.microsoft.com/office/drawing/2014/main" id="{F03F2E17-BE73-4F50-A866-C714837B2C54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4" name="直線コネクタ 108333">
                  <a:extLst>
                    <a:ext uri="{FF2B5EF4-FFF2-40B4-BE49-F238E27FC236}">
                      <a16:creationId xmlns:a16="http://schemas.microsoft.com/office/drawing/2014/main" id="{E7BC61A9-C9FD-427B-BDAC-F3712626CE68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5" name="直線コネクタ 108334">
                  <a:extLst>
                    <a:ext uri="{FF2B5EF4-FFF2-40B4-BE49-F238E27FC236}">
                      <a16:creationId xmlns:a16="http://schemas.microsoft.com/office/drawing/2014/main" id="{18B950D5-EFA6-4D72-ABC0-2CB0E1B693A0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6" name="直線コネクタ 108335">
                  <a:extLst>
                    <a:ext uri="{FF2B5EF4-FFF2-40B4-BE49-F238E27FC236}">
                      <a16:creationId xmlns:a16="http://schemas.microsoft.com/office/drawing/2014/main" id="{E7A645AE-9621-44D5-96E9-40DF88B4E595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7" name="直線コネクタ 108336">
                  <a:extLst>
                    <a:ext uri="{FF2B5EF4-FFF2-40B4-BE49-F238E27FC236}">
                      <a16:creationId xmlns:a16="http://schemas.microsoft.com/office/drawing/2014/main" id="{E84CD748-9D22-4FB3-AE4E-4B7E320E8650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8" name="直線コネクタ 108337">
                  <a:extLst>
                    <a:ext uri="{FF2B5EF4-FFF2-40B4-BE49-F238E27FC236}">
                      <a16:creationId xmlns:a16="http://schemas.microsoft.com/office/drawing/2014/main" id="{1A6DE265-27C2-481B-BD97-F927822E1BA8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39" name="直線コネクタ 108338">
                  <a:extLst>
                    <a:ext uri="{FF2B5EF4-FFF2-40B4-BE49-F238E27FC236}">
                      <a16:creationId xmlns:a16="http://schemas.microsoft.com/office/drawing/2014/main" id="{C57B0FD4-C57D-40C1-B50B-A9E5205F211F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0" name="直線コネクタ 108339">
                  <a:extLst>
                    <a:ext uri="{FF2B5EF4-FFF2-40B4-BE49-F238E27FC236}">
                      <a16:creationId xmlns:a16="http://schemas.microsoft.com/office/drawing/2014/main" id="{F6BE4AAD-0DAC-4300-A457-1C47B1C5BFEE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1" name="直線コネクタ 108340">
                  <a:extLst>
                    <a:ext uri="{FF2B5EF4-FFF2-40B4-BE49-F238E27FC236}">
                      <a16:creationId xmlns:a16="http://schemas.microsoft.com/office/drawing/2014/main" id="{D0D59D92-FF45-43E4-BB11-EEFBED6B9EDF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2" name="直線コネクタ 108341">
                  <a:extLst>
                    <a:ext uri="{FF2B5EF4-FFF2-40B4-BE49-F238E27FC236}">
                      <a16:creationId xmlns:a16="http://schemas.microsoft.com/office/drawing/2014/main" id="{BFE489D8-E5F8-4893-888A-2885C8C214D0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3" name="直線コネクタ 108342">
                  <a:extLst>
                    <a:ext uri="{FF2B5EF4-FFF2-40B4-BE49-F238E27FC236}">
                      <a16:creationId xmlns:a16="http://schemas.microsoft.com/office/drawing/2014/main" id="{A1B61E32-83A2-4623-95B9-D1621F044ED7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4" name="直線コネクタ 108343">
                  <a:extLst>
                    <a:ext uri="{FF2B5EF4-FFF2-40B4-BE49-F238E27FC236}">
                      <a16:creationId xmlns:a16="http://schemas.microsoft.com/office/drawing/2014/main" id="{638C0BA9-F2AF-43D1-B878-089DB0A3EED8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5" name="直線コネクタ 108344">
                  <a:extLst>
                    <a:ext uri="{FF2B5EF4-FFF2-40B4-BE49-F238E27FC236}">
                      <a16:creationId xmlns:a16="http://schemas.microsoft.com/office/drawing/2014/main" id="{E480C9E7-50A3-40F8-84C9-5B8275AE77E5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6" name="直線コネクタ 108345">
                  <a:extLst>
                    <a:ext uri="{FF2B5EF4-FFF2-40B4-BE49-F238E27FC236}">
                      <a16:creationId xmlns:a16="http://schemas.microsoft.com/office/drawing/2014/main" id="{B58D40E6-A285-471D-AF83-CABFA82C4A89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7" name="直線コネクタ 108346">
                  <a:extLst>
                    <a:ext uri="{FF2B5EF4-FFF2-40B4-BE49-F238E27FC236}">
                      <a16:creationId xmlns:a16="http://schemas.microsoft.com/office/drawing/2014/main" id="{C49B061A-829B-4823-81F4-31DAE612597D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8" name="直線コネクタ 108347">
                  <a:extLst>
                    <a:ext uri="{FF2B5EF4-FFF2-40B4-BE49-F238E27FC236}">
                      <a16:creationId xmlns:a16="http://schemas.microsoft.com/office/drawing/2014/main" id="{68475C12-43C7-4134-826E-C46D6389C19C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49" name="直線コネクタ 108348">
                  <a:extLst>
                    <a:ext uri="{FF2B5EF4-FFF2-40B4-BE49-F238E27FC236}">
                      <a16:creationId xmlns:a16="http://schemas.microsoft.com/office/drawing/2014/main" id="{E96B4619-7F85-497E-8B7D-711F26E250D6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0" name="直線コネクタ 108349">
                  <a:extLst>
                    <a:ext uri="{FF2B5EF4-FFF2-40B4-BE49-F238E27FC236}">
                      <a16:creationId xmlns:a16="http://schemas.microsoft.com/office/drawing/2014/main" id="{95BE43A2-DF26-49A0-A01E-18E539DD4657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1" name="直線コネクタ 108350">
                  <a:extLst>
                    <a:ext uri="{FF2B5EF4-FFF2-40B4-BE49-F238E27FC236}">
                      <a16:creationId xmlns:a16="http://schemas.microsoft.com/office/drawing/2014/main" id="{9A642A44-1278-4612-AEFD-9B3AA7C2A785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2" name="直線コネクタ 108351">
                  <a:extLst>
                    <a:ext uri="{FF2B5EF4-FFF2-40B4-BE49-F238E27FC236}">
                      <a16:creationId xmlns:a16="http://schemas.microsoft.com/office/drawing/2014/main" id="{82275EE1-418C-4DB4-95B1-FBE510186654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3" name="直線コネクタ 108352">
                  <a:extLst>
                    <a:ext uri="{FF2B5EF4-FFF2-40B4-BE49-F238E27FC236}">
                      <a16:creationId xmlns:a16="http://schemas.microsoft.com/office/drawing/2014/main" id="{7A3F09C6-7F9F-4691-A127-50E95D7B799D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4" name="直線コネクタ 108353">
                  <a:extLst>
                    <a:ext uri="{FF2B5EF4-FFF2-40B4-BE49-F238E27FC236}">
                      <a16:creationId xmlns:a16="http://schemas.microsoft.com/office/drawing/2014/main" id="{0AC70B20-4DA9-43E4-9B11-8A6B1FB2F7B0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5" name="直線コネクタ 108354">
                  <a:extLst>
                    <a:ext uri="{FF2B5EF4-FFF2-40B4-BE49-F238E27FC236}">
                      <a16:creationId xmlns:a16="http://schemas.microsoft.com/office/drawing/2014/main" id="{143B4EE8-CE40-49FD-B500-DFFD02260AA4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6" name="直線コネクタ 108355">
                  <a:extLst>
                    <a:ext uri="{FF2B5EF4-FFF2-40B4-BE49-F238E27FC236}">
                      <a16:creationId xmlns:a16="http://schemas.microsoft.com/office/drawing/2014/main" id="{EA0903B6-10AD-4F45-A858-4A3AA1B44C57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7" name="直線コネクタ 108356">
                  <a:extLst>
                    <a:ext uri="{FF2B5EF4-FFF2-40B4-BE49-F238E27FC236}">
                      <a16:creationId xmlns:a16="http://schemas.microsoft.com/office/drawing/2014/main" id="{CA6F521E-1B6E-4188-83F4-F43875FCD21C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8" name="直線コネクタ 108357">
                  <a:extLst>
                    <a:ext uri="{FF2B5EF4-FFF2-40B4-BE49-F238E27FC236}">
                      <a16:creationId xmlns:a16="http://schemas.microsoft.com/office/drawing/2014/main" id="{D05AA1AC-33E6-48D8-82CF-47688A4A9B15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59" name="直線コネクタ 108358">
                  <a:extLst>
                    <a:ext uri="{FF2B5EF4-FFF2-40B4-BE49-F238E27FC236}">
                      <a16:creationId xmlns:a16="http://schemas.microsoft.com/office/drawing/2014/main" id="{57FD1033-D267-4F2F-80EC-21F001691FB3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0" name="直線コネクタ 108359">
                  <a:extLst>
                    <a:ext uri="{FF2B5EF4-FFF2-40B4-BE49-F238E27FC236}">
                      <a16:creationId xmlns:a16="http://schemas.microsoft.com/office/drawing/2014/main" id="{E873BF31-8414-4FD1-9182-C3303C57EA07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1" name="直線コネクタ 108360">
                  <a:extLst>
                    <a:ext uri="{FF2B5EF4-FFF2-40B4-BE49-F238E27FC236}">
                      <a16:creationId xmlns:a16="http://schemas.microsoft.com/office/drawing/2014/main" id="{B9DDAA0C-DE9B-484A-B188-A331585F8760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2" name="直線コネクタ 108361">
                  <a:extLst>
                    <a:ext uri="{FF2B5EF4-FFF2-40B4-BE49-F238E27FC236}">
                      <a16:creationId xmlns:a16="http://schemas.microsoft.com/office/drawing/2014/main" id="{DF137996-0833-439E-97A6-474F89A71D89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3" name="直線コネクタ 108362">
                  <a:extLst>
                    <a:ext uri="{FF2B5EF4-FFF2-40B4-BE49-F238E27FC236}">
                      <a16:creationId xmlns:a16="http://schemas.microsoft.com/office/drawing/2014/main" id="{EFB55BA5-6618-4642-920E-04DB5B7A221F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4" name="直線コネクタ 108363">
                  <a:extLst>
                    <a:ext uri="{FF2B5EF4-FFF2-40B4-BE49-F238E27FC236}">
                      <a16:creationId xmlns:a16="http://schemas.microsoft.com/office/drawing/2014/main" id="{D21BB9A2-0778-4FB9-885F-FEC93001A6B4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5" name="直線コネクタ 108364">
                  <a:extLst>
                    <a:ext uri="{FF2B5EF4-FFF2-40B4-BE49-F238E27FC236}">
                      <a16:creationId xmlns:a16="http://schemas.microsoft.com/office/drawing/2014/main" id="{157E8E87-9B4C-40FD-8451-83598B2071F2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6" name="直線コネクタ 108365">
                  <a:extLst>
                    <a:ext uri="{FF2B5EF4-FFF2-40B4-BE49-F238E27FC236}">
                      <a16:creationId xmlns:a16="http://schemas.microsoft.com/office/drawing/2014/main" id="{6117FE63-F162-425D-B878-CAB15FD8FD6B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7" name="直線コネクタ 108366">
                  <a:extLst>
                    <a:ext uri="{FF2B5EF4-FFF2-40B4-BE49-F238E27FC236}">
                      <a16:creationId xmlns:a16="http://schemas.microsoft.com/office/drawing/2014/main" id="{FFEA5956-F047-4167-9EF7-4D93CE83B706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8" name="直線コネクタ 108367">
                  <a:extLst>
                    <a:ext uri="{FF2B5EF4-FFF2-40B4-BE49-F238E27FC236}">
                      <a16:creationId xmlns:a16="http://schemas.microsoft.com/office/drawing/2014/main" id="{589D1088-655D-46E9-AB01-BD0BBB8DA289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69" name="直線コネクタ 108368">
                  <a:extLst>
                    <a:ext uri="{FF2B5EF4-FFF2-40B4-BE49-F238E27FC236}">
                      <a16:creationId xmlns:a16="http://schemas.microsoft.com/office/drawing/2014/main" id="{3C13A3E5-0263-4ABF-869D-20FD60B21962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0" name="直線コネクタ 108369">
                  <a:extLst>
                    <a:ext uri="{FF2B5EF4-FFF2-40B4-BE49-F238E27FC236}">
                      <a16:creationId xmlns:a16="http://schemas.microsoft.com/office/drawing/2014/main" id="{514FFDB8-25CB-48FF-BB8B-CED991271984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1" name="直線コネクタ 108370">
                  <a:extLst>
                    <a:ext uri="{FF2B5EF4-FFF2-40B4-BE49-F238E27FC236}">
                      <a16:creationId xmlns:a16="http://schemas.microsoft.com/office/drawing/2014/main" id="{5039CCF4-1671-44E9-A454-A6CCD74B457E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2" name="直線コネクタ 108371">
                  <a:extLst>
                    <a:ext uri="{FF2B5EF4-FFF2-40B4-BE49-F238E27FC236}">
                      <a16:creationId xmlns:a16="http://schemas.microsoft.com/office/drawing/2014/main" id="{74341874-77AF-4412-B304-A965E169CFE0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3" name="直線コネクタ 108372">
                  <a:extLst>
                    <a:ext uri="{FF2B5EF4-FFF2-40B4-BE49-F238E27FC236}">
                      <a16:creationId xmlns:a16="http://schemas.microsoft.com/office/drawing/2014/main" id="{E0DDD826-ED92-4AFB-B24A-BEF1E082C4ED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4" name="直線コネクタ 108373">
                  <a:extLst>
                    <a:ext uri="{FF2B5EF4-FFF2-40B4-BE49-F238E27FC236}">
                      <a16:creationId xmlns:a16="http://schemas.microsoft.com/office/drawing/2014/main" id="{C5DA9EE4-F1FC-44BA-B015-7551534E0925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5" name="直線コネクタ 108374">
                  <a:extLst>
                    <a:ext uri="{FF2B5EF4-FFF2-40B4-BE49-F238E27FC236}">
                      <a16:creationId xmlns:a16="http://schemas.microsoft.com/office/drawing/2014/main" id="{79818D8A-A0E5-49B4-B5E7-128A08BD86DC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6" name="直線コネクタ 108375">
                  <a:extLst>
                    <a:ext uri="{FF2B5EF4-FFF2-40B4-BE49-F238E27FC236}">
                      <a16:creationId xmlns:a16="http://schemas.microsoft.com/office/drawing/2014/main" id="{A51836C9-4157-41B4-B05E-10C0804E262B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7" name="直線コネクタ 108376">
                  <a:extLst>
                    <a:ext uri="{FF2B5EF4-FFF2-40B4-BE49-F238E27FC236}">
                      <a16:creationId xmlns:a16="http://schemas.microsoft.com/office/drawing/2014/main" id="{A325853F-965B-4820-A090-4B86D9A8E922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8" name="直線コネクタ 108377">
                  <a:extLst>
                    <a:ext uri="{FF2B5EF4-FFF2-40B4-BE49-F238E27FC236}">
                      <a16:creationId xmlns:a16="http://schemas.microsoft.com/office/drawing/2014/main" id="{66364D9F-6978-4992-95D0-3B8FE0B385F3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79" name="直線コネクタ 108378">
                  <a:extLst>
                    <a:ext uri="{FF2B5EF4-FFF2-40B4-BE49-F238E27FC236}">
                      <a16:creationId xmlns:a16="http://schemas.microsoft.com/office/drawing/2014/main" id="{7BDAF051-26D6-4B9F-9899-6553231B9539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0" name="直線コネクタ 108379">
                  <a:extLst>
                    <a:ext uri="{FF2B5EF4-FFF2-40B4-BE49-F238E27FC236}">
                      <a16:creationId xmlns:a16="http://schemas.microsoft.com/office/drawing/2014/main" id="{1CAF99FA-ED70-477F-8D55-872B2904617D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1" name="直線コネクタ 108380">
                  <a:extLst>
                    <a:ext uri="{FF2B5EF4-FFF2-40B4-BE49-F238E27FC236}">
                      <a16:creationId xmlns:a16="http://schemas.microsoft.com/office/drawing/2014/main" id="{9D598FF1-165E-43F5-BCDE-0CC61135334D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2" name="直線コネクタ 108381">
                  <a:extLst>
                    <a:ext uri="{FF2B5EF4-FFF2-40B4-BE49-F238E27FC236}">
                      <a16:creationId xmlns:a16="http://schemas.microsoft.com/office/drawing/2014/main" id="{29DE3510-89A4-468F-9A78-71CE79DAC491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3" name="直線コネクタ 108382">
                  <a:extLst>
                    <a:ext uri="{FF2B5EF4-FFF2-40B4-BE49-F238E27FC236}">
                      <a16:creationId xmlns:a16="http://schemas.microsoft.com/office/drawing/2014/main" id="{4CD4332E-5460-47C3-994B-30708E96979A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4" name="直線コネクタ 108383">
                  <a:extLst>
                    <a:ext uri="{FF2B5EF4-FFF2-40B4-BE49-F238E27FC236}">
                      <a16:creationId xmlns:a16="http://schemas.microsoft.com/office/drawing/2014/main" id="{D43619FB-8007-481D-BAED-4A5884C65980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5" name="直線コネクタ 108384">
                  <a:extLst>
                    <a:ext uri="{FF2B5EF4-FFF2-40B4-BE49-F238E27FC236}">
                      <a16:creationId xmlns:a16="http://schemas.microsoft.com/office/drawing/2014/main" id="{BB591380-58F4-48E4-9F5A-47DBCD5D1A83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6" name="直線コネクタ 108385">
                  <a:extLst>
                    <a:ext uri="{FF2B5EF4-FFF2-40B4-BE49-F238E27FC236}">
                      <a16:creationId xmlns:a16="http://schemas.microsoft.com/office/drawing/2014/main" id="{0481AE09-A793-44E2-AC20-158F927C2444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7" name="直線コネクタ 108386">
                  <a:extLst>
                    <a:ext uri="{FF2B5EF4-FFF2-40B4-BE49-F238E27FC236}">
                      <a16:creationId xmlns:a16="http://schemas.microsoft.com/office/drawing/2014/main" id="{AC451A78-3DC7-48E6-B100-1203BE4BF718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8" name="直線コネクタ 108387">
                  <a:extLst>
                    <a:ext uri="{FF2B5EF4-FFF2-40B4-BE49-F238E27FC236}">
                      <a16:creationId xmlns:a16="http://schemas.microsoft.com/office/drawing/2014/main" id="{6965FDC9-F1AB-4982-A10C-38CE3B50A25A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89" name="直線コネクタ 108388">
                  <a:extLst>
                    <a:ext uri="{FF2B5EF4-FFF2-40B4-BE49-F238E27FC236}">
                      <a16:creationId xmlns:a16="http://schemas.microsoft.com/office/drawing/2014/main" id="{AE101573-C73A-42B5-A10A-353B0C60A72D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0" name="直線コネクタ 108389">
                  <a:extLst>
                    <a:ext uri="{FF2B5EF4-FFF2-40B4-BE49-F238E27FC236}">
                      <a16:creationId xmlns:a16="http://schemas.microsoft.com/office/drawing/2014/main" id="{7CD8CD1F-34AC-4E5E-A2DC-12C2675CB737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1" name="直線コネクタ 108390">
                  <a:extLst>
                    <a:ext uri="{FF2B5EF4-FFF2-40B4-BE49-F238E27FC236}">
                      <a16:creationId xmlns:a16="http://schemas.microsoft.com/office/drawing/2014/main" id="{8AD55DA9-937F-4821-8596-2DCD0D2C8606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2" name="直線コネクタ 108391">
                  <a:extLst>
                    <a:ext uri="{FF2B5EF4-FFF2-40B4-BE49-F238E27FC236}">
                      <a16:creationId xmlns:a16="http://schemas.microsoft.com/office/drawing/2014/main" id="{20B7F8D4-65FB-47FB-AD3C-C6E73C277AB5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3" name="直線コネクタ 108392">
                  <a:extLst>
                    <a:ext uri="{FF2B5EF4-FFF2-40B4-BE49-F238E27FC236}">
                      <a16:creationId xmlns:a16="http://schemas.microsoft.com/office/drawing/2014/main" id="{22291F57-CB10-4351-BFB1-AD3F5A03C6AA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4" name="直線コネクタ 108393">
                  <a:extLst>
                    <a:ext uri="{FF2B5EF4-FFF2-40B4-BE49-F238E27FC236}">
                      <a16:creationId xmlns:a16="http://schemas.microsoft.com/office/drawing/2014/main" id="{03AF0330-3FDD-4C66-95F6-770E512BE6B8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5" name="直線コネクタ 108394">
                  <a:extLst>
                    <a:ext uri="{FF2B5EF4-FFF2-40B4-BE49-F238E27FC236}">
                      <a16:creationId xmlns:a16="http://schemas.microsoft.com/office/drawing/2014/main" id="{6BD5186D-484B-4AF6-8B72-D1D083DDCDCC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6" name="直線コネクタ 108395">
                  <a:extLst>
                    <a:ext uri="{FF2B5EF4-FFF2-40B4-BE49-F238E27FC236}">
                      <a16:creationId xmlns:a16="http://schemas.microsoft.com/office/drawing/2014/main" id="{673CF567-0F08-4F41-8B01-659B0F1CEBF9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7" name="直線コネクタ 108396">
                  <a:extLst>
                    <a:ext uri="{FF2B5EF4-FFF2-40B4-BE49-F238E27FC236}">
                      <a16:creationId xmlns:a16="http://schemas.microsoft.com/office/drawing/2014/main" id="{8C694926-1713-4EB9-A083-34C005A20414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8" name="直線コネクタ 108397">
                  <a:extLst>
                    <a:ext uri="{FF2B5EF4-FFF2-40B4-BE49-F238E27FC236}">
                      <a16:creationId xmlns:a16="http://schemas.microsoft.com/office/drawing/2014/main" id="{93D00392-A659-48BB-B999-045D3907DBB2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99" name="直線コネクタ 108398">
                  <a:extLst>
                    <a:ext uri="{FF2B5EF4-FFF2-40B4-BE49-F238E27FC236}">
                      <a16:creationId xmlns:a16="http://schemas.microsoft.com/office/drawing/2014/main" id="{54BE2415-E329-46C8-8BAD-41BB82680A08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0" name="直線コネクタ 108399">
                  <a:extLst>
                    <a:ext uri="{FF2B5EF4-FFF2-40B4-BE49-F238E27FC236}">
                      <a16:creationId xmlns:a16="http://schemas.microsoft.com/office/drawing/2014/main" id="{4A877421-E392-48F7-802E-8F532E601503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1" name="直線コネクタ 108400">
                  <a:extLst>
                    <a:ext uri="{FF2B5EF4-FFF2-40B4-BE49-F238E27FC236}">
                      <a16:creationId xmlns:a16="http://schemas.microsoft.com/office/drawing/2014/main" id="{4FAA1440-30EF-4F5F-94B9-05E754419049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2" name="直線コネクタ 108401">
                  <a:extLst>
                    <a:ext uri="{FF2B5EF4-FFF2-40B4-BE49-F238E27FC236}">
                      <a16:creationId xmlns:a16="http://schemas.microsoft.com/office/drawing/2014/main" id="{862A1171-B916-46F4-84F2-F874CFAAB317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3" name="直線コネクタ 108402">
                  <a:extLst>
                    <a:ext uri="{FF2B5EF4-FFF2-40B4-BE49-F238E27FC236}">
                      <a16:creationId xmlns:a16="http://schemas.microsoft.com/office/drawing/2014/main" id="{ABE10CA3-5BEA-4760-94DA-E725637BD6D1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4" name="直線コネクタ 108403">
                  <a:extLst>
                    <a:ext uri="{FF2B5EF4-FFF2-40B4-BE49-F238E27FC236}">
                      <a16:creationId xmlns:a16="http://schemas.microsoft.com/office/drawing/2014/main" id="{9D5160AE-C424-4481-8844-25E4002EEA05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5" name="直線コネクタ 108404">
                  <a:extLst>
                    <a:ext uri="{FF2B5EF4-FFF2-40B4-BE49-F238E27FC236}">
                      <a16:creationId xmlns:a16="http://schemas.microsoft.com/office/drawing/2014/main" id="{6208DA06-7090-4269-BE99-1114BD1B7DD1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6" name="直線コネクタ 108405">
                  <a:extLst>
                    <a:ext uri="{FF2B5EF4-FFF2-40B4-BE49-F238E27FC236}">
                      <a16:creationId xmlns:a16="http://schemas.microsoft.com/office/drawing/2014/main" id="{191EFC77-CBB8-497D-9052-46ED0FF49BF6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7" name="直線コネクタ 108406">
                  <a:extLst>
                    <a:ext uri="{FF2B5EF4-FFF2-40B4-BE49-F238E27FC236}">
                      <a16:creationId xmlns:a16="http://schemas.microsoft.com/office/drawing/2014/main" id="{04B2841A-1147-4087-B62E-20139340361E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8" name="直線コネクタ 108407">
                  <a:extLst>
                    <a:ext uri="{FF2B5EF4-FFF2-40B4-BE49-F238E27FC236}">
                      <a16:creationId xmlns:a16="http://schemas.microsoft.com/office/drawing/2014/main" id="{4F3BB01E-E95E-4312-9E01-37AAEB11957C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09" name="直線コネクタ 108408">
                  <a:extLst>
                    <a:ext uri="{FF2B5EF4-FFF2-40B4-BE49-F238E27FC236}">
                      <a16:creationId xmlns:a16="http://schemas.microsoft.com/office/drawing/2014/main" id="{397A815F-973E-4DA8-92AD-317BE4D0E774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0" name="直線コネクタ 108409">
                  <a:extLst>
                    <a:ext uri="{FF2B5EF4-FFF2-40B4-BE49-F238E27FC236}">
                      <a16:creationId xmlns:a16="http://schemas.microsoft.com/office/drawing/2014/main" id="{6A59E1DC-C9C2-49C2-8B2F-105B08BBEA1C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1" name="直線コネクタ 108410">
                  <a:extLst>
                    <a:ext uri="{FF2B5EF4-FFF2-40B4-BE49-F238E27FC236}">
                      <a16:creationId xmlns:a16="http://schemas.microsoft.com/office/drawing/2014/main" id="{7B7FE056-8950-43E5-9D03-C7B3B75F9AD2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2" name="直線コネクタ 108411">
                  <a:extLst>
                    <a:ext uri="{FF2B5EF4-FFF2-40B4-BE49-F238E27FC236}">
                      <a16:creationId xmlns:a16="http://schemas.microsoft.com/office/drawing/2014/main" id="{0AF14020-6B6A-49D0-865D-731096531961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3" name="直線コネクタ 108412">
                  <a:extLst>
                    <a:ext uri="{FF2B5EF4-FFF2-40B4-BE49-F238E27FC236}">
                      <a16:creationId xmlns:a16="http://schemas.microsoft.com/office/drawing/2014/main" id="{4A4A4822-C7BE-484B-B436-E908622155A4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4" name="直線コネクタ 108413">
                  <a:extLst>
                    <a:ext uri="{FF2B5EF4-FFF2-40B4-BE49-F238E27FC236}">
                      <a16:creationId xmlns:a16="http://schemas.microsoft.com/office/drawing/2014/main" id="{EF811325-E9A4-4A2C-B51E-E44F4A805293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5" name="直線コネクタ 108414">
                  <a:extLst>
                    <a:ext uri="{FF2B5EF4-FFF2-40B4-BE49-F238E27FC236}">
                      <a16:creationId xmlns:a16="http://schemas.microsoft.com/office/drawing/2014/main" id="{6FDC40CB-A33F-4C0D-86D6-58D8EC1F9F55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6" name="直線コネクタ 108415">
                  <a:extLst>
                    <a:ext uri="{FF2B5EF4-FFF2-40B4-BE49-F238E27FC236}">
                      <a16:creationId xmlns:a16="http://schemas.microsoft.com/office/drawing/2014/main" id="{6E27545C-FD6E-4D63-A046-766195E5B668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7" name="直線コネクタ 108416">
                  <a:extLst>
                    <a:ext uri="{FF2B5EF4-FFF2-40B4-BE49-F238E27FC236}">
                      <a16:creationId xmlns:a16="http://schemas.microsoft.com/office/drawing/2014/main" id="{93456B97-A1F8-41FA-9D41-44C5879F70CD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8" name="直線コネクタ 108417">
                  <a:extLst>
                    <a:ext uri="{FF2B5EF4-FFF2-40B4-BE49-F238E27FC236}">
                      <a16:creationId xmlns:a16="http://schemas.microsoft.com/office/drawing/2014/main" id="{58BA7ABA-7DA4-4A49-ABB6-EECF1C237B76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19" name="直線コネクタ 108418">
                  <a:extLst>
                    <a:ext uri="{FF2B5EF4-FFF2-40B4-BE49-F238E27FC236}">
                      <a16:creationId xmlns:a16="http://schemas.microsoft.com/office/drawing/2014/main" id="{42FB643E-9E87-4C1B-861E-FF2E5F4224D7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0" name="直線コネクタ 108419">
                  <a:extLst>
                    <a:ext uri="{FF2B5EF4-FFF2-40B4-BE49-F238E27FC236}">
                      <a16:creationId xmlns:a16="http://schemas.microsoft.com/office/drawing/2014/main" id="{7451B7E9-6E70-4CE9-8326-4CE505BBE1BB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1" name="直線コネクタ 108420">
                  <a:extLst>
                    <a:ext uri="{FF2B5EF4-FFF2-40B4-BE49-F238E27FC236}">
                      <a16:creationId xmlns:a16="http://schemas.microsoft.com/office/drawing/2014/main" id="{14E08367-F5AE-4C03-9CEE-EED7D04F1E72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2" name="直線コネクタ 108421">
                  <a:extLst>
                    <a:ext uri="{FF2B5EF4-FFF2-40B4-BE49-F238E27FC236}">
                      <a16:creationId xmlns:a16="http://schemas.microsoft.com/office/drawing/2014/main" id="{7F26D953-0BCC-4F1C-B388-34CEF720F30D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3" name="直線コネクタ 108422">
                  <a:extLst>
                    <a:ext uri="{FF2B5EF4-FFF2-40B4-BE49-F238E27FC236}">
                      <a16:creationId xmlns:a16="http://schemas.microsoft.com/office/drawing/2014/main" id="{8B1E8FFE-354B-4880-9BAE-1BFF363574E2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4" name="直線コネクタ 108423">
                  <a:extLst>
                    <a:ext uri="{FF2B5EF4-FFF2-40B4-BE49-F238E27FC236}">
                      <a16:creationId xmlns:a16="http://schemas.microsoft.com/office/drawing/2014/main" id="{68EFF0DD-70DC-43C0-8217-333B971ABA36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5" name="直線コネクタ 108424">
                  <a:extLst>
                    <a:ext uri="{FF2B5EF4-FFF2-40B4-BE49-F238E27FC236}">
                      <a16:creationId xmlns:a16="http://schemas.microsoft.com/office/drawing/2014/main" id="{6CB06D08-660B-4EE2-8B70-275857ECCE62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6" name="直線コネクタ 108425">
                  <a:extLst>
                    <a:ext uri="{FF2B5EF4-FFF2-40B4-BE49-F238E27FC236}">
                      <a16:creationId xmlns:a16="http://schemas.microsoft.com/office/drawing/2014/main" id="{C3C9ECDB-AB67-4855-BD4E-2F1B2227F06A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7" name="直線コネクタ 108426">
                  <a:extLst>
                    <a:ext uri="{FF2B5EF4-FFF2-40B4-BE49-F238E27FC236}">
                      <a16:creationId xmlns:a16="http://schemas.microsoft.com/office/drawing/2014/main" id="{4C9F32BF-81C9-45EA-B59A-37134C527B24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8" name="直線コネクタ 108427">
                  <a:extLst>
                    <a:ext uri="{FF2B5EF4-FFF2-40B4-BE49-F238E27FC236}">
                      <a16:creationId xmlns:a16="http://schemas.microsoft.com/office/drawing/2014/main" id="{A18B8011-D187-4EEE-AF27-8B48369AB5D4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29" name="直線コネクタ 108428">
                  <a:extLst>
                    <a:ext uri="{FF2B5EF4-FFF2-40B4-BE49-F238E27FC236}">
                      <a16:creationId xmlns:a16="http://schemas.microsoft.com/office/drawing/2014/main" id="{391DD4D4-3528-472D-9D2C-A6263B6C2734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0" name="直線コネクタ 108429">
                  <a:extLst>
                    <a:ext uri="{FF2B5EF4-FFF2-40B4-BE49-F238E27FC236}">
                      <a16:creationId xmlns:a16="http://schemas.microsoft.com/office/drawing/2014/main" id="{16B00D5C-8772-4E83-9711-3B0E658F3E02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1" name="直線コネクタ 108430">
                  <a:extLst>
                    <a:ext uri="{FF2B5EF4-FFF2-40B4-BE49-F238E27FC236}">
                      <a16:creationId xmlns:a16="http://schemas.microsoft.com/office/drawing/2014/main" id="{A2C196A6-4D7D-43DB-A2EB-09189717DABD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2" name="直線コネクタ 108431">
                  <a:extLst>
                    <a:ext uri="{FF2B5EF4-FFF2-40B4-BE49-F238E27FC236}">
                      <a16:creationId xmlns:a16="http://schemas.microsoft.com/office/drawing/2014/main" id="{66645C45-64AF-4E4E-9AA4-4597BE9967FB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3" name="直線コネクタ 108432">
                  <a:extLst>
                    <a:ext uri="{FF2B5EF4-FFF2-40B4-BE49-F238E27FC236}">
                      <a16:creationId xmlns:a16="http://schemas.microsoft.com/office/drawing/2014/main" id="{BCC0852B-D682-4139-9A28-4D7C1CAC78AE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4" name="直線コネクタ 108433">
                  <a:extLst>
                    <a:ext uri="{FF2B5EF4-FFF2-40B4-BE49-F238E27FC236}">
                      <a16:creationId xmlns:a16="http://schemas.microsoft.com/office/drawing/2014/main" id="{4D7C29B9-0DD1-4EAE-85B1-DDDF2F5016AA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5" name="直線コネクタ 108434">
                  <a:extLst>
                    <a:ext uri="{FF2B5EF4-FFF2-40B4-BE49-F238E27FC236}">
                      <a16:creationId xmlns:a16="http://schemas.microsoft.com/office/drawing/2014/main" id="{95ACEE6A-D514-4FDF-8B73-90E9E2122B15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6" name="直線コネクタ 108435">
                  <a:extLst>
                    <a:ext uri="{FF2B5EF4-FFF2-40B4-BE49-F238E27FC236}">
                      <a16:creationId xmlns:a16="http://schemas.microsoft.com/office/drawing/2014/main" id="{4A0D7C37-5F8C-4475-AC2B-D8E1258E7100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7" name="直線コネクタ 108436">
                  <a:extLst>
                    <a:ext uri="{FF2B5EF4-FFF2-40B4-BE49-F238E27FC236}">
                      <a16:creationId xmlns:a16="http://schemas.microsoft.com/office/drawing/2014/main" id="{F8F86854-08EC-459E-8F24-F08FFBCF4A0D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8" name="直線コネクタ 108437">
                  <a:extLst>
                    <a:ext uri="{FF2B5EF4-FFF2-40B4-BE49-F238E27FC236}">
                      <a16:creationId xmlns:a16="http://schemas.microsoft.com/office/drawing/2014/main" id="{06E50E3F-2750-47BE-A83D-313065D24B56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39" name="直線コネクタ 108438">
                  <a:extLst>
                    <a:ext uri="{FF2B5EF4-FFF2-40B4-BE49-F238E27FC236}">
                      <a16:creationId xmlns:a16="http://schemas.microsoft.com/office/drawing/2014/main" id="{E3ED0190-63BF-493B-B481-849B99BDEAC1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0" name="直線コネクタ 108439">
                  <a:extLst>
                    <a:ext uri="{FF2B5EF4-FFF2-40B4-BE49-F238E27FC236}">
                      <a16:creationId xmlns:a16="http://schemas.microsoft.com/office/drawing/2014/main" id="{0AF147B0-58DA-4D9F-A88C-1B7D8AB6463C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1" name="直線コネクタ 108440">
                  <a:extLst>
                    <a:ext uri="{FF2B5EF4-FFF2-40B4-BE49-F238E27FC236}">
                      <a16:creationId xmlns:a16="http://schemas.microsoft.com/office/drawing/2014/main" id="{34CD2880-7733-4DF5-BA46-8CADFB5E779E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2" name="直線コネクタ 108441">
                  <a:extLst>
                    <a:ext uri="{FF2B5EF4-FFF2-40B4-BE49-F238E27FC236}">
                      <a16:creationId xmlns:a16="http://schemas.microsoft.com/office/drawing/2014/main" id="{6E3E064F-D75E-43FF-AF5E-9D973B142306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3" name="直線コネクタ 108442">
                  <a:extLst>
                    <a:ext uri="{FF2B5EF4-FFF2-40B4-BE49-F238E27FC236}">
                      <a16:creationId xmlns:a16="http://schemas.microsoft.com/office/drawing/2014/main" id="{B13AD123-0DEE-4B79-B52A-FC15557E7354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4" name="直線コネクタ 108443">
                  <a:extLst>
                    <a:ext uri="{FF2B5EF4-FFF2-40B4-BE49-F238E27FC236}">
                      <a16:creationId xmlns:a16="http://schemas.microsoft.com/office/drawing/2014/main" id="{8657ACC7-048B-432C-B8AC-68CD7263BE2F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5" name="直線コネクタ 108444">
                  <a:extLst>
                    <a:ext uri="{FF2B5EF4-FFF2-40B4-BE49-F238E27FC236}">
                      <a16:creationId xmlns:a16="http://schemas.microsoft.com/office/drawing/2014/main" id="{5A52CF17-0DA5-4E54-8A2A-2FB72EC4F70E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6" name="直線コネクタ 108445">
                  <a:extLst>
                    <a:ext uri="{FF2B5EF4-FFF2-40B4-BE49-F238E27FC236}">
                      <a16:creationId xmlns:a16="http://schemas.microsoft.com/office/drawing/2014/main" id="{956405C9-5CD6-451C-981E-A566F2E4CBFF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7" name="直線コネクタ 108446">
                  <a:extLst>
                    <a:ext uri="{FF2B5EF4-FFF2-40B4-BE49-F238E27FC236}">
                      <a16:creationId xmlns:a16="http://schemas.microsoft.com/office/drawing/2014/main" id="{18055344-448A-4853-B766-2B4700BB9940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8" name="直線コネクタ 108447">
                  <a:extLst>
                    <a:ext uri="{FF2B5EF4-FFF2-40B4-BE49-F238E27FC236}">
                      <a16:creationId xmlns:a16="http://schemas.microsoft.com/office/drawing/2014/main" id="{F545B9BD-4AFD-484A-AE01-AA5420F0CA2B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49" name="直線コネクタ 108448">
                  <a:extLst>
                    <a:ext uri="{FF2B5EF4-FFF2-40B4-BE49-F238E27FC236}">
                      <a16:creationId xmlns:a16="http://schemas.microsoft.com/office/drawing/2014/main" id="{6893034A-6ADD-405B-9A8B-2EE06E4FD896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0" name="直線コネクタ 108449">
                  <a:extLst>
                    <a:ext uri="{FF2B5EF4-FFF2-40B4-BE49-F238E27FC236}">
                      <a16:creationId xmlns:a16="http://schemas.microsoft.com/office/drawing/2014/main" id="{22E17BA4-4B83-4DF4-BF72-262E8AF99601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1" name="直線コネクタ 108450">
                  <a:extLst>
                    <a:ext uri="{FF2B5EF4-FFF2-40B4-BE49-F238E27FC236}">
                      <a16:creationId xmlns:a16="http://schemas.microsoft.com/office/drawing/2014/main" id="{B079FC1E-A305-4A43-8BDA-AF73251C6D33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2" name="直線コネクタ 108451">
                  <a:extLst>
                    <a:ext uri="{FF2B5EF4-FFF2-40B4-BE49-F238E27FC236}">
                      <a16:creationId xmlns:a16="http://schemas.microsoft.com/office/drawing/2014/main" id="{49D9C7A6-B380-4511-B99F-110BC65DE3F3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3" name="直線コネクタ 108452">
                  <a:extLst>
                    <a:ext uri="{FF2B5EF4-FFF2-40B4-BE49-F238E27FC236}">
                      <a16:creationId xmlns:a16="http://schemas.microsoft.com/office/drawing/2014/main" id="{91506547-545F-4857-AFE2-D4FEA580CEB5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4" name="直線コネクタ 108453">
                  <a:extLst>
                    <a:ext uri="{FF2B5EF4-FFF2-40B4-BE49-F238E27FC236}">
                      <a16:creationId xmlns:a16="http://schemas.microsoft.com/office/drawing/2014/main" id="{1E14BCC7-BB09-4743-A05C-1A0FF508A0ED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5" name="直線コネクタ 108454">
                  <a:extLst>
                    <a:ext uri="{FF2B5EF4-FFF2-40B4-BE49-F238E27FC236}">
                      <a16:creationId xmlns:a16="http://schemas.microsoft.com/office/drawing/2014/main" id="{B4C04DD9-20C8-4268-AA14-7AEC560A0EE8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6" name="直線コネクタ 108455">
                  <a:extLst>
                    <a:ext uri="{FF2B5EF4-FFF2-40B4-BE49-F238E27FC236}">
                      <a16:creationId xmlns:a16="http://schemas.microsoft.com/office/drawing/2014/main" id="{B4AA6207-C5DE-4238-8029-1CA467F8ADA8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7" name="直線コネクタ 108456">
                  <a:extLst>
                    <a:ext uri="{FF2B5EF4-FFF2-40B4-BE49-F238E27FC236}">
                      <a16:creationId xmlns:a16="http://schemas.microsoft.com/office/drawing/2014/main" id="{DE713676-372F-490F-A004-326828DA11E3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8" name="直線コネクタ 108457">
                  <a:extLst>
                    <a:ext uri="{FF2B5EF4-FFF2-40B4-BE49-F238E27FC236}">
                      <a16:creationId xmlns:a16="http://schemas.microsoft.com/office/drawing/2014/main" id="{6954E0D5-8FD4-4041-A515-555D8F3C8A4C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59" name="直線コネクタ 108458">
                  <a:extLst>
                    <a:ext uri="{FF2B5EF4-FFF2-40B4-BE49-F238E27FC236}">
                      <a16:creationId xmlns:a16="http://schemas.microsoft.com/office/drawing/2014/main" id="{56DA87B3-19F9-4B41-B9E1-EC91E6AD126B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0" name="直線コネクタ 108459">
                  <a:extLst>
                    <a:ext uri="{FF2B5EF4-FFF2-40B4-BE49-F238E27FC236}">
                      <a16:creationId xmlns:a16="http://schemas.microsoft.com/office/drawing/2014/main" id="{0006B979-856D-4C26-BECF-4D5785ADC314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1" name="直線コネクタ 108460">
                  <a:extLst>
                    <a:ext uri="{FF2B5EF4-FFF2-40B4-BE49-F238E27FC236}">
                      <a16:creationId xmlns:a16="http://schemas.microsoft.com/office/drawing/2014/main" id="{64F8F5EC-C1D1-41FA-B1E4-58B89DF12641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2" name="直線コネクタ 108461">
                  <a:extLst>
                    <a:ext uri="{FF2B5EF4-FFF2-40B4-BE49-F238E27FC236}">
                      <a16:creationId xmlns:a16="http://schemas.microsoft.com/office/drawing/2014/main" id="{DC3CC695-FC8E-424A-9FED-68ABD55DD551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3" name="直線コネクタ 108462">
                  <a:extLst>
                    <a:ext uri="{FF2B5EF4-FFF2-40B4-BE49-F238E27FC236}">
                      <a16:creationId xmlns:a16="http://schemas.microsoft.com/office/drawing/2014/main" id="{22C2F9FA-E564-416B-8E86-F23D8FDFEE7E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4" name="直線コネクタ 108463">
                  <a:extLst>
                    <a:ext uri="{FF2B5EF4-FFF2-40B4-BE49-F238E27FC236}">
                      <a16:creationId xmlns:a16="http://schemas.microsoft.com/office/drawing/2014/main" id="{7D03085A-919B-4DE0-86BA-861DD37EFCBE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5" name="直線コネクタ 108464">
                  <a:extLst>
                    <a:ext uri="{FF2B5EF4-FFF2-40B4-BE49-F238E27FC236}">
                      <a16:creationId xmlns:a16="http://schemas.microsoft.com/office/drawing/2014/main" id="{36D7C2D4-76DA-4E1B-9760-A0A0A4B73D25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6" name="直線コネクタ 108465">
                  <a:extLst>
                    <a:ext uri="{FF2B5EF4-FFF2-40B4-BE49-F238E27FC236}">
                      <a16:creationId xmlns:a16="http://schemas.microsoft.com/office/drawing/2014/main" id="{20FBE89E-B52B-4FE2-B9E6-D18118EE1AC1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7" name="直線コネクタ 108466">
                  <a:extLst>
                    <a:ext uri="{FF2B5EF4-FFF2-40B4-BE49-F238E27FC236}">
                      <a16:creationId xmlns:a16="http://schemas.microsoft.com/office/drawing/2014/main" id="{17D31C08-C4B5-4970-BB1B-65BD61F9D20F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8" name="直線コネクタ 108467">
                  <a:extLst>
                    <a:ext uri="{FF2B5EF4-FFF2-40B4-BE49-F238E27FC236}">
                      <a16:creationId xmlns:a16="http://schemas.microsoft.com/office/drawing/2014/main" id="{BDF70852-70F3-45AF-843D-7BD14FFD3236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69" name="直線コネクタ 108468">
                  <a:extLst>
                    <a:ext uri="{FF2B5EF4-FFF2-40B4-BE49-F238E27FC236}">
                      <a16:creationId xmlns:a16="http://schemas.microsoft.com/office/drawing/2014/main" id="{DF97F245-38DC-4829-99A5-A73D51BFCC8C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0" name="直線コネクタ 108469">
                  <a:extLst>
                    <a:ext uri="{FF2B5EF4-FFF2-40B4-BE49-F238E27FC236}">
                      <a16:creationId xmlns:a16="http://schemas.microsoft.com/office/drawing/2014/main" id="{4BE37BB1-DFAB-4D64-8611-8B669DD29979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1" name="直線コネクタ 108470">
                  <a:extLst>
                    <a:ext uri="{FF2B5EF4-FFF2-40B4-BE49-F238E27FC236}">
                      <a16:creationId xmlns:a16="http://schemas.microsoft.com/office/drawing/2014/main" id="{4976CF64-8DBF-4989-BF45-F5C1B15474BC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2" name="直線コネクタ 108471">
                  <a:extLst>
                    <a:ext uri="{FF2B5EF4-FFF2-40B4-BE49-F238E27FC236}">
                      <a16:creationId xmlns:a16="http://schemas.microsoft.com/office/drawing/2014/main" id="{21AB4C3E-CC4C-486A-A3E3-18D108EC9077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3" name="直線コネクタ 108472">
                  <a:extLst>
                    <a:ext uri="{FF2B5EF4-FFF2-40B4-BE49-F238E27FC236}">
                      <a16:creationId xmlns:a16="http://schemas.microsoft.com/office/drawing/2014/main" id="{8658FC91-6F21-471B-8B99-9BAE681D7099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4" name="直線コネクタ 108473">
                  <a:extLst>
                    <a:ext uri="{FF2B5EF4-FFF2-40B4-BE49-F238E27FC236}">
                      <a16:creationId xmlns:a16="http://schemas.microsoft.com/office/drawing/2014/main" id="{86ABFB78-C371-48C2-B365-B5409E99699B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5" name="直線コネクタ 108474">
                  <a:extLst>
                    <a:ext uri="{FF2B5EF4-FFF2-40B4-BE49-F238E27FC236}">
                      <a16:creationId xmlns:a16="http://schemas.microsoft.com/office/drawing/2014/main" id="{463F39F8-B7BB-4E1C-B2E7-DA4C74D4A24C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6" name="直線コネクタ 108475">
                  <a:extLst>
                    <a:ext uri="{FF2B5EF4-FFF2-40B4-BE49-F238E27FC236}">
                      <a16:creationId xmlns:a16="http://schemas.microsoft.com/office/drawing/2014/main" id="{78C6D91C-80F0-417A-AEE0-D559828FA2DC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7" name="直線コネクタ 108476">
                  <a:extLst>
                    <a:ext uri="{FF2B5EF4-FFF2-40B4-BE49-F238E27FC236}">
                      <a16:creationId xmlns:a16="http://schemas.microsoft.com/office/drawing/2014/main" id="{884E0B59-E0D6-46A5-B7E1-9C5CB7088321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8" name="直線コネクタ 108477">
                  <a:extLst>
                    <a:ext uri="{FF2B5EF4-FFF2-40B4-BE49-F238E27FC236}">
                      <a16:creationId xmlns:a16="http://schemas.microsoft.com/office/drawing/2014/main" id="{C2E59DF2-00A1-4B3F-8AE2-43C2111FB9F7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79" name="直線コネクタ 108478">
                  <a:extLst>
                    <a:ext uri="{FF2B5EF4-FFF2-40B4-BE49-F238E27FC236}">
                      <a16:creationId xmlns:a16="http://schemas.microsoft.com/office/drawing/2014/main" id="{83D83C6B-BAC9-42E4-97B8-10DBD5A04A2B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0" name="直線コネクタ 108479">
                  <a:extLst>
                    <a:ext uri="{FF2B5EF4-FFF2-40B4-BE49-F238E27FC236}">
                      <a16:creationId xmlns:a16="http://schemas.microsoft.com/office/drawing/2014/main" id="{290199A2-5067-4E92-A454-6E59711C474B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1" name="直線コネクタ 108480">
                  <a:extLst>
                    <a:ext uri="{FF2B5EF4-FFF2-40B4-BE49-F238E27FC236}">
                      <a16:creationId xmlns:a16="http://schemas.microsoft.com/office/drawing/2014/main" id="{444878F1-3A4E-4BDD-82C2-799684C2D289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2" name="直線コネクタ 108481">
                  <a:extLst>
                    <a:ext uri="{FF2B5EF4-FFF2-40B4-BE49-F238E27FC236}">
                      <a16:creationId xmlns:a16="http://schemas.microsoft.com/office/drawing/2014/main" id="{C4F90B5F-FB0E-4EC8-8AB9-EC5A5E3A6770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3" name="直線コネクタ 108482">
                  <a:extLst>
                    <a:ext uri="{FF2B5EF4-FFF2-40B4-BE49-F238E27FC236}">
                      <a16:creationId xmlns:a16="http://schemas.microsoft.com/office/drawing/2014/main" id="{9A001EA9-B42D-4890-AF94-55195AB70CDD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4" name="直線コネクタ 108483">
                  <a:extLst>
                    <a:ext uri="{FF2B5EF4-FFF2-40B4-BE49-F238E27FC236}">
                      <a16:creationId xmlns:a16="http://schemas.microsoft.com/office/drawing/2014/main" id="{B14C7B31-3AE2-43BC-AE95-13CE8B5678E7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5" name="直線コネクタ 108484">
                  <a:extLst>
                    <a:ext uri="{FF2B5EF4-FFF2-40B4-BE49-F238E27FC236}">
                      <a16:creationId xmlns:a16="http://schemas.microsoft.com/office/drawing/2014/main" id="{DA5862CB-8688-4408-AA17-15CAC68B3B60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6" name="直線コネクタ 108485">
                  <a:extLst>
                    <a:ext uri="{FF2B5EF4-FFF2-40B4-BE49-F238E27FC236}">
                      <a16:creationId xmlns:a16="http://schemas.microsoft.com/office/drawing/2014/main" id="{B1B59B15-7984-462D-977C-AFA893A027D1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7" name="直線コネクタ 108486">
                  <a:extLst>
                    <a:ext uri="{FF2B5EF4-FFF2-40B4-BE49-F238E27FC236}">
                      <a16:creationId xmlns:a16="http://schemas.microsoft.com/office/drawing/2014/main" id="{96BA8ED3-AD88-4AC6-BE48-1BF016209117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8" name="直線コネクタ 108487">
                  <a:extLst>
                    <a:ext uri="{FF2B5EF4-FFF2-40B4-BE49-F238E27FC236}">
                      <a16:creationId xmlns:a16="http://schemas.microsoft.com/office/drawing/2014/main" id="{5A5F8089-8F0E-46DE-BFCB-E48CCB84A79B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89" name="直線コネクタ 108488">
                  <a:extLst>
                    <a:ext uri="{FF2B5EF4-FFF2-40B4-BE49-F238E27FC236}">
                      <a16:creationId xmlns:a16="http://schemas.microsoft.com/office/drawing/2014/main" id="{DAB4DCA7-1561-4D6A-AAB7-39C679B1BFF3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0" name="直線コネクタ 108489">
                  <a:extLst>
                    <a:ext uri="{FF2B5EF4-FFF2-40B4-BE49-F238E27FC236}">
                      <a16:creationId xmlns:a16="http://schemas.microsoft.com/office/drawing/2014/main" id="{ECB6EB6F-DCEF-4B32-A92D-F8DEB8CEC2C5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1" name="直線コネクタ 108490">
                  <a:extLst>
                    <a:ext uri="{FF2B5EF4-FFF2-40B4-BE49-F238E27FC236}">
                      <a16:creationId xmlns:a16="http://schemas.microsoft.com/office/drawing/2014/main" id="{FF8A7BB8-EC70-44E3-9A32-1D94FADB7329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2" name="直線コネクタ 108491">
                  <a:extLst>
                    <a:ext uri="{FF2B5EF4-FFF2-40B4-BE49-F238E27FC236}">
                      <a16:creationId xmlns:a16="http://schemas.microsoft.com/office/drawing/2014/main" id="{5B85ADF4-B575-4062-B32C-1C5708980B12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3" name="直線コネクタ 108492">
                  <a:extLst>
                    <a:ext uri="{FF2B5EF4-FFF2-40B4-BE49-F238E27FC236}">
                      <a16:creationId xmlns:a16="http://schemas.microsoft.com/office/drawing/2014/main" id="{00C946C0-1C8B-4ADC-B2B8-39D9E0038782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4" name="直線コネクタ 108493">
                  <a:extLst>
                    <a:ext uri="{FF2B5EF4-FFF2-40B4-BE49-F238E27FC236}">
                      <a16:creationId xmlns:a16="http://schemas.microsoft.com/office/drawing/2014/main" id="{8960B06E-908D-4F87-A564-81CEDC1A202D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5" name="直線コネクタ 108494">
                  <a:extLst>
                    <a:ext uri="{FF2B5EF4-FFF2-40B4-BE49-F238E27FC236}">
                      <a16:creationId xmlns:a16="http://schemas.microsoft.com/office/drawing/2014/main" id="{2805065D-FFB0-44C1-8548-39D939C50C82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6" name="直線コネクタ 108495">
                  <a:extLst>
                    <a:ext uri="{FF2B5EF4-FFF2-40B4-BE49-F238E27FC236}">
                      <a16:creationId xmlns:a16="http://schemas.microsoft.com/office/drawing/2014/main" id="{2ABE0FD3-FEBE-4B36-8519-E3EB006B0266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7" name="直線コネクタ 108496">
                  <a:extLst>
                    <a:ext uri="{FF2B5EF4-FFF2-40B4-BE49-F238E27FC236}">
                      <a16:creationId xmlns:a16="http://schemas.microsoft.com/office/drawing/2014/main" id="{4D980E1E-263B-478F-AF92-243B4D1344DF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8" name="直線コネクタ 108497">
                  <a:extLst>
                    <a:ext uri="{FF2B5EF4-FFF2-40B4-BE49-F238E27FC236}">
                      <a16:creationId xmlns:a16="http://schemas.microsoft.com/office/drawing/2014/main" id="{A9455649-B073-45BC-B04C-C1E3A045F856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99" name="直線コネクタ 108498">
                  <a:extLst>
                    <a:ext uri="{FF2B5EF4-FFF2-40B4-BE49-F238E27FC236}">
                      <a16:creationId xmlns:a16="http://schemas.microsoft.com/office/drawing/2014/main" id="{F9F98F52-E94E-4386-923F-3A5E154384BB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0" name="直線コネクタ 108499">
                  <a:extLst>
                    <a:ext uri="{FF2B5EF4-FFF2-40B4-BE49-F238E27FC236}">
                      <a16:creationId xmlns:a16="http://schemas.microsoft.com/office/drawing/2014/main" id="{1A976387-5793-45F8-A2D7-C5F5AE50BE4A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1" name="直線コネクタ 108500">
                  <a:extLst>
                    <a:ext uri="{FF2B5EF4-FFF2-40B4-BE49-F238E27FC236}">
                      <a16:creationId xmlns:a16="http://schemas.microsoft.com/office/drawing/2014/main" id="{2A79730B-9E08-49E1-9EB5-0B550509871D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2" name="直線コネクタ 108501">
                  <a:extLst>
                    <a:ext uri="{FF2B5EF4-FFF2-40B4-BE49-F238E27FC236}">
                      <a16:creationId xmlns:a16="http://schemas.microsoft.com/office/drawing/2014/main" id="{53E86CC4-7082-4901-8EB7-206AC3696B6E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3" name="直線コネクタ 108502">
                  <a:extLst>
                    <a:ext uri="{FF2B5EF4-FFF2-40B4-BE49-F238E27FC236}">
                      <a16:creationId xmlns:a16="http://schemas.microsoft.com/office/drawing/2014/main" id="{8232258F-82B9-4A3C-9689-C2D0FA6D53F8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4" name="直線コネクタ 108503">
                  <a:extLst>
                    <a:ext uri="{FF2B5EF4-FFF2-40B4-BE49-F238E27FC236}">
                      <a16:creationId xmlns:a16="http://schemas.microsoft.com/office/drawing/2014/main" id="{4DCB9993-24ED-41A7-9695-73675A29C6FF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5" name="直線コネクタ 108504">
                  <a:extLst>
                    <a:ext uri="{FF2B5EF4-FFF2-40B4-BE49-F238E27FC236}">
                      <a16:creationId xmlns:a16="http://schemas.microsoft.com/office/drawing/2014/main" id="{BEEAC853-06E0-459D-A143-AF10EF3067D7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6" name="直線コネクタ 108505">
                  <a:extLst>
                    <a:ext uri="{FF2B5EF4-FFF2-40B4-BE49-F238E27FC236}">
                      <a16:creationId xmlns:a16="http://schemas.microsoft.com/office/drawing/2014/main" id="{2AFA9D43-EE65-4DF7-BE4A-2A3CFC6A3AD0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7" name="直線コネクタ 108506">
                  <a:extLst>
                    <a:ext uri="{FF2B5EF4-FFF2-40B4-BE49-F238E27FC236}">
                      <a16:creationId xmlns:a16="http://schemas.microsoft.com/office/drawing/2014/main" id="{24DD6ED2-D1A7-44F0-982A-5424F6CAE919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8" name="直線コネクタ 108507">
                  <a:extLst>
                    <a:ext uri="{FF2B5EF4-FFF2-40B4-BE49-F238E27FC236}">
                      <a16:creationId xmlns:a16="http://schemas.microsoft.com/office/drawing/2014/main" id="{96FBAA7D-A6A9-4A91-8106-BBEF577EAF1E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09" name="直線コネクタ 108508">
                  <a:extLst>
                    <a:ext uri="{FF2B5EF4-FFF2-40B4-BE49-F238E27FC236}">
                      <a16:creationId xmlns:a16="http://schemas.microsoft.com/office/drawing/2014/main" id="{0B115935-710C-4430-A7E2-7F519275FCA2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0" name="直線コネクタ 108509">
                  <a:extLst>
                    <a:ext uri="{FF2B5EF4-FFF2-40B4-BE49-F238E27FC236}">
                      <a16:creationId xmlns:a16="http://schemas.microsoft.com/office/drawing/2014/main" id="{F060A61A-A715-41D6-A5AF-4142098F1412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1" name="直線コネクタ 108510">
                  <a:extLst>
                    <a:ext uri="{FF2B5EF4-FFF2-40B4-BE49-F238E27FC236}">
                      <a16:creationId xmlns:a16="http://schemas.microsoft.com/office/drawing/2014/main" id="{5297CB24-4440-4097-AEFE-9213609034F9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2" name="直線コネクタ 108511">
                  <a:extLst>
                    <a:ext uri="{FF2B5EF4-FFF2-40B4-BE49-F238E27FC236}">
                      <a16:creationId xmlns:a16="http://schemas.microsoft.com/office/drawing/2014/main" id="{9338E27E-2150-4188-8C05-8A7A7932D284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3" name="直線コネクタ 108512">
                  <a:extLst>
                    <a:ext uri="{FF2B5EF4-FFF2-40B4-BE49-F238E27FC236}">
                      <a16:creationId xmlns:a16="http://schemas.microsoft.com/office/drawing/2014/main" id="{E8305C05-7B76-474D-A0F9-2307FDA7F0FA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4" name="直線コネクタ 108513">
                  <a:extLst>
                    <a:ext uri="{FF2B5EF4-FFF2-40B4-BE49-F238E27FC236}">
                      <a16:creationId xmlns:a16="http://schemas.microsoft.com/office/drawing/2014/main" id="{A4850525-802A-4ED8-8017-836E5DAA2103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5" name="直線コネクタ 108514">
                  <a:extLst>
                    <a:ext uri="{FF2B5EF4-FFF2-40B4-BE49-F238E27FC236}">
                      <a16:creationId xmlns:a16="http://schemas.microsoft.com/office/drawing/2014/main" id="{3851778C-4FE3-4E50-88BB-B74350DBC4E6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6" name="直線コネクタ 108515">
                  <a:extLst>
                    <a:ext uri="{FF2B5EF4-FFF2-40B4-BE49-F238E27FC236}">
                      <a16:creationId xmlns:a16="http://schemas.microsoft.com/office/drawing/2014/main" id="{7C554661-8527-4612-8EFE-CD69449838DE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7" name="直線コネクタ 108516">
                  <a:extLst>
                    <a:ext uri="{FF2B5EF4-FFF2-40B4-BE49-F238E27FC236}">
                      <a16:creationId xmlns:a16="http://schemas.microsoft.com/office/drawing/2014/main" id="{9E7281C5-C092-4D21-8E89-403FFC44F110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8" name="直線コネクタ 108517">
                  <a:extLst>
                    <a:ext uri="{FF2B5EF4-FFF2-40B4-BE49-F238E27FC236}">
                      <a16:creationId xmlns:a16="http://schemas.microsoft.com/office/drawing/2014/main" id="{C7BE876E-9EAC-48F4-BBA4-3CB5C37CCE43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19" name="直線コネクタ 108518">
                  <a:extLst>
                    <a:ext uri="{FF2B5EF4-FFF2-40B4-BE49-F238E27FC236}">
                      <a16:creationId xmlns:a16="http://schemas.microsoft.com/office/drawing/2014/main" id="{66579572-CB67-4B0A-95D2-4B80B6575041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0" name="直線コネクタ 108519">
                  <a:extLst>
                    <a:ext uri="{FF2B5EF4-FFF2-40B4-BE49-F238E27FC236}">
                      <a16:creationId xmlns:a16="http://schemas.microsoft.com/office/drawing/2014/main" id="{DEC598EB-F964-493A-A97A-451E903E8CF6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1" name="直線コネクタ 108520">
                  <a:extLst>
                    <a:ext uri="{FF2B5EF4-FFF2-40B4-BE49-F238E27FC236}">
                      <a16:creationId xmlns:a16="http://schemas.microsoft.com/office/drawing/2014/main" id="{FFB0CA22-F42D-4096-9EB8-4F8D11C9E004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2" name="直線コネクタ 108521">
                  <a:extLst>
                    <a:ext uri="{FF2B5EF4-FFF2-40B4-BE49-F238E27FC236}">
                      <a16:creationId xmlns:a16="http://schemas.microsoft.com/office/drawing/2014/main" id="{8E5E9A78-CA40-497A-AFE8-81649E55733C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3" name="直線コネクタ 108522">
                  <a:extLst>
                    <a:ext uri="{FF2B5EF4-FFF2-40B4-BE49-F238E27FC236}">
                      <a16:creationId xmlns:a16="http://schemas.microsoft.com/office/drawing/2014/main" id="{FB4DA9FB-DE77-479F-A616-26B59A29F700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4" name="直線コネクタ 108523">
                  <a:extLst>
                    <a:ext uri="{FF2B5EF4-FFF2-40B4-BE49-F238E27FC236}">
                      <a16:creationId xmlns:a16="http://schemas.microsoft.com/office/drawing/2014/main" id="{E42C4E32-17EA-4817-87A1-05E7FADCF655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5" name="直線コネクタ 108524">
                  <a:extLst>
                    <a:ext uri="{FF2B5EF4-FFF2-40B4-BE49-F238E27FC236}">
                      <a16:creationId xmlns:a16="http://schemas.microsoft.com/office/drawing/2014/main" id="{A09605BB-CF9B-4128-9407-F2ACDF29BA1D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6" name="直線コネクタ 108525">
                  <a:extLst>
                    <a:ext uri="{FF2B5EF4-FFF2-40B4-BE49-F238E27FC236}">
                      <a16:creationId xmlns:a16="http://schemas.microsoft.com/office/drawing/2014/main" id="{FE768125-938C-4AC4-AF07-475B7B6229EC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7" name="直線コネクタ 108526">
                  <a:extLst>
                    <a:ext uri="{FF2B5EF4-FFF2-40B4-BE49-F238E27FC236}">
                      <a16:creationId xmlns:a16="http://schemas.microsoft.com/office/drawing/2014/main" id="{BCC8A08F-B1F0-474B-A04F-5E1983EBE52D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8" name="直線コネクタ 108527">
                  <a:extLst>
                    <a:ext uri="{FF2B5EF4-FFF2-40B4-BE49-F238E27FC236}">
                      <a16:creationId xmlns:a16="http://schemas.microsoft.com/office/drawing/2014/main" id="{23EFFCF4-2B22-4DEE-8085-3398B72FF885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29" name="直線コネクタ 108528">
                  <a:extLst>
                    <a:ext uri="{FF2B5EF4-FFF2-40B4-BE49-F238E27FC236}">
                      <a16:creationId xmlns:a16="http://schemas.microsoft.com/office/drawing/2014/main" id="{B6D34082-C067-4C31-AE8C-B331FA4A7D6C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0" name="直線コネクタ 108529">
                  <a:extLst>
                    <a:ext uri="{FF2B5EF4-FFF2-40B4-BE49-F238E27FC236}">
                      <a16:creationId xmlns:a16="http://schemas.microsoft.com/office/drawing/2014/main" id="{5827DEB2-6E4B-46AD-AD29-E35C3F5C17FD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1" name="直線コネクタ 108530">
                  <a:extLst>
                    <a:ext uri="{FF2B5EF4-FFF2-40B4-BE49-F238E27FC236}">
                      <a16:creationId xmlns:a16="http://schemas.microsoft.com/office/drawing/2014/main" id="{7E3BEACD-559A-4A1D-B2BD-53D37A5E206C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2" name="直線コネクタ 108531">
                  <a:extLst>
                    <a:ext uri="{FF2B5EF4-FFF2-40B4-BE49-F238E27FC236}">
                      <a16:creationId xmlns:a16="http://schemas.microsoft.com/office/drawing/2014/main" id="{C75C59B0-40D8-4764-9F18-759DE90A7BDE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3" name="直線コネクタ 108532">
                  <a:extLst>
                    <a:ext uri="{FF2B5EF4-FFF2-40B4-BE49-F238E27FC236}">
                      <a16:creationId xmlns:a16="http://schemas.microsoft.com/office/drawing/2014/main" id="{D6F5235E-483E-4639-8277-A03E29A61797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4" name="直線コネクタ 108533">
                  <a:extLst>
                    <a:ext uri="{FF2B5EF4-FFF2-40B4-BE49-F238E27FC236}">
                      <a16:creationId xmlns:a16="http://schemas.microsoft.com/office/drawing/2014/main" id="{AA47AAB1-D784-4795-8C22-1E8B39038952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5" name="直線コネクタ 108534">
                  <a:extLst>
                    <a:ext uri="{FF2B5EF4-FFF2-40B4-BE49-F238E27FC236}">
                      <a16:creationId xmlns:a16="http://schemas.microsoft.com/office/drawing/2014/main" id="{434CC624-73BB-4930-A0FD-34414804D66E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6" name="直線コネクタ 108535">
                  <a:extLst>
                    <a:ext uri="{FF2B5EF4-FFF2-40B4-BE49-F238E27FC236}">
                      <a16:creationId xmlns:a16="http://schemas.microsoft.com/office/drawing/2014/main" id="{6DA496E5-EC85-48B3-AA07-B74996E645C7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7" name="直線コネクタ 108536">
                  <a:extLst>
                    <a:ext uri="{FF2B5EF4-FFF2-40B4-BE49-F238E27FC236}">
                      <a16:creationId xmlns:a16="http://schemas.microsoft.com/office/drawing/2014/main" id="{98F8790B-4D62-4209-9CD6-AF5856E22119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8" name="直線コネクタ 108537">
                  <a:extLst>
                    <a:ext uri="{FF2B5EF4-FFF2-40B4-BE49-F238E27FC236}">
                      <a16:creationId xmlns:a16="http://schemas.microsoft.com/office/drawing/2014/main" id="{71EEEC3E-A9B9-4F5F-A2F2-EB78A67AF352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39" name="直線コネクタ 108538">
                  <a:extLst>
                    <a:ext uri="{FF2B5EF4-FFF2-40B4-BE49-F238E27FC236}">
                      <a16:creationId xmlns:a16="http://schemas.microsoft.com/office/drawing/2014/main" id="{B5239A9F-76BC-491F-BEA8-EF0F7AB03208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0" name="直線コネクタ 108539">
                  <a:extLst>
                    <a:ext uri="{FF2B5EF4-FFF2-40B4-BE49-F238E27FC236}">
                      <a16:creationId xmlns:a16="http://schemas.microsoft.com/office/drawing/2014/main" id="{7800AC46-6720-474D-B4AF-640E6FE852CF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1" name="直線コネクタ 108540">
                  <a:extLst>
                    <a:ext uri="{FF2B5EF4-FFF2-40B4-BE49-F238E27FC236}">
                      <a16:creationId xmlns:a16="http://schemas.microsoft.com/office/drawing/2014/main" id="{A1501F73-940A-41F1-A9B2-493AB584B14F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2" name="直線コネクタ 108541">
                  <a:extLst>
                    <a:ext uri="{FF2B5EF4-FFF2-40B4-BE49-F238E27FC236}">
                      <a16:creationId xmlns:a16="http://schemas.microsoft.com/office/drawing/2014/main" id="{F393D05D-26A6-471F-BE09-66D489B7114A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3" name="直線コネクタ 108542">
                  <a:extLst>
                    <a:ext uri="{FF2B5EF4-FFF2-40B4-BE49-F238E27FC236}">
                      <a16:creationId xmlns:a16="http://schemas.microsoft.com/office/drawing/2014/main" id="{09155324-D025-4A13-9D4D-F3FE6E15501F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4" name="直線コネクタ 108543">
                  <a:extLst>
                    <a:ext uri="{FF2B5EF4-FFF2-40B4-BE49-F238E27FC236}">
                      <a16:creationId xmlns:a16="http://schemas.microsoft.com/office/drawing/2014/main" id="{D52C185C-E535-426D-B3B0-A15C052D6EE4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5" name="直線コネクタ 108544">
                  <a:extLst>
                    <a:ext uri="{FF2B5EF4-FFF2-40B4-BE49-F238E27FC236}">
                      <a16:creationId xmlns:a16="http://schemas.microsoft.com/office/drawing/2014/main" id="{F2BEED1F-70BD-44A2-AD9C-36176D92574B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6" name="直線コネクタ 108545">
                  <a:extLst>
                    <a:ext uri="{FF2B5EF4-FFF2-40B4-BE49-F238E27FC236}">
                      <a16:creationId xmlns:a16="http://schemas.microsoft.com/office/drawing/2014/main" id="{23847F46-A8B5-4785-B338-FD36EA024729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7" name="直線コネクタ 108546">
                  <a:extLst>
                    <a:ext uri="{FF2B5EF4-FFF2-40B4-BE49-F238E27FC236}">
                      <a16:creationId xmlns:a16="http://schemas.microsoft.com/office/drawing/2014/main" id="{FD0297E3-7577-49D1-8B0D-717610A288D9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8" name="直線コネクタ 108547">
                  <a:extLst>
                    <a:ext uri="{FF2B5EF4-FFF2-40B4-BE49-F238E27FC236}">
                      <a16:creationId xmlns:a16="http://schemas.microsoft.com/office/drawing/2014/main" id="{D96BF53D-A353-4032-BE20-38BADA53AFC3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49" name="直線コネクタ 108548">
                  <a:extLst>
                    <a:ext uri="{FF2B5EF4-FFF2-40B4-BE49-F238E27FC236}">
                      <a16:creationId xmlns:a16="http://schemas.microsoft.com/office/drawing/2014/main" id="{F5CAE96A-ECD7-4079-8BCF-4CAACF7FDB99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0" name="直線コネクタ 108549">
                  <a:extLst>
                    <a:ext uri="{FF2B5EF4-FFF2-40B4-BE49-F238E27FC236}">
                      <a16:creationId xmlns:a16="http://schemas.microsoft.com/office/drawing/2014/main" id="{B77DDC5E-7D29-4FF1-B287-3EF1229BB25D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551" name="直線コネクタ 108550">
                  <a:extLst>
                    <a:ext uri="{FF2B5EF4-FFF2-40B4-BE49-F238E27FC236}">
                      <a16:creationId xmlns:a16="http://schemas.microsoft.com/office/drawing/2014/main" id="{48BF3242-3EE5-4E13-B9B9-6D407A71E254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917" name="グループ化 104916">
              <a:extLst>
                <a:ext uri="{FF2B5EF4-FFF2-40B4-BE49-F238E27FC236}">
                  <a16:creationId xmlns:a16="http://schemas.microsoft.com/office/drawing/2014/main" id="{D7136877-D3D3-4784-A005-E02EC690A1B9}"/>
                </a:ext>
              </a:extLst>
            </p:cNvPr>
            <p:cNvGrpSpPr/>
            <p:nvPr/>
          </p:nvGrpSpPr>
          <p:grpSpPr>
            <a:xfrm>
              <a:off x="0" y="7200000"/>
              <a:ext cx="3601080" cy="3602160"/>
              <a:chOff x="3600000" y="3598920"/>
              <a:chExt cx="3601080" cy="3602160"/>
            </a:xfrm>
          </p:grpSpPr>
          <p:grpSp>
            <p:nvGrpSpPr>
              <p:cNvPr id="107339" name="グループ化 107338">
                <a:extLst>
                  <a:ext uri="{FF2B5EF4-FFF2-40B4-BE49-F238E27FC236}">
                    <a16:creationId xmlns:a16="http://schemas.microsoft.com/office/drawing/2014/main" id="{83A0F255-A898-457E-8CDD-434736726F1B}"/>
                  </a:ext>
                </a:extLst>
              </p:cNvPr>
              <p:cNvGrpSpPr/>
              <p:nvPr/>
            </p:nvGrpSpPr>
            <p:grpSpPr>
              <a:xfrm>
                <a:off x="5400000" y="359892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8066" name="直線コネクタ 108065">
                  <a:extLst>
                    <a:ext uri="{FF2B5EF4-FFF2-40B4-BE49-F238E27FC236}">
                      <a16:creationId xmlns:a16="http://schemas.microsoft.com/office/drawing/2014/main" id="{89E6DB65-6B3E-4F74-83F9-7260B0E50C4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7" name="直線コネクタ 108066">
                  <a:extLst>
                    <a:ext uri="{FF2B5EF4-FFF2-40B4-BE49-F238E27FC236}">
                      <a16:creationId xmlns:a16="http://schemas.microsoft.com/office/drawing/2014/main" id="{75E64EAC-422D-48EB-8878-CA335F17DE4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8" name="直線コネクタ 108067">
                  <a:extLst>
                    <a:ext uri="{FF2B5EF4-FFF2-40B4-BE49-F238E27FC236}">
                      <a16:creationId xmlns:a16="http://schemas.microsoft.com/office/drawing/2014/main" id="{57A5C40A-252F-42F2-A2E8-D21E134B9DA9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9" name="直線コネクタ 108068">
                  <a:extLst>
                    <a:ext uri="{FF2B5EF4-FFF2-40B4-BE49-F238E27FC236}">
                      <a16:creationId xmlns:a16="http://schemas.microsoft.com/office/drawing/2014/main" id="{1A8F7192-CD34-42CD-B699-E7E9FC3DADC9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0" name="直線コネクタ 108069">
                  <a:extLst>
                    <a:ext uri="{FF2B5EF4-FFF2-40B4-BE49-F238E27FC236}">
                      <a16:creationId xmlns:a16="http://schemas.microsoft.com/office/drawing/2014/main" id="{73B7E4A5-3CDA-41F6-B77D-60B59C8D620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1" name="直線コネクタ 108070">
                  <a:extLst>
                    <a:ext uri="{FF2B5EF4-FFF2-40B4-BE49-F238E27FC236}">
                      <a16:creationId xmlns:a16="http://schemas.microsoft.com/office/drawing/2014/main" id="{084EFF56-276D-4694-BAC5-61EB8439056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2" name="直線コネクタ 108071">
                  <a:extLst>
                    <a:ext uri="{FF2B5EF4-FFF2-40B4-BE49-F238E27FC236}">
                      <a16:creationId xmlns:a16="http://schemas.microsoft.com/office/drawing/2014/main" id="{9C7630DD-74A8-4072-BF42-52155BBF1726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3" name="直線コネクタ 108072">
                  <a:extLst>
                    <a:ext uri="{FF2B5EF4-FFF2-40B4-BE49-F238E27FC236}">
                      <a16:creationId xmlns:a16="http://schemas.microsoft.com/office/drawing/2014/main" id="{846005EB-E7AE-47DD-8A66-49601328432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4" name="直線コネクタ 108073">
                  <a:extLst>
                    <a:ext uri="{FF2B5EF4-FFF2-40B4-BE49-F238E27FC236}">
                      <a16:creationId xmlns:a16="http://schemas.microsoft.com/office/drawing/2014/main" id="{4F2C1752-8548-4FE6-AEB3-E48342C929D8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5" name="直線コネクタ 108074">
                  <a:extLst>
                    <a:ext uri="{FF2B5EF4-FFF2-40B4-BE49-F238E27FC236}">
                      <a16:creationId xmlns:a16="http://schemas.microsoft.com/office/drawing/2014/main" id="{26ED5AF6-C171-4B90-A72B-09FB6C956B1D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6" name="直線コネクタ 108075">
                  <a:extLst>
                    <a:ext uri="{FF2B5EF4-FFF2-40B4-BE49-F238E27FC236}">
                      <a16:creationId xmlns:a16="http://schemas.microsoft.com/office/drawing/2014/main" id="{A8B6657D-B3CF-4D03-86C0-30A403FF02FC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7" name="直線コネクタ 108076">
                  <a:extLst>
                    <a:ext uri="{FF2B5EF4-FFF2-40B4-BE49-F238E27FC236}">
                      <a16:creationId xmlns:a16="http://schemas.microsoft.com/office/drawing/2014/main" id="{CCFF14E4-62B3-40DA-998E-D0F63FB4DE3A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8" name="直線コネクタ 108077">
                  <a:extLst>
                    <a:ext uri="{FF2B5EF4-FFF2-40B4-BE49-F238E27FC236}">
                      <a16:creationId xmlns:a16="http://schemas.microsoft.com/office/drawing/2014/main" id="{D221AC46-4987-42FD-A47F-8DCEFEAAA799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79" name="直線コネクタ 108078">
                  <a:extLst>
                    <a:ext uri="{FF2B5EF4-FFF2-40B4-BE49-F238E27FC236}">
                      <a16:creationId xmlns:a16="http://schemas.microsoft.com/office/drawing/2014/main" id="{DFFF10EE-CEA3-4DFA-B371-3B337B0697B5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0" name="直線コネクタ 108079">
                  <a:extLst>
                    <a:ext uri="{FF2B5EF4-FFF2-40B4-BE49-F238E27FC236}">
                      <a16:creationId xmlns:a16="http://schemas.microsoft.com/office/drawing/2014/main" id="{D9657023-91AF-456D-B9E3-B79558E33CE3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1" name="直線コネクタ 108080">
                  <a:extLst>
                    <a:ext uri="{FF2B5EF4-FFF2-40B4-BE49-F238E27FC236}">
                      <a16:creationId xmlns:a16="http://schemas.microsoft.com/office/drawing/2014/main" id="{9C1BB945-578F-46C5-A4C2-2B40F6E63FE9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2" name="直線コネクタ 108081">
                  <a:extLst>
                    <a:ext uri="{FF2B5EF4-FFF2-40B4-BE49-F238E27FC236}">
                      <a16:creationId xmlns:a16="http://schemas.microsoft.com/office/drawing/2014/main" id="{1393F521-23DD-4BF2-B30A-BA7FB12AE12B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3" name="直線コネクタ 108082">
                  <a:extLst>
                    <a:ext uri="{FF2B5EF4-FFF2-40B4-BE49-F238E27FC236}">
                      <a16:creationId xmlns:a16="http://schemas.microsoft.com/office/drawing/2014/main" id="{FF85B21A-75D3-415F-B6CF-B9C8D78F4275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4" name="直線コネクタ 108083">
                  <a:extLst>
                    <a:ext uri="{FF2B5EF4-FFF2-40B4-BE49-F238E27FC236}">
                      <a16:creationId xmlns:a16="http://schemas.microsoft.com/office/drawing/2014/main" id="{5D7647AB-AC27-4D71-853C-BB54102239DB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5" name="直線コネクタ 108084">
                  <a:extLst>
                    <a:ext uri="{FF2B5EF4-FFF2-40B4-BE49-F238E27FC236}">
                      <a16:creationId xmlns:a16="http://schemas.microsoft.com/office/drawing/2014/main" id="{FC7D6823-6F48-43A8-80E6-06849FA9C39C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6" name="直線コネクタ 108085">
                  <a:extLst>
                    <a:ext uri="{FF2B5EF4-FFF2-40B4-BE49-F238E27FC236}">
                      <a16:creationId xmlns:a16="http://schemas.microsoft.com/office/drawing/2014/main" id="{393EEC5A-6EB0-40FB-A43D-4E3090337B1C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7" name="直線コネクタ 108086">
                  <a:extLst>
                    <a:ext uri="{FF2B5EF4-FFF2-40B4-BE49-F238E27FC236}">
                      <a16:creationId xmlns:a16="http://schemas.microsoft.com/office/drawing/2014/main" id="{9A5D500A-D23A-441D-B4D1-64F363FB3853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8" name="直線コネクタ 108087">
                  <a:extLst>
                    <a:ext uri="{FF2B5EF4-FFF2-40B4-BE49-F238E27FC236}">
                      <a16:creationId xmlns:a16="http://schemas.microsoft.com/office/drawing/2014/main" id="{60ECF0CD-083C-4F63-9EF5-C3E20A978060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89" name="直線コネクタ 108088">
                  <a:extLst>
                    <a:ext uri="{FF2B5EF4-FFF2-40B4-BE49-F238E27FC236}">
                      <a16:creationId xmlns:a16="http://schemas.microsoft.com/office/drawing/2014/main" id="{A4C1690B-9C57-404B-9135-691642E0DF52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0" name="直線コネクタ 108089">
                  <a:extLst>
                    <a:ext uri="{FF2B5EF4-FFF2-40B4-BE49-F238E27FC236}">
                      <a16:creationId xmlns:a16="http://schemas.microsoft.com/office/drawing/2014/main" id="{5CE1CE68-4193-4FBA-A26E-4FD7161E6B22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1" name="直線コネクタ 108090">
                  <a:extLst>
                    <a:ext uri="{FF2B5EF4-FFF2-40B4-BE49-F238E27FC236}">
                      <a16:creationId xmlns:a16="http://schemas.microsoft.com/office/drawing/2014/main" id="{60A487EA-7D14-4F0F-817F-DEC64602AFFD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2" name="直線コネクタ 108091">
                  <a:extLst>
                    <a:ext uri="{FF2B5EF4-FFF2-40B4-BE49-F238E27FC236}">
                      <a16:creationId xmlns:a16="http://schemas.microsoft.com/office/drawing/2014/main" id="{F1E308D5-314E-40C9-B12A-1EC3664C139A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3" name="直線コネクタ 108092">
                  <a:extLst>
                    <a:ext uri="{FF2B5EF4-FFF2-40B4-BE49-F238E27FC236}">
                      <a16:creationId xmlns:a16="http://schemas.microsoft.com/office/drawing/2014/main" id="{42294126-E938-4D08-82F2-603E31323086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4" name="直線コネクタ 108093">
                  <a:extLst>
                    <a:ext uri="{FF2B5EF4-FFF2-40B4-BE49-F238E27FC236}">
                      <a16:creationId xmlns:a16="http://schemas.microsoft.com/office/drawing/2014/main" id="{0840EFD3-1614-46FB-A991-F6A8E82B087C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5" name="直線コネクタ 108094">
                  <a:extLst>
                    <a:ext uri="{FF2B5EF4-FFF2-40B4-BE49-F238E27FC236}">
                      <a16:creationId xmlns:a16="http://schemas.microsoft.com/office/drawing/2014/main" id="{C8C71294-12FA-4B43-93B9-BB6B5C4FE186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6" name="直線コネクタ 108095">
                  <a:extLst>
                    <a:ext uri="{FF2B5EF4-FFF2-40B4-BE49-F238E27FC236}">
                      <a16:creationId xmlns:a16="http://schemas.microsoft.com/office/drawing/2014/main" id="{EC156C99-FC46-497A-AD7E-1B3C03877BC7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7" name="直線コネクタ 108096">
                  <a:extLst>
                    <a:ext uri="{FF2B5EF4-FFF2-40B4-BE49-F238E27FC236}">
                      <a16:creationId xmlns:a16="http://schemas.microsoft.com/office/drawing/2014/main" id="{5B614C52-7397-442B-A966-1401C0E98DD3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8" name="直線コネクタ 108097">
                  <a:extLst>
                    <a:ext uri="{FF2B5EF4-FFF2-40B4-BE49-F238E27FC236}">
                      <a16:creationId xmlns:a16="http://schemas.microsoft.com/office/drawing/2014/main" id="{288311C5-0BE5-4267-BC35-DDF507BA1F79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99" name="直線コネクタ 108098">
                  <a:extLst>
                    <a:ext uri="{FF2B5EF4-FFF2-40B4-BE49-F238E27FC236}">
                      <a16:creationId xmlns:a16="http://schemas.microsoft.com/office/drawing/2014/main" id="{ADAF9A87-B433-4049-8C14-50E93C701B37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0" name="直線コネクタ 108099">
                  <a:extLst>
                    <a:ext uri="{FF2B5EF4-FFF2-40B4-BE49-F238E27FC236}">
                      <a16:creationId xmlns:a16="http://schemas.microsoft.com/office/drawing/2014/main" id="{0D59E778-9139-4B71-9D2A-DC6AE553FD32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1" name="直線コネクタ 108100">
                  <a:extLst>
                    <a:ext uri="{FF2B5EF4-FFF2-40B4-BE49-F238E27FC236}">
                      <a16:creationId xmlns:a16="http://schemas.microsoft.com/office/drawing/2014/main" id="{F95E06FD-FC87-4C00-A124-E3DA7342508F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2" name="直線コネクタ 108101">
                  <a:extLst>
                    <a:ext uri="{FF2B5EF4-FFF2-40B4-BE49-F238E27FC236}">
                      <a16:creationId xmlns:a16="http://schemas.microsoft.com/office/drawing/2014/main" id="{1F2A9BAF-1B4D-4F92-A2D7-1DC4DE90AF4B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3" name="直線コネクタ 108102">
                  <a:extLst>
                    <a:ext uri="{FF2B5EF4-FFF2-40B4-BE49-F238E27FC236}">
                      <a16:creationId xmlns:a16="http://schemas.microsoft.com/office/drawing/2014/main" id="{520A912D-BE53-4D1B-A9EE-9156FC471BDF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4" name="直線コネクタ 108103">
                  <a:extLst>
                    <a:ext uri="{FF2B5EF4-FFF2-40B4-BE49-F238E27FC236}">
                      <a16:creationId xmlns:a16="http://schemas.microsoft.com/office/drawing/2014/main" id="{56BEEF69-627C-4CB4-A460-2325664101B0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5" name="直線コネクタ 108104">
                  <a:extLst>
                    <a:ext uri="{FF2B5EF4-FFF2-40B4-BE49-F238E27FC236}">
                      <a16:creationId xmlns:a16="http://schemas.microsoft.com/office/drawing/2014/main" id="{F9FC875B-CEDF-4AD2-B1F4-6A417D10481C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6" name="直線コネクタ 108105">
                  <a:extLst>
                    <a:ext uri="{FF2B5EF4-FFF2-40B4-BE49-F238E27FC236}">
                      <a16:creationId xmlns:a16="http://schemas.microsoft.com/office/drawing/2014/main" id="{2894B66B-A898-4B88-9D7B-EAE3552A4B78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7" name="直線コネクタ 108106">
                  <a:extLst>
                    <a:ext uri="{FF2B5EF4-FFF2-40B4-BE49-F238E27FC236}">
                      <a16:creationId xmlns:a16="http://schemas.microsoft.com/office/drawing/2014/main" id="{55E7CB52-C956-4CAF-BAB5-83D39B71FDC9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8" name="直線コネクタ 108107">
                  <a:extLst>
                    <a:ext uri="{FF2B5EF4-FFF2-40B4-BE49-F238E27FC236}">
                      <a16:creationId xmlns:a16="http://schemas.microsoft.com/office/drawing/2014/main" id="{D5DC8716-DAB2-45DB-82A5-B4BD11975E9E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09" name="直線コネクタ 108108">
                  <a:extLst>
                    <a:ext uri="{FF2B5EF4-FFF2-40B4-BE49-F238E27FC236}">
                      <a16:creationId xmlns:a16="http://schemas.microsoft.com/office/drawing/2014/main" id="{42B43A54-4C4B-4696-9C47-3800B2F61357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0" name="直線コネクタ 108109">
                  <a:extLst>
                    <a:ext uri="{FF2B5EF4-FFF2-40B4-BE49-F238E27FC236}">
                      <a16:creationId xmlns:a16="http://schemas.microsoft.com/office/drawing/2014/main" id="{24671140-FC10-40F7-8A88-D51185E3AEE6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1" name="直線コネクタ 108110">
                  <a:extLst>
                    <a:ext uri="{FF2B5EF4-FFF2-40B4-BE49-F238E27FC236}">
                      <a16:creationId xmlns:a16="http://schemas.microsoft.com/office/drawing/2014/main" id="{CA09B650-4DD9-41B6-94B1-0894F34A3CC0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2" name="直線コネクタ 108111">
                  <a:extLst>
                    <a:ext uri="{FF2B5EF4-FFF2-40B4-BE49-F238E27FC236}">
                      <a16:creationId xmlns:a16="http://schemas.microsoft.com/office/drawing/2014/main" id="{B07E4237-FD30-46B4-9455-48715A607BB0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3" name="直線コネクタ 108112">
                  <a:extLst>
                    <a:ext uri="{FF2B5EF4-FFF2-40B4-BE49-F238E27FC236}">
                      <a16:creationId xmlns:a16="http://schemas.microsoft.com/office/drawing/2014/main" id="{41574B8E-14B5-4207-A206-0F7C086DBB88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4" name="直線コネクタ 108113">
                  <a:extLst>
                    <a:ext uri="{FF2B5EF4-FFF2-40B4-BE49-F238E27FC236}">
                      <a16:creationId xmlns:a16="http://schemas.microsoft.com/office/drawing/2014/main" id="{5ADC7CBC-4316-424F-9AF5-48DE86BB17EB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5" name="直線コネクタ 108114">
                  <a:extLst>
                    <a:ext uri="{FF2B5EF4-FFF2-40B4-BE49-F238E27FC236}">
                      <a16:creationId xmlns:a16="http://schemas.microsoft.com/office/drawing/2014/main" id="{39C5116C-EA76-4428-BF80-3EF5D3816123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6" name="直線コネクタ 108115">
                  <a:extLst>
                    <a:ext uri="{FF2B5EF4-FFF2-40B4-BE49-F238E27FC236}">
                      <a16:creationId xmlns:a16="http://schemas.microsoft.com/office/drawing/2014/main" id="{E6963B0D-9B02-42C9-97F9-8B4B41D46CCD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7" name="直線コネクタ 108116">
                  <a:extLst>
                    <a:ext uri="{FF2B5EF4-FFF2-40B4-BE49-F238E27FC236}">
                      <a16:creationId xmlns:a16="http://schemas.microsoft.com/office/drawing/2014/main" id="{3C28BCBE-2E97-4E30-BDF6-36842B3F4760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8" name="直線コネクタ 108117">
                  <a:extLst>
                    <a:ext uri="{FF2B5EF4-FFF2-40B4-BE49-F238E27FC236}">
                      <a16:creationId xmlns:a16="http://schemas.microsoft.com/office/drawing/2014/main" id="{E5C6A389-7141-4C59-826C-C30ACB9F80B2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19" name="直線コネクタ 108118">
                  <a:extLst>
                    <a:ext uri="{FF2B5EF4-FFF2-40B4-BE49-F238E27FC236}">
                      <a16:creationId xmlns:a16="http://schemas.microsoft.com/office/drawing/2014/main" id="{65C480CA-4D2B-43E3-81D2-3ADE90DA48C0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0" name="直線コネクタ 108119">
                  <a:extLst>
                    <a:ext uri="{FF2B5EF4-FFF2-40B4-BE49-F238E27FC236}">
                      <a16:creationId xmlns:a16="http://schemas.microsoft.com/office/drawing/2014/main" id="{1B6E2CFC-9C76-4C1E-B3AA-852BA19FE021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1" name="直線コネクタ 108120">
                  <a:extLst>
                    <a:ext uri="{FF2B5EF4-FFF2-40B4-BE49-F238E27FC236}">
                      <a16:creationId xmlns:a16="http://schemas.microsoft.com/office/drawing/2014/main" id="{6F552209-1B12-4216-B4B5-07F9A454F179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2" name="直線コネクタ 108121">
                  <a:extLst>
                    <a:ext uri="{FF2B5EF4-FFF2-40B4-BE49-F238E27FC236}">
                      <a16:creationId xmlns:a16="http://schemas.microsoft.com/office/drawing/2014/main" id="{9E88BB5C-A3CF-4703-B2AF-5625517DBB81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3" name="直線コネクタ 108122">
                  <a:extLst>
                    <a:ext uri="{FF2B5EF4-FFF2-40B4-BE49-F238E27FC236}">
                      <a16:creationId xmlns:a16="http://schemas.microsoft.com/office/drawing/2014/main" id="{010F0A0F-6206-4247-AB8F-FEC75FE452EF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4" name="直線コネクタ 108123">
                  <a:extLst>
                    <a:ext uri="{FF2B5EF4-FFF2-40B4-BE49-F238E27FC236}">
                      <a16:creationId xmlns:a16="http://schemas.microsoft.com/office/drawing/2014/main" id="{F44CE8DB-F15F-4316-AD8E-C57A45EAA610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5" name="直線コネクタ 108124">
                  <a:extLst>
                    <a:ext uri="{FF2B5EF4-FFF2-40B4-BE49-F238E27FC236}">
                      <a16:creationId xmlns:a16="http://schemas.microsoft.com/office/drawing/2014/main" id="{DC298D58-D815-44E7-B44D-A58F10123602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6" name="直線コネクタ 108125">
                  <a:extLst>
                    <a:ext uri="{FF2B5EF4-FFF2-40B4-BE49-F238E27FC236}">
                      <a16:creationId xmlns:a16="http://schemas.microsoft.com/office/drawing/2014/main" id="{22E777EC-36A5-4A31-87B2-382CF80E4852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7" name="直線コネクタ 108126">
                  <a:extLst>
                    <a:ext uri="{FF2B5EF4-FFF2-40B4-BE49-F238E27FC236}">
                      <a16:creationId xmlns:a16="http://schemas.microsoft.com/office/drawing/2014/main" id="{C387F9F7-27C1-4456-BCF3-B48D75C0538A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8" name="直線コネクタ 108127">
                  <a:extLst>
                    <a:ext uri="{FF2B5EF4-FFF2-40B4-BE49-F238E27FC236}">
                      <a16:creationId xmlns:a16="http://schemas.microsoft.com/office/drawing/2014/main" id="{5976E760-C43C-4D33-A76D-02BAA6A88465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29" name="直線コネクタ 108128">
                  <a:extLst>
                    <a:ext uri="{FF2B5EF4-FFF2-40B4-BE49-F238E27FC236}">
                      <a16:creationId xmlns:a16="http://schemas.microsoft.com/office/drawing/2014/main" id="{2E7875AF-CD45-4B31-A73B-D584646ACB8F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0" name="直線コネクタ 108129">
                  <a:extLst>
                    <a:ext uri="{FF2B5EF4-FFF2-40B4-BE49-F238E27FC236}">
                      <a16:creationId xmlns:a16="http://schemas.microsoft.com/office/drawing/2014/main" id="{FEA8A6AC-C373-4ACA-8235-6ACD6D9BF387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1" name="直線コネクタ 108130">
                  <a:extLst>
                    <a:ext uri="{FF2B5EF4-FFF2-40B4-BE49-F238E27FC236}">
                      <a16:creationId xmlns:a16="http://schemas.microsoft.com/office/drawing/2014/main" id="{9623F685-920A-4FCD-844A-3B881F79B8BC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2" name="直線コネクタ 108131">
                  <a:extLst>
                    <a:ext uri="{FF2B5EF4-FFF2-40B4-BE49-F238E27FC236}">
                      <a16:creationId xmlns:a16="http://schemas.microsoft.com/office/drawing/2014/main" id="{506FAFB7-C3CA-40FC-A121-C9BAF498E1C5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3" name="直線コネクタ 108132">
                  <a:extLst>
                    <a:ext uri="{FF2B5EF4-FFF2-40B4-BE49-F238E27FC236}">
                      <a16:creationId xmlns:a16="http://schemas.microsoft.com/office/drawing/2014/main" id="{ABA2032C-C98B-4159-8F9E-949FC378585D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4" name="直線コネクタ 108133">
                  <a:extLst>
                    <a:ext uri="{FF2B5EF4-FFF2-40B4-BE49-F238E27FC236}">
                      <a16:creationId xmlns:a16="http://schemas.microsoft.com/office/drawing/2014/main" id="{44EEF7AE-FBB4-440B-9085-5378DD4B01F0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5" name="直線コネクタ 108134">
                  <a:extLst>
                    <a:ext uri="{FF2B5EF4-FFF2-40B4-BE49-F238E27FC236}">
                      <a16:creationId xmlns:a16="http://schemas.microsoft.com/office/drawing/2014/main" id="{1D32A98C-BB6F-403F-A765-570A9E00C351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6" name="直線コネクタ 108135">
                  <a:extLst>
                    <a:ext uri="{FF2B5EF4-FFF2-40B4-BE49-F238E27FC236}">
                      <a16:creationId xmlns:a16="http://schemas.microsoft.com/office/drawing/2014/main" id="{30FD687A-0FD1-492E-9263-3BD805D03B54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7" name="直線コネクタ 108136">
                  <a:extLst>
                    <a:ext uri="{FF2B5EF4-FFF2-40B4-BE49-F238E27FC236}">
                      <a16:creationId xmlns:a16="http://schemas.microsoft.com/office/drawing/2014/main" id="{B0B80939-A6C3-480B-8F89-927AC8915576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8" name="直線コネクタ 108137">
                  <a:extLst>
                    <a:ext uri="{FF2B5EF4-FFF2-40B4-BE49-F238E27FC236}">
                      <a16:creationId xmlns:a16="http://schemas.microsoft.com/office/drawing/2014/main" id="{161B9F0A-2D69-4DCC-9A38-78410CBFCA07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39" name="直線コネクタ 108138">
                  <a:extLst>
                    <a:ext uri="{FF2B5EF4-FFF2-40B4-BE49-F238E27FC236}">
                      <a16:creationId xmlns:a16="http://schemas.microsoft.com/office/drawing/2014/main" id="{D87C13A3-B2D3-443C-B5E3-4A251445D199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0" name="直線コネクタ 108139">
                  <a:extLst>
                    <a:ext uri="{FF2B5EF4-FFF2-40B4-BE49-F238E27FC236}">
                      <a16:creationId xmlns:a16="http://schemas.microsoft.com/office/drawing/2014/main" id="{43E4984F-4BFC-4FE5-910D-0E2DC265FBC4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1" name="直線コネクタ 108140">
                  <a:extLst>
                    <a:ext uri="{FF2B5EF4-FFF2-40B4-BE49-F238E27FC236}">
                      <a16:creationId xmlns:a16="http://schemas.microsoft.com/office/drawing/2014/main" id="{A36AACE7-D8A7-4FD1-B966-121A3C013E3F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2" name="直線コネクタ 108141">
                  <a:extLst>
                    <a:ext uri="{FF2B5EF4-FFF2-40B4-BE49-F238E27FC236}">
                      <a16:creationId xmlns:a16="http://schemas.microsoft.com/office/drawing/2014/main" id="{1899BCC1-30D5-42A0-B5AA-F648BE4A7EAE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3" name="直線コネクタ 108142">
                  <a:extLst>
                    <a:ext uri="{FF2B5EF4-FFF2-40B4-BE49-F238E27FC236}">
                      <a16:creationId xmlns:a16="http://schemas.microsoft.com/office/drawing/2014/main" id="{E2F6B26B-9DD8-4585-B305-8E5976780549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4" name="直線コネクタ 108143">
                  <a:extLst>
                    <a:ext uri="{FF2B5EF4-FFF2-40B4-BE49-F238E27FC236}">
                      <a16:creationId xmlns:a16="http://schemas.microsoft.com/office/drawing/2014/main" id="{5F6FC175-79D0-4705-BAC5-A5B36CB375AC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5" name="直線コネクタ 108144">
                  <a:extLst>
                    <a:ext uri="{FF2B5EF4-FFF2-40B4-BE49-F238E27FC236}">
                      <a16:creationId xmlns:a16="http://schemas.microsoft.com/office/drawing/2014/main" id="{53875F09-2EF2-43F3-9A6A-F50DCABDE3E0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6" name="直線コネクタ 108145">
                  <a:extLst>
                    <a:ext uri="{FF2B5EF4-FFF2-40B4-BE49-F238E27FC236}">
                      <a16:creationId xmlns:a16="http://schemas.microsoft.com/office/drawing/2014/main" id="{F63DAEA1-38B0-4D16-A3A2-A809BD0AD2A4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7" name="直線コネクタ 108146">
                  <a:extLst>
                    <a:ext uri="{FF2B5EF4-FFF2-40B4-BE49-F238E27FC236}">
                      <a16:creationId xmlns:a16="http://schemas.microsoft.com/office/drawing/2014/main" id="{DF316AA9-A477-419C-94A2-839195F3CAA1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8" name="直線コネクタ 108147">
                  <a:extLst>
                    <a:ext uri="{FF2B5EF4-FFF2-40B4-BE49-F238E27FC236}">
                      <a16:creationId xmlns:a16="http://schemas.microsoft.com/office/drawing/2014/main" id="{271033DF-4734-4616-A187-D0CF6028662B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49" name="直線コネクタ 108148">
                  <a:extLst>
                    <a:ext uri="{FF2B5EF4-FFF2-40B4-BE49-F238E27FC236}">
                      <a16:creationId xmlns:a16="http://schemas.microsoft.com/office/drawing/2014/main" id="{7E1FD8CA-D5EB-4E44-9396-78052EF3C704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0" name="直線コネクタ 108149">
                  <a:extLst>
                    <a:ext uri="{FF2B5EF4-FFF2-40B4-BE49-F238E27FC236}">
                      <a16:creationId xmlns:a16="http://schemas.microsoft.com/office/drawing/2014/main" id="{A737240F-6855-419E-AE90-CD2B8CEE901E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1" name="直線コネクタ 108150">
                  <a:extLst>
                    <a:ext uri="{FF2B5EF4-FFF2-40B4-BE49-F238E27FC236}">
                      <a16:creationId xmlns:a16="http://schemas.microsoft.com/office/drawing/2014/main" id="{AF9137CF-C6AA-4FA2-934E-7B59D76BA2FB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2" name="直線コネクタ 108151">
                  <a:extLst>
                    <a:ext uri="{FF2B5EF4-FFF2-40B4-BE49-F238E27FC236}">
                      <a16:creationId xmlns:a16="http://schemas.microsoft.com/office/drawing/2014/main" id="{64B9F6BE-E91A-49BA-A48B-CFD32A43C154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3" name="直線コネクタ 108152">
                  <a:extLst>
                    <a:ext uri="{FF2B5EF4-FFF2-40B4-BE49-F238E27FC236}">
                      <a16:creationId xmlns:a16="http://schemas.microsoft.com/office/drawing/2014/main" id="{FA8282FC-A930-423B-B8EC-FEF7C38700D2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4" name="直線コネクタ 108153">
                  <a:extLst>
                    <a:ext uri="{FF2B5EF4-FFF2-40B4-BE49-F238E27FC236}">
                      <a16:creationId xmlns:a16="http://schemas.microsoft.com/office/drawing/2014/main" id="{AFD1304C-7806-497C-8D6F-BE796AB02446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5" name="直線コネクタ 108154">
                  <a:extLst>
                    <a:ext uri="{FF2B5EF4-FFF2-40B4-BE49-F238E27FC236}">
                      <a16:creationId xmlns:a16="http://schemas.microsoft.com/office/drawing/2014/main" id="{9EE8EC65-8D46-4470-81D0-0EED4A10A323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6" name="直線コネクタ 108155">
                  <a:extLst>
                    <a:ext uri="{FF2B5EF4-FFF2-40B4-BE49-F238E27FC236}">
                      <a16:creationId xmlns:a16="http://schemas.microsoft.com/office/drawing/2014/main" id="{DEF05304-19A0-422B-B732-92705FFCC290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7" name="直線コネクタ 108156">
                  <a:extLst>
                    <a:ext uri="{FF2B5EF4-FFF2-40B4-BE49-F238E27FC236}">
                      <a16:creationId xmlns:a16="http://schemas.microsoft.com/office/drawing/2014/main" id="{E820C4D3-F1EF-4CEC-B093-56FD0E63B774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8" name="直線コネクタ 108157">
                  <a:extLst>
                    <a:ext uri="{FF2B5EF4-FFF2-40B4-BE49-F238E27FC236}">
                      <a16:creationId xmlns:a16="http://schemas.microsoft.com/office/drawing/2014/main" id="{76B2A7B5-E869-41DF-98AC-BD39F24C44A8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59" name="直線コネクタ 108158">
                  <a:extLst>
                    <a:ext uri="{FF2B5EF4-FFF2-40B4-BE49-F238E27FC236}">
                      <a16:creationId xmlns:a16="http://schemas.microsoft.com/office/drawing/2014/main" id="{8B8AB839-2B71-4D97-8020-1C776C9F03FD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0" name="直線コネクタ 108159">
                  <a:extLst>
                    <a:ext uri="{FF2B5EF4-FFF2-40B4-BE49-F238E27FC236}">
                      <a16:creationId xmlns:a16="http://schemas.microsoft.com/office/drawing/2014/main" id="{EBB602BE-659D-421C-A0E0-A4270E587941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1" name="直線コネクタ 108160">
                  <a:extLst>
                    <a:ext uri="{FF2B5EF4-FFF2-40B4-BE49-F238E27FC236}">
                      <a16:creationId xmlns:a16="http://schemas.microsoft.com/office/drawing/2014/main" id="{58E55197-DE6A-4C16-9DFF-046575A4DBC3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2" name="直線コネクタ 108161">
                  <a:extLst>
                    <a:ext uri="{FF2B5EF4-FFF2-40B4-BE49-F238E27FC236}">
                      <a16:creationId xmlns:a16="http://schemas.microsoft.com/office/drawing/2014/main" id="{9C79A7B3-CF57-428B-BEA3-DF21D2B44736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3" name="直線コネクタ 108162">
                  <a:extLst>
                    <a:ext uri="{FF2B5EF4-FFF2-40B4-BE49-F238E27FC236}">
                      <a16:creationId xmlns:a16="http://schemas.microsoft.com/office/drawing/2014/main" id="{449833A8-8F8D-45F3-8691-6E9D8594A3C1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4" name="直線コネクタ 108163">
                  <a:extLst>
                    <a:ext uri="{FF2B5EF4-FFF2-40B4-BE49-F238E27FC236}">
                      <a16:creationId xmlns:a16="http://schemas.microsoft.com/office/drawing/2014/main" id="{88725509-C7A9-434D-842D-8113011B40E7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5" name="直線コネクタ 108164">
                  <a:extLst>
                    <a:ext uri="{FF2B5EF4-FFF2-40B4-BE49-F238E27FC236}">
                      <a16:creationId xmlns:a16="http://schemas.microsoft.com/office/drawing/2014/main" id="{15A7D816-5326-4253-A123-EFA20C5CE44D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6" name="直線コネクタ 108165">
                  <a:extLst>
                    <a:ext uri="{FF2B5EF4-FFF2-40B4-BE49-F238E27FC236}">
                      <a16:creationId xmlns:a16="http://schemas.microsoft.com/office/drawing/2014/main" id="{7BFA7D82-2E3D-4992-9CF1-9CAC46E8879B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7" name="直線コネクタ 108166">
                  <a:extLst>
                    <a:ext uri="{FF2B5EF4-FFF2-40B4-BE49-F238E27FC236}">
                      <a16:creationId xmlns:a16="http://schemas.microsoft.com/office/drawing/2014/main" id="{7EB9BCE6-D7AE-4776-BF3B-E6DEF01A645B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8" name="直線コネクタ 108167">
                  <a:extLst>
                    <a:ext uri="{FF2B5EF4-FFF2-40B4-BE49-F238E27FC236}">
                      <a16:creationId xmlns:a16="http://schemas.microsoft.com/office/drawing/2014/main" id="{5E8882B7-E618-40B1-AC0C-551696FF9CFA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69" name="直線コネクタ 108168">
                  <a:extLst>
                    <a:ext uri="{FF2B5EF4-FFF2-40B4-BE49-F238E27FC236}">
                      <a16:creationId xmlns:a16="http://schemas.microsoft.com/office/drawing/2014/main" id="{1F0F9390-3FAA-4D88-8A05-8878A55C451A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0" name="直線コネクタ 108169">
                  <a:extLst>
                    <a:ext uri="{FF2B5EF4-FFF2-40B4-BE49-F238E27FC236}">
                      <a16:creationId xmlns:a16="http://schemas.microsoft.com/office/drawing/2014/main" id="{2C9657DC-668C-4C41-BA33-FBB5E4B0B40E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1" name="直線コネクタ 108170">
                  <a:extLst>
                    <a:ext uri="{FF2B5EF4-FFF2-40B4-BE49-F238E27FC236}">
                      <a16:creationId xmlns:a16="http://schemas.microsoft.com/office/drawing/2014/main" id="{A22CD0C2-F70A-4F71-950D-7ABB81E8C3CD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2" name="直線コネクタ 108171">
                  <a:extLst>
                    <a:ext uri="{FF2B5EF4-FFF2-40B4-BE49-F238E27FC236}">
                      <a16:creationId xmlns:a16="http://schemas.microsoft.com/office/drawing/2014/main" id="{77B96DE6-00DB-46DB-A1E5-827F9B0A6266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3" name="直線コネクタ 108172">
                  <a:extLst>
                    <a:ext uri="{FF2B5EF4-FFF2-40B4-BE49-F238E27FC236}">
                      <a16:creationId xmlns:a16="http://schemas.microsoft.com/office/drawing/2014/main" id="{235309F0-DFA6-4532-A076-89482F150A14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4" name="直線コネクタ 108173">
                  <a:extLst>
                    <a:ext uri="{FF2B5EF4-FFF2-40B4-BE49-F238E27FC236}">
                      <a16:creationId xmlns:a16="http://schemas.microsoft.com/office/drawing/2014/main" id="{8A3870FC-D448-4750-9089-C338367DB70A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5" name="直線コネクタ 108174">
                  <a:extLst>
                    <a:ext uri="{FF2B5EF4-FFF2-40B4-BE49-F238E27FC236}">
                      <a16:creationId xmlns:a16="http://schemas.microsoft.com/office/drawing/2014/main" id="{96A9F12B-A335-4107-882E-BED6A0DD4813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6" name="直線コネクタ 108175">
                  <a:extLst>
                    <a:ext uri="{FF2B5EF4-FFF2-40B4-BE49-F238E27FC236}">
                      <a16:creationId xmlns:a16="http://schemas.microsoft.com/office/drawing/2014/main" id="{8CFADB18-7765-4E38-A2B4-604EAFC4B377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7" name="直線コネクタ 108176">
                  <a:extLst>
                    <a:ext uri="{FF2B5EF4-FFF2-40B4-BE49-F238E27FC236}">
                      <a16:creationId xmlns:a16="http://schemas.microsoft.com/office/drawing/2014/main" id="{BA4DFA36-2830-43D0-90CF-4B67CB8C95A3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8" name="直線コネクタ 108177">
                  <a:extLst>
                    <a:ext uri="{FF2B5EF4-FFF2-40B4-BE49-F238E27FC236}">
                      <a16:creationId xmlns:a16="http://schemas.microsoft.com/office/drawing/2014/main" id="{06DF1B3A-C512-45C4-BEB6-DD2602FC5755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79" name="直線コネクタ 108178">
                  <a:extLst>
                    <a:ext uri="{FF2B5EF4-FFF2-40B4-BE49-F238E27FC236}">
                      <a16:creationId xmlns:a16="http://schemas.microsoft.com/office/drawing/2014/main" id="{C23B322E-0A1C-4951-88EF-4CC194367B8B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0" name="直線コネクタ 108179">
                  <a:extLst>
                    <a:ext uri="{FF2B5EF4-FFF2-40B4-BE49-F238E27FC236}">
                      <a16:creationId xmlns:a16="http://schemas.microsoft.com/office/drawing/2014/main" id="{8910FF95-8E03-4361-8377-C938BC49E96C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1" name="直線コネクタ 108180">
                  <a:extLst>
                    <a:ext uri="{FF2B5EF4-FFF2-40B4-BE49-F238E27FC236}">
                      <a16:creationId xmlns:a16="http://schemas.microsoft.com/office/drawing/2014/main" id="{E8F087AF-096A-4408-AFB4-1A603B864F0C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2" name="直線コネクタ 108181">
                  <a:extLst>
                    <a:ext uri="{FF2B5EF4-FFF2-40B4-BE49-F238E27FC236}">
                      <a16:creationId xmlns:a16="http://schemas.microsoft.com/office/drawing/2014/main" id="{5C1E3111-6F32-4CE2-9EAE-2262BA6D1181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3" name="直線コネクタ 108182">
                  <a:extLst>
                    <a:ext uri="{FF2B5EF4-FFF2-40B4-BE49-F238E27FC236}">
                      <a16:creationId xmlns:a16="http://schemas.microsoft.com/office/drawing/2014/main" id="{1C0CFF0E-B3CE-4755-A412-68D291B69C7E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4" name="直線コネクタ 108183">
                  <a:extLst>
                    <a:ext uri="{FF2B5EF4-FFF2-40B4-BE49-F238E27FC236}">
                      <a16:creationId xmlns:a16="http://schemas.microsoft.com/office/drawing/2014/main" id="{39C7DE0B-12B0-4F79-90FA-A2444FA7DAD5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5" name="直線コネクタ 108184">
                  <a:extLst>
                    <a:ext uri="{FF2B5EF4-FFF2-40B4-BE49-F238E27FC236}">
                      <a16:creationId xmlns:a16="http://schemas.microsoft.com/office/drawing/2014/main" id="{BA70D172-5A10-4E8F-9053-BF84FDF04D70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6" name="直線コネクタ 108185">
                  <a:extLst>
                    <a:ext uri="{FF2B5EF4-FFF2-40B4-BE49-F238E27FC236}">
                      <a16:creationId xmlns:a16="http://schemas.microsoft.com/office/drawing/2014/main" id="{76AAABC7-3B3C-44B4-8A94-1A15FC6AB57A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7" name="直線コネクタ 108186">
                  <a:extLst>
                    <a:ext uri="{FF2B5EF4-FFF2-40B4-BE49-F238E27FC236}">
                      <a16:creationId xmlns:a16="http://schemas.microsoft.com/office/drawing/2014/main" id="{EE5E1909-2B48-4536-9478-22E68563EA30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8" name="直線コネクタ 108187">
                  <a:extLst>
                    <a:ext uri="{FF2B5EF4-FFF2-40B4-BE49-F238E27FC236}">
                      <a16:creationId xmlns:a16="http://schemas.microsoft.com/office/drawing/2014/main" id="{BF7C8A37-3095-4FA9-87AD-EB50D9841958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89" name="直線コネクタ 108188">
                  <a:extLst>
                    <a:ext uri="{FF2B5EF4-FFF2-40B4-BE49-F238E27FC236}">
                      <a16:creationId xmlns:a16="http://schemas.microsoft.com/office/drawing/2014/main" id="{D3928ADC-A69E-4472-90A7-D890EA119343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0" name="直線コネクタ 108189">
                  <a:extLst>
                    <a:ext uri="{FF2B5EF4-FFF2-40B4-BE49-F238E27FC236}">
                      <a16:creationId xmlns:a16="http://schemas.microsoft.com/office/drawing/2014/main" id="{5EC159E6-CBFB-42F4-A423-D52CC7F20088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1" name="直線コネクタ 108190">
                  <a:extLst>
                    <a:ext uri="{FF2B5EF4-FFF2-40B4-BE49-F238E27FC236}">
                      <a16:creationId xmlns:a16="http://schemas.microsoft.com/office/drawing/2014/main" id="{5D11E191-AF98-4FD4-AD47-B94F5EF12BFB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2" name="直線コネクタ 108191">
                  <a:extLst>
                    <a:ext uri="{FF2B5EF4-FFF2-40B4-BE49-F238E27FC236}">
                      <a16:creationId xmlns:a16="http://schemas.microsoft.com/office/drawing/2014/main" id="{B5657255-0CF3-480B-A1EE-85D2B8A9D105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3" name="直線コネクタ 108192">
                  <a:extLst>
                    <a:ext uri="{FF2B5EF4-FFF2-40B4-BE49-F238E27FC236}">
                      <a16:creationId xmlns:a16="http://schemas.microsoft.com/office/drawing/2014/main" id="{86121C3A-8195-4C7E-9959-55DBA78E519D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4" name="直線コネクタ 108193">
                  <a:extLst>
                    <a:ext uri="{FF2B5EF4-FFF2-40B4-BE49-F238E27FC236}">
                      <a16:creationId xmlns:a16="http://schemas.microsoft.com/office/drawing/2014/main" id="{DE6BDA07-E11C-45A2-A25B-8221FD8FD424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5" name="直線コネクタ 108194">
                  <a:extLst>
                    <a:ext uri="{FF2B5EF4-FFF2-40B4-BE49-F238E27FC236}">
                      <a16:creationId xmlns:a16="http://schemas.microsoft.com/office/drawing/2014/main" id="{98490D02-13DB-47DC-9946-CACC82042CE9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6" name="直線コネクタ 108195">
                  <a:extLst>
                    <a:ext uri="{FF2B5EF4-FFF2-40B4-BE49-F238E27FC236}">
                      <a16:creationId xmlns:a16="http://schemas.microsoft.com/office/drawing/2014/main" id="{12CB026A-97EF-49B4-A569-05A57A88B774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7" name="直線コネクタ 108196">
                  <a:extLst>
                    <a:ext uri="{FF2B5EF4-FFF2-40B4-BE49-F238E27FC236}">
                      <a16:creationId xmlns:a16="http://schemas.microsoft.com/office/drawing/2014/main" id="{94F180FC-92B4-4FCC-B73B-0BE93DA23CBC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8" name="直線コネクタ 108197">
                  <a:extLst>
                    <a:ext uri="{FF2B5EF4-FFF2-40B4-BE49-F238E27FC236}">
                      <a16:creationId xmlns:a16="http://schemas.microsoft.com/office/drawing/2014/main" id="{53B5CDA6-0FEF-4C42-A3B3-ACDCF721982A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99" name="直線コネクタ 108198">
                  <a:extLst>
                    <a:ext uri="{FF2B5EF4-FFF2-40B4-BE49-F238E27FC236}">
                      <a16:creationId xmlns:a16="http://schemas.microsoft.com/office/drawing/2014/main" id="{8B1CE2D4-F814-449F-B877-E64237D7C66D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0" name="直線コネクタ 108199">
                  <a:extLst>
                    <a:ext uri="{FF2B5EF4-FFF2-40B4-BE49-F238E27FC236}">
                      <a16:creationId xmlns:a16="http://schemas.microsoft.com/office/drawing/2014/main" id="{634BA884-E276-4E04-9D7C-69E85F1E25F9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1" name="直線コネクタ 108200">
                  <a:extLst>
                    <a:ext uri="{FF2B5EF4-FFF2-40B4-BE49-F238E27FC236}">
                      <a16:creationId xmlns:a16="http://schemas.microsoft.com/office/drawing/2014/main" id="{AB801056-C734-43CA-8FEF-BCF5F70E82A9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2" name="直線コネクタ 108201">
                  <a:extLst>
                    <a:ext uri="{FF2B5EF4-FFF2-40B4-BE49-F238E27FC236}">
                      <a16:creationId xmlns:a16="http://schemas.microsoft.com/office/drawing/2014/main" id="{BD819216-511F-41A5-B1CA-A64849941DAD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3" name="直線コネクタ 108202">
                  <a:extLst>
                    <a:ext uri="{FF2B5EF4-FFF2-40B4-BE49-F238E27FC236}">
                      <a16:creationId xmlns:a16="http://schemas.microsoft.com/office/drawing/2014/main" id="{57ADC638-5D36-45CB-B301-8086BF29EBCC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4" name="直線コネクタ 108203">
                  <a:extLst>
                    <a:ext uri="{FF2B5EF4-FFF2-40B4-BE49-F238E27FC236}">
                      <a16:creationId xmlns:a16="http://schemas.microsoft.com/office/drawing/2014/main" id="{7BE6C767-D15A-4AD2-A2A9-9CBA9E21A645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5" name="直線コネクタ 108204">
                  <a:extLst>
                    <a:ext uri="{FF2B5EF4-FFF2-40B4-BE49-F238E27FC236}">
                      <a16:creationId xmlns:a16="http://schemas.microsoft.com/office/drawing/2014/main" id="{15D2A481-2372-47B6-BE85-449B15685039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6" name="直線コネクタ 108205">
                  <a:extLst>
                    <a:ext uri="{FF2B5EF4-FFF2-40B4-BE49-F238E27FC236}">
                      <a16:creationId xmlns:a16="http://schemas.microsoft.com/office/drawing/2014/main" id="{40F690A2-9EFD-437B-974E-3CF57419052E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7" name="直線コネクタ 108206">
                  <a:extLst>
                    <a:ext uri="{FF2B5EF4-FFF2-40B4-BE49-F238E27FC236}">
                      <a16:creationId xmlns:a16="http://schemas.microsoft.com/office/drawing/2014/main" id="{41B577C9-5FE0-47E8-A13B-5206CE3E9F80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8" name="直線コネクタ 108207">
                  <a:extLst>
                    <a:ext uri="{FF2B5EF4-FFF2-40B4-BE49-F238E27FC236}">
                      <a16:creationId xmlns:a16="http://schemas.microsoft.com/office/drawing/2014/main" id="{37EF5FE5-02AC-4BF7-B1B0-0B928911779B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09" name="直線コネクタ 108208">
                  <a:extLst>
                    <a:ext uri="{FF2B5EF4-FFF2-40B4-BE49-F238E27FC236}">
                      <a16:creationId xmlns:a16="http://schemas.microsoft.com/office/drawing/2014/main" id="{A71EFF8F-050F-404A-BABF-A66A90F2D759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0" name="直線コネクタ 108209">
                  <a:extLst>
                    <a:ext uri="{FF2B5EF4-FFF2-40B4-BE49-F238E27FC236}">
                      <a16:creationId xmlns:a16="http://schemas.microsoft.com/office/drawing/2014/main" id="{217F8C25-4EC5-4A03-AA6F-AFA895012A39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1" name="直線コネクタ 108210">
                  <a:extLst>
                    <a:ext uri="{FF2B5EF4-FFF2-40B4-BE49-F238E27FC236}">
                      <a16:creationId xmlns:a16="http://schemas.microsoft.com/office/drawing/2014/main" id="{8EB09676-D4BD-433E-9B07-650B1DA89A49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2" name="直線コネクタ 108211">
                  <a:extLst>
                    <a:ext uri="{FF2B5EF4-FFF2-40B4-BE49-F238E27FC236}">
                      <a16:creationId xmlns:a16="http://schemas.microsoft.com/office/drawing/2014/main" id="{9D088608-F807-4DD6-821A-DFDB2C8B9B85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3" name="直線コネクタ 108212">
                  <a:extLst>
                    <a:ext uri="{FF2B5EF4-FFF2-40B4-BE49-F238E27FC236}">
                      <a16:creationId xmlns:a16="http://schemas.microsoft.com/office/drawing/2014/main" id="{EFCB3BB0-5DC4-450D-8055-8A30AF3FEE57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4" name="直線コネクタ 108213">
                  <a:extLst>
                    <a:ext uri="{FF2B5EF4-FFF2-40B4-BE49-F238E27FC236}">
                      <a16:creationId xmlns:a16="http://schemas.microsoft.com/office/drawing/2014/main" id="{89930A8C-1A6F-4A92-AA66-64777BC1485D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5" name="直線コネクタ 108214">
                  <a:extLst>
                    <a:ext uri="{FF2B5EF4-FFF2-40B4-BE49-F238E27FC236}">
                      <a16:creationId xmlns:a16="http://schemas.microsoft.com/office/drawing/2014/main" id="{A124CA38-460C-4C50-A28A-2FD2A071AA46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6" name="直線コネクタ 108215">
                  <a:extLst>
                    <a:ext uri="{FF2B5EF4-FFF2-40B4-BE49-F238E27FC236}">
                      <a16:creationId xmlns:a16="http://schemas.microsoft.com/office/drawing/2014/main" id="{B72555AE-E83D-4B8A-A16A-89713423B13F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7" name="直線コネクタ 108216">
                  <a:extLst>
                    <a:ext uri="{FF2B5EF4-FFF2-40B4-BE49-F238E27FC236}">
                      <a16:creationId xmlns:a16="http://schemas.microsoft.com/office/drawing/2014/main" id="{9E7EDA34-9805-44EF-8AE0-AA95D82D62D9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8" name="直線コネクタ 108217">
                  <a:extLst>
                    <a:ext uri="{FF2B5EF4-FFF2-40B4-BE49-F238E27FC236}">
                      <a16:creationId xmlns:a16="http://schemas.microsoft.com/office/drawing/2014/main" id="{0473028A-8A68-4BA3-926C-321C55C7F9A0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19" name="直線コネクタ 108218">
                  <a:extLst>
                    <a:ext uri="{FF2B5EF4-FFF2-40B4-BE49-F238E27FC236}">
                      <a16:creationId xmlns:a16="http://schemas.microsoft.com/office/drawing/2014/main" id="{F4AD731B-7879-43A2-A83D-76EDEF7AC0D2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0" name="直線コネクタ 108219">
                  <a:extLst>
                    <a:ext uri="{FF2B5EF4-FFF2-40B4-BE49-F238E27FC236}">
                      <a16:creationId xmlns:a16="http://schemas.microsoft.com/office/drawing/2014/main" id="{1D4E7E37-7252-4639-8E6E-4B5160BCCC22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1" name="直線コネクタ 108220">
                  <a:extLst>
                    <a:ext uri="{FF2B5EF4-FFF2-40B4-BE49-F238E27FC236}">
                      <a16:creationId xmlns:a16="http://schemas.microsoft.com/office/drawing/2014/main" id="{B9BC787C-8A4A-41BA-BF80-3957D6799822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2" name="直線コネクタ 108221">
                  <a:extLst>
                    <a:ext uri="{FF2B5EF4-FFF2-40B4-BE49-F238E27FC236}">
                      <a16:creationId xmlns:a16="http://schemas.microsoft.com/office/drawing/2014/main" id="{E5E0A5B0-8039-460F-A4E0-E31A7E9E2FB2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3" name="直線コネクタ 108222">
                  <a:extLst>
                    <a:ext uri="{FF2B5EF4-FFF2-40B4-BE49-F238E27FC236}">
                      <a16:creationId xmlns:a16="http://schemas.microsoft.com/office/drawing/2014/main" id="{1083E165-282B-4A66-9219-4216F4E4961F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4" name="直線コネクタ 108223">
                  <a:extLst>
                    <a:ext uri="{FF2B5EF4-FFF2-40B4-BE49-F238E27FC236}">
                      <a16:creationId xmlns:a16="http://schemas.microsoft.com/office/drawing/2014/main" id="{B0E8F81F-47B1-49CF-BDB2-BF2E2B8C5B8A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5" name="直線コネクタ 108224">
                  <a:extLst>
                    <a:ext uri="{FF2B5EF4-FFF2-40B4-BE49-F238E27FC236}">
                      <a16:creationId xmlns:a16="http://schemas.microsoft.com/office/drawing/2014/main" id="{7828129D-67D5-44AD-9A79-886793D6DD5B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6" name="直線コネクタ 108225">
                  <a:extLst>
                    <a:ext uri="{FF2B5EF4-FFF2-40B4-BE49-F238E27FC236}">
                      <a16:creationId xmlns:a16="http://schemas.microsoft.com/office/drawing/2014/main" id="{69FE242A-04A6-4167-8D4D-56AA6910AB83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7" name="直線コネクタ 108226">
                  <a:extLst>
                    <a:ext uri="{FF2B5EF4-FFF2-40B4-BE49-F238E27FC236}">
                      <a16:creationId xmlns:a16="http://schemas.microsoft.com/office/drawing/2014/main" id="{EA93BC90-2830-4387-B55D-5F14A038E468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8" name="直線コネクタ 108227">
                  <a:extLst>
                    <a:ext uri="{FF2B5EF4-FFF2-40B4-BE49-F238E27FC236}">
                      <a16:creationId xmlns:a16="http://schemas.microsoft.com/office/drawing/2014/main" id="{BFE66E75-2D70-4BAF-839C-3D9250878035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29" name="直線コネクタ 108228">
                  <a:extLst>
                    <a:ext uri="{FF2B5EF4-FFF2-40B4-BE49-F238E27FC236}">
                      <a16:creationId xmlns:a16="http://schemas.microsoft.com/office/drawing/2014/main" id="{88D74D6C-2E6B-4842-B6DE-02E0CFF40133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0" name="直線コネクタ 108229">
                  <a:extLst>
                    <a:ext uri="{FF2B5EF4-FFF2-40B4-BE49-F238E27FC236}">
                      <a16:creationId xmlns:a16="http://schemas.microsoft.com/office/drawing/2014/main" id="{373F5D2B-1152-4FCE-AA9C-AAC56119EE27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1" name="直線コネクタ 108230">
                  <a:extLst>
                    <a:ext uri="{FF2B5EF4-FFF2-40B4-BE49-F238E27FC236}">
                      <a16:creationId xmlns:a16="http://schemas.microsoft.com/office/drawing/2014/main" id="{15CE435A-1B27-472A-91FC-828CB3546D37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2" name="直線コネクタ 108231">
                  <a:extLst>
                    <a:ext uri="{FF2B5EF4-FFF2-40B4-BE49-F238E27FC236}">
                      <a16:creationId xmlns:a16="http://schemas.microsoft.com/office/drawing/2014/main" id="{D10066A7-78B6-40E2-A3AD-D03FCDD6E479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3" name="直線コネクタ 108232">
                  <a:extLst>
                    <a:ext uri="{FF2B5EF4-FFF2-40B4-BE49-F238E27FC236}">
                      <a16:creationId xmlns:a16="http://schemas.microsoft.com/office/drawing/2014/main" id="{A38A5B8C-8871-49B0-98C0-F988044EB30F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4" name="直線コネクタ 108233">
                  <a:extLst>
                    <a:ext uri="{FF2B5EF4-FFF2-40B4-BE49-F238E27FC236}">
                      <a16:creationId xmlns:a16="http://schemas.microsoft.com/office/drawing/2014/main" id="{8874B3B9-B007-4BD7-A0FA-0A3661EB2FDB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5" name="直線コネクタ 108234">
                  <a:extLst>
                    <a:ext uri="{FF2B5EF4-FFF2-40B4-BE49-F238E27FC236}">
                      <a16:creationId xmlns:a16="http://schemas.microsoft.com/office/drawing/2014/main" id="{A83CB44E-3F4A-4A54-BEAF-0F0B35B37194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6" name="直線コネクタ 108235">
                  <a:extLst>
                    <a:ext uri="{FF2B5EF4-FFF2-40B4-BE49-F238E27FC236}">
                      <a16:creationId xmlns:a16="http://schemas.microsoft.com/office/drawing/2014/main" id="{BF1E47F7-C830-4B3C-A6D7-49FD23E077D9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7" name="直線コネクタ 108236">
                  <a:extLst>
                    <a:ext uri="{FF2B5EF4-FFF2-40B4-BE49-F238E27FC236}">
                      <a16:creationId xmlns:a16="http://schemas.microsoft.com/office/drawing/2014/main" id="{89DF099C-BFBE-4F7C-A0B5-DE0BB65026AB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8" name="直線コネクタ 108237">
                  <a:extLst>
                    <a:ext uri="{FF2B5EF4-FFF2-40B4-BE49-F238E27FC236}">
                      <a16:creationId xmlns:a16="http://schemas.microsoft.com/office/drawing/2014/main" id="{17C01DC7-84D9-4D58-A7B1-5A9EC76BCCD5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39" name="直線コネクタ 108238">
                  <a:extLst>
                    <a:ext uri="{FF2B5EF4-FFF2-40B4-BE49-F238E27FC236}">
                      <a16:creationId xmlns:a16="http://schemas.microsoft.com/office/drawing/2014/main" id="{8FCA30FE-30E8-4AB4-A4D2-C4E3C9A4C81E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0" name="直線コネクタ 108239">
                  <a:extLst>
                    <a:ext uri="{FF2B5EF4-FFF2-40B4-BE49-F238E27FC236}">
                      <a16:creationId xmlns:a16="http://schemas.microsoft.com/office/drawing/2014/main" id="{3BFE7EE5-A4C8-4746-ADAE-7682D7E6D48E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1" name="直線コネクタ 108240">
                  <a:extLst>
                    <a:ext uri="{FF2B5EF4-FFF2-40B4-BE49-F238E27FC236}">
                      <a16:creationId xmlns:a16="http://schemas.microsoft.com/office/drawing/2014/main" id="{4F6B0BAC-1467-4B35-B856-4CC854023CAF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2" name="直線コネクタ 108241">
                  <a:extLst>
                    <a:ext uri="{FF2B5EF4-FFF2-40B4-BE49-F238E27FC236}">
                      <a16:creationId xmlns:a16="http://schemas.microsoft.com/office/drawing/2014/main" id="{1D924FF9-4506-4EFD-AD4F-94D6FDB83428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3" name="直線コネクタ 108242">
                  <a:extLst>
                    <a:ext uri="{FF2B5EF4-FFF2-40B4-BE49-F238E27FC236}">
                      <a16:creationId xmlns:a16="http://schemas.microsoft.com/office/drawing/2014/main" id="{0B91855D-34F3-487C-8A8A-EAADEEC75860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4" name="直線コネクタ 108243">
                  <a:extLst>
                    <a:ext uri="{FF2B5EF4-FFF2-40B4-BE49-F238E27FC236}">
                      <a16:creationId xmlns:a16="http://schemas.microsoft.com/office/drawing/2014/main" id="{43536F9B-6908-4736-914E-2F15873C5F78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5" name="直線コネクタ 108244">
                  <a:extLst>
                    <a:ext uri="{FF2B5EF4-FFF2-40B4-BE49-F238E27FC236}">
                      <a16:creationId xmlns:a16="http://schemas.microsoft.com/office/drawing/2014/main" id="{ADDB0047-03DB-4F7E-B7B4-9802C769B5D7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6" name="直線コネクタ 108245">
                  <a:extLst>
                    <a:ext uri="{FF2B5EF4-FFF2-40B4-BE49-F238E27FC236}">
                      <a16:creationId xmlns:a16="http://schemas.microsoft.com/office/drawing/2014/main" id="{8968DF5C-52D9-475D-A8A9-4B81E132A38D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7" name="直線コネクタ 108246">
                  <a:extLst>
                    <a:ext uri="{FF2B5EF4-FFF2-40B4-BE49-F238E27FC236}">
                      <a16:creationId xmlns:a16="http://schemas.microsoft.com/office/drawing/2014/main" id="{C4271AA4-01D7-4A99-87FF-666745CEA45E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8" name="直線コネクタ 108247">
                  <a:extLst>
                    <a:ext uri="{FF2B5EF4-FFF2-40B4-BE49-F238E27FC236}">
                      <a16:creationId xmlns:a16="http://schemas.microsoft.com/office/drawing/2014/main" id="{EDC2BAF5-19DE-4199-BA36-88D6D2ACB9F2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49" name="直線コネクタ 108248">
                  <a:extLst>
                    <a:ext uri="{FF2B5EF4-FFF2-40B4-BE49-F238E27FC236}">
                      <a16:creationId xmlns:a16="http://schemas.microsoft.com/office/drawing/2014/main" id="{20A4F948-2AC0-4041-855D-5030AFF0B1BF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0" name="直線コネクタ 108249">
                  <a:extLst>
                    <a:ext uri="{FF2B5EF4-FFF2-40B4-BE49-F238E27FC236}">
                      <a16:creationId xmlns:a16="http://schemas.microsoft.com/office/drawing/2014/main" id="{61DDBC9D-5D3A-4D9E-8C23-F7E4A0E3D687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1" name="直線コネクタ 108250">
                  <a:extLst>
                    <a:ext uri="{FF2B5EF4-FFF2-40B4-BE49-F238E27FC236}">
                      <a16:creationId xmlns:a16="http://schemas.microsoft.com/office/drawing/2014/main" id="{A8A12A3D-A4C2-47E9-8367-DB94205CF060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2" name="直線コネクタ 108251">
                  <a:extLst>
                    <a:ext uri="{FF2B5EF4-FFF2-40B4-BE49-F238E27FC236}">
                      <a16:creationId xmlns:a16="http://schemas.microsoft.com/office/drawing/2014/main" id="{74AB5612-A7E2-4F9E-A52A-198BCDAA5814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3" name="直線コネクタ 108252">
                  <a:extLst>
                    <a:ext uri="{FF2B5EF4-FFF2-40B4-BE49-F238E27FC236}">
                      <a16:creationId xmlns:a16="http://schemas.microsoft.com/office/drawing/2014/main" id="{D8A820EB-6BE5-4ED8-8234-20ED83DCF81A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4" name="直線コネクタ 108253">
                  <a:extLst>
                    <a:ext uri="{FF2B5EF4-FFF2-40B4-BE49-F238E27FC236}">
                      <a16:creationId xmlns:a16="http://schemas.microsoft.com/office/drawing/2014/main" id="{86F4AA16-370D-4472-9EA2-C7C5D0D5CA78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5" name="直線コネクタ 108254">
                  <a:extLst>
                    <a:ext uri="{FF2B5EF4-FFF2-40B4-BE49-F238E27FC236}">
                      <a16:creationId xmlns:a16="http://schemas.microsoft.com/office/drawing/2014/main" id="{2631740B-651A-4500-8D34-AA512C268714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6" name="直線コネクタ 108255">
                  <a:extLst>
                    <a:ext uri="{FF2B5EF4-FFF2-40B4-BE49-F238E27FC236}">
                      <a16:creationId xmlns:a16="http://schemas.microsoft.com/office/drawing/2014/main" id="{03132C5C-592D-4A99-9032-2F0054D9C3AF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7" name="直線コネクタ 108256">
                  <a:extLst>
                    <a:ext uri="{FF2B5EF4-FFF2-40B4-BE49-F238E27FC236}">
                      <a16:creationId xmlns:a16="http://schemas.microsoft.com/office/drawing/2014/main" id="{DC3CF990-29E0-40FD-9A71-44C5B3607014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8" name="直線コネクタ 108257">
                  <a:extLst>
                    <a:ext uri="{FF2B5EF4-FFF2-40B4-BE49-F238E27FC236}">
                      <a16:creationId xmlns:a16="http://schemas.microsoft.com/office/drawing/2014/main" id="{7D8A2EF3-F2EA-42B2-85D9-EE616975B1C0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59" name="直線コネクタ 108258">
                  <a:extLst>
                    <a:ext uri="{FF2B5EF4-FFF2-40B4-BE49-F238E27FC236}">
                      <a16:creationId xmlns:a16="http://schemas.microsoft.com/office/drawing/2014/main" id="{BDBF6621-6D0A-442B-868C-B950761A3B67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0" name="直線コネクタ 108259">
                  <a:extLst>
                    <a:ext uri="{FF2B5EF4-FFF2-40B4-BE49-F238E27FC236}">
                      <a16:creationId xmlns:a16="http://schemas.microsoft.com/office/drawing/2014/main" id="{C6628A86-59E8-42F7-B4A7-B4B58ECB80E2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1" name="直線コネクタ 108260">
                  <a:extLst>
                    <a:ext uri="{FF2B5EF4-FFF2-40B4-BE49-F238E27FC236}">
                      <a16:creationId xmlns:a16="http://schemas.microsoft.com/office/drawing/2014/main" id="{649E4952-8C96-47DC-A684-7DD2FD33284D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2" name="直線コネクタ 108261">
                  <a:extLst>
                    <a:ext uri="{FF2B5EF4-FFF2-40B4-BE49-F238E27FC236}">
                      <a16:creationId xmlns:a16="http://schemas.microsoft.com/office/drawing/2014/main" id="{3D1155E8-9504-4D89-816E-4326279B6EE1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3" name="直線コネクタ 108262">
                  <a:extLst>
                    <a:ext uri="{FF2B5EF4-FFF2-40B4-BE49-F238E27FC236}">
                      <a16:creationId xmlns:a16="http://schemas.microsoft.com/office/drawing/2014/main" id="{D36BAA05-3EB5-414D-BE79-5B6BEDD9A9FD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4" name="直線コネクタ 108263">
                  <a:extLst>
                    <a:ext uri="{FF2B5EF4-FFF2-40B4-BE49-F238E27FC236}">
                      <a16:creationId xmlns:a16="http://schemas.microsoft.com/office/drawing/2014/main" id="{65D2D0B9-B516-4513-850C-A47AF8D46912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5" name="直線コネクタ 108264">
                  <a:extLst>
                    <a:ext uri="{FF2B5EF4-FFF2-40B4-BE49-F238E27FC236}">
                      <a16:creationId xmlns:a16="http://schemas.microsoft.com/office/drawing/2014/main" id="{CACA4967-4F95-44CC-B3D8-9205529BBC84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6" name="直線コネクタ 108265">
                  <a:extLst>
                    <a:ext uri="{FF2B5EF4-FFF2-40B4-BE49-F238E27FC236}">
                      <a16:creationId xmlns:a16="http://schemas.microsoft.com/office/drawing/2014/main" id="{8C4C51EB-8DE2-425F-BAD3-C4EDB7B40F15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7" name="直線コネクタ 108266">
                  <a:extLst>
                    <a:ext uri="{FF2B5EF4-FFF2-40B4-BE49-F238E27FC236}">
                      <a16:creationId xmlns:a16="http://schemas.microsoft.com/office/drawing/2014/main" id="{AF444AB3-6E84-4BE3-8032-E9CA812F9DF5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8" name="直線コネクタ 108267">
                  <a:extLst>
                    <a:ext uri="{FF2B5EF4-FFF2-40B4-BE49-F238E27FC236}">
                      <a16:creationId xmlns:a16="http://schemas.microsoft.com/office/drawing/2014/main" id="{97426121-7F7E-4030-871E-7D5A63B9B527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69" name="直線コネクタ 108268">
                  <a:extLst>
                    <a:ext uri="{FF2B5EF4-FFF2-40B4-BE49-F238E27FC236}">
                      <a16:creationId xmlns:a16="http://schemas.microsoft.com/office/drawing/2014/main" id="{C03BC2EB-9F65-43AF-9703-460C2089B2D3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0" name="直線コネクタ 108269">
                  <a:extLst>
                    <a:ext uri="{FF2B5EF4-FFF2-40B4-BE49-F238E27FC236}">
                      <a16:creationId xmlns:a16="http://schemas.microsoft.com/office/drawing/2014/main" id="{B4FAB7A7-872B-431B-B7B7-9C48C95C711C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1" name="直線コネクタ 108270">
                  <a:extLst>
                    <a:ext uri="{FF2B5EF4-FFF2-40B4-BE49-F238E27FC236}">
                      <a16:creationId xmlns:a16="http://schemas.microsoft.com/office/drawing/2014/main" id="{7E153B20-9CC8-4677-9F2F-C480BC3CFF51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2" name="直線コネクタ 108271">
                  <a:extLst>
                    <a:ext uri="{FF2B5EF4-FFF2-40B4-BE49-F238E27FC236}">
                      <a16:creationId xmlns:a16="http://schemas.microsoft.com/office/drawing/2014/main" id="{64E3E051-54EC-4755-80EE-8D0947EEA398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3" name="直線コネクタ 108272">
                  <a:extLst>
                    <a:ext uri="{FF2B5EF4-FFF2-40B4-BE49-F238E27FC236}">
                      <a16:creationId xmlns:a16="http://schemas.microsoft.com/office/drawing/2014/main" id="{974F5384-77CF-444F-A95B-FC608A533052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4" name="直線コネクタ 108273">
                  <a:extLst>
                    <a:ext uri="{FF2B5EF4-FFF2-40B4-BE49-F238E27FC236}">
                      <a16:creationId xmlns:a16="http://schemas.microsoft.com/office/drawing/2014/main" id="{264EE5A6-63A9-4CEF-A81A-94516B4A2BF2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5" name="直線コネクタ 108274">
                  <a:extLst>
                    <a:ext uri="{FF2B5EF4-FFF2-40B4-BE49-F238E27FC236}">
                      <a16:creationId xmlns:a16="http://schemas.microsoft.com/office/drawing/2014/main" id="{6D01C163-59F0-496E-AF5F-0C09B4752D7B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6" name="直線コネクタ 108275">
                  <a:extLst>
                    <a:ext uri="{FF2B5EF4-FFF2-40B4-BE49-F238E27FC236}">
                      <a16:creationId xmlns:a16="http://schemas.microsoft.com/office/drawing/2014/main" id="{3E60FA8D-D759-43BE-85BD-9BB7982631DA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7" name="直線コネクタ 108276">
                  <a:extLst>
                    <a:ext uri="{FF2B5EF4-FFF2-40B4-BE49-F238E27FC236}">
                      <a16:creationId xmlns:a16="http://schemas.microsoft.com/office/drawing/2014/main" id="{BF3CED07-38C1-4FDA-A5BF-FB2284C0DE58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8" name="直線コネクタ 108277">
                  <a:extLst>
                    <a:ext uri="{FF2B5EF4-FFF2-40B4-BE49-F238E27FC236}">
                      <a16:creationId xmlns:a16="http://schemas.microsoft.com/office/drawing/2014/main" id="{7C47920D-50AA-43DA-A83C-922F5DE854B5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79" name="直線コネクタ 108278">
                  <a:extLst>
                    <a:ext uri="{FF2B5EF4-FFF2-40B4-BE49-F238E27FC236}">
                      <a16:creationId xmlns:a16="http://schemas.microsoft.com/office/drawing/2014/main" id="{6668D000-3363-46C5-A8C0-2258204504A1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0" name="直線コネクタ 108279">
                  <a:extLst>
                    <a:ext uri="{FF2B5EF4-FFF2-40B4-BE49-F238E27FC236}">
                      <a16:creationId xmlns:a16="http://schemas.microsoft.com/office/drawing/2014/main" id="{A0605C2C-3B7B-4316-9E74-A988C26BABBB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1" name="直線コネクタ 108280">
                  <a:extLst>
                    <a:ext uri="{FF2B5EF4-FFF2-40B4-BE49-F238E27FC236}">
                      <a16:creationId xmlns:a16="http://schemas.microsoft.com/office/drawing/2014/main" id="{969CEF85-7C24-40F9-9901-019F089D56FD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2" name="直線コネクタ 108281">
                  <a:extLst>
                    <a:ext uri="{FF2B5EF4-FFF2-40B4-BE49-F238E27FC236}">
                      <a16:creationId xmlns:a16="http://schemas.microsoft.com/office/drawing/2014/main" id="{175F2A73-77A7-49B4-8DDD-45C2A4A5A5C8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3" name="直線コネクタ 108282">
                  <a:extLst>
                    <a:ext uri="{FF2B5EF4-FFF2-40B4-BE49-F238E27FC236}">
                      <a16:creationId xmlns:a16="http://schemas.microsoft.com/office/drawing/2014/main" id="{D91E83BF-6766-4609-ACFB-ED254485F2B3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4" name="直線コネクタ 108283">
                  <a:extLst>
                    <a:ext uri="{FF2B5EF4-FFF2-40B4-BE49-F238E27FC236}">
                      <a16:creationId xmlns:a16="http://schemas.microsoft.com/office/drawing/2014/main" id="{06BFD125-032A-4597-A9A8-FE47CCADA7FC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5" name="直線コネクタ 108284">
                  <a:extLst>
                    <a:ext uri="{FF2B5EF4-FFF2-40B4-BE49-F238E27FC236}">
                      <a16:creationId xmlns:a16="http://schemas.microsoft.com/office/drawing/2014/main" id="{92C93770-BD1E-42F4-AC18-6DEABE47F2E5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6" name="直線コネクタ 108285">
                  <a:extLst>
                    <a:ext uri="{FF2B5EF4-FFF2-40B4-BE49-F238E27FC236}">
                      <a16:creationId xmlns:a16="http://schemas.microsoft.com/office/drawing/2014/main" id="{67C2ED23-1411-4158-98A6-CD4EED2E14DA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7" name="直線コネクタ 108286">
                  <a:extLst>
                    <a:ext uri="{FF2B5EF4-FFF2-40B4-BE49-F238E27FC236}">
                      <a16:creationId xmlns:a16="http://schemas.microsoft.com/office/drawing/2014/main" id="{6563DC28-9946-43EB-8A6D-9650EA871CC2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8" name="直線コネクタ 108287">
                  <a:extLst>
                    <a:ext uri="{FF2B5EF4-FFF2-40B4-BE49-F238E27FC236}">
                      <a16:creationId xmlns:a16="http://schemas.microsoft.com/office/drawing/2014/main" id="{708B1669-5C3C-4319-BE9E-EBDB96FD1C0C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89" name="直線コネクタ 108288">
                  <a:extLst>
                    <a:ext uri="{FF2B5EF4-FFF2-40B4-BE49-F238E27FC236}">
                      <a16:creationId xmlns:a16="http://schemas.microsoft.com/office/drawing/2014/main" id="{F932F82C-007D-49FA-AB84-3AB767A3B85E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0" name="直線コネクタ 108289">
                  <a:extLst>
                    <a:ext uri="{FF2B5EF4-FFF2-40B4-BE49-F238E27FC236}">
                      <a16:creationId xmlns:a16="http://schemas.microsoft.com/office/drawing/2014/main" id="{12F22C52-DC72-49C7-BFFF-3391AA54B470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1" name="直線コネクタ 108290">
                  <a:extLst>
                    <a:ext uri="{FF2B5EF4-FFF2-40B4-BE49-F238E27FC236}">
                      <a16:creationId xmlns:a16="http://schemas.microsoft.com/office/drawing/2014/main" id="{49CF7EC7-2E12-429B-825E-1E418993BDDE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2" name="直線コネクタ 108291">
                  <a:extLst>
                    <a:ext uri="{FF2B5EF4-FFF2-40B4-BE49-F238E27FC236}">
                      <a16:creationId xmlns:a16="http://schemas.microsoft.com/office/drawing/2014/main" id="{6549DF5C-F769-4D0A-95B9-9FC1A6EF39D5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3" name="直線コネクタ 108292">
                  <a:extLst>
                    <a:ext uri="{FF2B5EF4-FFF2-40B4-BE49-F238E27FC236}">
                      <a16:creationId xmlns:a16="http://schemas.microsoft.com/office/drawing/2014/main" id="{203926F3-9621-4F01-AB6A-C068BB8521DB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4" name="直線コネクタ 108293">
                  <a:extLst>
                    <a:ext uri="{FF2B5EF4-FFF2-40B4-BE49-F238E27FC236}">
                      <a16:creationId xmlns:a16="http://schemas.microsoft.com/office/drawing/2014/main" id="{A9E1DC8F-589B-4C2A-9EF7-C779484FF9CF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5" name="直線コネクタ 108294">
                  <a:extLst>
                    <a:ext uri="{FF2B5EF4-FFF2-40B4-BE49-F238E27FC236}">
                      <a16:creationId xmlns:a16="http://schemas.microsoft.com/office/drawing/2014/main" id="{D6B36FC0-E69C-4AFE-AE63-C24E4C95891C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6" name="直線コネクタ 108295">
                  <a:extLst>
                    <a:ext uri="{FF2B5EF4-FFF2-40B4-BE49-F238E27FC236}">
                      <a16:creationId xmlns:a16="http://schemas.microsoft.com/office/drawing/2014/main" id="{40B281FD-BEB5-4ED1-9E47-3C3C39ADB887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7" name="直線コネクタ 108296">
                  <a:extLst>
                    <a:ext uri="{FF2B5EF4-FFF2-40B4-BE49-F238E27FC236}">
                      <a16:creationId xmlns:a16="http://schemas.microsoft.com/office/drawing/2014/main" id="{E2C8D5B9-CB69-4DC5-A53E-68B293074771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8" name="直線コネクタ 108297">
                  <a:extLst>
                    <a:ext uri="{FF2B5EF4-FFF2-40B4-BE49-F238E27FC236}">
                      <a16:creationId xmlns:a16="http://schemas.microsoft.com/office/drawing/2014/main" id="{DBD44733-733F-4B99-81CF-4A1F917E538D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99" name="直線コネクタ 108298">
                  <a:extLst>
                    <a:ext uri="{FF2B5EF4-FFF2-40B4-BE49-F238E27FC236}">
                      <a16:creationId xmlns:a16="http://schemas.microsoft.com/office/drawing/2014/main" id="{609BFAA8-4263-4CF5-8EE1-C25E178C3ECD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00" name="直線コネクタ 108299">
                  <a:extLst>
                    <a:ext uri="{FF2B5EF4-FFF2-40B4-BE49-F238E27FC236}">
                      <a16:creationId xmlns:a16="http://schemas.microsoft.com/office/drawing/2014/main" id="{7DA7244E-25C8-426F-B337-99F1119E03F0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01" name="直線コネクタ 108300">
                  <a:extLst>
                    <a:ext uri="{FF2B5EF4-FFF2-40B4-BE49-F238E27FC236}">
                      <a16:creationId xmlns:a16="http://schemas.microsoft.com/office/drawing/2014/main" id="{232B6194-2DC4-4F81-84F1-5066DA2026DE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02" name="直線コネクタ 108301">
                  <a:extLst>
                    <a:ext uri="{FF2B5EF4-FFF2-40B4-BE49-F238E27FC236}">
                      <a16:creationId xmlns:a16="http://schemas.microsoft.com/office/drawing/2014/main" id="{25B3A31E-3BCB-42F6-8E96-49E9EF228B6A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03" name="直線コネクタ 108302">
                  <a:extLst>
                    <a:ext uri="{FF2B5EF4-FFF2-40B4-BE49-F238E27FC236}">
                      <a16:creationId xmlns:a16="http://schemas.microsoft.com/office/drawing/2014/main" id="{9DBCAFE8-4603-43D8-8FC9-E3123332C9AA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04" name="直線コネクタ 108303">
                  <a:extLst>
                    <a:ext uri="{FF2B5EF4-FFF2-40B4-BE49-F238E27FC236}">
                      <a16:creationId xmlns:a16="http://schemas.microsoft.com/office/drawing/2014/main" id="{C026D636-7DA8-48D8-9398-C16792382A59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05" name="直線コネクタ 108304">
                  <a:extLst>
                    <a:ext uri="{FF2B5EF4-FFF2-40B4-BE49-F238E27FC236}">
                      <a16:creationId xmlns:a16="http://schemas.microsoft.com/office/drawing/2014/main" id="{F4A3A359-E94C-4A8E-BAB6-3D80BB9C17F4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06" name="直線コネクタ 108305">
                  <a:extLst>
                    <a:ext uri="{FF2B5EF4-FFF2-40B4-BE49-F238E27FC236}">
                      <a16:creationId xmlns:a16="http://schemas.microsoft.com/office/drawing/2014/main" id="{26E20EEC-4647-4735-92CB-9EB8946F6A3E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7340" name="グループ化 107339">
                <a:extLst>
                  <a:ext uri="{FF2B5EF4-FFF2-40B4-BE49-F238E27FC236}">
                    <a16:creationId xmlns:a16="http://schemas.microsoft.com/office/drawing/2014/main" id="{70EDDFDA-0322-451D-8708-4AAD00709337}"/>
                  </a:ext>
                </a:extLst>
              </p:cNvPr>
              <p:cNvGrpSpPr/>
              <p:nvPr/>
            </p:nvGrpSpPr>
            <p:grpSpPr>
              <a:xfrm rot="5400000">
                <a:off x="54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7825" name="直線コネクタ 107824">
                  <a:extLst>
                    <a:ext uri="{FF2B5EF4-FFF2-40B4-BE49-F238E27FC236}">
                      <a16:creationId xmlns:a16="http://schemas.microsoft.com/office/drawing/2014/main" id="{558A2D5E-B763-430D-8CEF-DF11FF49DF7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6" name="直線コネクタ 107825">
                  <a:extLst>
                    <a:ext uri="{FF2B5EF4-FFF2-40B4-BE49-F238E27FC236}">
                      <a16:creationId xmlns:a16="http://schemas.microsoft.com/office/drawing/2014/main" id="{95B442D1-143B-40B3-8F5B-E84052A3141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7" name="直線コネクタ 107826">
                  <a:extLst>
                    <a:ext uri="{FF2B5EF4-FFF2-40B4-BE49-F238E27FC236}">
                      <a16:creationId xmlns:a16="http://schemas.microsoft.com/office/drawing/2014/main" id="{F4961887-615B-4E64-A7F4-A4E2F8EF95DD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8" name="直線コネクタ 107827">
                  <a:extLst>
                    <a:ext uri="{FF2B5EF4-FFF2-40B4-BE49-F238E27FC236}">
                      <a16:creationId xmlns:a16="http://schemas.microsoft.com/office/drawing/2014/main" id="{6C2DAC1B-2A75-4AC1-B9A0-B7D11F534F44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9" name="直線コネクタ 107828">
                  <a:extLst>
                    <a:ext uri="{FF2B5EF4-FFF2-40B4-BE49-F238E27FC236}">
                      <a16:creationId xmlns:a16="http://schemas.microsoft.com/office/drawing/2014/main" id="{A7CB9547-8219-44EA-AFB2-67C49528F11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0" name="直線コネクタ 107829">
                  <a:extLst>
                    <a:ext uri="{FF2B5EF4-FFF2-40B4-BE49-F238E27FC236}">
                      <a16:creationId xmlns:a16="http://schemas.microsoft.com/office/drawing/2014/main" id="{837D4E9D-4DE9-4650-ADBC-1CD5D8086B0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1" name="直線コネクタ 107830">
                  <a:extLst>
                    <a:ext uri="{FF2B5EF4-FFF2-40B4-BE49-F238E27FC236}">
                      <a16:creationId xmlns:a16="http://schemas.microsoft.com/office/drawing/2014/main" id="{EB56EDD5-F4B5-4016-860F-F9BDB1D24155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2" name="直線コネクタ 107831">
                  <a:extLst>
                    <a:ext uri="{FF2B5EF4-FFF2-40B4-BE49-F238E27FC236}">
                      <a16:creationId xmlns:a16="http://schemas.microsoft.com/office/drawing/2014/main" id="{7D6E9D10-0EAB-485E-A565-4E769686D59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3" name="直線コネクタ 107832">
                  <a:extLst>
                    <a:ext uri="{FF2B5EF4-FFF2-40B4-BE49-F238E27FC236}">
                      <a16:creationId xmlns:a16="http://schemas.microsoft.com/office/drawing/2014/main" id="{5AE185D9-1D0C-4CF5-BBAF-15C4F7236BBC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4" name="直線コネクタ 107833">
                  <a:extLst>
                    <a:ext uri="{FF2B5EF4-FFF2-40B4-BE49-F238E27FC236}">
                      <a16:creationId xmlns:a16="http://schemas.microsoft.com/office/drawing/2014/main" id="{B6CE1ECC-3863-4129-86F7-BEF8011B34A3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5" name="直線コネクタ 107834">
                  <a:extLst>
                    <a:ext uri="{FF2B5EF4-FFF2-40B4-BE49-F238E27FC236}">
                      <a16:creationId xmlns:a16="http://schemas.microsoft.com/office/drawing/2014/main" id="{2FA3DF62-9F73-485F-A4D9-639CDD86ED69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6" name="直線コネクタ 107835">
                  <a:extLst>
                    <a:ext uri="{FF2B5EF4-FFF2-40B4-BE49-F238E27FC236}">
                      <a16:creationId xmlns:a16="http://schemas.microsoft.com/office/drawing/2014/main" id="{ABFD4DB6-DCDA-4274-AE82-3487F63BF615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7" name="直線コネクタ 107836">
                  <a:extLst>
                    <a:ext uri="{FF2B5EF4-FFF2-40B4-BE49-F238E27FC236}">
                      <a16:creationId xmlns:a16="http://schemas.microsoft.com/office/drawing/2014/main" id="{994A6F0B-0DCF-49A2-B183-9515DAF56FFF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8" name="直線コネクタ 107837">
                  <a:extLst>
                    <a:ext uri="{FF2B5EF4-FFF2-40B4-BE49-F238E27FC236}">
                      <a16:creationId xmlns:a16="http://schemas.microsoft.com/office/drawing/2014/main" id="{2B382BBA-3082-49C6-80BE-EBFB488FBCC9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39" name="直線コネクタ 107838">
                  <a:extLst>
                    <a:ext uri="{FF2B5EF4-FFF2-40B4-BE49-F238E27FC236}">
                      <a16:creationId xmlns:a16="http://schemas.microsoft.com/office/drawing/2014/main" id="{37C97E7B-7F79-444D-BA27-8A0A68E33466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0" name="直線コネクタ 107839">
                  <a:extLst>
                    <a:ext uri="{FF2B5EF4-FFF2-40B4-BE49-F238E27FC236}">
                      <a16:creationId xmlns:a16="http://schemas.microsoft.com/office/drawing/2014/main" id="{A0928D79-0D12-42AF-8C0E-BD1B48601B49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1" name="直線コネクタ 107840">
                  <a:extLst>
                    <a:ext uri="{FF2B5EF4-FFF2-40B4-BE49-F238E27FC236}">
                      <a16:creationId xmlns:a16="http://schemas.microsoft.com/office/drawing/2014/main" id="{E45FDE70-28B4-47F1-BF7E-2CC61CB0D89F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2" name="直線コネクタ 107841">
                  <a:extLst>
                    <a:ext uri="{FF2B5EF4-FFF2-40B4-BE49-F238E27FC236}">
                      <a16:creationId xmlns:a16="http://schemas.microsoft.com/office/drawing/2014/main" id="{F998BB35-9264-45D1-97BC-5D409DF24E29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3" name="直線コネクタ 107842">
                  <a:extLst>
                    <a:ext uri="{FF2B5EF4-FFF2-40B4-BE49-F238E27FC236}">
                      <a16:creationId xmlns:a16="http://schemas.microsoft.com/office/drawing/2014/main" id="{C95436E7-4CA4-4301-AADD-051AC1707989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4" name="直線コネクタ 107843">
                  <a:extLst>
                    <a:ext uri="{FF2B5EF4-FFF2-40B4-BE49-F238E27FC236}">
                      <a16:creationId xmlns:a16="http://schemas.microsoft.com/office/drawing/2014/main" id="{B7F76F86-676E-4D77-80B1-4EFD0B087C64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5" name="直線コネクタ 107844">
                  <a:extLst>
                    <a:ext uri="{FF2B5EF4-FFF2-40B4-BE49-F238E27FC236}">
                      <a16:creationId xmlns:a16="http://schemas.microsoft.com/office/drawing/2014/main" id="{02644D4A-3661-4060-8A1F-A34E43B6D204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6" name="直線コネクタ 107845">
                  <a:extLst>
                    <a:ext uri="{FF2B5EF4-FFF2-40B4-BE49-F238E27FC236}">
                      <a16:creationId xmlns:a16="http://schemas.microsoft.com/office/drawing/2014/main" id="{B685B2E1-8F50-42C6-8D25-742FCEFEBEBB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7" name="直線コネクタ 107846">
                  <a:extLst>
                    <a:ext uri="{FF2B5EF4-FFF2-40B4-BE49-F238E27FC236}">
                      <a16:creationId xmlns:a16="http://schemas.microsoft.com/office/drawing/2014/main" id="{3F236200-3B6B-492C-A9D7-BE58DA566535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8" name="直線コネクタ 107847">
                  <a:extLst>
                    <a:ext uri="{FF2B5EF4-FFF2-40B4-BE49-F238E27FC236}">
                      <a16:creationId xmlns:a16="http://schemas.microsoft.com/office/drawing/2014/main" id="{545B906C-1DAB-4869-AB33-97A872FB3461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49" name="直線コネクタ 107848">
                  <a:extLst>
                    <a:ext uri="{FF2B5EF4-FFF2-40B4-BE49-F238E27FC236}">
                      <a16:creationId xmlns:a16="http://schemas.microsoft.com/office/drawing/2014/main" id="{568B4621-5D15-44C0-9AA1-C3CD16653E98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0" name="直線コネクタ 107849">
                  <a:extLst>
                    <a:ext uri="{FF2B5EF4-FFF2-40B4-BE49-F238E27FC236}">
                      <a16:creationId xmlns:a16="http://schemas.microsoft.com/office/drawing/2014/main" id="{545AACFA-21EA-4FC6-91ED-559D5573FF72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1" name="直線コネクタ 107850">
                  <a:extLst>
                    <a:ext uri="{FF2B5EF4-FFF2-40B4-BE49-F238E27FC236}">
                      <a16:creationId xmlns:a16="http://schemas.microsoft.com/office/drawing/2014/main" id="{BDC06A5C-54A3-46B9-9CF5-85DFA46846F7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2" name="直線コネクタ 107851">
                  <a:extLst>
                    <a:ext uri="{FF2B5EF4-FFF2-40B4-BE49-F238E27FC236}">
                      <a16:creationId xmlns:a16="http://schemas.microsoft.com/office/drawing/2014/main" id="{AADA1043-9AF1-4987-8FDB-0FD6E4A74157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3" name="直線コネクタ 107852">
                  <a:extLst>
                    <a:ext uri="{FF2B5EF4-FFF2-40B4-BE49-F238E27FC236}">
                      <a16:creationId xmlns:a16="http://schemas.microsoft.com/office/drawing/2014/main" id="{700A499E-CB90-460A-A5BC-7F49F28BEB1A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4" name="直線コネクタ 107853">
                  <a:extLst>
                    <a:ext uri="{FF2B5EF4-FFF2-40B4-BE49-F238E27FC236}">
                      <a16:creationId xmlns:a16="http://schemas.microsoft.com/office/drawing/2014/main" id="{9BEC2163-5121-49E8-AD26-C22C10BE3A1D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5" name="直線コネクタ 107854">
                  <a:extLst>
                    <a:ext uri="{FF2B5EF4-FFF2-40B4-BE49-F238E27FC236}">
                      <a16:creationId xmlns:a16="http://schemas.microsoft.com/office/drawing/2014/main" id="{D7DC903B-C943-4051-BB7A-922632CF238E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6" name="直線コネクタ 107855">
                  <a:extLst>
                    <a:ext uri="{FF2B5EF4-FFF2-40B4-BE49-F238E27FC236}">
                      <a16:creationId xmlns:a16="http://schemas.microsoft.com/office/drawing/2014/main" id="{FBB504D3-79B6-40BC-BD2E-FC0290A170CF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7" name="直線コネクタ 107856">
                  <a:extLst>
                    <a:ext uri="{FF2B5EF4-FFF2-40B4-BE49-F238E27FC236}">
                      <a16:creationId xmlns:a16="http://schemas.microsoft.com/office/drawing/2014/main" id="{AE730BCD-B801-42C1-B65A-DFF13A637944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8" name="直線コネクタ 107857">
                  <a:extLst>
                    <a:ext uri="{FF2B5EF4-FFF2-40B4-BE49-F238E27FC236}">
                      <a16:creationId xmlns:a16="http://schemas.microsoft.com/office/drawing/2014/main" id="{DCDA9263-3E23-4113-B669-BAB3A77E7F32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59" name="直線コネクタ 107858">
                  <a:extLst>
                    <a:ext uri="{FF2B5EF4-FFF2-40B4-BE49-F238E27FC236}">
                      <a16:creationId xmlns:a16="http://schemas.microsoft.com/office/drawing/2014/main" id="{A9572514-D6B1-48B9-9A58-907B84C3E586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0" name="直線コネクタ 107859">
                  <a:extLst>
                    <a:ext uri="{FF2B5EF4-FFF2-40B4-BE49-F238E27FC236}">
                      <a16:creationId xmlns:a16="http://schemas.microsoft.com/office/drawing/2014/main" id="{78C84D7C-F685-492E-B1FB-282CAEEE67D5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1" name="直線コネクタ 107860">
                  <a:extLst>
                    <a:ext uri="{FF2B5EF4-FFF2-40B4-BE49-F238E27FC236}">
                      <a16:creationId xmlns:a16="http://schemas.microsoft.com/office/drawing/2014/main" id="{814996DE-7277-4333-92EF-11F27FB93384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2" name="直線コネクタ 107861">
                  <a:extLst>
                    <a:ext uri="{FF2B5EF4-FFF2-40B4-BE49-F238E27FC236}">
                      <a16:creationId xmlns:a16="http://schemas.microsoft.com/office/drawing/2014/main" id="{5C73E3E0-6490-4962-AA15-6D4E9DFC4097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3" name="直線コネクタ 107862">
                  <a:extLst>
                    <a:ext uri="{FF2B5EF4-FFF2-40B4-BE49-F238E27FC236}">
                      <a16:creationId xmlns:a16="http://schemas.microsoft.com/office/drawing/2014/main" id="{21065007-1B1B-4B7B-817E-3DABFA2CC4CC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4" name="直線コネクタ 107863">
                  <a:extLst>
                    <a:ext uri="{FF2B5EF4-FFF2-40B4-BE49-F238E27FC236}">
                      <a16:creationId xmlns:a16="http://schemas.microsoft.com/office/drawing/2014/main" id="{EDB766E8-A47D-4B44-961B-5021210132B4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5" name="直線コネクタ 107864">
                  <a:extLst>
                    <a:ext uri="{FF2B5EF4-FFF2-40B4-BE49-F238E27FC236}">
                      <a16:creationId xmlns:a16="http://schemas.microsoft.com/office/drawing/2014/main" id="{D3D97625-98F5-4A20-99B3-15300FDF8579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6" name="直線コネクタ 107865">
                  <a:extLst>
                    <a:ext uri="{FF2B5EF4-FFF2-40B4-BE49-F238E27FC236}">
                      <a16:creationId xmlns:a16="http://schemas.microsoft.com/office/drawing/2014/main" id="{E0515019-FEFD-44B5-B003-A1EAB12F7732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7" name="直線コネクタ 107866">
                  <a:extLst>
                    <a:ext uri="{FF2B5EF4-FFF2-40B4-BE49-F238E27FC236}">
                      <a16:creationId xmlns:a16="http://schemas.microsoft.com/office/drawing/2014/main" id="{09192BFC-8354-4C92-9C8F-1C3C4B9797E5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8" name="直線コネクタ 107867">
                  <a:extLst>
                    <a:ext uri="{FF2B5EF4-FFF2-40B4-BE49-F238E27FC236}">
                      <a16:creationId xmlns:a16="http://schemas.microsoft.com/office/drawing/2014/main" id="{6BE98D8A-BED3-4466-918A-436D3CDB5B9C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69" name="直線コネクタ 107868">
                  <a:extLst>
                    <a:ext uri="{FF2B5EF4-FFF2-40B4-BE49-F238E27FC236}">
                      <a16:creationId xmlns:a16="http://schemas.microsoft.com/office/drawing/2014/main" id="{77ED2974-D989-41F4-A78F-D39C976B901D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0" name="直線コネクタ 107869">
                  <a:extLst>
                    <a:ext uri="{FF2B5EF4-FFF2-40B4-BE49-F238E27FC236}">
                      <a16:creationId xmlns:a16="http://schemas.microsoft.com/office/drawing/2014/main" id="{E818CF01-4A6D-4960-9B16-1ED5AAC9F1F3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1" name="直線コネクタ 107870">
                  <a:extLst>
                    <a:ext uri="{FF2B5EF4-FFF2-40B4-BE49-F238E27FC236}">
                      <a16:creationId xmlns:a16="http://schemas.microsoft.com/office/drawing/2014/main" id="{C811BDC1-61B6-4873-94EA-06F331B3E2ED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2" name="直線コネクタ 107871">
                  <a:extLst>
                    <a:ext uri="{FF2B5EF4-FFF2-40B4-BE49-F238E27FC236}">
                      <a16:creationId xmlns:a16="http://schemas.microsoft.com/office/drawing/2014/main" id="{A45CF909-ED18-4D53-9415-687E47C596A8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3" name="直線コネクタ 107872">
                  <a:extLst>
                    <a:ext uri="{FF2B5EF4-FFF2-40B4-BE49-F238E27FC236}">
                      <a16:creationId xmlns:a16="http://schemas.microsoft.com/office/drawing/2014/main" id="{A4DF8F3D-878E-4036-8EE8-A3978E19CE4E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4" name="直線コネクタ 107873">
                  <a:extLst>
                    <a:ext uri="{FF2B5EF4-FFF2-40B4-BE49-F238E27FC236}">
                      <a16:creationId xmlns:a16="http://schemas.microsoft.com/office/drawing/2014/main" id="{4A1F1DFC-DEB2-438C-A174-3CC1B6B12338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5" name="直線コネクタ 107874">
                  <a:extLst>
                    <a:ext uri="{FF2B5EF4-FFF2-40B4-BE49-F238E27FC236}">
                      <a16:creationId xmlns:a16="http://schemas.microsoft.com/office/drawing/2014/main" id="{E89926D7-B4AB-4E37-9D73-D90EF135A8D2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6" name="直線コネクタ 107875">
                  <a:extLst>
                    <a:ext uri="{FF2B5EF4-FFF2-40B4-BE49-F238E27FC236}">
                      <a16:creationId xmlns:a16="http://schemas.microsoft.com/office/drawing/2014/main" id="{97240BAF-7B6C-4F74-9216-E16F2D8C7E0C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7" name="直線コネクタ 107876">
                  <a:extLst>
                    <a:ext uri="{FF2B5EF4-FFF2-40B4-BE49-F238E27FC236}">
                      <a16:creationId xmlns:a16="http://schemas.microsoft.com/office/drawing/2014/main" id="{D282C7C6-87F5-471D-B104-E2AB768FB65C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8" name="直線コネクタ 107877">
                  <a:extLst>
                    <a:ext uri="{FF2B5EF4-FFF2-40B4-BE49-F238E27FC236}">
                      <a16:creationId xmlns:a16="http://schemas.microsoft.com/office/drawing/2014/main" id="{67363788-6B94-424C-8995-9EAD366AD529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79" name="直線コネクタ 107878">
                  <a:extLst>
                    <a:ext uri="{FF2B5EF4-FFF2-40B4-BE49-F238E27FC236}">
                      <a16:creationId xmlns:a16="http://schemas.microsoft.com/office/drawing/2014/main" id="{AC28086B-E056-4ADE-BED0-8E5FE9073F39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0" name="直線コネクタ 107879">
                  <a:extLst>
                    <a:ext uri="{FF2B5EF4-FFF2-40B4-BE49-F238E27FC236}">
                      <a16:creationId xmlns:a16="http://schemas.microsoft.com/office/drawing/2014/main" id="{423D2B71-20EC-4C81-A43C-FCF1DA0FCBA7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1" name="直線コネクタ 107880">
                  <a:extLst>
                    <a:ext uri="{FF2B5EF4-FFF2-40B4-BE49-F238E27FC236}">
                      <a16:creationId xmlns:a16="http://schemas.microsoft.com/office/drawing/2014/main" id="{98019618-9E57-4BE5-ADE7-F78B6A9A48A7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2" name="直線コネクタ 107881">
                  <a:extLst>
                    <a:ext uri="{FF2B5EF4-FFF2-40B4-BE49-F238E27FC236}">
                      <a16:creationId xmlns:a16="http://schemas.microsoft.com/office/drawing/2014/main" id="{8ACFD615-2210-47B1-9DF3-AF99DBF8D7AA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3" name="直線コネクタ 107882">
                  <a:extLst>
                    <a:ext uri="{FF2B5EF4-FFF2-40B4-BE49-F238E27FC236}">
                      <a16:creationId xmlns:a16="http://schemas.microsoft.com/office/drawing/2014/main" id="{9BCBB75F-E4E8-42B6-840C-8A3D7E0D66EB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4" name="直線コネクタ 107883">
                  <a:extLst>
                    <a:ext uri="{FF2B5EF4-FFF2-40B4-BE49-F238E27FC236}">
                      <a16:creationId xmlns:a16="http://schemas.microsoft.com/office/drawing/2014/main" id="{FA3E5E94-4EC6-4A49-8D16-912C4E2FF508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5" name="直線コネクタ 107884">
                  <a:extLst>
                    <a:ext uri="{FF2B5EF4-FFF2-40B4-BE49-F238E27FC236}">
                      <a16:creationId xmlns:a16="http://schemas.microsoft.com/office/drawing/2014/main" id="{D9174120-4A08-4E28-AD98-F600767C0B75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6" name="直線コネクタ 107885">
                  <a:extLst>
                    <a:ext uri="{FF2B5EF4-FFF2-40B4-BE49-F238E27FC236}">
                      <a16:creationId xmlns:a16="http://schemas.microsoft.com/office/drawing/2014/main" id="{10899185-77B3-4821-99E2-7EFFC7CC76DB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7" name="直線コネクタ 107886">
                  <a:extLst>
                    <a:ext uri="{FF2B5EF4-FFF2-40B4-BE49-F238E27FC236}">
                      <a16:creationId xmlns:a16="http://schemas.microsoft.com/office/drawing/2014/main" id="{E39EF68A-9889-4BEF-96EB-80CA4EAB6B60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8" name="直線コネクタ 107887">
                  <a:extLst>
                    <a:ext uri="{FF2B5EF4-FFF2-40B4-BE49-F238E27FC236}">
                      <a16:creationId xmlns:a16="http://schemas.microsoft.com/office/drawing/2014/main" id="{EA32535E-43F0-4B39-B549-A5F206DFA4D8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89" name="直線コネクタ 107888">
                  <a:extLst>
                    <a:ext uri="{FF2B5EF4-FFF2-40B4-BE49-F238E27FC236}">
                      <a16:creationId xmlns:a16="http://schemas.microsoft.com/office/drawing/2014/main" id="{854AC543-6973-40C9-834B-895ADD7C4BFC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0" name="直線コネクタ 107889">
                  <a:extLst>
                    <a:ext uri="{FF2B5EF4-FFF2-40B4-BE49-F238E27FC236}">
                      <a16:creationId xmlns:a16="http://schemas.microsoft.com/office/drawing/2014/main" id="{D32C03FF-CF19-4161-8B2E-8644C5A2E3C0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1" name="直線コネクタ 107890">
                  <a:extLst>
                    <a:ext uri="{FF2B5EF4-FFF2-40B4-BE49-F238E27FC236}">
                      <a16:creationId xmlns:a16="http://schemas.microsoft.com/office/drawing/2014/main" id="{F1265B89-6185-4215-8519-7CE97FB78B0C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2" name="直線コネクタ 107891">
                  <a:extLst>
                    <a:ext uri="{FF2B5EF4-FFF2-40B4-BE49-F238E27FC236}">
                      <a16:creationId xmlns:a16="http://schemas.microsoft.com/office/drawing/2014/main" id="{A0B5C317-81F2-4EE2-ACBF-D205CD64A344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3" name="直線コネクタ 107892">
                  <a:extLst>
                    <a:ext uri="{FF2B5EF4-FFF2-40B4-BE49-F238E27FC236}">
                      <a16:creationId xmlns:a16="http://schemas.microsoft.com/office/drawing/2014/main" id="{9D31C30C-2B19-43F0-816D-28211F194CE5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4" name="直線コネクタ 107893">
                  <a:extLst>
                    <a:ext uri="{FF2B5EF4-FFF2-40B4-BE49-F238E27FC236}">
                      <a16:creationId xmlns:a16="http://schemas.microsoft.com/office/drawing/2014/main" id="{A23FD7FF-F517-4912-A7B4-9EADB2DA1F2E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5" name="直線コネクタ 107894">
                  <a:extLst>
                    <a:ext uri="{FF2B5EF4-FFF2-40B4-BE49-F238E27FC236}">
                      <a16:creationId xmlns:a16="http://schemas.microsoft.com/office/drawing/2014/main" id="{839E93ED-C366-48C8-B4F9-57350417A216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6" name="直線コネクタ 107895">
                  <a:extLst>
                    <a:ext uri="{FF2B5EF4-FFF2-40B4-BE49-F238E27FC236}">
                      <a16:creationId xmlns:a16="http://schemas.microsoft.com/office/drawing/2014/main" id="{23F145E3-FC29-4AD1-A98E-876DBF84C7BF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7" name="直線コネクタ 107896">
                  <a:extLst>
                    <a:ext uri="{FF2B5EF4-FFF2-40B4-BE49-F238E27FC236}">
                      <a16:creationId xmlns:a16="http://schemas.microsoft.com/office/drawing/2014/main" id="{57C4E773-95DD-4B69-AEF4-9BE8AEFCAE26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8" name="直線コネクタ 107897">
                  <a:extLst>
                    <a:ext uri="{FF2B5EF4-FFF2-40B4-BE49-F238E27FC236}">
                      <a16:creationId xmlns:a16="http://schemas.microsoft.com/office/drawing/2014/main" id="{78312B53-9713-4F53-A988-8230A7DBB1CA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99" name="直線コネクタ 107898">
                  <a:extLst>
                    <a:ext uri="{FF2B5EF4-FFF2-40B4-BE49-F238E27FC236}">
                      <a16:creationId xmlns:a16="http://schemas.microsoft.com/office/drawing/2014/main" id="{90A8D75A-4E62-4117-82BE-F2EE4D26BF77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0" name="直線コネクタ 107899">
                  <a:extLst>
                    <a:ext uri="{FF2B5EF4-FFF2-40B4-BE49-F238E27FC236}">
                      <a16:creationId xmlns:a16="http://schemas.microsoft.com/office/drawing/2014/main" id="{877F8B16-4323-44C4-9191-E301F20AC86B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1" name="直線コネクタ 107900">
                  <a:extLst>
                    <a:ext uri="{FF2B5EF4-FFF2-40B4-BE49-F238E27FC236}">
                      <a16:creationId xmlns:a16="http://schemas.microsoft.com/office/drawing/2014/main" id="{4C28A84F-49E9-4C25-BE5D-6449E510E276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2" name="直線コネクタ 107901">
                  <a:extLst>
                    <a:ext uri="{FF2B5EF4-FFF2-40B4-BE49-F238E27FC236}">
                      <a16:creationId xmlns:a16="http://schemas.microsoft.com/office/drawing/2014/main" id="{D30CE308-F8F8-42CF-B172-714858D7C4CD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3" name="直線コネクタ 107902">
                  <a:extLst>
                    <a:ext uri="{FF2B5EF4-FFF2-40B4-BE49-F238E27FC236}">
                      <a16:creationId xmlns:a16="http://schemas.microsoft.com/office/drawing/2014/main" id="{342CA8F3-0EBF-4749-8105-CC9E6454DAEB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4" name="直線コネクタ 107903">
                  <a:extLst>
                    <a:ext uri="{FF2B5EF4-FFF2-40B4-BE49-F238E27FC236}">
                      <a16:creationId xmlns:a16="http://schemas.microsoft.com/office/drawing/2014/main" id="{22EC3F37-8579-4F90-93A7-7389E5B0AD03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5" name="直線コネクタ 107904">
                  <a:extLst>
                    <a:ext uri="{FF2B5EF4-FFF2-40B4-BE49-F238E27FC236}">
                      <a16:creationId xmlns:a16="http://schemas.microsoft.com/office/drawing/2014/main" id="{41F3E35C-9362-4B76-B7AD-5E0B1622FA64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6" name="直線コネクタ 107905">
                  <a:extLst>
                    <a:ext uri="{FF2B5EF4-FFF2-40B4-BE49-F238E27FC236}">
                      <a16:creationId xmlns:a16="http://schemas.microsoft.com/office/drawing/2014/main" id="{F2EF75B2-3C2B-427A-81DD-346A0CDDAB61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7" name="直線コネクタ 107906">
                  <a:extLst>
                    <a:ext uri="{FF2B5EF4-FFF2-40B4-BE49-F238E27FC236}">
                      <a16:creationId xmlns:a16="http://schemas.microsoft.com/office/drawing/2014/main" id="{2B79C967-9565-4EE8-8A29-B1D722BFBEE1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8" name="直線コネクタ 107907">
                  <a:extLst>
                    <a:ext uri="{FF2B5EF4-FFF2-40B4-BE49-F238E27FC236}">
                      <a16:creationId xmlns:a16="http://schemas.microsoft.com/office/drawing/2014/main" id="{AD645038-3542-4ACA-B834-EA569C138F43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09" name="直線コネクタ 107908">
                  <a:extLst>
                    <a:ext uri="{FF2B5EF4-FFF2-40B4-BE49-F238E27FC236}">
                      <a16:creationId xmlns:a16="http://schemas.microsoft.com/office/drawing/2014/main" id="{E1DAEA05-F42C-41B2-882A-19F3E0D60087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0" name="直線コネクタ 107909">
                  <a:extLst>
                    <a:ext uri="{FF2B5EF4-FFF2-40B4-BE49-F238E27FC236}">
                      <a16:creationId xmlns:a16="http://schemas.microsoft.com/office/drawing/2014/main" id="{0033A411-7C6A-4181-AAD7-CFFD4E146D8D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1" name="直線コネクタ 107910">
                  <a:extLst>
                    <a:ext uri="{FF2B5EF4-FFF2-40B4-BE49-F238E27FC236}">
                      <a16:creationId xmlns:a16="http://schemas.microsoft.com/office/drawing/2014/main" id="{133218BD-F20A-411A-90ED-CBD33F9D9535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2" name="直線コネクタ 107911">
                  <a:extLst>
                    <a:ext uri="{FF2B5EF4-FFF2-40B4-BE49-F238E27FC236}">
                      <a16:creationId xmlns:a16="http://schemas.microsoft.com/office/drawing/2014/main" id="{0C618506-5668-4CE4-8CF4-83C363B5E011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3" name="直線コネクタ 107912">
                  <a:extLst>
                    <a:ext uri="{FF2B5EF4-FFF2-40B4-BE49-F238E27FC236}">
                      <a16:creationId xmlns:a16="http://schemas.microsoft.com/office/drawing/2014/main" id="{D14D1304-9CC1-4145-9F3E-64901B795546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4" name="直線コネクタ 107913">
                  <a:extLst>
                    <a:ext uri="{FF2B5EF4-FFF2-40B4-BE49-F238E27FC236}">
                      <a16:creationId xmlns:a16="http://schemas.microsoft.com/office/drawing/2014/main" id="{0D660FF8-1AD2-4356-8AF1-BB6DB9EC06D5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5" name="直線コネクタ 107914">
                  <a:extLst>
                    <a:ext uri="{FF2B5EF4-FFF2-40B4-BE49-F238E27FC236}">
                      <a16:creationId xmlns:a16="http://schemas.microsoft.com/office/drawing/2014/main" id="{4579F715-1AEE-437B-B885-3B742DB85ACF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6" name="直線コネクタ 107915">
                  <a:extLst>
                    <a:ext uri="{FF2B5EF4-FFF2-40B4-BE49-F238E27FC236}">
                      <a16:creationId xmlns:a16="http://schemas.microsoft.com/office/drawing/2014/main" id="{FE01BD25-2E2C-455B-8F06-527F6A93C537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7" name="直線コネクタ 107916">
                  <a:extLst>
                    <a:ext uri="{FF2B5EF4-FFF2-40B4-BE49-F238E27FC236}">
                      <a16:creationId xmlns:a16="http://schemas.microsoft.com/office/drawing/2014/main" id="{0EB3CCB8-68D7-4D37-A954-564201C5E47E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8" name="直線コネクタ 107917">
                  <a:extLst>
                    <a:ext uri="{FF2B5EF4-FFF2-40B4-BE49-F238E27FC236}">
                      <a16:creationId xmlns:a16="http://schemas.microsoft.com/office/drawing/2014/main" id="{E8259BA1-0B9E-40E4-8C33-9A242CF493B7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19" name="直線コネクタ 107918">
                  <a:extLst>
                    <a:ext uri="{FF2B5EF4-FFF2-40B4-BE49-F238E27FC236}">
                      <a16:creationId xmlns:a16="http://schemas.microsoft.com/office/drawing/2014/main" id="{20BABDEB-4E28-4D8C-BA52-67018CA6FEE8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0" name="直線コネクタ 107919">
                  <a:extLst>
                    <a:ext uri="{FF2B5EF4-FFF2-40B4-BE49-F238E27FC236}">
                      <a16:creationId xmlns:a16="http://schemas.microsoft.com/office/drawing/2014/main" id="{EE86B170-59D4-4569-B94C-B0C69528274D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1" name="直線コネクタ 107920">
                  <a:extLst>
                    <a:ext uri="{FF2B5EF4-FFF2-40B4-BE49-F238E27FC236}">
                      <a16:creationId xmlns:a16="http://schemas.microsoft.com/office/drawing/2014/main" id="{4C4230DE-CDDB-4B1E-88A0-824154A80E4E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2" name="直線コネクタ 107921">
                  <a:extLst>
                    <a:ext uri="{FF2B5EF4-FFF2-40B4-BE49-F238E27FC236}">
                      <a16:creationId xmlns:a16="http://schemas.microsoft.com/office/drawing/2014/main" id="{64CCE8CE-D32B-43E2-A3D8-731C195C287A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3" name="直線コネクタ 107922">
                  <a:extLst>
                    <a:ext uri="{FF2B5EF4-FFF2-40B4-BE49-F238E27FC236}">
                      <a16:creationId xmlns:a16="http://schemas.microsoft.com/office/drawing/2014/main" id="{6E330998-4B08-41A8-A9DF-870E9A6BDE9C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4" name="直線コネクタ 107923">
                  <a:extLst>
                    <a:ext uri="{FF2B5EF4-FFF2-40B4-BE49-F238E27FC236}">
                      <a16:creationId xmlns:a16="http://schemas.microsoft.com/office/drawing/2014/main" id="{FAEE2270-81B1-4E0F-8E30-A08B2CF2B997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5" name="直線コネクタ 107924">
                  <a:extLst>
                    <a:ext uri="{FF2B5EF4-FFF2-40B4-BE49-F238E27FC236}">
                      <a16:creationId xmlns:a16="http://schemas.microsoft.com/office/drawing/2014/main" id="{82905F75-281D-4967-993C-25FAFD60C1C5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6" name="直線コネクタ 107925">
                  <a:extLst>
                    <a:ext uri="{FF2B5EF4-FFF2-40B4-BE49-F238E27FC236}">
                      <a16:creationId xmlns:a16="http://schemas.microsoft.com/office/drawing/2014/main" id="{48228606-1FC6-49B4-8548-C06515B869F3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7" name="直線コネクタ 107926">
                  <a:extLst>
                    <a:ext uri="{FF2B5EF4-FFF2-40B4-BE49-F238E27FC236}">
                      <a16:creationId xmlns:a16="http://schemas.microsoft.com/office/drawing/2014/main" id="{5E31B93F-370B-4D92-A757-5B3559935BCB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8" name="直線コネクタ 107927">
                  <a:extLst>
                    <a:ext uri="{FF2B5EF4-FFF2-40B4-BE49-F238E27FC236}">
                      <a16:creationId xmlns:a16="http://schemas.microsoft.com/office/drawing/2014/main" id="{45596B86-3670-4267-B99E-C4236CEAC492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29" name="直線コネクタ 107928">
                  <a:extLst>
                    <a:ext uri="{FF2B5EF4-FFF2-40B4-BE49-F238E27FC236}">
                      <a16:creationId xmlns:a16="http://schemas.microsoft.com/office/drawing/2014/main" id="{284AE8E3-77B2-477A-AAF5-CFA206A71E12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0" name="直線コネクタ 107929">
                  <a:extLst>
                    <a:ext uri="{FF2B5EF4-FFF2-40B4-BE49-F238E27FC236}">
                      <a16:creationId xmlns:a16="http://schemas.microsoft.com/office/drawing/2014/main" id="{06E3305F-B79D-41A9-83DD-C39153F1CA2B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1" name="直線コネクタ 107930">
                  <a:extLst>
                    <a:ext uri="{FF2B5EF4-FFF2-40B4-BE49-F238E27FC236}">
                      <a16:creationId xmlns:a16="http://schemas.microsoft.com/office/drawing/2014/main" id="{9DBAEAED-7E99-44AA-8729-5BF145B66C36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2" name="直線コネクタ 107931">
                  <a:extLst>
                    <a:ext uri="{FF2B5EF4-FFF2-40B4-BE49-F238E27FC236}">
                      <a16:creationId xmlns:a16="http://schemas.microsoft.com/office/drawing/2014/main" id="{3D0F77EE-2AEA-4C16-9545-C2731AFD15D5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3" name="直線コネクタ 107932">
                  <a:extLst>
                    <a:ext uri="{FF2B5EF4-FFF2-40B4-BE49-F238E27FC236}">
                      <a16:creationId xmlns:a16="http://schemas.microsoft.com/office/drawing/2014/main" id="{C27D1EE3-C24E-4467-B483-6CCEC9CDBE5B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4" name="直線コネクタ 107933">
                  <a:extLst>
                    <a:ext uri="{FF2B5EF4-FFF2-40B4-BE49-F238E27FC236}">
                      <a16:creationId xmlns:a16="http://schemas.microsoft.com/office/drawing/2014/main" id="{02B337FF-F11A-4D26-ABB8-C8044ED2E395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5" name="直線コネクタ 107934">
                  <a:extLst>
                    <a:ext uri="{FF2B5EF4-FFF2-40B4-BE49-F238E27FC236}">
                      <a16:creationId xmlns:a16="http://schemas.microsoft.com/office/drawing/2014/main" id="{E05205A0-A370-40EB-8AFC-BA1810CB51CE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6" name="直線コネクタ 107935">
                  <a:extLst>
                    <a:ext uri="{FF2B5EF4-FFF2-40B4-BE49-F238E27FC236}">
                      <a16:creationId xmlns:a16="http://schemas.microsoft.com/office/drawing/2014/main" id="{AAC3BF8B-281D-4539-9A94-308DB9CFC299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7" name="直線コネクタ 107936">
                  <a:extLst>
                    <a:ext uri="{FF2B5EF4-FFF2-40B4-BE49-F238E27FC236}">
                      <a16:creationId xmlns:a16="http://schemas.microsoft.com/office/drawing/2014/main" id="{96A7248E-896D-4642-B35B-7C851C0CD15C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8" name="直線コネクタ 107937">
                  <a:extLst>
                    <a:ext uri="{FF2B5EF4-FFF2-40B4-BE49-F238E27FC236}">
                      <a16:creationId xmlns:a16="http://schemas.microsoft.com/office/drawing/2014/main" id="{B21FA245-BB01-40D3-8CE0-E1366C463491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39" name="直線コネクタ 107938">
                  <a:extLst>
                    <a:ext uri="{FF2B5EF4-FFF2-40B4-BE49-F238E27FC236}">
                      <a16:creationId xmlns:a16="http://schemas.microsoft.com/office/drawing/2014/main" id="{8FE67E10-8011-408A-A854-93C0BF1B0BA4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0" name="直線コネクタ 107939">
                  <a:extLst>
                    <a:ext uri="{FF2B5EF4-FFF2-40B4-BE49-F238E27FC236}">
                      <a16:creationId xmlns:a16="http://schemas.microsoft.com/office/drawing/2014/main" id="{A596A967-47D6-41F9-AD64-F779796FDFF1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1" name="直線コネクタ 107940">
                  <a:extLst>
                    <a:ext uri="{FF2B5EF4-FFF2-40B4-BE49-F238E27FC236}">
                      <a16:creationId xmlns:a16="http://schemas.microsoft.com/office/drawing/2014/main" id="{84555C85-FDCC-4DA9-BA91-A59C29D4ABD0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2" name="直線コネクタ 107941">
                  <a:extLst>
                    <a:ext uri="{FF2B5EF4-FFF2-40B4-BE49-F238E27FC236}">
                      <a16:creationId xmlns:a16="http://schemas.microsoft.com/office/drawing/2014/main" id="{F0201A9B-DB59-4392-BD26-77535513DA26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3" name="直線コネクタ 107942">
                  <a:extLst>
                    <a:ext uri="{FF2B5EF4-FFF2-40B4-BE49-F238E27FC236}">
                      <a16:creationId xmlns:a16="http://schemas.microsoft.com/office/drawing/2014/main" id="{8270C84A-4530-491D-B651-6877AD5AB401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4" name="直線コネクタ 107943">
                  <a:extLst>
                    <a:ext uri="{FF2B5EF4-FFF2-40B4-BE49-F238E27FC236}">
                      <a16:creationId xmlns:a16="http://schemas.microsoft.com/office/drawing/2014/main" id="{B13E9E9A-4EE4-465E-812F-B28C6ED2453D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5" name="直線コネクタ 107944">
                  <a:extLst>
                    <a:ext uri="{FF2B5EF4-FFF2-40B4-BE49-F238E27FC236}">
                      <a16:creationId xmlns:a16="http://schemas.microsoft.com/office/drawing/2014/main" id="{2BD6C8D6-0262-43B3-9BFE-0148A360DD19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6" name="直線コネクタ 107945">
                  <a:extLst>
                    <a:ext uri="{FF2B5EF4-FFF2-40B4-BE49-F238E27FC236}">
                      <a16:creationId xmlns:a16="http://schemas.microsoft.com/office/drawing/2014/main" id="{0C4A2F15-C599-47DE-B3A1-42EA5F5A3DD8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7" name="直線コネクタ 107946">
                  <a:extLst>
                    <a:ext uri="{FF2B5EF4-FFF2-40B4-BE49-F238E27FC236}">
                      <a16:creationId xmlns:a16="http://schemas.microsoft.com/office/drawing/2014/main" id="{6E0BEF07-E54E-40F3-9B6E-623FCFC3F5D6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8" name="直線コネクタ 107947">
                  <a:extLst>
                    <a:ext uri="{FF2B5EF4-FFF2-40B4-BE49-F238E27FC236}">
                      <a16:creationId xmlns:a16="http://schemas.microsoft.com/office/drawing/2014/main" id="{0D6B7305-EB41-49CA-A430-723296ACBC5F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49" name="直線コネクタ 107948">
                  <a:extLst>
                    <a:ext uri="{FF2B5EF4-FFF2-40B4-BE49-F238E27FC236}">
                      <a16:creationId xmlns:a16="http://schemas.microsoft.com/office/drawing/2014/main" id="{99241D78-8361-4DB1-B618-CA3DBB7BFED2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0" name="直線コネクタ 107949">
                  <a:extLst>
                    <a:ext uri="{FF2B5EF4-FFF2-40B4-BE49-F238E27FC236}">
                      <a16:creationId xmlns:a16="http://schemas.microsoft.com/office/drawing/2014/main" id="{323866A1-B50D-4E83-A7BE-64064D50ABF2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1" name="直線コネクタ 107950">
                  <a:extLst>
                    <a:ext uri="{FF2B5EF4-FFF2-40B4-BE49-F238E27FC236}">
                      <a16:creationId xmlns:a16="http://schemas.microsoft.com/office/drawing/2014/main" id="{2CB716B6-5D59-4E9B-B6F4-980A8F0F48FF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2" name="直線コネクタ 107951">
                  <a:extLst>
                    <a:ext uri="{FF2B5EF4-FFF2-40B4-BE49-F238E27FC236}">
                      <a16:creationId xmlns:a16="http://schemas.microsoft.com/office/drawing/2014/main" id="{67D9A39C-17FC-4021-A52E-1067F6D6057F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3" name="直線コネクタ 107952">
                  <a:extLst>
                    <a:ext uri="{FF2B5EF4-FFF2-40B4-BE49-F238E27FC236}">
                      <a16:creationId xmlns:a16="http://schemas.microsoft.com/office/drawing/2014/main" id="{E8BCCB9D-6615-4D72-9AD7-068EE251B9DE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4" name="直線コネクタ 107953">
                  <a:extLst>
                    <a:ext uri="{FF2B5EF4-FFF2-40B4-BE49-F238E27FC236}">
                      <a16:creationId xmlns:a16="http://schemas.microsoft.com/office/drawing/2014/main" id="{B828CC6D-9008-440E-99E9-FDBC7255B56E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5" name="直線コネクタ 107954">
                  <a:extLst>
                    <a:ext uri="{FF2B5EF4-FFF2-40B4-BE49-F238E27FC236}">
                      <a16:creationId xmlns:a16="http://schemas.microsoft.com/office/drawing/2014/main" id="{E8CAE964-8A3C-48FD-9D5D-B11F6F009A2B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6" name="直線コネクタ 107955">
                  <a:extLst>
                    <a:ext uri="{FF2B5EF4-FFF2-40B4-BE49-F238E27FC236}">
                      <a16:creationId xmlns:a16="http://schemas.microsoft.com/office/drawing/2014/main" id="{E46EACDE-1B56-4D9F-9D8E-2E5B7B7E2E91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7" name="直線コネクタ 107956">
                  <a:extLst>
                    <a:ext uri="{FF2B5EF4-FFF2-40B4-BE49-F238E27FC236}">
                      <a16:creationId xmlns:a16="http://schemas.microsoft.com/office/drawing/2014/main" id="{B523CB60-0A91-4544-A3BD-42E32F38E36E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8" name="直線コネクタ 107957">
                  <a:extLst>
                    <a:ext uri="{FF2B5EF4-FFF2-40B4-BE49-F238E27FC236}">
                      <a16:creationId xmlns:a16="http://schemas.microsoft.com/office/drawing/2014/main" id="{D7A587A1-2C4C-45BA-8143-D64965D85927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59" name="直線コネクタ 107958">
                  <a:extLst>
                    <a:ext uri="{FF2B5EF4-FFF2-40B4-BE49-F238E27FC236}">
                      <a16:creationId xmlns:a16="http://schemas.microsoft.com/office/drawing/2014/main" id="{088B2BDA-6D34-4010-87C9-C48A7C7FC0C4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0" name="直線コネクタ 107959">
                  <a:extLst>
                    <a:ext uri="{FF2B5EF4-FFF2-40B4-BE49-F238E27FC236}">
                      <a16:creationId xmlns:a16="http://schemas.microsoft.com/office/drawing/2014/main" id="{8AA4054A-B988-4D7A-9A26-2F9BC0D1A1A1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1" name="直線コネクタ 107960">
                  <a:extLst>
                    <a:ext uri="{FF2B5EF4-FFF2-40B4-BE49-F238E27FC236}">
                      <a16:creationId xmlns:a16="http://schemas.microsoft.com/office/drawing/2014/main" id="{B1D3368E-3274-44F1-97D5-A285A67E4464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2" name="直線コネクタ 107961">
                  <a:extLst>
                    <a:ext uri="{FF2B5EF4-FFF2-40B4-BE49-F238E27FC236}">
                      <a16:creationId xmlns:a16="http://schemas.microsoft.com/office/drawing/2014/main" id="{C324BA0C-B07B-4B88-8D14-28C4C8D81F97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3" name="直線コネクタ 107962">
                  <a:extLst>
                    <a:ext uri="{FF2B5EF4-FFF2-40B4-BE49-F238E27FC236}">
                      <a16:creationId xmlns:a16="http://schemas.microsoft.com/office/drawing/2014/main" id="{F33F0D4E-D9C0-44FB-8645-2EAC9877ED72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4" name="直線コネクタ 107963">
                  <a:extLst>
                    <a:ext uri="{FF2B5EF4-FFF2-40B4-BE49-F238E27FC236}">
                      <a16:creationId xmlns:a16="http://schemas.microsoft.com/office/drawing/2014/main" id="{99CF56FB-4DF5-4D0D-B5F8-32651EEC162A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5" name="直線コネクタ 107964">
                  <a:extLst>
                    <a:ext uri="{FF2B5EF4-FFF2-40B4-BE49-F238E27FC236}">
                      <a16:creationId xmlns:a16="http://schemas.microsoft.com/office/drawing/2014/main" id="{ECE85E0B-DB61-46EA-BBBE-970BA52BA2AF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6" name="直線コネクタ 107965">
                  <a:extLst>
                    <a:ext uri="{FF2B5EF4-FFF2-40B4-BE49-F238E27FC236}">
                      <a16:creationId xmlns:a16="http://schemas.microsoft.com/office/drawing/2014/main" id="{D7536406-5B83-48EF-A19C-52219B1CC6DA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7" name="直線コネクタ 107966">
                  <a:extLst>
                    <a:ext uri="{FF2B5EF4-FFF2-40B4-BE49-F238E27FC236}">
                      <a16:creationId xmlns:a16="http://schemas.microsoft.com/office/drawing/2014/main" id="{32C08B5B-2FFD-4B13-8095-9CF02C00E951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8" name="直線コネクタ 107967">
                  <a:extLst>
                    <a:ext uri="{FF2B5EF4-FFF2-40B4-BE49-F238E27FC236}">
                      <a16:creationId xmlns:a16="http://schemas.microsoft.com/office/drawing/2014/main" id="{1396F34A-9254-47F9-AE6C-14D29532EFFC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69" name="直線コネクタ 107968">
                  <a:extLst>
                    <a:ext uri="{FF2B5EF4-FFF2-40B4-BE49-F238E27FC236}">
                      <a16:creationId xmlns:a16="http://schemas.microsoft.com/office/drawing/2014/main" id="{28337827-CE91-4756-AB6D-165A9CB39C85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0" name="直線コネクタ 107969">
                  <a:extLst>
                    <a:ext uri="{FF2B5EF4-FFF2-40B4-BE49-F238E27FC236}">
                      <a16:creationId xmlns:a16="http://schemas.microsoft.com/office/drawing/2014/main" id="{077368B4-D614-419F-A935-040BBD98A8AA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1" name="直線コネクタ 107970">
                  <a:extLst>
                    <a:ext uri="{FF2B5EF4-FFF2-40B4-BE49-F238E27FC236}">
                      <a16:creationId xmlns:a16="http://schemas.microsoft.com/office/drawing/2014/main" id="{EC7F80AC-DBA8-41BA-A220-E8DB68CC03B5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2" name="直線コネクタ 107971">
                  <a:extLst>
                    <a:ext uri="{FF2B5EF4-FFF2-40B4-BE49-F238E27FC236}">
                      <a16:creationId xmlns:a16="http://schemas.microsoft.com/office/drawing/2014/main" id="{A09C3DEF-8032-45B2-8D28-C7C3B88C2B60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3" name="直線コネクタ 107972">
                  <a:extLst>
                    <a:ext uri="{FF2B5EF4-FFF2-40B4-BE49-F238E27FC236}">
                      <a16:creationId xmlns:a16="http://schemas.microsoft.com/office/drawing/2014/main" id="{5001245A-40B1-4C2C-859C-0BBB2473953F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4" name="直線コネクタ 107973">
                  <a:extLst>
                    <a:ext uri="{FF2B5EF4-FFF2-40B4-BE49-F238E27FC236}">
                      <a16:creationId xmlns:a16="http://schemas.microsoft.com/office/drawing/2014/main" id="{B9B6AE9B-7ADD-4441-96F4-0AC9440B9A30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5" name="直線コネクタ 107974">
                  <a:extLst>
                    <a:ext uri="{FF2B5EF4-FFF2-40B4-BE49-F238E27FC236}">
                      <a16:creationId xmlns:a16="http://schemas.microsoft.com/office/drawing/2014/main" id="{D2DABA75-7081-4414-A4F1-C3F5D625197D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6" name="直線コネクタ 107975">
                  <a:extLst>
                    <a:ext uri="{FF2B5EF4-FFF2-40B4-BE49-F238E27FC236}">
                      <a16:creationId xmlns:a16="http://schemas.microsoft.com/office/drawing/2014/main" id="{D396226F-0C0E-45A0-842E-267369C50D52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7" name="直線コネクタ 107976">
                  <a:extLst>
                    <a:ext uri="{FF2B5EF4-FFF2-40B4-BE49-F238E27FC236}">
                      <a16:creationId xmlns:a16="http://schemas.microsoft.com/office/drawing/2014/main" id="{C774DA61-0FE7-47C1-A9B8-91F3B55C914F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8" name="直線コネクタ 107977">
                  <a:extLst>
                    <a:ext uri="{FF2B5EF4-FFF2-40B4-BE49-F238E27FC236}">
                      <a16:creationId xmlns:a16="http://schemas.microsoft.com/office/drawing/2014/main" id="{29AE4BEC-F672-4841-ACAF-182E19638278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79" name="直線コネクタ 107978">
                  <a:extLst>
                    <a:ext uri="{FF2B5EF4-FFF2-40B4-BE49-F238E27FC236}">
                      <a16:creationId xmlns:a16="http://schemas.microsoft.com/office/drawing/2014/main" id="{251A39AB-987A-46BB-8A6B-F73860F4F5BC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0" name="直線コネクタ 107979">
                  <a:extLst>
                    <a:ext uri="{FF2B5EF4-FFF2-40B4-BE49-F238E27FC236}">
                      <a16:creationId xmlns:a16="http://schemas.microsoft.com/office/drawing/2014/main" id="{B87274AA-8605-47E8-9A39-8C95EE84FF12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1" name="直線コネクタ 107980">
                  <a:extLst>
                    <a:ext uri="{FF2B5EF4-FFF2-40B4-BE49-F238E27FC236}">
                      <a16:creationId xmlns:a16="http://schemas.microsoft.com/office/drawing/2014/main" id="{FFB0A8EE-E88E-4EEB-B764-FA6FDD639749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2" name="直線コネクタ 107981">
                  <a:extLst>
                    <a:ext uri="{FF2B5EF4-FFF2-40B4-BE49-F238E27FC236}">
                      <a16:creationId xmlns:a16="http://schemas.microsoft.com/office/drawing/2014/main" id="{E16EA181-65C5-4FCA-802E-67BD09D55AEE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3" name="直線コネクタ 107982">
                  <a:extLst>
                    <a:ext uri="{FF2B5EF4-FFF2-40B4-BE49-F238E27FC236}">
                      <a16:creationId xmlns:a16="http://schemas.microsoft.com/office/drawing/2014/main" id="{62FE36F1-B8EB-4749-B217-8741E5016EBA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4" name="直線コネクタ 107983">
                  <a:extLst>
                    <a:ext uri="{FF2B5EF4-FFF2-40B4-BE49-F238E27FC236}">
                      <a16:creationId xmlns:a16="http://schemas.microsoft.com/office/drawing/2014/main" id="{C15306D0-4185-480D-99F1-9473F90D4A39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5" name="直線コネクタ 107984">
                  <a:extLst>
                    <a:ext uri="{FF2B5EF4-FFF2-40B4-BE49-F238E27FC236}">
                      <a16:creationId xmlns:a16="http://schemas.microsoft.com/office/drawing/2014/main" id="{D363486E-08AD-4B9A-8E8E-79A9F7AC62A7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6" name="直線コネクタ 107985">
                  <a:extLst>
                    <a:ext uri="{FF2B5EF4-FFF2-40B4-BE49-F238E27FC236}">
                      <a16:creationId xmlns:a16="http://schemas.microsoft.com/office/drawing/2014/main" id="{D177ABFD-8304-4C01-8CB4-05B15ED55C6D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7" name="直線コネクタ 107986">
                  <a:extLst>
                    <a:ext uri="{FF2B5EF4-FFF2-40B4-BE49-F238E27FC236}">
                      <a16:creationId xmlns:a16="http://schemas.microsoft.com/office/drawing/2014/main" id="{DFCD7CD5-637C-4AA7-83FE-AD5B6CDEBF4C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8" name="直線コネクタ 107987">
                  <a:extLst>
                    <a:ext uri="{FF2B5EF4-FFF2-40B4-BE49-F238E27FC236}">
                      <a16:creationId xmlns:a16="http://schemas.microsoft.com/office/drawing/2014/main" id="{7D862E32-AC9C-4293-A20B-1158EFD7E877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89" name="直線コネクタ 107988">
                  <a:extLst>
                    <a:ext uri="{FF2B5EF4-FFF2-40B4-BE49-F238E27FC236}">
                      <a16:creationId xmlns:a16="http://schemas.microsoft.com/office/drawing/2014/main" id="{9183FC6B-B03E-4B7E-B05A-FAC316CCC053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0" name="直線コネクタ 107989">
                  <a:extLst>
                    <a:ext uri="{FF2B5EF4-FFF2-40B4-BE49-F238E27FC236}">
                      <a16:creationId xmlns:a16="http://schemas.microsoft.com/office/drawing/2014/main" id="{06D2FA0C-50CF-4FA0-B3F5-9DAE16F99F50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1" name="直線コネクタ 107990">
                  <a:extLst>
                    <a:ext uri="{FF2B5EF4-FFF2-40B4-BE49-F238E27FC236}">
                      <a16:creationId xmlns:a16="http://schemas.microsoft.com/office/drawing/2014/main" id="{60F0535A-ACF5-40CC-BDA1-4772A589DA21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2" name="直線コネクタ 107991">
                  <a:extLst>
                    <a:ext uri="{FF2B5EF4-FFF2-40B4-BE49-F238E27FC236}">
                      <a16:creationId xmlns:a16="http://schemas.microsoft.com/office/drawing/2014/main" id="{9C662D64-8ED0-4C77-9A5E-0D55931DE109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3" name="直線コネクタ 107992">
                  <a:extLst>
                    <a:ext uri="{FF2B5EF4-FFF2-40B4-BE49-F238E27FC236}">
                      <a16:creationId xmlns:a16="http://schemas.microsoft.com/office/drawing/2014/main" id="{BF5618C5-C89C-4F8B-B827-18F0308DFE8F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4" name="直線コネクタ 107993">
                  <a:extLst>
                    <a:ext uri="{FF2B5EF4-FFF2-40B4-BE49-F238E27FC236}">
                      <a16:creationId xmlns:a16="http://schemas.microsoft.com/office/drawing/2014/main" id="{6BEB00F0-F168-43E8-B23D-9DAB39C5FDA7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5" name="直線コネクタ 107994">
                  <a:extLst>
                    <a:ext uri="{FF2B5EF4-FFF2-40B4-BE49-F238E27FC236}">
                      <a16:creationId xmlns:a16="http://schemas.microsoft.com/office/drawing/2014/main" id="{859DA1D2-059D-4A64-A502-2DA284BB31C3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6" name="直線コネクタ 107995">
                  <a:extLst>
                    <a:ext uri="{FF2B5EF4-FFF2-40B4-BE49-F238E27FC236}">
                      <a16:creationId xmlns:a16="http://schemas.microsoft.com/office/drawing/2014/main" id="{A71DED99-7CFE-404B-95DD-55B255426823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7" name="直線コネクタ 107996">
                  <a:extLst>
                    <a:ext uri="{FF2B5EF4-FFF2-40B4-BE49-F238E27FC236}">
                      <a16:creationId xmlns:a16="http://schemas.microsoft.com/office/drawing/2014/main" id="{14B22B8B-9567-481D-A05F-23A75D24F27D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8" name="直線コネクタ 107997">
                  <a:extLst>
                    <a:ext uri="{FF2B5EF4-FFF2-40B4-BE49-F238E27FC236}">
                      <a16:creationId xmlns:a16="http://schemas.microsoft.com/office/drawing/2014/main" id="{7EC53C28-A973-4E52-A44C-FA8CC5B67FE6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999" name="直線コネクタ 107998">
                  <a:extLst>
                    <a:ext uri="{FF2B5EF4-FFF2-40B4-BE49-F238E27FC236}">
                      <a16:creationId xmlns:a16="http://schemas.microsoft.com/office/drawing/2014/main" id="{AEB9B789-BEBF-432F-B88D-897EC72FF181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0" name="直線コネクタ 107999">
                  <a:extLst>
                    <a:ext uri="{FF2B5EF4-FFF2-40B4-BE49-F238E27FC236}">
                      <a16:creationId xmlns:a16="http://schemas.microsoft.com/office/drawing/2014/main" id="{C3FC7666-8B1F-498C-B0C9-D0A61B572965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1" name="直線コネクタ 108000">
                  <a:extLst>
                    <a:ext uri="{FF2B5EF4-FFF2-40B4-BE49-F238E27FC236}">
                      <a16:creationId xmlns:a16="http://schemas.microsoft.com/office/drawing/2014/main" id="{CE53EB39-F303-4C3B-B939-53BC329BCA13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2" name="直線コネクタ 108001">
                  <a:extLst>
                    <a:ext uri="{FF2B5EF4-FFF2-40B4-BE49-F238E27FC236}">
                      <a16:creationId xmlns:a16="http://schemas.microsoft.com/office/drawing/2014/main" id="{928C87F9-C72F-4B20-A6DF-5A24E6C600DF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3" name="直線コネクタ 108002">
                  <a:extLst>
                    <a:ext uri="{FF2B5EF4-FFF2-40B4-BE49-F238E27FC236}">
                      <a16:creationId xmlns:a16="http://schemas.microsoft.com/office/drawing/2014/main" id="{4C4D23EB-2F44-42A5-86C0-A7AA5091B9E3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4" name="直線コネクタ 108003">
                  <a:extLst>
                    <a:ext uri="{FF2B5EF4-FFF2-40B4-BE49-F238E27FC236}">
                      <a16:creationId xmlns:a16="http://schemas.microsoft.com/office/drawing/2014/main" id="{A68484D6-E7F4-4CD7-9F73-4F9F4055ECCC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5" name="直線コネクタ 108004">
                  <a:extLst>
                    <a:ext uri="{FF2B5EF4-FFF2-40B4-BE49-F238E27FC236}">
                      <a16:creationId xmlns:a16="http://schemas.microsoft.com/office/drawing/2014/main" id="{F026BA41-F2B4-4952-9563-C54732CC128F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6" name="直線コネクタ 108005">
                  <a:extLst>
                    <a:ext uri="{FF2B5EF4-FFF2-40B4-BE49-F238E27FC236}">
                      <a16:creationId xmlns:a16="http://schemas.microsoft.com/office/drawing/2014/main" id="{B37B7C2E-C51D-4024-9277-66A74A770DDE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7" name="直線コネクタ 108006">
                  <a:extLst>
                    <a:ext uri="{FF2B5EF4-FFF2-40B4-BE49-F238E27FC236}">
                      <a16:creationId xmlns:a16="http://schemas.microsoft.com/office/drawing/2014/main" id="{A34C5D59-59F9-496D-87DF-93AEA6E91059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8" name="直線コネクタ 108007">
                  <a:extLst>
                    <a:ext uri="{FF2B5EF4-FFF2-40B4-BE49-F238E27FC236}">
                      <a16:creationId xmlns:a16="http://schemas.microsoft.com/office/drawing/2014/main" id="{D9A3069A-6859-4E28-A980-C5B91F6B94D7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09" name="直線コネクタ 108008">
                  <a:extLst>
                    <a:ext uri="{FF2B5EF4-FFF2-40B4-BE49-F238E27FC236}">
                      <a16:creationId xmlns:a16="http://schemas.microsoft.com/office/drawing/2014/main" id="{54B69808-0148-4BA5-9B3C-2273CE0AA1FC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0" name="直線コネクタ 108009">
                  <a:extLst>
                    <a:ext uri="{FF2B5EF4-FFF2-40B4-BE49-F238E27FC236}">
                      <a16:creationId xmlns:a16="http://schemas.microsoft.com/office/drawing/2014/main" id="{CC03880A-3213-4B22-A117-FA3170BD9560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1" name="直線コネクタ 108010">
                  <a:extLst>
                    <a:ext uri="{FF2B5EF4-FFF2-40B4-BE49-F238E27FC236}">
                      <a16:creationId xmlns:a16="http://schemas.microsoft.com/office/drawing/2014/main" id="{526BD04F-EC27-41DF-B095-DA8DA5752A94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2" name="直線コネクタ 108011">
                  <a:extLst>
                    <a:ext uri="{FF2B5EF4-FFF2-40B4-BE49-F238E27FC236}">
                      <a16:creationId xmlns:a16="http://schemas.microsoft.com/office/drawing/2014/main" id="{89EDB9F2-4B93-4EFF-AC37-D5DFC28DA99D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3" name="直線コネクタ 108012">
                  <a:extLst>
                    <a:ext uri="{FF2B5EF4-FFF2-40B4-BE49-F238E27FC236}">
                      <a16:creationId xmlns:a16="http://schemas.microsoft.com/office/drawing/2014/main" id="{A1742705-B50E-4B0B-A132-8FB6B5D061A2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4" name="直線コネクタ 108013">
                  <a:extLst>
                    <a:ext uri="{FF2B5EF4-FFF2-40B4-BE49-F238E27FC236}">
                      <a16:creationId xmlns:a16="http://schemas.microsoft.com/office/drawing/2014/main" id="{3DAE48B4-2F38-40C0-B527-64AC10B44CD3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5" name="直線コネクタ 108014">
                  <a:extLst>
                    <a:ext uri="{FF2B5EF4-FFF2-40B4-BE49-F238E27FC236}">
                      <a16:creationId xmlns:a16="http://schemas.microsoft.com/office/drawing/2014/main" id="{965E2637-7BB6-4FE5-945C-3404CA83D27C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6" name="直線コネクタ 108015">
                  <a:extLst>
                    <a:ext uri="{FF2B5EF4-FFF2-40B4-BE49-F238E27FC236}">
                      <a16:creationId xmlns:a16="http://schemas.microsoft.com/office/drawing/2014/main" id="{33D6E205-15B9-48FA-9210-A41BE4FBF339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7" name="直線コネクタ 108016">
                  <a:extLst>
                    <a:ext uri="{FF2B5EF4-FFF2-40B4-BE49-F238E27FC236}">
                      <a16:creationId xmlns:a16="http://schemas.microsoft.com/office/drawing/2014/main" id="{33A6BE31-2393-4F40-881D-51DB635591D7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8" name="直線コネクタ 108017">
                  <a:extLst>
                    <a:ext uri="{FF2B5EF4-FFF2-40B4-BE49-F238E27FC236}">
                      <a16:creationId xmlns:a16="http://schemas.microsoft.com/office/drawing/2014/main" id="{A7F7C3EE-6EA2-4EDA-9239-096266F7FA37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19" name="直線コネクタ 108018">
                  <a:extLst>
                    <a:ext uri="{FF2B5EF4-FFF2-40B4-BE49-F238E27FC236}">
                      <a16:creationId xmlns:a16="http://schemas.microsoft.com/office/drawing/2014/main" id="{ADF736FD-BE32-463E-8E56-F45BB568C76B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0" name="直線コネクタ 108019">
                  <a:extLst>
                    <a:ext uri="{FF2B5EF4-FFF2-40B4-BE49-F238E27FC236}">
                      <a16:creationId xmlns:a16="http://schemas.microsoft.com/office/drawing/2014/main" id="{16A24034-E1AE-44D1-BD2E-82445E36C4CE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1" name="直線コネクタ 108020">
                  <a:extLst>
                    <a:ext uri="{FF2B5EF4-FFF2-40B4-BE49-F238E27FC236}">
                      <a16:creationId xmlns:a16="http://schemas.microsoft.com/office/drawing/2014/main" id="{9C58E484-3076-414E-A007-4634BE49BE1C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2" name="直線コネクタ 108021">
                  <a:extLst>
                    <a:ext uri="{FF2B5EF4-FFF2-40B4-BE49-F238E27FC236}">
                      <a16:creationId xmlns:a16="http://schemas.microsoft.com/office/drawing/2014/main" id="{6B5E89BD-D86B-4A25-8956-46BF07E5AC4F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3" name="直線コネクタ 108022">
                  <a:extLst>
                    <a:ext uri="{FF2B5EF4-FFF2-40B4-BE49-F238E27FC236}">
                      <a16:creationId xmlns:a16="http://schemas.microsoft.com/office/drawing/2014/main" id="{4476F636-52C4-49BB-B62A-A58A6E2EB9C6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4" name="直線コネクタ 108023">
                  <a:extLst>
                    <a:ext uri="{FF2B5EF4-FFF2-40B4-BE49-F238E27FC236}">
                      <a16:creationId xmlns:a16="http://schemas.microsoft.com/office/drawing/2014/main" id="{6A11CA4E-CCDE-4075-8DB4-FA1F67912912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5" name="直線コネクタ 108024">
                  <a:extLst>
                    <a:ext uri="{FF2B5EF4-FFF2-40B4-BE49-F238E27FC236}">
                      <a16:creationId xmlns:a16="http://schemas.microsoft.com/office/drawing/2014/main" id="{E882BB6F-DC47-4042-9D0C-1C06CA2D5B43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6" name="直線コネクタ 108025">
                  <a:extLst>
                    <a:ext uri="{FF2B5EF4-FFF2-40B4-BE49-F238E27FC236}">
                      <a16:creationId xmlns:a16="http://schemas.microsoft.com/office/drawing/2014/main" id="{4BB342EA-DD62-4C9E-800B-71EFEFF130E8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7" name="直線コネクタ 108026">
                  <a:extLst>
                    <a:ext uri="{FF2B5EF4-FFF2-40B4-BE49-F238E27FC236}">
                      <a16:creationId xmlns:a16="http://schemas.microsoft.com/office/drawing/2014/main" id="{51EC42CF-7D59-4C61-9C51-7518D39D2CB6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8" name="直線コネクタ 108027">
                  <a:extLst>
                    <a:ext uri="{FF2B5EF4-FFF2-40B4-BE49-F238E27FC236}">
                      <a16:creationId xmlns:a16="http://schemas.microsoft.com/office/drawing/2014/main" id="{6F824FB2-BDCE-466A-BF9C-46FBB5E6D1CD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29" name="直線コネクタ 108028">
                  <a:extLst>
                    <a:ext uri="{FF2B5EF4-FFF2-40B4-BE49-F238E27FC236}">
                      <a16:creationId xmlns:a16="http://schemas.microsoft.com/office/drawing/2014/main" id="{E9311B07-8DFB-4674-9084-EDA539200998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0" name="直線コネクタ 108029">
                  <a:extLst>
                    <a:ext uri="{FF2B5EF4-FFF2-40B4-BE49-F238E27FC236}">
                      <a16:creationId xmlns:a16="http://schemas.microsoft.com/office/drawing/2014/main" id="{7C930F95-B154-4F2D-A075-DC6541419034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1" name="直線コネクタ 108030">
                  <a:extLst>
                    <a:ext uri="{FF2B5EF4-FFF2-40B4-BE49-F238E27FC236}">
                      <a16:creationId xmlns:a16="http://schemas.microsoft.com/office/drawing/2014/main" id="{75A76EB1-1AC7-4E61-BA50-9CF35B1EA3D7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2" name="直線コネクタ 108031">
                  <a:extLst>
                    <a:ext uri="{FF2B5EF4-FFF2-40B4-BE49-F238E27FC236}">
                      <a16:creationId xmlns:a16="http://schemas.microsoft.com/office/drawing/2014/main" id="{1511113E-2E08-42AD-B7B3-5769A8B5A467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3" name="直線コネクタ 108032">
                  <a:extLst>
                    <a:ext uri="{FF2B5EF4-FFF2-40B4-BE49-F238E27FC236}">
                      <a16:creationId xmlns:a16="http://schemas.microsoft.com/office/drawing/2014/main" id="{A1C2BD2B-7576-4552-B1EA-3102D8A1662C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4" name="直線コネクタ 108033">
                  <a:extLst>
                    <a:ext uri="{FF2B5EF4-FFF2-40B4-BE49-F238E27FC236}">
                      <a16:creationId xmlns:a16="http://schemas.microsoft.com/office/drawing/2014/main" id="{7446BF09-E715-42EB-8028-A0524FE41F6A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5" name="直線コネクタ 108034">
                  <a:extLst>
                    <a:ext uri="{FF2B5EF4-FFF2-40B4-BE49-F238E27FC236}">
                      <a16:creationId xmlns:a16="http://schemas.microsoft.com/office/drawing/2014/main" id="{403D4231-7A06-463F-9713-44D67D204F8C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6" name="直線コネクタ 108035">
                  <a:extLst>
                    <a:ext uri="{FF2B5EF4-FFF2-40B4-BE49-F238E27FC236}">
                      <a16:creationId xmlns:a16="http://schemas.microsoft.com/office/drawing/2014/main" id="{829A8FE6-7FA2-40A1-9A16-591781F3B36E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7" name="直線コネクタ 108036">
                  <a:extLst>
                    <a:ext uri="{FF2B5EF4-FFF2-40B4-BE49-F238E27FC236}">
                      <a16:creationId xmlns:a16="http://schemas.microsoft.com/office/drawing/2014/main" id="{A3E03A85-31EA-4D8C-8530-5D0FC34371C6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8" name="直線コネクタ 108037">
                  <a:extLst>
                    <a:ext uri="{FF2B5EF4-FFF2-40B4-BE49-F238E27FC236}">
                      <a16:creationId xmlns:a16="http://schemas.microsoft.com/office/drawing/2014/main" id="{39A0DFB6-A005-43EC-A01C-2A153325FE7D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39" name="直線コネクタ 108038">
                  <a:extLst>
                    <a:ext uri="{FF2B5EF4-FFF2-40B4-BE49-F238E27FC236}">
                      <a16:creationId xmlns:a16="http://schemas.microsoft.com/office/drawing/2014/main" id="{7DD97FEF-8258-4596-B02E-DCA6FFA47E88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0" name="直線コネクタ 108039">
                  <a:extLst>
                    <a:ext uri="{FF2B5EF4-FFF2-40B4-BE49-F238E27FC236}">
                      <a16:creationId xmlns:a16="http://schemas.microsoft.com/office/drawing/2014/main" id="{6143B60F-DAD7-4CD9-87B9-A071718BA535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1" name="直線コネクタ 108040">
                  <a:extLst>
                    <a:ext uri="{FF2B5EF4-FFF2-40B4-BE49-F238E27FC236}">
                      <a16:creationId xmlns:a16="http://schemas.microsoft.com/office/drawing/2014/main" id="{E22458A8-FAD7-42D4-984C-4B92EFA44ED7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2" name="直線コネクタ 108041">
                  <a:extLst>
                    <a:ext uri="{FF2B5EF4-FFF2-40B4-BE49-F238E27FC236}">
                      <a16:creationId xmlns:a16="http://schemas.microsoft.com/office/drawing/2014/main" id="{596D1D0B-5249-4D04-87AE-0BB9EED5A7C0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3" name="直線コネクタ 108042">
                  <a:extLst>
                    <a:ext uri="{FF2B5EF4-FFF2-40B4-BE49-F238E27FC236}">
                      <a16:creationId xmlns:a16="http://schemas.microsoft.com/office/drawing/2014/main" id="{B4F8EFD9-6D61-450F-9FA9-F75A3D87F43A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4" name="直線コネクタ 108043">
                  <a:extLst>
                    <a:ext uri="{FF2B5EF4-FFF2-40B4-BE49-F238E27FC236}">
                      <a16:creationId xmlns:a16="http://schemas.microsoft.com/office/drawing/2014/main" id="{B891124C-57EC-4146-8A02-A116797035B2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5" name="直線コネクタ 108044">
                  <a:extLst>
                    <a:ext uri="{FF2B5EF4-FFF2-40B4-BE49-F238E27FC236}">
                      <a16:creationId xmlns:a16="http://schemas.microsoft.com/office/drawing/2014/main" id="{9AFA2833-D6C8-4326-925B-9DFD68847D4A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6" name="直線コネクタ 108045">
                  <a:extLst>
                    <a:ext uri="{FF2B5EF4-FFF2-40B4-BE49-F238E27FC236}">
                      <a16:creationId xmlns:a16="http://schemas.microsoft.com/office/drawing/2014/main" id="{F057B42B-9054-41F8-B404-BD8D2615ED79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7" name="直線コネクタ 108046">
                  <a:extLst>
                    <a:ext uri="{FF2B5EF4-FFF2-40B4-BE49-F238E27FC236}">
                      <a16:creationId xmlns:a16="http://schemas.microsoft.com/office/drawing/2014/main" id="{036D1A14-DF05-4E16-B739-84B5D8FB92B4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8" name="直線コネクタ 108047">
                  <a:extLst>
                    <a:ext uri="{FF2B5EF4-FFF2-40B4-BE49-F238E27FC236}">
                      <a16:creationId xmlns:a16="http://schemas.microsoft.com/office/drawing/2014/main" id="{27EF0E0B-5617-4D60-A693-B5E1F81E5AD7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49" name="直線コネクタ 108048">
                  <a:extLst>
                    <a:ext uri="{FF2B5EF4-FFF2-40B4-BE49-F238E27FC236}">
                      <a16:creationId xmlns:a16="http://schemas.microsoft.com/office/drawing/2014/main" id="{E6DE5E06-AEEA-4489-A643-415C0FA6FD36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0" name="直線コネクタ 108049">
                  <a:extLst>
                    <a:ext uri="{FF2B5EF4-FFF2-40B4-BE49-F238E27FC236}">
                      <a16:creationId xmlns:a16="http://schemas.microsoft.com/office/drawing/2014/main" id="{47EAB76E-318A-434D-A2CF-BC253C75F79B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1" name="直線コネクタ 108050">
                  <a:extLst>
                    <a:ext uri="{FF2B5EF4-FFF2-40B4-BE49-F238E27FC236}">
                      <a16:creationId xmlns:a16="http://schemas.microsoft.com/office/drawing/2014/main" id="{A2F2B9C2-6F01-48FF-8B3F-EF8C4C0D5D55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2" name="直線コネクタ 108051">
                  <a:extLst>
                    <a:ext uri="{FF2B5EF4-FFF2-40B4-BE49-F238E27FC236}">
                      <a16:creationId xmlns:a16="http://schemas.microsoft.com/office/drawing/2014/main" id="{27E3B040-F948-44F4-9FD7-82CA649994F2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3" name="直線コネクタ 108052">
                  <a:extLst>
                    <a:ext uri="{FF2B5EF4-FFF2-40B4-BE49-F238E27FC236}">
                      <a16:creationId xmlns:a16="http://schemas.microsoft.com/office/drawing/2014/main" id="{2A05F95E-BB22-44C5-BD8A-A83C1B3A11BD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4" name="直線コネクタ 108053">
                  <a:extLst>
                    <a:ext uri="{FF2B5EF4-FFF2-40B4-BE49-F238E27FC236}">
                      <a16:creationId xmlns:a16="http://schemas.microsoft.com/office/drawing/2014/main" id="{83336748-2A57-406F-8B0E-F71444B51967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5" name="直線コネクタ 108054">
                  <a:extLst>
                    <a:ext uri="{FF2B5EF4-FFF2-40B4-BE49-F238E27FC236}">
                      <a16:creationId xmlns:a16="http://schemas.microsoft.com/office/drawing/2014/main" id="{6C04107C-D10C-4068-963F-8F101E2B797D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6" name="直線コネクタ 108055">
                  <a:extLst>
                    <a:ext uri="{FF2B5EF4-FFF2-40B4-BE49-F238E27FC236}">
                      <a16:creationId xmlns:a16="http://schemas.microsoft.com/office/drawing/2014/main" id="{57434381-AF7D-4959-B545-EEF8C307BD77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7" name="直線コネクタ 108056">
                  <a:extLst>
                    <a:ext uri="{FF2B5EF4-FFF2-40B4-BE49-F238E27FC236}">
                      <a16:creationId xmlns:a16="http://schemas.microsoft.com/office/drawing/2014/main" id="{194AD8E3-4E5C-4DBF-99C7-E9D5C05750EA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8" name="直線コネクタ 108057">
                  <a:extLst>
                    <a:ext uri="{FF2B5EF4-FFF2-40B4-BE49-F238E27FC236}">
                      <a16:creationId xmlns:a16="http://schemas.microsoft.com/office/drawing/2014/main" id="{1E9F1B0E-0502-4D86-8C91-2B3F3B88A25D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59" name="直線コネクタ 108058">
                  <a:extLst>
                    <a:ext uri="{FF2B5EF4-FFF2-40B4-BE49-F238E27FC236}">
                      <a16:creationId xmlns:a16="http://schemas.microsoft.com/office/drawing/2014/main" id="{88CB4421-B432-4005-806C-1EB1A4D1C04E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0" name="直線コネクタ 108059">
                  <a:extLst>
                    <a:ext uri="{FF2B5EF4-FFF2-40B4-BE49-F238E27FC236}">
                      <a16:creationId xmlns:a16="http://schemas.microsoft.com/office/drawing/2014/main" id="{E5433D86-DD28-4D30-9C14-B2DAC635E9EF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1" name="直線コネクタ 108060">
                  <a:extLst>
                    <a:ext uri="{FF2B5EF4-FFF2-40B4-BE49-F238E27FC236}">
                      <a16:creationId xmlns:a16="http://schemas.microsoft.com/office/drawing/2014/main" id="{C73E9C20-B478-41E6-BB82-A1B547832240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2" name="直線コネクタ 108061">
                  <a:extLst>
                    <a:ext uri="{FF2B5EF4-FFF2-40B4-BE49-F238E27FC236}">
                      <a16:creationId xmlns:a16="http://schemas.microsoft.com/office/drawing/2014/main" id="{EBE8D5F7-D773-4255-8BDB-E676A6F66909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3" name="直線コネクタ 108062">
                  <a:extLst>
                    <a:ext uri="{FF2B5EF4-FFF2-40B4-BE49-F238E27FC236}">
                      <a16:creationId xmlns:a16="http://schemas.microsoft.com/office/drawing/2014/main" id="{DF2C3C39-FAC5-41DE-84EE-563011D6D416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4" name="直線コネクタ 108063">
                  <a:extLst>
                    <a:ext uri="{FF2B5EF4-FFF2-40B4-BE49-F238E27FC236}">
                      <a16:creationId xmlns:a16="http://schemas.microsoft.com/office/drawing/2014/main" id="{109B2824-4E7E-4CD2-84F8-2A0EC72B985B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65" name="直線コネクタ 108064">
                  <a:extLst>
                    <a:ext uri="{FF2B5EF4-FFF2-40B4-BE49-F238E27FC236}">
                      <a16:creationId xmlns:a16="http://schemas.microsoft.com/office/drawing/2014/main" id="{0F0462EE-04E5-4490-A2F2-5E75FC940918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7341" name="グループ化 107340">
                <a:extLst>
                  <a:ext uri="{FF2B5EF4-FFF2-40B4-BE49-F238E27FC236}">
                    <a16:creationId xmlns:a16="http://schemas.microsoft.com/office/drawing/2014/main" id="{589B05F8-0692-407A-B565-BDB827FC23A7}"/>
                  </a:ext>
                </a:extLst>
              </p:cNvPr>
              <p:cNvGrpSpPr/>
              <p:nvPr/>
            </p:nvGrpSpPr>
            <p:grpSpPr>
              <a:xfrm rot="10800000">
                <a:off x="36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7584" name="直線コネクタ 107583">
                  <a:extLst>
                    <a:ext uri="{FF2B5EF4-FFF2-40B4-BE49-F238E27FC236}">
                      <a16:creationId xmlns:a16="http://schemas.microsoft.com/office/drawing/2014/main" id="{A09CC282-4CBC-49DE-8CDE-D684C87C85C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5" name="直線コネクタ 107584">
                  <a:extLst>
                    <a:ext uri="{FF2B5EF4-FFF2-40B4-BE49-F238E27FC236}">
                      <a16:creationId xmlns:a16="http://schemas.microsoft.com/office/drawing/2014/main" id="{1F75F835-E7EB-4A99-8336-6810CDAC13B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6" name="直線コネクタ 107585">
                  <a:extLst>
                    <a:ext uri="{FF2B5EF4-FFF2-40B4-BE49-F238E27FC236}">
                      <a16:creationId xmlns:a16="http://schemas.microsoft.com/office/drawing/2014/main" id="{9348EE53-8490-40F0-8113-4E4095105BF1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7" name="直線コネクタ 107586">
                  <a:extLst>
                    <a:ext uri="{FF2B5EF4-FFF2-40B4-BE49-F238E27FC236}">
                      <a16:creationId xmlns:a16="http://schemas.microsoft.com/office/drawing/2014/main" id="{957386B3-5CC6-43AC-B7AA-C39670A02976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8" name="直線コネクタ 107587">
                  <a:extLst>
                    <a:ext uri="{FF2B5EF4-FFF2-40B4-BE49-F238E27FC236}">
                      <a16:creationId xmlns:a16="http://schemas.microsoft.com/office/drawing/2014/main" id="{CF18AF66-3D98-438B-8745-91097F6E9AB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9" name="直線コネクタ 107588">
                  <a:extLst>
                    <a:ext uri="{FF2B5EF4-FFF2-40B4-BE49-F238E27FC236}">
                      <a16:creationId xmlns:a16="http://schemas.microsoft.com/office/drawing/2014/main" id="{BB901DF2-7DEA-4B6C-927C-04E21A027E0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0" name="直線コネクタ 107589">
                  <a:extLst>
                    <a:ext uri="{FF2B5EF4-FFF2-40B4-BE49-F238E27FC236}">
                      <a16:creationId xmlns:a16="http://schemas.microsoft.com/office/drawing/2014/main" id="{1AE7F34C-0A7B-4575-9395-977DC6486F74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1" name="直線コネクタ 107590">
                  <a:extLst>
                    <a:ext uri="{FF2B5EF4-FFF2-40B4-BE49-F238E27FC236}">
                      <a16:creationId xmlns:a16="http://schemas.microsoft.com/office/drawing/2014/main" id="{9B9CBDB3-2E51-4068-8B16-562A1ABF691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2" name="直線コネクタ 107591">
                  <a:extLst>
                    <a:ext uri="{FF2B5EF4-FFF2-40B4-BE49-F238E27FC236}">
                      <a16:creationId xmlns:a16="http://schemas.microsoft.com/office/drawing/2014/main" id="{AD646C39-5BFB-4B82-8F71-107DD9FCA51C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3" name="直線コネクタ 107592">
                  <a:extLst>
                    <a:ext uri="{FF2B5EF4-FFF2-40B4-BE49-F238E27FC236}">
                      <a16:creationId xmlns:a16="http://schemas.microsoft.com/office/drawing/2014/main" id="{970AEF4B-A7D1-447E-BC42-32C75DB15102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4" name="直線コネクタ 107593">
                  <a:extLst>
                    <a:ext uri="{FF2B5EF4-FFF2-40B4-BE49-F238E27FC236}">
                      <a16:creationId xmlns:a16="http://schemas.microsoft.com/office/drawing/2014/main" id="{8301C575-002A-4A53-8159-AE9A49D0780B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5" name="直線コネクタ 107594">
                  <a:extLst>
                    <a:ext uri="{FF2B5EF4-FFF2-40B4-BE49-F238E27FC236}">
                      <a16:creationId xmlns:a16="http://schemas.microsoft.com/office/drawing/2014/main" id="{722E974C-1F78-4A9E-9481-FC512BE59839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6" name="直線コネクタ 107595">
                  <a:extLst>
                    <a:ext uri="{FF2B5EF4-FFF2-40B4-BE49-F238E27FC236}">
                      <a16:creationId xmlns:a16="http://schemas.microsoft.com/office/drawing/2014/main" id="{BA59AC4E-C195-443C-BBFF-24EB35F0189A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7" name="直線コネクタ 107596">
                  <a:extLst>
                    <a:ext uri="{FF2B5EF4-FFF2-40B4-BE49-F238E27FC236}">
                      <a16:creationId xmlns:a16="http://schemas.microsoft.com/office/drawing/2014/main" id="{BEFB259A-0243-4051-AAFE-440E038D0C6C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8" name="直線コネクタ 107597">
                  <a:extLst>
                    <a:ext uri="{FF2B5EF4-FFF2-40B4-BE49-F238E27FC236}">
                      <a16:creationId xmlns:a16="http://schemas.microsoft.com/office/drawing/2014/main" id="{1DC38CB3-2CD1-49FB-8973-DB0DA463C63F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99" name="直線コネクタ 107598">
                  <a:extLst>
                    <a:ext uri="{FF2B5EF4-FFF2-40B4-BE49-F238E27FC236}">
                      <a16:creationId xmlns:a16="http://schemas.microsoft.com/office/drawing/2014/main" id="{70ED9582-2888-4EF5-AD52-6CAAD37A132A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0" name="直線コネクタ 107599">
                  <a:extLst>
                    <a:ext uri="{FF2B5EF4-FFF2-40B4-BE49-F238E27FC236}">
                      <a16:creationId xmlns:a16="http://schemas.microsoft.com/office/drawing/2014/main" id="{001B134E-8EA6-4C0F-A788-28037E74FE31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1" name="直線コネクタ 107600">
                  <a:extLst>
                    <a:ext uri="{FF2B5EF4-FFF2-40B4-BE49-F238E27FC236}">
                      <a16:creationId xmlns:a16="http://schemas.microsoft.com/office/drawing/2014/main" id="{FE876515-D953-40B3-8E5A-7E7A11465CCA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2" name="直線コネクタ 107601">
                  <a:extLst>
                    <a:ext uri="{FF2B5EF4-FFF2-40B4-BE49-F238E27FC236}">
                      <a16:creationId xmlns:a16="http://schemas.microsoft.com/office/drawing/2014/main" id="{BB2B4CE8-A8BC-4A2E-B264-846DC510BE0B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3" name="直線コネクタ 107602">
                  <a:extLst>
                    <a:ext uri="{FF2B5EF4-FFF2-40B4-BE49-F238E27FC236}">
                      <a16:creationId xmlns:a16="http://schemas.microsoft.com/office/drawing/2014/main" id="{7C846C83-5D58-44D2-A33A-FE9D5DB29E9B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4" name="直線コネクタ 107603">
                  <a:extLst>
                    <a:ext uri="{FF2B5EF4-FFF2-40B4-BE49-F238E27FC236}">
                      <a16:creationId xmlns:a16="http://schemas.microsoft.com/office/drawing/2014/main" id="{57C699E0-8706-4A54-AC99-9D0F844717CD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5" name="直線コネクタ 107604">
                  <a:extLst>
                    <a:ext uri="{FF2B5EF4-FFF2-40B4-BE49-F238E27FC236}">
                      <a16:creationId xmlns:a16="http://schemas.microsoft.com/office/drawing/2014/main" id="{11B9B6AB-A7E4-4F85-9341-1071477C1975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6" name="直線コネクタ 107605">
                  <a:extLst>
                    <a:ext uri="{FF2B5EF4-FFF2-40B4-BE49-F238E27FC236}">
                      <a16:creationId xmlns:a16="http://schemas.microsoft.com/office/drawing/2014/main" id="{475B6D65-D23B-40CE-B0AA-ECF141B308C0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7" name="直線コネクタ 107606">
                  <a:extLst>
                    <a:ext uri="{FF2B5EF4-FFF2-40B4-BE49-F238E27FC236}">
                      <a16:creationId xmlns:a16="http://schemas.microsoft.com/office/drawing/2014/main" id="{52DB7BCD-6174-465E-A2E6-9E1DA1C9245C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8" name="直線コネクタ 107607">
                  <a:extLst>
                    <a:ext uri="{FF2B5EF4-FFF2-40B4-BE49-F238E27FC236}">
                      <a16:creationId xmlns:a16="http://schemas.microsoft.com/office/drawing/2014/main" id="{96DD7FCF-74E2-4A88-9103-C944649174BF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09" name="直線コネクタ 107608">
                  <a:extLst>
                    <a:ext uri="{FF2B5EF4-FFF2-40B4-BE49-F238E27FC236}">
                      <a16:creationId xmlns:a16="http://schemas.microsoft.com/office/drawing/2014/main" id="{FF8E853D-53A5-4CB1-9B33-844AFEAFF2AC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0" name="直線コネクタ 107609">
                  <a:extLst>
                    <a:ext uri="{FF2B5EF4-FFF2-40B4-BE49-F238E27FC236}">
                      <a16:creationId xmlns:a16="http://schemas.microsoft.com/office/drawing/2014/main" id="{4B0DFE71-8F07-40AB-BEF3-1AF6D6DD46C0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1" name="直線コネクタ 107610">
                  <a:extLst>
                    <a:ext uri="{FF2B5EF4-FFF2-40B4-BE49-F238E27FC236}">
                      <a16:creationId xmlns:a16="http://schemas.microsoft.com/office/drawing/2014/main" id="{13638511-C47A-4DFE-A90F-23B27133512C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2" name="直線コネクタ 107611">
                  <a:extLst>
                    <a:ext uri="{FF2B5EF4-FFF2-40B4-BE49-F238E27FC236}">
                      <a16:creationId xmlns:a16="http://schemas.microsoft.com/office/drawing/2014/main" id="{71216C93-E4C7-4415-9C86-9B3181AD66D0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3" name="直線コネクタ 107612">
                  <a:extLst>
                    <a:ext uri="{FF2B5EF4-FFF2-40B4-BE49-F238E27FC236}">
                      <a16:creationId xmlns:a16="http://schemas.microsoft.com/office/drawing/2014/main" id="{E74C3FD1-35DF-4914-9D6D-CEB3676A16EF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4" name="直線コネクタ 107613">
                  <a:extLst>
                    <a:ext uri="{FF2B5EF4-FFF2-40B4-BE49-F238E27FC236}">
                      <a16:creationId xmlns:a16="http://schemas.microsoft.com/office/drawing/2014/main" id="{D2AF6C94-1BE9-416C-82E5-11F60F9FFD4E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5" name="直線コネクタ 107614">
                  <a:extLst>
                    <a:ext uri="{FF2B5EF4-FFF2-40B4-BE49-F238E27FC236}">
                      <a16:creationId xmlns:a16="http://schemas.microsoft.com/office/drawing/2014/main" id="{A0537DCC-CF3E-4307-B37B-BA59E36D0E16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6" name="直線コネクタ 107615">
                  <a:extLst>
                    <a:ext uri="{FF2B5EF4-FFF2-40B4-BE49-F238E27FC236}">
                      <a16:creationId xmlns:a16="http://schemas.microsoft.com/office/drawing/2014/main" id="{F44F5DF6-0C09-447F-92B7-28F92CEB387D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7" name="直線コネクタ 107616">
                  <a:extLst>
                    <a:ext uri="{FF2B5EF4-FFF2-40B4-BE49-F238E27FC236}">
                      <a16:creationId xmlns:a16="http://schemas.microsoft.com/office/drawing/2014/main" id="{943E76D1-D028-4C41-AE8E-616120F37AA2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8" name="直線コネクタ 107617">
                  <a:extLst>
                    <a:ext uri="{FF2B5EF4-FFF2-40B4-BE49-F238E27FC236}">
                      <a16:creationId xmlns:a16="http://schemas.microsoft.com/office/drawing/2014/main" id="{69208490-D795-46F4-B3AF-F1DA08AAF46E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19" name="直線コネクタ 107618">
                  <a:extLst>
                    <a:ext uri="{FF2B5EF4-FFF2-40B4-BE49-F238E27FC236}">
                      <a16:creationId xmlns:a16="http://schemas.microsoft.com/office/drawing/2014/main" id="{B62EC9E6-C2AB-4759-87B6-97ADAF7F8D19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0" name="直線コネクタ 107619">
                  <a:extLst>
                    <a:ext uri="{FF2B5EF4-FFF2-40B4-BE49-F238E27FC236}">
                      <a16:creationId xmlns:a16="http://schemas.microsoft.com/office/drawing/2014/main" id="{CA2A4E8A-7A4F-4BEF-9E3E-81AFE780A22F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1" name="直線コネクタ 107620">
                  <a:extLst>
                    <a:ext uri="{FF2B5EF4-FFF2-40B4-BE49-F238E27FC236}">
                      <a16:creationId xmlns:a16="http://schemas.microsoft.com/office/drawing/2014/main" id="{A9A54CAF-6CF2-4123-BD8C-302117DF814C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2" name="直線コネクタ 107621">
                  <a:extLst>
                    <a:ext uri="{FF2B5EF4-FFF2-40B4-BE49-F238E27FC236}">
                      <a16:creationId xmlns:a16="http://schemas.microsoft.com/office/drawing/2014/main" id="{5C42EFC2-2DE0-421E-94DB-13DD63B0DB1B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3" name="直線コネクタ 107622">
                  <a:extLst>
                    <a:ext uri="{FF2B5EF4-FFF2-40B4-BE49-F238E27FC236}">
                      <a16:creationId xmlns:a16="http://schemas.microsoft.com/office/drawing/2014/main" id="{542553AA-A682-43E7-BE1B-9C7414CB5E0E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4" name="直線コネクタ 107623">
                  <a:extLst>
                    <a:ext uri="{FF2B5EF4-FFF2-40B4-BE49-F238E27FC236}">
                      <a16:creationId xmlns:a16="http://schemas.microsoft.com/office/drawing/2014/main" id="{E20CD497-20AB-461A-B125-86F925D26A06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5" name="直線コネクタ 107624">
                  <a:extLst>
                    <a:ext uri="{FF2B5EF4-FFF2-40B4-BE49-F238E27FC236}">
                      <a16:creationId xmlns:a16="http://schemas.microsoft.com/office/drawing/2014/main" id="{661E0981-1534-4D20-ACE9-1BD60E3114A7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6" name="直線コネクタ 107625">
                  <a:extLst>
                    <a:ext uri="{FF2B5EF4-FFF2-40B4-BE49-F238E27FC236}">
                      <a16:creationId xmlns:a16="http://schemas.microsoft.com/office/drawing/2014/main" id="{E4D00449-D29B-4699-ACEC-6ED78F36DBDA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7" name="直線コネクタ 107626">
                  <a:extLst>
                    <a:ext uri="{FF2B5EF4-FFF2-40B4-BE49-F238E27FC236}">
                      <a16:creationId xmlns:a16="http://schemas.microsoft.com/office/drawing/2014/main" id="{9024B1CC-985D-4488-8BDA-5EC9B1A200A6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8" name="直線コネクタ 107627">
                  <a:extLst>
                    <a:ext uri="{FF2B5EF4-FFF2-40B4-BE49-F238E27FC236}">
                      <a16:creationId xmlns:a16="http://schemas.microsoft.com/office/drawing/2014/main" id="{F3028D40-379C-4F1E-B843-0E7C87172336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29" name="直線コネクタ 107628">
                  <a:extLst>
                    <a:ext uri="{FF2B5EF4-FFF2-40B4-BE49-F238E27FC236}">
                      <a16:creationId xmlns:a16="http://schemas.microsoft.com/office/drawing/2014/main" id="{5B8FACFD-FE94-4458-BD63-2CDD4AE0BB7B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0" name="直線コネクタ 107629">
                  <a:extLst>
                    <a:ext uri="{FF2B5EF4-FFF2-40B4-BE49-F238E27FC236}">
                      <a16:creationId xmlns:a16="http://schemas.microsoft.com/office/drawing/2014/main" id="{132F2C58-430B-4FE7-B423-3D6B0990F674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1" name="直線コネクタ 107630">
                  <a:extLst>
                    <a:ext uri="{FF2B5EF4-FFF2-40B4-BE49-F238E27FC236}">
                      <a16:creationId xmlns:a16="http://schemas.microsoft.com/office/drawing/2014/main" id="{38542828-9441-4649-8315-0E50C1595942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2" name="直線コネクタ 107631">
                  <a:extLst>
                    <a:ext uri="{FF2B5EF4-FFF2-40B4-BE49-F238E27FC236}">
                      <a16:creationId xmlns:a16="http://schemas.microsoft.com/office/drawing/2014/main" id="{EBA5D71E-9CA9-4339-A934-0EE51DDF640D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3" name="直線コネクタ 107632">
                  <a:extLst>
                    <a:ext uri="{FF2B5EF4-FFF2-40B4-BE49-F238E27FC236}">
                      <a16:creationId xmlns:a16="http://schemas.microsoft.com/office/drawing/2014/main" id="{A4823DFD-F9C0-484D-859A-A79271B14FCB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4" name="直線コネクタ 107633">
                  <a:extLst>
                    <a:ext uri="{FF2B5EF4-FFF2-40B4-BE49-F238E27FC236}">
                      <a16:creationId xmlns:a16="http://schemas.microsoft.com/office/drawing/2014/main" id="{542F84FD-76C2-4708-9707-97D2B144ED21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5" name="直線コネクタ 107634">
                  <a:extLst>
                    <a:ext uri="{FF2B5EF4-FFF2-40B4-BE49-F238E27FC236}">
                      <a16:creationId xmlns:a16="http://schemas.microsoft.com/office/drawing/2014/main" id="{5CE94252-E590-494F-B5FF-294A86A4BEEF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6" name="直線コネクタ 107635">
                  <a:extLst>
                    <a:ext uri="{FF2B5EF4-FFF2-40B4-BE49-F238E27FC236}">
                      <a16:creationId xmlns:a16="http://schemas.microsoft.com/office/drawing/2014/main" id="{2FF190E9-DC52-409B-BA30-4856D39AD156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7" name="直線コネクタ 107636">
                  <a:extLst>
                    <a:ext uri="{FF2B5EF4-FFF2-40B4-BE49-F238E27FC236}">
                      <a16:creationId xmlns:a16="http://schemas.microsoft.com/office/drawing/2014/main" id="{6034E534-A209-4690-A982-E007F6C0341D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8" name="直線コネクタ 107637">
                  <a:extLst>
                    <a:ext uri="{FF2B5EF4-FFF2-40B4-BE49-F238E27FC236}">
                      <a16:creationId xmlns:a16="http://schemas.microsoft.com/office/drawing/2014/main" id="{7003908A-6A24-4A13-9880-9BACB2D993AF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39" name="直線コネクタ 107638">
                  <a:extLst>
                    <a:ext uri="{FF2B5EF4-FFF2-40B4-BE49-F238E27FC236}">
                      <a16:creationId xmlns:a16="http://schemas.microsoft.com/office/drawing/2014/main" id="{87D2B87A-AB1A-40F4-893D-A6C6681D8977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0" name="直線コネクタ 107639">
                  <a:extLst>
                    <a:ext uri="{FF2B5EF4-FFF2-40B4-BE49-F238E27FC236}">
                      <a16:creationId xmlns:a16="http://schemas.microsoft.com/office/drawing/2014/main" id="{3FD4AC31-F8CD-49AF-ABB2-68A470E8DD75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1" name="直線コネクタ 107640">
                  <a:extLst>
                    <a:ext uri="{FF2B5EF4-FFF2-40B4-BE49-F238E27FC236}">
                      <a16:creationId xmlns:a16="http://schemas.microsoft.com/office/drawing/2014/main" id="{7AA482D6-0568-4002-9D32-0320079F62EA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2" name="直線コネクタ 107641">
                  <a:extLst>
                    <a:ext uri="{FF2B5EF4-FFF2-40B4-BE49-F238E27FC236}">
                      <a16:creationId xmlns:a16="http://schemas.microsoft.com/office/drawing/2014/main" id="{9591BBAE-ECD7-4501-946A-356493A1B0C9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3" name="直線コネクタ 107642">
                  <a:extLst>
                    <a:ext uri="{FF2B5EF4-FFF2-40B4-BE49-F238E27FC236}">
                      <a16:creationId xmlns:a16="http://schemas.microsoft.com/office/drawing/2014/main" id="{E03FBFA4-8520-4ED9-9079-399AA29D7130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4" name="直線コネクタ 107643">
                  <a:extLst>
                    <a:ext uri="{FF2B5EF4-FFF2-40B4-BE49-F238E27FC236}">
                      <a16:creationId xmlns:a16="http://schemas.microsoft.com/office/drawing/2014/main" id="{90C84B00-4AF6-4690-83F0-D3AD600C0EDA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5" name="直線コネクタ 107644">
                  <a:extLst>
                    <a:ext uri="{FF2B5EF4-FFF2-40B4-BE49-F238E27FC236}">
                      <a16:creationId xmlns:a16="http://schemas.microsoft.com/office/drawing/2014/main" id="{4795B8C7-BAE8-4C4B-A561-D5CE09897711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6" name="直線コネクタ 107645">
                  <a:extLst>
                    <a:ext uri="{FF2B5EF4-FFF2-40B4-BE49-F238E27FC236}">
                      <a16:creationId xmlns:a16="http://schemas.microsoft.com/office/drawing/2014/main" id="{6D8D9661-D32D-4707-A631-FBD30551A9CE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7" name="直線コネクタ 107646">
                  <a:extLst>
                    <a:ext uri="{FF2B5EF4-FFF2-40B4-BE49-F238E27FC236}">
                      <a16:creationId xmlns:a16="http://schemas.microsoft.com/office/drawing/2014/main" id="{7763A33E-45BA-4499-9E67-9C41D0315BEF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8" name="直線コネクタ 107647">
                  <a:extLst>
                    <a:ext uri="{FF2B5EF4-FFF2-40B4-BE49-F238E27FC236}">
                      <a16:creationId xmlns:a16="http://schemas.microsoft.com/office/drawing/2014/main" id="{6D3269D9-276E-4700-9E2A-D7113C9AA9D5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49" name="直線コネクタ 107648">
                  <a:extLst>
                    <a:ext uri="{FF2B5EF4-FFF2-40B4-BE49-F238E27FC236}">
                      <a16:creationId xmlns:a16="http://schemas.microsoft.com/office/drawing/2014/main" id="{0EB836A8-6368-45C2-96A2-DBCCF44127F8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0" name="直線コネクタ 107649">
                  <a:extLst>
                    <a:ext uri="{FF2B5EF4-FFF2-40B4-BE49-F238E27FC236}">
                      <a16:creationId xmlns:a16="http://schemas.microsoft.com/office/drawing/2014/main" id="{958041B6-BAAC-401F-A989-70AAF67177AA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1" name="直線コネクタ 107650">
                  <a:extLst>
                    <a:ext uri="{FF2B5EF4-FFF2-40B4-BE49-F238E27FC236}">
                      <a16:creationId xmlns:a16="http://schemas.microsoft.com/office/drawing/2014/main" id="{39CEF39D-F903-4D24-A0B6-A75F3BBCE2ED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2" name="直線コネクタ 107651">
                  <a:extLst>
                    <a:ext uri="{FF2B5EF4-FFF2-40B4-BE49-F238E27FC236}">
                      <a16:creationId xmlns:a16="http://schemas.microsoft.com/office/drawing/2014/main" id="{A49CF788-2B97-4B28-BDA9-2B971ED2C348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3" name="直線コネクタ 107652">
                  <a:extLst>
                    <a:ext uri="{FF2B5EF4-FFF2-40B4-BE49-F238E27FC236}">
                      <a16:creationId xmlns:a16="http://schemas.microsoft.com/office/drawing/2014/main" id="{74FEEA5D-E149-480A-B45C-F8091FB572F0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4" name="直線コネクタ 107653">
                  <a:extLst>
                    <a:ext uri="{FF2B5EF4-FFF2-40B4-BE49-F238E27FC236}">
                      <a16:creationId xmlns:a16="http://schemas.microsoft.com/office/drawing/2014/main" id="{67598B65-074A-4E4D-B773-525C9C98BA50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5" name="直線コネクタ 107654">
                  <a:extLst>
                    <a:ext uri="{FF2B5EF4-FFF2-40B4-BE49-F238E27FC236}">
                      <a16:creationId xmlns:a16="http://schemas.microsoft.com/office/drawing/2014/main" id="{9F0CA29A-264F-41C0-8AA3-616345AEBE27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6" name="直線コネクタ 107655">
                  <a:extLst>
                    <a:ext uri="{FF2B5EF4-FFF2-40B4-BE49-F238E27FC236}">
                      <a16:creationId xmlns:a16="http://schemas.microsoft.com/office/drawing/2014/main" id="{6F0E1CD0-D196-4601-BE99-F97240A53DA1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7" name="直線コネクタ 107656">
                  <a:extLst>
                    <a:ext uri="{FF2B5EF4-FFF2-40B4-BE49-F238E27FC236}">
                      <a16:creationId xmlns:a16="http://schemas.microsoft.com/office/drawing/2014/main" id="{4350DFD9-F33F-47ED-917A-E9B877C15A44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8" name="直線コネクタ 107657">
                  <a:extLst>
                    <a:ext uri="{FF2B5EF4-FFF2-40B4-BE49-F238E27FC236}">
                      <a16:creationId xmlns:a16="http://schemas.microsoft.com/office/drawing/2014/main" id="{207462D5-5F53-4F63-84AA-A464C167E78D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59" name="直線コネクタ 107658">
                  <a:extLst>
                    <a:ext uri="{FF2B5EF4-FFF2-40B4-BE49-F238E27FC236}">
                      <a16:creationId xmlns:a16="http://schemas.microsoft.com/office/drawing/2014/main" id="{F18BCC57-BEA3-4048-B091-ED92352A5922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0" name="直線コネクタ 107659">
                  <a:extLst>
                    <a:ext uri="{FF2B5EF4-FFF2-40B4-BE49-F238E27FC236}">
                      <a16:creationId xmlns:a16="http://schemas.microsoft.com/office/drawing/2014/main" id="{C1398138-98A9-4DAF-8C3A-086588C63F39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1" name="直線コネクタ 107660">
                  <a:extLst>
                    <a:ext uri="{FF2B5EF4-FFF2-40B4-BE49-F238E27FC236}">
                      <a16:creationId xmlns:a16="http://schemas.microsoft.com/office/drawing/2014/main" id="{5C60935A-01DC-4E68-8215-E5FED59756A9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2" name="直線コネクタ 107661">
                  <a:extLst>
                    <a:ext uri="{FF2B5EF4-FFF2-40B4-BE49-F238E27FC236}">
                      <a16:creationId xmlns:a16="http://schemas.microsoft.com/office/drawing/2014/main" id="{F868D2EF-2781-46AA-9BC2-95D37CB245C5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3" name="直線コネクタ 107662">
                  <a:extLst>
                    <a:ext uri="{FF2B5EF4-FFF2-40B4-BE49-F238E27FC236}">
                      <a16:creationId xmlns:a16="http://schemas.microsoft.com/office/drawing/2014/main" id="{B33DDD84-828B-4119-8720-16EA6DF3A216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4" name="直線コネクタ 107663">
                  <a:extLst>
                    <a:ext uri="{FF2B5EF4-FFF2-40B4-BE49-F238E27FC236}">
                      <a16:creationId xmlns:a16="http://schemas.microsoft.com/office/drawing/2014/main" id="{DAC36B3D-8AFA-4F80-BF15-9B80D87FBC68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5" name="直線コネクタ 107664">
                  <a:extLst>
                    <a:ext uri="{FF2B5EF4-FFF2-40B4-BE49-F238E27FC236}">
                      <a16:creationId xmlns:a16="http://schemas.microsoft.com/office/drawing/2014/main" id="{BF0DC9E0-E6B3-464A-97AF-A5CFD247D641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6" name="直線コネクタ 107665">
                  <a:extLst>
                    <a:ext uri="{FF2B5EF4-FFF2-40B4-BE49-F238E27FC236}">
                      <a16:creationId xmlns:a16="http://schemas.microsoft.com/office/drawing/2014/main" id="{B91B1321-D02F-4F6A-9144-7E2A335C279D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7" name="直線コネクタ 107666">
                  <a:extLst>
                    <a:ext uri="{FF2B5EF4-FFF2-40B4-BE49-F238E27FC236}">
                      <a16:creationId xmlns:a16="http://schemas.microsoft.com/office/drawing/2014/main" id="{5D9FE93B-25AE-4261-8C51-59531C1C2236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8" name="直線コネクタ 107667">
                  <a:extLst>
                    <a:ext uri="{FF2B5EF4-FFF2-40B4-BE49-F238E27FC236}">
                      <a16:creationId xmlns:a16="http://schemas.microsoft.com/office/drawing/2014/main" id="{D68B9398-6E5E-49FF-9411-CCC4405531BC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69" name="直線コネクタ 107668">
                  <a:extLst>
                    <a:ext uri="{FF2B5EF4-FFF2-40B4-BE49-F238E27FC236}">
                      <a16:creationId xmlns:a16="http://schemas.microsoft.com/office/drawing/2014/main" id="{4DFFBB62-7BBC-4262-BEB5-0A45AD058888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0" name="直線コネクタ 107669">
                  <a:extLst>
                    <a:ext uri="{FF2B5EF4-FFF2-40B4-BE49-F238E27FC236}">
                      <a16:creationId xmlns:a16="http://schemas.microsoft.com/office/drawing/2014/main" id="{2EBE129A-5372-4059-A328-37FBB9B0EDFB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1" name="直線コネクタ 107670">
                  <a:extLst>
                    <a:ext uri="{FF2B5EF4-FFF2-40B4-BE49-F238E27FC236}">
                      <a16:creationId xmlns:a16="http://schemas.microsoft.com/office/drawing/2014/main" id="{96A76406-D512-4265-B1EA-DED89A58B0C3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2" name="直線コネクタ 107671">
                  <a:extLst>
                    <a:ext uri="{FF2B5EF4-FFF2-40B4-BE49-F238E27FC236}">
                      <a16:creationId xmlns:a16="http://schemas.microsoft.com/office/drawing/2014/main" id="{92FF1C74-C91A-4D2E-91D1-B30D222CC772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3" name="直線コネクタ 107672">
                  <a:extLst>
                    <a:ext uri="{FF2B5EF4-FFF2-40B4-BE49-F238E27FC236}">
                      <a16:creationId xmlns:a16="http://schemas.microsoft.com/office/drawing/2014/main" id="{5D3AEB8E-60D4-4734-8A91-3458DBC98545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4" name="直線コネクタ 107673">
                  <a:extLst>
                    <a:ext uri="{FF2B5EF4-FFF2-40B4-BE49-F238E27FC236}">
                      <a16:creationId xmlns:a16="http://schemas.microsoft.com/office/drawing/2014/main" id="{C52D0004-712E-4CCA-BE36-C92AB777B2CD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5" name="直線コネクタ 107674">
                  <a:extLst>
                    <a:ext uri="{FF2B5EF4-FFF2-40B4-BE49-F238E27FC236}">
                      <a16:creationId xmlns:a16="http://schemas.microsoft.com/office/drawing/2014/main" id="{20C3155D-B5CD-4625-83DA-26417C4E13AE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6" name="直線コネクタ 107675">
                  <a:extLst>
                    <a:ext uri="{FF2B5EF4-FFF2-40B4-BE49-F238E27FC236}">
                      <a16:creationId xmlns:a16="http://schemas.microsoft.com/office/drawing/2014/main" id="{261B69F0-B7CF-4565-BE32-29D8DA2628C7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7" name="直線コネクタ 107676">
                  <a:extLst>
                    <a:ext uri="{FF2B5EF4-FFF2-40B4-BE49-F238E27FC236}">
                      <a16:creationId xmlns:a16="http://schemas.microsoft.com/office/drawing/2014/main" id="{59E6AAA8-FEE2-41A0-A9C8-B76471FA6F11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8" name="直線コネクタ 107677">
                  <a:extLst>
                    <a:ext uri="{FF2B5EF4-FFF2-40B4-BE49-F238E27FC236}">
                      <a16:creationId xmlns:a16="http://schemas.microsoft.com/office/drawing/2014/main" id="{051591EC-4277-404D-98BE-34304AADB4DB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79" name="直線コネクタ 107678">
                  <a:extLst>
                    <a:ext uri="{FF2B5EF4-FFF2-40B4-BE49-F238E27FC236}">
                      <a16:creationId xmlns:a16="http://schemas.microsoft.com/office/drawing/2014/main" id="{F562D93B-35F7-47C1-B555-BF0DC7E33D6D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0" name="直線コネクタ 107679">
                  <a:extLst>
                    <a:ext uri="{FF2B5EF4-FFF2-40B4-BE49-F238E27FC236}">
                      <a16:creationId xmlns:a16="http://schemas.microsoft.com/office/drawing/2014/main" id="{D3FD71B8-DADC-47CE-9E13-2F57461AFA1B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1" name="直線コネクタ 107680">
                  <a:extLst>
                    <a:ext uri="{FF2B5EF4-FFF2-40B4-BE49-F238E27FC236}">
                      <a16:creationId xmlns:a16="http://schemas.microsoft.com/office/drawing/2014/main" id="{6CC22CE1-F455-4534-BB7A-068CA960BE8A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2" name="直線コネクタ 107681">
                  <a:extLst>
                    <a:ext uri="{FF2B5EF4-FFF2-40B4-BE49-F238E27FC236}">
                      <a16:creationId xmlns:a16="http://schemas.microsoft.com/office/drawing/2014/main" id="{7B258EB5-B89E-4986-BED0-4DBC5D726FFF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3" name="直線コネクタ 107682">
                  <a:extLst>
                    <a:ext uri="{FF2B5EF4-FFF2-40B4-BE49-F238E27FC236}">
                      <a16:creationId xmlns:a16="http://schemas.microsoft.com/office/drawing/2014/main" id="{36DF55EC-DB1E-41BE-AF44-ED7DA25994F4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4" name="直線コネクタ 107683">
                  <a:extLst>
                    <a:ext uri="{FF2B5EF4-FFF2-40B4-BE49-F238E27FC236}">
                      <a16:creationId xmlns:a16="http://schemas.microsoft.com/office/drawing/2014/main" id="{AD602397-425D-429E-8996-56642F257712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5" name="直線コネクタ 107684">
                  <a:extLst>
                    <a:ext uri="{FF2B5EF4-FFF2-40B4-BE49-F238E27FC236}">
                      <a16:creationId xmlns:a16="http://schemas.microsoft.com/office/drawing/2014/main" id="{358FE345-BA21-4D03-889F-19B7A136DD37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6" name="直線コネクタ 107685">
                  <a:extLst>
                    <a:ext uri="{FF2B5EF4-FFF2-40B4-BE49-F238E27FC236}">
                      <a16:creationId xmlns:a16="http://schemas.microsoft.com/office/drawing/2014/main" id="{AE25AC95-3D3D-4007-9143-66078008CA55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7" name="直線コネクタ 107686">
                  <a:extLst>
                    <a:ext uri="{FF2B5EF4-FFF2-40B4-BE49-F238E27FC236}">
                      <a16:creationId xmlns:a16="http://schemas.microsoft.com/office/drawing/2014/main" id="{0313B215-DB01-439E-9995-ACA30BC50E95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8" name="直線コネクタ 107687">
                  <a:extLst>
                    <a:ext uri="{FF2B5EF4-FFF2-40B4-BE49-F238E27FC236}">
                      <a16:creationId xmlns:a16="http://schemas.microsoft.com/office/drawing/2014/main" id="{B71A40DC-70F5-490B-B103-D1A93AC4C734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89" name="直線コネクタ 107688">
                  <a:extLst>
                    <a:ext uri="{FF2B5EF4-FFF2-40B4-BE49-F238E27FC236}">
                      <a16:creationId xmlns:a16="http://schemas.microsoft.com/office/drawing/2014/main" id="{29544BC0-C682-4613-B289-2658AD19D9F6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0" name="直線コネクタ 107689">
                  <a:extLst>
                    <a:ext uri="{FF2B5EF4-FFF2-40B4-BE49-F238E27FC236}">
                      <a16:creationId xmlns:a16="http://schemas.microsoft.com/office/drawing/2014/main" id="{B7CF7468-3620-4DF2-993E-14C5F3C92798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1" name="直線コネクタ 107690">
                  <a:extLst>
                    <a:ext uri="{FF2B5EF4-FFF2-40B4-BE49-F238E27FC236}">
                      <a16:creationId xmlns:a16="http://schemas.microsoft.com/office/drawing/2014/main" id="{A4239C8D-2E56-4074-9775-03B1BCC4FA5A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2" name="直線コネクタ 107691">
                  <a:extLst>
                    <a:ext uri="{FF2B5EF4-FFF2-40B4-BE49-F238E27FC236}">
                      <a16:creationId xmlns:a16="http://schemas.microsoft.com/office/drawing/2014/main" id="{ED10BB2C-02CF-4DFA-9933-47C44051516B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3" name="直線コネクタ 107692">
                  <a:extLst>
                    <a:ext uri="{FF2B5EF4-FFF2-40B4-BE49-F238E27FC236}">
                      <a16:creationId xmlns:a16="http://schemas.microsoft.com/office/drawing/2014/main" id="{54A927E1-666C-4163-9907-C1E68AA69667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4" name="直線コネクタ 107693">
                  <a:extLst>
                    <a:ext uri="{FF2B5EF4-FFF2-40B4-BE49-F238E27FC236}">
                      <a16:creationId xmlns:a16="http://schemas.microsoft.com/office/drawing/2014/main" id="{E566C22E-22A1-463A-9809-4C6B3D2774C3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5" name="直線コネクタ 107694">
                  <a:extLst>
                    <a:ext uri="{FF2B5EF4-FFF2-40B4-BE49-F238E27FC236}">
                      <a16:creationId xmlns:a16="http://schemas.microsoft.com/office/drawing/2014/main" id="{76069F0E-177D-4F2F-96C3-75BEAE1BE469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6" name="直線コネクタ 107695">
                  <a:extLst>
                    <a:ext uri="{FF2B5EF4-FFF2-40B4-BE49-F238E27FC236}">
                      <a16:creationId xmlns:a16="http://schemas.microsoft.com/office/drawing/2014/main" id="{C5EC0E70-388B-44B2-8802-D0931EB045D6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7" name="直線コネクタ 107696">
                  <a:extLst>
                    <a:ext uri="{FF2B5EF4-FFF2-40B4-BE49-F238E27FC236}">
                      <a16:creationId xmlns:a16="http://schemas.microsoft.com/office/drawing/2014/main" id="{F6A3AF96-C9EF-44C2-BBB0-5B4B58FE6345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8" name="直線コネクタ 107697">
                  <a:extLst>
                    <a:ext uri="{FF2B5EF4-FFF2-40B4-BE49-F238E27FC236}">
                      <a16:creationId xmlns:a16="http://schemas.microsoft.com/office/drawing/2014/main" id="{A9640275-8632-446D-8A2C-36BCDD1C5BE3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99" name="直線コネクタ 107698">
                  <a:extLst>
                    <a:ext uri="{FF2B5EF4-FFF2-40B4-BE49-F238E27FC236}">
                      <a16:creationId xmlns:a16="http://schemas.microsoft.com/office/drawing/2014/main" id="{1F77FA30-D4C3-498A-BE47-78011AB1754E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0" name="直線コネクタ 107699">
                  <a:extLst>
                    <a:ext uri="{FF2B5EF4-FFF2-40B4-BE49-F238E27FC236}">
                      <a16:creationId xmlns:a16="http://schemas.microsoft.com/office/drawing/2014/main" id="{BEA46AAD-CAF0-486D-A4A7-E2028FA94659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1" name="直線コネクタ 107700">
                  <a:extLst>
                    <a:ext uri="{FF2B5EF4-FFF2-40B4-BE49-F238E27FC236}">
                      <a16:creationId xmlns:a16="http://schemas.microsoft.com/office/drawing/2014/main" id="{77E19910-DB88-4A87-B82E-B2D84FEDEDCC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2" name="直線コネクタ 107701">
                  <a:extLst>
                    <a:ext uri="{FF2B5EF4-FFF2-40B4-BE49-F238E27FC236}">
                      <a16:creationId xmlns:a16="http://schemas.microsoft.com/office/drawing/2014/main" id="{33604970-9A16-4DEE-B2F4-AB181A386686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3" name="直線コネクタ 107702">
                  <a:extLst>
                    <a:ext uri="{FF2B5EF4-FFF2-40B4-BE49-F238E27FC236}">
                      <a16:creationId xmlns:a16="http://schemas.microsoft.com/office/drawing/2014/main" id="{3D2151DB-809C-4915-81B3-77051A0F0E87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4" name="直線コネクタ 107703">
                  <a:extLst>
                    <a:ext uri="{FF2B5EF4-FFF2-40B4-BE49-F238E27FC236}">
                      <a16:creationId xmlns:a16="http://schemas.microsoft.com/office/drawing/2014/main" id="{D82EACBD-0948-4F72-86EF-F145A7A1B697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5" name="直線コネクタ 107704">
                  <a:extLst>
                    <a:ext uri="{FF2B5EF4-FFF2-40B4-BE49-F238E27FC236}">
                      <a16:creationId xmlns:a16="http://schemas.microsoft.com/office/drawing/2014/main" id="{AF9A2316-86AD-451D-B4BC-CED790BDD5BB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6" name="直線コネクタ 107705">
                  <a:extLst>
                    <a:ext uri="{FF2B5EF4-FFF2-40B4-BE49-F238E27FC236}">
                      <a16:creationId xmlns:a16="http://schemas.microsoft.com/office/drawing/2014/main" id="{C01B4C9D-609D-4664-B456-02C3778ED2D8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7" name="直線コネクタ 107706">
                  <a:extLst>
                    <a:ext uri="{FF2B5EF4-FFF2-40B4-BE49-F238E27FC236}">
                      <a16:creationId xmlns:a16="http://schemas.microsoft.com/office/drawing/2014/main" id="{2062FC26-7646-4537-A552-654C73ED381A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8" name="直線コネクタ 107707">
                  <a:extLst>
                    <a:ext uri="{FF2B5EF4-FFF2-40B4-BE49-F238E27FC236}">
                      <a16:creationId xmlns:a16="http://schemas.microsoft.com/office/drawing/2014/main" id="{4AA79FE6-E172-4FA6-BBFE-1102D86B0E6A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09" name="直線コネクタ 107708">
                  <a:extLst>
                    <a:ext uri="{FF2B5EF4-FFF2-40B4-BE49-F238E27FC236}">
                      <a16:creationId xmlns:a16="http://schemas.microsoft.com/office/drawing/2014/main" id="{C2B1C743-8A6F-4652-B547-B0037FEF2133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0" name="直線コネクタ 107709">
                  <a:extLst>
                    <a:ext uri="{FF2B5EF4-FFF2-40B4-BE49-F238E27FC236}">
                      <a16:creationId xmlns:a16="http://schemas.microsoft.com/office/drawing/2014/main" id="{C1D07E03-BDCB-4D54-B57C-B061CCED8202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1" name="直線コネクタ 107710">
                  <a:extLst>
                    <a:ext uri="{FF2B5EF4-FFF2-40B4-BE49-F238E27FC236}">
                      <a16:creationId xmlns:a16="http://schemas.microsoft.com/office/drawing/2014/main" id="{D5C58070-2741-42A3-9E27-080CE245EE04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2" name="直線コネクタ 107711">
                  <a:extLst>
                    <a:ext uri="{FF2B5EF4-FFF2-40B4-BE49-F238E27FC236}">
                      <a16:creationId xmlns:a16="http://schemas.microsoft.com/office/drawing/2014/main" id="{F20B921A-DDD0-42D0-AAA3-0BB2A030BF1E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3" name="直線コネクタ 107712">
                  <a:extLst>
                    <a:ext uri="{FF2B5EF4-FFF2-40B4-BE49-F238E27FC236}">
                      <a16:creationId xmlns:a16="http://schemas.microsoft.com/office/drawing/2014/main" id="{7FBE3A56-9077-4E78-9D6D-A557E9034A72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4" name="直線コネクタ 107713">
                  <a:extLst>
                    <a:ext uri="{FF2B5EF4-FFF2-40B4-BE49-F238E27FC236}">
                      <a16:creationId xmlns:a16="http://schemas.microsoft.com/office/drawing/2014/main" id="{7F679036-A16C-499B-B95C-5DDBB1CF2D70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5" name="直線コネクタ 107714">
                  <a:extLst>
                    <a:ext uri="{FF2B5EF4-FFF2-40B4-BE49-F238E27FC236}">
                      <a16:creationId xmlns:a16="http://schemas.microsoft.com/office/drawing/2014/main" id="{37E9FA02-BB44-4465-B595-DCC075097ED5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6" name="直線コネクタ 107715">
                  <a:extLst>
                    <a:ext uri="{FF2B5EF4-FFF2-40B4-BE49-F238E27FC236}">
                      <a16:creationId xmlns:a16="http://schemas.microsoft.com/office/drawing/2014/main" id="{4DAD98DA-0C01-4805-A9BE-996E15C6504B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7" name="直線コネクタ 107716">
                  <a:extLst>
                    <a:ext uri="{FF2B5EF4-FFF2-40B4-BE49-F238E27FC236}">
                      <a16:creationId xmlns:a16="http://schemas.microsoft.com/office/drawing/2014/main" id="{3F8B23D3-8E59-49A7-8BFB-90DF95C3D7F7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8" name="直線コネクタ 107717">
                  <a:extLst>
                    <a:ext uri="{FF2B5EF4-FFF2-40B4-BE49-F238E27FC236}">
                      <a16:creationId xmlns:a16="http://schemas.microsoft.com/office/drawing/2014/main" id="{1EAE90B6-0337-4870-864D-B3EC494EA7D2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19" name="直線コネクタ 107718">
                  <a:extLst>
                    <a:ext uri="{FF2B5EF4-FFF2-40B4-BE49-F238E27FC236}">
                      <a16:creationId xmlns:a16="http://schemas.microsoft.com/office/drawing/2014/main" id="{50BD19E8-1C67-4347-A9F1-9F9F6C6BD919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0" name="直線コネクタ 107719">
                  <a:extLst>
                    <a:ext uri="{FF2B5EF4-FFF2-40B4-BE49-F238E27FC236}">
                      <a16:creationId xmlns:a16="http://schemas.microsoft.com/office/drawing/2014/main" id="{9F7B19BA-1BBE-4FF1-A6D7-56535DEAF7D4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1" name="直線コネクタ 107720">
                  <a:extLst>
                    <a:ext uri="{FF2B5EF4-FFF2-40B4-BE49-F238E27FC236}">
                      <a16:creationId xmlns:a16="http://schemas.microsoft.com/office/drawing/2014/main" id="{627F4DFC-5933-46AC-AA4B-FB3B072F7BDC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2" name="直線コネクタ 107721">
                  <a:extLst>
                    <a:ext uri="{FF2B5EF4-FFF2-40B4-BE49-F238E27FC236}">
                      <a16:creationId xmlns:a16="http://schemas.microsoft.com/office/drawing/2014/main" id="{BF33EFDB-061E-44E2-961E-4B79A6D8A68A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3" name="直線コネクタ 107722">
                  <a:extLst>
                    <a:ext uri="{FF2B5EF4-FFF2-40B4-BE49-F238E27FC236}">
                      <a16:creationId xmlns:a16="http://schemas.microsoft.com/office/drawing/2014/main" id="{67E9DAB1-707F-42A2-8CBC-F63DAF2BFF9F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4" name="直線コネクタ 107723">
                  <a:extLst>
                    <a:ext uri="{FF2B5EF4-FFF2-40B4-BE49-F238E27FC236}">
                      <a16:creationId xmlns:a16="http://schemas.microsoft.com/office/drawing/2014/main" id="{7B288F41-D4CF-4258-86A8-561F0752F4E5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5" name="直線コネクタ 107724">
                  <a:extLst>
                    <a:ext uri="{FF2B5EF4-FFF2-40B4-BE49-F238E27FC236}">
                      <a16:creationId xmlns:a16="http://schemas.microsoft.com/office/drawing/2014/main" id="{B5C3334C-861F-479A-BB35-76299839E6DF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6" name="直線コネクタ 107725">
                  <a:extLst>
                    <a:ext uri="{FF2B5EF4-FFF2-40B4-BE49-F238E27FC236}">
                      <a16:creationId xmlns:a16="http://schemas.microsoft.com/office/drawing/2014/main" id="{DBEBC51D-1359-4F34-851E-B5B104813AC3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7" name="直線コネクタ 107726">
                  <a:extLst>
                    <a:ext uri="{FF2B5EF4-FFF2-40B4-BE49-F238E27FC236}">
                      <a16:creationId xmlns:a16="http://schemas.microsoft.com/office/drawing/2014/main" id="{587391D8-6A3C-4232-870B-6084148E487D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8" name="直線コネクタ 107727">
                  <a:extLst>
                    <a:ext uri="{FF2B5EF4-FFF2-40B4-BE49-F238E27FC236}">
                      <a16:creationId xmlns:a16="http://schemas.microsoft.com/office/drawing/2014/main" id="{2051B64E-C990-44F6-8B49-0F5166ED5777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29" name="直線コネクタ 107728">
                  <a:extLst>
                    <a:ext uri="{FF2B5EF4-FFF2-40B4-BE49-F238E27FC236}">
                      <a16:creationId xmlns:a16="http://schemas.microsoft.com/office/drawing/2014/main" id="{8E064221-FC92-4C84-8CA9-C8ED56A89973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0" name="直線コネクタ 107729">
                  <a:extLst>
                    <a:ext uri="{FF2B5EF4-FFF2-40B4-BE49-F238E27FC236}">
                      <a16:creationId xmlns:a16="http://schemas.microsoft.com/office/drawing/2014/main" id="{080445AB-C5C6-4CB9-82C2-FCD3A7C817A5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1" name="直線コネクタ 107730">
                  <a:extLst>
                    <a:ext uri="{FF2B5EF4-FFF2-40B4-BE49-F238E27FC236}">
                      <a16:creationId xmlns:a16="http://schemas.microsoft.com/office/drawing/2014/main" id="{DE4A4AFF-20A9-4C48-957F-9FD9AC07AF2B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2" name="直線コネクタ 107731">
                  <a:extLst>
                    <a:ext uri="{FF2B5EF4-FFF2-40B4-BE49-F238E27FC236}">
                      <a16:creationId xmlns:a16="http://schemas.microsoft.com/office/drawing/2014/main" id="{8D12D36C-9167-4479-BD7F-AF51AB95B136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3" name="直線コネクタ 107732">
                  <a:extLst>
                    <a:ext uri="{FF2B5EF4-FFF2-40B4-BE49-F238E27FC236}">
                      <a16:creationId xmlns:a16="http://schemas.microsoft.com/office/drawing/2014/main" id="{2524B69F-CAFB-4210-818D-4FEEACDE4BE5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4" name="直線コネクタ 107733">
                  <a:extLst>
                    <a:ext uri="{FF2B5EF4-FFF2-40B4-BE49-F238E27FC236}">
                      <a16:creationId xmlns:a16="http://schemas.microsoft.com/office/drawing/2014/main" id="{CFC2E6B0-81EF-4382-8AA4-C327841A3BC4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5" name="直線コネクタ 107734">
                  <a:extLst>
                    <a:ext uri="{FF2B5EF4-FFF2-40B4-BE49-F238E27FC236}">
                      <a16:creationId xmlns:a16="http://schemas.microsoft.com/office/drawing/2014/main" id="{CF216253-C06C-44FF-AC39-624FC103560E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6" name="直線コネクタ 107735">
                  <a:extLst>
                    <a:ext uri="{FF2B5EF4-FFF2-40B4-BE49-F238E27FC236}">
                      <a16:creationId xmlns:a16="http://schemas.microsoft.com/office/drawing/2014/main" id="{6E0F808B-CD9C-4F03-B42C-F3FB7D592D9B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7" name="直線コネクタ 107736">
                  <a:extLst>
                    <a:ext uri="{FF2B5EF4-FFF2-40B4-BE49-F238E27FC236}">
                      <a16:creationId xmlns:a16="http://schemas.microsoft.com/office/drawing/2014/main" id="{4E223E7B-F844-47AC-8911-42D14B311A4D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8" name="直線コネクタ 107737">
                  <a:extLst>
                    <a:ext uri="{FF2B5EF4-FFF2-40B4-BE49-F238E27FC236}">
                      <a16:creationId xmlns:a16="http://schemas.microsoft.com/office/drawing/2014/main" id="{8007F187-E8F1-4F7C-9951-E31CAEFD83C4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39" name="直線コネクタ 107738">
                  <a:extLst>
                    <a:ext uri="{FF2B5EF4-FFF2-40B4-BE49-F238E27FC236}">
                      <a16:creationId xmlns:a16="http://schemas.microsoft.com/office/drawing/2014/main" id="{A3E7CE57-EE4F-43F0-B42A-6444781E43F8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0" name="直線コネクタ 107739">
                  <a:extLst>
                    <a:ext uri="{FF2B5EF4-FFF2-40B4-BE49-F238E27FC236}">
                      <a16:creationId xmlns:a16="http://schemas.microsoft.com/office/drawing/2014/main" id="{DFC2B3FA-4CB5-480F-9B4D-649C35896284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1" name="直線コネクタ 107740">
                  <a:extLst>
                    <a:ext uri="{FF2B5EF4-FFF2-40B4-BE49-F238E27FC236}">
                      <a16:creationId xmlns:a16="http://schemas.microsoft.com/office/drawing/2014/main" id="{33B29D7D-AE72-4828-ABB7-805415A56E1D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2" name="直線コネクタ 107741">
                  <a:extLst>
                    <a:ext uri="{FF2B5EF4-FFF2-40B4-BE49-F238E27FC236}">
                      <a16:creationId xmlns:a16="http://schemas.microsoft.com/office/drawing/2014/main" id="{84FD41A3-4630-4929-97B6-945209300406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3" name="直線コネクタ 107742">
                  <a:extLst>
                    <a:ext uri="{FF2B5EF4-FFF2-40B4-BE49-F238E27FC236}">
                      <a16:creationId xmlns:a16="http://schemas.microsoft.com/office/drawing/2014/main" id="{68A46345-4621-4608-AECD-09FA15CF8B2E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4" name="直線コネクタ 107743">
                  <a:extLst>
                    <a:ext uri="{FF2B5EF4-FFF2-40B4-BE49-F238E27FC236}">
                      <a16:creationId xmlns:a16="http://schemas.microsoft.com/office/drawing/2014/main" id="{7FF89B60-18AA-4EB6-8014-3B213553C054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5" name="直線コネクタ 107744">
                  <a:extLst>
                    <a:ext uri="{FF2B5EF4-FFF2-40B4-BE49-F238E27FC236}">
                      <a16:creationId xmlns:a16="http://schemas.microsoft.com/office/drawing/2014/main" id="{5DEB495A-08DE-414C-AF16-30811CAACF98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6" name="直線コネクタ 107745">
                  <a:extLst>
                    <a:ext uri="{FF2B5EF4-FFF2-40B4-BE49-F238E27FC236}">
                      <a16:creationId xmlns:a16="http://schemas.microsoft.com/office/drawing/2014/main" id="{4E8953F6-72ED-4935-8C80-9EC1A4ACC785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7" name="直線コネクタ 107746">
                  <a:extLst>
                    <a:ext uri="{FF2B5EF4-FFF2-40B4-BE49-F238E27FC236}">
                      <a16:creationId xmlns:a16="http://schemas.microsoft.com/office/drawing/2014/main" id="{EE6988CB-1F57-4E0D-B184-06081CC67B8A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8" name="直線コネクタ 107747">
                  <a:extLst>
                    <a:ext uri="{FF2B5EF4-FFF2-40B4-BE49-F238E27FC236}">
                      <a16:creationId xmlns:a16="http://schemas.microsoft.com/office/drawing/2014/main" id="{ADE8CC20-89A8-453D-AD79-A644FB4CA87E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49" name="直線コネクタ 107748">
                  <a:extLst>
                    <a:ext uri="{FF2B5EF4-FFF2-40B4-BE49-F238E27FC236}">
                      <a16:creationId xmlns:a16="http://schemas.microsoft.com/office/drawing/2014/main" id="{E8FD9E61-8904-4E89-9370-0BC6E4851BB8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0" name="直線コネクタ 107749">
                  <a:extLst>
                    <a:ext uri="{FF2B5EF4-FFF2-40B4-BE49-F238E27FC236}">
                      <a16:creationId xmlns:a16="http://schemas.microsoft.com/office/drawing/2014/main" id="{C4F06FDC-7C13-45D5-A8BD-BB6E68F3126F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1" name="直線コネクタ 107750">
                  <a:extLst>
                    <a:ext uri="{FF2B5EF4-FFF2-40B4-BE49-F238E27FC236}">
                      <a16:creationId xmlns:a16="http://schemas.microsoft.com/office/drawing/2014/main" id="{9A715E16-5191-4FF7-9603-DB1F837BE7B6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2" name="直線コネクタ 107751">
                  <a:extLst>
                    <a:ext uri="{FF2B5EF4-FFF2-40B4-BE49-F238E27FC236}">
                      <a16:creationId xmlns:a16="http://schemas.microsoft.com/office/drawing/2014/main" id="{94FC1726-AE4F-431C-AB11-7825ED5412B2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3" name="直線コネクタ 107752">
                  <a:extLst>
                    <a:ext uri="{FF2B5EF4-FFF2-40B4-BE49-F238E27FC236}">
                      <a16:creationId xmlns:a16="http://schemas.microsoft.com/office/drawing/2014/main" id="{BF62D3B2-5651-4BF7-A065-6A73A323240D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4" name="直線コネクタ 107753">
                  <a:extLst>
                    <a:ext uri="{FF2B5EF4-FFF2-40B4-BE49-F238E27FC236}">
                      <a16:creationId xmlns:a16="http://schemas.microsoft.com/office/drawing/2014/main" id="{193090CC-5DAE-45A7-B2DF-BFAFEF3E2B70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5" name="直線コネクタ 107754">
                  <a:extLst>
                    <a:ext uri="{FF2B5EF4-FFF2-40B4-BE49-F238E27FC236}">
                      <a16:creationId xmlns:a16="http://schemas.microsoft.com/office/drawing/2014/main" id="{915A7D3E-B2BE-4B10-BA14-B32B2E815DAE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6" name="直線コネクタ 107755">
                  <a:extLst>
                    <a:ext uri="{FF2B5EF4-FFF2-40B4-BE49-F238E27FC236}">
                      <a16:creationId xmlns:a16="http://schemas.microsoft.com/office/drawing/2014/main" id="{2F16B7E7-E1AA-4B4B-9DC0-4FDB800846E9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7" name="直線コネクタ 107756">
                  <a:extLst>
                    <a:ext uri="{FF2B5EF4-FFF2-40B4-BE49-F238E27FC236}">
                      <a16:creationId xmlns:a16="http://schemas.microsoft.com/office/drawing/2014/main" id="{4C7A2CBF-BFC4-4EC9-BCDB-B55F08AF7E58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8" name="直線コネクタ 107757">
                  <a:extLst>
                    <a:ext uri="{FF2B5EF4-FFF2-40B4-BE49-F238E27FC236}">
                      <a16:creationId xmlns:a16="http://schemas.microsoft.com/office/drawing/2014/main" id="{32EB6FCC-B3C9-415E-B51A-00DDE8C0DC08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59" name="直線コネクタ 107758">
                  <a:extLst>
                    <a:ext uri="{FF2B5EF4-FFF2-40B4-BE49-F238E27FC236}">
                      <a16:creationId xmlns:a16="http://schemas.microsoft.com/office/drawing/2014/main" id="{5636340E-2504-4817-ACC0-90D59372BC23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0" name="直線コネクタ 107759">
                  <a:extLst>
                    <a:ext uri="{FF2B5EF4-FFF2-40B4-BE49-F238E27FC236}">
                      <a16:creationId xmlns:a16="http://schemas.microsoft.com/office/drawing/2014/main" id="{5CA5D0FE-3984-4732-8128-7AB5E612BD9A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1" name="直線コネクタ 107760">
                  <a:extLst>
                    <a:ext uri="{FF2B5EF4-FFF2-40B4-BE49-F238E27FC236}">
                      <a16:creationId xmlns:a16="http://schemas.microsoft.com/office/drawing/2014/main" id="{1F26BF32-5FA2-4F83-B8B0-153EA9C1D49C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2" name="直線コネクタ 107761">
                  <a:extLst>
                    <a:ext uri="{FF2B5EF4-FFF2-40B4-BE49-F238E27FC236}">
                      <a16:creationId xmlns:a16="http://schemas.microsoft.com/office/drawing/2014/main" id="{EB3C26E5-5992-453F-A1BC-13C5390E0A95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3" name="直線コネクタ 107762">
                  <a:extLst>
                    <a:ext uri="{FF2B5EF4-FFF2-40B4-BE49-F238E27FC236}">
                      <a16:creationId xmlns:a16="http://schemas.microsoft.com/office/drawing/2014/main" id="{C4E482CD-7C2B-421A-8235-998F0E369106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4" name="直線コネクタ 107763">
                  <a:extLst>
                    <a:ext uri="{FF2B5EF4-FFF2-40B4-BE49-F238E27FC236}">
                      <a16:creationId xmlns:a16="http://schemas.microsoft.com/office/drawing/2014/main" id="{376F7D2D-0052-4B30-8B70-FCC85D754644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5" name="直線コネクタ 107764">
                  <a:extLst>
                    <a:ext uri="{FF2B5EF4-FFF2-40B4-BE49-F238E27FC236}">
                      <a16:creationId xmlns:a16="http://schemas.microsoft.com/office/drawing/2014/main" id="{264501A5-9EEF-4660-B00E-C81F62C9D136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6" name="直線コネクタ 107765">
                  <a:extLst>
                    <a:ext uri="{FF2B5EF4-FFF2-40B4-BE49-F238E27FC236}">
                      <a16:creationId xmlns:a16="http://schemas.microsoft.com/office/drawing/2014/main" id="{6B633B85-B4BF-4405-96DF-55C4D5AC3B75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7" name="直線コネクタ 107766">
                  <a:extLst>
                    <a:ext uri="{FF2B5EF4-FFF2-40B4-BE49-F238E27FC236}">
                      <a16:creationId xmlns:a16="http://schemas.microsoft.com/office/drawing/2014/main" id="{6CEA21BA-F721-49F7-AA13-4EA86D24710D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8" name="直線コネクタ 107767">
                  <a:extLst>
                    <a:ext uri="{FF2B5EF4-FFF2-40B4-BE49-F238E27FC236}">
                      <a16:creationId xmlns:a16="http://schemas.microsoft.com/office/drawing/2014/main" id="{35694394-68B4-4936-85FE-D21A4B421238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69" name="直線コネクタ 107768">
                  <a:extLst>
                    <a:ext uri="{FF2B5EF4-FFF2-40B4-BE49-F238E27FC236}">
                      <a16:creationId xmlns:a16="http://schemas.microsoft.com/office/drawing/2014/main" id="{37CA6FDE-5E1E-455A-980D-EA60300C18B8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0" name="直線コネクタ 107769">
                  <a:extLst>
                    <a:ext uri="{FF2B5EF4-FFF2-40B4-BE49-F238E27FC236}">
                      <a16:creationId xmlns:a16="http://schemas.microsoft.com/office/drawing/2014/main" id="{E7058DE9-115A-42D4-B483-CE049FE363EB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1" name="直線コネクタ 107770">
                  <a:extLst>
                    <a:ext uri="{FF2B5EF4-FFF2-40B4-BE49-F238E27FC236}">
                      <a16:creationId xmlns:a16="http://schemas.microsoft.com/office/drawing/2014/main" id="{AFD2AFC3-D3F9-4630-AB32-64323F6FEF6F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2" name="直線コネクタ 107771">
                  <a:extLst>
                    <a:ext uri="{FF2B5EF4-FFF2-40B4-BE49-F238E27FC236}">
                      <a16:creationId xmlns:a16="http://schemas.microsoft.com/office/drawing/2014/main" id="{C35C2FB1-F41D-421E-A120-CEADA33FCCD0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3" name="直線コネクタ 107772">
                  <a:extLst>
                    <a:ext uri="{FF2B5EF4-FFF2-40B4-BE49-F238E27FC236}">
                      <a16:creationId xmlns:a16="http://schemas.microsoft.com/office/drawing/2014/main" id="{7907FE2E-3B76-409E-B157-504FD754390D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4" name="直線コネクタ 107773">
                  <a:extLst>
                    <a:ext uri="{FF2B5EF4-FFF2-40B4-BE49-F238E27FC236}">
                      <a16:creationId xmlns:a16="http://schemas.microsoft.com/office/drawing/2014/main" id="{B3134711-1CAB-43F3-A9B6-BFB95DBA0D79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5" name="直線コネクタ 107774">
                  <a:extLst>
                    <a:ext uri="{FF2B5EF4-FFF2-40B4-BE49-F238E27FC236}">
                      <a16:creationId xmlns:a16="http://schemas.microsoft.com/office/drawing/2014/main" id="{819791A5-CECE-4621-9A1F-B70E82CFFDAB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6" name="直線コネクタ 107775">
                  <a:extLst>
                    <a:ext uri="{FF2B5EF4-FFF2-40B4-BE49-F238E27FC236}">
                      <a16:creationId xmlns:a16="http://schemas.microsoft.com/office/drawing/2014/main" id="{82D04D8D-9AEF-4FB4-94C4-977220C5F62F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7" name="直線コネクタ 107776">
                  <a:extLst>
                    <a:ext uri="{FF2B5EF4-FFF2-40B4-BE49-F238E27FC236}">
                      <a16:creationId xmlns:a16="http://schemas.microsoft.com/office/drawing/2014/main" id="{87793286-101F-4743-8902-A678055E329F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8" name="直線コネクタ 107777">
                  <a:extLst>
                    <a:ext uri="{FF2B5EF4-FFF2-40B4-BE49-F238E27FC236}">
                      <a16:creationId xmlns:a16="http://schemas.microsoft.com/office/drawing/2014/main" id="{EFBC4A38-103F-41C1-86C2-A243BAB28861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79" name="直線コネクタ 107778">
                  <a:extLst>
                    <a:ext uri="{FF2B5EF4-FFF2-40B4-BE49-F238E27FC236}">
                      <a16:creationId xmlns:a16="http://schemas.microsoft.com/office/drawing/2014/main" id="{85E4F5C8-DF99-4D16-BC4C-01CDDB28EFB0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0" name="直線コネクタ 107779">
                  <a:extLst>
                    <a:ext uri="{FF2B5EF4-FFF2-40B4-BE49-F238E27FC236}">
                      <a16:creationId xmlns:a16="http://schemas.microsoft.com/office/drawing/2014/main" id="{174781AF-3832-4830-A309-B5282D85F2AF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1" name="直線コネクタ 107780">
                  <a:extLst>
                    <a:ext uri="{FF2B5EF4-FFF2-40B4-BE49-F238E27FC236}">
                      <a16:creationId xmlns:a16="http://schemas.microsoft.com/office/drawing/2014/main" id="{04A30B5F-6686-44B3-99F7-2EE979A22A89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2" name="直線コネクタ 107781">
                  <a:extLst>
                    <a:ext uri="{FF2B5EF4-FFF2-40B4-BE49-F238E27FC236}">
                      <a16:creationId xmlns:a16="http://schemas.microsoft.com/office/drawing/2014/main" id="{D63C8594-5499-4A34-9BA5-1A698F932E0D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3" name="直線コネクタ 107782">
                  <a:extLst>
                    <a:ext uri="{FF2B5EF4-FFF2-40B4-BE49-F238E27FC236}">
                      <a16:creationId xmlns:a16="http://schemas.microsoft.com/office/drawing/2014/main" id="{AE6B4E98-FCBD-42BB-8E72-CAF49A2B2266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4" name="直線コネクタ 107783">
                  <a:extLst>
                    <a:ext uri="{FF2B5EF4-FFF2-40B4-BE49-F238E27FC236}">
                      <a16:creationId xmlns:a16="http://schemas.microsoft.com/office/drawing/2014/main" id="{D19BCB75-14D5-49B8-8986-A334617D9739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5" name="直線コネクタ 107784">
                  <a:extLst>
                    <a:ext uri="{FF2B5EF4-FFF2-40B4-BE49-F238E27FC236}">
                      <a16:creationId xmlns:a16="http://schemas.microsoft.com/office/drawing/2014/main" id="{18D04123-095B-4F3D-8661-DE5D887122CA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6" name="直線コネクタ 107785">
                  <a:extLst>
                    <a:ext uri="{FF2B5EF4-FFF2-40B4-BE49-F238E27FC236}">
                      <a16:creationId xmlns:a16="http://schemas.microsoft.com/office/drawing/2014/main" id="{312E9B37-C9B4-4E10-957C-AA104DE0D5FD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7" name="直線コネクタ 107786">
                  <a:extLst>
                    <a:ext uri="{FF2B5EF4-FFF2-40B4-BE49-F238E27FC236}">
                      <a16:creationId xmlns:a16="http://schemas.microsoft.com/office/drawing/2014/main" id="{E0DA67F0-E999-4A45-9BA7-ABAC953A0A14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8" name="直線コネクタ 107787">
                  <a:extLst>
                    <a:ext uri="{FF2B5EF4-FFF2-40B4-BE49-F238E27FC236}">
                      <a16:creationId xmlns:a16="http://schemas.microsoft.com/office/drawing/2014/main" id="{EFBD57FB-7EDE-4C73-9460-293051849263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89" name="直線コネクタ 107788">
                  <a:extLst>
                    <a:ext uri="{FF2B5EF4-FFF2-40B4-BE49-F238E27FC236}">
                      <a16:creationId xmlns:a16="http://schemas.microsoft.com/office/drawing/2014/main" id="{3A990B36-ACAA-4362-AD23-AFCF42256DE2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0" name="直線コネクタ 107789">
                  <a:extLst>
                    <a:ext uri="{FF2B5EF4-FFF2-40B4-BE49-F238E27FC236}">
                      <a16:creationId xmlns:a16="http://schemas.microsoft.com/office/drawing/2014/main" id="{C67B8D8F-3936-4BC0-A7C1-3003BDC9A559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1" name="直線コネクタ 107790">
                  <a:extLst>
                    <a:ext uri="{FF2B5EF4-FFF2-40B4-BE49-F238E27FC236}">
                      <a16:creationId xmlns:a16="http://schemas.microsoft.com/office/drawing/2014/main" id="{437C38A4-4517-49ED-A5AF-4D5A581D47E7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2" name="直線コネクタ 107791">
                  <a:extLst>
                    <a:ext uri="{FF2B5EF4-FFF2-40B4-BE49-F238E27FC236}">
                      <a16:creationId xmlns:a16="http://schemas.microsoft.com/office/drawing/2014/main" id="{661A3A77-8C30-421D-8B12-C0DBCED588B7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3" name="直線コネクタ 107792">
                  <a:extLst>
                    <a:ext uri="{FF2B5EF4-FFF2-40B4-BE49-F238E27FC236}">
                      <a16:creationId xmlns:a16="http://schemas.microsoft.com/office/drawing/2014/main" id="{1CB7FCFD-F2C8-41C4-821D-615613947292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4" name="直線コネクタ 107793">
                  <a:extLst>
                    <a:ext uri="{FF2B5EF4-FFF2-40B4-BE49-F238E27FC236}">
                      <a16:creationId xmlns:a16="http://schemas.microsoft.com/office/drawing/2014/main" id="{1330AB80-59BF-44A9-822F-26F033E21BD3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5" name="直線コネクタ 107794">
                  <a:extLst>
                    <a:ext uri="{FF2B5EF4-FFF2-40B4-BE49-F238E27FC236}">
                      <a16:creationId xmlns:a16="http://schemas.microsoft.com/office/drawing/2014/main" id="{90DC98A2-35B2-4074-9774-EC952F99887D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6" name="直線コネクタ 107795">
                  <a:extLst>
                    <a:ext uri="{FF2B5EF4-FFF2-40B4-BE49-F238E27FC236}">
                      <a16:creationId xmlns:a16="http://schemas.microsoft.com/office/drawing/2014/main" id="{5944A892-D981-43B3-B909-E6DFA849F51A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7" name="直線コネクタ 107796">
                  <a:extLst>
                    <a:ext uri="{FF2B5EF4-FFF2-40B4-BE49-F238E27FC236}">
                      <a16:creationId xmlns:a16="http://schemas.microsoft.com/office/drawing/2014/main" id="{188C95CB-7A87-492C-A90F-577049F5AB1B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8" name="直線コネクタ 107797">
                  <a:extLst>
                    <a:ext uri="{FF2B5EF4-FFF2-40B4-BE49-F238E27FC236}">
                      <a16:creationId xmlns:a16="http://schemas.microsoft.com/office/drawing/2014/main" id="{C7F20DFA-36F3-4103-968F-A6078BFB65C2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99" name="直線コネクタ 107798">
                  <a:extLst>
                    <a:ext uri="{FF2B5EF4-FFF2-40B4-BE49-F238E27FC236}">
                      <a16:creationId xmlns:a16="http://schemas.microsoft.com/office/drawing/2014/main" id="{24AEB557-38FA-4F40-AF09-8F10F1978FBD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0" name="直線コネクタ 107799">
                  <a:extLst>
                    <a:ext uri="{FF2B5EF4-FFF2-40B4-BE49-F238E27FC236}">
                      <a16:creationId xmlns:a16="http://schemas.microsoft.com/office/drawing/2014/main" id="{CFB98342-F677-421A-A36E-D7F0C10BFFB7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1" name="直線コネクタ 107800">
                  <a:extLst>
                    <a:ext uri="{FF2B5EF4-FFF2-40B4-BE49-F238E27FC236}">
                      <a16:creationId xmlns:a16="http://schemas.microsoft.com/office/drawing/2014/main" id="{32DFE6EC-5D8A-40C6-88AE-C4C3ED385515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2" name="直線コネクタ 107801">
                  <a:extLst>
                    <a:ext uri="{FF2B5EF4-FFF2-40B4-BE49-F238E27FC236}">
                      <a16:creationId xmlns:a16="http://schemas.microsoft.com/office/drawing/2014/main" id="{44AC402E-1343-41C9-8FAC-E841F67A1F3F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3" name="直線コネクタ 107802">
                  <a:extLst>
                    <a:ext uri="{FF2B5EF4-FFF2-40B4-BE49-F238E27FC236}">
                      <a16:creationId xmlns:a16="http://schemas.microsoft.com/office/drawing/2014/main" id="{6AB41F64-F362-4BD4-9A6D-4019FE6C83BA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4" name="直線コネクタ 107803">
                  <a:extLst>
                    <a:ext uri="{FF2B5EF4-FFF2-40B4-BE49-F238E27FC236}">
                      <a16:creationId xmlns:a16="http://schemas.microsoft.com/office/drawing/2014/main" id="{D871DE09-CF0D-4257-9745-C36142D855E4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5" name="直線コネクタ 107804">
                  <a:extLst>
                    <a:ext uri="{FF2B5EF4-FFF2-40B4-BE49-F238E27FC236}">
                      <a16:creationId xmlns:a16="http://schemas.microsoft.com/office/drawing/2014/main" id="{E5020B7E-EA2B-4263-9E20-5C7C3CAD290F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6" name="直線コネクタ 107805">
                  <a:extLst>
                    <a:ext uri="{FF2B5EF4-FFF2-40B4-BE49-F238E27FC236}">
                      <a16:creationId xmlns:a16="http://schemas.microsoft.com/office/drawing/2014/main" id="{E3249E47-7421-434C-9461-FD8D4728E891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7" name="直線コネクタ 107806">
                  <a:extLst>
                    <a:ext uri="{FF2B5EF4-FFF2-40B4-BE49-F238E27FC236}">
                      <a16:creationId xmlns:a16="http://schemas.microsoft.com/office/drawing/2014/main" id="{114E38DB-33F9-4FBA-A457-B3B1A66C2240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8" name="直線コネクタ 107807">
                  <a:extLst>
                    <a:ext uri="{FF2B5EF4-FFF2-40B4-BE49-F238E27FC236}">
                      <a16:creationId xmlns:a16="http://schemas.microsoft.com/office/drawing/2014/main" id="{150E1404-2F50-4756-A02D-C5919951DF26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09" name="直線コネクタ 107808">
                  <a:extLst>
                    <a:ext uri="{FF2B5EF4-FFF2-40B4-BE49-F238E27FC236}">
                      <a16:creationId xmlns:a16="http://schemas.microsoft.com/office/drawing/2014/main" id="{150B9E89-64D9-4A0C-8434-29B222F758D2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0" name="直線コネクタ 107809">
                  <a:extLst>
                    <a:ext uri="{FF2B5EF4-FFF2-40B4-BE49-F238E27FC236}">
                      <a16:creationId xmlns:a16="http://schemas.microsoft.com/office/drawing/2014/main" id="{CC957462-4E37-402E-A68F-AA1A7346D2EC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1" name="直線コネクタ 107810">
                  <a:extLst>
                    <a:ext uri="{FF2B5EF4-FFF2-40B4-BE49-F238E27FC236}">
                      <a16:creationId xmlns:a16="http://schemas.microsoft.com/office/drawing/2014/main" id="{226AE3EE-4477-48F0-BE33-632790E4FB06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2" name="直線コネクタ 107811">
                  <a:extLst>
                    <a:ext uri="{FF2B5EF4-FFF2-40B4-BE49-F238E27FC236}">
                      <a16:creationId xmlns:a16="http://schemas.microsoft.com/office/drawing/2014/main" id="{044DE770-CCB3-489F-880C-6D5746B4D2DF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3" name="直線コネクタ 107812">
                  <a:extLst>
                    <a:ext uri="{FF2B5EF4-FFF2-40B4-BE49-F238E27FC236}">
                      <a16:creationId xmlns:a16="http://schemas.microsoft.com/office/drawing/2014/main" id="{4057589A-A452-4078-AFFF-9BB28616C1F5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4" name="直線コネクタ 107813">
                  <a:extLst>
                    <a:ext uri="{FF2B5EF4-FFF2-40B4-BE49-F238E27FC236}">
                      <a16:creationId xmlns:a16="http://schemas.microsoft.com/office/drawing/2014/main" id="{CF5666E4-D0B7-49CB-ABB5-79E296606566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5" name="直線コネクタ 107814">
                  <a:extLst>
                    <a:ext uri="{FF2B5EF4-FFF2-40B4-BE49-F238E27FC236}">
                      <a16:creationId xmlns:a16="http://schemas.microsoft.com/office/drawing/2014/main" id="{BF347643-BDB6-4842-8994-141156279730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6" name="直線コネクタ 107815">
                  <a:extLst>
                    <a:ext uri="{FF2B5EF4-FFF2-40B4-BE49-F238E27FC236}">
                      <a16:creationId xmlns:a16="http://schemas.microsoft.com/office/drawing/2014/main" id="{7C4C8399-BE41-4FD7-91C1-999CCB1BCD9A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7" name="直線コネクタ 107816">
                  <a:extLst>
                    <a:ext uri="{FF2B5EF4-FFF2-40B4-BE49-F238E27FC236}">
                      <a16:creationId xmlns:a16="http://schemas.microsoft.com/office/drawing/2014/main" id="{A4DF3E6F-B858-4DA4-A64A-0B132D8AE079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8" name="直線コネクタ 107817">
                  <a:extLst>
                    <a:ext uri="{FF2B5EF4-FFF2-40B4-BE49-F238E27FC236}">
                      <a16:creationId xmlns:a16="http://schemas.microsoft.com/office/drawing/2014/main" id="{F9BB95B8-FC9C-4038-9673-F5B53468FF8C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19" name="直線コネクタ 107818">
                  <a:extLst>
                    <a:ext uri="{FF2B5EF4-FFF2-40B4-BE49-F238E27FC236}">
                      <a16:creationId xmlns:a16="http://schemas.microsoft.com/office/drawing/2014/main" id="{C43CC152-3EC3-46E4-9EEE-1E0859082503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0" name="直線コネクタ 107819">
                  <a:extLst>
                    <a:ext uri="{FF2B5EF4-FFF2-40B4-BE49-F238E27FC236}">
                      <a16:creationId xmlns:a16="http://schemas.microsoft.com/office/drawing/2014/main" id="{8A0A470C-EF34-4E92-96EE-81D51897D569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1" name="直線コネクタ 107820">
                  <a:extLst>
                    <a:ext uri="{FF2B5EF4-FFF2-40B4-BE49-F238E27FC236}">
                      <a16:creationId xmlns:a16="http://schemas.microsoft.com/office/drawing/2014/main" id="{93CAF1A3-E641-4C71-86A2-0B9B15E582F9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2" name="直線コネクタ 107821">
                  <a:extLst>
                    <a:ext uri="{FF2B5EF4-FFF2-40B4-BE49-F238E27FC236}">
                      <a16:creationId xmlns:a16="http://schemas.microsoft.com/office/drawing/2014/main" id="{91D26520-FA71-4815-BE21-7136322B4A2F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3" name="直線コネクタ 107822">
                  <a:extLst>
                    <a:ext uri="{FF2B5EF4-FFF2-40B4-BE49-F238E27FC236}">
                      <a16:creationId xmlns:a16="http://schemas.microsoft.com/office/drawing/2014/main" id="{01707EF2-3B54-4800-9877-DF63A5A545B5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24" name="直線コネクタ 107823">
                  <a:extLst>
                    <a:ext uri="{FF2B5EF4-FFF2-40B4-BE49-F238E27FC236}">
                      <a16:creationId xmlns:a16="http://schemas.microsoft.com/office/drawing/2014/main" id="{0A212827-0A74-4DDA-8440-CAD8574EF5BC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7342" name="グループ化 107341">
                <a:extLst>
                  <a:ext uri="{FF2B5EF4-FFF2-40B4-BE49-F238E27FC236}">
                    <a16:creationId xmlns:a16="http://schemas.microsoft.com/office/drawing/2014/main" id="{BC556525-7F3F-4469-B873-F64ED4BE5F47}"/>
                  </a:ext>
                </a:extLst>
              </p:cNvPr>
              <p:cNvGrpSpPr/>
              <p:nvPr/>
            </p:nvGrpSpPr>
            <p:grpSpPr>
              <a:xfrm rot="16200000">
                <a:off x="3600000" y="36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7343" name="直線コネクタ 107342">
                  <a:extLst>
                    <a:ext uri="{FF2B5EF4-FFF2-40B4-BE49-F238E27FC236}">
                      <a16:creationId xmlns:a16="http://schemas.microsoft.com/office/drawing/2014/main" id="{19B67469-B21C-4824-9DFA-87B642B0002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44" name="直線コネクタ 107343">
                  <a:extLst>
                    <a:ext uri="{FF2B5EF4-FFF2-40B4-BE49-F238E27FC236}">
                      <a16:creationId xmlns:a16="http://schemas.microsoft.com/office/drawing/2014/main" id="{9F2F1203-34C2-40EA-914F-3A14C996F7A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45" name="直線コネクタ 107344">
                  <a:extLst>
                    <a:ext uri="{FF2B5EF4-FFF2-40B4-BE49-F238E27FC236}">
                      <a16:creationId xmlns:a16="http://schemas.microsoft.com/office/drawing/2014/main" id="{B0EB3CEA-CE61-4BF3-8D44-AA630AFC2141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46" name="直線コネクタ 107345">
                  <a:extLst>
                    <a:ext uri="{FF2B5EF4-FFF2-40B4-BE49-F238E27FC236}">
                      <a16:creationId xmlns:a16="http://schemas.microsoft.com/office/drawing/2014/main" id="{F5D7285C-2CC6-441C-A188-5D0373BC3648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47" name="直線コネクタ 107346">
                  <a:extLst>
                    <a:ext uri="{FF2B5EF4-FFF2-40B4-BE49-F238E27FC236}">
                      <a16:creationId xmlns:a16="http://schemas.microsoft.com/office/drawing/2014/main" id="{8F4099C0-D5C7-4CE2-BB2B-E6A0088BC2F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48" name="直線コネクタ 107347">
                  <a:extLst>
                    <a:ext uri="{FF2B5EF4-FFF2-40B4-BE49-F238E27FC236}">
                      <a16:creationId xmlns:a16="http://schemas.microsoft.com/office/drawing/2014/main" id="{140B5D3B-7529-4190-A0FA-D8630B83659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49" name="直線コネクタ 107348">
                  <a:extLst>
                    <a:ext uri="{FF2B5EF4-FFF2-40B4-BE49-F238E27FC236}">
                      <a16:creationId xmlns:a16="http://schemas.microsoft.com/office/drawing/2014/main" id="{27164E1B-88A8-42ED-AB7C-CF5C58CF5DF2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0" name="直線コネクタ 107349">
                  <a:extLst>
                    <a:ext uri="{FF2B5EF4-FFF2-40B4-BE49-F238E27FC236}">
                      <a16:creationId xmlns:a16="http://schemas.microsoft.com/office/drawing/2014/main" id="{B49111CA-4D9F-46E8-9B6D-EF4F07EC74E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1" name="直線コネクタ 107350">
                  <a:extLst>
                    <a:ext uri="{FF2B5EF4-FFF2-40B4-BE49-F238E27FC236}">
                      <a16:creationId xmlns:a16="http://schemas.microsoft.com/office/drawing/2014/main" id="{736F8636-3932-4C0D-A886-ED656D243877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2" name="直線コネクタ 107351">
                  <a:extLst>
                    <a:ext uri="{FF2B5EF4-FFF2-40B4-BE49-F238E27FC236}">
                      <a16:creationId xmlns:a16="http://schemas.microsoft.com/office/drawing/2014/main" id="{E8368925-C1A9-454C-853E-542DB0573928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3" name="直線コネクタ 107352">
                  <a:extLst>
                    <a:ext uri="{FF2B5EF4-FFF2-40B4-BE49-F238E27FC236}">
                      <a16:creationId xmlns:a16="http://schemas.microsoft.com/office/drawing/2014/main" id="{4347C253-9361-4DF3-AE4E-37D3928953BA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4" name="直線コネクタ 107353">
                  <a:extLst>
                    <a:ext uri="{FF2B5EF4-FFF2-40B4-BE49-F238E27FC236}">
                      <a16:creationId xmlns:a16="http://schemas.microsoft.com/office/drawing/2014/main" id="{0B55A446-F716-4C6C-A652-D83DEF0D2DA6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5" name="直線コネクタ 107354">
                  <a:extLst>
                    <a:ext uri="{FF2B5EF4-FFF2-40B4-BE49-F238E27FC236}">
                      <a16:creationId xmlns:a16="http://schemas.microsoft.com/office/drawing/2014/main" id="{1C1F463B-AE10-45C1-8B8E-8D26D1069CC3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6" name="直線コネクタ 107355">
                  <a:extLst>
                    <a:ext uri="{FF2B5EF4-FFF2-40B4-BE49-F238E27FC236}">
                      <a16:creationId xmlns:a16="http://schemas.microsoft.com/office/drawing/2014/main" id="{BA9C23DE-0147-464A-B7B8-BA72382B0AD3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7" name="直線コネクタ 107356">
                  <a:extLst>
                    <a:ext uri="{FF2B5EF4-FFF2-40B4-BE49-F238E27FC236}">
                      <a16:creationId xmlns:a16="http://schemas.microsoft.com/office/drawing/2014/main" id="{B9F8ADC4-0097-49A1-8A0F-05213EC45185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8" name="直線コネクタ 107357">
                  <a:extLst>
                    <a:ext uri="{FF2B5EF4-FFF2-40B4-BE49-F238E27FC236}">
                      <a16:creationId xmlns:a16="http://schemas.microsoft.com/office/drawing/2014/main" id="{F4D2FA1F-241A-4CFC-BC42-EDDFBFDFAD64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59" name="直線コネクタ 107358">
                  <a:extLst>
                    <a:ext uri="{FF2B5EF4-FFF2-40B4-BE49-F238E27FC236}">
                      <a16:creationId xmlns:a16="http://schemas.microsoft.com/office/drawing/2014/main" id="{4C6FD9DE-3165-4B0B-8889-45047016BA77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0" name="直線コネクタ 107359">
                  <a:extLst>
                    <a:ext uri="{FF2B5EF4-FFF2-40B4-BE49-F238E27FC236}">
                      <a16:creationId xmlns:a16="http://schemas.microsoft.com/office/drawing/2014/main" id="{4585BFA3-5031-449E-B009-D97FBAA0CAD3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1" name="直線コネクタ 107360">
                  <a:extLst>
                    <a:ext uri="{FF2B5EF4-FFF2-40B4-BE49-F238E27FC236}">
                      <a16:creationId xmlns:a16="http://schemas.microsoft.com/office/drawing/2014/main" id="{820D03A4-F88B-4EBB-B8CA-CC1676D5182B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2" name="直線コネクタ 107361">
                  <a:extLst>
                    <a:ext uri="{FF2B5EF4-FFF2-40B4-BE49-F238E27FC236}">
                      <a16:creationId xmlns:a16="http://schemas.microsoft.com/office/drawing/2014/main" id="{8B4AD03F-9968-4F6F-BA6A-2A4D18337E29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3" name="直線コネクタ 107362">
                  <a:extLst>
                    <a:ext uri="{FF2B5EF4-FFF2-40B4-BE49-F238E27FC236}">
                      <a16:creationId xmlns:a16="http://schemas.microsoft.com/office/drawing/2014/main" id="{7AAC751B-4A1B-4D66-A188-75EF820EAA5A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4" name="直線コネクタ 107363">
                  <a:extLst>
                    <a:ext uri="{FF2B5EF4-FFF2-40B4-BE49-F238E27FC236}">
                      <a16:creationId xmlns:a16="http://schemas.microsoft.com/office/drawing/2014/main" id="{C533AC53-9177-43F2-AECF-FCA4D85E203E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5" name="直線コネクタ 107364">
                  <a:extLst>
                    <a:ext uri="{FF2B5EF4-FFF2-40B4-BE49-F238E27FC236}">
                      <a16:creationId xmlns:a16="http://schemas.microsoft.com/office/drawing/2014/main" id="{54A4AADD-8835-48DB-B813-FD6581F627A7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6" name="直線コネクタ 107365">
                  <a:extLst>
                    <a:ext uri="{FF2B5EF4-FFF2-40B4-BE49-F238E27FC236}">
                      <a16:creationId xmlns:a16="http://schemas.microsoft.com/office/drawing/2014/main" id="{27BC8AAA-0592-4623-A402-DD57A238D54D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7" name="直線コネクタ 107366">
                  <a:extLst>
                    <a:ext uri="{FF2B5EF4-FFF2-40B4-BE49-F238E27FC236}">
                      <a16:creationId xmlns:a16="http://schemas.microsoft.com/office/drawing/2014/main" id="{4ADB9893-66D9-4F42-BE7D-C91BCA502D01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8" name="直線コネクタ 107367">
                  <a:extLst>
                    <a:ext uri="{FF2B5EF4-FFF2-40B4-BE49-F238E27FC236}">
                      <a16:creationId xmlns:a16="http://schemas.microsoft.com/office/drawing/2014/main" id="{4EB99B93-8163-4944-9DC7-F7A34987192A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69" name="直線コネクタ 107368">
                  <a:extLst>
                    <a:ext uri="{FF2B5EF4-FFF2-40B4-BE49-F238E27FC236}">
                      <a16:creationId xmlns:a16="http://schemas.microsoft.com/office/drawing/2014/main" id="{52331CBD-182F-4A98-85F4-1CBCD2A5E077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0" name="直線コネクタ 107369">
                  <a:extLst>
                    <a:ext uri="{FF2B5EF4-FFF2-40B4-BE49-F238E27FC236}">
                      <a16:creationId xmlns:a16="http://schemas.microsoft.com/office/drawing/2014/main" id="{03C005A2-D003-4C36-9462-0823562F8366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1" name="直線コネクタ 107370">
                  <a:extLst>
                    <a:ext uri="{FF2B5EF4-FFF2-40B4-BE49-F238E27FC236}">
                      <a16:creationId xmlns:a16="http://schemas.microsoft.com/office/drawing/2014/main" id="{E5D551F6-70C7-4871-BA38-D44F9B800655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2" name="直線コネクタ 107371">
                  <a:extLst>
                    <a:ext uri="{FF2B5EF4-FFF2-40B4-BE49-F238E27FC236}">
                      <a16:creationId xmlns:a16="http://schemas.microsoft.com/office/drawing/2014/main" id="{90F8E7CB-2C85-4D44-945A-700551EA1ED3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3" name="直線コネクタ 107372">
                  <a:extLst>
                    <a:ext uri="{FF2B5EF4-FFF2-40B4-BE49-F238E27FC236}">
                      <a16:creationId xmlns:a16="http://schemas.microsoft.com/office/drawing/2014/main" id="{57C436E6-E9D8-4FC1-84D4-61E8233BE6A3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4" name="直線コネクタ 107373">
                  <a:extLst>
                    <a:ext uri="{FF2B5EF4-FFF2-40B4-BE49-F238E27FC236}">
                      <a16:creationId xmlns:a16="http://schemas.microsoft.com/office/drawing/2014/main" id="{728E1F6D-AE9C-4B9C-8E5F-5EA7F66CBFA5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5" name="直線コネクタ 107374">
                  <a:extLst>
                    <a:ext uri="{FF2B5EF4-FFF2-40B4-BE49-F238E27FC236}">
                      <a16:creationId xmlns:a16="http://schemas.microsoft.com/office/drawing/2014/main" id="{5730668F-933C-4FF2-A940-5F26B7A72957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6" name="直線コネクタ 107375">
                  <a:extLst>
                    <a:ext uri="{FF2B5EF4-FFF2-40B4-BE49-F238E27FC236}">
                      <a16:creationId xmlns:a16="http://schemas.microsoft.com/office/drawing/2014/main" id="{6BC9C7BB-3FA2-474F-869B-FF7D3E6A7437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7" name="直線コネクタ 107376">
                  <a:extLst>
                    <a:ext uri="{FF2B5EF4-FFF2-40B4-BE49-F238E27FC236}">
                      <a16:creationId xmlns:a16="http://schemas.microsoft.com/office/drawing/2014/main" id="{4EAFD5B2-DC20-4E7D-82DD-27D1DF2CAEF9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8" name="直線コネクタ 107377">
                  <a:extLst>
                    <a:ext uri="{FF2B5EF4-FFF2-40B4-BE49-F238E27FC236}">
                      <a16:creationId xmlns:a16="http://schemas.microsoft.com/office/drawing/2014/main" id="{A829B08A-D8C9-45FB-B593-D2A2DAAE3773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79" name="直線コネクタ 107378">
                  <a:extLst>
                    <a:ext uri="{FF2B5EF4-FFF2-40B4-BE49-F238E27FC236}">
                      <a16:creationId xmlns:a16="http://schemas.microsoft.com/office/drawing/2014/main" id="{B0ECE7D9-7CF3-4282-B19C-562EAED98DD7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0" name="直線コネクタ 107379">
                  <a:extLst>
                    <a:ext uri="{FF2B5EF4-FFF2-40B4-BE49-F238E27FC236}">
                      <a16:creationId xmlns:a16="http://schemas.microsoft.com/office/drawing/2014/main" id="{3155D23D-9DDA-4F4E-BB08-42E5A9062DEA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1" name="直線コネクタ 107380">
                  <a:extLst>
                    <a:ext uri="{FF2B5EF4-FFF2-40B4-BE49-F238E27FC236}">
                      <a16:creationId xmlns:a16="http://schemas.microsoft.com/office/drawing/2014/main" id="{2AEF0C70-5E2A-4F83-ADDE-C0936DE63A63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2" name="直線コネクタ 107381">
                  <a:extLst>
                    <a:ext uri="{FF2B5EF4-FFF2-40B4-BE49-F238E27FC236}">
                      <a16:creationId xmlns:a16="http://schemas.microsoft.com/office/drawing/2014/main" id="{BB5BFBB1-6849-4BDB-A7D5-BD6C3675DA83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3" name="直線コネクタ 107382">
                  <a:extLst>
                    <a:ext uri="{FF2B5EF4-FFF2-40B4-BE49-F238E27FC236}">
                      <a16:creationId xmlns:a16="http://schemas.microsoft.com/office/drawing/2014/main" id="{DC3BE835-A1DD-4C92-AFA7-FBFCADC657A2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4" name="直線コネクタ 107383">
                  <a:extLst>
                    <a:ext uri="{FF2B5EF4-FFF2-40B4-BE49-F238E27FC236}">
                      <a16:creationId xmlns:a16="http://schemas.microsoft.com/office/drawing/2014/main" id="{B807DF88-7BB2-433B-B62A-6F50B0F354CD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5" name="直線コネクタ 107384">
                  <a:extLst>
                    <a:ext uri="{FF2B5EF4-FFF2-40B4-BE49-F238E27FC236}">
                      <a16:creationId xmlns:a16="http://schemas.microsoft.com/office/drawing/2014/main" id="{D51CA8B7-19F7-4C15-AF47-2E71996D81A9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6" name="直線コネクタ 107385">
                  <a:extLst>
                    <a:ext uri="{FF2B5EF4-FFF2-40B4-BE49-F238E27FC236}">
                      <a16:creationId xmlns:a16="http://schemas.microsoft.com/office/drawing/2014/main" id="{A14F0FE3-FB22-4939-BADB-C017D5FB8653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7" name="直線コネクタ 107386">
                  <a:extLst>
                    <a:ext uri="{FF2B5EF4-FFF2-40B4-BE49-F238E27FC236}">
                      <a16:creationId xmlns:a16="http://schemas.microsoft.com/office/drawing/2014/main" id="{9B96D467-4FCA-4E5E-AC3F-8623DA144F3C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8" name="直線コネクタ 107387">
                  <a:extLst>
                    <a:ext uri="{FF2B5EF4-FFF2-40B4-BE49-F238E27FC236}">
                      <a16:creationId xmlns:a16="http://schemas.microsoft.com/office/drawing/2014/main" id="{6D4CFC18-4ECD-4F93-BF5A-39C731C90F38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89" name="直線コネクタ 107388">
                  <a:extLst>
                    <a:ext uri="{FF2B5EF4-FFF2-40B4-BE49-F238E27FC236}">
                      <a16:creationId xmlns:a16="http://schemas.microsoft.com/office/drawing/2014/main" id="{6F44EC6C-8BB0-470F-A9D5-599172C31636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0" name="直線コネクタ 107389">
                  <a:extLst>
                    <a:ext uri="{FF2B5EF4-FFF2-40B4-BE49-F238E27FC236}">
                      <a16:creationId xmlns:a16="http://schemas.microsoft.com/office/drawing/2014/main" id="{3C007B74-5B3A-4743-9B09-767FFD844C82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1" name="直線コネクタ 107390">
                  <a:extLst>
                    <a:ext uri="{FF2B5EF4-FFF2-40B4-BE49-F238E27FC236}">
                      <a16:creationId xmlns:a16="http://schemas.microsoft.com/office/drawing/2014/main" id="{30B82F4C-28A0-4B88-8D36-408EC09A4A00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2" name="直線コネクタ 107391">
                  <a:extLst>
                    <a:ext uri="{FF2B5EF4-FFF2-40B4-BE49-F238E27FC236}">
                      <a16:creationId xmlns:a16="http://schemas.microsoft.com/office/drawing/2014/main" id="{60FBD120-15A0-49D0-B1D9-FA69CCDC2E15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3" name="直線コネクタ 107392">
                  <a:extLst>
                    <a:ext uri="{FF2B5EF4-FFF2-40B4-BE49-F238E27FC236}">
                      <a16:creationId xmlns:a16="http://schemas.microsoft.com/office/drawing/2014/main" id="{DB7061F0-87BB-42F5-8CA4-624AE8F66E68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4" name="直線コネクタ 107393">
                  <a:extLst>
                    <a:ext uri="{FF2B5EF4-FFF2-40B4-BE49-F238E27FC236}">
                      <a16:creationId xmlns:a16="http://schemas.microsoft.com/office/drawing/2014/main" id="{DFE70169-3CA5-45DB-9F90-D2E24DA41C5B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5" name="直線コネクタ 107394">
                  <a:extLst>
                    <a:ext uri="{FF2B5EF4-FFF2-40B4-BE49-F238E27FC236}">
                      <a16:creationId xmlns:a16="http://schemas.microsoft.com/office/drawing/2014/main" id="{F01DC756-2FB4-464E-841A-BBDD12544E5C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6" name="直線コネクタ 107395">
                  <a:extLst>
                    <a:ext uri="{FF2B5EF4-FFF2-40B4-BE49-F238E27FC236}">
                      <a16:creationId xmlns:a16="http://schemas.microsoft.com/office/drawing/2014/main" id="{4C469938-6C3F-4FF4-84F5-B6A4F7D30C8F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7" name="直線コネクタ 107396">
                  <a:extLst>
                    <a:ext uri="{FF2B5EF4-FFF2-40B4-BE49-F238E27FC236}">
                      <a16:creationId xmlns:a16="http://schemas.microsoft.com/office/drawing/2014/main" id="{25AA107E-3E79-404D-991D-B76C1A799499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8" name="直線コネクタ 107397">
                  <a:extLst>
                    <a:ext uri="{FF2B5EF4-FFF2-40B4-BE49-F238E27FC236}">
                      <a16:creationId xmlns:a16="http://schemas.microsoft.com/office/drawing/2014/main" id="{42F6FB23-D133-4B58-9698-37D993D2D15B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99" name="直線コネクタ 107398">
                  <a:extLst>
                    <a:ext uri="{FF2B5EF4-FFF2-40B4-BE49-F238E27FC236}">
                      <a16:creationId xmlns:a16="http://schemas.microsoft.com/office/drawing/2014/main" id="{ACDD32B5-44CF-4F4E-A475-4BA1EB642612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0" name="直線コネクタ 107399">
                  <a:extLst>
                    <a:ext uri="{FF2B5EF4-FFF2-40B4-BE49-F238E27FC236}">
                      <a16:creationId xmlns:a16="http://schemas.microsoft.com/office/drawing/2014/main" id="{91491A76-51E3-4975-BAA1-97EB19D07C89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1" name="直線コネクタ 107400">
                  <a:extLst>
                    <a:ext uri="{FF2B5EF4-FFF2-40B4-BE49-F238E27FC236}">
                      <a16:creationId xmlns:a16="http://schemas.microsoft.com/office/drawing/2014/main" id="{D9F3EFC7-2E59-4716-9C9D-18B5919AAC03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2" name="直線コネクタ 107401">
                  <a:extLst>
                    <a:ext uri="{FF2B5EF4-FFF2-40B4-BE49-F238E27FC236}">
                      <a16:creationId xmlns:a16="http://schemas.microsoft.com/office/drawing/2014/main" id="{83D9C02B-EF4D-485C-B01E-E8DD2FAADBA5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3" name="直線コネクタ 107402">
                  <a:extLst>
                    <a:ext uri="{FF2B5EF4-FFF2-40B4-BE49-F238E27FC236}">
                      <a16:creationId xmlns:a16="http://schemas.microsoft.com/office/drawing/2014/main" id="{136FE7CA-E638-4A9F-95BB-829032DE8DB2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4" name="直線コネクタ 107403">
                  <a:extLst>
                    <a:ext uri="{FF2B5EF4-FFF2-40B4-BE49-F238E27FC236}">
                      <a16:creationId xmlns:a16="http://schemas.microsoft.com/office/drawing/2014/main" id="{CC57D316-021D-472B-9335-4E3D7F8CEE8C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5" name="直線コネクタ 107404">
                  <a:extLst>
                    <a:ext uri="{FF2B5EF4-FFF2-40B4-BE49-F238E27FC236}">
                      <a16:creationId xmlns:a16="http://schemas.microsoft.com/office/drawing/2014/main" id="{C02FD93C-E4C7-4F90-BB5E-0FD7E0573220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6" name="直線コネクタ 107405">
                  <a:extLst>
                    <a:ext uri="{FF2B5EF4-FFF2-40B4-BE49-F238E27FC236}">
                      <a16:creationId xmlns:a16="http://schemas.microsoft.com/office/drawing/2014/main" id="{91A54A87-40B0-44D7-AB5C-DEBC116C121B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7" name="直線コネクタ 107406">
                  <a:extLst>
                    <a:ext uri="{FF2B5EF4-FFF2-40B4-BE49-F238E27FC236}">
                      <a16:creationId xmlns:a16="http://schemas.microsoft.com/office/drawing/2014/main" id="{B92CFFA0-23D1-494E-85D5-67175D5295D3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8" name="直線コネクタ 107407">
                  <a:extLst>
                    <a:ext uri="{FF2B5EF4-FFF2-40B4-BE49-F238E27FC236}">
                      <a16:creationId xmlns:a16="http://schemas.microsoft.com/office/drawing/2014/main" id="{274D250F-1A6F-4D4B-B79C-1AB72A132203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09" name="直線コネクタ 107408">
                  <a:extLst>
                    <a:ext uri="{FF2B5EF4-FFF2-40B4-BE49-F238E27FC236}">
                      <a16:creationId xmlns:a16="http://schemas.microsoft.com/office/drawing/2014/main" id="{75D25DF5-66FA-4C94-BD5F-1FB8EF742513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0" name="直線コネクタ 107409">
                  <a:extLst>
                    <a:ext uri="{FF2B5EF4-FFF2-40B4-BE49-F238E27FC236}">
                      <a16:creationId xmlns:a16="http://schemas.microsoft.com/office/drawing/2014/main" id="{8ACC8B92-51FA-4632-A11A-4A2AE90977BC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1" name="直線コネクタ 107410">
                  <a:extLst>
                    <a:ext uri="{FF2B5EF4-FFF2-40B4-BE49-F238E27FC236}">
                      <a16:creationId xmlns:a16="http://schemas.microsoft.com/office/drawing/2014/main" id="{2482F286-659B-45E2-9DB9-4E5D97BB5DF0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2" name="直線コネクタ 107411">
                  <a:extLst>
                    <a:ext uri="{FF2B5EF4-FFF2-40B4-BE49-F238E27FC236}">
                      <a16:creationId xmlns:a16="http://schemas.microsoft.com/office/drawing/2014/main" id="{FCB4678F-C66C-4C25-BAC4-7416BE97C9E4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3" name="直線コネクタ 107412">
                  <a:extLst>
                    <a:ext uri="{FF2B5EF4-FFF2-40B4-BE49-F238E27FC236}">
                      <a16:creationId xmlns:a16="http://schemas.microsoft.com/office/drawing/2014/main" id="{320EB9B6-699C-4C72-93ED-3788566A8884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4" name="直線コネクタ 107413">
                  <a:extLst>
                    <a:ext uri="{FF2B5EF4-FFF2-40B4-BE49-F238E27FC236}">
                      <a16:creationId xmlns:a16="http://schemas.microsoft.com/office/drawing/2014/main" id="{E7B375E9-A43E-4F91-8BA6-1648FB693D90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5" name="直線コネクタ 107414">
                  <a:extLst>
                    <a:ext uri="{FF2B5EF4-FFF2-40B4-BE49-F238E27FC236}">
                      <a16:creationId xmlns:a16="http://schemas.microsoft.com/office/drawing/2014/main" id="{58034F46-5B3F-487B-B741-205CD32D707C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6" name="直線コネクタ 107415">
                  <a:extLst>
                    <a:ext uri="{FF2B5EF4-FFF2-40B4-BE49-F238E27FC236}">
                      <a16:creationId xmlns:a16="http://schemas.microsoft.com/office/drawing/2014/main" id="{94D0796B-1D67-4069-92E7-BF19C7F6C7EE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7" name="直線コネクタ 107416">
                  <a:extLst>
                    <a:ext uri="{FF2B5EF4-FFF2-40B4-BE49-F238E27FC236}">
                      <a16:creationId xmlns:a16="http://schemas.microsoft.com/office/drawing/2014/main" id="{547FB54F-17CE-4FE5-9F4B-41C92F2057F1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8" name="直線コネクタ 107417">
                  <a:extLst>
                    <a:ext uri="{FF2B5EF4-FFF2-40B4-BE49-F238E27FC236}">
                      <a16:creationId xmlns:a16="http://schemas.microsoft.com/office/drawing/2014/main" id="{0F65377B-11CC-4A4B-A35B-2815F607A23F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19" name="直線コネクタ 107418">
                  <a:extLst>
                    <a:ext uri="{FF2B5EF4-FFF2-40B4-BE49-F238E27FC236}">
                      <a16:creationId xmlns:a16="http://schemas.microsoft.com/office/drawing/2014/main" id="{3E3270D4-3673-417B-8781-EA0C250EB330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0" name="直線コネクタ 107419">
                  <a:extLst>
                    <a:ext uri="{FF2B5EF4-FFF2-40B4-BE49-F238E27FC236}">
                      <a16:creationId xmlns:a16="http://schemas.microsoft.com/office/drawing/2014/main" id="{4C52FEA4-92E8-4EBE-9B84-82FB3B8D4F87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1" name="直線コネクタ 107420">
                  <a:extLst>
                    <a:ext uri="{FF2B5EF4-FFF2-40B4-BE49-F238E27FC236}">
                      <a16:creationId xmlns:a16="http://schemas.microsoft.com/office/drawing/2014/main" id="{1E70B70E-7032-49FF-8711-A0A64E26A710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2" name="直線コネクタ 107421">
                  <a:extLst>
                    <a:ext uri="{FF2B5EF4-FFF2-40B4-BE49-F238E27FC236}">
                      <a16:creationId xmlns:a16="http://schemas.microsoft.com/office/drawing/2014/main" id="{59FA9884-3794-4CD4-ADCC-A6F17D5DBA17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3" name="直線コネクタ 107422">
                  <a:extLst>
                    <a:ext uri="{FF2B5EF4-FFF2-40B4-BE49-F238E27FC236}">
                      <a16:creationId xmlns:a16="http://schemas.microsoft.com/office/drawing/2014/main" id="{26351622-B670-44A7-A472-D270A28E3ECB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4" name="直線コネクタ 107423">
                  <a:extLst>
                    <a:ext uri="{FF2B5EF4-FFF2-40B4-BE49-F238E27FC236}">
                      <a16:creationId xmlns:a16="http://schemas.microsoft.com/office/drawing/2014/main" id="{5A26AB90-44D9-48D2-A964-81D6526DE866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5" name="直線コネクタ 107424">
                  <a:extLst>
                    <a:ext uri="{FF2B5EF4-FFF2-40B4-BE49-F238E27FC236}">
                      <a16:creationId xmlns:a16="http://schemas.microsoft.com/office/drawing/2014/main" id="{235116E6-103F-477A-803C-097646A81454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6" name="直線コネクタ 107425">
                  <a:extLst>
                    <a:ext uri="{FF2B5EF4-FFF2-40B4-BE49-F238E27FC236}">
                      <a16:creationId xmlns:a16="http://schemas.microsoft.com/office/drawing/2014/main" id="{6758176F-1C05-4AC7-B061-5B4593A4435C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7" name="直線コネクタ 107426">
                  <a:extLst>
                    <a:ext uri="{FF2B5EF4-FFF2-40B4-BE49-F238E27FC236}">
                      <a16:creationId xmlns:a16="http://schemas.microsoft.com/office/drawing/2014/main" id="{56D5FCAA-0EB5-42AB-B763-3F1E55AD04F4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8" name="直線コネクタ 107427">
                  <a:extLst>
                    <a:ext uri="{FF2B5EF4-FFF2-40B4-BE49-F238E27FC236}">
                      <a16:creationId xmlns:a16="http://schemas.microsoft.com/office/drawing/2014/main" id="{2F5B41F9-C7B3-44AA-B444-36728CFDC874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29" name="直線コネクタ 107428">
                  <a:extLst>
                    <a:ext uri="{FF2B5EF4-FFF2-40B4-BE49-F238E27FC236}">
                      <a16:creationId xmlns:a16="http://schemas.microsoft.com/office/drawing/2014/main" id="{B705A09C-43DE-4664-9531-8DEF710AE67E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0" name="直線コネクタ 107429">
                  <a:extLst>
                    <a:ext uri="{FF2B5EF4-FFF2-40B4-BE49-F238E27FC236}">
                      <a16:creationId xmlns:a16="http://schemas.microsoft.com/office/drawing/2014/main" id="{F6ACC61D-E55E-4F77-A5F5-FB0C465404C6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1" name="直線コネクタ 107430">
                  <a:extLst>
                    <a:ext uri="{FF2B5EF4-FFF2-40B4-BE49-F238E27FC236}">
                      <a16:creationId xmlns:a16="http://schemas.microsoft.com/office/drawing/2014/main" id="{D3AC4AC7-3F54-4986-8685-847827F92B79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2" name="直線コネクタ 107431">
                  <a:extLst>
                    <a:ext uri="{FF2B5EF4-FFF2-40B4-BE49-F238E27FC236}">
                      <a16:creationId xmlns:a16="http://schemas.microsoft.com/office/drawing/2014/main" id="{9D78D15F-6B54-4395-9309-26E2F7F74BC8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3" name="直線コネクタ 107432">
                  <a:extLst>
                    <a:ext uri="{FF2B5EF4-FFF2-40B4-BE49-F238E27FC236}">
                      <a16:creationId xmlns:a16="http://schemas.microsoft.com/office/drawing/2014/main" id="{D22BE5F9-5D26-4A74-AF20-0CF44C6AAAF1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4" name="直線コネクタ 107433">
                  <a:extLst>
                    <a:ext uri="{FF2B5EF4-FFF2-40B4-BE49-F238E27FC236}">
                      <a16:creationId xmlns:a16="http://schemas.microsoft.com/office/drawing/2014/main" id="{5A3DF907-6812-4804-BF1C-DD4714C2D518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5" name="直線コネクタ 107434">
                  <a:extLst>
                    <a:ext uri="{FF2B5EF4-FFF2-40B4-BE49-F238E27FC236}">
                      <a16:creationId xmlns:a16="http://schemas.microsoft.com/office/drawing/2014/main" id="{6F358221-8743-4DEC-90AE-00FB00AFD341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6" name="直線コネクタ 107435">
                  <a:extLst>
                    <a:ext uri="{FF2B5EF4-FFF2-40B4-BE49-F238E27FC236}">
                      <a16:creationId xmlns:a16="http://schemas.microsoft.com/office/drawing/2014/main" id="{93DEDB3E-1488-47FD-B204-A40F80E448ED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7" name="直線コネクタ 107436">
                  <a:extLst>
                    <a:ext uri="{FF2B5EF4-FFF2-40B4-BE49-F238E27FC236}">
                      <a16:creationId xmlns:a16="http://schemas.microsoft.com/office/drawing/2014/main" id="{52A0778B-4866-48E9-B386-296FFDD93BD8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8" name="直線コネクタ 107437">
                  <a:extLst>
                    <a:ext uri="{FF2B5EF4-FFF2-40B4-BE49-F238E27FC236}">
                      <a16:creationId xmlns:a16="http://schemas.microsoft.com/office/drawing/2014/main" id="{0AADF193-9F03-4E20-83BA-C5A4D79EC539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39" name="直線コネクタ 107438">
                  <a:extLst>
                    <a:ext uri="{FF2B5EF4-FFF2-40B4-BE49-F238E27FC236}">
                      <a16:creationId xmlns:a16="http://schemas.microsoft.com/office/drawing/2014/main" id="{EAFBC76C-3A1B-48F3-A507-CD96F2A85BE7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0" name="直線コネクタ 107439">
                  <a:extLst>
                    <a:ext uri="{FF2B5EF4-FFF2-40B4-BE49-F238E27FC236}">
                      <a16:creationId xmlns:a16="http://schemas.microsoft.com/office/drawing/2014/main" id="{6A159E10-20ED-4DC8-BFC2-FCAED295ACF1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1" name="直線コネクタ 107440">
                  <a:extLst>
                    <a:ext uri="{FF2B5EF4-FFF2-40B4-BE49-F238E27FC236}">
                      <a16:creationId xmlns:a16="http://schemas.microsoft.com/office/drawing/2014/main" id="{1CBA18CD-9252-49C4-926C-B7CAF355C79A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2" name="直線コネクタ 107441">
                  <a:extLst>
                    <a:ext uri="{FF2B5EF4-FFF2-40B4-BE49-F238E27FC236}">
                      <a16:creationId xmlns:a16="http://schemas.microsoft.com/office/drawing/2014/main" id="{787C9BD2-C0D0-41D8-819C-EE95FB437B81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3" name="直線コネクタ 107442">
                  <a:extLst>
                    <a:ext uri="{FF2B5EF4-FFF2-40B4-BE49-F238E27FC236}">
                      <a16:creationId xmlns:a16="http://schemas.microsoft.com/office/drawing/2014/main" id="{1D75E067-D327-4B7B-B0D6-B4CF6DC99828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4" name="直線コネクタ 107443">
                  <a:extLst>
                    <a:ext uri="{FF2B5EF4-FFF2-40B4-BE49-F238E27FC236}">
                      <a16:creationId xmlns:a16="http://schemas.microsoft.com/office/drawing/2014/main" id="{CE704570-D552-444A-A2C3-6937E3ACC3D0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5" name="直線コネクタ 107444">
                  <a:extLst>
                    <a:ext uri="{FF2B5EF4-FFF2-40B4-BE49-F238E27FC236}">
                      <a16:creationId xmlns:a16="http://schemas.microsoft.com/office/drawing/2014/main" id="{B384BE46-6C7F-4FFE-AFB1-0D15C6F50A14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6" name="直線コネクタ 107445">
                  <a:extLst>
                    <a:ext uri="{FF2B5EF4-FFF2-40B4-BE49-F238E27FC236}">
                      <a16:creationId xmlns:a16="http://schemas.microsoft.com/office/drawing/2014/main" id="{2E867B14-BEBD-46EC-BC8A-26FDEEC5B35D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7" name="直線コネクタ 107446">
                  <a:extLst>
                    <a:ext uri="{FF2B5EF4-FFF2-40B4-BE49-F238E27FC236}">
                      <a16:creationId xmlns:a16="http://schemas.microsoft.com/office/drawing/2014/main" id="{4E120E5B-1E66-4AA3-B4A7-3F2BBB7E0D2F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8" name="直線コネクタ 107447">
                  <a:extLst>
                    <a:ext uri="{FF2B5EF4-FFF2-40B4-BE49-F238E27FC236}">
                      <a16:creationId xmlns:a16="http://schemas.microsoft.com/office/drawing/2014/main" id="{A06DF5EA-AEDC-4A99-BD97-8620D2FE7153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49" name="直線コネクタ 107448">
                  <a:extLst>
                    <a:ext uri="{FF2B5EF4-FFF2-40B4-BE49-F238E27FC236}">
                      <a16:creationId xmlns:a16="http://schemas.microsoft.com/office/drawing/2014/main" id="{8E7EA8B2-F50F-48CE-A8C6-6B2ECE0136D6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0" name="直線コネクタ 107449">
                  <a:extLst>
                    <a:ext uri="{FF2B5EF4-FFF2-40B4-BE49-F238E27FC236}">
                      <a16:creationId xmlns:a16="http://schemas.microsoft.com/office/drawing/2014/main" id="{8B326B2D-D108-4125-84EF-7E03C6E8356C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1" name="直線コネクタ 107450">
                  <a:extLst>
                    <a:ext uri="{FF2B5EF4-FFF2-40B4-BE49-F238E27FC236}">
                      <a16:creationId xmlns:a16="http://schemas.microsoft.com/office/drawing/2014/main" id="{8782D70E-AD9E-402F-BA14-31B35B60AC06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2" name="直線コネクタ 107451">
                  <a:extLst>
                    <a:ext uri="{FF2B5EF4-FFF2-40B4-BE49-F238E27FC236}">
                      <a16:creationId xmlns:a16="http://schemas.microsoft.com/office/drawing/2014/main" id="{10EA6944-B47E-4085-ABBE-06EA570D08E7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3" name="直線コネクタ 107452">
                  <a:extLst>
                    <a:ext uri="{FF2B5EF4-FFF2-40B4-BE49-F238E27FC236}">
                      <a16:creationId xmlns:a16="http://schemas.microsoft.com/office/drawing/2014/main" id="{E4CB9EC4-FDF8-4254-BA11-1163D9929145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4" name="直線コネクタ 107453">
                  <a:extLst>
                    <a:ext uri="{FF2B5EF4-FFF2-40B4-BE49-F238E27FC236}">
                      <a16:creationId xmlns:a16="http://schemas.microsoft.com/office/drawing/2014/main" id="{FFA3C3EA-37E8-4CF3-AD65-305475A49017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5" name="直線コネクタ 107454">
                  <a:extLst>
                    <a:ext uri="{FF2B5EF4-FFF2-40B4-BE49-F238E27FC236}">
                      <a16:creationId xmlns:a16="http://schemas.microsoft.com/office/drawing/2014/main" id="{3A0DFC2D-700F-4CEE-8BAD-A5C033B154BA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6" name="直線コネクタ 107455">
                  <a:extLst>
                    <a:ext uri="{FF2B5EF4-FFF2-40B4-BE49-F238E27FC236}">
                      <a16:creationId xmlns:a16="http://schemas.microsoft.com/office/drawing/2014/main" id="{29E60ED7-F645-40EE-8601-01AC972DDA00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7" name="直線コネクタ 107456">
                  <a:extLst>
                    <a:ext uri="{FF2B5EF4-FFF2-40B4-BE49-F238E27FC236}">
                      <a16:creationId xmlns:a16="http://schemas.microsoft.com/office/drawing/2014/main" id="{7EBAF1D5-1B9D-4DE7-8974-D1C0271D6345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8" name="直線コネクタ 107457">
                  <a:extLst>
                    <a:ext uri="{FF2B5EF4-FFF2-40B4-BE49-F238E27FC236}">
                      <a16:creationId xmlns:a16="http://schemas.microsoft.com/office/drawing/2014/main" id="{AC52D54D-30E7-4315-BD93-949305C1BC6D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59" name="直線コネクタ 107458">
                  <a:extLst>
                    <a:ext uri="{FF2B5EF4-FFF2-40B4-BE49-F238E27FC236}">
                      <a16:creationId xmlns:a16="http://schemas.microsoft.com/office/drawing/2014/main" id="{5933BF51-7535-4E65-A3D0-6503E7E455CB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0" name="直線コネクタ 107459">
                  <a:extLst>
                    <a:ext uri="{FF2B5EF4-FFF2-40B4-BE49-F238E27FC236}">
                      <a16:creationId xmlns:a16="http://schemas.microsoft.com/office/drawing/2014/main" id="{7EED9FAC-82C5-4E3E-ABA0-D8541061CADF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1" name="直線コネクタ 107460">
                  <a:extLst>
                    <a:ext uri="{FF2B5EF4-FFF2-40B4-BE49-F238E27FC236}">
                      <a16:creationId xmlns:a16="http://schemas.microsoft.com/office/drawing/2014/main" id="{2BFD963C-FB39-42B4-A501-14F452D7CE1F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2" name="直線コネクタ 107461">
                  <a:extLst>
                    <a:ext uri="{FF2B5EF4-FFF2-40B4-BE49-F238E27FC236}">
                      <a16:creationId xmlns:a16="http://schemas.microsoft.com/office/drawing/2014/main" id="{8F0073D4-3502-4E87-B96B-915369E75FB7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3" name="直線コネクタ 107462">
                  <a:extLst>
                    <a:ext uri="{FF2B5EF4-FFF2-40B4-BE49-F238E27FC236}">
                      <a16:creationId xmlns:a16="http://schemas.microsoft.com/office/drawing/2014/main" id="{9828A669-D032-4F48-A3D3-F7CA03BF8894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4" name="直線コネクタ 107463">
                  <a:extLst>
                    <a:ext uri="{FF2B5EF4-FFF2-40B4-BE49-F238E27FC236}">
                      <a16:creationId xmlns:a16="http://schemas.microsoft.com/office/drawing/2014/main" id="{83D4927E-9D8C-4830-9445-929B55E04BA2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5" name="直線コネクタ 107464">
                  <a:extLst>
                    <a:ext uri="{FF2B5EF4-FFF2-40B4-BE49-F238E27FC236}">
                      <a16:creationId xmlns:a16="http://schemas.microsoft.com/office/drawing/2014/main" id="{496A72F6-FEDE-4BED-9373-25C59802A1B9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6" name="直線コネクタ 107465">
                  <a:extLst>
                    <a:ext uri="{FF2B5EF4-FFF2-40B4-BE49-F238E27FC236}">
                      <a16:creationId xmlns:a16="http://schemas.microsoft.com/office/drawing/2014/main" id="{26D80947-A15C-45A3-A654-3ACD49C1D51F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7" name="直線コネクタ 107466">
                  <a:extLst>
                    <a:ext uri="{FF2B5EF4-FFF2-40B4-BE49-F238E27FC236}">
                      <a16:creationId xmlns:a16="http://schemas.microsoft.com/office/drawing/2014/main" id="{37C71235-1F32-4CC8-93FF-E454F279BF34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8" name="直線コネクタ 107467">
                  <a:extLst>
                    <a:ext uri="{FF2B5EF4-FFF2-40B4-BE49-F238E27FC236}">
                      <a16:creationId xmlns:a16="http://schemas.microsoft.com/office/drawing/2014/main" id="{074F8898-D32A-440E-A2FB-9A499B6D895A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69" name="直線コネクタ 107468">
                  <a:extLst>
                    <a:ext uri="{FF2B5EF4-FFF2-40B4-BE49-F238E27FC236}">
                      <a16:creationId xmlns:a16="http://schemas.microsoft.com/office/drawing/2014/main" id="{0207CC0A-0549-430E-845B-648365CBC778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0" name="直線コネクタ 107469">
                  <a:extLst>
                    <a:ext uri="{FF2B5EF4-FFF2-40B4-BE49-F238E27FC236}">
                      <a16:creationId xmlns:a16="http://schemas.microsoft.com/office/drawing/2014/main" id="{BADC4DBF-5379-4607-B8F6-71E1CA26E2F5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1" name="直線コネクタ 107470">
                  <a:extLst>
                    <a:ext uri="{FF2B5EF4-FFF2-40B4-BE49-F238E27FC236}">
                      <a16:creationId xmlns:a16="http://schemas.microsoft.com/office/drawing/2014/main" id="{CC6C24E4-3B10-45A6-90F1-BF561F550AF0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2" name="直線コネクタ 107471">
                  <a:extLst>
                    <a:ext uri="{FF2B5EF4-FFF2-40B4-BE49-F238E27FC236}">
                      <a16:creationId xmlns:a16="http://schemas.microsoft.com/office/drawing/2014/main" id="{C8E9524C-6F37-47DD-9343-A32818A49AD3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3" name="直線コネクタ 107472">
                  <a:extLst>
                    <a:ext uri="{FF2B5EF4-FFF2-40B4-BE49-F238E27FC236}">
                      <a16:creationId xmlns:a16="http://schemas.microsoft.com/office/drawing/2014/main" id="{ACBE7157-6160-492F-AD5B-3970B929A3C3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4" name="直線コネクタ 107473">
                  <a:extLst>
                    <a:ext uri="{FF2B5EF4-FFF2-40B4-BE49-F238E27FC236}">
                      <a16:creationId xmlns:a16="http://schemas.microsoft.com/office/drawing/2014/main" id="{B549DBB0-AF5F-4FB2-B290-9606A90157F4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5" name="直線コネクタ 107474">
                  <a:extLst>
                    <a:ext uri="{FF2B5EF4-FFF2-40B4-BE49-F238E27FC236}">
                      <a16:creationId xmlns:a16="http://schemas.microsoft.com/office/drawing/2014/main" id="{B7841D1C-97E9-4A68-AA8B-351E836E6BF1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6" name="直線コネクタ 107475">
                  <a:extLst>
                    <a:ext uri="{FF2B5EF4-FFF2-40B4-BE49-F238E27FC236}">
                      <a16:creationId xmlns:a16="http://schemas.microsoft.com/office/drawing/2014/main" id="{45F9BEA6-25C4-4E20-85FC-40BBF06B245D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7" name="直線コネクタ 107476">
                  <a:extLst>
                    <a:ext uri="{FF2B5EF4-FFF2-40B4-BE49-F238E27FC236}">
                      <a16:creationId xmlns:a16="http://schemas.microsoft.com/office/drawing/2014/main" id="{15F0146C-EB11-4C99-8778-7ADE10B6B1E9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8" name="直線コネクタ 107477">
                  <a:extLst>
                    <a:ext uri="{FF2B5EF4-FFF2-40B4-BE49-F238E27FC236}">
                      <a16:creationId xmlns:a16="http://schemas.microsoft.com/office/drawing/2014/main" id="{6D34B46A-72A3-4D26-B784-53FB1A323EDD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79" name="直線コネクタ 107478">
                  <a:extLst>
                    <a:ext uri="{FF2B5EF4-FFF2-40B4-BE49-F238E27FC236}">
                      <a16:creationId xmlns:a16="http://schemas.microsoft.com/office/drawing/2014/main" id="{930BCF4F-EEB1-4FE4-BD3F-BBF8317B335D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0" name="直線コネクタ 107479">
                  <a:extLst>
                    <a:ext uri="{FF2B5EF4-FFF2-40B4-BE49-F238E27FC236}">
                      <a16:creationId xmlns:a16="http://schemas.microsoft.com/office/drawing/2014/main" id="{26547997-2AC0-4CEE-ADAA-0D8FF7429214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1" name="直線コネクタ 107480">
                  <a:extLst>
                    <a:ext uri="{FF2B5EF4-FFF2-40B4-BE49-F238E27FC236}">
                      <a16:creationId xmlns:a16="http://schemas.microsoft.com/office/drawing/2014/main" id="{4FA3EB52-B643-4445-9676-665944BE2CC4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2" name="直線コネクタ 107481">
                  <a:extLst>
                    <a:ext uri="{FF2B5EF4-FFF2-40B4-BE49-F238E27FC236}">
                      <a16:creationId xmlns:a16="http://schemas.microsoft.com/office/drawing/2014/main" id="{B57D2A21-0B6B-4D6C-8483-6520DE8D8AAF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3" name="直線コネクタ 107482">
                  <a:extLst>
                    <a:ext uri="{FF2B5EF4-FFF2-40B4-BE49-F238E27FC236}">
                      <a16:creationId xmlns:a16="http://schemas.microsoft.com/office/drawing/2014/main" id="{C00A0635-7645-40AD-869F-5C8643C6C523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4" name="直線コネクタ 107483">
                  <a:extLst>
                    <a:ext uri="{FF2B5EF4-FFF2-40B4-BE49-F238E27FC236}">
                      <a16:creationId xmlns:a16="http://schemas.microsoft.com/office/drawing/2014/main" id="{1F7ADEAE-6166-4340-A139-BED3BB43D92F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5" name="直線コネクタ 107484">
                  <a:extLst>
                    <a:ext uri="{FF2B5EF4-FFF2-40B4-BE49-F238E27FC236}">
                      <a16:creationId xmlns:a16="http://schemas.microsoft.com/office/drawing/2014/main" id="{89DA63EF-5202-4698-8B6A-87B296DB254A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6" name="直線コネクタ 107485">
                  <a:extLst>
                    <a:ext uri="{FF2B5EF4-FFF2-40B4-BE49-F238E27FC236}">
                      <a16:creationId xmlns:a16="http://schemas.microsoft.com/office/drawing/2014/main" id="{F069F6CC-3A4D-47FA-91DB-694D5EF8372F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7" name="直線コネクタ 107486">
                  <a:extLst>
                    <a:ext uri="{FF2B5EF4-FFF2-40B4-BE49-F238E27FC236}">
                      <a16:creationId xmlns:a16="http://schemas.microsoft.com/office/drawing/2014/main" id="{1263CE8C-626C-42CE-8042-439D436FCD51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8" name="直線コネクタ 107487">
                  <a:extLst>
                    <a:ext uri="{FF2B5EF4-FFF2-40B4-BE49-F238E27FC236}">
                      <a16:creationId xmlns:a16="http://schemas.microsoft.com/office/drawing/2014/main" id="{74B0B350-CD29-48F4-A704-BC86A132885F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89" name="直線コネクタ 107488">
                  <a:extLst>
                    <a:ext uri="{FF2B5EF4-FFF2-40B4-BE49-F238E27FC236}">
                      <a16:creationId xmlns:a16="http://schemas.microsoft.com/office/drawing/2014/main" id="{BE62FD00-1F06-4560-A472-304615E3411D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0" name="直線コネクタ 107489">
                  <a:extLst>
                    <a:ext uri="{FF2B5EF4-FFF2-40B4-BE49-F238E27FC236}">
                      <a16:creationId xmlns:a16="http://schemas.microsoft.com/office/drawing/2014/main" id="{B9337C6B-A718-400E-A318-3C6A94DED991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1" name="直線コネクタ 107490">
                  <a:extLst>
                    <a:ext uri="{FF2B5EF4-FFF2-40B4-BE49-F238E27FC236}">
                      <a16:creationId xmlns:a16="http://schemas.microsoft.com/office/drawing/2014/main" id="{22FF0014-9AF1-4BDE-92CC-B05DBCF1207C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2" name="直線コネクタ 107491">
                  <a:extLst>
                    <a:ext uri="{FF2B5EF4-FFF2-40B4-BE49-F238E27FC236}">
                      <a16:creationId xmlns:a16="http://schemas.microsoft.com/office/drawing/2014/main" id="{0703EB75-A6E7-4B9E-9AA1-E39ABB3BB776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3" name="直線コネクタ 107492">
                  <a:extLst>
                    <a:ext uri="{FF2B5EF4-FFF2-40B4-BE49-F238E27FC236}">
                      <a16:creationId xmlns:a16="http://schemas.microsoft.com/office/drawing/2014/main" id="{69EF217E-3ECF-4DF6-A2EE-012F44B3C227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4" name="直線コネクタ 107493">
                  <a:extLst>
                    <a:ext uri="{FF2B5EF4-FFF2-40B4-BE49-F238E27FC236}">
                      <a16:creationId xmlns:a16="http://schemas.microsoft.com/office/drawing/2014/main" id="{13327C9C-F880-4073-A782-D1422E8E0D87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5" name="直線コネクタ 107494">
                  <a:extLst>
                    <a:ext uri="{FF2B5EF4-FFF2-40B4-BE49-F238E27FC236}">
                      <a16:creationId xmlns:a16="http://schemas.microsoft.com/office/drawing/2014/main" id="{C88A5CD8-E14B-4963-ADD4-1A29B1549B4B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6" name="直線コネクタ 107495">
                  <a:extLst>
                    <a:ext uri="{FF2B5EF4-FFF2-40B4-BE49-F238E27FC236}">
                      <a16:creationId xmlns:a16="http://schemas.microsoft.com/office/drawing/2014/main" id="{1BF848F8-5DFC-4E75-9437-B80DF48594DB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7" name="直線コネクタ 107496">
                  <a:extLst>
                    <a:ext uri="{FF2B5EF4-FFF2-40B4-BE49-F238E27FC236}">
                      <a16:creationId xmlns:a16="http://schemas.microsoft.com/office/drawing/2014/main" id="{9462A59C-C855-4818-9093-C77E28B471C7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8" name="直線コネクタ 107497">
                  <a:extLst>
                    <a:ext uri="{FF2B5EF4-FFF2-40B4-BE49-F238E27FC236}">
                      <a16:creationId xmlns:a16="http://schemas.microsoft.com/office/drawing/2014/main" id="{C8F95EDD-6C29-46B0-8D40-BDD9B6FA159A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499" name="直線コネクタ 107498">
                  <a:extLst>
                    <a:ext uri="{FF2B5EF4-FFF2-40B4-BE49-F238E27FC236}">
                      <a16:creationId xmlns:a16="http://schemas.microsoft.com/office/drawing/2014/main" id="{0004681A-D298-4488-BA59-2129D4C3EC08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0" name="直線コネクタ 107499">
                  <a:extLst>
                    <a:ext uri="{FF2B5EF4-FFF2-40B4-BE49-F238E27FC236}">
                      <a16:creationId xmlns:a16="http://schemas.microsoft.com/office/drawing/2014/main" id="{7F8B8101-7553-4D2E-9467-1032F4E53FC1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1" name="直線コネクタ 107500">
                  <a:extLst>
                    <a:ext uri="{FF2B5EF4-FFF2-40B4-BE49-F238E27FC236}">
                      <a16:creationId xmlns:a16="http://schemas.microsoft.com/office/drawing/2014/main" id="{D34AD567-A3BD-439D-9966-928AFE7B67B0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2" name="直線コネクタ 107501">
                  <a:extLst>
                    <a:ext uri="{FF2B5EF4-FFF2-40B4-BE49-F238E27FC236}">
                      <a16:creationId xmlns:a16="http://schemas.microsoft.com/office/drawing/2014/main" id="{4FE0E69A-C8CA-476B-AE1B-2EC309C3FED0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3" name="直線コネクタ 107502">
                  <a:extLst>
                    <a:ext uri="{FF2B5EF4-FFF2-40B4-BE49-F238E27FC236}">
                      <a16:creationId xmlns:a16="http://schemas.microsoft.com/office/drawing/2014/main" id="{772C6BE1-8B3C-4306-8AE7-A17813A43269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4" name="直線コネクタ 107503">
                  <a:extLst>
                    <a:ext uri="{FF2B5EF4-FFF2-40B4-BE49-F238E27FC236}">
                      <a16:creationId xmlns:a16="http://schemas.microsoft.com/office/drawing/2014/main" id="{4FFFDD74-CA76-47CA-8DD3-5508AFE8FE54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5" name="直線コネクタ 107504">
                  <a:extLst>
                    <a:ext uri="{FF2B5EF4-FFF2-40B4-BE49-F238E27FC236}">
                      <a16:creationId xmlns:a16="http://schemas.microsoft.com/office/drawing/2014/main" id="{D9A112DC-A81A-452F-BCFC-17ADCED45EB4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6" name="直線コネクタ 107505">
                  <a:extLst>
                    <a:ext uri="{FF2B5EF4-FFF2-40B4-BE49-F238E27FC236}">
                      <a16:creationId xmlns:a16="http://schemas.microsoft.com/office/drawing/2014/main" id="{DE9BD003-BF4C-4911-A3B8-8A25B898B95B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7" name="直線コネクタ 107506">
                  <a:extLst>
                    <a:ext uri="{FF2B5EF4-FFF2-40B4-BE49-F238E27FC236}">
                      <a16:creationId xmlns:a16="http://schemas.microsoft.com/office/drawing/2014/main" id="{3C8EADE7-5CEF-4675-AFD8-785D721902D4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8" name="直線コネクタ 107507">
                  <a:extLst>
                    <a:ext uri="{FF2B5EF4-FFF2-40B4-BE49-F238E27FC236}">
                      <a16:creationId xmlns:a16="http://schemas.microsoft.com/office/drawing/2014/main" id="{D20EB63A-2D68-491C-802F-527C14B3DBD6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09" name="直線コネクタ 107508">
                  <a:extLst>
                    <a:ext uri="{FF2B5EF4-FFF2-40B4-BE49-F238E27FC236}">
                      <a16:creationId xmlns:a16="http://schemas.microsoft.com/office/drawing/2014/main" id="{E0F4596C-37BB-4296-9359-244F2B6E7217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0" name="直線コネクタ 107509">
                  <a:extLst>
                    <a:ext uri="{FF2B5EF4-FFF2-40B4-BE49-F238E27FC236}">
                      <a16:creationId xmlns:a16="http://schemas.microsoft.com/office/drawing/2014/main" id="{6AFD22B9-17D6-4A66-BA12-91F04C379535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1" name="直線コネクタ 107510">
                  <a:extLst>
                    <a:ext uri="{FF2B5EF4-FFF2-40B4-BE49-F238E27FC236}">
                      <a16:creationId xmlns:a16="http://schemas.microsoft.com/office/drawing/2014/main" id="{FC63ABA9-E36C-4E69-AD02-4BF62E50ABD4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2" name="直線コネクタ 107511">
                  <a:extLst>
                    <a:ext uri="{FF2B5EF4-FFF2-40B4-BE49-F238E27FC236}">
                      <a16:creationId xmlns:a16="http://schemas.microsoft.com/office/drawing/2014/main" id="{5E987748-5B3A-4D05-B892-F18EABBDC287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3" name="直線コネクタ 107512">
                  <a:extLst>
                    <a:ext uri="{FF2B5EF4-FFF2-40B4-BE49-F238E27FC236}">
                      <a16:creationId xmlns:a16="http://schemas.microsoft.com/office/drawing/2014/main" id="{223B738E-075B-4824-A8BD-7340A818CD72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4" name="直線コネクタ 107513">
                  <a:extLst>
                    <a:ext uri="{FF2B5EF4-FFF2-40B4-BE49-F238E27FC236}">
                      <a16:creationId xmlns:a16="http://schemas.microsoft.com/office/drawing/2014/main" id="{8206F8D2-34F6-466A-8107-35C9519CF443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5" name="直線コネクタ 107514">
                  <a:extLst>
                    <a:ext uri="{FF2B5EF4-FFF2-40B4-BE49-F238E27FC236}">
                      <a16:creationId xmlns:a16="http://schemas.microsoft.com/office/drawing/2014/main" id="{AE63240A-BA43-43C5-8BEF-322BC25CDDBF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6" name="直線コネクタ 107515">
                  <a:extLst>
                    <a:ext uri="{FF2B5EF4-FFF2-40B4-BE49-F238E27FC236}">
                      <a16:creationId xmlns:a16="http://schemas.microsoft.com/office/drawing/2014/main" id="{8B11AA24-6223-43E7-A6A0-69421D67EA24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7" name="直線コネクタ 107516">
                  <a:extLst>
                    <a:ext uri="{FF2B5EF4-FFF2-40B4-BE49-F238E27FC236}">
                      <a16:creationId xmlns:a16="http://schemas.microsoft.com/office/drawing/2014/main" id="{EA790AE7-9602-4B6C-8F63-CB3EA7C9D667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8" name="直線コネクタ 107517">
                  <a:extLst>
                    <a:ext uri="{FF2B5EF4-FFF2-40B4-BE49-F238E27FC236}">
                      <a16:creationId xmlns:a16="http://schemas.microsoft.com/office/drawing/2014/main" id="{2C69501F-1969-4397-8F2D-C6CFA61A249A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19" name="直線コネクタ 107518">
                  <a:extLst>
                    <a:ext uri="{FF2B5EF4-FFF2-40B4-BE49-F238E27FC236}">
                      <a16:creationId xmlns:a16="http://schemas.microsoft.com/office/drawing/2014/main" id="{A785B172-4519-4F88-9E51-3C93A4D805EB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0" name="直線コネクタ 107519">
                  <a:extLst>
                    <a:ext uri="{FF2B5EF4-FFF2-40B4-BE49-F238E27FC236}">
                      <a16:creationId xmlns:a16="http://schemas.microsoft.com/office/drawing/2014/main" id="{1BDC9AF0-8FEC-4A5D-B86F-409AB0C32A77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1" name="直線コネクタ 107520">
                  <a:extLst>
                    <a:ext uri="{FF2B5EF4-FFF2-40B4-BE49-F238E27FC236}">
                      <a16:creationId xmlns:a16="http://schemas.microsoft.com/office/drawing/2014/main" id="{B09ED78E-CA5B-4865-AA77-A4252B7BB46E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2" name="直線コネクタ 107521">
                  <a:extLst>
                    <a:ext uri="{FF2B5EF4-FFF2-40B4-BE49-F238E27FC236}">
                      <a16:creationId xmlns:a16="http://schemas.microsoft.com/office/drawing/2014/main" id="{039C9826-A758-46AC-8624-2C8B855EAC23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3" name="直線コネクタ 107522">
                  <a:extLst>
                    <a:ext uri="{FF2B5EF4-FFF2-40B4-BE49-F238E27FC236}">
                      <a16:creationId xmlns:a16="http://schemas.microsoft.com/office/drawing/2014/main" id="{5BCE6ACD-2DBD-4BC3-A1E1-BC0E72F58FC8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4" name="直線コネクタ 107523">
                  <a:extLst>
                    <a:ext uri="{FF2B5EF4-FFF2-40B4-BE49-F238E27FC236}">
                      <a16:creationId xmlns:a16="http://schemas.microsoft.com/office/drawing/2014/main" id="{75B82920-A43B-4598-A568-A068A0618E94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5" name="直線コネクタ 107524">
                  <a:extLst>
                    <a:ext uri="{FF2B5EF4-FFF2-40B4-BE49-F238E27FC236}">
                      <a16:creationId xmlns:a16="http://schemas.microsoft.com/office/drawing/2014/main" id="{75E034F6-9F0E-4304-B7A1-76D5D8D55E90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6" name="直線コネクタ 107525">
                  <a:extLst>
                    <a:ext uri="{FF2B5EF4-FFF2-40B4-BE49-F238E27FC236}">
                      <a16:creationId xmlns:a16="http://schemas.microsoft.com/office/drawing/2014/main" id="{5C8F4818-2FDC-411A-9CA9-328F4FAD6856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7" name="直線コネクタ 107526">
                  <a:extLst>
                    <a:ext uri="{FF2B5EF4-FFF2-40B4-BE49-F238E27FC236}">
                      <a16:creationId xmlns:a16="http://schemas.microsoft.com/office/drawing/2014/main" id="{C0593293-BE1D-42E1-A3AC-FE44EAC23B07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8" name="直線コネクタ 107527">
                  <a:extLst>
                    <a:ext uri="{FF2B5EF4-FFF2-40B4-BE49-F238E27FC236}">
                      <a16:creationId xmlns:a16="http://schemas.microsoft.com/office/drawing/2014/main" id="{F0ACC24A-28EC-4533-9762-64C536D64145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29" name="直線コネクタ 107528">
                  <a:extLst>
                    <a:ext uri="{FF2B5EF4-FFF2-40B4-BE49-F238E27FC236}">
                      <a16:creationId xmlns:a16="http://schemas.microsoft.com/office/drawing/2014/main" id="{643D772E-8DB6-4CD3-972F-1DBBF44653E0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0" name="直線コネクタ 107529">
                  <a:extLst>
                    <a:ext uri="{FF2B5EF4-FFF2-40B4-BE49-F238E27FC236}">
                      <a16:creationId xmlns:a16="http://schemas.microsoft.com/office/drawing/2014/main" id="{85E8884D-8AF0-4621-B8E3-78BB5F7AFDC0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1" name="直線コネクタ 107530">
                  <a:extLst>
                    <a:ext uri="{FF2B5EF4-FFF2-40B4-BE49-F238E27FC236}">
                      <a16:creationId xmlns:a16="http://schemas.microsoft.com/office/drawing/2014/main" id="{34AF3B07-516A-492F-9985-514CF98993B2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2" name="直線コネクタ 107531">
                  <a:extLst>
                    <a:ext uri="{FF2B5EF4-FFF2-40B4-BE49-F238E27FC236}">
                      <a16:creationId xmlns:a16="http://schemas.microsoft.com/office/drawing/2014/main" id="{3CF77332-DF59-4A78-913D-3861082D2B3D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3" name="直線コネクタ 107532">
                  <a:extLst>
                    <a:ext uri="{FF2B5EF4-FFF2-40B4-BE49-F238E27FC236}">
                      <a16:creationId xmlns:a16="http://schemas.microsoft.com/office/drawing/2014/main" id="{FD319CDD-2FE3-4046-A5F6-16ABECD2A625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4" name="直線コネクタ 107533">
                  <a:extLst>
                    <a:ext uri="{FF2B5EF4-FFF2-40B4-BE49-F238E27FC236}">
                      <a16:creationId xmlns:a16="http://schemas.microsoft.com/office/drawing/2014/main" id="{79FCD61B-50DD-4FE3-8A89-286E32695FF5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5" name="直線コネクタ 107534">
                  <a:extLst>
                    <a:ext uri="{FF2B5EF4-FFF2-40B4-BE49-F238E27FC236}">
                      <a16:creationId xmlns:a16="http://schemas.microsoft.com/office/drawing/2014/main" id="{B1152573-B55C-470D-9347-A1D1D2B2B74A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6" name="直線コネクタ 107535">
                  <a:extLst>
                    <a:ext uri="{FF2B5EF4-FFF2-40B4-BE49-F238E27FC236}">
                      <a16:creationId xmlns:a16="http://schemas.microsoft.com/office/drawing/2014/main" id="{F1C8F793-A73A-4AB4-9A06-BB95C908AE09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7" name="直線コネクタ 107536">
                  <a:extLst>
                    <a:ext uri="{FF2B5EF4-FFF2-40B4-BE49-F238E27FC236}">
                      <a16:creationId xmlns:a16="http://schemas.microsoft.com/office/drawing/2014/main" id="{D4CDD360-525B-412A-BF96-C4AD4439A4CD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8" name="直線コネクタ 107537">
                  <a:extLst>
                    <a:ext uri="{FF2B5EF4-FFF2-40B4-BE49-F238E27FC236}">
                      <a16:creationId xmlns:a16="http://schemas.microsoft.com/office/drawing/2014/main" id="{B09C0D26-E792-4456-82F9-1473C75EDAA1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39" name="直線コネクタ 107538">
                  <a:extLst>
                    <a:ext uri="{FF2B5EF4-FFF2-40B4-BE49-F238E27FC236}">
                      <a16:creationId xmlns:a16="http://schemas.microsoft.com/office/drawing/2014/main" id="{47E3D68F-43C8-41C1-89DA-D824A692E28F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0" name="直線コネクタ 107539">
                  <a:extLst>
                    <a:ext uri="{FF2B5EF4-FFF2-40B4-BE49-F238E27FC236}">
                      <a16:creationId xmlns:a16="http://schemas.microsoft.com/office/drawing/2014/main" id="{BEC9F935-AB93-4EC6-9E70-D427585CC034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1" name="直線コネクタ 107540">
                  <a:extLst>
                    <a:ext uri="{FF2B5EF4-FFF2-40B4-BE49-F238E27FC236}">
                      <a16:creationId xmlns:a16="http://schemas.microsoft.com/office/drawing/2014/main" id="{4764E2B0-591D-49E9-A5DF-B2786D3285EF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2" name="直線コネクタ 107541">
                  <a:extLst>
                    <a:ext uri="{FF2B5EF4-FFF2-40B4-BE49-F238E27FC236}">
                      <a16:creationId xmlns:a16="http://schemas.microsoft.com/office/drawing/2014/main" id="{EF9927D8-4832-4B26-BDE1-6F0F498E9F73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3" name="直線コネクタ 107542">
                  <a:extLst>
                    <a:ext uri="{FF2B5EF4-FFF2-40B4-BE49-F238E27FC236}">
                      <a16:creationId xmlns:a16="http://schemas.microsoft.com/office/drawing/2014/main" id="{5467880B-9F42-43BE-ADA6-408D95F6F477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4" name="直線コネクタ 107543">
                  <a:extLst>
                    <a:ext uri="{FF2B5EF4-FFF2-40B4-BE49-F238E27FC236}">
                      <a16:creationId xmlns:a16="http://schemas.microsoft.com/office/drawing/2014/main" id="{440A63DC-6E74-4E2C-AAAA-FE18D86DE732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5" name="直線コネクタ 107544">
                  <a:extLst>
                    <a:ext uri="{FF2B5EF4-FFF2-40B4-BE49-F238E27FC236}">
                      <a16:creationId xmlns:a16="http://schemas.microsoft.com/office/drawing/2014/main" id="{31372ED3-89A9-4967-B7C1-5CA120706E3F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6" name="直線コネクタ 107545">
                  <a:extLst>
                    <a:ext uri="{FF2B5EF4-FFF2-40B4-BE49-F238E27FC236}">
                      <a16:creationId xmlns:a16="http://schemas.microsoft.com/office/drawing/2014/main" id="{89633FC3-DCEA-4105-91F0-B70545795895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7" name="直線コネクタ 107546">
                  <a:extLst>
                    <a:ext uri="{FF2B5EF4-FFF2-40B4-BE49-F238E27FC236}">
                      <a16:creationId xmlns:a16="http://schemas.microsoft.com/office/drawing/2014/main" id="{2CEE2F57-18D2-48C5-899A-650366DDED63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8" name="直線コネクタ 107547">
                  <a:extLst>
                    <a:ext uri="{FF2B5EF4-FFF2-40B4-BE49-F238E27FC236}">
                      <a16:creationId xmlns:a16="http://schemas.microsoft.com/office/drawing/2014/main" id="{FA600966-A1D4-48C5-AE7F-1C2B2591E657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49" name="直線コネクタ 107548">
                  <a:extLst>
                    <a:ext uri="{FF2B5EF4-FFF2-40B4-BE49-F238E27FC236}">
                      <a16:creationId xmlns:a16="http://schemas.microsoft.com/office/drawing/2014/main" id="{33C372F6-1DE8-4695-BF7E-ACE134AA5BC1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0" name="直線コネクタ 107549">
                  <a:extLst>
                    <a:ext uri="{FF2B5EF4-FFF2-40B4-BE49-F238E27FC236}">
                      <a16:creationId xmlns:a16="http://schemas.microsoft.com/office/drawing/2014/main" id="{71806F9F-C485-434F-962F-97FCFDF42C38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1" name="直線コネクタ 107550">
                  <a:extLst>
                    <a:ext uri="{FF2B5EF4-FFF2-40B4-BE49-F238E27FC236}">
                      <a16:creationId xmlns:a16="http://schemas.microsoft.com/office/drawing/2014/main" id="{0A7182AC-6769-4C3C-8AA3-697A9CC9B15C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2" name="直線コネクタ 107551">
                  <a:extLst>
                    <a:ext uri="{FF2B5EF4-FFF2-40B4-BE49-F238E27FC236}">
                      <a16:creationId xmlns:a16="http://schemas.microsoft.com/office/drawing/2014/main" id="{027D23B6-3EF9-4079-8D23-2CE70FDAB895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3" name="直線コネクタ 107552">
                  <a:extLst>
                    <a:ext uri="{FF2B5EF4-FFF2-40B4-BE49-F238E27FC236}">
                      <a16:creationId xmlns:a16="http://schemas.microsoft.com/office/drawing/2014/main" id="{694E471B-282D-427F-B790-0D255387DCF8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4" name="直線コネクタ 107553">
                  <a:extLst>
                    <a:ext uri="{FF2B5EF4-FFF2-40B4-BE49-F238E27FC236}">
                      <a16:creationId xmlns:a16="http://schemas.microsoft.com/office/drawing/2014/main" id="{87A98225-F807-4A8B-82B7-6FD99C3BCD96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5" name="直線コネクタ 107554">
                  <a:extLst>
                    <a:ext uri="{FF2B5EF4-FFF2-40B4-BE49-F238E27FC236}">
                      <a16:creationId xmlns:a16="http://schemas.microsoft.com/office/drawing/2014/main" id="{8D6315BA-38A9-40F1-8FC4-E291FE424383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6" name="直線コネクタ 107555">
                  <a:extLst>
                    <a:ext uri="{FF2B5EF4-FFF2-40B4-BE49-F238E27FC236}">
                      <a16:creationId xmlns:a16="http://schemas.microsoft.com/office/drawing/2014/main" id="{91B9B978-1AEF-40FB-880B-C945076CBFFD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7" name="直線コネクタ 107556">
                  <a:extLst>
                    <a:ext uri="{FF2B5EF4-FFF2-40B4-BE49-F238E27FC236}">
                      <a16:creationId xmlns:a16="http://schemas.microsoft.com/office/drawing/2014/main" id="{DA8F5757-F444-409B-8472-2C1D5BF46AA5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8" name="直線コネクタ 107557">
                  <a:extLst>
                    <a:ext uri="{FF2B5EF4-FFF2-40B4-BE49-F238E27FC236}">
                      <a16:creationId xmlns:a16="http://schemas.microsoft.com/office/drawing/2014/main" id="{69E84BB2-7613-4F3E-975B-B0AAEB5C0655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59" name="直線コネクタ 107558">
                  <a:extLst>
                    <a:ext uri="{FF2B5EF4-FFF2-40B4-BE49-F238E27FC236}">
                      <a16:creationId xmlns:a16="http://schemas.microsoft.com/office/drawing/2014/main" id="{E8B29673-C545-4B59-8172-C70B30C30102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0" name="直線コネクタ 107559">
                  <a:extLst>
                    <a:ext uri="{FF2B5EF4-FFF2-40B4-BE49-F238E27FC236}">
                      <a16:creationId xmlns:a16="http://schemas.microsoft.com/office/drawing/2014/main" id="{E4336399-DE1F-4161-A9AB-B7862A3F6576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1" name="直線コネクタ 107560">
                  <a:extLst>
                    <a:ext uri="{FF2B5EF4-FFF2-40B4-BE49-F238E27FC236}">
                      <a16:creationId xmlns:a16="http://schemas.microsoft.com/office/drawing/2014/main" id="{4A8B0F17-0F8B-4158-A5E8-3BB0BE1D567B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2" name="直線コネクタ 107561">
                  <a:extLst>
                    <a:ext uri="{FF2B5EF4-FFF2-40B4-BE49-F238E27FC236}">
                      <a16:creationId xmlns:a16="http://schemas.microsoft.com/office/drawing/2014/main" id="{36C43992-C29B-4404-BCF4-EE31DA1F612E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3" name="直線コネクタ 107562">
                  <a:extLst>
                    <a:ext uri="{FF2B5EF4-FFF2-40B4-BE49-F238E27FC236}">
                      <a16:creationId xmlns:a16="http://schemas.microsoft.com/office/drawing/2014/main" id="{B1FDB02C-DD6B-4C06-96AF-3C9E9490B50A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4" name="直線コネクタ 107563">
                  <a:extLst>
                    <a:ext uri="{FF2B5EF4-FFF2-40B4-BE49-F238E27FC236}">
                      <a16:creationId xmlns:a16="http://schemas.microsoft.com/office/drawing/2014/main" id="{8FDB3706-EA9E-4063-B385-BEB97611D00D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5" name="直線コネクタ 107564">
                  <a:extLst>
                    <a:ext uri="{FF2B5EF4-FFF2-40B4-BE49-F238E27FC236}">
                      <a16:creationId xmlns:a16="http://schemas.microsoft.com/office/drawing/2014/main" id="{7359F322-DC6B-4C30-80FB-C4D475C68CC5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6" name="直線コネクタ 107565">
                  <a:extLst>
                    <a:ext uri="{FF2B5EF4-FFF2-40B4-BE49-F238E27FC236}">
                      <a16:creationId xmlns:a16="http://schemas.microsoft.com/office/drawing/2014/main" id="{8E4A2230-3406-4AE2-ADAD-238E24916EA3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7" name="直線コネクタ 107566">
                  <a:extLst>
                    <a:ext uri="{FF2B5EF4-FFF2-40B4-BE49-F238E27FC236}">
                      <a16:creationId xmlns:a16="http://schemas.microsoft.com/office/drawing/2014/main" id="{70315044-3553-4CE9-ABFD-F56097CA7E1B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8" name="直線コネクタ 107567">
                  <a:extLst>
                    <a:ext uri="{FF2B5EF4-FFF2-40B4-BE49-F238E27FC236}">
                      <a16:creationId xmlns:a16="http://schemas.microsoft.com/office/drawing/2014/main" id="{3AF82FEA-61A9-405C-BF86-2D9184E38D76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69" name="直線コネクタ 107568">
                  <a:extLst>
                    <a:ext uri="{FF2B5EF4-FFF2-40B4-BE49-F238E27FC236}">
                      <a16:creationId xmlns:a16="http://schemas.microsoft.com/office/drawing/2014/main" id="{17EC9B6B-61D8-4D33-8384-28942C72778C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0" name="直線コネクタ 107569">
                  <a:extLst>
                    <a:ext uri="{FF2B5EF4-FFF2-40B4-BE49-F238E27FC236}">
                      <a16:creationId xmlns:a16="http://schemas.microsoft.com/office/drawing/2014/main" id="{258CC50C-AA6D-495E-96FD-5FE45B420124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1" name="直線コネクタ 107570">
                  <a:extLst>
                    <a:ext uri="{FF2B5EF4-FFF2-40B4-BE49-F238E27FC236}">
                      <a16:creationId xmlns:a16="http://schemas.microsoft.com/office/drawing/2014/main" id="{E9D5C68B-EF05-43C6-B43F-750A2147714B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2" name="直線コネクタ 107571">
                  <a:extLst>
                    <a:ext uri="{FF2B5EF4-FFF2-40B4-BE49-F238E27FC236}">
                      <a16:creationId xmlns:a16="http://schemas.microsoft.com/office/drawing/2014/main" id="{6CCEB969-D7BD-40C9-A3EF-E033B77574F8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3" name="直線コネクタ 107572">
                  <a:extLst>
                    <a:ext uri="{FF2B5EF4-FFF2-40B4-BE49-F238E27FC236}">
                      <a16:creationId xmlns:a16="http://schemas.microsoft.com/office/drawing/2014/main" id="{9C759225-7672-4BB5-A87F-6DE5324B5959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4" name="直線コネクタ 107573">
                  <a:extLst>
                    <a:ext uri="{FF2B5EF4-FFF2-40B4-BE49-F238E27FC236}">
                      <a16:creationId xmlns:a16="http://schemas.microsoft.com/office/drawing/2014/main" id="{718FC932-9C91-41C7-A576-7836DFCAE2B9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5" name="直線コネクタ 107574">
                  <a:extLst>
                    <a:ext uri="{FF2B5EF4-FFF2-40B4-BE49-F238E27FC236}">
                      <a16:creationId xmlns:a16="http://schemas.microsoft.com/office/drawing/2014/main" id="{77A3580E-5B84-442F-8165-55CBDB4A528C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6" name="直線コネクタ 107575">
                  <a:extLst>
                    <a:ext uri="{FF2B5EF4-FFF2-40B4-BE49-F238E27FC236}">
                      <a16:creationId xmlns:a16="http://schemas.microsoft.com/office/drawing/2014/main" id="{DF521BB2-1D64-4F14-878B-49F459F82497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7" name="直線コネクタ 107576">
                  <a:extLst>
                    <a:ext uri="{FF2B5EF4-FFF2-40B4-BE49-F238E27FC236}">
                      <a16:creationId xmlns:a16="http://schemas.microsoft.com/office/drawing/2014/main" id="{6D65732F-8F7D-4A33-AE49-2497AB1BB3AB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8" name="直線コネクタ 107577">
                  <a:extLst>
                    <a:ext uri="{FF2B5EF4-FFF2-40B4-BE49-F238E27FC236}">
                      <a16:creationId xmlns:a16="http://schemas.microsoft.com/office/drawing/2014/main" id="{F2DFAC83-6A91-416A-9F2F-5DAA60B5D1F4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79" name="直線コネクタ 107578">
                  <a:extLst>
                    <a:ext uri="{FF2B5EF4-FFF2-40B4-BE49-F238E27FC236}">
                      <a16:creationId xmlns:a16="http://schemas.microsoft.com/office/drawing/2014/main" id="{AA3AA8D8-0E91-41D4-84FF-2330CDBCC8D0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0" name="直線コネクタ 107579">
                  <a:extLst>
                    <a:ext uri="{FF2B5EF4-FFF2-40B4-BE49-F238E27FC236}">
                      <a16:creationId xmlns:a16="http://schemas.microsoft.com/office/drawing/2014/main" id="{098DFA44-412B-49D3-AB8E-DA7C2B89FD1E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1" name="直線コネクタ 107580">
                  <a:extLst>
                    <a:ext uri="{FF2B5EF4-FFF2-40B4-BE49-F238E27FC236}">
                      <a16:creationId xmlns:a16="http://schemas.microsoft.com/office/drawing/2014/main" id="{28B33CD6-D105-4925-A0F1-8562AAA20DE5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2" name="直線コネクタ 107581">
                  <a:extLst>
                    <a:ext uri="{FF2B5EF4-FFF2-40B4-BE49-F238E27FC236}">
                      <a16:creationId xmlns:a16="http://schemas.microsoft.com/office/drawing/2014/main" id="{5D1AD13D-354A-4F47-A8CA-FD033BAA8A46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83" name="直線コネクタ 107582">
                  <a:extLst>
                    <a:ext uri="{FF2B5EF4-FFF2-40B4-BE49-F238E27FC236}">
                      <a16:creationId xmlns:a16="http://schemas.microsoft.com/office/drawing/2014/main" id="{718D4FD2-42E8-459E-AD34-82CF04F687A9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918" name="グループ化 104917">
              <a:extLst>
                <a:ext uri="{FF2B5EF4-FFF2-40B4-BE49-F238E27FC236}">
                  <a16:creationId xmlns:a16="http://schemas.microsoft.com/office/drawing/2014/main" id="{731D816D-944E-48BC-9697-B99718162E72}"/>
                </a:ext>
              </a:extLst>
            </p:cNvPr>
            <p:cNvGrpSpPr/>
            <p:nvPr/>
          </p:nvGrpSpPr>
          <p:grpSpPr>
            <a:xfrm>
              <a:off x="7200000" y="7200000"/>
              <a:ext cx="3601080" cy="3602160"/>
              <a:chOff x="3600000" y="3598920"/>
              <a:chExt cx="3601080" cy="3602160"/>
            </a:xfrm>
          </p:grpSpPr>
          <p:grpSp>
            <p:nvGrpSpPr>
              <p:cNvPr id="106371" name="グループ化 106370">
                <a:extLst>
                  <a:ext uri="{FF2B5EF4-FFF2-40B4-BE49-F238E27FC236}">
                    <a16:creationId xmlns:a16="http://schemas.microsoft.com/office/drawing/2014/main" id="{3EB47A74-9093-44E2-8CCB-CABA52188245}"/>
                  </a:ext>
                </a:extLst>
              </p:cNvPr>
              <p:cNvGrpSpPr/>
              <p:nvPr/>
            </p:nvGrpSpPr>
            <p:grpSpPr>
              <a:xfrm>
                <a:off x="5400000" y="359892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7098" name="直線コネクタ 107097">
                  <a:extLst>
                    <a:ext uri="{FF2B5EF4-FFF2-40B4-BE49-F238E27FC236}">
                      <a16:creationId xmlns:a16="http://schemas.microsoft.com/office/drawing/2014/main" id="{BF2CC0D2-1EFA-4698-8484-B365F250353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9" name="直線コネクタ 107098">
                  <a:extLst>
                    <a:ext uri="{FF2B5EF4-FFF2-40B4-BE49-F238E27FC236}">
                      <a16:creationId xmlns:a16="http://schemas.microsoft.com/office/drawing/2014/main" id="{E03EFB76-23B1-4B02-815C-FEC11559A24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0" name="直線コネクタ 107099">
                  <a:extLst>
                    <a:ext uri="{FF2B5EF4-FFF2-40B4-BE49-F238E27FC236}">
                      <a16:creationId xmlns:a16="http://schemas.microsoft.com/office/drawing/2014/main" id="{20EFD9CB-2A4C-4358-92C7-E2724A5533AA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1" name="直線コネクタ 107100">
                  <a:extLst>
                    <a:ext uri="{FF2B5EF4-FFF2-40B4-BE49-F238E27FC236}">
                      <a16:creationId xmlns:a16="http://schemas.microsoft.com/office/drawing/2014/main" id="{0E5223C1-1EAA-48DD-892B-0F41ED385FD3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2" name="直線コネクタ 107101">
                  <a:extLst>
                    <a:ext uri="{FF2B5EF4-FFF2-40B4-BE49-F238E27FC236}">
                      <a16:creationId xmlns:a16="http://schemas.microsoft.com/office/drawing/2014/main" id="{61EF6305-E2BA-4139-A8DC-6B2E39263E8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3" name="直線コネクタ 107102">
                  <a:extLst>
                    <a:ext uri="{FF2B5EF4-FFF2-40B4-BE49-F238E27FC236}">
                      <a16:creationId xmlns:a16="http://schemas.microsoft.com/office/drawing/2014/main" id="{8846CD48-E3DB-4E58-9827-5D791A84D74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4" name="直線コネクタ 107103">
                  <a:extLst>
                    <a:ext uri="{FF2B5EF4-FFF2-40B4-BE49-F238E27FC236}">
                      <a16:creationId xmlns:a16="http://schemas.microsoft.com/office/drawing/2014/main" id="{CDBFFDC6-79D3-471F-BF17-51904D8348EB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5" name="直線コネクタ 107104">
                  <a:extLst>
                    <a:ext uri="{FF2B5EF4-FFF2-40B4-BE49-F238E27FC236}">
                      <a16:creationId xmlns:a16="http://schemas.microsoft.com/office/drawing/2014/main" id="{C638C135-5B35-4E46-A6C1-F4419CD5F37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6" name="直線コネクタ 107105">
                  <a:extLst>
                    <a:ext uri="{FF2B5EF4-FFF2-40B4-BE49-F238E27FC236}">
                      <a16:creationId xmlns:a16="http://schemas.microsoft.com/office/drawing/2014/main" id="{9F449695-016F-4126-A6F4-62C799A26A93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7" name="直線コネクタ 107106">
                  <a:extLst>
                    <a:ext uri="{FF2B5EF4-FFF2-40B4-BE49-F238E27FC236}">
                      <a16:creationId xmlns:a16="http://schemas.microsoft.com/office/drawing/2014/main" id="{28D50063-FFEB-4BBD-8F04-19D1D2AC0670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8" name="直線コネクタ 107107">
                  <a:extLst>
                    <a:ext uri="{FF2B5EF4-FFF2-40B4-BE49-F238E27FC236}">
                      <a16:creationId xmlns:a16="http://schemas.microsoft.com/office/drawing/2014/main" id="{0DE27165-1E44-46F2-BD9B-B19FD7717BC7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09" name="直線コネクタ 107108">
                  <a:extLst>
                    <a:ext uri="{FF2B5EF4-FFF2-40B4-BE49-F238E27FC236}">
                      <a16:creationId xmlns:a16="http://schemas.microsoft.com/office/drawing/2014/main" id="{9503D654-5FDF-4164-AA58-A1E9CA73CAF3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0" name="直線コネクタ 107109">
                  <a:extLst>
                    <a:ext uri="{FF2B5EF4-FFF2-40B4-BE49-F238E27FC236}">
                      <a16:creationId xmlns:a16="http://schemas.microsoft.com/office/drawing/2014/main" id="{29CDDD5A-BB1D-431A-BC89-016B4EDD0BA0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1" name="直線コネクタ 107110">
                  <a:extLst>
                    <a:ext uri="{FF2B5EF4-FFF2-40B4-BE49-F238E27FC236}">
                      <a16:creationId xmlns:a16="http://schemas.microsoft.com/office/drawing/2014/main" id="{BB696E36-5DF3-4AF5-95D1-25DD00CA6E43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2" name="直線コネクタ 107111">
                  <a:extLst>
                    <a:ext uri="{FF2B5EF4-FFF2-40B4-BE49-F238E27FC236}">
                      <a16:creationId xmlns:a16="http://schemas.microsoft.com/office/drawing/2014/main" id="{3BAADA90-3B96-4812-84D5-BDC83B257DD5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3" name="直線コネクタ 107112">
                  <a:extLst>
                    <a:ext uri="{FF2B5EF4-FFF2-40B4-BE49-F238E27FC236}">
                      <a16:creationId xmlns:a16="http://schemas.microsoft.com/office/drawing/2014/main" id="{9A898573-3AE4-42AC-B1F5-B77CE1546BA6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4" name="直線コネクタ 107113">
                  <a:extLst>
                    <a:ext uri="{FF2B5EF4-FFF2-40B4-BE49-F238E27FC236}">
                      <a16:creationId xmlns:a16="http://schemas.microsoft.com/office/drawing/2014/main" id="{5CBAF83E-59C0-47D5-8BAF-282F0B255538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5" name="直線コネクタ 107114">
                  <a:extLst>
                    <a:ext uri="{FF2B5EF4-FFF2-40B4-BE49-F238E27FC236}">
                      <a16:creationId xmlns:a16="http://schemas.microsoft.com/office/drawing/2014/main" id="{68955654-8414-4094-95B3-4548281D49A7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6" name="直線コネクタ 107115">
                  <a:extLst>
                    <a:ext uri="{FF2B5EF4-FFF2-40B4-BE49-F238E27FC236}">
                      <a16:creationId xmlns:a16="http://schemas.microsoft.com/office/drawing/2014/main" id="{185A68C9-5C68-444A-918D-430AB16D0B28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7" name="直線コネクタ 107116">
                  <a:extLst>
                    <a:ext uri="{FF2B5EF4-FFF2-40B4-BE49-F238E27FC236}">
                      <a16:creationId xmlns:a16="http://schemas.microsoft.com/office/drawing/2014/main" id="{8BF30440-169E-4700-A238-EFDA9C470F3D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8" name="直線コネクタ 107117">
                  <a:extLst>
                    <a:ext uri="{FF2B5EF4-FFF2-40B4-BE49-F238E27FC236}">
                      <a16:creationId xmlns:a16="http://schemas.microsoft.com/office/drawing/2014/main" id="{DC99F7E4-F825-4B5A-A876-B2A12D37B982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19" name="直線コネクタ 107118">
                  <a:extLst>
                    <a:ext uri="{FF2B5EF4-FFF2-40B4-BE49-F238E27FC236}">
                      <a16:creationId xmlns:a16="http://schemas.microsoft.com/office/drawing/2014/main" id="{0D5B8FE8-762B-4582-8C4D-289336607F8D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0" name="直線コネクタ 107119">
                  <a:extLst>
                    <a:ext uri="{FF2B5EF4-FFF2-40B4-BE49-F238E27FC236}">
                      <a16:creationId xmlns:a16="http://schemas.microsoft.com/office/drawing/2014/main" id="{5E983B13-AB29-4D49-8EF8-9B03D24E1766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1" name="直線コネクタ 107120">
                  <a:extLst>
                    <a:ext uri="{FF2B5EF4-FFF2-40B4-BE49-F238E27FC236}">
                      <a16:creationId xmlns:a16="http://schemas.microsoft.com/office/drawing/2014/main" id="{3FC1A879-BC0A-439A-BD17-53C72E4863E0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2" name="直線コネクタ 107121">
                  <a:extLst>
                    <a:ext uri="{FF2B5EF4-FFF2-40B4-BE49-F238E27FC236}">
                      <a16:creationId xmlns:a16="http://schemas.microsoft.com/office/drawing/2014/main" id="{5DF4BDA6-1E76-4EA1-9C58-849934B642B1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3" name="直線コネクタ 107122">
                  <a:extLst>
                    <a:ext uri="{FF2B5EF4-FFF2-40B4-BE49-F238E27FC236}">
                      <a16:creationId xmlns:a16="http://schemas.microsoft.com/office/drawing/2014/main" id="{A3C6734F-3342-4DEF-A4EC-6FB184063724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4" name="直線コネクタ 107123">
                  <a:extLst>
                    <a:ext uri="{FF2B5EF4-FFF2-40B4-BE49-F238E27FC236}">
                      <a16:creationId xmlns:a16="http://schemas.microsoft.com/office/drawing/2014/main" id="{F4F9BCC5-ACC2-4EC2-AC9C-25446E889E39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5" name="直線コネクタ 107124">
                  <a:extLst>
                    <a:ext uri="{FF2B5EF4-FFF2-40B4-BE49-F238E27FC236}">
                      <a16:creationId xmlns:a16="http://schemas.microsoft.com/office/drawing/2014/main" id="{BA3CAED9-4766-404D-865D-2AD75FFDFBE9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6" name="直線コネクタ 107125">
                  <a:extLst>
                    <a:ext uri="{FF2B5EF4-FFF2-40B4-BE49-F238E27FC236}">
                      <a16:creationId xmlns:a16="http://schemas.microsoft.com/office/drawing/2014/main" id="{E5FD2CDE-5E92-4270-96E5-0ACFD7A0704E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7" name="直線コネクタ 107126">
                  <a:extLst>
                    <a:ext uri="{FF2B5EF4-FFF2-40B4-BE49-F238E27FC236}">
                      <a16:creationId xmlns:a16="http://schemas.microsoft.com/office/drawing/2014/main" id="{699D32ED-A1F0-47D4-B82E-4DE3990F6BFB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8" name="直線コネクタ 107127">
                  <a:extLst>
                    <a:ext uri="{FF2B5EF4-FFF2-40B4-BE49-F238E27FC236}">
                      <a16:creationId xmlns:a16="http://schemas.microsoft.com/office/drawing/2014/main" id="{97E51D1F-7457-425D-A2EF-1E7B8E31323C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29" name="直線コネクタ 107128">
                  <a:extLst>
                    <a:ext uri="{FF2B5EF4-FFF2-40B4-BE49-F238E27FC236}">
                      <a16:creationId xmlns:a16="http://schemas.microsoft.com/office/drawing/2014/main" id="{30177176-5BA6-4C81-8547-3E73FCEA886E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0" name="直線コネクタ 107129">
                  <a:extLst>
                    <a:ext uri="{FF2B5EF4-FFF2-40B4-BE49-F238E27FC236}">
                      <a16:creationId xmlns:a16="http://schemas.microsoft.com/office/drawing/2014/main" id="{E933513E-314E-47DB-A2CF-7A6A1775EADD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1" name="直線コネクタ 107130">
                  <a:extLst>
                    <a:ext uri="{FF2B5EF4-FFF2-40B4-BE49-F238E27FC236}">
                      <a16:creationId xmlns:a16="http://schemas.microsoft.com/office/drawing/2014/main" id="{2125C1C3-D420-468E-9A17-31C032BE76B4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2" name="直線コネクタ 107131">
                  <a:extLst>
                    <a:ext uri="{FF2B5EF4-FFF2-40B4-BE49-F238E27FC236}">
                      <a16:creationId xmlns:a16="http://schemas.microsoft.com/office/drawing/2014/main" id="{87EA342F-CE4F-44E8-82F6-0C95915A97F8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3" name="直線コネクタ 107132">
                  <a:extLst>
                    <a:ext uri="{FF2B5EF4-FFF2-40B4-BE49-F238E27FC236}">
                      <a16:creationId xmlns:a16="http://schemas.microsoft.com/office/drawing/2014/main" id="{9BA50322-0112-455A-AFA3-69DE46F87E00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4" name="直線コネクタ 107133">
                  <a:extLst>
                    <a:ext uri="{FF2B5EF4-FFF2-40B4-BE49-F238E27FC236}">
                      <a16:creationId xmlns:a16="http://schemas.microsoft.com/office/drawing/2014/main" id="{3232C40D-6A6F-411E-B776-C498D0DE57D2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5" name="直線コネクタ 107134">
                  <a:extLst>
                    <a:ext uri="{FF2B5EF4-FFF2-40B4-BE49-F238E27FC236}">
                      <a16:creationId xmlns:a16="http://schemas.microsoft.com/office/drawing/2014/main" id="{743AFEB5-7327-4209-A5C1-8E27FA18B40E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6" name="直線コネクタ 107135">
                  <a:extLst>
                    <a:ext uri="{FF2B5EF4-FFF2-40B4-BE49-F238E27FC236}">
                      <a16:creationId xmlns:a16="http://schemas.microsoft.com/office/drawing/2014/main" id="{ABBDEF00-0B5E-42B2-9B94-DEFB3F5B44BF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7" name="直線コネクタ 107136">
                  <a:extLst>
                    <a:ext uri="{FF2B5EF4-FFF2-40B4-BE49-F238E27FC236}">
                      <a16:creationId xmlns:a16="http://schemas.microsoft.com/office/drawing/2014/main" id="{E4832509-89A0-435B-9710-9ECF042EF71C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8" name="直線コネクタ 107137">
                  <a:extLst>
                    <a:ext uri="{FF2B5EF4-FFF2-40B4-BE49-F238E27FC236}">
                      <a16:creationId xmlns:a16="http://schemas.microsoft.com/office/drawing/2014/main" id="{0EDACACE-BC19-4565-9B87-9052ACBA2489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39" name="直線コネクタ 107138">
                  <a:extLst>
                    <a:ext uri="{FF2B5EF4-FFF2-40B4-BE49-F238E27FC236}">
                      <a16:creationId xmlns:a16="http://schemas.microsoft.com/office/drawing/2014/main" id="{A9CE91BD-0FBD-47DA-A278-7F9584C9E9C4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0" name="直線コネクタ 107139">
                  <a:extLst>
                    <a:ext uri="{FF2B5EF4-FFF2-40B4-BE49-F238E27FC236}">
                      <a16:creationId xmlns:a16="http://schemas.microsoft.com/office/drawing/2014/main" id="{5492F193-667F-40AA-A8F2-F06A71F0F135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1" name="直線コネクタ 107140">
                  <a:extLst>
                    <a:ext uri="{FF2B5EF4-FFF2-40B4-BE49-F238E27FC236}">
                      <a16:creationId xmlns:a16="http://schemas.microsoft.com/office/drawing/2014/main" id="{68B7AB4B-8CB1-44CC-806E-D96BB68F5CA0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2" name="直線コネクタ 107141">
                  <a:extLst>
                    <a:ext uri="{FF2B5EF4-FFF2-40B4-BE49-F238E27FC236}">
                      <a16:creationId xmlns:a16="http://schemas.microsoft.com/office/drawing/2014/main" id="{506B5B2C-109C-45D7-89C7-4F497B9E0189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3" name="直線コネクタ 107142">
                  <a:extLst>
                    <a:ext uri="{FF2B5EF4-FFF2-40B4-BE49-F238E27FC236}">
                      <a16:creationId xmlns:a16="http://schemas.microsoft.com/office/drawing/2014/main" id="{A285E541-FA8A-4F36-8CFE-A148C64AA3F0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4" name="直線コネクタ 107143">
                  <a:extLst>
                    <a:ext uri="{FF2B5EF4-FFF2-40B4-BE49-F238E27FC236}">
                      <a16:creationId xmlns:a16="http://schemas.microsoft.com/office/drawing/2014/main" id="{F9C3EE11-D631-49A5-83E7-44A267B02E49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5" name="直線コネクタ 107144">
                  <a:extLst>
                    <a:ext uri="{FF2B5EF4-FFF2-40B4-BE49-F238E27FC236}">
                      <a16:creationId xmlns:a16="http://schemas.microsoft.com/office/drawing/2014/main" id="{81D50E9E-2121-4DCF-8358-5A922FA16171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6" name="直線コネクタ 107145">
                  <a:extLst>
                    <a:ext uri="{FF2B5EF4-FFF2-40B4-BE49-F238E27FC236}">
                      <a16:creationId xmlns:a16="http://schemas.microsoft.com/office/drawing/2014/main" id="{85215E13-FEB4-4D86-863F-D527915F8C62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7" name="直線コネクタ 107146">
                  <a:extLst>
                    <a:ext uri="{FF2B5EF4-FFF2-40B4-BE49-F238E27FC236}">
                      <a16:creationId xmlns:a16="http://schemas.microsoft.com/office/drawing/2014/main" id="{27BF34A5-072D-4046-BA57-276CF1FF7FEE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8" name="直線コネクタ 107147">
                  <a:extLst>
                    <a:ext uri="{FF2B5EF4-FFF2-40B4-BE49-F238E27FC236}">
                      <a16:creationId xmlns:a16="http://schemas.microsoft.com/office/drawing/2014/main" id="{97AEF615-A59A-4E63-A2F1-E700EE7399A2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49" name="直線コネクタ 107148">
                  <a:extLst>
                    <a:ext uri="{FF2B5EF4-FFF2-40B4-BE49-F238E27FC236}">
                      <a16:creationId xmlns:a16="http://schemas.microsoft.com/office/drawing/2014/main" id="{6B2A23C7-3B25-41F2-B2AC-E5BE92513272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0" name="直線コネクタ 107149">
                  <a:extLst>
                    <a:ext uri="{FF2B5EF4-FFF2-40B4-BE49-F238E27FC236}">
                      <a16:creationId xmlns:a16="http://schemas.microsoft.com/office/drawing/2014/main" id="{1ABD6B99-9C2A-42E7-9683-873150576BDE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1" name="直線コネクタ 107150">
                  <a:extLst>
                    <a:ext uri="{FF2B5EF4-FFF2-40B4-BE49-F238E27FC236}">
                      <a16:creationId xmlns:a16="http://schemas.microsoft.com/office/drawing/2014/main" id="{4A8D2524-C480-4631-99AE-486951E05E77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2" name="直線コネクタ 107151">
                  <a:extLst>
                    <a:ext uri="{FF2B5EF4-FFF2-40B4-BE49-F238E27FC236}">
                      <a16:creationId xmlns:a16="http://schemas.microsoft.com/office/drawing/2014/main" id="{5770459A-2D21-48D1-8A5D-E34E6CBE2E09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3" name="直線コネクタ 107152">
                  <a:extLst>
                    <a:ext uri="{FF2B5EF4-FFF2-40B4-BE49-F238E27FC236}">
                      <a16:creationId xmlns:a16="http://schemas.microsoft.com/office/drawing/2014/main" id="{23BA7851-90F7-4F7B-A75E-B34E656F4424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4" name="直線コネクタ 107153">
                  <a:extLst>
                    <a:ext uri="{FF2B5EF4-FFF2-40B4-BE49-F238E27FC236}">
                      <a16:creationId xmlns:a16="http://schemas.microsoft.com/office/drawing/2014/main" id="{FCE797BB-0253-4DEA-94AE-C877CDDA64AB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5" name="直線コネクタ 107154">
                  <a:extLst>
                    <a:ext uri="{FF2B5EF4-FFF2-40B4-BE49-F238E27FC236}">
                      <a16:creationId xmlns:a16="http://schemas.microsoft.com/office/drawing/2014/main" id="{C6275C4B-7609-4549-903D-FB2F53F8712B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6" name="直線コネクタ 107155">
                  <a:extLst>
                    <a:ext uri="{FF2B5EF4-FFF2-40B4-BE49-F238E27FC236}">
                      <a16:creationId xmlns:a16="http://schemas.microsoft.com/office/drawing/2014/main" id="{7BBF96BE-37C4-4DA5-8082-6706FE0BF03A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7" name="直線コネクタ 107156">
                  <a:extLst>
                    <a:ext uri="{FF2B5EF4-FFF2-40B4-BE49-F238E27FC236}">
                      <a16:creationId xmlns:a16="http://schemas.microsoft.com/office/drawing/2014/main" id="{3BE092C9-0E6E-4D7C-B921-8B2EF602D75F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8" name="直線コネクタ 107157">
                  <a:extLst>
                    <a:ext uri="{FF2B5EF4-FFF2-40B4-BE49-F238E27FC236}">
                      <a16:creationId xmlns:a16="http://schemas.microsoft.com/office/drawing/2014/main" id="{BB78119F-C2F5-4396-A6D2-E73538953FB2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59" name="直線コネクタ 107158">
                  <a:extLst>
                    <a:ext uri="{FF2B5EF4-FFF2-40B4-BE49-F238E27FC236}">
                      <a16:creationId xmlns:a16="http://schemas.microsoft.com/office/drawing/2014/main" id="{07DDDFF6-7B20-490C-BF05-CF299CDDB92E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0" name="直線コネクタ 107159">
                  <a:extLst>
                    <a:ext uri="{FF2B5EF4-FFF2-40B4-BE49-F238E27FC236}">
                      <a16:creationId xmlns:a16="http://schemas.microsoft.com/office/drawing/2014/main" id="{1AA25367-3D30-415B-86D2-06B791916248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1" name="直線コネクタ 107160">
                  <a:extLst>
                    <a:ext uri="{FF2B5EF4-FFF2-40B4-BE49-F238E27FC236}">
                      <a16:creationId xmlns:a16="http://schemas.microsoft.com/office/drawing/2014/main" id="{9FDEFB56-5186-4529-BF8F-60E518E90ACA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2" name="直線コネクタ 107161">
                  <a:extLst>
                    <a:ext uri="{FF2B5EF4-FFF2-40B4-BE49-F238E27FC236}">
                      <a16:creationId xmlns:a16="http://schemas.microsoft.com/office/drawing/2014/main" id="{DF704B73-8842-4E68-8E9F-BF443773C0B0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3" name="直線コネクタ 107162">
                  <a:extLst>
                    <a:ext uri="{FF2B5EF4-FFF2-40B4-BE49-F238E27FC236}">
                      <a16:creationId xmlns:a16="http://schemas.microsoft.com/office/drawing/2014/main" id="{D7034E8C-794A-4B4F-B0C3-F640924D7C91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4" name="直線コネクタ 107163">
                  <a:extLst>
                    <a:ext uri="{FF2B5EF4-FFF2-40B4-BE49-F238E27FC236}">
                      <a16:creationId xmlns:a16="http://schemas.microsoft.com/office/drawing/2014/main" id="{576CF7C8-0A90-422E-9589-7B16D838EF74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5" name="直線コネクタ 107164">
                  <a:extLst>
                    <a:ext uri="{FF2B5EF4-FFF2-40B4-BE49-F238E27FC236}">
                      <a16:creationId xmlns:a16="http://schemas.microsoft.com/office/drawing/2014/main" id="{77217E94-2CA9-4D96-AB55-BBC9900E041D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6" name="直線コネクタ 107165">
                  <a:extLst>
                    <a:ext uri="{FF2B5EF4-FFF2-40B4-BE49-F238E27FC236}">
                      <a16:creationId xmlns:a16="http://schemas.microsoft.com/office/drawing/2014/main" id="{303C89DD-641E-4EC6-8FB7-1F437B864FCA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7" name="直線コネクタ 107166">
                  <a:extLst>
                    <a:ext uri="{FF2B5EF4-FFF2-40B4-BE49-F238E27FC236}">
                      <a16:creationId xmlns:a16="http://schemas.microsoft.com/office/drawing/2014/main" id="{A28FA29E-454E-4442-8067-D032DD41EE5C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8" name="直線コネクタ 107167">
                  <a:extLst>
                    <a:ext uri="{FF2B5EF4-FFF2-40B4-BE49-F238E27FC236}">
                      <a16:creationId xmlns:a16="http://schemas.microsoft.com/office/drawing/2014/main" id="{81E1A5DF-25D3-4CBE-91DD-5C8FE22BACEB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69" name="直線コネクタ 107168">
                  <a:extLst>
                    <a:ext uri="{FF2B5EF4-FFF2-40B4-BE49-F238E27FC236}">
                      <a16:creationId xmlns:a16="http://schemas.microsoft.com/office/drawing/2014/main" id="{5370D892-1015-46BB-8FDD-42B8A122BC21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0" name="直線コネクタ 107169">
                  <a:extLst>
                    <a:ext uri="{FF2B5EF4-FFF2-40B4-BE49-F238E27FC236}">
                      <a16:creationId xmlns:a16="http://schemas.microsoft.com/office/drawing/2014/main" id="{1BCFA561-63E3-40FB-AFAB-14D1DCEAE0DB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1" name="直線コネクタ 107170">
                  <a:extLst>
                    <a:ext uri="{FF2B5EF4-FFF2-40B4-BE49-F238E27FC236}">
                      <a16:creationId xmlns:a16="http://schemas.microsoft.com/office/drawing/2014/main" id="{9A154F45-D667-4E73-82AC-A95B91EA1584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2" name="直線コネクタ 107171">
                  <a:extLst>
                    <a:ext uri="{FF2B5EF4-FFF2-40B4-BE49-F238E27FC236}">
                      <a16:creationId xmlns:a16="http://schemas.microsoft.com/office/drawing/2014/main" id="{DBEC70E4-92B6-4B5F-A3D9-6FEE7980F946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3" name="直線コネクタ 107172">
                  <a:extLst>
                    <a:ext uri="{FF2B5EF4-FFF2-40B4-BE49-F238E27FC236}">
                      <a16:creationId xmlns:a16="http://schemas.microsoft.com/office/drawing/2014/main" id="{56700B93-3D8E-4D6F-ACAF-2189028CC6C5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4" name="直線コネクタ 107173">
                  <a:extLst>
                    <a:ext uri="{FF2B5EF4-FFF2-40B4-BE49-F238E27FC236}">
                      <a16:creationId xmlns:a16="http://schemas.microsoft.com/office/drawing/2014/main" id="{0A02A2F2-2CDA-4D82-93DA-9F9FA1CDE7B6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5" name="直線コネクタ 107174">
                  <a:extLst>
                    <a:ext uri="{FF2B5EF4-FFF2-40B4-BE49-F238E27FC236}">
                      <a16:creationId xmlns:a16="http://schemas.microsoft.com/office/drawing/2014/main" id="{3CB8369D-7EE2-4D19-BC01-B5C49F36E458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6" name="直線コネクタ 107175">
                  <a:extLst>
                    <a:ext uri="{FF2B5EF4-FFF2-40B4-BE49-F238E27FC236}">
                      <a16:creationId xmlns:a16="http://schemas.microsoft.com/office/drawing/2014/main" id="{2A17FA88-E140-4DF5-B67F-9289EC260F01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7" name="直線コネクタ 107176">
                  <a:extLst>
                    <a:ext uri="{FF2B5EF4-FFF2-40B4-BE49-F238E27FC236}">
                      <a16:creationId xmlns:a16="http://schemas.microsoft.com/office/drawing/2014/main" id="{26909505-2EFA-4822-9291-ACC0D2FA4924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8" name="直線コネクタ 107177">
                  <a:extLst>
                    <a:ext uri="{FF2B5EF4-FFF2-40B4-BE49-F238E27FC236}">
                      <a16:creationId xmlns:a16="http://schemas.microsoft.com/office/drawing/2014/main" id="{A9EC7DD4-0A6A-46EB-B7F3-BF988035BA27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79" name="直線コネクタ 107178">
                  <a:extLst>
                    <a:ext uri="{FF2B5EF4-FFF2-40B4-BE49-F238E27FC236}">
                      <a16:creationId xmlns:a16="http://schemas.microsoft.com/office/drawing/2014/main" id="{C13A8CBA-8730-4D13-B997-31FEDB8CAAEF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0" name="直線コネクタ 107179">
                  <a:extLst>
                    <a:ext uri="{FF2B5EF4-FFF2-40B4-BE49-F238E27FC236}">
                      <a16:creationId xmlns:a16="http://schemas.microsoft.com/office/drawing/2014/main" id="{E5071212-765B-4C23-BD17-6460AE300B4E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1" name="直線コネクタ 107180">
                  <a:extLst>
                    <a:ext uri="{FF2B5EF4-FFF2-40B4-BE49-F238E27FC236}">
                      <a16:creationId xmlns:a16="http://schemas.microsoft.com/office/drawing/2014/main" id="{4310A53D-7D66-4A4D-B46E-0C28993C0391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2" name="直線コネクタ 107181">
                  <a:extLst>
                    <a:ext uri="{FF2B5EF4-FFF2-40B4-BE49-F238E27FC236}">
                      <a16:creationId xmlns:a16="http://schemas.microsoft.com/office/drawing/2014/main" id="{A7EEC115-D322-4E3D-9DFC-EBEDAD4E9523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3" name="直線コネクタ 107182">
                  <a:extLst>
                    <a:ext uri="{FF2B5EF4-FFF2-40B4-BE49-F238E27FC236}">
                      <a16:creationId xmlns:a16="http://schemas.microsoft.com/office/drawing/2014/main" id="{35963E4E-2215-49C2-8147-611EA057C0A1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4" name="直線コネクタ 107183">
                  <a:extLst>
                    <a:ext uri="{FF2B5EF4-FFF2-40B4-BE49-F238E27FC236}">
                      <a16:creationId xmlns:a16="http://schemas.microsoft.com/office/drawing/2014/main" id="{3FC4B0D9-003F-4990-AE72-F455F0CA275E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5" name="直線コネクタ 107184">
                  <a:extLst>
                    <a:ext uri="{FF2B5EF4-FFF2-40B4-BE49-F238E27FC236}">
                      <a16:creationId xmlns:a16="http://schemas.microsoft.com/office/drawing/2014/main" id="{072A7C6D-659A-44FD-8F8E-A66B5E4F3753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6" name="直線コネクタ 107185">
                  <a:extLst>
                    <a:ext uri="{FF2B5EF4-FFF2-40B4-BE49-F238E27FC236}">
                      <a16:creationId xmlns:a16="http://schemas.microsoft.com/office/drawing/2014/main" id="{0ABCCD36-A882-4189-B7C1-07EFC862BB35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7" name="直線コネクタ 107186">
                  <a:extLst>
                    <a:ext uri="{FF2B5EF4-FFF2-40B4-BE49-F238E27FC236}">
                      <a16:creationId xmlns:a16="http://schemas.microsoft.com/office/drawing/2014/main" id="{EC0AF97D-8F1B-40A3-BFEE-BC613443C726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8" name="直線コネクタ 107187">
                  <a:extLst>
                    <a:ext uri="{FF2B5EF4-FFF2-40B4-BE49-F238E27FC236}">
                      <a16:creationId xmlns:a16="http://schemas.microsoft.com/office/drawing/2014/main" id="{14E550DD-7BCC-4AAA-A8F2-B8236FB0E038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89" name="直線コネクタ 107188">
                  <a:extLst>
                    <a:ext uri="{FF2B5EF4-FFF2-40B4-BE49-F238E27FC236}">
                      <a16:creationId xmlns:a16="http://schemas.microsoft.com/office/drawing/2014/main" id="{D91BFE4F-28B4-4EB9-8514-6CBD22E52212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0" name="直線コネクタ 107189">
                  <a:extLst>
                    <a:ext uri="{FF2B5EF4-FFF2-40B4-BE49-F238E27FC236}">
                      <a16:creationId xmlns:a16="http://schemas.microsoft.com/office/drawing/2014/main" id="{0E0909C6-F2DC-4243-AF82-D22C79302008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1" name="直線コネクタ 107190">
                  <a:extLst>
                    <a:ext uri="{FF2B5EF4-FFF2-40B4-BE49-F238E27FC236}">
                      <a16:creationId xmlns:a16="http://schemas.microsoft.com/office/drawing/2014/main" id="{58DB0DAD-AFD3-457D-BA2E-FC76AA0BDB7A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2" name="直線コネクタ 107191">
                  <a:extLst>
                    <a:ext uri="{FF2B5EF4-FFF2-40B4-BE49-F238E27FC236}">
                      <a16:creationId xmlns:a16="http://schemas.microsoft.com/office/drawing/2014/main" id="{E602002A-DCAE-49BC-9553-6E50E0B61F57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3" name="直線コネクタ 107192">
                  <a:extLst>
                    <a:ext uri="{FF2B5EF4-FFF2-40B4-BE49-F238E27FC236}">
                      <a16:creationId xmlns:a16="http://schemas.microsoft.com/office/drawing/2014/main" id="{0CA26911-CDE7-46CD-A850-CB5E6D55EBAD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4" name="直線コネクタ 107193">
                  <a:extLst>
                    <a:ext uri="{FF2B5EF4-FFF2-40B4-BE49-F238E27FC236}">
                      <a16:creationId xmlns:a16="http://schemas.microsoft.com/office/drawing/2014/main" id="{AFEBE301-34BA-4C4F-A78F-8353EC0AF413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5" name="直線コネクタ 107194">
                  <a:extLst>
                    <a:ext uri="{FF2B5EF4-FFF2-40B4-BE49-F238E27FC236}">
                      <a16:creationId xmlns:a16="http://schemas.microsoft.com/office/drawing/2014/main" id="{76C7D71E-4098-4759-A1A8-B8535D834D8F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6" name="直線コネクタ 107195">
                  <a:extLst>
                    <a:ext uri="{FF2B5EF4-FFF2-40B4-BE49-F238E27FC236}">
                      <a16:creationId xmlns:a16="http://schemas.microsoft.com/office/drawing/2014/main" id="{FA70E48B-9A0A-4358-97C2-41BDFA4EC827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7" name="直線コネクタ 107196">
                  <a:extLst>
                    <a:ext uri="{FF2B5EF4-FFF2-40B4-BE49-F238E27FC236}">
                      <a16:creationId xmlns:a16="http://schemas.microsoft.com/office/drawing/2014/main" id="{06FF5615-C90C-4C52-A801-19B36C725251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8" name="直線コネクタ 107197">
                  <a:extLst>
                    <a:ext uri="{FF2B5EF4-FFF2-40B4-BE49-F238E27FC236}">
                      <a16:creationId xmlns:a16="http://schemas.microsoft.com/office/drawing/2014/main" id="{92A2ED97-5E9E-45A9-935C-54DAE13EF9A6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99" name="直線コネクタ 107198">
                  <a:extLst>
                    <a:ext uri="{FF2B5EF4-FFF2-40B4-BE49-F238E27FC236}">
                      <a16:creationId xmlns:a16="http://schemas.microsoft.com/office/drawing/2014/main" id="{52A69C0D-011D-47FD-837D-1E30A9B79117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0" name="直線コネクタ 107199">
                  <a:extLst>
                    <a:ext uri="{FF2B5EF4-FFF2-40B4-BE49-F238E27FC236}">
                      <a16:creationId xmlns:a16="http://schemas.microsoft.com/office/drawing/2014/main" id="{FE76A914-8ACA-486D-BE93-ED392810EE53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1" name="直線コネクタ 107200">
                  <a:extLst>
                    <a:ext uri="{FF2B5EF4-FFF2-40B4-BE49-F238E27FC236}">
                      <a16:creationId xmlns:a16="http://schemas.microsoft.com/office/drawing/2014/main" id="{0F4CB873-3CAA-403E-8D52-702EACE9E6EB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2" name="直線コネクタ 107201">
                  <a:extLst>
                    <a:ext uri="{FF2B5EF4-FFF2-40B4-BE49-F238E27FC236}">
                      <a16:creationId xmlns:a16="http://schemas.microsoft.com/office/drawing/2014/main" id="{DF110119-1147-4CE8-8EB6-2287BAAC7DFE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3" name="直線コネクタ 107202">
                  <a:extLst>
                    <a:ext uri="{FF2B5EF4-FFF2-40B4-BE49-F238E27FC236}">
                      <a16:creationId xmlns:a16="http://schemas.microsoft.com/office/drawing/2014/main" id="{12553810-1130-415B-8E8B-13B780E95CFE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4" name="直線コネクタ 107203">
                  <a:extLst>
                    <a:ext uri="{FF2B5EF4-FFF2-40B4-BE49-F238E27FC236}">
                      <a16:creationId xmlns:a16="http://schemas.microsoft.com/office/drawing/2014/main" id="{2E4D33C5-0EBD-4517-BB13-C4C4214856B3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5" name="直線コネクタ 107204">
                  <a:extLst>
                    <a:ext uri="{FF2B5EF4-FFF2-40B4-BE49-F238E27FC236}">
                      <a16:creationId xmlns:a16="http://schemas.microsoft.com/office/drawing/2014/main" id="{9D2F392B-2012-460C-A38A-35413F249264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6" name="直線コネクタ 107205">
                  <a:extLst>
                    <a:ext uri="{FF2B5EF4-FFF2-40B4-BE49-F238E27FC236}">
                      <a16:creationId xmlns:a16="http://schemas.microsoft.com/office/drawing/2014/main" id="{0D7B30E7-DE67-4464-B040-54F39DDFC461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7" name="直線コネクタ 107206">
                  <a:extLst>
                    <a:ext uri="{FF2B5EF4-FFF2-40B4-BE49-F238E27FC236}">
                      <a16:creationId xmlns:a16="http://schemas.microsoft.com/office/drawing/2014/main" id="{322C8670-B073-44BA-AC0B-6667BF488D5E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8" name="直線コネクタ 107207">
                  <a:extLst>
                    <a:ext uri="{FF2B5EF4-FFF2-40B4-BE49-F238E27FC236}">
                      <a16:creationId xmlns:a16="http://schemas.microsoft.com/office/drawing/2014/main" id="{C1643909-D663-436F-BDD2-69CB9D39BD4E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09" name="直線コネクタ 107208">
                  <a:extLst>
                    <a:ext uri="{FF2B5EF4-FFF2-40B4-BE49-F238E27FC236}">
                      <a16:creationId xmlns:a16="http://schemas.microsoft.com/office/drawing/2014/main" id="{D5C13969-1E26-470B-B458-91F6AEB427D0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0" name="直線コネクタ 107209">
                  <a:extLst>
                    <a:ext uri="{FF2B5EF4-FFF2-40B4-BE49-F238E27FC236}">
                      <a16:creationId xmlns:a16="http://schemas.microsoft.com/office/drawing/2014/main" id="{F7FA9C54-5186-4CCB-B406-680261803223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1" name="直線コネクタ 107210">
                  <a:extLst>
                    <a:ext uri="{FF2B5EF4-FFF2-40B4-BE49-F238E27FC236}">
                      <a16:creationId xmlns:a16="http://schemas.microsoft.com/office/drawing/2014/main" id="{9AFA4150-62E4-4689-AC96-6BE1545D6251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2" name="直線コネクタ 107211">
                  <a:extLst>
                    <a:ext uri="{FF2B5EF4-FFF2-40B4-BE49-F238E27FC236}">
                      <a16:creationId xmlns:a16="http://schemas.microsoft.com/office/drawing/2014/main" id="{70DD8DB2-DD2C-494A-9E11-D62F5E13155B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3" name="直線コネクタ 107212">
                  <a:extLst>
                    <a:ext uri="{FF2B5EF4-FFF2-40B4-BE49-F238E27FC236}">
                      <a16:creationId xmlns:a16="http://schemas.microsoft.com/office/drawing/2014/main" id="{591D718F-C4B4-4F46-AD06-026EAA9F71EF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4" name="直線コネクタ 107213">
                  <a:extLst>
                    <a:ext uri="{FF2B5EF4-FFF2-40B4-BE49-F238E27FC236}">
                      <a16:creationId xmlns:a16="http://schemas.microsoft.com/office/drawing/2014/main" id="{9E4A1698-CDA0-472F-899D-D32B28A882EA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5" name="直線コネクタ 107214">
                  <a:extLst>
                    <a:ext uri="{FF2B5EF4-FFF2-40B4-BE49-F238E27FC236}">
                      <a16:creationId xmlns:a16="http://schemas.microsoft.com/office/drawing/2014/main" id="{D4164548-6352-4DA1-931D-5268269ECA5D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6" name="直線コネクタ 107215">
                  <a:extLst>
                    <a:ext uri="{FF2B5EF4-FFF2-40B4-BE49-F238E27FC236}">
                      <a16:creationId xmlns:a16="http://schemas.microsoft.com/office/drawing/2014/main" id="{5C81D8B8-A8C5-4B84-9C2A-67BF57EA8CD3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7" name="直線コネクタ 107216">
                  <a:extLst>
                    <a:ext uri="{FF2B5EF4-FFF2-40B4-BE49-F238E27FC236}">
                      <a16:creationId xmlns:a16="http://schemas.microsoft.com/office/drawing/2014/main" id="{F59FB3B0-8B54-4AB9-8289-46CCA28DEA70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8" name="直線コネクタ 107217">
                  <a:extLst>
                    <a:ext uri="{FF2B5EF4-FFF2-40B4-BE49-F238E27FC236}">
                      <a16:creationId xmlns:a16="http://schemas.microsoft.com/office/drawing/2014/main" id="{822054EC-5CE7-4EAD-9300-4117C661EC99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19" name="直線コネクタ 107218">
                  <a:extLst>
                    <a:ext uri="{FF2B5EF4-FFF2-40B4-BE49-F238E27FC236}">
                      <a16:creationId xmlns:a16="http://schemas.microsoft.com/office/drawing/2014/main" id="{4147B361-83C5-4F68-9F2A-EB1AD2B8EA40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0" name="直線コネクタ 107219">
                  <a:extLst>
                    <a:ext uri="{FF2B5EF4-FFF2-40B4-BE49-F238E27FC236}">
                      <a16:creationId xmlns:a16="http://schemas.microsoft.com/office/drawing/2014/main" id="{E991B793-1AE6-4E1D-A4F6-A9EAA5216E9B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1" name="直線コネクタ 107220">
                  <a:extLst>
                    <a:ext uri="{FF2B5EF4-FFF2-40B4-BE49-F238E27FC236}">
                      <a16:creationId xmlns:a16="http://schemas.microsoft.com/office/drawing/2014/main" id="{3913958B-425A-4CE7-BCBE-E076598587B5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2" name="直線コネクタ 107221">
                  <a:extLst>
                    <a:ext uri="{FF2B5EF4-FFF2-40B4-BE49-F238E27FC236}">
                      <a16:creationId xmlns:a16="http://schemas.microsoft.com/office/drawing/2014/main" id="{C364ABBD-FE3E-4A8C-BD75-A9F5C8ECFA5E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3" name="直線コネクタ 107222">
                  <a:extLst>
                    <a:ext uri="{FF2B5EF4-FFF2-40B4-BE49-F238E27FC236}">
                      <a16:creationId xmlns:a16="http://schemas.microsoft.com/office/drawing/2014/main" id="{7B3F3CD4-CB28-42D7-9F85-9A2440647689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4" name="直線コネクタ 107223">
                  <a:extLst>
                    <a:ext uri="{FF2B5EF4-FFF2-40B4-BE49-F238E27FC236}">
                      <a16:creationId xmlns:a16="http://schemas.microsoft.com/office/drawing/2014/main" id="{E1A356AC-8EDF-4EBE-A6C6-B2A421BF0BB3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5" name="直線コネクタ 107224">
                  <a:extLst>
                    <a:ext uri="{FF2B5EF4-FFF2-40B4-BE49-F238E27FC236}">
                      <a16:creationId xmlns:a16="http://schemas.microsoft.com/office/drawing/2014/main" id="{75F953AA-FD0D-4625-B88B-30A8A597D704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6" name="直線コネクタ 107225">
                  <a:extLst>
                    <a:ext uri="{FF2B5EF4-FFF2-40B4-BE49-F238E27FC236}">
                      <a16:creationId xmlns:a16="http://schemas.microsoft.com/office/drawing/2014/main" id="{C6E87711-085D-41CE-A2E0-315AFA788272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7" name="直線コネクタ 107226">
                  <a:extLst>
                    <a:ext uri="{FF2B5EF4-FFF2-40B4-BE49-F238E27FC236}">
                      <a16:creationId xmlns:a16="http://schemas.microsoft.com/office/drawing/2014/main" id="{AB36D7A3-FB2B-4F22-9639-7A314EDA292C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8" name="直線コネクタ 107227">
                  <a:extLst>
                    <a:ext uri="{FF2B5EF4-FFF2-40B4-BE49-F238E27FC236}">
                      <a16:creationId xmlns:a16="http://schemas.microsoft.com/office/drawing/2014/main" id="{9AD8E1BF-4960-4DE2-87F8-30409F87C781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29" name="直線コネクタ 107228">
                  <a:extLst>
                    <a:ext uri="{FF2B5EF4-FFF2-40B4-BE49-F238E27FC236}">
                      <a16:creationId xmlns:a16="http://schemas.microsoft.com/office/drawing/2014/main" id="{866AFF26-F297-4E26-BDC7-54C2135327AB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0" name="直線コネクタ 107229">
                  <a:extLst>
                    <a:ext uri="{FF2B5EF4-FFF2-40B4-BE49-F238E27FC236}">
                      <a16:creationId xmlns:a16="http://schemas.microsoft.com/office/drawing/2014/main" id="{CF4E9AD5-F720-480F-B2CF-5B49E9305EB9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1" name="直線コネクタ 107230">
                  <a:extLst>
                    <a:ext uri="{FF2B5EF4-FFF2-40B4-BE49-F238E27FC236}">
                      <a16:creationId xmlns:a16="http://schemas.microsoft.com/office/drawing/2014/main" id="{54A4D85D-1970-4AE0-A727-2A41B5359C0A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2" name="直線コネクタ 107231">
                  <a:extLst>
                    <a:ext uri="{FF2B5EF4-FFF2-40B4-BE49-F238E27FC236}">
                      <a16:creationId xmlns:a16="http://schemas.microsoft.com/office/drawing/2014/main" id="{5B767060-8757-438F-A75C-165FCAD39964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3" name="直線コネクタ 107232">
                  <a:extLst>
                    <a:ext uri="{FF2B5EF4-FFF2-40B4-BE49-F238E27FC236}">
                      <a16:creationId xmlns:a16="http://schemas.microsoft.com/office/drawing/2014/main" id="{72DC1851-62BA-44D7-8CF8-93540200A025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4" name="直線コネクタ 107233">
                  <a:extLst>
                    <a:ext uri="{FF2B5EF4-FFF2-40B4-BE49-F238E27FC236}">
                      <a16:creationId xmlns:a16="http://schemas.microsoft.com/office/drawing/2014/main" id="{AF912185-CB0C-4EBC-A476-F0A3D33D40B4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5" name="直線コネクタ 107234">
                  <a:extLst>
                    <a:ext uri="{FF2B5EF4-FFF2-40B4-BE49-F238E27FC236}">
                      <a16:creationId xmlns:a16="http://schemas.microsoft.com/office/drawing/2014/main" id="{6C082801-A4D9-449C-989C-529794B0B438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6" name="直線コネクタ 107235">
                  <a:extLst>
                    <a:ext uri="{FF2B5EF4-FFF2-40B4-BE49-F238E27FC236}">
                      <a16:creationId xmlns:a16="http://schemas.microsoft.com/office/drawing/2014/main" id="{7C197E73-B217-4772-BBBC-BDA08967A8E6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7" name="直線コネクタ 107236">
                  <a:extLst>
                    <a:ext uri="{FF2B5EF4-FFF2-40B4-BE49-F238E27FC236}">
                      <a16:creationId xmlns:a16="http://schemas.microsoft.com/office/drawing/2014/main" id="{6F3470E3-6D29-4EC9-A96F-260453F63CDE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8" name="直線コネクタ 107237">
                  <a:extLst>
                    <a:ext uri="{FF2B5EF4-FFF2-40B4-BE49-F238E27FC236}">
                      <a16:creationId xmlns:a16="http://schemas.microsoft.com/office/drawing/2014/main" id="{8FEB82C4-4F69-4379-B616-E346AC41AE20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39" name="直線コネクタ 107238">
                  <a:extLst>
                    <a:ext uri="{FF2B5EF4-FFF2-40B4-BE49-F238E27FC236}">
                      <a16:creationId xmlns:a16="http://schemas.microsoft.com/office/drawing/2014/main" id="{BA97D9D5-4D73-4EB4-A9C0-E943A293A3B5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0" name="直線コネクタ 107239">
                  <a:extLst>
                    <a:ext uri="{FF2B5EF4-FFF2-40B4-BE49-F238E27FC236}">
                      <a16:creationId xmlns:a16="http://schemas.microsoft.com/office/drawing/2014/main" id="{827638E4-8F82-4734-A979-8F7DC22EFCF1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1" name="直線コネクタ 107240">
                  <a:extLst>
                    <a:ext uri="{FF2B5EF4-FFF2-40B4-BE49-F238E27FC236}">
                      <a16:creationId xmlns:a16="http://schemas.microsoft.com/office/drawing/2014/main" id="{8135D9EC-7807-461B-8601-A0687C85FC1B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2" name="直線コネクタ 107241">
                  <a:extLst>
                    <a:ext uri="{FF2B5EF4-FFF2-40B4-BE49-F238E27FC236}">
                      <a16:creationId xmlns:a16="http://schemas.microsoft.com/office/drawing/2014/main" id="{52CFC688-1E4A-4D62-A3EF-C4373A2D7881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3" name="直線コネクタ 107242">
                  <a:extLst>
                    <a:ext uri="{FF2B5EF4-FFF2-40B4-BE49-F238E27FC236}">
                      <a16:creationId xmlns:a16="http://schemas.microsoft.com/office/drawing/2014/main" id="{EA2A2BCB-93D3-4043-BDBA-79445FF1DAB0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4" name="直線コネクタ 107243">
                  <a:extLst>
                    <a:ext uri="{FF2B5EF4-FFF2-40B4-BE49-F238E27FC236}">
                      <a16:creationId xmlns:a16="http://schemas.microsoft.com/office/drawing/2014/main" id="{CF15CB30-B66D-4D1A-B578-8AD098CD3B0F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5" name="直線コネクタ 107244">
                  <a:extLst>
                    <a:ext uri="{FF2B5EF4-FFF2-40B4-BE49-F238E27FC236}">
                      <a16:creationId xmlns:a16="http://schemas.microsoft.com/office/drawing/2014/main" id="{0E187B6D-C13D-4B6A-B951-9340052CA5F8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6" name="直線コネクタ 107245">
                  <a:extLst>
                    <a:ext uri="{FF2B5EF4-FFF2-40B4-BE49-F238E27FC236}">
                      <a16:creationId xmlns:a16="http://schemas.microsoft.com/office/drawing/2014/main" id="{E5A473CC-3E42-445C-832C-F8772BE8A98E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7" name="直線コネクタ 107246">
                  <a:extLst>
                    <a:ext uri="{FF2B5EF4-FFF2-40B4-BE49-F238E27FC236}">
                      <a16:creationId xmlns:a16="http://schemas.microsoft.com/office/drawing/2014/main" id="{AAE402F0-E69A-4A01-B925-679A4BFD8CF5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8" name="直線コネクタ 107247">
                  <a:extLst>
                    <a:ext uri="{FF2B5EF4-FFF2-40B4-BE49-F238E27FC236}">
                      <a16:creationId xmlns:a16="http://schemas.microsoft.com/office/drawing/2014/main" id="{E106769E-4642-40E3-8131-190510E61100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49" name="直線コネクタ 107248">
                  <a:extLst>
                    <a:ext uri="{FF2B5EF4-FFF2-40B4-BE49-F238E27FC236}">
                      <a16:creationId xmlns:a16="http://schemas.microsoft.com/office/drawing/2014/main" id="{B702A439-37BC-4E97-AE1C-053D94C882A3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0" name="直線コネクタ 107249">
                  <a:extLst>
                    <a:ext uri="{FF2B5EF4-FFF2-40B4-BE49-F238E27FC236}">
                      <a16:creationId xmlns:a16="http://schemas.microsoft.com/office/drawing/2014/main" id="{813CC0AE-5E41-4865-93EE-D9EBEB4B4A6D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1" name="直線コネクタ 107250">
                  <a:extLst>
                    <a:ext uri="{FF2B5EF4-FFF2-40B4-BE49-F238E27FC236}">
                      <a16:creationId xmlns:a16="http://schemas.microsoft.com/office/drawing/2014/main" id="{5B1B1E22-8C50-4B39-A1A1-B07692C151F3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2" name="直線コネクタ 107251">
                  <a:extLst>
                    <a:ext uri="{FF2B5EF4-FFF2-40B4-BE49-F238E27FC236}">
                      <a16:creationId xmlns:a16="http://schemas.microsoft.com/office/drawing/2014/main" id="{CB620398-08A1-4C1F-91D0-F6604DF78A34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3" name="直線コネクタ 107252">
                  <a:extLst>
                    <a:ext uri="{FF2B5EF4-FFF2-40B4-BE49-F238E27FC236}">
                      <a16:creationId xmlns:a16="http://schemas.microsoft.com/office/drawing/2014/main" id="{D98D6838-725A-4D1C-8A31-06476EE90CF0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4" name="直線コネクタ 107253">
                  <a:extLst>
                    <a:ext uri="{FF2B5EF4-FFF2-40B4-BE49-F238E27FC236}">
                      <a16:creationId xmlns:a16="http://schemas.microsoft.com/office/drawing/2014/main" id="{79343E0D-6091-40D2-8B1C-44D7D022B3ED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5" name="直線コネクタ 107254">
                  <a:extLst>
                    <a:ext uri="{FF2B5EF4-FFF2-40B4-BE49-F238E27FC236}">
                      <a16:creationId xmlns:a16="http://schemas.microsoft.com/office/drawing/2014/main" id="{5A060249-D5EE-4F6C-9706-BF9EA00F4EF7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6" name="直線コネクタ 107255">
                  <a:extLst>
                    <a:ext uri="{FF2B5EF4-FFF2-40B4-BE49-F238E27FC236}">
                      <a16:creationId xmlns:a16="http://schemas.microsoft.com/office/drawing/2014/main" id="{6E1909FD-663E-42F6-8BEB-4AA44A452DAD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7" name="直線コネクタ 107256">
                  <a:extLst>
                    <a:ext uri="{FF2B5EF4-FFF2-40B4-BE49-F238E27FC236}">
                      <a16:creationId xmlns:a16="http://schemas.microsoft.com/office/drawing/2014/main" id="{94338EDF-1F2F-43A1-9516-DAA7506E29B8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8" name="直線コネクタ 107257">
                  <a:extLst>
                    <a:ext uri="{FF2B5EF4-FFF2-40B4-BE49-F238E27FC236}">
                      <a16:creationId xmlns:a16="http://schemas.microsoft.com/office/drawing/2014/main" id="{8DD9D115-9F37-44FB-A300-BC9A98EFD4FA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59" name="直線コネクタ 107258">
                  <a:extLst>
                    <a:ext uri="{FF2B5EF4-FFF2-40B4-BE49-F238E27FC236}">
                      <a16:creationId xmlns:a16="http://schemas.microsoft.com/office/drawing/2014/main" id="{6A5F66E9-5853-4E2A-9A0C-01B61411F868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0" name="直線コネクタ 107259">
                  <a:extLst>
                    <a:ext uri="{FF2B5EF4-FFF2-40B4-BE49-F238E27FC236}">
                      <a16:creationId xmlns:a16="http://schemas.microsoft.com/office/drawing/2014/main" id="{D762BDE0-8A40-4058-9DC0-34D669E364BE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1" name="直線コネクタ 107260">
                  <a:extLst>
                    <a:ext uri="{FF2B5EF4-FFF2-40B4-BE49-F238E27FC236}">
                      <a16:creationId xmlns:a16="http://schemas.microsoft.com/office/drawing/2014/main" id="{279A8CDE-31AC-44F0-9FAB-25F9A4A48126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2" name="直線コネクタ 107261">
                  <a:extLst>
                    <a:ext uri="{FF2B5EF4-FFF2-40B4-BE49-F238E27FC236}">
                      <a16:creationId xmlns:a16="http://schemas.microsoft.com/office/drawing/2014/main" id="{3E4EADC4-FE34-4F3D-84E3-953D44E88851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3" name="直線コネクタ 107262">
                  <a:extLst>
                    <a:ext uri="{FF2B5EF4-FFF2-40B4-BE49-F238E27FC236}">
                      <a16:creationId xmlns:a16="http://schemas.microsoft.com/office/drawing/2014/main" id="{93AD65F6-303C-4D3A-A25E-D5BF4C8451A9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4" name="直線コネクタ 107263">
                  <a:extLst>
                    <a:ext uri="{FF2B5EF4-FFF2-40B4-BE49-F238E27FC236}">
                      <a16:creationId xmlns:a16="http://schemas.microsoft.com/office/drawing/2014/main" id="{F1B5E7AF-E9C0-428D-877A-2F74210972DA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5" name="直線コネクタ 107264">
                  <a:extLst>
                    <a:ext uri="{FF2B5EF4-FFF2-40B4-BE49-F238E27FC236}">
                      <a16:creationId xmlns:a16="http://schemas.microsoft.com/office/drawing/2014/main" id="{C60C4708-09A7-4328-A17A-4AC40B2DEA5A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6" name="直線コネクタ 107265">
                  <a:extLst>
                    <a:ext uri="{FF2B5EF4-FFF2-40B4-BE49-F238E27FC236}">
                      <a16:creationId xmlns:a16="http://schemas.microsoft.com/office/drawing/2014/main" id="{838CA765-49D9-4CA7-A9E5-A7A0821262C9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7" name="直線コネクタ 107266">
                  <a:extLst>
                    <a:ext uri="{FF2B5EF4-FFF2-40B4-BE49-F238E27FC236}">
                      <a16:creationId xmlns:a16="http://schemas.microsoft.com/office/drawing/2014/main" id="{A30794D0-9B32-4526-9A17-D6FD3646EA88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8" name="直線コネクタ 107267">
                  <a:extLst>
                    <a:ext uri="{FF2B5EF4-FFF2-40B4-BE49-F238E27FC236}">
                      <a16:creationId xmlns:a16="http://schemas.microsoft.com/office/drawing/2014/main" id="{2BC6C6E6-F16A-470C-B3D5-D7F621769924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69" name="直線コネクタ 107268">
                  <a:extLst>
                    <a:ext uri="{FF2B5EF4-FFF2-40B4-BE49-F238E27FC236}">
                      <a16:creationId xmlns:a16="http://schemas.microsoft.com/office/drawing/2014/main" id="{E9FEEA91-23F0-44F5-84F4-7851599513F2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0" name="直線コネクタ 107269">
                  <a:extLst>
                    <a:ext uri="{FF2B5EF4-FFF2-40B4-BE49-F238E27FC236}">
                      <a16:creationId xmlns:a16="http://schemas.microsoft.com/office/drawing/2014/main" id="{CD1436A2-9F7B-44DB-A1A5-6DA116F3867D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1" name="直線コネクタ 107270">
                  <a:extLst>
                    <a:ext uri="{FF2B5EF4-FFF2-40B4-BE49-F238E27FC236}">
                      <a16:creationId xmlns:a16="http://schemas.microsoft.com/office/drawing/2014/main" id="{859B227B-3EAC-4F08-A0B6-8F48EE221C3F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2" name="直線コネクタ 107271">
                  <a:extLst>
                    <a:ext uri="{FF2B5EF4-FFF2-40B4-BE49-F238E27FC236}">
                      <a16:creationId xmlns:a16="http://schemas.microsoft.com/office/drawing/2014/main" id="{93101400-065D-4D06-AA63-E8D04B3311D9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3" name="直線コネクタ 107272">
                  <a:extLst>
                    <a:ext uri="{FF2B5EF4-FFF2-40B4-BE49-F238E27FC236}">
                      <a16:creationId xmlns:a16="http://schemas.microsoft.com/office/drawing/2014/main" id="{3A9AF73F-54F1-4982-A220-ACB54E206E42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4" name="直線コネクタ 107273">
                  <a:extLst>
                    <a:ext uri="{FF2B5EF4-FFF2-40B4-BE49-F238E27FC236}">
                      <a16:creationId xmlns:a16="http://schemas.microsoft.com/office/drawing/2014/main" id="{64BD062E-4388-46D9-8A1E-DBF13586433A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5" name="直線コネクタ 107274">
                  <a:extLst>
                    <a:ext uri="{FF2B5EF4-FFF2-40B4-BE49-F238E27FC236}">
                      <a16:creationId xmlns:a16="http://schemas.microsoft.com/office/drawing/2014/main" id="{A11F6457-4BED-48ED-868B-2628849EA8D6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6" name="直線コネクタ 107275">
                  <a:extLst>
                    <a:ext uri="{FF2B5EF4-FFF2-40B4-BE49-F238E27FC236}">
                      <a16:creationId xmlns:a16="http://schemas.microsoft.com/office/drawing/2014/main" id="{5AA46642-B8B9-4583-BC21-0C29E4D09BB4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7" name="直線コネクタ 107276">
                  <a:extLst>
                    <a:ext uri="{FF2B5EF4-FFF2-40B4-BE49-F238E27FC236}">
                      <a16:creationId xmlns:a16="http://schemas.microsoft.com/office/drawing/2014/main" id="{9ADD305C-F49D-4FF5-81C7-3800C0C5D5F6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8" name="直線コネクタ 107277">
                  <a:extLst>
                    <a:ext uri="{FF2B5EF4-FFF2-40B4-BE49-F238E27FC236}">
                      <a16:creationId xmlns:a16="http://schemas.microsoft.com/office/drawing/2014/main" id="{DEBF3057-C9E8-4BC1-8D53-23C918FF7AA6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79" name="直線コネクタ 107278">
                  <a:extLst>
                    <a:ext uri="{FF2B5EF4-FFF2-40B4-BE49-F238E27FC236}">
                      <a16:creationId xmlns:a16="http://schemas.microsoft.com/office/drawing/2014/main" id="{147B8D3D-8C2B-43AE-AB48-69BBD377BF41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0" name="直線コネクタ 107279">
                  <a:extLst>
                    <a:ext uri="{FF2B5EF4-FFF2-40B4-BE49-F238E27FC236}">
                      <a16:creationId xmlns:a16="http://schemas.microsoft.com/office/drawing/2014/main" id="{66819E7F-6A16-49FA-A396-7A2641A81C1A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1" name="直線コネクタ 107280">
                  <a:extLst>
                    <a:ext uri="{FF2B5EF4-FFF2-40B4-BE49-F238E27FC236}">
                      <a16:creationId xmlns:a16="http://schemas.microsoft.com/office/drawing/2014/main" id="{F3B40CFE-2A58-4E43-AB8C-9062A29CD8A4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2" name="直線コネクタ 107281">
                  <a:extLst>
                    <a:ext uri="{FF2B5EF4-FFF2-40B4-BE49-F238E27FC236}">
                      <a16:creationId xmlns:a16="http://schemas.microsoft.com/office/drawing/2014/main" id="{93A0173D-11A1-4460-B4CB-F38582D55629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3" name="直線コネクタ 107282">
                  <a:extLst>
                    <a:ext uri="{FF2B5EF4-FFF2-40B4-BE49-F238E27FC236}">
                      <a16:creationId xmlns:a16="http://schemas.microsoft.com/office/drawing/2014/main" id="{07C22EB2-72A3-4E59-9F41-7BC3E9047362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4" name="直線コネクタ 107283">
                  <a:extLst>
                    <a:ext uri="{FF2B5EF4-FFF2-40B4-BE49-F238E27FC236}">
                      <a16:creationId xmlns:a16="http://schemas.microsoft.com/office/drawing/2014/main" id="{4952C157-18BA-43DF-B743-1DE64E9FB773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5" name="直線コネクタ 107284">
                  <a:extLst>
                    <a:ext uri="{FF2B5EF4-FFF2-40B4-BE49-F238E27FC236}">
                      <a16:creationId xmlns:a16="http://schemas.microsoft.com/office/drawing/2014/main" id="{AD3B0E61-0D74-4F5D-9B70-61AF06419261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6" name="直線コネクタ 107285">
                  <a:extLst>
                    <a:ext uri="{FF2B5EF4-FFF2-40B4-BE49-F238E27FC236}">
                      <a16:creationId xmlns:a16="http://schemas.microsoft.com/office/drawing/2014/main" id="{0D0A4388-1EDE-4EA5-879A-0FF190FABDC0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7" name="直線コネクタ 107286">
                  <a:extLst>
                    <a:ext uri="{FF2B5EF4-FFF2-40B4-BE49-F238E27FC236}">
                      <a16:creationId xmlns:a16="http://schemas.microsoft.com/office/drawing/2014/main" id="{85AAE2EE-9C22-4B48-9047-B242460F0352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8" name="直線コネクタ 107287">
                  <a:extLst>
                    <a:ext uri="{FF2B5EF4-FFF2-40B4-BE49-F238E27FC236}">
                      <a16:creationId xmlns:a16="http://schemas.microsoft.com/office/drawing/2014/main" id="{30AFB25B-BE3A-43EF-A793-528ED21FC9EC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89" name="直線コネクタ 107288">
                  <a:extLst>
                    <a:ext uri="{FF2B5EF4-FFF2-40B4-BE49-F238E27FC236}">
                      <a16:creationId xmlns:a16="http://schemas.microsoft.com/office/drawing/2014/main" id="{9933169E-4103-4FE0-A121-260F6AADF55F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0" name="直線コネクタ 107289">
                  <a:extLst>
                    <a:ext uri="{FF2B5EF4-FFF2-40B4-BE49-F238E27FC236}">
                      <a16:creationId xmlns:a16="http://schemas.microsoft.com/office/drawing/2014/main" id="{93CCBB1B-56BD-4FDC-B9B5-728F4832A10D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1" name="直線コネクタ 107290">
                  <a:extLst>
                    <a:ext uri="{FF2B5EF4-FFF2-40B4-BE49-F238E27FC236}">
                      <a16:creationId xmlns:a16="http://schemas.microsoft.com/office/drawing/2014/main" id="{EF802A8E-987A-408C-AA76-8FB033E7D3CB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2" name="直線コネクタ 107291">
                  <a:extLst>
                    <a:ext uri="{FF2B5EF4-FFF2-40B4-BE49-F238E27FC236}">
                      <a16:creationId xmlns:a16="http://schemas.microsoft.com/office/drawing/2014/main" id="{DFDC42F1-012C-4AF7-9EF9-0BE720F3FE5F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3" name="直線コネクタ 107292">
                  <a:extLst>
                    <a:ext uri="{FF2B5EF4-FFF2-40B4-BE49-F238E27FC236}">
                      <a16:creationId xmlns:a16="http://schemas.microsoft.com/office/drawing/2014/main" id="{DB0EC137-781F-44E8-8BFD-A1D5ED988A1E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4" name="直線コネクタ 107293">
                  <a:extLst>
                    <a:ext uri="{FF2B5EF4-FFF2-40B4-BE49-F238E27FC236}">
                      <a16:creationId xmlns:a16="http://schemas.microsoft.com/office/drawing/2014/main" id="{D6DD4162-5C8A-4625-8694-3CAC6FC05325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5" name="直線コネクタ 107294">
                  <a:extLst>
                    <a:ext uri="{FF2B5EF4-FFF2-40B4-BE49-F238E27FC236}">
                      <a16:creationId xmlns:a16="http://schemas.microsoft.com/office/drawing/2014/main" id="{C6FB4C38-D501-49FB-B9A7-1FA9AE437AC7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6" name="直線コネクタ 107295">
                  <a:extLst>
                    <a:ext uri="{FF2B5EF4-FFF2-40B4-BE49-F238E27FC236}">
                      <a16:creationId xmlns:a16="http://schemas.microsoft.com/office/drawing/2014/main" id="{8615E037-5648-4294-ADE5-28ACE583BC65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7" name="直線コネクタ 107296">
                  <a:extLst>
                    <a:ext uri="{FF2B5EF4-FFF2-40B4-BE49-F238E27FC236}">
                      <a16:creationId xmlns:a16="http://schemas.microsoft.com/office/drawing/2014/main" id="{5B243B3E-9703-4562-A90A-C12CE0368200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8" name="直線コネクタ 107297">
                  <a:extLst>
                    <a:ext uri="{FF2B5EF4-FFF2-40B4-BE49-F238E27FC236}">
                      <a16:creationId xmlns:a16="http://schemas.microsoft.com/office/drawing/2014/main" id="{D68E6567-14D9-44D3-BDC0-9951FA28AA15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99" name="直線コネクタ 107298">
                  <a:extLst>
                    <a:ext uri="{FF2B5EF4-FFF2-40B4-BE49-F238E27FC236}">
                      <a16:creationId xmlns:a16="http://schemas.microsoft.com/office/drawing/2014/main" id="{0AA47D1B-D4DB-415C-9CE7-2BEFD7CBF1D6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0" name="直線コネクタ 107299">
                  <a:extLst>
                    <a:ext uri="{FF2B5EF4-FFF2-40B4-BE49-F238E27FC236}">
                      <a16:creationId xmlns:a16="http://schemas.microsoft.com/office/drawing/2014/main" id="{33421A9A-73AC-4D0B-A07C-9E8D27A17479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1" name="直線コネクタ 107300">
                  <a:extLst>
                    <a:ext uri="{FF2B5EF4-FFF2-40B4-BE49-F238E27FC236}">
                      <a16:creationId xmlns:a16="http://schemas.microsoft.com/office/drawing/2014/main" id="{B525CBE1-12A3-4A18-B30F-CB48216F6560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2" name="直線コネクタ 107301">
                  <a:extLst>
                    <a:ext uri="{FF2B5EF4-FFF2-40B4-BE49-F238E27FC236}">
                      <a16:creationId xmlns:a16="http://schemas.microsoft.com/office/drawing/2014/main" id="{0B770F1B-5A3C-42CA-B288-8180E9E825F2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3" name="直線コネクタ 107302">
                  <a:extLst>
                    <a:ext uri="{FF2B5EF4-FFF2-40B4-BE49-F238E27FC236}">
                      <a16:creationId xmlns:a16="http://schemas.microsoft.com/office/drawing/2014/main" id="{C72F9F0A-0B1D-47C4-97BB-0C3482E1628A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4" name="直線コネクタ 107303">
                  <a:extLst>
                    <a:ext uri="{FF2B5EF4-FFF2-40B4-BE49-F238E27FC236}">
                      <a16:creationId xmlns:a16="http://schemas.microsoft.com/office/drawing/2014/main" id="{90B8CF51-6874-4170-BF99-36D7B1E8CD1A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5" name="直線コネクタ 107304">
                  <a:extLst>
                    <a:ext uri="{FF2B5EF4-FFF2-40B4-BE49-F238E27FC236}">
                      <a16:creationId xmlns:a16="http://schemas.microsoft.com/office/drawing/2014/main" id="{38A39B3B-9314-4CE3-B086-255D55C8E6DD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6" name="直線コネクタ 107305">
                  <a:extLst>
                    <a:ext uri="{FF2B5EF4-FFF2-40B4-BE49-F238E27FC236}">
                      <a16:creationId xmlns:a16="http://schemas.microsoft.com/office/drawing/2014/main" id="{E4286838-5FAD-4A6E-8036-E28AE7D1FA4F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7" name="直線コネクタ 107306">
                  <a:extLst>
                    <a:ext uri="{FF2B5EF4-FFF2-40B4-BE49-F238E27FC236}">
                      <a16:creationId xmlns:a16="http://schemas.microsoft.com/office/drawing/2014/main" id="{8E709C08-16F5-4CB1-9FEA-4ECBEEA57B33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8" name="直線コネクタ 107307">
                  <a:extLst>
                    <a:ext uri="{FF2B5EF4-FFF2-40B4-BE49-F238E27FC236}">
                      <a16:creationId xmlns:a16="http://schemas.microsoft.com/office/drawing/2014/main" id="{61883A78-202A-476F-A6DD-4D7147DB1C36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09" name="直線コネクタ 107308">
                  <a:extLst>
                    <a:ext uri="{FF2B5EF4-FFF2-40B4-BE49-F238E27FC236}">
                      <a16:creationId xmlns:a16="http://schemas.microsoft.com/office/drawing/2014/main" id="{DD6C1681-E388-4131-8C51-C956921EF556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0" name="直線コネクタ 107309">
                  <a:extLst>
                    <a:ext uri="{FF2B5EF4-FFF2-40B4-BE49-F238E27FC236}">
                      <a16:creationId xmlns:a16="http://schemas.microsoft.com/office/drawing/2014/main" id="{219C7CE4-B786-439F-9D0A-03C77D848964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1" name="直線コネクタ 107310">
                  <a:extLst>
                    <a:ext uri="{FF2B5EF4-FFF2-40B4-BE49-F238E27FC236}">
                      <a16:creationId xmlns:a16="http://schemas.microsoft.com/office/drawing/2014/main" id="{A17E109D-C163-42E4-8915-F959368E2CEB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2" name="直線コネクタ 107311">
                  <a:extLst>
                    <a:ext uri="{FF2B5EF4-FFF2-40B4-BE49-F238E27FC236}">
                      <a16:creationId xmlns:a16="http://schemas.microsoft.com/office/drawing/2014/main" id="{1965C348-F03F-4DA0-961F-0E7E27C45013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3" name="直線コネクタ 107312">
                  <a:extLst>
                    <a:ext uri="{FF2B5EF4-FFF2-40B4-BE49-F238E27FC236}">
                      <a16:creationId xmlns:a16="http://schemas.microsoft.com/office/drawing/2014/main" id="{0CB99AF4-4EF7-40C2-AA51-BE759559E39B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4" name="直線コネクタ 107313">
                  <a:extLst>
                    <a:ext uri="{FF2B5EF4-FFF2-40B4-BE49-F238E27FC236}">
                      <a16:creationId xmlns:a16="http://schemas.microsoft.com/office/drawing/2014/main" id="{2D288AF2-4942-4201-AE86-A177DFF1C826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5" name="直線コネクタ 107314">
                  <a:extLst>
                    <a:ext uri="{FF2B5EF4-FFF2-40B4-BE49-F238E27FC236}">
                      <a16:creationId xmlns:a16="http://schemas.microsoft.com/office/drawing/2014/main" id="{A23BA8D3-F4B0-4B80-856C-3C4AB889D54C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6" name="直線コネクタ 107315">
                  <a:extLst>
                    <a:ext uri="{FF2B5EF4-FFF2-40B4-BE49-F238E27FC236}">
                      <a16:creationId xmlns:a16="http://schemas.microsoft.com/office/drawing/2014/main" id="{E4B793D3-AA6E-45C3-AEE3-71F97651E41B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7" name="直線コネクタ 107316">
                  <a:extLst>
                    <a:ext uri="{FF2B5EF4-FFF2-40B4-BE49-F238E27FC236}">
                      <a16:creationId xmlns:a16="http://schemas.microsoft.com/office/drawing/2014/main" id="{0171E60D-81E2-4149-B25F-140A49B6AD09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8" name="直線コネクタ 107317">
                  <a:extLst>
                    <a:ext uri="{FF2B5EF4-FFF2-40B4-BE49-F238E27FC236}">
                      <a16:creationId xmlns:a16="http://schemas.microsoft.com/office/drawing/2014/main" id="{3A387B53-036C-44A9-9E3C-78158E5BC24D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19" name="直線コネクタ 107318">
                  <a:extLst>
                    <a:ext uri="{FF2B5EF4-FFF2-40B4-BE49-F238E27FC236}">
                      <a16:creationId xmlns:a16="http://schemas.microsoft.com/office/drawing/2014/main" id="{B7BDDF85-ABEF-448B-8898-75DAE9AF2B96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0" name="直線コネクタ 107319">
                  <a:extLst>
                    <a:ext uri="{FF2B5EF4-FFF2-40B4-BE49-F238E27FC236}">
                      <a16:creationId xmlns:a16="http://schemas.microsoft.com/office/drawing/2014/main" id="{837A8A36-3B18-4AC4-AF87-FA1FFC6204E6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1" name="直線コネクタ 107320">
                  <a:extLst>
                    <a:ext uri="{FF2B5EF4-FFF2-40B4-BE49-F238E27FC236}">
                      <a16:creationId xmlns:a16="http://schemas.microsoft.com/office/drawing/2014/main" id="{A0E42F9E-0EC9-480D-9661-EFFB29226219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2" name="直線コネクタ 107321">
                  <a:extLst>
                    <a:ext uri="{FF2B5EF4-FFF2-40B4-BE49-F238E27FC236}">
                      <a16:creationId xmlns:a16="http://schemas.microsoft.com/office/drawing/2014/main" id="{9D53747C-6E59-498C-B78B-2E3451E9FAD2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3" name="直線コネクタ 107322">
                  <a:extLst>
                    <a:ext uri="{FF2B5EF4-FFF2-40B4-BE49-F238E27FC236}">
                      <a16:creationId xmlns:a16="http://schemas.microsoft.com/office/drawing/2014/main" id="{883EC75F-E380-408A-A837-A94407E0C066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4" name="直線コネクタ 107323">
                  <a:extLst>
                    <a:ext uri="{FF2B5EF4-FFF2-40B4-BE49-F238E27FC236}">
                      <a16:creationId xmlns:a16="http://schemas.microsoft.com/office/drawing/2014/main" id="{05849B59-98F9-406B-8A4E-5527A0DE8993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5" name="直線コネクタ 107324">
                  <a:extLst>
                    <a:ext uri="{FF2B5EF4-FFF2-40B4-BE49-F238E27FC236}">
                      <a16:creationId xmlns:a16="http://schemas.microsoft.com/office/drawing/2014/main" id="{114D3B42-AC83-4052-B573-D3B5B00A35DF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6" name="直線コネクタ 107325">
                  <a:extLst>
                    <a:ext uri="{FF2B5EF4-FFF2-40B4-BE49-F238E27FC236}">
                      <a16:creationId xmlns:a16="http://schemas.microsoft.com/office/drawing/2014/main" id="{7E6F047F-E07A-4451-857A-ED496F845ACC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7" name="直線コネクタ 107326">
                  <a:extLst>
                    <a:ext uri="{FF2B5EF4-FFF2-40B4-BE49-F238E27FC236}">
                      <a16:creationId xmlns:a16="http://schemas.microsoft.com/office/drawing/2014/main" id="{0170F4BB-908B-462E-9A01-553DD0351FE0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8" name="直線コネクタ 107327">
                  <a:extLst>
                    <a:ext uri="{FF2B5EF4-FFF2-40B4-BE49-F238E27FC236}">
                      <a16:creationId xmlns:a16="http://schemas.microsoft.com/office/drawing/2014/main" id="{1684EE14-823B-404C-BC85-0A91EB64B3E3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29" name="直線コネクタ 107328">
                  <a:extLst>
                    <a:ext uri="{FF2B5EF4-FFF2-40B4-BE49-F238E27FC236}">
                      <a16:creationId xmlns:a16="http://schemas.microsoft.com/office/drawing/2014/main" id="{ED4D0579-1FFA-41E6-AFDC-932F693A36CB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0" name="直線コネクタ 107329">
                  <a:extLst>
                    <a:ext uri="{FF2B5EF4-FFF2-40B4-BE49-F238E27FC236}">
                      <a16:creationId xmlns:a16="http://schemas.microsoft.com/office/drawing/2014/main" id="{90F7A73A-CD51-4C9C-B44D-F78CC8CF18BE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1" name="直線コネクタ 107330">
                  <a:extLst>
                    <a:ext uri="{FF2B5EF4-FFF2-40B4-BE49-F238E27FC236}">
                      <a16:creationId xmlns:a16="http://schemas.microsoft.com/office/drawing/2014/main" id="{A94172B5-EE2E-474E-BBE6-B00E4D339929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2" name="直線コネクタ 107331">
                  <a:extLst>
                    <a:ext uri="{FF2B5EF4-FFF2-40B4-BE49-F238E27FC236}">
                      <a16:creationId xmlns:a16="http://schemas.microsoft.com/office/drawing/2014/main" id="{C58BAB71-2867-4C62-A92E-D4F517F0480B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3" name="直線コネクタ 107332">
                  <a:extLst>
                    <a:ext uri="{FF2B5EF4-FFF2-40B4-BE49-F238E27FC236}">
                      <a16:creationId xmlns:a16="http://schemas.microsoft.com/office/drawing/2014/main" id="{06118C4D-1DA8-485C-B532-443D4D2C320B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4" name="直線コネクタ 107333">
                  <a:extLst>
                    <a:ext uri="{FF2B5EF4-FFF2-40B4-BE49-F238E27FC236}">
                      <a16:creationId xmlns:a16="http://schemas.microsoft.com/office/drawing/2014/main" id="{AF88BDEC-5C65-4C00-924B-5D56F6BE1824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5" name="直線コネクタ 107334">
                  <a:extLst>
                    <a:ext uri="{FF2B5EF4-FFF2-40B4-BE49-F238E27FC236}">
                      <a16:creationId xmlns:a16="http://schemas.microsoft.com/office/drawing/2014/main" id="{693494F3-023D-4CFD-9751-25C9FF4E3820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6" name="直線コネクタ 107335">
                  <a:extLst>
                    <a:ext uri="{FF2B5EF4-FFF2-40B4-BE49-F238E27FC236}">
                      <a16:creationId xmlns:a16="http://schemas.microsoft.com/office/drawing/2014/main" id="{FC4886D6-020D-4281-B08D-58D872F3EAC1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7" name="直線コネクタ 107336">
                  <a:extLst>
                    <a:ext uri="{FF2B5EF4-FFF2-40B4-BE49-F238E27FC236}">
                      <a16:creationId xmlns:a16="http://schemas.microsoft.com/office/drawing/2014/main" id="{20CC4ED7-C76B-4A6D-B129-5CDD798222EA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38" name="直線コネクタ 107337">
                  <a:extLst>
                    <a:ext uri="{FF2B5EF4-FFF2-40B4-BE49-F238E27FC236}">
                      <a16:creationId xmlns:a16="http://schemas.microsoft.com/office/drawing/2014/main" id="{4CF44FC0-0CA9-446C-BCE5-91017E274A0E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372" name="グループ化 106371">
                <a:extLst>
                  <a:ext uri="{FF2B5EF4-FFF2-40B4-BE49-F238E27FC236}">
                    <a16:creationId xmlns:a16="http://schemas.microsoft.com/office/drawing/2014/main" id="{0D24FF8F-E2C8-41D4-9863-4EB960922412}"/>
                  </a:ext>
                </a:extLst>
              </p:cNvPr>
              <p:cNvGrpSpPr/>
              <p:nvPr/>
            </p:nvGrpSpPr>
            <p:grpSpPr>
              <a:xfrm rot="5400000">
                <a:off x="54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6857" name="直線コネクタ 106856">
                  <a:extLst>
                    <a:ext uri="{FF2B5EF4-FFF2-40B4-BE49-F238E27FC236}">
                      <a16:creationId xmlns:a16="http://schemas.microsoft.com/office/drawing/2014/main" id="{506212A3-A4C3-43A3-B453-007B79076DB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8" name="直線コネクタ 106857">
                  <a:extLst>
                    <a:ext uri="{FF2B5EF4-FFF2-40B4-BE49-F238E27FC236}">
                      <a16:creationId xmlns:a16="http://schemas.microsoft.com/office/drawing/2014/main" id="{2503BD42-8B29-495E-8555-A8EAEE19EF8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9" name="直線コネクタ 106858">
                  <a:extLst>
                    <a:ext uri="{FF2B5EF4-FFF2-40B4-BE49-F238E27FC236}">
                      <a16:creationId xmlns:a16="http://schemas.microsoft.com/office/drawing/2014/main" id="{FAF047B9-F34F-4B0A-895A-712877D7BD60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0" name="直線コネクタ 106859">
                  <a:extLst>
                    <a:ext uri="{FF2B5EF4-FFF2-40B4-BE49-F238E27FC236}">
                      <a16:creationId xmlns:a16="http://schemas.microsoft.com/office/drawing/2014/main" id="{480F96A0-81DD-43F4-AE4F-1B47E3F88AEA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1" name="直線コネクタ 106860">
                  <a:extLst>
                    <a:ext uri="{FF2B5EF4-FFF2-40B4-BE49-F238E27FC236}">
                      <a16:creationId xmlns:a16="http://schemas.microsoft.com/office/drawing/2014/main" id="{38A7072A-EF9E-473B-B546-AA887A84C2D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2" name="直線コネクタ 106861">
                  <a:extLst>
                    <a:ext uri="{FF2B5EF4-FFF2-40B4-BE49-F238E27FC236}">
                      <a16:creationId xmlns:a16="http://schemas.microsoft.com/office/drawing/2014/main" id="{5DDC3A05-D075-469F-A9A4-8BAD1837D5B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3" name="直線コネクタ 106862">
                  <a:extLst>
                    <a:ext uri="{FF2B5EF4-FFF2-40B4-BE49-F238E27FC236}">
                      <a16:creationId xmlns:a16="http://schemas.microsoft.com/office/drawing/2014/main" id="{A9E65C5A-ED6E-48F8-9483-C7B8823AEC74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4" name="直線コネクタ 106863">
                  <a:extLst>
                    <a:ext uri="{FF2B5EF4-FFF2-40B4-BE49-F238E27FC236}">
                      <a16:creationId xmlns:a16="http://schemas.microsoft.com/office/drawing/2014/main" id="{34FD22D6-6D5D-4FD4-AA5B-8EE28AD02A5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5" name="直線コネクタ 106864">
                  <a:extLst>
                    <a:ext uri="{FF2B5EF4-FFF2-40B4-BE49-F238E27FC236}">
                      <a16:creationId xmlns:a16="http://schemas.microsoft.com/office/drawing/2014/main" id="{5C38FDB0-8722-4939-9CD4-E22A4E21C924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6" name="直線コネクタ 106865">
                  <a:extLst>
                    <a:ext uri="{FF2B5EF4-FFF2-40B4-BE49-F238E27FC236}">
                      <a16:creationId xmlns:a16="http://schemas.microsoft.com/office/drawing/2014/main" id="{02B95447-089C-49D4-8381-D700A45EB8C1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7" name="直線コネクタ 106866">
                  <a:extLst>
                    <a:ext uri="{FF2B5EF4-FFF2-40B4-BE49-F238E27FC236}">
                      <a16:creationId xmlns:a16="http://schemas.microsoft.com/office/drawing/2014/main" id="{E615BDBA-E020-4223-8659-94794642A066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8" name="直線コネクタ 106867">
                  <a:extLst>
                    <a:ext uri="{FF2B5EF4-FFF2-40B4-BE49-F238E27FC236}">
                      <a16:creationId xmlns:a16="http://schemas.microsoft.com/office/drawing/2014/main" id="{83C7182A-3677-4245-BE0D-06BE8EE28824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69" name="直線コネクタ 106868">
                  <a:extLst>
                    <a:ext uri="{FF2B5EF4-FFF2-40B4-BE49-F238E27FC236}">
                      <a16:creationId xmlns:a16="http://schemas.microsoft.com/office/drawing/2014/main" id="{98AE6F92-17F0-4DAD-B733-C3B01F6216DB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0" name="直線コネクタ 106869">
                  <a:extLst>
                    <a:ext uri="{FF2B5EF4-FFF2-40B4-BE49-F238E27FC236}">
                      <a16:creationId xmlns:a16="http://schemas.microsoft.com/office/drawing/2014/main" id="{5BA2B7B3-57C2-4575-89FF-961D83FA473F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1" name="直線コネクタ 106870">
                  <a:extLst>
                    <a:ext uri="{FF2B5EF4-FFF2-40B4-BE49-F238E27FC236}">
                      <a16:creationId xmlns:a16="http://schemas.microsoft.com/office/drawing/2014/main" id="{EEEF474F-60B8-4B63-BB70-CCDA263B6AFD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2" name="直線コネクタ 106871">
                  <a:extLst>
                    <a:ext uri="{FF2B5EF4-FFF2-40B4-BE49-F238E27FC236}">
                      <a16:creationId xmlns:a16="http://schemas.microsoft.com/office/drawing/2014/main" id="{11B17870-3BEE-4221-B4DD-23AA1609DB58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3" name="直線コネクタ 106872">
                  <a:extLst>
                    <a:ext uri="{FF2B5EF4-FFF2-40B4-BE49-F238E27FC236}">
                      <a16:creationId xmlns:a16="http://schemas.microsoft.com/office/drawing/2014/main" id="{1E45B014-F53E-45F2-ADB2-ACD320188A6D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4" name="直線コネクタ 106873">
                  <a:extLst>
                    <a:ext uri="{FF2B5EF4-FFF2-40B4-BE49-F238E27FC236}">
                      <a16:creationId xmlns:a16="http://schemas.microsoft.com/office/drawing/2014/main" id="{65AEEEDF-AB10-40E6-84DD-A0FFD708B777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5" name="直線コネクタ 106874">
                  <a:extLst>
                    <a:ext uri="{FF2B5EF4-FFF2-40B4-BE49-F238E27FC236}">
                      <a16:creationId xmlns:a16="http://schemas.microsoft.com/office/drawing/2014/main" id="{4889D91A-60D3-4116-A5A2-C7D1E81E8ECC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6" name="直線コネクタ 106875">
                  <a:extLst>
                    <a:ext uri="{FF2B5EF4-FFF2-40B4-BE49-F238E27FC236}">
                      <a16:creationId xmlns:a16="http://schemas.microsoft.com/office/drawing/2014/main" id="{7778C9EB-19F3-4C1B-9D99-B15DEB94E891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7" name="直線コネクタ 106876">
                  <a:extLst>
                    <a:ext uri="{FF2B5EF4-FFF2-40B4-BE49-F238E27FC236}">
                      <a16:creationId xmlns:a16="http://schemas.microsoft.com/office/drawing/2014/main" id="{87AD639A-E9DC-4D81-9DE0-20B051E424E4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8" name="直線コネクタ 106877">
                  <a:extLst>
                    <a:ext uri="{FF2B5EF4-FFF2-40B4-BE49-F238E27FC236}">
                      <a16:creationId xmlns:a16="http://schemas.microsoft.com/office/drawing/2014/main" id="{B72BD2C3-3711-4761-9DA9-A8E0A08FA981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79" name="直線コネクタ 106878">
                  <a:extLst>
                    <a:ext uri="{FF2B5EF4-FFF2-40B4-BE49-F238E27FC236}">
                      <a16:creationId xmlns:a16="http://schemas.microsoft.com/office/drawing/2014/main" id="{1CBE34BD-A1E0-480C-B861-E3B07828B3E3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0" name="直線コネクタ 106879">
                  <a:extLst>
                    <a:ext uri="{FF2B5EF4-FFF2-40B4-BE49-F238E27FC236}">
                      <a16:creationId xmlns:a16="http://schemas.microsoft.com/office/drawing/2014/main" id="{E8AE2A1D-24FA-4C95-9DA4-875787680610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1" name="直線コネクタ 106880">
                  <a:extLst>
                    <a:ext uri="{FF2B5EF4-FFF2-40B4-BE49-F238E27FC236}">
                      <a16:creationId xmlns:a16="http://schemas.microsoft.com/office/drawing/2014/main" id="{F1091C03-7227-4496-BA2B-FA1D90E04CDA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2" name="直線コネクタ 106881">
                  <a:extLst>
                    <a:ext uri="{FF2B5EF4-FFF2-40B4-BE49-F238E27FC236}">
                      <a16:creationId xmlns:a16="http://schemas.microsoft.com/office/drawing/2014/main" id="{BCBA4B97-BB6D-4CD9-A36B-63F305EDEF42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3" name="直線コネクタ 106882">
                  <a:extLst>
                    <a:ext uri="{FF2B5EF4-FFF2-40B4-BE49-F238E27FC236}">
                      <a16:creationId xmlns:a16="http://schemas.microsoft.com/office/drawing/2014/main" id="{1A51E27F-0BFE-4CFE-9AA6-FDEC8C06229A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4" name="直線コネクタ 106883">
                  <a:extLst>
                    <a:ext uri="{FF2B5EF4-FFF2-40B4-BE49-F238E27FC236}">
                      <a16:creationId xmlns:a16="http://schemas.microsoft.com/office/drawing/2014/main" id="{91C0C6AF-E081-4C2E-924F-23853BFBED93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5" name="直線コネクタ 106884">
                  <a:extLst>
                    <a:ext uri="{FF2B5EF4-FFF2-40B4-BE49-F238E27FC236}">
                      <a16:creationId xmlns:a16="http://schemas.microsoft.com/office/drawing/2014/main" id="{7D085E57-4888-4BBE-986C-0FAC24DA2FE1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6" name="直線コネクタ 106885">
                  <a:extLst>
                    <a:ext uri="{FF2B5EF4-FFF2-40B4-BE49-F238E27FC236}">
                      <a16:creationId xmlns:a16="http://schemas.microsoft.com/office/drawing/2014/main" id="{ED3CC4F5-08EF-45BF-B5FB-DBC9E149B249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7" name="直線コネクタ 106886">
                  <a:extLst>
                    <a:ext uri="{FF2B5EF4-FFF2-40B4-BE49-F238E27FC236}">
                      <a16:creationId xmlns:a16="http://schemas.microsoft.com/office/drawing/2014/main" id="{3D27D0A8-6411-43C9-A7A6-EE0141623A08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8" name="直線コネクタ 106887">
                  <a:extLst>
                    <a:ext uri="{FF2B5EF4-FFF2-40B4-BE49-F238E27FC236}">
                      <a16:creationId xmlns:a16="http://schemas.microsoft.com/office/drawing/2014/main" id="{1EF2D824-C544-4EC5-8A42-03A5C6E49963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89" name="直線コネクタ 106888">
                  <a:extLst>
                    <a:ext uri="{FF2B5EF4-FFF2-40B4-BE49-F238E27FC236}">
                      <a16:creationId xmlns:a16="http://schemas.microsoft.com/office/drawing/2014/main" id="{4EEECE27-A78B-4211-A843-9C6A0050744F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0" name="直線コネクタ 106889">
                  <a:extLst>
                    <a:ext uri="{FF2B5EF4-FFF2-40B4-BE49-F238E27FC236}">
                      <a16:creationId xmlns:a16="http://schemas.microsoft.com/office/drawing/2014/main" id="{042737E2-9196-43C3-91CA-1692414122A8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1" name="直線コネクタ 106890">
                  <a:extLst>
                    <a:ext uri="{FF2B5EF4-FFF2-40B4-BE49-F238E27FC236}">
                      <a16:creationId xmlns:a16="http://schemas.microsoft.com/office/drawing/2014/main" id="{510F7043-CBC1-4C03-A44C-3B79BBFFBFB2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2" name="直線コネクタ 106891">
                  <a:extLst>
                    <a:ext uri="{FF2B5EF4-FFF2-40B4-BE49-F238E27FC236}">
                      <a16:creationId xmlns:a16="http://schemas.microsoft.com/office/drawing/2014/main" id="{5CD4C451-1D4F-4A17-949B-CAC8E1A6D3B7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3" name="直線コネクタ 106892">
                  <a:extLst>
                    <a:ext uri="{FF2B5EF4-FFF2-40B4-BE49-F238E27FC236}">
                      <a16:creationId xmlns:a16="http://schemas.microsoft.com/office/drawing/2014/main" id="{BD38D745-9F4D-4F23-BA89-5D17367E3A5B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4" name="直線コネクタ 106893">
                  <a:extLst>
                    <a:ext uri="{FF2B5EF4-FFF2-40B4-BE49-F238E27FC236}">
                      <a16:creationId xmlns:a16="http://schemas.microsoft.com/office/drawing/2014/main" id="{81931495-9D74-436E-964A-BE188BF90FAA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5" name="直線コネクタ 106894">
                  <a:extLst>
                    <a:ext uri="{FF2B5EF4-FFF2-40B4-BE49-F238E27FC236}">
                      <a16:creationId xmlns:a16="http://schemas.microsoft.com/office/drawing/2014/main" id="{644BDA04-C84D-4C11-B59C-FCF13322A9D2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6" name="直線コネクタ 106895">
                  <a:extLst>
                    <a:ext uri="{FF2B5EF4-FFF2-40B4-BE49-F238E27FC236}">
                      <a16:creationId xmlns:a16="http://schemas.microsoft.com/office/drawing/2014/main" id="{A53AB946-02DC-4E95-8FC5-FDB5E5E656B4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7" name="直線コネクタ 106896">
                  <a:extLst>
                    <a:ext uri="{FF2B5EF4-FFF2-40B4-BE49-F238E27FC236}">
                      <a16:creationId xmlns:a16="http://schemas.microsoft.com/office/drawing/2014/main" id="{1C8B6F66-1C96-4D91-8398-50108D37BBB1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8" name="直線コネクタ 106897">
                  <a:extLst>
                    <a:ext uri="{FF2B5EF4-FFF2-40B4-BE49-F238E27FC236}">
                      <a16:creationId xmlns:a16="http://schemas.microsoft.com/office/drawing/2014/main" id="{B415B8F0-C9F8-46D6-9373-0FB0E2C4CB82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99" name="直線コネクタ 106898">
                  <a:extLst>
                    <a:ext uri="{FF2B5EF4-FFF2-40B4-BE49-F238E27FC236}">
                      <a16:creationId xmlns:a16="http://schemas.microsoft.com/office/drawing/2014/main" id="{EC58B9AE-05BA-4C92-B211-68E95F00CE68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0" name="直線コネクタ 106899">
                  <a:extLst>
                    <a:ext uri="{FF2B5EF4-FFF2-40B4-BE49-F238E27FC236}">
                      <a16:creationId xmlns:a16="http://schemas.microsoft.com/office/drawing/2014/main" id="{8E5BF9C7-FAB2-4117-9511-938C8DFE6752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1" name="直線コネクタ 106900">
                  <a:extLst>
                    <a:ext uri="{FF2B5EF4-FFF2-40B4-BE49-F238E27FC236}">
                      <a16:creationId xmlns:a16="http://schemas.microsoft.com/office/drawing/2014/main" id="{2EEAF1FF-B475-45C6-BC4B-46854F40A10B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2" name="直線コネクタ 106901">
                  <a:extLst>
                    <a:ext uri="{FF2B5EF4-FFF2-40B4-BE49-F238E27FC236}">
                      <a16:creationId xmlns:a16="http://schemas.microsoft.com/office/drawing/2014/main" id="{F42C176F-803E-47AB-A416-8385C643C086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3" name="直線コネクタ 106902">
                  <a:extLst>
                    <a:ext uri="{FF2B5EF4-FFF2-40B4-BE49-F238E27FC236}">
                      <a16:creationId xmlns:a16="http://schemas.microsoft.com/office/drawing/2014/main" id="{A5FCE67E-BB2C-47C2-A3A2-0F4BFC2C0E79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4" name="直線コネクタ 106903">
                  <a:extLst>
                    <a:ext uri="{FF2B5EF4-FFF2-40B4-BE49-F238E27FC236}">
                      <a16:creationId xmlns:a16="http://schemas.microsoft.com/office/drawing/2014/main" id="{644EE5EC-91A7-46AE-83F7-83114782F5EA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5" name="直線コネクタ 106904">
                  <a:extLst>
                    <a:ext uri="{FF2B5EF4-FFF2-40B4-BE49-F238E27FC236}">
                      <a16:creationId xmlns:a16="http://schemas.microsoft.com/office/drawing/2014/main" id="{F1450EDA-6C5F-4D3E-8685-2D60C99285D2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6" name="直線コネクタ 106905">
                  <a:extLst>
                    <a:ext uri="{FF2B5EF4-FFF2-40B4-BE49-F238E27FC236}">
                      <a16:creationId xmlns:a16="http://schemas.microsoft.com/office/drawing/2014/main" id="{F222CF59-D95F-4328-9468-02E6676CAEB8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7" name="直線コネクタ 106906">
                  <a:extLst>
                    <a:ext uri="{FF2B5EF4-FFF2-40B4-BE49-F238E27FC236}">
                      <a16:creationId xmlns:a16="http://schemas.microsoft.com/office/drawing/2014/main" id="{EF4FC5E2-3813-4D7F-87EA-07673CA1D01D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8" name="直線コネクタ 106907">
                  <a:extLst>
                    <a:ext uri="{FF2B5EF4-FFF2-40B4-BE49-F238E27FC236}">
                      <a16:creationId xmlns:a16="http://schemas.microsoft.com/office/drawing/2014/main" id="{892C6E1C-31E2-4677-8022-3C48A45E8B2C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09" name="直線コネクタ 106908">
                  <a:extLst>
                    <a:ext uri="{FF2B5EF4-FFF2-40B4-BE49-F238E27FC236}">
                      <a16:creationId xmlns:a16="http://schemas.microsoft.com/office/drawing/2014/main" id="{12640327-89A1-4B5F-84BB-8F55E17F7487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0" name="直線コネクタ 106909">
                  <a:extLst>
                    <a:ext uri="{FF2B5EF4-FFF2-40B4-BE49-F238E27FC236}">
                      <a16:creationId xmlns:a16="http://schemas.microsoft.com/office/drawing/2014/main" id="{DF0DA64F-1F83-4881-834C-7B63DF3DD443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1" name="直線コネクタ 106910">
                  <a:extLst>
                    <a:ext uri="{FF2B5EF4-FFF2-40B4-BE49-F238E27FC236}">
                      <a16:creationId xmlns:a16="http://schemas.microsoft.com/office/drawing/2014/main" id="{8EB9DB8F-C2DD-489D-A76A-C423E340295E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2" name="直線コネクタ 106911">
                  <a:extLst>
                    <a:ext uri="{FF2B5EF4-FFF2-40B4-BE49-F238E27FC236}">
                      <a16:creationId xmlns:a16="http://schemas.microsoft.com/office/drawing/2014/main" id="{31EFAC61-3BDA-488B-B0A3-FF36378B1788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3" name="直線コネクタ 106912">
                  <a:extLst>
                    <a:ext uri="{FF2B5EF4-FFF2-40B4-BE49-F238E27FC236}">
                      <a16:creationId xmlns:a16="http://schemas.microsoft.com/office/drawing/2014/main" id="{60900DB0-72A0-4D85-9A83-868655754450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4" name="直線コネクタ 106913">
                  <a:extLst>
                    <a:ext uri="{FF2B5EF4-FFF2-40B4-BE49-F238E27FC236}">
                      <a16:creationId xmlns:a16="http://schemas.microsoft.com/office/drawing/2014/main" id="{894A167A-142D-46BF-A239-C4473A9C323F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5" name="直線コネクタ 106914">
                  <a:extLst>
                    <a:ext uri="{FF2B5EF4-FFF2-40B4-BE49-F238E27FC236}">
                      <a16:creationId xmlns:a16="http://schemas.microsoft.com/office/drawing/2014/main" id="{A0CB031E-28F0-4B38-AE4E-A943C10B4BB6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6" name="直線コネクタ 106915">
                  <a:extLst>
                    <a:ext uri="{FF2B5EF4-FFF2-40B4-BE49-F238E27FC236}">
                      <a16:creationId xmlns:a16="http://schemas.microsoft.com/office/drawing/2014/main" id="{5CF34F9C-83F7-4419-91F9-103B590C2D5C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7" name="直線コネクタ 106916">
                  <a:extLst>
                    <a:ext uri="{FF2B5EF4-FFF2-40B4-BE49-F238E27FC236}">
                      <a16:creationId xmlns:a16="http://schemas.microsoft.com/office/drawing/2014/main" id="{EF9F90E1-714B-4966-AC04-93FEBD4D63C4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8" name="直線コネクタ 106917">
                  <a:extLst>
                    <a:ext uri="{FF2B5EF4-FFF2-40B4-BE49-F238E27FC236}">
                      <a16:creationId xmlns:a16="http://schemas.microsoft.com/office/drawing/2014/main" id="{571296C2-2F87-4134-B2A1-85F4A9556361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19" name="直線コネクタ 106918">
                  <a:extLst>
                    <a:ext uri="{FF2B5EF4-FFF2-40B4-BE49-F238E27FC236}">
                      <a16:creationId xmlns:a16="http://schemas.microsoft.com/office/drawing/2014/main" id="{015C1012-F923-4F65-BCC6-606B6D9B0136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0" name="直線コネクタ 106919">
                  <a:extLst>
                    <a:ext uri="{FF2B5EF4-FFF2-40B4-BE49-F238E27FC236}">
                      <a16:creationId xmlns:a16="http://schemas.microsoft.com/office/drawing/2014/main" id="{7BF82E25-7509-4238-9F6C-0AAA978D8710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1" name="直線コネクタ 106920">
                  <a:extLst>
                    <a:ext uri="{FF2B5EF4-FFF2-40B4-BE49-F238E27FC236}">
                      <a16:creationId xmlns:a16="http://schemas.microsoft.com/office/drawing/2014/main" id="{1C7AF5D2-82FE-4CFE-B628-EEE2672073B9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2" name="直線コネクタ 106921">
                  <a:extLst>
                    <a:ext uri="{FF2B5EF4-FFF2-40B4-BE49-F238E27FC236}">
                      <a16:creationId xmlns:a16="http://schemas.microsoft.com/office/drawing/2014/main" id="{506141BD-DE91-436C-970A-D8EBF30F5386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3" name="直線コネクタ 106922">
                  <a:extLst>
                    <a:ext uri="{FF2B5EF4-FFF2-40B4-BE49-F238E27FC236}">
                      <a16:creationId xmlns:a16="http://schemas.microsoft.com/office/drawing/2014/main" id="{D4ED4EDB-8500-4830-A295-DE7BBB937081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4" name="直線コネクタ 106923">
                  <a:extLst>
                    <a:ext uri="{FF2B5EF4-FFF2-40B4-BE49-F238E27FC236}">
                      <a16:creationId xmlns:a16="http://schemas.microsoft.com/office/drawing/2014/main" id="{10A707FF-62D5-425B-A7F0-2E87381CE3DC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5" name="直線コネクタ 106924">
                  <a:extLst>
                    <a:ext uri="{FF2B5EF4-FFF2-40B4-BE49-F238E27FC236}">
                      <a16:creationId xmlns:a16="http://schemas.microsoft.com/office/drawing/2014/main" id="{72C904E8-D148-4655-BA8B-C0A50EB3FD11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6" name="直線コネクタ 106925">
                  <a:extLst>
                    <a:ext uri="{FF2B5EF4-FFF2-40B4-BE49-F238E27FC236}">
                      <a16:creationId xmlns:a16="http://schemas.microsoft.com/office/drawing/2014/main" id="{A5C361A8-5F39-4EFB-B3FE-9F0365552EBA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7" name="直線コネクタ 106926">
                  <a:extLst>
                    <a:ext uri="{FF2B5EF4-FFF2-40B4-BE49-F238E27FC236}">
                      <a16:creationId xmlns:a16="http://schemas.microsoft.com/office/drawing/2014/main" id="{80B907D1-2B35-4471-A939-C253AFD7D633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8" name="直線コネクタ 106927">
                  <a:extLst>
                    <a:ext uri="{FF2B5EF4-FFF2-40B4-BE49-F238E27FC236}">
                      <a16:creationId xmlns:a16="http://schemas.microsoft.com/office/drawing/2014/main" id="{6373D962-51A1-4052-9C56-C718DACC3886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29" name="直線コネクタ 106928">
                  <a:extLst>
                    <a:ext uri="{FF2B5EF4-FFF2-40B4-BE49-F238E27FC236}">
                      <a16:creationId xmlns:a16="http://schemas.microsoft.com/office/drawing/2014/main" id="{D4E3CAC8-3070-420B-8ED1-AB4051841EDD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0" name="直線コネクタ 106929">
                  <a:extLst>
                    <a:ext uri="{FF2B5EF4-FFF2-40B4-BE49-F238E27FC236}">
                      <a16:creationId xmlns:a16="http://schemas.microsoft.com/office/drawing/2014/main" id="{A131299F-7A99-46D6-8C2A-95A1C9068ABB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1" name="直線コネクタ 106930">
                  <a:extLst>
                    <a:ext uri="{FF2B5EF4-FFF2-40B4-BE49-F238E27FC236}">
                      <a16:creationId xmlns:a16="http://schemas.microsoft.com/office/drawing/2014/main" id="{F74CB1C0-D10E-46DD-B0EB-55C3110C650A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2" name="直線コネクタ 106931">
                  <a:extLst>
                    <a:ext uri="{FF2B5EF4-FFF2-40B4-BE49-F238E27FC236}">
                      <a16:creationId xmlns:a16="http://schemas.microsoft.com/office/drawing/2014/main" id="{0118A055-0FBD-479C-A718-189001783469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3" name="直線コネクタ 106932">
                  <a:extLst>
                    <a:ext uri="{FF2B5EF4-FFF2-40B4-BE49-F238E27FC236}">
                      <a16:creationId xmlns:a16="http://schemas.microsoft.com/office/drawing/2014/main" id="{8E862DB7-BA8B-4DB1-809B-2EB48D0CE3B7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4" name="直線コネクタ 106933">
                  <a:extLst>
                    <a:ext uri="{FF2B5EF4-FFF2-40B4-BE49-F238E27FC236}">
                      <a16:creationId xmlns:a16="http://schemas.microsoft.com/office/drawing/2014/main" id="{949BE6A8-4C6D-4307-96D9-6B152250D937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5" name="直線コネクタ 106934">
                  <a:extLst>
                    <a:ext uri="{FF2B5EF4-FFF2-40B4-BE49-F238E27FC236}">
                      <a16:creationId xmlns:a16="http://schemas.microsoft.com/office/drawing/2014/main" id="{50B81B87-D503-4C8B-B406-3A96DCB9C7D9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6" name="直線コネクタ 106935">
                  <a:extLst>
                    <a:ext uri="{FF2B5EF4-FFF2-40B4-BE49-F238E27FC236}">
                      <a16:creationId xmlns:a16="http://schemas.microsoft.com/office/drawing/2014/main" id="{E294BFB0-8C51-431A-A818-82CCF28C3C75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7" name="直線コネクタ 106936">
                  <a:extLst>
                    <a:ext uri="{FF2B5EF4-FFF2-40B4-BE49-F238E27FC236}">
                      <a16:creationId xmlns:a16="http://schemas.microsoft.com/office/drawing/2014/main" id="{AD3F051F-B1BE-408C-BB98-98572FE7F040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8" name="直線コネクタ 106937">
                  <a:extLst>
                    <a:ext uri="{FF2B5EF4-FFF2-40B4-BE49-F238E27FC236}">
                      <a16:creationId xmlns:a16="http://schemas.microsoft.com/office/drawing/2014/main" id="{F05D45E6-B994-4D40-8F15-556C23C1D5B3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39" name="直線コネクタ 106938">
                  <a:extLst>
                    <a:ext uri="{FF2B5EF4-FFF2-40B4-BE49-F238E27FC236}">
                      <a16:creationId xmlns:a16="http://schemas.microsoft.com/office/drawing/2014/main" id="{33E7E7DA-15E9-404D-8CB0-60031E411822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0" name="直線コネクタ 106939">
                  <a:extLst>
                    <a:ext uri="{FF2B5EF4-FFF2-40B4-BE49-F238E27FC236}">
                      <a16:creationId xmlns:a16="http://schemas.microsoft.com/office/drawing/2014/main" id="{7CF532C3-FF44-4C58-A2C1-626AEE2096AB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1" name="直線コネクタ 106940">
                  <a:extLst>
                    <a:ext uri="{FF2B5EF4-FFF2-40B4-BE49-F238E27FC236}">
                      <a16:creationId xmlns:a16="http://schemas.microsoft.com/office/drawing/2014/main" id="{94041FB6-09D4-4E54-94DC-31DFC89AC4F0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2" name="直線コネクタ 106941">
                  <a:extLst>
                    <a:ext uri="{FF2B5EF4-FFF2-40B4-BE49-F238E27FC236}">
                      <a16:creationId xmlns:a16="http://schemas.microsoft.com/office/drawing/2014/main" id="{384A0F40-0E46-4257-A6CE-0E91DC2EEEC2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3" name="直線コネクタ 106942">
                  <a:extLst>
                    <a:ext uri="{FF2B5EF4-FFF2-40B4-BE49-F238E27FC236}">
                      <a16:creationId xmlns:a16="http://schemas.microsoft.com/office/drawing/2014/main" id="{3F8CED3F-35D7-4E97-97F2-B275C86D54A2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4" name="直線コネクタ 106943">
                  <a:extLst>
                    <a:ext uri="{FF2B5EF4-FFF2-40B4-BE49-F238E27FC236}">
                      <a16:creationId xmlns:a16="http://schemas.microsoft.com/office/drawing/2014/main" id="{C8F683DD-449F-48B7-B492-26F18A464829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5" name="直線コネクタ 106944">
                  <a:extLst>
                    <a:ext uri="{FF2B5EF4-FFF2-40B4-BE49-F238E27FC236}">
                      <a16:creationId xmlns:a16="http://schemas.microsoft.com/office/drawing/2014/main" id="{AFCC06E6-B353-4034-9F37-4440984907BC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6" name="直線コネクタ 106945">
                  <a:extLst>
                    <a:ext uri="{FF2B5EF4-FFF2-40B4-BE49-F238E27FC236}">
                      <a16:creationId xmlns:a16="http://schemas.microsoft.com/office/drawing/2014/main" id="{0E73768A-562A-4495-AA50-50910EB7D74F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7" name="直線コネクタ 106946">
                  <a:extLst>
                    <a:ext uri="{FF2B5EF4-FFF2-40B4-BE49-F238E27FC236}">
                      <a16:creationId xmlns:a16="http://schemas.microsoft.com/office/drawing/2014/main" id="{7AD482B4-348B-43CC-A04E-299ECD93B881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8" name="直線コネクタ 106947">
                  <a:extLst>
                    <a:ext uri="{FF2B5EF4-FFF2-40B4-BE49-F238E27FC236}">
                      <a16:creationId xmlns:a16="http://schemas.microsoft.com/office/drawing/2014/main" id="{7C0E0E85-422E-418D-8DE2-EA41A450AC07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49" name="直線コネクタ 106948">
                  <a:extLst>
                    <a:ext uri="{FF2B5EF4-FFF2-40B4-BE49-F238E27FC236}">
                      <a16:creationId xmlns:a16="http://schemas.microsoft.com/office/drawing/2014/main" id="{03BFB77D-1E76-4436-824C-2EBDABA0D50A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0" name="直線コネクタ 106949">
                  <a:extLst>
                    <a:ext uri="{FF2B5EF4-FFF2-40B4-BE49-F238E27FC236}">
                      <a16:creationId xmlns:a16="http://schemas.microsoft.com/office/drawing/2014/main" id="{6A806272-DA6B-4537-A404-5A8AE5DDB457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1" name="直線コネクタ 106950">
                  <a:extLst>
                    <a:ext uri="{FF2B5EF4-FFF2-40B4-BE49-F238E27FC236}">
                      <a16:creationId xmlns:a16="http://schemas.microsoft.com/office/drawing/2014/main" id="{6B312620-CB38-4DD0-85A7-349714DEBBC2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2" name="直線コネクタ 106951">
                  <a:extLst>
                    <a:ext uri="{FF2B5EF4-FFF2-40B4-BE49-F238E27FC236}">
                      <a16:creationId xmlns:a16="http://schemas.microsoft.com/office/drawing/2014/main" id="{67CAE6B2-B26A-4F88-A2E0-7A1877E67ADC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3" name="直線コネクタ 106952">
                  <a:extLst>
                    <a:ext uri="{FF2B5EF4-FFF2-40B4-BE49-F238E27FC236}">
                      <a16:creationId xmlns:a16="http://schemas.microsoft.com/office/drawing/2014/main" id="{F94DB497-62F5-4CE9-B862-E6588A5A27A9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4" name="直線コネクタ 106953">
                  <a:extLst>
                    <a:ext uri="{FF2B5EF4-FFF2-40B4-BE49-F238E27FC236}">
                      <a16:creationId xmlns:a16="http://schemas.microsoft.com/office/drawing/2014/main" id="{D8464695-2C5F-42F1-875F-DB7ABDC5A6CF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5" name="直線コネクタ 106954">
                  <a:extLst>
                    <a:ext uri="{FF2B5EF4-FFF2-40B4-BE49-F238E27FC236}">
                      <a16:creationId xmlns:a16="http://schemas.microsoft.com/office/drawing/2014/main" id="{AE2F4F2C-BB4C-46AC-BE44-CC28D89C54EE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6" name="直線コネクタ 106955">
                  <a:extLst>
                    <a:ext uri="{FF2B5EF4-FFF2-40B4-BE49-F238E27FC236}">
                      <a16:creationId xmlns:a16="http://schemas.microsoft.com/office/drawing/2014/main" id="{2496FA6B-4B78-4A98-BAA1-3CE9967C9A9E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7" name="直線コネクタ 106956">
                  <a:extLst>
                    <a:ext uri="{FF2B5EF4-FFF2-40B4-BE49-F238E27FC236}">
                      <a16:creationId xmlns:a16="http://schemas.microsoft.com/office/drawing/2014/main" id="{2F01E7D3-71D4-4612-82AB-498EAF1F4635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8" name="直線コネクタ 106957">
                  <a:extLst>
                    <a:ext uri="{FF2B5EF4-FFF2-40B4-BE49-F238E27FC236}">
                      <a16:creationId xmlns:a16="http://schemas.microsoft.com/office/drawing/2014/main" id="{4EA1A8BF-340A-4B00-848E-3229581C34CE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59" name="直線コネクタ 106958">
                  <a:extLst>
                    <a:ext uri="{FF2B5EF4-FFF2-40B4-BE49-F238E27FC236}">
                      <a16:creationId xmlns:a16="http://schemas.microsoft.com/office/drawing/2014/main" id="{82E1F8D1-7F0D-415F-8682-6FB9CE8AAEB7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0" name="直線コネクタ 106959">
                  <a:extLst>
                    <a:ext uri="{FF2B5EF4-FFF2-40B4-BE49-F238E27FC236}">
                      <a16:creationId xmlns:a16="http://schemas.microsoft.com/office/drawing/2014/main" id="{F47734DD-FC81-4BF1-AEE2-9CB496F67347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1" name="直線コネクタ 106960">
                  <a:extLst>
                    <a:ext uri="{FF2B5EF4-FFF2-40B4-BE49-F238E27FC236}">
                      <a16:creationId xmlns:a16="http://schemas.microsoft.com/office/drawing/2014/main" id="{1922560D-AEAE-49E6-9724-CDD9B5A0CD99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2" name="直線コネクタ 106961">
                  <a:extLst>
                    <a:ext uri="{FF2B5EF4-FFF2-40B4-BE49-F238E27FC236}">
                      <a16:creationId xmlns:a16="http://schemas.microsoft.com/office/drawing/2014/main" id="{746CF6E6-56FA-4940-8D31-5DAE7F4CCB02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3" name="直線コネクタ 106962">
                  <a:extLst>
                    <a:ext uri="{FF2B5EF4-FFF2-40B4-BE49-F238E27FC236}">
                      <a16:creationId xmlns:a16="http://schemas.microsoft.com/office/drawing/2014/main" id="{E850F18D-13EA-4B4B-9AA5-0D8F2F0988B3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4" name="直線コネクタ 106963">
                  <a:extLst>
                    <a:ext uri="{FF2B5EF4-FFF2-40B4-BE49-F238E27FC236}">
                      <a16:creationId xmlns:a16="http://schemas.microsoft.com/office/drawing/2014/main" id="{EE3F91BF-8C66-4964-9E1C-A501D8C60091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5" name="直線コネクタ 106964">
                  <a:extLst>
                    <a:ext uri="{FF2B5EF4-FFF2-40B4-BE49-F238E27FC236}">
                      <a16:creationId xmlns:a16="http://schemas.microsoft.com/office/drawing/2014/main" id="{9BAB0BC1-5C32-4687-8073-1888667F0F5A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6" name="直線コネクタ 106965">
                  <a:extLst>
                    <a:ext uri="{FF2B5EF4-FFF2-40B4-BE49-F238E27FC236}">
                      <a16:creationId xmlns:a16="http://schemas.microsoft.com/office/drawing/2014/main" id="{310AFFB9-3899-4965-BEEB-3C525DA4377C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7" name="直線コネクタ 106966">
                  <a:extLst>
                    <a:ext uri="{FF2B5EF4-FFF2-40B4-BE49-F238E27FC236}">
                      <a16:creationId xmlns:a16="http://schemas.microsoft.com/office/drawing/2014/main" id="{DE955822-433A-4C47-BB96-1F5390293B73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8" name="直線コネクタ 106967">
                  <a:extLst>
                    <a:ext uri="{FF2B5EF4-FFF2-40B4-BE49-F238E27FC236}">
                      <a16:creationId xmlns:a16="http://schemas.microsoft.com/office/drawing/2014/main" id="{CCE623CB-B6D0-481E-9193-80D51A116163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69" name="直線コネクタ 106968">
                  <a:extLst>
                    <a:ext uri="{FF2B5EF4-FFF2-40B4-BE49-F238E27FC236}">
                      <a16:creationId xmlns:a16="http://schemas.microsoft.com/office/drawing/2014/main" id="{8EF315CF-EB12-45A1-8AF9-BC9ECBFA7FAE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0" name="直線コネクタ 106969">
                  <a:extLst>
                    <a:ext uri="{FF2B5EF4-FFF2-40B4-BE49-F238E27FC236}">
                      <a16:creationId xmlns:a16="http://schemas.microsoft.com/office/drawing/2014/main" id="{6CDDA057-27D6-43D0-8001-33D710C618B1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1" name="直線コネクタ 106970">
                  <a:extLst>
                    <a:ext uri="{FF2B5EF4-FFF2-40B4-BE49-F238E27FC236}">
                      <a16:creationId xmlns:a16="http://schemas.microsoft.com/office/drawing/2014/main" id="{DBB21DD4-A03A-4AEA-BC27-5AD913E1DF52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2" name="直線コネクタ 106971">
                  <a:extLst>
                    <a:ext uri="{FF2B5EF4-FFF2-40B4-BE49-F238E27FC236}">
                      <a16:creationId xmlns:a16="http://schemas.microsoft.com/office/drawing/2014/main" id="{5D4BB98C-CFCC-43B7-915C-45C9FECCB31B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3" name="直線コネクタ 106972">
                  <a:extLst>
                    <a:ext uri="{FF2B5EF4-FFF2-40B4-BE49-F238E27FC236}">
                      <a16:creationId xmlns:a16="http://schemas.microsoft.com/office/drawing/2014/main" id="{A7D737B4-A1A4-4CC7-99C3-21CCE460FDB7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4" name="直線コネクタ 106973">
                  <a:extLst>
                    <a:ext uri="{FF2B5EF4-FFF2-40B4-BE49-F238E27FC236}">
                      <a16:creationId xmlns:a16="http://schemas.microsoft.com/office/drawing/2014/main" id="{2B721048-3EC3-411D-B90C-8A5553EFB17F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5" name="直線コネクタ 106974">
                  <a:extLst>
                    <a:ext uri="{FF2B5EF4-FFF2-40B4-BE49-F238E27FC236}">
                      <a16:creationId xmlns:a16="http://schemas.microsoft.com/office/drawing/2014/main" id="{BC4FE4E9-9CC9-4E93-A6A5-46B3B55A61EC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6" name="直線コネクタ 106975">
                  <a:extLst>
                    <a:ext uri="{FF2B5EF4-FFF2-40B4-BE49-F238E27FC236}">
                      <a16:creationId xmlns:a16="http://schemas.microsoft.com/office/drawing/2014/main" id="{46C022C4-F376-414A-94FB-175814D1FF11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7" name="直線コネクタ 106976">
                  <a:extLst>
                    <a:ext uri="{FF2B5EF4-FFF2-40B4-BE49-F238E27FC236}">
                      <a16:creationId xmlns:a16="http://schemas.microsoft.com/office/drawing/2014/main" id="{D6CA38A1-A3F9-40AE-A3C8-F8D02FFED955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8" name="直線コネクタ 106977">
                  <a:extLst>
                    <a:ext uri="{FF2B5EF4-FFF2-40B4-BE49-F238E27FC236}">
                      <a16:creationId xmlns:a16="http://schemas.microsoft.com/office/drawing/2014/main" id="{305F8A7D-A1BC-4274-ABA3-21CD2F2DFBD8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79" name="直線コネクタ 106978">
                  <a:extLst>
                    <a:ext uri="{FF2B5EF4-FFF2-40B4-BE49-F238E27FC236}">
                      <a16:creationId xmlns:a16="http://schemas.microsoft.com/office/drawing/2014/main" id="{DB88798F-7BFC-44CD-A21F-E99205F6156B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0" name="直線コネクタ 106979">
                  <a:extLst>
                    <a:ext uri="{FF2B5EF4-FFF2-40B4-BE49-F238E27FC236}">
                      <a16:creationId xmlns:a16="http://schemas.microsoft.com/office/drawing/2014/main" id="{3B76D74A-0889-4D0D-B775-5DBE388F913F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1" name="直線コネクタ 106980">
                  <a:extLst>
                    <a:ext uri="{FF2B5EF4-FFF2-40B4-BE49-F238E27FC236}">
                      <a16:creationId xmlns:a16="http://schemas.microsoft.com/office/drawing/2014/main" id="{5ED73AE5-475A-47B8-9DF6-EC899DC08811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2" name="直線コネクタ 106981">
                  <a:extLst>
                    <a:ext uri="{FF2B5EF4-FFF2-40B4-BE49-F238E27FC236}">
                      <a16:creationId xmlns:a16="http://schemas.microsoft.com/office/drawing/2014/main" id="{FF714453-F28E-472F-9591-B5E27381F204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3" name="直線コネクタ 106982">
                  <a:extLst>
                    <a:ext uri="{FF2B5EF4-FFF2-40B4-BE49-F238E27FC236}">
                      <a16:creationId xmlns:a16="http://schemas.microsoft.com/office/drawing/2014/main" id="{5662E19E-EA67-4087-B5FA-62F54ABAB801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4" name="直線コネクタ 106983">
                  <a:extLst>
                    <a:ext uri="{FF2B5EF4-FFF2-40B4-BE49-F238E27FC236}">
                      <a16:creationId xmlns:a16="http://schemas.microsoft.com/office/drawing/2014/main" id="{610D99FC-B2BA-4FEB-BBE0-DDA04502E81B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5" name="直線コネクタ 106984">
                  <a:extLst>
                    <a:ext uri="{FF2B5EF4-FFF2-40B4-BE49-F238E27FC236}">
                      <a16:creationId xmlns:a16="http://schemas.microsoft.com/office/drawing/2014/main" id="{21B5AC04-C71B-41CE-BCD9-932ACAB6C5BF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6" name="直線コネクタ 106985">
                  <a:extLst>
                    <a:ext uri="{FF2B5EF4-FFF2-40B4-BE49-F238E27FC236}">
                      <a16:creationId xmlns:a16="http://schemas.microsoft.com/office/drawing/2014/main" id="{38838FC8-3591-490C-95AA-0DE4ADFF543E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7" name="直線コネクタ 106986">
                  <a:extLst>
                    <a:ext uri="{FF2B5EF4-FFF2-40B4-BE49-F238E27FC236}">
                      <a16:creationId xmlns:a16="http://schemas.microsoft.com/office/drawing/2014/main" id="{EADB5297-F68C-49B7-87D5-FB713FFAA6CD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8" name="直線コネクタ 106987">
                  <a:extLst>
                    <a:ext uri="{FF2B5EF4-FFF2-40B4-BE49-F238E27FC236}">
                      <a16:creationId xmlns:a16="http://schemas.microsoft.com/office/drawing/2014/main" id="{CDCC2448-7726-41A1-92FD-592282F15956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89" name="直線コネクタ 106988">
                  <a:extLst>
                    <a:ext uri="{FF2B5EF4-FFF2-40B4-BE49-F238E27FC236}">
                      <a16:creationId xmlns:a16="http://schemas.microsoft.com/office/drawing/2014/main" id="{93774049-0679-48DE-BC10-5D4CB737935A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0" name="直線コネクタ 106989">
                  <a:extLst>
                    <a:ext uri="{FF2B5EF4-FFF2-40B4-BE49-F238E27FC236}">
                      <a16:creationId xmlns:a16="http://schemas.microsoft.com/office/drawing/2014/main" id="{6580D2A7-139C-4157-80F6-FCA3C78301F1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1" name="直線コネクタ 106990">
                  <a:extLst>
                    <a:ext uri="{FF2B5EF4-FFF2-40B4-BE49-F238E27FC236}">
                      <a16:creationId xmlns:a16="http://schemas.microsoft.com/office/drawing/2014/main" id="{F542D401-1CAF-4376-BB3F-236BDE2F214A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2" name="直線コネクタ 106991">
                  <a:extLst>
                    <a:ext uri="{FF2B5EF4-FFF2-40B4-BE49-F238E27FC236}">
                      <a16:creationId xmlns:a16="http://schemas.microsoft.com/office/drawing/2014/main" id="{170397AD-745B-4936-8838-7D54C510AEBC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3" name="直線コネクタ 106992">
                  <a:extLst>
                    <a:ext uri="{FF2B5EF4-FFF2-40B4-BE49-F238E27FC236}">
                      <a16:creationId xmlns:a16="http://schemas.microsoft.com/office/drawing/2014/main" id="{61FDB048-F833-4BDC-B5B9-F18017DA0175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4" name="直線コネクタ 106993">
                  <a:extLst>
                    <a:ext uri="{FF2B5EF4-FFF2-40B4-BE49-F238E27FC236}">
                      <a16:creationId xmlns:a16="http://schemas.microsoft.com/office/drawing/2014/main" id="{DA0C2D80-A005-408E-87DD-6851BD2E34D5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5" name="直線コネクタ 106994">
                  <a:extLst>
                    <a:ext uri="{FF2B5EF4-FFF2-40B4-BE49-F238E27FC236}">
                      <a16:creationId xmlns:a16="http://schemas.microsoft.com/office/drawing/2014/main" id="{9C570F33-514F-4AF3-BF02-123A0B7994A6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6" name="直線コネクタ 106995">
                  <a:extLst>
                    <a:ext uri="{FF2B5EF4-FFF2-40B4-BE49-F238E27FC236}">
                      <a16:creationId xmlns:a16="http://schemas.microsoft.com/office/drawing/2014/main" id="{6CBD35F8-C748-4EE1-B7A3-ABE305D5131A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7" name="直線コネクタ 106996">
                  <a:extLst>
                    <a:ext uri="{FF2B5EF4-FFF2-40B4-BE49-F238E27FC236}">
                      <a16:creationId xmlns:a16="http://schemas.microsoft.com/office/drawing/2014/main" id="{50E6D01C-32E9-43FE-9BA5-BC2C11B109CA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8" name="直線コネクタ 106997">
                  <a:extLst>
                    <a:ext uri="{FF2B5EF4-FFF2-40B4-BE49-F238E27FC236}">
                      <a16:creationId xmlns:a16="http://schemas.microsoft.com/office/drawing/2014/main" id="{C139B174-04BD-404E-B800-B86D248BAEC3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999" name="直線コネクタ 106998">
                  <a:extLst>
                    <a:ext uri="{FF2B5EF4-FFF2-40B4-BE49-F238E27FC236}">
                      <a16:creationId xmlns:a16="http://schemas.microsoft.com/office/drawing/2014/main" id="{BBEE1F4E-6443-4E2B-AD0C-8F2F7B5F3F7F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0" name="直線コネクタ 106999">
                  <a:extLst>
                    <a:ext uri="{FF2B5EF4-FFF2-40B4-BE49-F238E27FC236}">
                      <a16:creationId xmlns:a16="http://schemas.microsoft.com/office/drawing/2014/main" id="{BA7709D4-40CB-4C91-A499-CD624D24D675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1" name="直線コネクタ 107000">
                  <a:extLst>
                    <a:ext uri="{FF2B5EF4-FFF2-40B4-BE49-F238E27FC236}">
                      <a16:creationId xmlns:a16="http://schemas.microsoft.com/office/drawing/2014/main" id="{C05D6BAC-F40F-48E0-9111-20B50F548ACC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2" name="直線コネクタ 107001">
                  <a:extLst>
                    <a:ext uri="{FF2B5EF4-FFF2-40B4-BE49-F238E27FC236}">
                      <a16:creationId xmlns:a16="http://schemas.microsoft.com/office/drawing/2014/main" id="{38B421B2-99A2-462B-966D-A2F59DBF52E6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3" name="直線コネクタ 107002">
                  <a:extLst>
                    <a:ext uri="{FF2B5EF4-FFF2-40B4-BE49-F238E27FC236}">
                      <a16:creationId xmlns:a16="http://schemas.microsoft.com/office/drawing/2014/main" id="{74408DE0-7549-422B-98A6-3254F05DE029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4" name="直線コネクタ 107003">
                  <a:extLst>
                    <a:ext uri="{FF2B5EF4-FFF2-40B4-BE49-F238E27FC236}">
                      <a16:creationId xmlns:a16="http://schemas.microsoft.com/office/drawing/2014/main" id="{B82C5F86-7D02-4ED3-9417-3B492473A877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5" name="直線コネクタ 107004">
                  <a:extLst>
                    <a:ext uri="{FF2B5EF4-FFF2-40B4-BE49-F238E27FC236}">
                      <a16:creationId xmlns:a16="http://schemas.microsoft.com/office/drawing/2014/main" id="{78A6F835-5E6A-45D8-8E23-348F66290BA7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6" name="直線コネクタ 107005">
                  <a:extLst>
                    <a:ext uri="{FF2B5EF4-FFF2-40B4-BE49-F238E27FC236}">
                      <a16:creationId xmlns:a16="http://schemas.microsoft.com/office/drawing/2014/main" id="{5BFF3DBD-599D-4380-B785-55336ADD1E2A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7" name="直線コネクタ 107006">
                  <a:extLst>
                    <a:ext uri="{FF2B5EF4-FFF2-40B4-BE49-F238E27FC236}">
                      <a16:creationId xmlns:a16="http://schemas.microsoft.com/office/drawing/2014/main" id="{48FA0C17-FEC8-436D-9677-63C8E5CA672A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8" name="直線コネクタ 107007">
                  <a:extLst>
                    <a:ext uri="{FF2B5EF4-FFF2-40B4-BE49-F238E27FC236}">
                      <a16:creationId xmlns:a16="http://schemas.microsoft.com/office/drawing/2014/main" id="{56C045FE-6D3F-424A-80FC-ED246650DFF3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09" name="直線コネクタ 107008">
                  <a:extLst>
                    <a:ext uri="{FF2B5EF4-FFF2-40B4-BE49-F238E27FC236}">
                      <a16:creationId xmlns:a16="http://schemas.microsoft.com/office/drawing/2014/main" id="{635CC8B7-FCF0-45A4-AB3D-22000E9B4C31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0" name="直線コネクタ 107009">
                  <a:extLst>
                    <a:ext uri="{FF2B5EF4-FFF2-40B4-BE49-F238E27FC236}">
                      <a16:creationId xmlns:a16="http://schemas.microsoft.com/office/drawing/2014/main" id="{68D3A474-52F8-4D42-8B46-9D769F9453EB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1" name="直線コネクタ 107010">
                  <a:extLst>
                    <a:ext uri="{FF2B5EF4-FFF2-40B4-BE49-F238E27FC236}">
                      <a16:creationId xmlns:a16="http://schemas.microsoft.com/office/drawing/2014/main" id="{387AF75E-B597-4BAF-8213-5AB420795C5A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2" name="直線コネクタ 107011">
                  <a:extLst>
                    <a:ext uri="{FF2B5EF4-FFF2-40B4-BE49-F238E27FC236}">
                      <a16:creationId xmlns:a16="http://schemas.microsoft.com/office/drawing/2014/main" id="{3DB01069-2997-420C-B506-143A7006B807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3" name="直線コネクタ 107012">
                  <a:extLst>
                    <a:ext uri="{FF2B5EF4-FFF2-40B4-BE49-F238E27FC236}">
                      <a16:creationId xmlns:a16="http://schemas.microsoft.com/office/drawing/2014/main" id="{6BA504B1-D7C6-4794-A13F-D7F39EAB3A85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4" name="直線コネクタ 107013">
                  <a:extLst>
                    <a:ext uri="{FF2B5EF4-FFF2-40B4-BE49-F238E27FC236}">
                      <a16:creationId xmlns:a16="http://schemas.microsoft.com/office/drawing/2014/main" id="{3F7DD0A1-64B6-47F6-A5FB-933BD0E57B84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5" name="直線コネクタ 107014">
                  <a:extLst>
                    <a:ext uri="{FF2B5EF4-FFF2-40B4-BE49-F238E27FC236}">
                      <a16:creationId xmlns:a16="http://schemas.microsoft.com/office/drawing/2014/main" id="{6B78505E-EC5A-4111-AB01-385DF0F22BAA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6" name="直線コネクタ 107015">
                  <a:extLst>
                    <a:ext uri="{FF2B5EF4-FFF2-40B4-BE49-F238E27FC236}">
                      <a16:creationId xmlns:a16="http://schemas.microsoft.com/office/drawing/2014/main" id="{89412346-474F-4803-98F4-396C023D158A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7" name="直線コネクタ 107016">
                  <a:extLst>
                    <a:ext uri="{FF2B5EF4-FFF2-40B4-BE49-F238E27FC236}">
                      <a16:creationId xmlns:a16="http://schemas.microsoft.com/office/drawing/2014/main" id="{A3AD4BAB-28BF-4A65-8ECE-2547A0E7C2C9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8" name="直線コネクタ 107017">
                  <a:extLst>
                    <a:ext uri="{FF2B5EF4-FFF2-40B4-BE49-F238E27FC236}">
                      <a16:creationId xmlns:a16="http://schemas.microsoft.com/office/drawing/2014/main" id="{966FE83D-6A38-424B-AB06-B0AB15652415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19" name="直線コネクタ 107018">
                  <a:extLst>
                    <a:ext uri="{FF2B5EF4-FFF2-40B4-BE49-F238E27FC236}">
                      <a16:creationId xmlns:a16="http://schemas.microsoft.com/office/drawing/2014/main" id="{FD7652A8-A1AA-49A0-983D-DA844E212B18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0" name="直線コネクタ 107019">
                  <a:extLst>
                    <a:ext uri="{FF2B5EF4-FFF2-40B4-BE49-F238E27FC236}">
                      <a16:creationId xmlns:a16="http://schemas.microsoft.com/office/drawing/2014/main" id="{5651368B-671A-457B-9425-E2FCE077E594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1" name="直線コネクタ 107020">
                  <a:extLst>
                    <a:ext uri="{FF2B5EF4-FFF2-40B4-BE49-F238E27FC236}">
                      <a16:creationId xmlns:a16="http://schemas.microsoft.com/office/drawing/2014/main" id="{8A5ABF00-9F1C-4E6E-BB4A-2BA2F077E4DE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2" name="直線コネクタ 107021">
                  <a:extLst>
                    <a:ext uri="{FF2B5EF4-FFF2-40B4-BE49-F238E27FC236}">
                      <a16:creationId xmlns:a16="http://schemas.microsoft.com/office/drawing/2014/main" id="{B2C80900-5E08-4D5A-B466-6BE21CB9848F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3" name="直線コネクタ 107022">
                  <a:extLst>
                    <a:ext uri="{FF2B5EF4-FFF2-40B4-BE49-F238E27FC236}">
                      <a16:creationId xmlns:a16="http://schemas.microsoft.com/office/drawing/2014/main" id="{ACE7F0AD-A16A-4657-9278-9784A9E2C2D1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4" name="直線コネクタ 107023">
                  <a:extLst>
                    <a:ext uri="{FF2B5EF4-FFF2-40B4-BE49-F238E27FC236}">
                      <a16:creationId xmlns:a16="http://schemas.microsoft.com/office/drawing/2014/main" id="{72802570-64A2-4D04-845C-0FCAAF8A250F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5" name="直線コネクタ 107024">
                  <a:extLst>
                    <a:ext uri="{FF2B5EF4-FFF2-40B4-BE49-F238E27FC236}">
                      <a16:creationId xmlns:a16="http://schemas.microsoft.com/office/drawing/2014/main" id="{E18B01C8-2FDB-4B35-94E4-EAF6DE05B368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6" name="直線コネクタ 107025">
                  <a:extLst>
                    <a:ext uri="{FF2B5EF4-FFF2-40B4-BE49-F238E27FC236}">
                      <a16:creationId xmlns:a16="http://schemas.microsoft.com/office/drawing/2014/main" id="{1B7BB653-CEFD-48DA-810F-C2AFCBA078DE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7" name="直線コネクタ 107026">
                  <a:extLst>
                    <a:ext uri="{FF2B5EF4-FFF2-40B4-BE49-F238E27FC236}">
                      <a16:creationId xmlns:a16="http://schemas.microsoft.com/office/drawing/2014/main" id="{9E609AE2-E90E-4B37-9440-25EA0DD8242F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8" name="直線コネクタ 107027">
                  <a:extLst>
                    <a:ext uri="{FF2B5EF4-FFF2-40B4-BE49-F238E27FC236}">
                      <a16:creationId xmlns:a16="http://schemas.microsoft.com/office/drawing/2014/main" id="{B8B3943B-0AE1-4285-A9A0-470C7CD2A0D4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29" name="直線コネクタ 107028">
                  <a:extLst>
                    <a:ext uri="{FF2B5EF4-FFF2-40B4-BE49-F238E27FC236}">
                      <a16:creationId xmlns:a16="http://schemas.microsoft.com/office/drawing/2014/main" id="{ED810342-2616-49AF-8CD5-85DC07BA4155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0" name="直線コネクタ 107029">
                  <a:extLst>
                    <a:ext uri="{FF2B5EF4-FFF2-40B4-BE49-F238E27FC236}">
                      <a16:creationId xmlns:a16="http://schemas.microsoft.com/office/drawing/2014/main" id="{5982F19B-0EDC-48D1-943D-0266717A8329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1" name="直線コネクタ 107030">
                  <a:extLst>
                    <a:ext uri="{FF2B5EF4-FFF2-40B4-BE49-F238E27FC236}">
                      <a16:creationId xmlns:a16="http://schemas.microsoft.com/office/drawing/2014/main" id="{5D8BFDEE-3513-4296-81AD-E4E62818396D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2" name="直線コネクタ 107031">
                  <a:extLst>
                    <a:ext uri="{FF2B5EF4-FFF2-40B4-BE49-F238E27FC236}">
                      <a16:creationId xmlns:a16="http://schemas.microsoft.com/office/drawing/2014/main" id="{0EB6C7E2-7CA8-48AD-A917-8CC012C4BE7D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3" name="直線コネクタ 107032">
                  <a:extLst>
                    <a:ext uri="{FF2B5EF4-FFF2-40B4-BE49-F238E27FC236}">
                      <a16:creationId xmlns:a16="http://schemas.microsoft.com/office/drawing/2014/main" id="{1764DB25-1471-4408-9247-F5BEEAE56DF6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4" name="直線コネクタ 107033">
                  <a:extLst>
                    <a:ext uri="{FF2B5EF4-FFF2-40B4-BE49-F238E27FC236}">
                      <a16:creationId xmlns:a16="http://schemas.microsoft.com/office/drawing/2014/main" id="{E29A8CF0-6ACE-4119-8088-9E5D902B72B5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5" name="直線コネクタ 107034">
                  <a:extLst>
                    <a:ext uri="{FF2B5EF4-FFF2-40B4-BE49-F238E27FC236}">
                      <a16:creationId xmlns:a16="http://schemas.microsoft.com/office/drawing/2014/main" id="{CA1F0046-ADAF-4683-AF34-C94BD0CF5A5A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6" name="直線コネクタ 107035">
                  <a:extLst>
                    <a:ext uri="{FF2B5EF4-FFF2-40B4-BE49-F238E27FC236}">
                      <a16:creationId xmlns:a16="http://schemas.microsoft.com/office/drawing/2014/main" id="{F581482A-7E8E-40F1-A5FF-C6C583717D85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7" name="直線コネクタ 107036">
                  <a:extLst>
                    <a:ext uri="{FF2B5EF4-FFF2-40B4-BE49-F238E27FC236}">
                      <a16:creationId xmlns:a16="http://schemas.microsoft.com/office/drawing/2014/main" id="{4E8F2AE8-6732-4459-8E34-3FDBD26A41AC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8" name="直線コネクタ 107037">
                  <a:extLst>
                    <a:ext uri="{FF2B5EF4-FFF2-40B4-BE49-F238E27FC236}">
                      <a16:creationId xmlns:a16="http://schemas.microsoft.com/office/drawing/2014/main" id="{8419F8E5-6DD4-48CE-A5F5-3CEE99447C75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39" name="直線コネクタ 107038">
                  <a:extLst>
                    <a:ext uri="{FF2B5EF4-FFF2-40B4-BE49-F238E27FC236}">
                      <a16:creationId xmlns:a16="http://schemas.microsoft.com/office/drawing/2014/main" id="{1154A024-1BCA-4F79-AACD-772D91F3DAFF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0" name="直線コネクタ 107039">
                  <a:extLst>
                    <a:ext uri="{FF2B5EF4-FFF2-40B4-BE49-F238E27FC236}">
                      <a16:creationId xmlns:a16="http://schemas.microsoft.com/office/drawing/2014/main" id="{E791EB3E-194B-47FB-A234-C869A1C77341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1" name="直線コネクタ 107040">
                  <a:extLst>
                    <a:ext uri="{FF2B5EF4-FFF2-40B4-BE49-F238E27FC236}">
                      <a16:creationId xmlns:a16="http://schemas.microsoft.com/office/drawing/2014/main" id="{CF8A5098-1020-4924-A01A-24DF7C874B7C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2" name="直線コネクタ 107041">
                  <a:extLst>
                    <a:ext uri="{FF2B5EF4-FFF2-40B4-BE49-F238E27FC236}">
                      <a16:creationId xmlns:a16="http://schemas.microsoft.com/office/drawing/2014/main" id="{E0F6A0E4-E80A-4FA5-9D35-2F72D6952426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3" name="直線コネクタ 107042">
                  <a:extLst>
                    <a:ext uri="{FF2B5EF4-FFF2-40B4-BE49-F238E27FC236}">
                      <a16:creationId xmlns:a16="http://schemas.microsoft.com/office/drawing/2014/main" id="{C09A0E42-F236-4955-8166-87F3C9C93759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4" name="直線コネクタ 107043">
                  <a:extLst>
                    <a:ext uri="{FF2B5EF4-FFF2-40B4-BE49-F238E27FC236}">
                      <a16:creationId xmlns:a16="http://schemas.microsoft.com/office/drawing/2014/main" id="{6501C5F0-4047-4B42-8FC4-CDC40E6DFF81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5" name="直線コネクタ 107044">
                  <a:extLst>
                    <a:ext uri="{FF2B5EF4-FFF2-40B4-BE49-F238E27FC236}">
                      <a16:creationId xmlns:a16="http://schemas.microsoft.com/office/drawing/2014/main" id="{47D64656-D12E-4EDD-AE1B-DE0614D00B3D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6" name="直線コネクタ 107045">
                  <a:extLst>
                    <a:ext uri="{FF2B5EF4-FFF2-40B4-BE49-F238E27FC236}">
                      <a16:creationId xmlns:a16="http://schemas.microsoft.com/office/drawing/2014/main" id="{4849BF48-A37E-4A6D-850D-BC7CE9551DDF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7" name="直線コネクタ 107046">
                  <a:extLst>
                    <a:ext uri="{FF2B5EF4-FFF2-40B4-BE49-F238E27FC236}">
                      <a16:creationId xmlns:a16="http://schemas.microsoft.com/office/drawing/2014/main" id="{E887FFFE-1C3D-48C5-98A5-F70148638A85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8" name="直線コネクタ 107047">
                  <a:extLst>
                    <a:ext uri="{FF2B5EF4-FFF2-40B4-BE49-F238E27FC236}">
                      <a16:creationId xmlns:a16="http://schemas.microsoft.com/office/drawing/2014/main" id="{375B9D30-4ACB-4B61-A39C-6044F7330D0B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49" name="直線コネクタ 107048">
                  <a:extLst>
                    <a:ext uri="{FF2B5EF4-FFF2-40B4-BE49-F238E27FC236}">
                      <a16:creationId xmlns:a16="http://schemas.microsoft.com/office/drawing/2014/main" id="{FB37FAEA-1F3B-42BB-B681-608CC6608714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0" name="直線コネクタ 107049">
                  <a:extLst>
                    <a:ext uri="{FF2B5EF4-FFF2-40B4-BE49-F238E27FC236}">
                      <a16:creationId xmlns:a16="http://schemas.microsoft.com/office/drawing/2014/main" id="{B9F70988-5054-42EA-B446-B40CB8DB9E2B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1" name="直線コネクタ 107050">
                  <a:extLst>
                    <a:ext uri="{FF2B5EF4-FFF2-40B4-BE49-F238E27FC236}">
                      <a16:creationId xmlns:a16="http://schemas.microsoft.com/office/drawing/2014/main" id="{987AEA27-0026-4ECF-94A9-53F38BB8B20E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2" name="直線コネクタ 107051">
                  <a:extLst>
                    <a:ext uri="{FF2B5EF4-FFF2-40B4-BE49-F238E27FC236}">
                      <a16:creationId xmlns:a16="http://schemas.microsoft.com/office/drawing/2014/main" id="{A9FE3D1C-6D60-4101-9952-137B6EDF231E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3" name="直線コネクタ 107052">
                  <a:extLst>
                    <a:ext uri="{FF2B5EF4-FFF2-40B4-BE49-F238E27FC236}">
                      <a16:creationId xmlns:a16="http://schemas.microsoft.com/office/drawing/2014/main" id="{10577F59-DE8C-4B0F-A2DE-1DF06D345C1D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4" name="直線コネクタ 107053">
                  <a:extLst>
                    <a:ext uri="{FF2B5EF4-FFF2-40B4-BE49-F238E27FC236}">
                      <a16:creationId xmlns:a16="http://schemas.microsoft.com/office/drawing/2014/main" id="{AB9D5002-7EC1-4A70-BA67-E6D90CD7E426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5" name="直線コネクタ 107054">
                  <a:extLst>
                    <a:ext uri="{FF2B5EF4-FFF2-40B4-BE49-F238E27FC236}">
                      <a16:creationId xmlns:a16="http://schemas.microsoft.com/office/drawing/2014/main" id="{2E6816C0-E346-4B0F-889D-F36636FB22EF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6" name="直線コネクタ 107055">
                  <a:extLst>
                    <a:ext uri="{FF2B5EF4-FFF2-40B4-BE49-F238E27FC236}">
                      <a16:creationId xmlns:a16="http://schemas.microsoft.com/office/drawing/2014/main" id="{20BF7778-4C90-4947-A928-E7E195A71988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7" name="直線コネクタ 107056">
                  <a:extLst>
                    <a:ext uri="{FF2B5EF4-FFF2-40B4-BE49-F238E27FC236}">
                      <a16:creationId xmlns:a16="http://schemas.microsoft.com/office/drawing/2014/main" id="{F1236259-4E6E-4370-A2F0-86C42B99FE04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8" name="直線コネクタ 107057">
                  <a:extLst>
                    <a:ext uri="{FF2B5EF4-FFF2-40B4-BE49-F238E27FC236}">
                      <a16:creationId xmlns:a16="http://schemas.microsoft.com/office/drawing/2014/main" id="{9BEC9E28-595F-4D8D-8991-0303BA657CCA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59" name="直線コネクタ 107058">
                  <a:extLst>
                    <a:ext uri="{FF2B5EF4-FFF2-40B4-BE49-F238E27FC236}">
                      <a16:creationId xmlns:a16="http://schemas.microsoft.com/office/drawing/2014/main" id="{7C91CBA3-53DC-4526-B993-388E6FC6D15E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0" name="直線コネクタ 107059">
                  <a:extLst>
                    <a:ext uri="{FF2B5EF4-FFF2-40B4-BE49-F238E27FC236}">
                      <a16:creationId xmlns:a16="http://schemas.microsoft.com/office/drawing/2014/main" id="{B99B31D0-00A9-4EE7-AE1D-132A3C3024D0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1" name="直線コネクタ 107060">
                  <a:extLst>
                    <a:ext uri="{FF2B5EF4-FFF2-40B4-BE49-F238E27FC236}">
                      <a16:creationId xmlns:a16="http://schemas.microsoft.com/office/drawing/2014/main" id="{1EACF11A-F5DC-483A-89A7-8946FF67D6A7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2" name="直線コネクタ 107061">
                  <a:extLst>
                    <a:ext uri="{FF2B5EF4-FFF2-40B4-BE49-F238E27FC236}">
                      <a16:creationId xmlns:a16="http://schemas.microsoft.com/office/drawing/2014/main" id="{F2E1FF8E-25A2-499F-B81A-A0302D930F8B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3" name="直線コネクタ 107062">
                  <a:extLst>
                    <a:ext uri="{FF2B5EF4-FFF2-40B4-BE49-F238E27FC236}">
                      <a16:creationId xmlns:a16="http://schemas.microsoft.com/office/drawing/2014/main" id="{6D01B5CA-A9BC-43CC-B3A7-309EFDAEBAA7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4" name="直線コネクタ 107063">
                  <a:extLst>
                    <a:ext uri="{FF2B5EF4-FFF2-40B4-BE49-F238E27FC236}">
                      <a16:creationId xmlns:a16="http://schemas.microsoft.com/office/drawing/2014/main" id="{FD68F9F4-1440-4E1C-A4D2-0E2F3434E01C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5" name="直線コネクタ 107064">
                  <a:extLst>
                    <a:ext uri="{FF2B5EF4-FFF2-40B4-BE49-F238E27FC236}">
                      <a16:creationId xmlns:a16="http://schemas.microsoft.com/office/drawing/2014/main" id="{D33ECB0D-6E16-4732-831A-3CB4D5E3455C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6" name="直線コネクタ 107065">
                  <a:extLst>
                    <a:ext uri="{FF2B5EF4-FFF2-40B4-BE49-F238E27FC236}">
                      <a16:creationId xmlns:a16="http://schemas.microsoft.com/office/drawing/2014/main" id="{E3AE8164-525B-4C47-B45E-61F09E44AB6F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7" name="直線コネクタ 107066">
                  <a:extLst>
                    <a:ext uri="{FF2B5EF4-FFF2-40B4-BE49-F238E27FC236}">
                      <a16:creationId xmlns:a16="http://schemas.microsoft.com/office/drawing/2014/main" id="{4323D512-F60A-4029-833F-E540900544C2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8" name="直線コネクタ 107067">
                  <a:extLst>
                    <a:ext uri="{FF2B5EF4-FFF2-40B4-BE49-F238E27FC236}">
                      <a16:creationId xmlns:a16="http://schemas.microsoft.com/office/drawing/2014/main" id="{B500674A-D33F-4D9E-8593-4C2FE7AD1AB2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69" name="直線コネクタ 107068">
                  <a:extLst>
                    <a:ext uri="{FF2B5EF4-FFF2-40B4-BE49-F238E27FC236}">
                      <a16:creationId xmlns:a16="http://schemas.microsoft.com/office/drawing/2014/main" id="{9934EF90-74C8-458C-BBF6-17A6E6FB8137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0" name="直線コネクタ 107069">
                  <a:extLst>
                    <a:ext uri="{FF2B5EF4-FFF2-40B4-BE49-F238E27FC236}">
                      <a16:creationId xmlns:a16="http://schemas.microsoft.com/office/drawing/2014/main" id="{469D2460-A104-4FEB-B4B8-8622F1013093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1" name="直線コネクタ 107070">
                  <a:extLst>
                    <a:ext uri="{FF2B5EF4-FFF2-40B4-BE49-F238E27FC236}">
                      <a16:creationId xmlns:a16="http://schemas.microsoft.com/office/drawing/2014/main" id="{5C1213BB-41E7-40F9-B1AB-4D0E04D14EE8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2" name="直線コネクタ 107071">
                  <a:extLst>
                    <a:ext uri="{FF2B5EF4-FFF2-40B4-BE49-F238E27FC236}">
                      <a16:creationId xmlns:a16="http://schemas.microsoft.com/office/drawing/2014/main" id="{62ADE4E2-5EE5-44A3-916A-9E53A3E9233C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3" name="直線コネクタ 107072">
                  <a:extLst>
                    <a:ext uri="{FF2B5EF4-FFF2-40B4-BE49-F238E27FC236}">
                      <a16:creationId xmlns:a16="http://schemas.microsoft.com/office/drawing/2014/main" id="{E9F484BB-CDF6-4334-AAF9-1270AD596661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4" name="直線コネクタ 107073">
                  <a:extLst>
                    <a:ext uri="{FF2B5EF4-FFF2-40B4-BE49-F238E27FC236}">
                      <a16:creationId xmlns:a16="http://schemas.microsoft.com/office/drawing/2014/main" id="{83B86D94-9C7E-46CF-A603-BF87F8A9335E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5" name="直線コネクタ 107074">
                  <a:extLst>
                    <a:ext uri="{FF2B5EF4-FFF2-40B4-BE49-F238E27FC236}">
                      <a16:creationId xmlns:a16="http://schemas.microsoft.com/office/drawing/2014/main" id="{D2DCDE41-0ECE-4560-B0B8-F7020B5F91A2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6" name="直線コネクタ 107075">
                  <a:extLst>
                    <a:ext uri="{FF2B5EF4-FFF2-40B4-BE49-F238E27FC236}">
                      <a16:creationId xmlns:a16="http://schemas.microsoft.com/office/drawing/2014/main" id="{B091C55B-D8CB-4FC3-8A79-C53B32DA243C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7" name="直線コネクタ 107076">
                  <a:extLst>
                    <a:ext uri="{FF2B5EF4-FFF2-40B4-BE49-F238E27FC236}">
                      <a16:creationId xmlns:a16="http://schemas.microsoft.com/office/drawing/2014/main" id="{B1B45453-D6F6-42C9-9A2F-6A8428DDAFC4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8" name="直線コネクタ 107077">
                  <a:extLst>
                    <a:ext uri="{FF2B5EF4-FFF2-40B4-BE49-F238E27FC236}">
                      <a16:creationId xmlns:a16="http://schemas.microsoft.com/office/drawing/2014/main" id="{67600563-A228-447F-8F0E-65E04D13A93B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79" name="直線コネクタ 107078">
                  <a:extLst>
                    <a:ext uri="{FF2B5EF4-FFF2-40B4-BE49-F238E27FC236}">
                      <a16:creationId xmlns:a16="http://schemas.microsoft.com/office/drawing/2014/main" id="{188DDB16-3732-47FA-85D5-4FDCB7C1EBF7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0" name="直線コネクタ 107079">
                  <a:extLst>
                    <a:ext uri="{FF2B5EF4-FFF2-40B4-BE49-F238E27FC236}">
                      <a16:creationId xmlns:a16="http://schemas.microsoft.com/office/drawing/2014/main" id="{ED84B010-578D-4AE1-9FAB-5BEF06F7437C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1" name="直線コネクタ 107080">
                  <a:extLst>
                    <a:ext uri="{FF2B5EF4-FFF2-40B4-BE49-F238E27FC236}">
                      <a16:creationId xmlns:a16="http://schemas.microsoft.com/office/drawing/2014/main" id="{FA5DD3BE-3925-4E25-856F-3003CE0EDB88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2" name="直線コネクタ 107081">
                  <a:extLst>
                    <a:ext uri="{FF2B5EF4-FFF2-40B4-BE49-F238E27FC236}">
                      <a16:creationId xmlns:a16="http://schemas.microsoft.com/office/drawing/2014/main" id="{A43583EE-2F27-4428-991D-85AFAEDA2758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3" name="直線コネクタ 107082">
                  <a:extLst>
                    <a:ext uri="{FF2B5EF4-FFF2-40B4-BE49-F238E27FC236}">
                      <a16:creationId xmlns:a16="http://schemas.microsoft.com/office/drawing/2014/main" id="{7A212EE7-3BC8-43A1-BDE0-4A660B169E17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4" name="直線コネクタ 107083">
                  <a:extLst>
                    <a:ext uri="{FF2B5EF4-FFF2-40B4-BE49-F238E27FC236}">
                      <a16:creationId xmlns:a16="http://schemas.microsoft.com/office/drawing/2014/main" id="{96B48021-24B4-4A3D-A439-817B4D133679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5" name="直線コネクタ 107084">
                  <a:extLst>
                    <a:ext uri="{FF2B5EF4-FFF2-40B4-BE49-F238E27FC236}">
                      <a16:creationId xmlns:a16="http://schemas.microsoft.com/office/drawing/2014/main" id="{5769951C-CF14-4743-8C5D-885E26F416EE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6" name="直線コネクタ 107085">
                  <a:extLst>
                    <a:ext uri="{FF2B5EF4-FFF2-40B4-BE49-F238E27FC236}">
                      <a16:creationId xmlns:a16="http://schemas.microsoft.com/office/drawing/2014/main" id="{6EDC2ED9-D43F-4CEA-8AD5-50CE0E7033C8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7" name="直線コネクタ 107086">
                  <a:extLst>
                    <a:ext uri="{FF2B5EF4-FFF2-40B4-BE49-F238E27FC236}">
                      <a16:creationId xmlns:a16="http://schemas.microsoft.com/office/drawing/2014/main" id="{59EFE638-24EF-456D-8E15-26F9BF4884B1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8" name="直線コネクタ 107087">
                  <a:extLst>
                    <a:ext uri="{FF2B5EF4-FFF2-40B4-BE49-F238E27FC236}">
                      <a16:creationId xmlns:a16="http://schemas.microsoft.com/office/drawing/2014/main" id="{C0BB45F6-3C4D-4A20-8AE0-C16AF4424F2F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89" name="直線コネクタ 107088">
                  <a:extLst>
                    <a:ext uri="{FF2B5EF4-FFF2-40B4-BE49-F238E27FC236}">
                      <a16:creationId xmlns:a16="http://schemas.microsoft.com/office/drawing/2014/main" id="{634C911C-1343-425E-975E-17A30D019DD9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0" name="直線コネクタ 107089">
                  <a:extLst>
                    <a:ext uri="{FF2B5EF4-FFF2-40B4-BE49-F238E27FC236}">
                      <a16:creationId xmlns:a16="http://schemas.microsoft.com/office/drawing/2014/main" id="{531AFFB3-B78A-42F1-84FA-59EE5C167286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1" name="直線コネクタ 107090">
                  <a:extLst>
                    <a:ext uri="{FF2B5EF4-FFF2-40B4-BE49-F238E27FC236}">
                      <a16:creationId xmlns:a16="http://schemas.microsoft.com/office/drawing/2014/main" id="{0E083FEB-17C5-4C26-83E1-A46C6D9FDAB6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2" name="直線コネクタ 107091">
                  <a:extLst>
                    <a:ext uri="{FF2B5EF4-FFF2-40B4-BE49-F238E27FC236}">
                      <a16:creationId xmlns:a16="http://schemas.microsoft.com/office/drawing/2014/main" id="{F87DC15F-64DD-470E-841F-94A4B6F7FA4E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3" name="直線コネクタ 107092">
                  <a:extLst>
                    <a:ext uri="{FF2B5EF4-FFF2-40B4-BE49-F238E27FC236}">
                      <a16:creationId xmlns:a16="http://schemas.microsoft.com/office/drawing/2014/main" id="{F30D1004-8590-4C80-B65C-F11839831F05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4" name="直線コネクタ 107093">
                  <a:extLst>
                    <a:ext uri="{FF2B5EF4-FFF2-40B4-BE49-F238E27FC236}">
                      <a16:creationId xmlns:a16="http://schemas.microsoft.com/office/drawing/2014/main" id="{1C14B933-6B4C-43F6-BC2C-8D2C64CFE0D5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5" name="直線コネクタ 107094">
                  <a:extLst>
                    <a:ext uri="{FF2B5EF4-FFF2-40B4-BE49-F238E27FC236}">
                      <a16:creationId xmlns:a16="http://schemas.microsoft.com/office/drawing/2014/main" id="{56EA7895-2B6B-47FB-AD82-E9F26F20EE19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6" name="直線コネクタ 107095">
                  <a:extLst>
                    <a:ext uri="{FF2B5EF4-FFF2-40B4-BE49-F238E27FC236}">
                      <a16:creationId xmlns:a16="http://schemas.microsoft.com/office/drawing/2014/main" id="{6F6B3375-5C3C-415F-9324-F821E1A3EBA5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97" name="直線コネクタ 107096">
                  <a:extLst>
                    <a:ext uri="{FF2B5EF4-FFF2-40B4-BE49-F238E27FC236}">
                      <a16:creationId xmlns:a16="http://schemas.microsoft.com/office/drawing/2014/main" id="{033EC442-5D61-4B50-81CF-527ECB72398C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373" name="グループ化 106372">
                <a:extLst>
                  <a:ext uri="{FF2B5EF4-FFF2-40B4-BE49-F238E27FC236}">
                    <a16:creationId xmlns:a16="http://schemas.microsoft.com/office/drawing/2014/main" id="{E8B65696-0F0B-4F88-A97E-6DCC5B7C7DD8}"/>
                  </a:ext>
                </a:extLst>
              </p:cNvPr>
              <p:cNvGrpSpPr/>
              <p:nvPr/>
            </p:nvGrpSpPr>
            <p:grpSpPr>
              <a:xfrm rot="10800000">
                <a:off x="3600000" y="54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6616" name="直線コネクタ 106615">
                  <a:extLst>
                    <a:ext uri="{FF2B5EF4-FFF2-40B4-BE49-F238E27FC236}">
                      <a16:creationId xmlns:a16="http://schemas.microsoft.com/office/drawing/2014/main" id="{5E94DE4D-EAB6-49E1-AB47-85DB9C34F1F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7" name="直線コネクタ 106616">
                  <a:extLst>
                    <a:ext uri="{FF2B5EF4-FFF2-40B4-BE49-F238E27FC236}">
                      <a16:creationId xmlns:a16="http://schemas.microsoft.com/office/drawing/2014/main" id="{12C68E5E-F306-4611-AD56-09A2ED1F7BE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8" name="直線コネクタ 106617">
                  <a:extLst>
                    <a:ext uri="{FF2B5EF4-FFF2-40B4-BE49-F238E27FC236}">
                      <a16:creationId xmlns:a16="http://schemas.microsoft.com/office/drawing/2014/main" id="{BE367B78-7F63-4094-A8CA-2271FA79AFDA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9" name="直線コネクタ 106618">
                  <a:extLst>
                    <a:ext uri="{FF2B5EF4-FFF2-40B4-BE49-F238E27FC236}">
                      <a16:creationId xmlns:a16="http://schemas.microsoft.com/office/drawing/2014/main" id="{671554BE-3BC0-4C64-9C60-4B15AEE8ABF4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0" name="直線コネクタ 106619">
                  <a:extLst>
                    <a:ext uri="{FF2B5EF4-FFF2-40B4-BE49-F238E27FC236}">
                      <a16:creationId xmlns:a16="http://schemas.microsoft.com/office/drawing/2014/main" id="{46517330-B697-43B3-8905-E0B82F20A70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1" name="直線コネクタ 106620">
                  <a:extLst>
                    <a:ext uri="{FF2B5EF4-FFF2-40B4-BE49-F238E27FC236}">
                      <a16:creationId xmlns:a16="http://schemas.microsoft.com/office/drawing/2014/main" id="{EF6C9AD2-25EB-45BF-A993-2A8ABB6885D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2" name="直線コネクタ 106621">
                  <a:extLst>
                    <a:ext uri="{FF2B5EF4-FFF2-40B4-BE49-F238E27FC236}">
                      <a16:creationId xmlns:a16="http://schemas.microsoft.com/office/drawing/2014/main" id="{86A27F13-E9F9-4916-A7F6-8EBEAD973798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3" name="直線コネクタ 106622">
                  <a:extLst>
                    <a:ext uri="{FF2B5EF4-FFF2-40B4-BE49-F238E27FC236}">
                      <a16:creationId xmlns:a16="http://schemas.microsoft.com/office/drawing/2014/main" id="{09ECFC47-F0AC-4DC9-95E0-7EB099F54B2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4" name="直線コネクタ 106623">
                  <a:extLst>
                    <a:ext uri="{FF2B5EF4-FFF2-40B4-BE49-F238E27FC236}">
                      <a16:creationId xmlns:a16="http://schemas.microsoft.com/office/drawing/2014/main" id="{1CD265F2-1BED-4BEF-8D61-D0EF91518F03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5" name="直線コネクタ 106624">
                  <a:extLst>
                    <a:ext uri="{FF2B5EF4-FFF2-40B4-BE49-F238E27FC236}">
                      <a16:creationId xmlns:a16="http://schemas.microsoft.com/office/drawing/2014/main" id="{3CE537D9-B3AB-4615-8DEF-6773F50C12BE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6" name="直線コネクタ 106625">
                  <a:extLst>
                    <a:ext uri="{FF2B5EF4-FFF2-40B4-BE49-F238E27FC236}">
                      <a16:creationId xmlns:a16="http://schemas.microsoft.com/office/drawing/2014/main" id="{18F7F47D-1A08-4812-A50F-88BBBA892B8F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7" name="直線コネクタ 106626">
                  <a:extLst>
                    <a:ext uri="{FF2B5EF4-FFF2-40B4-BE49-F238E27FC236}">
                      <a16:creationId xmlns:a16="http://schemas.microsoft.com/office/drawing/2014/main" id="{F6EB033E-F190-45BC-BC94-A43F7C7F3DB8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8" name="直線コネクタ 106627">
                  <a:extLst>
                    <a:ext uri="{FF2B5EF4-FFF2-40B4-BE49-F238E27FC236}">
                      <a16:creationId xmlns:a16="http://schemas.microsoft.com/office/drawing/2014/main" id="{C41FFD6D-50B4-48C6-BCB7-1ECF917CDFA5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29" name="直線コネクタ 106628">
                  <a:extLst>
                    <a:ext uri="{FF2B5EF4-FFF2-40B4-BE49-F238E27FC236}">
                      <a16:creationId xmlns:a16="http://schemas.microsoft.com/office/drawing/2014/main" id="{659A66E4-5F1D-4432-960E-2D3EC1E57883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0" name="直線コネクタ 106629">
                  <a:extLst>
                    <a:ext uri="{FF2B5EF4-FFF2-40B4-BE49-F238E27FC236}">
                      <a16:creationId xmlns:a16="http://schemas.microsoft.com/office/drawing/2014/main" id="{C20FB5A1-D789-48C5-A00C-04DC3462CF4D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1" name="直線コネクタ 106630">
                  <a:extLst>
                    <a:ext uri="{FF2B5EF4-FFF2-40B4-BE49-F238E27FC236}">
                      <a16:creationId xmlns:a16="http://schemas.microsoft.com/office/drawing/2014/main" id="{5754387D-BC80-450B-BB85-8F66DF6EE5EA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2" name="直線コネクタ 106631">
                  <a:extLst>
                    <a:ext uri="{FF2B5EF4-FFF2-40B4-BE49-F238E27FC236}">
                      <a16:creationId xmlns:a16="http://schemas.microsoft.com/office/drawing/2014/main" id="{27367C79-C343-4864-B0A5-0FD6F24C9F55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3" name="直線コネクタ 106632">
                  <a:extLst>
                    <a:ext uri="{FF2B5EF4-FFF2-40B4-BE49-F238E27FC236}">
                      <a16:creationId xmlns:a16="http://schemas.microsoft.com/office/drawing/2014/main" id="{325B231B-A68D-4DA9-A85F-908DFAE8FB08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4" name="直線コネクタ 106633">
                  <a:extLst>
                    <a:ext uri="{FF2B5EF4-FFF2-40B4-BE49-F238E27FC236}">
                      <a16:creationId xmlns:a16="http://schemas.microsoft.com/office/drawing/2014/main" id="{198D2BED-4C53-47AE-B04B-70005F156494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5" name="直線コネクタ 106634">
                  <a:extLst>
                    <a:ext uri="{FF2B5EF4-FFF2-40B4-BE49-F238E27FC236}">
                      <a16:creationId xmlns:a16="http://schemas.microsoft.com/office/drawing/2014/main" id="{CF27C76D-6B1A-4B73-BAFC-A632428CD26E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6" name="直線コネクタ 106635">
                  <a:extLst>
                    <a:ext uri="{FF2B5EF4-FFF2-40B4-BE49-F238E27FC236}">
                      <a16:creationId xmlns:a16="http://schemas.microsoft.com/office/drawing/2014/main" id="{AC6CC1D3-20C9-4F28-9721-35465CA63C75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7" name="直線コネクタ 106636">
                  <a:extLst>
                    <a:ext uri="{FF2B5EF4-FFF2-40B4-BE49-F238E27FC236}">
                      <a16:creationId xmlns:a16="http://schemas.microsoft.com/office/drawing/2014/main" id="{9EBCF087-5E94-4EE1-8800-C807493A2603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8" name="直線コネクタ 106637">
                  <a:extLst>
                    <a:ext uri="{FF2B5EF4-FFF2-40B4-BE49-F238E27FC236}">
                      <a16:creationId xmlns:a16="http://schemas.microsoft.com/office/drawing/2014/main" id="{2F26EBCC-FA2D-4FBB-A268-C39574CBCCCE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39" name="直線コネクタ 106638">
                  <a:extLst>
                    <a:ext uri="{FF2B5EF4-FFF2-40B4-BE49-F238E27FC236}">
                      <a16:creationId xmlns:a16="http://schemas.microsoft.com/office/drawing/2014/main" id="{C1CA4986-CBFA-4AC6-A355-785E3C915B21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0" name="直線コネクタ 106639">
                  <a:extLst>
                    <a:ext uri="{FF2B5EF4-FFF2-40B4-BE49-F238E27FC236}">
                      <a16:creationId xmlns:a16="http://schemas.microsoft.com/office/drawing/2014/main" id="{B7BD622A-C783-4A82-80EE-9BD86B8A6A87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1" name="直線コネクタ 106640">
                  <a:extLst>
                    <a:ext uri="{FF2B5EF4-FFF2-40B4-BE49-F238E27FC236}">
                      <a16:creationId xmlns:a16="http://schemas.microsoft.com/office/drawing/2014/main" id="{6B455E7C-5027-4355-A7BD-873E8377A58F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2" name="直線コネクタ 106641">
                  <a:extLst>
                    <a:ext uri="{FF2B5EF4-FFF2-40B4-BE49-F238E27FC236}">
                      <a16:creationId xmlns:a16="http://schemas.microsoft.com/office/drawing/2014/main" id="{ACC0C6EA-782E-44A2-AA50-343A96884F3B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3" name="直線コネクタ 106642">
                  <a:extLst>
                    <a:ext uri="{FF2B5EF4-FFF2-40B4-BE49-F238E27FC236}">
                      <a16:creationId xmlns:a16="http://schemas.microsoft.com/office/drawing/2014/main" id="{8A3410E1-A722-48FF-8189-7EBBAAE1FA11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4" name="直線コネクタ 106643">
                  <a:extLst>
                    <a:ext uri="{FF2B5EF4-FFF2-40B4-BE49-F238E27FC236}">
                      <a16:creationId xmlns:a16="http://schemas.microsoft.com/office/drawing/2014/main" id="{76ECB2A7-B71D-4ED6-BDCB-6188A1591AB4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5" name="直線コネクタ 106644">
                  <a:extLst>
                    <a:ext uri="{FF2B5EF4-FFF2-40B4-BE49-F238E27FC236}">
                      <a16:creationId xmlns:a16="http://schemas.microsoft.com/office/drawing/2014/main" id="{6A93173F-DBCD-498B-BEB8-5A095D24FAF2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6" name="直線コネクタ 106645">
                  <a:extLst>
                    <a:ext uri="{FF2B5EF4-FFF2-40B4-BE49-F238E27FC236}">
                      <a16:creationId xmlns:a16="http://schemas.microsoft.com/office/drawing/2014/main" id="{B36325AA-F384-4136-89ED-74EFE7B2EE8E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7" name="直線コネクタ 106646">
                  <a:extLst>
                    <a:ext uri="{FF2B5EF4-FFF2-40B4-BE49-F238E27FC236}">
                      <a16:creationId xmlns:a16="http://schemas.microsoft.com/office/drawing/2014/main" id="{D0797313-EB53-4FB1-B844-778765AAB832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8" name="直線コネクタ 106647">
                  <a:extLst>
                    <a:ext uri="{FF2B5EF4-FFF2-40B4-BE49-F238E27FC236}">
                      <a16:creationId xmlns:a16="http://schemas.microsoft.com/office/drawing/2014/main" id="{4FB91678-5B9B-4BFD-A28F-17127CBF1F28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49" name="直線コネクタ 106648">
                  <a:extLst>
                    <a:ext uri="{FF2B5EF4-FFF2-40B4-BE49-F238E27FC236}">
                      <a16:creationId xmlns:a16="http://schemas.microsoft.com/office/drawing/2014/main" id="{F66946FE-247D-4D4A-A995-7B4574845B93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0" name="直線コネクタ 106649">
                  <a:extLst>
                    <a:ext uri="{FF2B5EF4-FFF2-40B4-BE49-F238E27FC236}">
                      <a16:creationId xmlns:a16="http://schemas.microsoft.com/office/drawing/2014/main" id="{19A16F53-E116-46ED-AA21-3F85BEB535D6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1" name="直線コネクタ 106650">
                  <a:extLst>
                    <a:ext uri="{FF2B5EF4-FFF2-40B4-BE49-F238E27FC236}">
                      <a16:creationId xmlns:a16="http://schemas.microsoft.com/office/drawing/2014/main" id="{6075E5D5-6ED6-4D7B-8207-5820ADE1B022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2" name="直線コネクタ 106651">
                  <a:extLst>
                    <a:ext uri="{FF2B5EF4-FFF2-40B4-BE49-F238E27FC236}">
                      <a16:creationId xmlns:a16="http://schemas.microsoft.com/office/drawing/2014/main" id="{5C5D05A0-ECDF-4F71-9D18-37E01DDDD10C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3" name="直線コネクタ 106652">
                  <a:extLst>
                    <a:ext uri="{FF2B5EF4-FFF2-40B4-BE49-F238E27FC236}">
                      <a16:creationId xmlns:a16="http://schemas.microsoft.com/office/drawing/2014/main" id="{245827B4-ED51-4320-89D7-53ABF285D2E5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4" name="直線コネクタ 106653">
                  <a:extLst>
                    <a:ext uri="{FF2B5EF4-FFF2-40B4-BE49-F238E27FC236}">
                      <a16:creationId xmlns:a16="http://schemas.microsoft.com/office/drawing/2014/main" id="{9778EFEC-2B8C-4269-BC33-ACFCB37B0734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5" name="直線コネクタ 106654">
                  <a:extLst>
                    <a:ext uri="{FF2B5EF4-FFF2-40B4-BE49-F238E27FC236}">
                      <a16:creationId xmlns:a16="http://schemas.microsoft.com/office/drawing/2014/main" id="{88747768-CFEA-477D-9D1E-9D283E06F62C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6" name="直線コネクタ 106655">
                  <a:extLst>
                    <a:ext uri="{FF2B5EF4-FFF2-40B4-BE49-F238E27FC236}">
                      <a16:creationId xmlns:a16="http://schemas.microsoft.com/office/drawing/2014/main" id="{8A2DE6DF-34C8-4090-9C90-F81F126EAC44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7" name="直線コネクタ 106656">
                  <a:extLst>
                    <a:ext uri="{FF2B5EF4-FFF2-40B4-BE49-F238E27FC236}">
                      <a16:creationId xmlns:a16="http://schemas.microsoft.com/office/drawing/2014/main" id="{E9D436BD-CB96-4578-8C3F-B0B414BC181C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8" name="直線コネクタ 106657">
                  <a:extLst>
                    <a:ext uri="{FF2B5EF4-FFF2-40B4-BE49-F238E27FC236}">
                      <a16:creationId xmlns:a16="http://schemas.microsoft.com/office/drawing/2014/main" id="{79BB8D49-BAF3-4296-A272-E860659EBC08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59" name="直線コネクタ 106658">
                  <a:extLst>
                    <a:ext uri="{FF2B5EF4-FFF2-40B4-BE49-F238E27FC236}">
                      <a16:creationId xmlns:a16="http://schemas.microsoft.com/office/drawing/2014/main" id="{EE527617-71F4-4C5D-81FA-09C5851E0639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0" name="直線コネクタ 106659">
                  <a:extLst>
                    <a:ext uri="{FF2B5EF4-FFF2-40B4-BE49-F238E27FC236}">
                      <a16:creationId xmlns:a16="http://schemas.microsoft.com/office/drawing/2014/main" id="{8241E045-567C-4D4D-BBF5-E4BEDD65F533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1" name="直線コネクタ 106660">
                  <a:extLst>
                    <a:ext uri="{FF2B5EF4-FFF2-40B4-BE49-F238E27FC236}">
                      <a16:creationId xmlns:a16="http://schemas.microsoft.com/office/drawing/2014/main" id="{65717701-22D9-4585-8EC5-7A559329C6F1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2" name="直線コネクタ 106661">
                  <a:extLst>
                    <a:ext uri="{FF2B5EF4-FFF2-40B4-BE49-F238E27FC236}">
                      <a16:creationId xmlns:a16="http://schemas.microsoft.com/office/drawing/2014/main" id="{E501C318-B4ED-4CED-B103-E65194546CE8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3" name="直線コネクタ 106662">
                  <a:extLst>
                    <a:ext uri="{FF2B5EF4-FFF2-40B4-BE49-F238E27FC236}">
                      <a16:creationId xmlns:a16="http://schemas.microsoft.com/office/drawing/2014/main" id="{BB982201-CBAB-463E-ABD0-E969633884C7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4" name="直線コネクタ 106663">
                  <a:extLst>
                    <a:ext uri="{FF2B5EF4-FFF2-40B4-BE49-F238E27FC236}">
                      <a16:creationId xmlns:a16="http://schemas.microsoft.com/office/drawing/2014/main" id="{01D9F421-430B-4B49-8343-9F4F8CE51010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5" name="直線コネクタ 106664">
                  <a:extLst>
                    <a:ext uri="{FF2B5EF4-FFF2-40B4-BE49-F238E27FC236}">
                      <a16:creationId xmlns:a16="http://schemas.microsoft.com/office/drawing/2014/main" id="{C1410B69-F468-4AFD-9587-6B364F34266F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6" name="直線コネクタ 106665">
                  <a:extLst>
                    <a:ext uri="{FF2B5EF4-FFF2-40B4-BE49-F238E27FC236}">
                      <a16:creationId xmlns:a16="http://schemas.microsoft.com/office/drawing/2014/main" id="{2C4B3943-6855-4A80-B0A8-019AD533296C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7" name="直線コネクタ 106666">
                  <a:extLst>
                    <a:ext uri="{FF2B5EF4-FFF2-40B4-BE49-F238E27FC236}">
                      <a16:creationId xmlns:a16="http://schemas.microsoft.com/office/drawing/2014/main" id="{7634A8A8-367C-4A0F-AAEA-B72DE919FA40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8" name="直線コネクタ 106667">
                  <a:extLst>
                    <a:ext uri="{FF2B5EF4-FFF2-40B4-BE49-F238E27FC236}">
                      <a16:creationId xmlns:a16="http://schemas.microsoft.com/office/drawing/2014/main" id="{A4044518-CB9F-4A9A-B895-255DA3DF26B0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69" name="直線コネクタ 106668">
                  <a:extLst>
                    <a:ext uri="{FF2B5EF4-FFF2-40B4-BE49-F238E27FC236}">
                      <a16:creationId xmlns:a16="http://schemas.microsoft.com/office/drawing/2014/main" id="{A3B7F04B-861E-4E3D-9984-E9C429E5FA5E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0" name="直線コネクタ 106669">
                  <a:extLst>
                    <a:ext uri="{FF2B5EF4-FFF2-40B4-BE49-F238E27FC236}">
                      <a16:creationId xmlns:a16="http://schemas.microsoft.com/office/drawing/2014/main" id="{21861A9D-FD41-4808-BD9F-DDFADBC5D2D8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1" name="直線コネクタ 106670">
                  <a:extLst>
                    <a:ext uri="{FF2B5EF4-FFF2-40B4-BE49-F238E27FC236}">
                      <a16:creationId xmlns:a16="http://schemas.microsoft.com/office/drawing/2014/main" id="{ABD3BF3A-4CEC-4D5F-9D92-15CDD49F7758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2" name="直線コネクタ 106671">
                  <a:extLst>
                    <a:ext uri="{FF2B5EF4-FFF2-40B4-BE49-F238E27FC236}">
                      <a16:creationId xmlns:a16="http://schemas.microsoft.com/office/drawing/2014/main" id="{DF99A3DD-4BCC-48AE-B08C-A13694CB602D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3" name="直線コネクタ 106672">
                  <a:extLst>
                    <a:ext uri="{FF2B5EF4-FFF2-40B4-BE49-F238E27FC236}">
                      <a16:creationId xmlns:a16="http://schemas.microsoft.com/office/drawing/2014/main" id="{9DCD2AE8-278B-4D31-833A-6B8A60B172AA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4" name="直線コネクタ 106673">
                  <a:extLst>
                    <a:ext uri="{FF2B5EF4-FFF2-40B4-BE49-F238E27FC236}">
                      <a16:creationId xmlns:a16="http://schemas.microsoft.com/office/drawing/2014/main" id="{B67679B9-F8AC-4ABE-A846-C753E3571F9A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5" name="直線コネクタ 106674">
                  <a:extLst>
                    <a:ext uri="{FF2B5EF4-FFF2-40B4-BE49-F238E27FC236}">
                      <a16:creationId xmlns:a16="http://schemas.microsoft.com/office/drawing/2014/main" id="{723C98ED-9B61-4942-866D-387346EF0537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6" name="直線コネクタ 106675">
                  <a:extLst>
                    <a:ext uri="{FF2B5EF4-FFF2-40B4-BE49-F238E27FC236}">
                      <a16:creationId xmlns:a16="http://schemas.microsoft.com/office/drawing/2014/main" id="{09DBD010-24A9-4378-B652-55BFD0390BB0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7" name="直線コネクタ 106676">
                  <a:extLst>
                    <a:ext uri="{FF2B5EF4-FFF2-40B4-BE49-F238E27FC236}">
                      <a16:creationId xmlns:a16="http://schemas.microsoft.com/office/drawing/2014/main" id="{EF111593-99B5-49DB-856E-CC9A5D137A2D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8" name="直線コネクタ 106677">
                  <a:extLst>
                    <a:ext uri="{FF2B5EF4-FFF2-40B4-BE49-F238E27FC236}">
                      <a16:creationId xmlns:a16="http://schemas.microsoft.com/office/drawing/2014/main" id="{D8069894-5E90-40E1-84B8-0D45E57F96A7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79" name="直線コネクタ 106678">
                  <a:extLst>
                    <a:ext uri="{FF2B5EF4-FFF2-40B4-BE49-F238E27FC236}">
                      <a16:creationId xmlns:a16="http://schemas.microsoft.com/office/drawing/2014/main" id="{491A9084-DDDB-449C-8B3D-5DC023460803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0" name="直線コネクタ 106679">
                  <a:extLst>
                    <a:ext uri="{FF2B5EF4-FFF2-40B4-BE49-F238E27FC236}">
                      <a16:creationId xmlns:a16="http://schemas.microsoft.com/office/drawing/2014/main" id="{F0C31C97-A1BD-4FFA-AA98-A3FBECD71A89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1" name="直線コネクタ 106680">
                  <a:extLst>
                    <a:ext uri="{FF2B5EF4-FFF2-40B4-BE49-F238E27FC236}">
                      <a16:creationId xmlns:a16="http://schemas.microsoft.com/office/drawing/2014/main" id="{31BC1217-F4BC-4BBB-A6EE-FEE7B785B7F5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2" name="直線コネクタ 106681">
                  <a:extLst>
                    <a:ext uri="{FF2B5EF4-FFF2-40B4-BE49-F238E27FC236}">
                      <a16:creationId xmlns:a16="http://schemas.microsoft.com/office/drawing/2014/main" id="{972D88EE-4C88-436E-8758-7B9DF46EC44A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3" name="直線コネクタ 106682">
                  <a:extLst>
                    <a:ext uri="{FF2B5EF4-FFF2-40B4-BE49-F238E27FC236}">
                      <a16:creationId xmlns:a16="http://schemas.microsoft.com/office/drawing/2014/main" id="{959F9E83-F13C-42CF-A0C5-A59E4B3ADFBF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4" name="直線コネクタ 106683">
                  <a:extLst>
                    <a:ext uri="{FF2B5EF4-FFF2-40B4-BE49-F238E27FC236}">
                      <a16:creationId xmlns:a16="http://schemas.microsoft.com/office/drawing/2014/main" id="{3D44FC25-1167-4635-8926-86D36BFC4771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5" name="直線コネクタ 106684">
                  <a:extLst>
                    <a:ext uri="{FF2B5EF4-FFF2-40B4-BE49-F238E27FC236}">
                      <a16:creationId xmlns:a16="http://schemas.microsoft.com/office/drawing/2014/main" id="{5B57C8C6-B4A2-4AC0-8026-9A5C5296F38E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6" name="直線コネクタ 106685">
                  <a:extLst>
                    <a:ext uri="{FF2B5EF4-FFF2-40B4-BE49-F238E27FC236}">
                      <a16:creationId xmlns:a16="http://schemas.microsoft.com/office/drawing/2014/main" id="{4837A074-7019-46D8-BC0B-DC81B5732618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7" name="直線コネクタ 106686">
                  <a:extLst>
                    <a:ext uri="{FF2B5EF4-FFF2-40B4-BE49-F238E27FC236}">
                      <a16:creationId xmlns:a16="http://schemas.microsoft.com/office/drawing/2014/main" id="{DA453756-9687-4081-817A-9D4D0ED1C03C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8" name="直線コネクタ 106687">
                  <a:extLst>
                    <a:ext uri="{FF2B5EF4-FFF2-40B4-BE49-F238E27FC236}">
                      <a16:creationId xmlns:a16="http://schemas.microsoft.com/office/drawing/2014/main" id="{4377F7EF-F888-4622-8A7E-884B1D9F7BA0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89" name="直線コネクタ 106688">
                  <a:extLst>
                    <a:ext uri="{FF2B5EF4-FFF2-40B4-BE49-F238E27FC236}">
                      <a16:creationId xmlns:a16="http://schemas.microsoft.com/office/drawing/2014/main" id="{88B9F0AF-9342-4D29-8A3E-0D6417862886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0" name="直線コネクタ 106689">
                  <a:extLst>
                    <a:ext uri="{FF2B5EF4-FFF2-40B4-BE49-F238E27FC236}">
                      <a16:creationId xmlns:a16="http://schemas.microsoft.com/office/drawing/2014/main" id="{389F02E9-32A6-4D36-9F7A-3151720646A0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1" name="直線コネクタ 106690">
                  <a:extLst>
                    <a:ext uri="{FF2B5EF4-FFF2-40B4-BE49-F238E27FC236}">
                      <a16:creationId xmlns:a16="http://schemas.microsoft.com/office/drawing/2014/main" id="{9655B418-59B7-41D2-B536-C29A5B3793B1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2" name="直線コネクタ 106691">
                  <a:extLst>
                    <a:ext uri="{FF2B5EF4-FFF2-40B4-BE49-F238E27FC236}">
                      <a16:creationId xmlns:a16="http://schemas.microsoft.com/office/drawing/2014/main" id="{8B409688-1FD6-475E-8627-F7EE33129216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3" name="直線コネクタ 106692">
                  <a:extLst>
                    <a:ext uri="{FF2B5EF4-FFF2-40B4-BE49-F238E27FC236}">
                      <a16:creationId xmlns:a16="http://schemas.microsoft.com/office/drawing/2014/main" id="{A98275F8-7108-44AF-BA8F-D48D9D75392B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4" name="直線コネクタ 106693">
                  <a:extLst>
                    <a:ext uri="{FF2B5EF4-FFF2-40B4-BE49-F238E27FC236}">
                      <a16:creationId xmlns:a16="http://schemas.microsoft.com/office/drawing/2014/main" id="{5DC88138-D4B0-466D-8F7D-39152240B40D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5" name="直線コネクタ 106694">
                  <a:extLst>
                    <a:ext uri="{FF2B5EF4-FFF2-40B4-BE49-F238E27FC236}">
                      <a16:creationId xmlns:a16="http://schemas.microsoft.com/office/drawing/2014/main" id="{84E31127-3465-42C0-B8D9-EE910AF2AC3D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6" name="直線コネクタ 106695">
                  <a:extLst>
                    <a:ext uri="{FF2B5EF4-FFF2-40B4-BE49-F238E27FC236}">
                      <a16:creationId xmlns:a16="http://schemas.microsoft.com/office/drawing/2014/main" id="{7160318F-1099-4AFE-9DC7-1C7D0D25A75E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7" name="直線コネクタ 106696">
                  <a:extLst>
                    <a:ext uri="{FF2B5EF4-FFF2-40B4-BE49-F238E27FC236}">
                      <a16:creationId xmlns:a16="http://schemas.microsoft.com/office/drawing/2014/main" id="{C8760F96-DD42-42BE-8B1D-8349F4865020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8" name="直線コネクタ 106697">
                  <a:extLst>
                    <a:ext uri="{FF2B5EF4-FFF2-40B4-BE49-F238E27FC236}">
                      <a16:creationId xmlns:a16="http://schemas.microsoft.com/office/drawing/2014/main" id="{E47B01D9-0390-4034-84B0-CA1455AE85C7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99" name="直線コネクタ 106698">
                  <a:extLst>
                    <a:ext uri="{FF2B5EF4-FFF2-40B4-BE49-F238E27FC236}">
                      <a16:creationId xmlns:a16="http://schemas.microsoft.com/office/drawing/2014/main" id="{A7EC4945-4F16-4E60-B558-4D97F49ADFB0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0" name="直線コネクタ 106699">
                  <a:extLst>
                    <a:ext uri="{FF2B5EF4-FFF2-40B4-BE49-F238E27FC236}">
                      <a16:creationId xmlns:a16="http://schemas.microsoft.com/office/drawing/2014/main" id="{2F60F851-9251-4BA9-8D69-1EABCEDECFF2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1" name="直線コネクタ 106700">
                  <a:extLst>
                    <a:ext uri="{FF2B5EF4-FFF2-40B4-BE49-F238E27FC236}">
                      <a16:creationId xmlns:a16="http://schemas.microsoft.com/office/drawing/2014/main" id="{43B9422E-25BC-42D6-B64C-0580DBD6CFF3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2" name="直線コネクタ 106701">
                  <a:extLst>
                    <a:ext uri="{FF2B5EF4-FFF2-40B4-BE49-F238E27FC236}">
                      <a16:creationId xmlns:a16="http://schemas.microsoft.com/office/drawing/2014/main" id="{AD2D8662-A582-4A2F-8DFE-B02E86586C7F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3" name="直線コネクタ 106702">
                  <a:extLst>
                    <a:ext uri="{FF2B5EF4-FFF2-40B4-BE49-F238E27FC236}">
                      <a16:creationId xmlns:a16="http://schemas.microsoft.com/office/drawing/2014/main" id="{498494BD-1250-4D09-B6ED-AC95BE90F438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4" name="直線コネクタ 106703">
                  <a:extLst>
                    <a:ext uri="{FF2B5EF4-FFF2-40B4-BE49-F238E27FC236}">
                      <a16:creationId xmlns:a16="http://schemas.microsoft.com/office/drawing/2014/main" id="{3971A97F-E7F7-4B3B-BC0A-76A087024042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5" name="直線コネクタ 106704">
                  <a:extLst>
                    <a:ext uri="{FF2B5EF4-FFF2-40B4-BE49-F238E27FC236}">
                      <a16:creationId xmlns:a16="http://schemas.microsoft.com/office/drawing/2014/main" id="{1387969E-E8B7-438C-BDAF-163B1AB0DFBE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6" name="直線コネクタ 106705">
                  <a:extLst>
                    <a:ext uri="{FF2B5EF4-FFF2-40B4-BE49-F238E27FC236}">
                      <a16:creationId xmlns:a16="http://schemas.microsoft.com/office/drawing/2014/main" id="{AE8A4B95-34B6-436B-BEE4-DC6A9D71E563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7" name="直線コネクタ 106706">
                  <a:extLst>
                    <a:ext uri="{FF2B5EF4-FFF2-40B4-BE49-F238E27FC236}">
                      <a16:creationId xmlns:a16="http://schemas.microsoft.com/office/drawing/2014/main" id="{1D29F8DC-5582-4FFA-85C2-145B9B4D8CCA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8" name="直線コネクタ 106707">
                  <a:extLst>
                    <a:ext uri="{FF2B5EF4-FFF2-40B4-BE49-F238E27FC236}">
                      <a16:creationId xmlns:a16="http://schemas.microsoft.com/office/drawing/2014/main" id="{41B73BC4-7165-4BD9-A508-603DC6FA3A66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09" name="直線コネクタ 106708">
                  <a:extLst>
                    <a:ext uri="{FF2B5EF4-FFF2-40B4-BE49-F238E27FC236}">
                      <a16:creationId xmlns:a16="http://schemas.microsoft.com/office/drawing/2014/main" id="{4B750D37-E3F0-4FFF-8383-FCEAE5C89966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0" name="直線コネクタ 106709">
                  <a:extLst>
                    <a:ext uri="{FF2B5EF4-FFF2-40B4-BE49-F238E27FC236}">
                      <a16:creationId xmlns:a16="http://schemas.microsoft.com/office/drawing/2014/main" id="{C407F6F4-C9EF-4D6B-8730-F4A3961BABC5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1" name="直線コネクタ 106710">
                  <a:extLst>
                    <a:ext uri="{FF2B5EF4-FFF2-40B4-BE49-F238E27FC236}">
                      <a16:creationId xmlns:a16="http://schemas.microsoft.com/office/drawing/2014/main" id="{B0969DFE-12AF-4CE0-9865-AC95A75800C0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2" name="直線コネクタ 106711">
                  <a:extLst>
                    <a:ext uri="{FF2B5EF4-FFF2-40B4-BE49-F238E27FC236}">
                      <a16:creationId xmlns:a16="http://schemas.microsoft.com/office/drawing/2014/main" id="{F5553D12-DFA5-448B-A247-064FAE966B2C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3" name="直線コネクタ 106712">
                  <a:extLst>
                    <a:ext uri="{FF2B5EF4-FFF2-40B4-BE49-F238E27FC236}">
                      <a16:creationId xmlns:a16="http://schemas.microsoft.com/office/drawing/2014/main" id="{68A5BF64-DD48-49B2-900F-73686AB3F579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4" name="直線コネクタ 106713">
                  <a:extLst>
                    <a:ext uri="{FF2B5EF4-FFF2-40B4-BE49-F238E27FC236}">
                      <a16:creationId xmlns:a16="http://schemas.microsoft.com/office/drawing/2014/main" id="{842231EB-C479-4300-A017-A265AF0A151C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5" name="直線コネクタ 106714">
                  <a:extLst>
                    <a:ext uri="{FF2B5EF4-FFF2-40B4-BE49-F238E27FC236}">
                      <a16:creationId xmlns:a16="http://schemas.microsoft.com/office/drawing/2014/main" id="{20F53B77-3D7D-4B17-ADBE-564825911C20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6" name="直線コネクタ 106715">
                  <a:extLst>
                    <a:ext uri="{FF2B5EF4-FFF2-40B4-BE49-F238E27FC236}">
                      <a16:creationId xmlns:a16="http://schemas.microsoft.com/office/drawing/2014/main" id="{33F862EA-BCEB-4BBC-BA2B-B2C7DB4DA333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7" name="直線コネクタ 106716">
                  <a:extLst>
                    <a:ext uri="{FF2B5EF4-FFF2-40B4-BE49-F238E27FC236}">
                      <a16:creationId xmlns:a16="http://schemas.microsoft.com/office/drawing/2014/main" id="{D5997489-55F2-4C6A-8058-E8E36A3E99BE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8" name="直線コネクタ 106717">
                  <a:extLst>
                    <a:ext uri="{FF2B5EF4-FFF2-40B4-BE49-F238E27FC236}">
                      <a16:creationId xmlns:a16="http://schemas.microsoft.com/office/drawing/2014/main" id="{6264F230-429F-485B-A72D-433BD4A2B665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19" name="直線コネクタ 106718">
                  <a:extLst>
                    <a:ext uri="{FF2B5EF4-FFF2-40B4-BE49-F238E27FC236}">
                      <a16:creationId xmlns:a16="http://schemas.microsoft.com/office/drawing/2014/main" id="{378A74CC-6BD9-4074-8DBB-9FDD60165784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0" name="直線コネクタ 106719">
                  <a:extLst>
                    <a:ext uri="{FF2B5EF4-FFF2-40B4-BE49-F238E27FC236}">
                      <a16:creationId xmlns:a16="http://schemas.microsoft.com/office/drawing/2014/main" id="{59D2A842-306D-40B5-AB71-F17E0684DE52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1" name="直線コネクタ 106720">
                  <a:extLst>
                    <a:ext uri="{FF2B5EF4-FFF2-40B4-BE49-F238E27FC236}">
                      <a16:creationId xmlns:a16="http://schemas.microsoft.com/office/drawing/2014/main" id="{1E0AC400-B3F2-45FC-AA05-4C2A34CA2312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2" name="直線コネクタ 106721">
                  <a:extLst>
                    <a:ext uri="{FF2B5EF4-FFF2-40B4-BE49-F238E27FC236}">
                      <a16:creationId xmlns:a16="http://schemas.microsoft.com/office/drawing/2014/main" id="{DA2671C7-05C3-45ED-BBA0-89C33FE36A50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3" name="直線コネクタ 106722">
                  <a:extLst>
                    <a:ext uri="{FF2B5EF4-FFF2-40B4-BE49-F238E27FC236}">
                      <a16:creationId xmlns:a16="http://schemas.microsoft.com/office/drawing/2014/main" id="{A9241136-AAD8-49CA-B95D-CBF7B8E7EB7C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4" name="直線コネクタ 106723">
                  <a:extLst>
                    <a:ext uri="{FF2B5EF4-FFF2-40B4-BE49-F238E27FC236}">
                      <a16:creationId xmlns:a16="http://schemas.microsoft.com/office/drawing/2014/main" id="{A330551B-B48D-4B33-B5EB-47C7825DA64D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5" name="直線コネクタ 106724">
                  <a:extLst>
                    <a:ext uri="{FF2B5EF4-FFF2-40B4-BE49-F238E27FC236}">
                      <a16:creationId xmlns:a16="http://schemas.microsoft.com/office/drawing/2014/main" id="{0AF246E8-A3EE-4C9B-BB53-587A2830D5CB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6" name="直線コネクタ 106725">
                  <a:extLst>
                    <a:ext uri="{FF2B5EF4-FFF2-40B4-BE49-F238E27FC236}">
                      <a16:creationId xmlns:a16="http://schemas.microsoft.com/office/drawing/2014/main" id="{C32B0433-2C7D-42E6-9596-97C532611330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7" name="直線コネクタ 106726">
                  <a:extLst>
                    <a:ext uri="{FF2B5EF4-FFF2-40B4-BE49-F238E27FC236}">
                      <a16:creationId xmlns:a16="http://schemas.microsoft.com/office/drawing/2014/main" id="{DFB1C444-A047-4460-8B9F-8E14F4F54A3D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8" name="直線コネクタ 106727">
                  <a:extLst>
                    <a:ext uri="{FF2B5EF4-FFF2-40B4-BE49-F238E27FC236}">
                      <a16:creationId xmlns:a16="http://schemas.microsoft.com/office/drawing/2014/main" id="{7FC1A2D6-E44A-4EC8-BB03-1CC2864A4635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29" name="直線コネクタ 106728">
                  <a:extLst>
                    <a:ext uri="{FF2B5EF4-FFF2-40B4-BE49-F238E27FC236}">
                      <a16:creationId xmlns:a16="http://schemas.microsoft.com/office/drawing/2014/main" id="{8330BA74-59A1-4C40-BACF-A6612BF88764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0" name="直線コネクタ 106729">
                  <a:extLst>
                    <a:ext uri="{FF2B5EF4-FFF2-40B4-BE49-F238E27FC236}">
                      <a16:creationId xmlns:a16="http://schemas.microsoft.com/office/drawing/2014/main" id="{F202C7C7-58E5-4B14-B82B-C6493057480F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1" name="直線コネクタ 106730">
                  <a:extLst>
                    <a:ext uri="{FF2B5EF4-FFF2-40B4-BE49-F238E27FC236}">
                      <a16:creationId xmlns:a16="http://schemas.microsoft.com/office/drawing/2014/main" id="{DD214913-FA97-4092-B38B-A6D3F762E8F8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2" name="直線コネクタ 106731">
                  <a:extLst>
                    <a:ext uri="{FF2B5EF4-FFF2-40B4-BE49-F238E27FC236}">
                      <a16:creationId xmlns:a16="http://schemas.microsoft.com/office/drawing/2014/main" id="{B7E12F9B-9813-49E2-94A7-83735AD66C43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3" name="直線コネクタ 106732">
                  <a:extLst>
                    <a:ext uri="{FF2B5EF4-FFF2-40B4-BE49-F238E27FC236}">
                      <a16:creationId xmlns:a16="http://schemas.microsoft.com/office/drawing/2014/main" id="{88A8EE03-CCAB-4843-98E1-0B22C58514A5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4" name="直線コネクタ 106733">
                  <a:extLst>
                    <a:ext uri="{FF2B5EF4-FFF2-40B4-BE49-F238E27FC236}">
                      <a16:creationId xmlns:a16="http://schemas.microsoft.com/office/drawing/2014/main" id="{56B48D96-E15A-4C1B-88EC-A43A52B7528F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5" name="直線コネクタ 106734">
                  <a:extLst>
                    <a:ext uri="{FF2B5EF4-FFF2-40B4-BE49-F238E27FC236}">
                      <a16:creationId xmlns:a16="http://schemas.microsoft.com/office/drawing/2014/main" id="{C4B38459-DB5F-4F6B-B819-ED501E727765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6" name="直線コネクタ 106735">
                  <a:extLst>
                    <a:ext uri="{FF2B5EF4-FFF2-40B4-BE49-F238E27FC236}">
                      <a16:creationId xmlns:a16="http://schemas.microsoft.com/office/drawing/2014/main" id="{4DC5FD73-49B7-447C-AB64-C2AD3BD4DABB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7" name="直線コネクタ 106736">
                  <a:extLst>
                    <a:ext uri="{FF2B5EF4-FFF2-40B4-BE49-F238E27FC236}">
                      <a16:creationId xmlns:a16="http://schemas.microsoft.com/office/drawing/2014/main" id="{6B8DA50A-60E0-4AE3-A0F0-C9CCD9CEB12C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8" name="直線コネクタ 106737">
                  <a:extLst>
                    <a:ext uri="{FF2B5EF4-FFF2-40B4-BE49-F238E27FC236}">
                      <a16:creationId xmlns:a16="http://schemas.microsoft.com/office/drawing/2014/main" id="{AD2FD6CB-A4E3-4BBD-9087-2E506DEBE0BF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39" name="直線コネクタ 106738">
                  <a:extLst>
                    <a:ext uri="{FF2B5EF4-FFF2-40B4-BE49-F238E27FC236}">
                      <a16:creationId xmlns:a16="http://schemas.microsoft.com/office/drawing/2014/main" id="{E4551FC0-1A00-4443-84C9-7E084A0D0362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0" name="直線コネクタ 106739">
                  <a:extLst>
                    <a:ext uri="{FF2B5EF4-FFF2-40B4-BE49-F238E27FC236}">
                      <a16:creationId xmlns:a16="http://schemas.microsoft.com/office/drawing/2014/main" id="{D7318418-91E8-41BD-83FA-142AD06D7439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1" name="直線コネクタ 106740">
                  <a:extLst>
                    <a:ext uri="{FF2B5EF4-FFF2-40B4-BE49-F238E27FC236}">
                      <a16:creationId xmlns:a16="http://schemas.microsoft.com/office/drawing/2014/main" id="{743B446B-662C-4900-8D96-4139CFF59E97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2" name="直線コネクタ 106741">
                  <a:extLst>
                    <a:ext uri="{FF2B5EF4-FFF2-40B4-BE49-F238E27FC236}">
                      <a16:creationId xmlns:a16="http://schemas.microsoft.com/office/drawing/2014/main" id="{3302F94F-427C-4809-A1D2-73D3E93F538B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3" name="直線コネクタ 106742">
                  <a:extLst>
                    <a:ext uri="{FF2B5EF4-FFF2-40B4-BE49-F238E27FC236}">
                      <a16:creationId xmlns:a16="http://schemas.microsoft.com/office/drawing/2014/main" id="{7D37B1C0-6212-42BF-B280-3F9EE307F5F6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4" name="直線コネクタ 106743">
                  <a:extLst>
                    <a:ext uri="{FF2B5EF4-FFF2-40B4-BE49-F238E27FC236}">
                      <a16:creationId xmlns:a16="http://schemas.microsoft.com/office/drawing/2014/main" id="{0DD8C9B2-4AD8-4D67-8FFD-DE077719A32A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5" name="直線コネクタ 106744">
                  <a:extLst>
                    <a:ext uri="{FF2B5EF4-FFF2-40B4-BE49-F238E27FC236}">
                      <a16:creationId xmlns:a16="http://schemas.microsoft.com/office/drawing/2014/main" id="{1054506F-2B41-437D-8E38-CD100D4AD6DA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6" name="直線コネクタ 106745">
                  <a:extLst>
                    <a:ext uri="{FF2B5EF4-FFF2-40B4-BE49-F238E27FC236}">
                      <a16:creationId xmlns:a16="http://schemas.microsoft.com/office/drawing/2014/main" id="{32373750-52E3-4A92-AA45-736855B3346F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7" name="直線コネクタ 106746">
                  <a:extLst>
                    <a:ext uri="{FF2B5EF4-FFF2-40B4-BE49-F238E27FC236}">
                      <a16:creationId xmlns:a16="http://schemas.microsoft.com/office/drawing/2014/main" id="{EFFD5575-51C1-4B04-8484-EADDC761A832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8" name="直線コネクタ 106747">
                  <a:extLst>
                    <a:ext uri="{FF2B5EF4-FFF2-40B4-BE49-F238E27FC236}">
                      <a16:creationId xmlns:a16="http://schemas.microsoft.com/office/drawing/2014/main" id="{CF9A4F10-3A75-4E61-AEA8-325710BC12C7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49" name="直線コネクタ 106748">
                  <a:extLst>
                    <a:ext uri="{FF2B5EF4-FFF2-40B4-BE49-F238E27FC236}">
                      <a16:creationId xmlns:a16="http://schemas.microsoft.com/office/drawing/2014/main" id="{2BDB5008-7DA0-4A64-93FF-2AF563A86A5C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0" name="直線コネクタ 106749">
                  <a:extLst>
                    <a:ext uri="{FF2B5EF4-FFF2-40B4-BE49-F238E27FC236}">
                      <a16:creationId xmlns:a16="http://schemas.microsoft.com/office/drawing/2014/main" id="{11E2EC86-622E-4822-A685-C1358666C792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1" name="直線コネクタ 106750">
                  <a:extLst>
                    <a:ext uri="{FF2B5EF4-FFF2-40B4-BE49-F238E27FC236}">
                      <a16:creationId xmlns:a16="http://schemas.microsoft.com/office/drawing/2014/main" id="{90E8F1F3-C843-43CC-B374-70A063BF0E00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2" name="直線コネクタ 106751">
                  <a:extLst>
                    <a:ext uri="{FF2B5EF4-FFF2-40B4-BE49-F238E27FC236}">
                      <a16:creationId xmlns:a16="http://schemas.microsoft.com/office/drawing/2014/main" id="{2967C890-7051-40A9-A19D-0445BDF15E59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3" name="直線コネクタ 106752">
                  <a:extLst>
                    <a:ext uri="{FF2B5EF4-FFF2-40B4-BE49-F238E27FC236}">
                      <a16:creationId xmlns:a16="http://schemas.microsoft.com/office/drawing/2014/main" id="{3B91E580-B015-4F84-BE84-719059536713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4" name="直線コネクタ 106753">
                  <a:extLst>
                    <a:ext uri="{FF2B5EF4-FFF2-40B4-BE49-F238E27FC236}">
                      <a16:creationId xmlns:a16="http://schemas.microsoft.com/office/drawing/2014/main" id="{D0EAB506-31B1-483C-AA2D-FFCFB7C4BCC6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5" name="直線コネクタ 106754">
                  <a:extLst>
                    <a:ext uri="{FF2B5EF4-FFF2-40B4-BE49-F238E27FC236}">
                      <a16:creationId xmlns:a16="http://schemas.microsoft.com/office/drawing/2014/main" id="{435D621C-1715-4EF6-A229-A7FD2DD797F7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6" name="直線コネクタ 106755">
                  <a:extLst>
                    <a:ext uri="{FF2B5EF4-FFF2-40B4-BE49-F238E27FC236}">
                      <a16:creationId xmlns:a16="http://schemas.microsoft.com/office/drawing/2014/main" id="{823EE25C-6BA7-474A-8D09-FD7B11130108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7" name="直線コネクタ 106756">
                  <a:extLst>
                    <a:ext uri="{FF2B5EF4-FFF2-40B4-BE49-F238E27FC236}">
                      <a16:creationId xmlns:a16="http://schemas.microsoft.com/office/drawing/2014/main" id="{84DBA73F-35D1-471B-9E63-312212B93D25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8" name="直線コネクタ 106757">
                  <a:extLst>
                    <a:ext uri="{FF2B5EF4-FFF2-40B4-BE49-F238E27FC236}">
                      <a16:creationId xmlns:a16="http://schemas.microsoft.com/office/drawing/2014/main" id="{C2E74987-0E11-4E8C-AE2F-8C0EC039CE8A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59" name="直線コネクタ 106758">
                  <a:extLst>
                    <a:ext uri="{FF2B5EF4-FFF2-40B4-BE49-F238E27FC236}">
                      <a16:creationId xmlns:a16="http://schemas.microsoft.com/office/drawing/2014/main" id="{91D30AF3-5F56-4059-A5EE-2F5BA947FDD7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0" name="直線コネクタ 106759">
                  <a:extLst>
                    <a:ext uri="{FF2B5EF4-FFF2-40B4-BE49-F238E27FC236}">
                      <a16:creationId xmlns:a16="http://schemas.microsoft.com/office/drawing/2014/main" id="{5D9EFD2E-AA5A-4928-AED4-742E91743485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1" name="直線コネクタ 106760">
                  <a:extLst>
                    <a:ext uri="{FF2B5EF4-FFF2-40B4-BE49-F238E27FC236}">
                      <a16:creationId xmlns:a16="http://schemas.microsoft.com/office/drawing/2014/main" id="{FA03B576-341F-4F2C-9DEC-1BBB4A7F62E0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2" name="直線コネクタ 106761">
                  <a:extLst>
                    <a:ext uri="{FF2B5EF4-FFF2-40B4-BE49-F238E27FC236}">
                      <a16:creationId xmlns:a16="http://schemas.microsoft.com/office/drawing/2014/main" id="{7816EFE8-A2A7-4FFB-BDCE-590CEF9BB398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3" name="直線コネクタ 106762">
                  <a:extLst>
                    <a:ext uri="{FF2B5EF4-FFF2-40B4-BE49-F238E27FC236}">
                      <a16:creationId xmlns:a16="http://schemas.microsoft.com/office/drawing/2014/main" id="{98A86A1B-0206-4BDF-9DEE-E5EA5671C123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4" name="直線コネクタ 106763">
                  <a:extLst>
                    <a:ext uri="{FF2B5EF4-FFF2-40B4-BE49-F238E27FC236}">
                      <a16:creationId xmlns:a16="http://schemas.microsoft.com/office/drawing/2014/main" id="{E27A1A2E-8805-4608-A9D9-F3F5201688F7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5" name="直線コネクタ 106764">
                  <a:extLst>
                    <a:ext uri="{FF2B5EF4-FFF2-40B4-BE49-F238E27FC236}">
                      <a16:creationId xmlns:a16="http://schemas.microsoft.com/office/drawing/2014/main" id="{0519CB6A-D3B6-4935-8A4C-E85ADFF540A1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6" name="直線コネクタ 106765">
                  <a:extLst>
                    <a:ext uri="{FF2B5EF4-FFF2-40B4-BE49-F238E27FC236}">
                      <a16:creationId xmlns:a16="http://schemas.microsoft.com/office/drawing/2014/main" id="{0A2E9601-8C37-4534-B153-725FF581357E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7" name="直線コネクタ 106766">
                  <a:extLst>
                    <a:ext uri="{FF2B5EF4-FFF2-40B4-BE49-F238E27FC236}">
                      <a16:creationId xmlns:a16="http://schemas.microsoft.com/office/drawing/2014/main" id="{EC90E5B8-63F5-4169-A9EB-5758CC8BB08B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8" name="直線コネクタ 106767">
                  <a:extLst>
                    <a:ext uri="{FF2B5EF4-FFF2-40B4-BE49-F238E27FC236}">
                      <a16:creationId xmlns:a16="http://schemas.microsoft.com/office/drawing/2014/main" id="{703200BC-B171-47B7-994A-4C6EC50EB53D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69" name="直線コネクタ 106768">
                  <a:extLst>
                    <a:ext uri="{FF2B5EF4-FFF2-40B4-BE49-F238E27FC236}">
                      <a16:creationId xmlns:a16="http://schemas.microsoft.com/office/drawing/2014/main" id="{42FCFD5D-7FF3-4485-9764-6C9AB967533C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0" name="直線コネクタ 106769">
                  <a:extLst>
                    <a:ext uri="{FF2B5EF4-FFF2-40B4-BE49-F238E27FC236}">
                      <a16:creationId xmlns:a16="http://schemas.microsoft.com/office/drawing/2014/main" id="{8C4CFA79-E2DE-4AF0-8018-836676CD975C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1" name="直線コネクタ 106770">
                  <a:extLst>
                    <a:ext uri="{FF2B5EF4-FFF2-40B4-BE49-F238E27FC236}">
                      <a16:creationId xmlns:a16="http://schemas.microsoft.com/office/drawing/2014/main" id="{BFFB8A90-ED15-4F16-BB0E-223F03751C09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2" name="直線コネクタ 106771">
                  <a:extLst>
                    <a:ext uri="{FF2B5EF4-FFF2-40B4-BE49-F238E27FC236}">
                      <a16:creationId xmlns:a16="http://schemas.microsoft.com/office/drawing/2014/main" id="{BE764219-1BE6-4C14-B139-03975C943233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3" name="直線コネクタ 106772">
                  <a:extLst>
                    <a:ext uri="{FF2B5EF4-FFF2-40B4-BE49-F238E27FC236}">
                      <a16:creationId xmlns:a16="http://schemas.microsoft.com/office/drawing/2014/main" id="{08102C83-B1F1-4520-948A-0B511B2FD8DD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4" name="直線コネクタ 106773">
                  <a:extLst>
                    <a:ext uri="{FF2B5EF4-FFF2-40B4-BE49-F238E27FC236}">
                      <a16:creationId xmlns:a16="http://schemas.microsoft.com/office/drawing/2014/main" id="{5706B2A5-A67C-46A9-985D-EA207FABB9F2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5" name="直線コネクタ 106774">
                  <a:extLst>
                    <a:ext uri="{FF2B5EF4-FFF2-40B4-BE49-F238E27FC236}">
                      <a16:creationId xmlns:a16="http://schemas.microsoft.com/office/drawing/2014/main" id="{15DF1427-CB3B-4006-8E94-0AD173A42353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6" name="直線コネクタ 106775">
                  <a:extLst>
                    <a:ext uri="{FF2B5EF4-FFF2-40B4-BE49-F238E27FC236}">
                      <a16:creationId xmlns:a16="http://schemas.microsoft.com/office/drawing/2014/main" id="{E84ACBF5-3B4C-455F-AD19-770F41B1EDA0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7" name="直線コネクタ 106776">
                  <a:extLst>
                    <a:ext uri="{FF2B5EF4-FFF2-40B4-BE49-F238E27FC236}">
                      <a16:creationId xmlns:a16="http://schemas.microsoft.com/office/drawing/2014/main" id="{F91D8F60-799A-4518-B887-47EC47E1EB9E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8" name="直線コネクタ 106777">
                  <a:extLst>
                    <a:ext uri="{FF2B5EF4-FFF2-40B4-BE49-F238E27FC236}">
                      <a16:creationId xmlns:a16="http://schemas.microsoft.com/office/drawing/2014/main" id="{0B2E04CF-B609-4692-88C1-671B065AB476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79" name="直線コネクタ 106778">
                  <a:extLst>
                    <a:ext uri="{FF2B5EF4-FFF2-40B4-BE49-F238E27FC236}">
                      <a16:creationId xmlns:a16="http://schemas.microsoft.com/office/drawing/2014/main" id="{FC004F37-6134-4056-ADCA-773FB60D926D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0" name="直線コネクタ 106779">
                  <a:extLst>
                    <a:ext uri="{FF2B5EF4-FFF2-40B4-BE49-F238E27FC236}">
                      <a16:creationId xmlns:a16="http://schemas.microsoft.com/office/drawing/2014/main" id="{40DB4F3F-ED60-4160-9956-BFEAA7C1CADC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1" name="直線コネクタ 106780">
                  <a:extLst>
                    <a:ext uri="{FF2B5EF4-FFF2-40B4-BE49-F238E27FC236}">
                      <a16:creationId xmlns:a16="http://schemas.microsoft.com/office/drawing/2014/main" id="{7D7E3217-3C3B-43B8-9FD1-1F330E6C2C76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2" name="直線コネクタ 106781">
                  <a:extLst>
                    <a:ext uri="{FF2B5EF4-FFF2-40B4-BE49-F238E27FC236}">
                      <a16:creationId xmlns:a16="http://schemas.microsoft.com/office/drawing/2014/main" id="{CFAB1338-A0BE-4291-9606-03238AC7FB77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3" name="直線コネクタ 106782">
                  <a:extLst>
                    <a:ext uri="{FF2B5EF4-FFF2-40B4-BE49-F238E27FC236}">
                      <a16:creationId xmlns:a16="http://schemas.microsoft.com/office/drawing/2014/main" id="{8EBB521C-E2AF-44D3-B291-FCA283DE669C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4" name="直線コネクタ 106783">
                  <a:extLst>
                    <a:ext uri="{FF2B5EF4-FFF2-40B4-BE49-F238E27FC236}">
                      <a16:creationId xmlns:a16="http://schemas.microsoft.com/office/drawing/2014/main" id="{C24C4C6A-AF1F-4B09-AC19-47401FA8F01C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5" name="直線コネクタ 106784">
                  <a:extLst>
                    <a:ext uri="{FF2B5EF4-FFF2-40B4-BE49-F238E27FC236}">
                      <a16:creationId xmlns:a16="http://schemas.microsoft.com/office/drawing/2014/main" id="{16FBBDED-DC6F-4495-9A87-9367F4794637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6" name="直線コネクタ 106785">
                  <a:extLst>
                    <a:ext uri="{FF2B5EF4-FFF2-40B4-BE49-F238E27FC236}">
                      <a16:creationId xmlns:a16="http://schemas.microsoft.com/office/drawing/2014/main" id="{563A2A9D-3187-443B-97F1-937FBCB9FD44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7" name="直線コネクタ 106786">
                  <a:extLst>
                    <a:ext uri="{FF2B5EF4-FFF2-40B4-BE49-F238E27FC236}">
                      <a16:creationId xmlns:a16="http://schemas.microsoft.com/office/drawing/2014/main" id="{69A827BC-3A58-496C-94B4-51ABC72CABCE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8" name="直線コネクタ 106787">
                  <a:extLst>
                    <a:ext uri="{FF2B5EF4-FFF2-40B4-BE49-F238E27FC236}">
                      <a16:creationId xmlns:a16="http://schemas.microsoft.com/office/drawing/2014/main" id="{1B7A05C3-DB8A-4E21-B371-52249795E360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89" name="直線コネクタ 106788">
                  <a:extLst>
                    <a:ext uri="{FF2B5EF4-FFF2-40B4-BE49-F238E27FC236}">
                      <a16:creationId xmlns:a16="http://schemas.microsoft.com/office/drawing/2014/main" id="{2AA1B634-188C-45F6-B18F-1BF8CAEFABE7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0" name="直線コネクタ 106789">
                  <a:extLst>
                    <a:ext uri="{FF2B5EF4-FFF2-40B4-BE49-F238E27FC236}">
                      <a16:creationId xmlns:a16="http://schemas.microsoft.com/office/drawing/2014/main" id="{BF57C3A9-498B-4A69-890C-3654440743D5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1" name="直線コネクタ 106790">
                  <a:extLst>
                    <a:ext uri="{FF2B5EF4-FFF2-40B4-BE49-F238E27FC236}">
                      <a16:creationId xmlns:a16="http://schemas.microsoft.com/office/drawing/2014/main" id="{8BD2A229-888D-47C4-ABAF-37DF0DAF17A7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2" name="直線コネクタ 106791">
                  <a:extLst>
                    <a:ext uri="{FF2B5EF4-FFF2-40B4-BE49-F238E27FC236}">
                      <a16:creationId xmlns:a16="http://schemas.microsoft.com/office/drawing/2014/main" id="{BB0C8222-0199-4E79-B1FC-A0DA2D6D5CD5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3" name="直線コネクタ 106792">
                  <a:extLst>
                    <a:ext uri="{FF2B5EF4-FFF2-40B4-BE49-F238E27FC236}">
                      <a16:creationId xmlns:a16="http://schemas.microsoft.com/office/drawing/2014/main" id="{F438AB9B-86B5-4EA5-AFF2-BD90A208CA30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4" name="直線コネクタ 106793">
                  <a:extLst>
                    <a:ext uri="{FF2B5EF4-FFF2-40B4-BE49-F238E27FC236}">
                      <a16:creationId xmlns:a16="http://schemas.microsoft.com/office/drawing/2014/main" id="{CC083889-20EB-4690-A8DA-91AD71A0DC87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5" name="直線コネクタ 106794">
                  <a:extLst>
                    <a:ext uri="{FF2B5EF4-FFF2-40B4-BE49-F238E27FC236}">
                      <a16:creationId xmlns:a16="http://schemas.microsoft.com/office/drawing/2014/main" id="{F91402D6-4C90-4C7C-8ECC-A51333BD0109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6" name="直線コネクタ 106795">
                  <a:extLst>
                    <a:ext uri="{FF2B5EF4-FFF2-40B4-BE49-F238E27FC236}">
                      <a16:creationId xmlns:a16="http://schemas.microsoft.com/office/drawing/2014/main" id="{D73BD6F7-0FB0-432D-BFEA-5A678603D87F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7" name="直線コネクタ 106796">
                  <a:extLst>
                    <a:ext uri="{FF2B5EF4-FFF2-40B4-BE49-F238E27FC236}">
                      <a16:creationId xmlns:a16="http://schemas.microsoft.com/office/drawing/2014/main" id="{8A9FE49E-F09C-495C-B4F8-D72E224527E4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8" name="直線コネクタ 106797">
                  <a:extLst>
                    <a:ext uri="{FF2B5EF4-FFF2-40B4-BE49-F238E27FC236}">
                      <a16:creationId xmlns:a16="http://schemas.microsoft.com/office/drawing/2014/main" id="{AB401517-49A0-474B-AF0A-72D04FC862A0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99" name="直線コネクタ 106798">
                  <a:extLst>
                    <a:ext uri="{FF2B5EF4-FFF2-40B4-BE49-F238E27FC236}">
                      <a16:creationId xmlns:a16="http://schemas.microsoft.com/office/drawing/2014/main" id="{A2BFFD94-2792-41BF-ACC5-B1F346471CBB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0" name="直線コネクタ 106799">
                  <a:extLst>
                    <a:ext uri="{FF2B5EF4-FFF2-40B4-BE49-F238E27FC236}">
                      <a16:creationId xmlns:a16="http://schemas.microsoft.com/office/drawing/2014/main" id="{D5B96249-852D-4C8F-BF76-B47563DED8FF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1" name="直線コネクタ 106800">
                  <a:extLst>
                    <a:ext uri="{FF2B5EF4-FFF2-40B4-BE49-F238E27FC236}">
                      <a16:creationId xmlns:a16="http://schemas.microsoft.com/office/drawing/2014/main" id="{801206D4-986C-4CA8-8DC6-511ADE83EC89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2" name="直線コネクタ 106801">
                  <a:extLst>
                    <a:ext uri="{FF2B5EF4-FFF2-40B4-BE49-F238E27FC236}">
                      <a16:creationId xmlns:a16="http://schemas.microsoft.com/office/drawing/2014/main" id="{190A1E3E-5DAB-49CB-8123-549D4F1C46A5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3" name="直線コネクタ 106802">
                  <a:extLst>
                    <a:ext uri="{FF2B5EF4-FFF2-40B4-BE49-F238E27FC236}">
                      <a16:creationId xmlns:a16="http://schemas.microsoft.com/office/drawing/2014/main" id="{5C50C97C-9317-43FA-9FA2-5D24C2EAF2A1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4" name="直線コネクタ 106803">
                  <a:extLst>
                    <a:ext uri="{FF2B5EF4-FFF2-40B4-BE49-F238E27FC236}">
                      <a16:creationId xmlns:a16="http://schemas.microsoft.com/office/drawing/2014/main" id="{7311A5AF-B4AB-478B-A540-C8BFB943A56D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5" name="直線コネクタ 106804">
                  <a:extLst>
                    <a:ext uri="{FF2B5EF4-FFF2-40B4-BE49-F238E27FC236}">
                      <a16:creationId xmlns:a16="http://schemas.microsoft.com/office/drawing/2014/main" id="{7D541B31-01F0-44ED-8638-C9E381AFDADD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6" name="直線コネクタ 106805">
                  <a:extLst>
                    <a:ext uri="{FF2B5EF4-FFF2-40B4-BE49-F238E27FC236}">
                      <a16:creationId xmlns:a16="http://schemas.microsoft.com/office/drawing/2014/main" id="{D3670E05-321C-48BC-92D3-42B1A585EB86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7" name="直線コネクタ 106806">
                  <a:extLst>
                    <a:ext uri="{FF2B5EF4-FFF2-40B4-BE49-F238E27FC236}">
                      <a16:creationId xmlns:a16="http://schemas.microsoft.com/office/drawing/2014/main" id="{58099078-4EDF-4E12-A88F-5FA264118906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8" name="直線コネクタ 106807">
                  <a:extLst>
                    <a:ext uri="{FF2B5EF4-FFF2-40B4-BE49-F238E27FC236}">
                      <a16:creationId xmlns:a16="http://schemas.microsoft.com/office/drawing/2014/main" id="{511735FE-14C0-4B8D-AD83-0C0F19E60E54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09" name="直線コネクタ 106808">
                  <a:extLst>
                    <a:ext uri="{FF2B5EF4-FFF2-40B4-BE49-F238E27FC236}">
                      <a16:creationId xmlns:a16="http://schemas.microsoft.com/office/drawing/2014/main" id="{A4DD30D8-7D21-4E57-A026-9FA284568BBD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0" name="直線コネクタ 106809">
                  <a:extLst>
                    <a:ext uri="{FF2B5EF4-FFF2-40B4-BE49-F238E27FC236}">
                      <a16:creationId xmlns:a16="http://schemas.microsoft.com/office/drawing/2014/main" id="{35C19CD2-7B64-421E-BFB2-F6B7E13B3B3B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1" name="直線コネクタ 106810">
                  <a:extLst>
                    <a:ext uri="{FF2B5EF4-FFF2-40B4-BE49-F238E27FC236}">
                      <a16:creationId xmlns:a16="http://schemas.microsoft.com/office/drawing/2014/main" id="{4771971C-BBBB-4DA4-8837-A2E534B9E2CD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2" name="直線コネクタ 106811">
                  <a:extLst>
                    <a:ext uri="{FF2B5EF4-FFF2-40B4-BE49-F238E27FC236}">
                      <a16:creationId xmlns:a16="http://schemas.microsoft.com/office/drawing/2014/main" id="{CF3AB5E7-942C-4023-827B-B97BE3E6D12A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3" name="直線コネクタ 106812">
                  <a:extLst>
                    <a:ext uri="{FF2B5EF4-FFF2-40B4-BE49-F238E27FC236}">
                      <a16:creationId xmlns:a16="http://schemas.microsoft.com/office/drawing/2014/main" id="{F54BA59D-12B3-4CE6-9A16-9F7AA7B6A682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4" name="直線コネクタ 106813">
                  <a:extLst>
                    <a:ext uri="{FF2B5EF4-FFF2-40B4-BE49-F238E27FC236}">
                      <a16:creationId xmlns:a16="http://schemas.microsoft.com/office/drawing/2014/main" id="{E960814B-12FA-4DE8-BB66-7C0524CCE093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5" name="直線コネクタ 106814">
                  <a:extLst>
                    <a:ext uri="{FF2B5EF4-FFF2-40B4-BE49-F238E27FC236}">
                      <a16:creationId xmlns:a16="http://schemas.microsoft.com/office/drawing/2014/main" id="{31691A0E-9034-4584-A9C3-94F2160C3B15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6" name="直線コネクタ 106815">
                  <a:extLst>
                    <a:ext uri="{FF2B5EF4-FFF2-40B4-BE49-F238E27FC236}">
                      <a16:creationId xmlns:a16="http://schemas.microsoft.com/office/drawing/2014/main" id="{81C54FDF-DFD0-4915-A10D-A354FC41A050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7" name="直線コネクタ 106816">
                  <a:extLst>
                    <a:ext uri="{FF2B5EF4-FFF2-40B4-BE49-F238E27FC236}">
                      <a16:creationId xmlns:a16="http://schemas.microsoft.com/office/drawing/2014/main" id="{B6EB1AEF-D8FE-4E65-9425-F1267EED2472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8" name="直線コネクタ 106817">
                  <a:extLst>
                    <a:ext uri="{FF2B5EF4-FFF2-40B4-BE49-F238E27FC236}">
                      <a16:creationId xmlns:a16="http://schemas.microsoft.com/office/drawing/2014/main" id="{0FE573D4-717F-426A-9BEB-7290CAD32759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19" name="直線コネクタ 106818">
                  <a:extLst>
                    <a:ext uri="{FF2B5EF4-FFF2-40B4-BE49-F238E27FC236}">
                      <a16:creationId xmlns:a16="http://schemas.microsoft.com/office/drawing/2014/main" id="{14A9CF20-7633-4F3D-9338-3337266FB5E5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0" name="直線コネクタ 106819">
                  <a:extLst>
                    <a:ext uri="{FF2B5EF4-FFF2-40B4-BE49-F238E27FC236}">
                      <a16:creationId xmlns:a16="http://schemas.microsoft.com/office/drawing/2014/main" id="{9382B025-B858-46BF-A579-94DCD7B97EB6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1" name="直線コネクタ 106820">
                  <a:extLst>
                    <a:ext uri="{FF2B5EF4-FFF2-40B4-BE49-F238E27FC236}">
                      <a16:creationId xmlns:a16="http://schemas.microsoft.com/office/drawing/2014/main" id="{733F32A7-E93C-4D19-BF76-80CB8C7649D9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2" name="直線コネクタ 106821">
                  <a:extLst>
                    <a:ext uri="{FF2B5EF4-FFF2-40B4-BE49-F238E27FC236}">
                      <a16:creationId xmlns:a16="http://schemas.microsoft.com/office/drawing/2014/main" id="{EE346B14-B069-45B7-BBF5-31CC8BA6EF22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3" name="直線コネクタ 106822">
                  <a:extLst>
                    <a:ext uri="{FF2B5EF4-FFF2-40B4-BE49-F238E27FC236}">
                      <a16:creationId xmlns:a16="http://schemas.microsoft.com/office/drawing/2014/main" id="{4FBBAA93-E9AF-4865-B740-F9DFC0806213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4" name="直線コネクタ 106823">
                  <a:extLst>
                    <a:ext uri="{FF2B5EF4-FFF2-40B4-BE49-F238E27FC236}">
                      <a16:creationId xmlns:a16="http://schemas.microsoft.com/office/drawing/2014/main" id="{A876FCDE-A95C-4160-AAFE-4D38A1A7ED2B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5" name="直線コネクタ 106824">
                  <a:extLst>
                    <a:ext uri="{FF2B5EF4-FFF2-40B4-BE49-F238E27FC236}">
                      <a16:creationId xmlns:a16="http://schemas.microsoft.com/office/drawing/2014/main" id="{5ECB7882-D595-40DC-8AAE-9460BFDEBE28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6" name="直線コネクタ 106825">
                  <a:extLst>
                    <a:ext uri="{FF2B5EF4-FFF2-40B4-BE49-F238E27FC236}">
                      <a16:creationId xmlns:a16="http://schemas.microsoft.com/office/drawing/2014/main" id="{48355216-6BAC-4039-8441-E37D84CF987A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7" name="直線コネクタ 106826">
                  <a:extLst>
                    <a:ext uri="{FF2B5EF4-FFF2-40B4-BE49-F238E27FC236}">
                      <a16:creationId xmlns:a16="http://schemas.microsoft.com/office/drawing/2014/main" id="{AB667C78-D9B6-445E-A379-94FA39972954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8" name="直線コネクタ 106827">
                  <a:extLst>
                    <a:ext uri="{FF2B5EF4-FFF2-40B4-BE49-F238E27FC236}">
                      <a16:creationId xmlns:a16="http://schemas.microsoft.com/office/drawing/2014/main" id="{D668BAC4-3F59-473D-B91E-0D0A78410EF7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29" name="直線コネクタ 106828">
                  <a:extLst>
                    <a:ext uri="{FF2B5EF4-FFF2-40B4-BE49-F238E27FC236}">
                      <a16:creationId xmlns:a16="http://schemas.microsoft.com/office/drawing/2014/main" id="{907FCC55-BB7E-4B2E-83B4-3D5562FC7335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0" name="直線コネクタ 106829">
                  <a:extLst>
                    <a:ext uri="{FF2B5EF4-FFF2-40B4-BE49-F238E27FC236}">
                      <a16:creationId xmlns:a16="http://schemas.microsoft.com/office/drawing/2014/main" id="{CE400F1C-E18F-45A6-A383-4F6F7BD25F6A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1" name="直線コネクタ 106830">
                  <a:extLst>
                    <a:ext uri="{FF2B5EF4-FFF2-40B4-BE49-F238E27FC236}">
                      <a16:creationId xmlns:a16="http://schemas.microsoft.com/office/drawing/2014/main" id="{B5C5DCCB-4E11-499C-BA28-2264B2FFEAE9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2" name="直線コネクタ 106831">
                  <a:extLst>
                    <a:ext uri="{FF2B5EF4-FFF2-40B4-BE49-F238E27FC236}">
                      <a16:creationId xmlns:a16="http://schemas.microsoft.com/office/drawing/2014/main" id="{06145EC8-2B84-4CE8-8F98-D016FFD2734C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3" name="直線コネクタ 106832">
                  <a:extLst>
                    <a:ext uri="{FF2B5EF4-FFF2-40B4-BE49-F238E27FC236}">
                      <a16:creationId xmlns:a16="http://schemas.microsoft.com/office/drawing/2014/main" id="{93D642B2-4557-49CB-B123-E2315450097D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4" name="直線コネクタ 106833">
                  <a:extLst>
                    <a:ext uri="{FF2B5EF4-FFF2-40B4-BE49-F238E27FC236}">
                      <a16:creationId xmlns:a16="http://schemas.microsoft.com/office/drawing/2014/main" id="{8E6BE05A-0732-47CF-8C99-1A922CD9D284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5" name="直線コネクタ 106834">
                  <a:extLst>
                    <a:ext uri="{FF2B5EF4-FFF2-40B4-BE49-F238E27FC236}">
                      <a16:creationId xmlns:a16="http://schemas.microsoft.com/office/drawing/2014/main" id="{97A2DDF9-225E-486D-ACF4-70B1930B1DBF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6" name="直線コネクタ 106835">
                  <a:extLst>
                    <a:ext uri="{FF2B5EF4-FFF2-40B4-BE49-F238E27FC236}">
                      <a16:creationId xmlns:a16="http://schemas.microsoft.com/office/drawing/2014/main" id="{313C8F31-3C21-4621-A8D9-CDB9C094E6B6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7" name="直線コネクタ 106836">
                  <a:extLst>
                    <a:ext uri="{FF2B5EF4-FFF2-40B4-BE49-F238E27FC236}">
                      <a16:creationId xmlns:a16="http://schemas.microsoft.com/office/drawing/2014/main" id="{92B084CA-25BB-4043-97F9-88CE51C8F186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8" name="直線コネクタ 106837">
                  <a:extLst>
                    <a:ext uri="{FF2B5EF4-FFF2-40B4-BE49-F238E27FC236}">
                      <a16:creationId xmlns:a16="http://schemas.microsoft.com/office/drawing/2014/main" id="{77413609-F46B-4410-B7ED-659F98FDF7DC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39" name="直線コネクタ 106838">
                  <a:extLst>
                    <a:ext uri="{FF2B5EF4-FFF2-40B4-BE49-F238E27FC236}">
                      <a16:creationId xmlns:a16="http://schemas.microsoft.com/office/drawing/2014/main" id="{6D643866-9FFF-49E4-9BD3-2D4397B61B7B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0" name="直線コネクタ 106839">
                  <a:extLst>
                    <a:ext uri="{FF2B5EF4-FFF2-40B4-BE49-F238E27FC236}">
                      <a16:creationId xmlns:a16="http://schemas.microsoft.com/office/drawing/2014/main" id="{4FA0E191-7181-4E59-B00E-598BF7D23194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1" name="直線コネクタ 106840">
                  <a:extLst>
                    <a:ext uri="{FF2B5EF4-FFF2-40B4-BE49-F238E27FC236}">
                      <a16:creationId xmlns:a16="http://schemas.microsoft.com/office/drawing/2014/main" id="{A03B5593-CD25-48F1-A293-C06E785AB168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2" name="直線コネクタ 106841">
                  <a:extLst>
                    <a:ext uri="{FF2B5EF4-FFF2-40B4-BE49-F238E27FC236}">
                      <a16:creationId xmlns:a16="http://schemas.microsoft.com/office/drawing/2014/main" id="{48724CE9-FB89-4884-B1B0-DDCC0F0706B4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3" name="直線コネクタ 106842">
                  <a:extLst>
                    <a:ext uri="{FF2B5EF4-FFF2-40B4-BE49-F238E27FC236}">
                      <a16:creationId xmlns:a16="http://schemas.microsoft.com/office/drawing/2014/main" id="{67132DD6-3E92-4B79-8818-09006DAF21EB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4" name="直線コネクタ 106843">
                  <a:extLst>
                    <a:ext uri="{FF2B5EF4-FFF2-40B4-BE49-F238E27FC236}">
                      <a16:creationId xmlns:a16="http://schemas.microsoft.com/office/drawing/2014/main" id="{EECAF838-17F1-431B-82B8-9B5A683F7D5B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5" name="直線コネクタ 106844">
                  <a:extLst>
                    <a:ext uri="{FF2B5EF4-FFF2-40B4-BE49-F238E27FC236}">
                      <a16:creationId xmlns:a16="http://schemas.microsoft.com/office/drawing/2014/main" id="{2C9410E3-10EC-4223-B804-AA8AC4EFE24A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6" name="直線コネクタ 106845">
                  <a:extLst>
                    <a:ext uri="{FF2B5EF4-FFF2-40B4-BE49-F238E27FC236}">
                      <a16:creationId xmlns:a16="http://schemas.microsoft.com/office/drawing/2014/main" id="{617DAE98-67FF-4BB5-BBBB-15C40453DC38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7" name="直線コネクタ 106846">
                  <a:extLst>
                    <a:ext uri="{FF2B5EF4-FFF2-40B4-BE49-F238E27FC236}">
                      <a16:creationId xmlns:a16="http://schemas.microsoft.com/office/drawing/2014/main" id="{BF32DB63-7C6B-4B78-9BB0-ED357A703227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8" name="直線コネクタ 106847">
                  <a:extLst>
                    <a:ext uri="{FF2B5EF4-FFF2-40B4-BE49-F238E27FC236}">
                      <a16:creationId xmlns:a16="http://schemas.microsoft.com/office/drawing/2014/main" id="{93391278-873F-46EB-9016-9C47AA7DE368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49" name="直線コネクタ 106848">
                  <a:extLst>
                    <a:ext uri="{FF2B5EF4-FFF2-40B4-BE49-F238E27FC236}">
                      <a16:creationId xmlns:a16="http://schemas.microsoft.com/office/drawing/2014/main" id="{CAA122E7-6254-4C1A-A778-F50CA7E4F444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0" name="直線コネクタ 106849">
                  <a:extLst>
                    <a:ext uri="{FF2B5EF4-FFF2-40B4-BE49-F238E27FC236}">
                      <a16:creationId xmlns:a16="http://schemas.microsoft.com/office/drawing/2014/main" id="{79832BBC-050A-4B56-BF2A-1881A6EEA79C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1" name="直線コネクタ 106850">
                  <a:extLst>
                    <a:ext uri="{FF2B5EF4-FFF2-40B4-BE49-F238E27FC236}">
                      <a16:creationId xmlns:a16="http://schemas.microsoft.com/office/drawing/2014/main" id="{830F15FA-284C-4215-9F24-42D9CF2969A1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2" name="直線コネクタ 106851">
                  <a:extLst>
                    <a:ext uri="{FF2B5EF4-FFF2-40B4-BE49-F238E27FC236}">
                      <a16:creationId xmlns:a16="http://schemas.microsoft.com/office/drawing/2014/main" id="{4A30AC32-8531-4126-8A8B-F2E5D3FA2769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3" name="直線コネクタ 106852">
                  <a:extLst>
                    <a:ext uri="{FF2B5EF4-FFF2-40B4-BE49-F238E27FC236}">
                      <a16:creationId xmlns:a16="http://schemas.microsoft.com/office/drawing/2014/main" id="{1CC163B8-F3FF-4FAD-95A6-455093480C4E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4" name="直線コネクタ 106853">
                  <a:extLst>
                    <a:ext uri="{FF2B5EF4-FFF2-40B4-BE49-F238E27FC236}">
                      <a16:creationId xmlns:a16="http://schemas.microsoft.com/office/drawing/2014/main" id="{AF4484EB-4819-4CA5-97E9-90BE15EB99CE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5" name="直線コネクタ 106854">
                  <a:extLst>
                    <a:ext uri="{FF2B5EF4-FFF2-40B4-BE49-F238E27FC236}">
                      <a16:creationId xmlns:a16="http://schemas.microsoft.com/office/drawing/2014/main" id="{5D17DC1D-EE76-4BDC-9A50-6BDF316A9E05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56" name="直線コネクタ 106855">
                  <a:extLst>
                    <a:ext uri="{FF2B5EF4-FFF2-40B4-BE49-F238E27FC236}">
                      <a16:creationId xmlns:a16="http://schemas.microsoft.com/office/drawing/2014/main" id="{84FBD3AF-A25B-47CA-92D8-8278C25A282E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374" name="グループ化 106373">
                <a:extLst>
                  <a:ext uri="{FF2B5EF4-FFF2-40B4-BE49-F238E27FC236}">
                    <a16:creationId xmlns:a16="http://schemas.microsoft.com/office/drawing/2014/main" id="{F98E3425-85EF-4D69-997C-845ED3FAEC7B}"/>
                  </a:ext>
                </a:extLst>
              </p:cNvPr>
              <p:cNvGrpSpPr/>
              <p:nvPr/>
            </p:nvGrpSpPr>
            <p:grpSpPr>
              <a:xfrm rot="16200000">
                <a:off x="3600000" y="3600000"/>
                <a:ext cx="1801080" cy="1801080"/>
                <a:chOff x="5400000" y="3598920"/>
                <a:chExt cx="1801080" cy="1801080"/>
              </a:xfrm>
            </p:grpSpPr>
            <p:cxnSp>
              <p:nvCxnSpPr>
                <p:cNvPr id="106375" name="直線コネクタ 106374">
                  <a:extLst>
                    <a:ext uri="{FF2B5EF4-FFF2-40B4-BE49-F238E27FC236}">
                      <a16:creationId xmlns:a16="http://schemas.microsoft.com/office/drawing/2014/main" id="{47F41834-36D8-4DE9-95EE-2A41B8DBB5A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800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76" name="直線コネクタ 106375">
                  <a:extLst>
                    <a:ext uri="{FF2B5EF4-FFF2-40B4-BE49-F238E27FC236}">
                      <a16:creationId xmlns:a16="http://schemas.microsoft.com/office/drawing/2014/main" id="{9DA97153-553B-4359-8F4D-1EAF69C3939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83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77" name="直線コネクタ 106376">
                  <a:extLst>
                    <a:ext uri="{FF2B5EF4-FFF2-40B4-BE49-F238E27FC236}">
                      <a16:creationId xmlns:a16="http://schemas.microsoft.com/office/drawing/2014/main" id="{C2136F7E-D7A0-4926-84A6-9ADE3430B6E0}"/>
                    </a:ext>
                  </a:extLst>
                </p:cNvPr>
                <p:cNvCxnSpPr/>
                <p:nvPr/>
              </p:nvCxnSpPr>
              <p:spPr>
                <a:xfrm flipH="1">
                  <a:off x="7199280" y="3600000"/>
                  <a:ext cx="720" cy="176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78" name="直線コネクタ 106377">
                  <a:extLst>
                    <a:ext uri="{FF2B5EF4-FFF2-40B4-BE49-F238E27FC236}">
                      <a16:creationId xmlns:a16="http://schemas.microsoft.com/office/drawing/2014/main" id="{0F85E31B-6356-49F4-B7FA-147B834C5256}"/>
                    </a:ext>
                  </a:extLst>
                </p:cNvPr>
                <p:cNvCxnSpPr/>
                <p:nvPr/>
              </p:nvCxnSpPr>
              <p:spPr>
                <a:xfrm flipH="1">
                  <a:off x="7198560" y="3600000"/>
                  <a:ext cx="1440" cy="1749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79" name="直線コネクタ 106378">
                  <a:extLst>
                    <a:ext uri="{FF2B5EF4-FFF2-40B4-BE49-F238E27FC236}">
                      <a16:creationId xmlns:a16="http://schemas.microsoft.com/office/drawing/2014/main" id="{B8D97932-2270-40C9-BA59-5DDD4C41E29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080" cy="1732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0" name="直線コネクタ 106379">
                  <a:extLst>
                    <a:ext uri="{FF2B5EF4-FFF2-40B4-BE49-F238E27FC236}">
                      <a16:creationId xmlns:a16="http://schemas.microsoft.com/office/drawing/2014/main" id="{A1D61B3D-AD35-4282-9043-44471BA8A92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71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1" name="直線コネクタ 106380">
                  <a:extLst>
                    <a:ext uri="{FF2B5EF4-FFF2-40B4-BE49-F238E27FC236}">
                      <a16:creationId xmlns:a16="http://schemas.microsoft.com/office/drawing/2014/main" id="{3F62C2F5-18DA-4732-B98E-682AE5564F98}"/>
                    </a:ext>
                  </a:extLst>
                </p:cNvPr>
                <p:cNvCxnSpPr/>
                <p:nvPr/>
              </p:nvCxnSpPr>
              <p:spPr>
                <a:xfrm flipH="1">
                  <a:off x="7198200" y="3600000"/>
                  <a:ext cx="1800" cy="169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2" name="直線コネクタ 106381">
                  <a:extLst>
                    <a:ext uri="{FF2B5EF4-FFF2-40B4-BE49-F238E27FC236}">
                      <a16:creationId xmlns:a16="http://schemas.microsoft.com/office/drawing/2014/main" id="{2E30E7C7-087F-41B0-9A3B-8925D51BF13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0" cy="1681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3" name="直線コネクタ 106382">
                  <a:extLst>
                    <a:ext uri="{FF2B5EF4-FFF2-40B4-BE49-F238E27FC236}">
                      <a16:creationId xmlns:a16="http://schemas.microsoft.com/office/drawing/2014/main" id="{A7C13EFE-7231-4813-A0F4-F448C98D3576}"/>
                    </a:ext>
                  </a:extLst>
                </p:cNvPr>
                <p:cNvCxnSpPr/>
                <p:nvPr/>
              </p:nvCxnSpPr>
              <p:spPr>
                <a:xfrm flipH="1">
                  <a:off x="7197840" y="3600000"/>
                  <a:ext cx="2160" cy="1665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4" name="直線コネクタ 106383">
                  <a:extLst>
                    <a:ext uri="{FF2B5EF4-FFF2-40B4-BE49-F238E27FC236}">
                      <a16:creationId xmlns:a16="http://schemas.microsoft.com/office/drawing/2014/main" id="{D575377F-C107-4B7F-BAD1-8F489BF9DC37}"/>
                    </a:ext>
                  </a:extLst>
                </p:cNvPr>
                <p:cNvCxnSpPr/>
                <p:nvPr/>
              </p:nvCxnSpPr>
              <p:spPr>
                <a:xfrm flipH="1">
                  <a:off x="7195320" y="3600000"/>
                  <a:ext cx="4680" cy="164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5" name="直線コネクタ 106384">
                  <a:extLst>
                    <a:ext uri="{FF2B5EF4-FFF2-40B4-BE49-F238E27FC236}">
                      <a16:creationId xmlns:a16="http://schemas.microsoft.com/office/drawing/2014/main" id="{B43B2FCA-D9A9-408E-9D41-DE9AE5EC99E0}"/>
                    </a:ext>
                  </a:extLst>
                </p:cNvPr>
                <p:cNvCxnSpPr/>
                <p:nvPr/>
              </p:nvCxnSpPr>
              <p:spPr>
                <a:xfrm flipH="1">
                  <a:off x="7196040" y="3600000"/>
                  <a:ext cx="3960" cy="163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6" name="直線コネクタ 106385">
                  <a:extLst>
                    <a:ext uri="{FF2B5EF4-FFF2-40B4-BE49-F238E27FC236}">
                      <a16:creationId xmlns:a16="http://schemas.microsoft.com/office/drawing/2014/main" id="{B0B247E1-DE60-490F-AF03-883DD59B4136}"/>
                    </a:ext>
                  </a:extLst>
                </p:cNvPr>
                <p:cNvCxnSpPr/>
                <p:nvPr/>
              </p:nvCxnSpPr>
              <p:spPr>
                <a:xfrm flipH="1">
                  <a:off x="7192800" y="3600000"/>
                  <a:ext cx="7200" cy="161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7" name="直線コネクタ 106386">
                  <a:extLst>
                    <a:ext uri="{FF2B5EF4-FFF2-40B4-BE49-F238E27FC236}">
                      <a16:creationId xmlns:a16="http://schemas.microsoft.com/office/drawing/2014/main" id="{6E27AFA4-BCE5-433E-940C-30B4A629A0B7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9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8" name="直線コネクタ 106387">
                  <a:extLst>
                    <a:ext uri="{FF2B5EF4-FFF2-40B4-BE49-F238E27FC236}">
                      <a16:creationId xmlns:a16="http://schemas.microsoft.com/office/drawing/2014/main" id="{68BC4DF1-4D72-41CC-80D1-CE93364FB47F}"/>
                    </a:ext>
                  </a:extLst>
                </p:cNvPr>
                <p:cNvCxnSpPr/>
                <p:nvPr/>
              </p:nvCxnSpPr>
              <p:spPr>
                <a:xfrm flipH="1">
                  <a:off x="7189560" y="3600000"/>
                  <a:ext cx="10440" cy="158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89" name="直線コネクタ 106388">
                  <a:extLst>
                    <a:ext uri="{FF2B5EF4-FFF2-40B4-BE49-F238E27FC236}">
                      <a16:creationId xmlns:a16="http://schemas.microsoft.com/office/drawing/2014/main" id="{2A2FB0B1-CFFA-4F58-88B9-831D2D1E42D8}"/>
                    </a:ext>
                  </a:extLst>
                </p:cNvPr>
                <p:cNvCxnSpPr/>
                <p:nvPr/>
              </p:nvCxnSpPr>
              <p:spPr>
                <a:xfrm flipH="1">
                  <a:off x="7185600" y="3600000"/>
                  <a:ext cx="14400" cy="156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0" name="直線コネクタ 106389">
                  <a:extLst>
                    <a:ext uri="{FF2B5EF4-FFF2-40B4-BE49-F238E27FC236}">
                      <a16:creationId xmlns:a16="http://schemas.microsoft.com/office/drawing/2014/main" id="{5A0317F3-6AA4-4C5B-993F-1883AE2E82BF}"/>
                    </a:ext>
                  </a:extLst>
                </p:cNvPr>
                <p:cNvCxnSpPr/>
                <p:nvPr/>
              </p:nvCxnSpPr>
              <p:spPr>
                <a:xfrm flipH="1">
                  <a:off x="7184520" y="3600000"/>
                  <a:ext cx="15480" cy="154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1" name="直線コネクタ 106390">
                  <a:extLst>
                    <a:ext uri="{FF2B5EF4-FFF2-40B4-BE49-F238E27FC236}">
                      <a16:creationId xmlns:a16="http://schemas.microsoft.com/office/drawing/2014/main" id="{457C8479-B650-4040-A2A2-58D3154D1AED}"/>
                    </a:ext>
                  </a:extLst>
                </p:cNvPr>
                <p:cNvCxnSpPr/>
                <p:nvPr/>
              </p:nvCxnSpPr>
              <p:spPr>
                <a:xfrm flipH="1">
                  <a:off x="7183440" y="3600000"/>
                  <a:ext cx="16560" cy="1529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2" name="直線コネクタ 106391">
                  <a:extLst>
                    <a:ext uri="{FF2B5EF4-FFF2-40B4-BE49-F238E27FC236}">
                      <a16:creationId xmlns:a16="http://schemas.microsoft.com/office/drawing/2014/main" id="{6D9843BC-3018-4AEF-85CA-C32EA1378ED6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1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3" name="直線コネクタ 106392">
                  <a:extLst>
                    <a:ext uri="{FF2B5EF4-FFF2-40B4-BE49-F238E27FC236}">
                      <a16:creationId xmlns:a16="http://schemas.microsoft.com/office/drawing/2014/main" id="{ADD31D3B-EF82-454A-839E-21C04FD7B942}"/>
                    </a:ext>
                  </a:extLst>
                </p:cNvPr>
                <p:cNvCxnSpPr/>
                <p:nvPr/>
              </p:nvCxnSpPr>
              <p:spPr>
                <a:xfrm flipH="1">
                  <a:off x="7176960" y="3600000"/>
                  <a:ext cx="23040" cy="1495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4" name="直線コネクタ 106393">
                  <a:extLst>
                    <a:ext uri="{FF2B5EF4-FFF2-40B4-BE49-F238E27FC236}">
                      <a16:creationId xmlns:a16="http://schemas.microsoft.com/office/drawing/2014/main" id="{F8A13631-8DFC-4655-968F-8D4923E1FD07}"/>
                    </a:ext>
                  </a:extLst>
                </p:cNvPr>
                <p:cNvCxnSpPr/>
                <p:nvPr/>
              </p:nvCxnSpPr>
              <p:spPr>
                <a:xfrm flipH="1">
                  <a:off x="7174800" y="3600000"/>
                  <a:ext cx="25200" cy="1477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5" name="直線コネクタ 106394">
                  <a:extLst>
                    <a:ext uri="{FF2B5EF4-FFF2-40B4-BE49-F238E27FC236}">
                      <a16:creationId xmlns:a16="http://schemas.microsoft.com/office/drawing/2014/main" id="{5C583DC5-AF08-4646-9153-4979AF666FA5}"/>
                    </a:ext>
                  </a:extLst>
                </p:cNvPr>
                <p:cNvCxnSpPr/>
                <p:nvPr/>
              </p:nvCxnSpPr>
              <p:spPr>
                <a:xfrm flipH="1">
                  <a:off x="7172640" y="3600000"/>
                  <a:ext cx="27360" cy="1460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6" name="直線コネクタ 106395">
                  <a:extLst>
                    <a:ext uri="{FF2B5EF4-FFF2-40B4-BE49-F238E27FC236}">
                      <a16:creationId xmlns:a16="http://schemas.microsoft.com/office/drawing/2014/main" id="{92BD5E10-7F57-415D-AC76-D7E046BEF811}"/>
                    </a:ext>
                  </a:extLst>
                </p:cNvPr>
                <p:cNvCxnSpPr/>
                <p:nvPr/>
              </p:nvCxnSpPr>
              <p:spPr>
                <a:xfrm flipH="1">
                  <a:off x="7166520" y="3600000"/>
                  <a:ext cx="33480" cy="144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7" name="直線コネクタ 106396">
                  <a:extLst>
                    <a:ext uri="{FF2B5EF4-FFF2-40B4-BE49-F238E27FC236}">
                      <a16:creationId xmlns:a16="http://schemas.microsoft.com/office/drawing/2014/main" id="{A3234125-31F1-4C45-B3F6-5F973817EE17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26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8" name="直線コネクタ 106397">
                  <a:extLst>
                    <a:ext uri="{FF2B5EF4-FFF2-40B4-BE49-F238E27FC236}">
                      <a16:creationId xmlns:a16="http://schemas.microsoft.com/office/drawing/2014/main" id="{31516B8F-99F2-4B33-832D-D9B1DE226BFD}"/>
                    </a:ext>
                  </a:extLst>
                </p:cNvPr>
                <p:cNvCxnSpPr/>
                <p:nvPr/>
              </p:nvCxnSpPr>
              <p:spPr>
                <a:xfrm flipH="1">
                  <a:off x="7160040" y="3600000"/>
                  <a:ext cx="39960" cy="1409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99" name="直線コネクタ 106398">
                  <a:extLst>
                    <a:ext uri="{FF2B5EF4-FFF2-40B4-BE49-F238E27FC236}">
                      <a16:creationId xmlns:a16="http://schemas.microsoft.com/office/drawing/2014/main" id="{C9168CB2-9146-4C75-9A98-8BFF814CE47B}"/>
                    </a:ext>
                  </a:extLst>
                </p:cNvPr>
                <p:cNvCxnSpPr/>
                <p:nvPr/>
              </p:nvCxnSpPr>
              <p:spPr>
                <a:xfrm flipH="1">
                  <a:off x="7156440" y="3600000"/>
                  <a:ext cx="43560" cy="139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0" name="直線コネクタ 106399">
                  <a:extLst>
                    <a:ext uri="{FF2B5EF4-FFF2-40B4-BE49-F238E27FC236}">
                      <a16:creationId xmlns:a16="http://schemas.microsoft.com/office/drawing/2014/main" id="{46357905-1634-4C1F-8F05-7280F0094826}"/>
                    </a:ext>
                  </a:extLst>
                </p:cNvPr>
                <p:cNvCxnSpPr/>
                <p:nvPr/>
              </p:nvCxnSpPr>
              <p:spPr>
                <a:xfrm flipH="1">
                  <a:off x="7152480" y="3600000"/>
                  <a:ext cx="47520" cy="137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1" name="直線コネクタ 106400">
                  <a:extLst>
                    <a:ext uri="{FF2B5EF4-FFF2-40B4-BE49-F238E27FC236}">
                      <a16:creationId xmlns:a16="http://schemas.microsoft.com/office/drawing/2014/main" id="{513B7DFB-5F72-4C14-A733-39DCAF017134}"/>
                    </a:ext>
                  </a:extLst>
                </p:cNvPr>
                <p:cNvCxnSpPr/>
                <p:nvPr/>
              </p:nvCxnSpPr>
              <p:spPr>
                <a:xfrm flipH="1">
                  <a:off x="7148160" y="3600000"/>
                  <a:ext cx="51840" cy="1356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2" name="直線コネクタ 106401">
                  <a:extLst>
                    <a:ext uri="{FF2B5EF4-FFF2-40B4-BE49-F238E27FC236}">
                      <a16:creationId xmlns:a16="http://schemas.microsoft.com/office/drawing/2014/main" id="{D5F79BFA-1BA1-41AC-986E-1DA3CA8932CD}"/>
                    </a:ext>
                  </a:extLst>
                </p:cNvPr>
                <p:cNvCxnSpPr/>
                <p:nvPr/>
              </p:nvCxnSpPr>
              <p:spPr>
                <a:xfrm flipH="1">
                  <a:off x="7143480" y="3600000"/>
                  <a:ext cx="56520" cy="133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3" name="直線コネクタ 106402">
                  <a:extLst>
                    <a:ext uri="{FF2B5EF4-FFF2-40B4-BE49-F238E27FC236}">
                      <a16:creationId xmlns:a16="http://schemas.microsoft.com/office/drawing/2014/main" id="{420A8327-426C-49E4-BEFC-63872B780F0B}"/>
                    </a:ext>
                  </a:extLst>
                </p:cNvPr>
                <p:cNvCxnSpPr/>
                <p:nvPr/>
              </p:nvCxnSpPr>
              <p:spPr>
                <a:xfrm flipH="1">
                  <a:off x="7138440" y="3600000"/>
                  <a:ext cx="61560" cy="132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4" name="直線コネクタ 106403">
                  <a:extLst>
                    <a:ext uri="{FF2B5EF4-FFF2-40B4-BE49-F238E27FC236}">
                      <a16:creationId xmlns:a16="http://schemas.microsoft.com/office/drawing/2014/main" id="{25AC4714-2BBB-491C-9DC2-7587A6341DD8}"/>
                    </a:ext>
                  </a:extLst>
                </p:cNvPr>
                <p:cNvCxnSpPr/>
                <p:nvPr/>
              </p:nvCxnSpPr>
              <p:spPr>
                <a:xfrm flipH="1">
                  <a:off x="7133040" y="3600000"/>
                  <a:ext cx="66960" cy="1304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5" name="直線コネクタ 106404">
                  <a:extLst>
                    <a:ext uri="{FF2B5EF4-FFF2-40B4-BE49-F238E27FC236}">
                      <a16:creationId xmlns:a16="http://schemas.microsoft.com/office/drawing/2014/main" id="{6FA4D986-5C9C-4E26-989E-DF9227B52266}"/>
                    </a:ext>
                  </a:extLst>
                </p:cNvPr>
                <p:cNvCxnSpPr/>
                <p:nvPr/>
              </p:nvCxnSpPr>
              <p:spPr>
                <a:xfrm flipH="1">
                  <a:off x="7192440" y="3600000"/>
                  <a:ext cx="7560" cy="161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6" name="直線コネクタ 106405">
                  <a:extLst>
                    <a:ext uri="{FF2B5EF4-FFF2-40B4-BE49-F238E27FC236}">
                      <a16:creationId xmlns:a16="http://schemas.microsoft.com/office/drawing/2014/main" id="{D66C954E-B796-463A-A6F6-5CB787DED11A}"/>
                    </a:ext>
                  </a:extLst>
                </p:cNvPr>
                <p:cNvCxnSpPr/>
                <p:nvPr/>
              </p:nvCxnSpPr>
              <p:spPr>
                <a:xfrm flipH="1">
                  <a:off x="7191000" y="3600000"/>
                  <a:ext cx="9000" cy="1594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7" name="直線コネクタ 106406">
                  <a:extLst>
                    <a:ext uri="{FF2B5EF4-FFF2-40B4-BE49-F238E27FC236}">
                      <a16:creationId xmlns:a16="http://schemas.microsoft.com/office/drawing/2014/main" id="{0E833E1C-4234-4ADC-A60D-EE09E1488958}"/>
                    </a:ext>
                  </a:extLst>
                </p:cNvPr>
                <p:cNvCxnSpPr/>
                <p:nvPr/>
              </p:nvCxnSpPr>
              <p:spPr>
                <a:xfrm flipH="1">
                  <a:off x="7189200" y="3600000"/>
                  <a:ext cx="10800" cy="157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8" name="直線コネクタ 106407">
                  <a:extLst>
                    <a:ext uri="{FF2B5EF4-FFF2-40B4-BE49-F238E27FC236}">
                      <a16:creationId xmlns:a16="http://schemas.microsoft.com/office/drawing/2014/main" id="{77AC9584-FE96-46EE-8461-E4BCB18F4925}"/>
                    </a:ext>
                  </a:extLst>
                </p:cNvPr>
                <p:cNvCxnSpPr/>
                <p:nvPr/>
              </p:nvCxnSpPr>
              <p:spPr>
                <a:xfrm flipH="1">
                  <a:off x="7187040" y="3600000"/>
                  <a:ext cx="12960" cy="155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09" name="直線コネクタ 106408">
                  <a:extLst>
                    <a:ext uri="{FF2B5EF4-FFF2-40B4-BE49-F238E27FC236}">
                      <a16:creationId xmlns:a16="http://schemas.microsoft.com/office/drawing/2014/main" id="{45D67019-DE6A-4FA4-80C4-76117DE50FF0}"/>
                    </a:ext>
                  </a:extLst>
                </p:cNvPr>
                <p:cNvCxnSpPr/>
                <p:nvPr/>
              </p:nvCxnSpPr>
              <p:spPr>
                <a:xfrm flipH="1">
                  <a:off x="7184880" y="3600000"/>
                  <a:ext cx="15120" cy="154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0" name="直線コネクタ 106409">
                  <a:extLst>
                    <a:ext uri="{FF2B5EF4-FFF2-40B4-BE49-F238E27FC236}">
                      <a16:creationId xmlns:a16="http://schemas.microsoft.com/office/drawing/2014/main" id="{CD614075-1C49-4C1A-835D-FC2E6FEA9621}"/>
                    </a:ext>
                  </a:extLst>
                </p:cNvPr>
                <p:cNvCxnSpPr/>
                <p:nvPr/>
              </p:nvCxnSpPr>
              <p:spPr>
                <a:xfrm flipH="1">
                  <a:off x="7182000" y="3600000"/>
                  <a:ext cx="18000" cy="152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1" name="直線コネクタ 106410">
                  <a:extLst>
                    <a:ext uri="{FF2B5EF4-FFF2-40B4-BE49-F238E27FC236}">
                      <a16:creationId xmlns:a16="http://schemas.microsoft.com/office/drawing/2014/main" id="{D338A043-E08B-49F5-9B7D-E6B837DEEAE4}"/>
                    </a:ext>
                  </a:extLst>
                </p:cNvPr>
                <p:cNvCxnSpPr/>
                <p:nvPr/>
              </p:nvCxnSpPr>
              <p:spPr>
                <a:xfrm flipH="1">
                  <a:off x="7179120" y="3600000"/>
                  <a:ext cx="20880" cy="150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2" name="直線コネクタ 106411">
                  <a:extLst>
                    <a:ext uri="{FF2B5EF4-FFF2-40B4-BE49-F238E27FC236}">
                      <a16:creationId xmlns:a16="http://schemas.microsoft.com/office/drawing/2014/main" id="{DD48091F-9812-49C6-8FE6-65E8F02EB031}"/>
                    </a:ext>
                  </a:extLst>
                </p:cNvPr>
                <p:cNvCxnSpPr/>
                <p:nvPr/>
              </p:nvCxnSpPr>
              <p:spPr>
                <a:xfrm flipH="1">
                  <a:off x="7175880" y="3600000"/>
                  <a:ext cx="24120" cy="148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3" name="直線コネクタ 106412">
                  <a:extLst>
                    <a:ext uri="{FF2B5EF4-FFF2-40B4-BE49-F238E27FC236}">
                      <a16:creationId xmlns:a16="http://schemas.microsoft.com/office/drawing/2014/main" id="{98D497EC-DD71-49AF-9C7F-6DF5CD769B21}"/>
                    </a:ext>
                  </a:extLst>
                </p:cNvPr>
                <p:cNvCxnSpPr/>
                <p:nvPr/>
              </p:nvCxnSpPr>
              <p:spPr>
                <a:xfrm flipH="1">
                  <a:off x="7172280" y="3600000"/>
                  <a:ext cx="27720" cy="147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4" name="直線コネクタ 106413">
                  <a:extLst>
                    <a:ext uri="{FF2B5EF4-FFF2-40B4-BE49-F238E27FC236}">
                      <a16:creationId xmlns:a16="http://schemas.microsoft.com/office/drawing/2014/main" id="{E517F1A2-475E-4B7D-973B-B1E343CD37C3}"/>
                    </a:ext>
                  </a:extLst>
                </p:cNvPr>
                <p:cNvCxnSpPr/>
                <p:nvPr/>
              </p:nvCxnSpPr>
              <p:spPr>
                <a:xfrm flipH="1">
                  <a:off x="7168320" y="3600000"/>
                  <a:ext cx="31680" cy="145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5" name="直線コネクタ 106414">
                  <a:extLst>
                    <a:ext uri="{FF2B5EF4-FFF2-40B4-BE49-F238E27FC236}">
                      <a16:creationId xmlns:a16="http://schemas.microsoft.com/office/drawing/2014/main" id="{AE5EBD53-0F18-4E2C-8E62-75D649CC901C}"/>
                    </a:ext>
                  </a:extLst>
                </p:cNvPr>
                <p:cNvCxnSpPr/>
                <p:nvPr/>
              </p:nvCxnSpPr>
              <p:spPr>
                <a:xfrm flipH="1">
                  <a:off x="7167600" y="3600000"/>
                  <a:ext cx="32400" cy="1435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6" name="直線コネクタ 106415">
                  <a:extLst>
                    <a:ext uri="{FF2B5EF4-FFF2-40B4-BE49-F238E27FC236}">
                      <a16:creationId xmlns:a16="http://schemas.microsoft.com/office/drawing/2014/main" id="{2E50F2FE-40EE-4AC7-9D05-EAAD9B13D3EF}"/>
                    </a:ext>
                  </a:extLst>
                </p:cNvPr>
                <p:cNvCxnSpPr/>
                <p:nvPr/>
              </p:nvCxnSpPr>
              <p:spPr>
                <a:xfrm flipH="1">
                  <a:off x="7163280" y="3600000"/>
                  <a:ext cx="36720" cy="1418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7" name="直線コネクタ 106416">
                  <a:extLst>
                    <a:ext uri="{FF2B5EF4-FFF2-40B4-BE49-F238E27FC236}">
                      <a16:creationId xmlns:a16="http://schemas.microsoft.com/office/drawing/2014/main" id="{1A164A93-DC84-492D-847D-A020B0505B19}"/>
                    </a:ext>
                  </a:extLst>
                </p:cNvPr>
                <p:cNvCxnSpPr/>
                <p:nvPr/>
              </p:nvCxnSpPr>
              <p:spPr>
                <a:xfrm flipH="1">
                  <a:off x="7158600" y="3600000"/>
                  <a:ext cx="41400" cy="1401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8" name="直線コネクタ 106417">
                  <a:extLst>
                    <a:ext uri="{FF2B5EF4-FFF2-40B4-BE49-F238E27FC236}">
                      <a16:creationId xmlns:a16="http://schemas.microsoft.com/office/drawing/2014/main" id="{961F8FF8-FD08-4632-8553-20768ED9C5E4}"/>
                    </a:ext>
                  </a:extLst>
                </p:cNvPr>
                <p:cNvCxnSpPr/>
                <p:nvPr/>
              </p:nvCxnSpPr>
              <p:spPr>
                <a:xfrm flipH="1">
                  <a:off x="7156800" y="3600000"/>
                  <a:ext cx="43200" cy="138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19" name="直線コネクタ 106418">
                  <a:extLst>
                    <a:ext uri="{FF2B5EF4-FFF2-40B4-BE49-F238E27FC236}">
                      <a16:creationId xmlns:a16="http://schemas.microsoft.com/office/drawing/2014/main" id="{ADAFEEB5-025C-4713-8C11-3F8F19D98C3C}"/>
                    </a:ext>
                  </a:extLst>
                </p:cNvPr>
                <p:cNvCxnSpPr/>
                <p:nvPr/>
              </p:nvCxnSpPr>
              <p:spPr>
                <a:xfrm flipH="1">
                  <a:off x="7151400" y="3600000"/>
                  <a:ext cx="48600" cy="13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0" name="直線コネクタ 106419">
                  <a:extLst>
                    <a:ext uri="{FF2B5EF4-FFF2-40B4-BE49-F238E27FC236}">
                      <a16:creationId xmlns:a16="http://schemas.microsoft.com/office/drawing/2014/main" id="{2885A2EA-40B4-4171-9E71-04DC13B27688}"/>
                    </a:ext>
                  </a:extLst>
                </p:cNvPr>
                <p:cNvCxnSpPr/>
                <p:nvPr/>
              </p:nvCxnSpPr>
              <p:spPr>
                <a:xfrm flipH="1">
                  <a:off x="7146000" y="3600000"/>
                  <a:ext cx="54000" cy="135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1" name="直線コネクタ 106420">
                  <a:extLst>
                    <a:ext uri="{FF2B5EF4-FFF2-40B4-BE49-F238E27FC236}">
                      <a16:creationId xmlns:a16="http://schemas.microsoft.com/office/drawing/2014/main" id="{761F64C9-A724-4CAD-97DE-A211812CC5E8}"/>
                    </a:ext>
                  </a:extLst>
                </p:cNvPr>
                <p:cNvCxnSpPr/>
                <p:nvPr/>
              </p:nvCxnSpPr>
              <p:spPr>
                <a:xfrm flipH="1">
                  <a:off x="7139880" y="3600000"/>
                  <a:ext cx="60120" cy="1334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2" name="直線コネクタ 106421">
                  <a:extLst>
                    <a:ext uri="{FF2B5EF4-FFF2-40B4-BE49-F238E27FC236}">
                      <a16:creationId xmlns:a16="http://schemas.microsoft.com/office/drawing/2014/main" id="{0DDB4B20-69DB-4095-8E24-6257EA6CB8C4}"/>
                    </a:ext>
                  </a:extLst>
                </p:cNvPr>
                <p:cNvCxnSpPr/>
                <p:nvPr/>
              </p:nvCxnSpPr>
              <p:spPr>
                <a:xfrm flipH="1">
                  <a:off x="7137360" y="3600000"/>
                  <a:ext cx="62640" cy="131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3" name="直線コネクタ 106422">
                  <a:extLst>
                    <a:ext uri="{FF2B5EF4-FFF2-40B4-BE49-F238E27FC236}">
                      <a16:creationId xmlns:a16="http://schemas.microsoft.com/office/drawing/2014/main" id="{CA94C137-5134-4524-8555-CC9BBA5AF49C}"/>
                    </a:ext>
                  </a:extLst>
                </p:cNvPr>
                <p:cNvCxnSpPr/>
                <p:nvPr/>
              </p:nvCxnSpPr>
              <p:spPr>
                <a:xfrm flipH="1">
                  <a:off x="7130880" y="3600000"/>
                  <a:ext cx="69120" cy="1301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4" name="直線コネクタ 106423">
                  <a:extLst>
                    <a:ext uri="{FF2B5EF4-FFF2-40B4-BE49-F238E27FC236}">
                      <a16:creationId xmlns:a16="http://schemas.microsoft.com/office/drawing/2014/main" id="{621D2D55-1CDE-4E80-A328-EDCA6BD31BB6}"/>
                    </a:ext>
                  </a:extLst>
                </p:cNvPr>
                <p:cNvCxnSpPr/>
                <p:nvPr/>
              </p:nvCxnSpPr>
              <p:spPr>
                <a:xfrm flipH="1">
                  <a:off x="7127640" y="3600000"/>
                  <a:ext cx="72360" cy="128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5" name="直線コネクタ 106424">
                  <a:extLst>
                    <a:ext uri="{FF2B5EF4-FFF2-40B4-BE49-F238E27FC236}">
                      <a16:creationId xmlns:a16="http://schemas.microsoft.com/office/drawing/2014/main" id="{9378E56C-6262-4A2A-B22D-F21ADC5DEDF3}"/>
                    </a:ext>
                  </a:extLst>
                </p:cNvPr>
                <p:cNvCxnSpPr/>
                <p:nvPr/>
              </p:nvCxnSpPr>
              <p:spPr>
                <a:xfrm flipH="1">
                  <a:off x="7124040" y="3600000"/>
                  <a:ext cx="75960" cy="126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6" name="直線コネクタ 106425">
                  <a:extLst>
                    <a:ext uri="{FF2B5EF4-FFF2-40B4-BE49-F238E27FC236}">
                      <a16:creationId xmlns:a16="http://schemas.microsoft.com/office/drawing/2014/main" id="{104098E1-C8FF-45FA-9C66-79BC1832368C}"/>
                    </a:ext>
                  </a:extLst>
                </p:cNvPr>
                <p:cNvCxnSpPr/>
                <p:nvPr/>
              </p:nvCxnSpPr>
              <p:spPr>
                <a:xfrm flipH="1">
                  <a:off x="7116840" y="3600000"/>
                  <a:ext cx="83160" cy="1252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7" name="直線コネクタ 106426">
                  <a:extLst>
                    <a:ext uri="{FF2B5EF4-FFF2-40B4-BE49-F238E27FC236}">
                      <a16:creationId xmlns:a16="http://schemas.microsoft.com/office/drawing/2014/main" id="{B41888DA-9CD5-4769-8C6B-F9C27AE12E3C}"/>
                    </a:ext>
                  </a:extLst>
                </p:cNvPr>
                <p:cNvCxnSpPr/>
                <p:nvPr/>
              </p:nvCxnSpPr>
              <p:spPr>
                <a:xfrm flipH="1">
                  <a:off x="7112520" y="3600000"/>
                  <a:ext cx="87480" cy="1236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8" name="直線コネクタ 106427">
                  <a:extLst>
                    <a:ext uri="{FF2B5EF4-FFF2-40B4-BE49-F238E27FC236}">
                      <a16:creationId xmlns:a16="http://schemas.microsoft.com/office/drawing/2014/main" id="{ABA182FA-38CB-4096-8BEA-7B29300CF370}"/>
                    </a:ext>
                  </a:extLst>
                </p:cNvPr>
                <p:cNvCxnSpPr/>
                <p:nvPr/>
              </p:nvCxnSpPr>
              <p:spPr>
                <a:xfrm flipH="1">
                  <a:off x="7108200" y="3600000"/>
                  <a:ext cx="91800" cy="1220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29" name="直線コネクタ 106428">
                  <a:extLst>
                    <a:ext uri="{FF2B5EF4-FFF2-40B4-BE49-F238E27FC236}">
                      <a16:creationId xmlns:a16="http://schemas.microsoft.com/office/drawing/2014/main" id="{A7AD1E73-00FA-4B5D-B9D4-9C82B6E95C0D}"/>
                    </a:ext>
                  </a:extLst>
                </p:cNvPr>
                <p:cNvCxnSpPr/>
                <p:nvPr/>
              </p:nvCxnSpPr>
              <p:spPr>
                <a:xfrm flipH="1">
                  <a:off x="7100280" y="3600000"/>
                  <a:ext cx="99720" cy="1204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0" name="直線コネクタ 106429">
                  <a:extLst>
                    <a:ext uri="{FF2B5EF4-FFF2-40B4-BE49-F238E27FC236}">
                      <a16:creationId xmlns:a16="http://schemas.microsoft.com/office/drawing/2014/main" id="{11AC4A78-6F5C-4E53-AE63-2187A1BD4308}"/>
                    </a:ext>
                  </a:extLst>
                </p:cNvPr>
                <p:cNvCxnSpPr/>
                <p:nvPr/>
              </p:nvCxnSpPr>
              <p:spPr>
                <a:xfrm flipH="1">
                  <a:off x="7095240" y="3600000"/>
                  <a:ext cx="104760" cy="11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1" name="直線コネクタ 106430">
                  <a:extLst>
                    <a:ext uri="{FF2B5EF4-FFF2-40B4-BE49-F238E27FC236}">
                      <a16:creationId xmlns:a16="http://schemas.microsoft.com/office/drawing/2014/main" id="{7035690C-94A7-46D9-9E2C-3B97ED0B9656}"/>
                    </a:ext>
                  </a:extLst>
                </p:cNvPr>
                <p:cNvCxnSpPr/>
                <p:nvPr/>
              </p:nvCxnSpPr>
              <p:spPr>
                <a:xfrm flipH="1">
                  <a:off x="7090200" y="3600000"/>
                  <a:ext cx="109800" cy="1172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2" name="直線コネクタ 106431">
                  <a:extLst>
                    <a:ext uri="{FF2B5EF4-FFF2-40B4-BE49-F238E27FC236}">
                      <a16:creationId xmlns:a16="http://schemas.microsoft.com/office/drawing/2014/main" id="{9B953BA2-2353-4BAE-AA71-FD00D165619A}"/>
                    </a:ext>
                  </a:extLst>
                </p:cNvPr>
                <p:cNvCxnSpPr/>
                <p:nvPr/>
              </p:nvCxnSpPr>
              <p:spPr>
                <a:xfrm flipH="1">
                  <a:off x="7081200" y="3600000"/>
                  <a:ext cx="118800" cy="1158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3" name="直線コネクタ 106432">
                  <a:extLst>
                    <a:ext uri="{FF2B5EF4-FFF2-40B4-BE49-F238E27FC236}">
                      <a16:creationId xmlns:a16="http://schemas.microsoft.com/office/drawing/2014/main" id="{E650247D-A518-40E9-A1E2-2CE100470150}"/>
                    </a:ext>
                  </a:extLst>
                </p:cNvPr>
                <p:cNvCxnSpPr/>
                <p:nvPr/>
              </p:nvCxnSpPr>
              <p:spPr>
                <a:xfrm flipH="1">
                  <a:off x="7075440" y="3600000"/>
                  <a:ext cx="124560" cy="1142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4" name="直線コネクタ 106433">
                  <a:extLst>
                    <a:ext uri="{FF2B5EF4-FFF2-40B4-BE49-F238E27FC236}">
                      <a16:creationId xmlns:a16="http://schemas.microsoft.com/office/drawing/2014/main" id="{E1A84AE5-CFC4-48E6-BE30-385CC0A2D010}"/>
                    </a:ext>
                  </a:extLst>
                </p:cNvPr>
                <p:cNvCxnSpPr/>
                <p:nvPr/>
              </p:nvCxnSpPr>
              <p:spPr>
                <a:xfrm flipH="1">
                  <a:off x="7069320" y="3600000"/>
                  <a:ext cx="130680" cy="112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5" name="直線コネクタ 106434">
                  <a:extLst>
                    <a:ext uri="{FF2B5EF4-FFF2-40B4-BE49-F238E27FC236}">
                      <a16:creationId xmlns:a16="http://schemas.microsoft.com/office/drawing/2014/main" id="{696D9D1D-DFDD-4112-BDBD-CA47E6021A1D}"/>
                    </a:ext>
                  </a:extLst>
                </p:cNvPr>
                <p:cNvCxnSpPr/>
                <p:nvPr/>
              </p:nvCxnSpPr>
              <p:spPr>
                <a:xfrm flipH="1">
                  <a:off x="7063200" y="3600000"/>
                  <a:ext cx="136800" cy="1110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6" name="直線コネクタ 106435">
                  <a:extLst>
                    <a:ext uri="{FF2B5EF4-FFF2-40B4-BE49-F238E27FC236}">
                      <a16:creationId xmlns:a16="http://schemas.microsoft.com/office/drawing/2014/main" id="{2E602CD5-D879-4934-8F8E-9DCEF1FF2526}"/>
                    </a:ext>
                  </a:extLst>
                </p:cNvPr>
                <p:cNvCxnSpPr/>
                <p:nvPr/>
              </p:nvCxnSpPr>
              <p:spPr>
                <a:xfrm flipH="1">
                  <a:off x="7056720" y="3600000"/>
                  <a:ext cx="143280" cy="109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7" name="直線コネクタ 106436">
                  <a:extLst>
                    <a:ext uri="{FF2B5EF4-FFF2-40B4-BE49-F238E27FC236}">
                      <a16:creationId xmlns:a16="http://schemas.microsoft.com/office/drawing/2014/main" id="{599DBBCC-323F-4F19-8EF2-B3632501EECF}"/>
                    </a:ext>
                  </a:extLst>
                </p:cNvPr>
                <p:cNvCxnSpPr/>
                <p:nvPr/>
              </p:nvCxnSpPr>
              <p:spPr>
                <a:xfrm flipH="1">
                  <a:off x="7049880" y="3600000"/>
                  <a:ext cx="150120" cy="1080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8" name="直線コネクタ 106437">
                  <a:extLst>
                    <a:ext uri="{FF2B5EF4-FFF2-40B4-BE49-F238E27FC236}">
                      <a16:creationId xmlns:a16="http://schemas.microsoft.com/office/drawing/2014/main" id="{80E60987-2B01-4517-9E46-F9099FA0739F}"/>
                    </a:ext>
                  </a:extLst>
                </p:cNvPr>
                <p:cNvCxnSpPr/>
                <p:nvPr/>
              </p:nvCxnSpPr>
              <p:spPr>
                <a:xfrm flipH="1">
                  <a:off x="7042680" y="3600000"/>
                  <a:ext cx="157320" cy="1065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39" name="直線コネクタ 106438">
                  <a:extLst>
                    <a:ext uri="{FF2B5EF4-FFF2-40B4-BE49-F238E27FC236}">
                      <a16:creationId xmlns:a16="http://schemas.microsoft.com/office/drawing/2014/main" id="{DDA55764-79AC-4273-80EC-6A9C2CD7EF6B}"/>
                    </a:ext>
                  </a:extLst>
                </p:cNvPr>
                <p:cNvCxnSpPr/>
                <p:nvPr/>
              </p:nvCxnSpPr>
              <p:spPr>
                <a:xfrm flipH="1">
                  <a:off x="7038360" y="3600000"/>
                  <a:ext cx="161640" cy="1048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0" name="直線コネクタ 106439">
                  <a:extLst>
                    <a:ext uri="{FF2B5EF4-FFF2-40B4-BE49-F238E27FC236}">
                      <a16:creationId xmlns:a16="http://schemas.microsoft.com/office/drawing/2014/main" id="{B07EFEDB-92D5-461C-A8DB-6227152EC61F}"/>
                    </a:ext>
                  </a:extLst>
                </p:cNvPr>
                <p:cNvCxnSpPr/>
                <p:nvPr/>
              </p:nvCxnSpPr>
              <p:spPr>
                <a:xfrm flipH="1">
                  <a:off x="7030800" y="3600000"/>
                  <a:ext cx="169200" cy="103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1" name="直線コネクタ 106440">
                  <a:extLst>
                    <a:ext uri="{FF2B5EF4-FFF2-40B4-BE49-F238E27FC236}">
                      <a16:creationId xmlns:a16="http://schemas.microsoft.com/office/drawing/2014/main" id="{1B481B62-D5DC-4376-8C40-E43536A2792C}"/>
                    </a:ext>
                  </a:extLst>
                </p:cNvPr>
                <p:cNvCxnSpPr/>
                <p:nvPr/>
              </p:nvCxnSpPr>
              <p:spPr>
                <a:xfrm flipH="1">
                  <a:off x="7022880" y="3600000"/>
                  <a:ext cx="177120" cy="101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2" name="直線コネクタ 106441">
                  <a:extLst>
                    <a:ext uri="{FF2B5EF4-FFF2-40B4-BE49-F238E27FC236}">
                      <a16:creationId xmlns:a16="http://schemas.microsoft.com/office/drawing/2014/main" id="{F659A62A-C1E1-40F4-AB50-A21B131C3916}"/>
                    </a:ext>
                  </a:extLst>
                </p:cNvPr>
                <p:cNvCxnSpPr/>
                <p:nvPr/>
              </p:nvCxnSpPr>
              <p:spPr>
                <a:xfrm flipH="1">
                  <a:off x="7017840" y="3600000"/>
                  <a:ext cx="182160" cy="1001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3" name="直線コネクタ 106442">
                  <a:extLst>
                    <a:ext uri="{FF2B5EF4-FFF2-40B4-BE49-F238E27FC236}">
                      <a16:creationId xmlns:a16="http://schemas.microsoft.com/office/drawing/2014/main" id="{CD9F7D0A-FC8E-43B5-A524-6602A5D9291B}"/>
                    </a:ext>
                  </a:extLst>
                </p:cNvPr>
                <p:cNvCxnSpPr/>
                <p:nvPr/>
              </p:nvCxnSpPr>
              <p:spPr>
                <a:xfrm flipH="1">
                  <a:off x="7009560" y="3600000"/>
                  <a:ext cx="190440" cy="9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4" name="直線コネクタ 106443">
                  <a:extLst>
                    <a:ext uri="{FF2B5EF4-FFF2-40B4-BE49-F238E27FC236}">
                      <a16:creationId xmlns:a16="http://schemas.microsoft.com/office/drawing/2014/main" id="{51B865AA-C434-491E-A649-42874765FC44}"/>
                    </a:ext>
                  </a:extLst>
                </p:cNvPr>
                <p:cNvCxnSpPr/>
                <p:nvPr/>
              </p:nvCxnSpPr>
              <p:spPr>
                <a:xfrm flipH="1">
                  <a:off x="7000920" y="3600000"/>
                  <a:ext cx="199080" cy="9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5" name="直線コネクタ 106444">
                  <a:extLst>
                    <a:ext uri="{FF2B5EF4-FFF2-40B4-BE49-F238E27FC236}">
                      <a16:creationId xmlns:a16="http://schemas.microsoft.com/office/drawing/2014/main" id="{E6FA1875-E5B0-46EE-8ADD-148504D3A85B}"/>
                    </a:ext>
                  </a:extLst>
                </p:cNvPr>
                <p:cNvCxnSpPr/>
                <p:nvPr/>
              </p:nvCxnSpPr>
              <p:spPr>
                <a:xfrm flipH="1">
                  <a:off x="6994800" y="3600000"/>
                  <a:ext cx="205200" cy="9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6" name="直線コネクタ 106445">
                  <a:extLst>
                    <a:ext uri="{FF2B5EF4-FFF2-40B4-BE49-F238E27FC236}">
                      <a16:creationId xmlns:a16="http://schemas.microsoft.com/office/drawing/2014/main" id="{0D5F464B-56D3-4915-8440-9DD2F913C93F}"/>
                    </a:ext>
                  </a:extLst>
                </p:cNvPr>
                <p:cNvCxnSpPr/>
                <p:nvPr/>
              </p:nvCxnSpPr>
              <p:spPr>
                <a:xfrm flipH="1">
                  <a:off x="6985440" y="3600000"/>
                  <a:ext cx="214560" cy="94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7" name="直線コネクタ 106446">
                  <a:extLst>
                    <a:ext uri="{FF2B5EF4-FFF2-40B4-BE49-F238E27FC236}">
                      <a16:creationId xmlns:a16="http://schemas.microsoft.com/office/drawing/2014/main" id="{180DA46D-6354-41FD-B74F-518B93DE71FC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8" name="直線コネクタ 106447">
                  <a:extLst>
                    <a:ext uri="{FF2B5EF4-FFF2-40B4-BE49-F238E27FC236}">
                      <a16:creationId xmlns:a16="http://schemas.microsoft.com/office/drawing/2014/main" id="{4EBCB971-B290-4470-A351-F2EADBB56199}"/>
                    </a:ext>
                  </a:extLst>
                </p:cNvPr>
                <p:cNvCxnSpPr/>
                <p:nvPr/>
              </p:nvCxnSpPr>
              <p:spPr>
                <a:xfrm flipH="1">
                  <a:off x="6969240" y="3600000"/>
                  <a:ext cx="230760" cy="912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49" name="直線コネクタ 106448">
                  <a:extLst>
                    <a:ext uri="{FF2B5EF4-FFF2-40B4-BE49-F238E27FC236}">
                      <a16:creationId xmlns:a16="http://schemas.microsoft.com/office/drawing/2014/main" id="{4D5C8BDE-2190-403F-85B8-2AC047FE97C3}"/>
                    </a:ext>
                  </a:extLst>
                </p:cNvPr>
                <p:cNvCxnSpPr/>
                <p:nvPr/>
              </p:nvCxnSpPr>
              <p:spPr>
                <a:xfrm flipH="1">
                  <a:off x="6959160" y="3600000"/>
                  <a:ext cx="240840" cy="89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0" name="直線コネクタ 106449">
                  <a:extLst>
                    <a:ext uri="{FF2B5EF4-FFF2-40B4-BE49-F238E27FC236}">
                      <a16:creationId xmlns:a16="http://schemas.microsoft.com/office/drawing/2014/main" id="{7BB342A0-6E41-4ECE-B65C-9E354366FF06}"/>
                    </a:ext>
                  </a:extLst>
                </p:cNvPr>
                <p:cNvCxnSpPr/>
                <p:nvPr/>
              </p:nvCxnSpPr>
              <p:spPr>
                <a:xfrm flipH="1">
                  <a:off x="6951960" y="3600000"/>
                  <a:ext cx="248040" cy="88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1" name="直線コネクタ 106450">
                  <a:extLst>
                    <a:ext uri="{FF2B5EF4-FFF2-40B4-BE49-F238E27FC236}">
                      <a16:creationId xmlns:a16="http://schemas.microsoft.com/office/drawing/2014/main" id="{F3CD07A2-3945-48FB-99B2-6C43276065A7}"/>
                    </a:ext>
                  </a:extLst>
                </p:cNvPr>
                <p:cNvCxnSpPr/>
                <p:nvPr/>
              </p:nvCxnSpPr>
              <p:spPr>
                <a:xfrm flipH="1">
                  <a:off x="6944400" y="3600000"/>
                  <a:ext cx="255600" cy="867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2" name="直線コネクタ 106451">
                  <a:extLst>
                    <a:ext uri="{FF2B5EF4-FFF2-40B4-BE49-F238E27FC236}">
                      <a16:creationId xmlns:a16="http://schemas.microsoft.com/office/drawing/2014/main" id="{8242BF88-B17C-4D55-A005-E288625B8B04}"/>
                    </a:ext>
                  </a:extLst>
                </p:cNvPr>
                <p:cNvCxnSpPr/>
                <p:nvPr/>
              </p:nvCxnSpPr>
              <p:spPr>
                <a:xfrm flipH="1">
                  <a:off x="6936120" y="3600000"/>
                  <a:ext cx="263880" cy="85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3" name="直線コネクタ 106452">
                  <a:extLst>
                    <a:ext uri="{FF2B5EF4-FFF2-40B4-BE49-F238E27FC236}">
                      <a16:creationId xmlns:a16="http://schemas.microsoft.com/office/drawing/2014/main" id="{B5D578EF-BEF8-4F40-B760-0A06D3B24CC2}"/>
                    </a:ext>
                  </a:extLst>
                </p:cNvPr>
                <p:cNvCxnSpPr/>
                <p:nvPr/>
              </p:nvCxnSpPr>
              <p:spPr>
                <a:xfrm flipH="1">
                  <a:off x="6925320" y="3600000"/>
                  <a:ext cx="274680" cy="83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4" name="直線コネクタ 106453">
                  <a:extLst>
                    <a:ext uri="{FF2B5EF4-FFF2-40B4-BE49-F238E27FC236}">
                      <a16:creationId xmlns:a16="http://schemas.microsoft.com/office/drawing/2014/main" id="{896CB470-E240-4C25-81B8-B8D49E683F91}"/>
                    </a:ext>
                  </a:extLst>
                </p:cNvPr>
                <p:cNvCxnSpPr/>
                <p:nvPr/>
              </p:nvCxnSpPr>
              <p:spPr>
                <a:xfrm flipH="1">
                  <a:off x="6916680" y="3600000"/>
                  <a:ext cx="283320" cy="82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5" name="直線コネクタ 106454">
                  <a:extLst>
                    <a:ext uri="{FF2B5EF4-FFF2-40B4-BE49-F238E27FC236}">
                      <a16:creationId xmlns:a16="http://schemas.microsoft.com/office/drawing/2014/main" id="{B7BC4ACF-3800-4431-898E-C3FEC9858EA3}"/>
                    </a:ext>
                  </a:extLst>
                </p:cNvPr>
                <p:cNvCxnSpPr/>
                <p:nvPr/>
              </p:nvCxnSpPr>
              <p:spPr>
                <a:xfrm flipH="1">
                  <a:off x="6907680" y="3600000"/>
                  <a:ext cx="292320" cy="80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6" name="直線コネクタ 106455">
                  <a:extLst>
                    <a:ext uri="{FF2B5EF4-FFF2-40B4-BE49-F238E27FC236}">
                      <a16:creationId xmlns:a16="http://schemas.microsoft.com/office/drawing/2014/main" id="{0497C00E-EACD-4926-B000-37B6E33E6E77}"/>
                    </a:ext>
                  </a:extLst>
                </p:cNvPr>
                <p:cNvCxnSpPr/>
                <p:nvPr/>
              </p:nvCxnSpPr>
              <p:spPr>
                <a:xfrm flipH="1">
                  <a:off x="6895800" y="3600000"/>
                  <a:ext cx="304200" cy="794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7" name="直線コネクタ 106456">
                  <a:extLst>
                    <a:ext uri="{FF2B5EF4-FFF2-40B4-BE49-F238E27FC236}">
                      <a16:creationId xmlns:a16="http://schemas.microsoft.com/office/drawing/2014/main" id="{51611282-2DF3-415D-906A-04838773642F}"/>
                    </a:ext>
                  </a:extLst>
                </p:cNvPr>
                <p:cNvCxnSpPr/>
                <p:nvPr/>
              </p:nvCxnSpPr>
              <p:spPr>
                <a:xfrm flipH="1">
                  <a:off x="6886440" y="3600000"/>
                  <a:ext cx="313560" cy="77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8" name="直線コネクタ 106457">
                  <a:extLst>
                    <a:ext uri="{FF2B5EF4-FFF2-40B4-BE49-F238E27FC236}">
                      <a16:creationId xmlns:a16="http://schemas.microsoft.com/office/drawing/2014/main" id="{EF318774-7BBD-4C5F-86BA-CBDD12D38BB3}"/>
                    </a:ext>
                  </a:extLst>
                </p:cNvPr>
                <p:cNvCxnSpPr/>
                <p:nvPr/>
              </p:nvCxnSpPr>
              <p:spPr>
                <a:xfrm flipH="1">
                  <a:off x="6876720" y="3600000"/>
                  <a:ext cx="323280" cy="765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59" name="直線コネクタ 106458">
                  <a:extLst>
                    <a:ext uri="{FF2B5EF4-FFF2-40B4-BE49-F238E27FC236}">
                      <a16:creationId xmlns:a16="http://schemas.microsoft.com/office/drawing/2014/main" id="{07A1233A-4761-46B6-A3D0-6A84A90E45F4}"/>
                    </a:ext>
                  </a:extLst>
                </p:cNvPr>
                <p:cNvCxnSpPr/>
                <p:nvPr/>
              </p:nvCxnSpPr>
              <p:spPr>
                <a:xfrm flipH="1">
                  <a:off x="6866640" y="3600000"/>
                  <a:ext cx="333360" cy="7502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0" name="直線コネクタ 106459">
                  <a:extLst>
                    <a:ext uri="{FF2B5EF4-FFF2-40B4-BE49-F238E27FC236}">
                      <a16:creationId xmlns:a16="http://schemas.microsoft.com/office/drawing/2014/main" id="{63898CCF-3EFA-458F-9AE4-C356E6986DD8}"/>
                    </a:ext>
                  </a:extLst>
                </p:cNvPr>
                <p:cNvCxnSpPr/>
                <p:nvPr/>
              </p:nvCxnSpPr>
              <p:spPr>
                <a:xfrm flipH="1">
                  <a:off x="6856200" y="3600000"/>
                  <a:ext cx="343800" cy="735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1" name="直線コネクタ 106460">
                  <a:extLst>
                    <a:ext uri="{FF2B5EF4-FFF2-40B4-BE49-F238E27FC236}">
                      <a16:creationId xmlns:a16="http://schemas.microsoft.com/office/drawing/2014/main" id="{2316B90A-64E3-49D6-BD0F-4786F0078385}"/>
                    </a:ext>
                  </a:extLst>
                </p:cNvPr>
                <p:cNvCxnSpPr/>
                <p:nvPr/>
              </p:nvCxnSpPr>
              <p:spPr>
                <a:xfrm flipH="1">
                  <a:off x="6845400" y="3600000"/>
                  <a:ext cx="354600" cy="72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2" name="直線コネクタ 106461">
                  <a:extLst>
                    <a:ext uri="{FF2B5EF4-FFF2-40B4-BE49-F238E27FC236}">
                      <a16:creationId xmlns:a16="http://schemas.microsoft.com/office/drawing/2014/main" id="{9032E690-970E-474D-B65A-D515FD1E7C17}"/>
                    </a:ext>
                  </a:extLst>
                </p:cNvPr>
                <p:cNvCxnSpPr/>
                <p:nvPr/>
              </p:nvCxnSpPr>
              <p:spPr>
                <a:xfrm flipH="1">
                  <a:off x="6834240" y="3600000"/>
                  <a:ext cx="365760" cy="70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3" name="直線コネクタ 106462">
                  <a:extLst>
                    <a:ext uri="{FF2B5EF4-FFF2-40B4-BE49-F238E27FC236}">
                      <a16:creationId xmlns:a16="http://schemas.microsoft.com/office/drawing/2014/main" id="{C06A6D54-5C5C-413E-908B-0C2C70D0E834}"/>
                    </a:ext>
                  </a:extLst>
                </p:cNvPr>
                <p:cNvCxnSpPr/>
                <p:nvPr/>
              </p:nvCxnSpPr>
              <p:spPr>
                <a:xfrm flipH="1">
                  <a:off x="6823080" y="3600000"/>
                  <a:ext cx="376920" cy="69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4" name="直線コネクタ 106463">
                  <a:extLst>
                    <a:ext uri="{FF2B5EF4-FFF2-40B4-BE49-F238E27FC236}">
                      <a16:creationId xmlns:a16="http://schemas.microsoft.com/office/drawing/2014/main" id="{6A230F17-38E8-4A67-8E9C-1774D510D2A2}"/>
                    </a:ext>
                  </a:extLst>
                </p:cNvPr>
                <p:cNvCxnSpPr/>
                <p:nvPr/>
              </p:nvCxnSpPr>
              <p:spPr>
                <a:xfrm flipH="1">
                  <a:off x="6811560" y="3600000"/>
                  <a:ext cx="388440" cy="67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5" name="直線コネクタ 106464">
                  <a:extLst>
                    <a:ext uri="{FF2B5EF4-FFF2-40B4-BE49-F238E27FC236}">
                      <a16:creationId xmlns:a16="http://schemas.microsoft.com/office/drawing/2014/main" id="{CE9FA6C0-DEB4-4AF7-9DF5-DA82BD219D4D}"/>
                    </a:ext>
                  </a:extLst>
                </p:cNvPr>
                <p:cNvCxnSpPr/>
                <p:nvPr/>
              </p:nvCxnSpPr>
              <p:spPr>
                <a:xfrm flipH="1">
                  <a:off x="6984360" y="3600000"/>
                  <a:ext cx="215640" cy="94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6" name="直線コネクタ 106465">
                  <a:extLst>
                    <a:ext uri="{FF2B5EF4-FFF2-40B4-BE49-F238E27FC236}">
                      <a16:creationId xmlns:a16="http://schemas.microsoft.com/office/drawing/2014/main" id="{7AEB495C-B2B1-497A-8343-40222A7D0BCB}"/>
                    </a:ext>
                  </a:extLst>
                </p:cNvPr>
                <p:cNvCxnSpPr/>
                <p:nvPr/>
              </p:nvCxnSpPr>
              <p:spPr>
                <a:xfrm flipH="1">
                  <a:off x="6976080" y="3600000"/>
                  <a:ext cx="223920" cy="924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7" name="直線コネクタ 106466">
                  <a:extLst>
                    <a:ext uri="{FF2B5EF4-FFF2-40B4-BE49-F238E27FC236}">
                      <a16:creationId xmlns:a16="http://schemas.microsoft.com/office/drawing/2014/main" id="{CDB6D80F-C622-4150-9002-09A6CC38720F}"/>
                    </a:ext>
                  </a:extLst>
                </p:cNvPr>
                <p:cNvCxnSpPr/>
                <p:nvPr/>
              </p:nvCxnSpPr>
              <p:spPr>
                <a:xfrm flipH="1">
                  <a:off x="6967440" y="3600000"/>
                  <a:ext cx="232560" cy="90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8" name="直線コネクタ 106467">
                  <a:extLst>
                    <a:ext uri="{FF2B5EF4-FFF2-40B4-BE49-F238E27FC236}">
                      <a16:creationId xmlns:a16="http://schemas.microsoft.com/office/drawing/2014/main" id="{09969598-E753-448B-9FA3-B775AC7A52EB}"/>
                    </a:ext>
                  </a:extLst>
                </p:cNvPr>
                <p:cNvCxnSpPr/>
                <p:nvPr/>
              </p:nvCxnSpPr>
              <p:spPr>
                <a:xfrm flipH="1">
                  <a:off x="6958800" y="3600000"/>
                  <a:ext cx="241200" cy="89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69" name="直線コネクタ 106468">
                  <a:extLst>
                    <a:ext uri="{FF2B5EF4-FFF2-40B4-BE49-F238E27FC236}">
                      <a16:creationId xmlns:a16="http://schemas.microsoft.com/office/drawing/2014/main" id="{FFE23974-2054-42CB-ACE3-A72EB88E8491}"/>
                    </a:ext>
                  </a:extLst>
                </p:cNvPr>
                <p:cNvCxnSpPr/>
                <p:nvPr/>
              </p:nvCxnSpPr>
              <p:spPr>
                <a:xfrm flipH="1">
                  <a:off x="6949800" y="3600000"/>
                  <a:ext cx="250200" cy="87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0" name="直線コネクタ 106469">
                  <a:extLst>
                    <a:ext uri="{FF2B5EF4-FFF2-40B4-BE49-F238E27FC236}">
                      <a16:creationId xmlns:a16="http://schemas.microsoft.com/office/drawing/2014/main" id="{1237E1E0-9C2A-40F1-934C-082610AF60D1}"/>
                    </a:ext>
                  </a:extLst>
                </p:cNvPr>
                <p:cNvCxnSpPr/>
                <p:nvPr/>
              </p:nvCxnSpPr>
              <p:spPr>
                <a:xfrm flipH="1">
                  <a:off x="6940440" y="3600000"/>
                  <a:ext cx="259560" cy="86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1" name="直線コネクタ 106470">
                  <a:extLst>
                    <a:ext uri="{FF2B5EF4-FFF2-40B4-BE49-F238E27FC236}">
                      <a16:creationId xmlns:a16="http://schemas.microsoft.com/office/drawing/2014/main" id="{9D534B81-EB11-4874-AA7C-BDE08DCEF0F5}"/>
                    </a:ext>
                  </a:extLst>
                </p:cNvPr>
                <p:cNvCxnSpPr/>
                <p:nvPr/>
              </p:nvCxnSpPr>
              <p:spPr>
                <a:xfrm flipH="1">
                  <a:off x="6931080" y="3600000"/>
                  <a:ext cx="268920" cy="84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2" name="直線コネクタ 106471">
                  <a:extLst>
                    <a:ext uri="{FF2B5EF4-FFF2-40B4-BE49-F238E27FC236}">
                      <a16:creationId xmlns:a16="http://schemas.microsoft.com/office/drawing/2014/main" id="{2F4E5348-275B-465A-B0C4-5347CF5BF88B}"/>
                    </a:ext>
                  </a:extLst>
                </p:cNvPr>
                <p:cNvCxnSpPr/>
                <p:nvPr/>
              </p:nvCxnSpPr>
              <p:spPr>
                <a:xfrm flipH="1">
                  <a:off x="6921360" y="3600000"/>
                  <a:ext cx="278640" cy="831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3" name="直線コネクタ 106472">
                  <a:extLst>
                    <a:ext uri="{FF2B5EF4-FFF2-40B4-BE49-F238E27FC236}">
                      <a16:creationId xmlns:a16="http://schemas.microsoft.com/office/drawing/2014/main" id="{25EF0D33-347B-46F6-88B0-5ACEDE88054C}"/>
                    </a:ext>
                  </a:extLst>
                </p:cNvPr>
                <p:cNvCxnSpPr/>
                <p:nvPr/>
              </p:nvCxnSpPr>
              <p:spPr>
                <a:xfrm flipH="1">
                  <a:off x="6911280" y="3600000"/>
                  <a:ext cx="288720" cy="81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4" name="直線コネクタ 106473">
                  <a:extLst>
                    <a:ext uri="{FF2B5EF4-FFF2-40B4-BE49-F238E27FC236}">
                      <a16:creationId xmlns:a16="http://schemas.microsoft.com/office/drawing/2014/main" id="{E6F21865-7040-4F37-BCCE-43CF3EFC23B2}"/>
                    </a:ext>
                  </a:extLst>
                </p:cNvPr>
                <p:cNvCxnSpPr/>
                <p:nvPr/>
              </p:nvCxnSpPr>
              <p:spPr>
                <a:xfrm flipH="1">
                  <a:off x="6900840" y="3600000"/>
                  <a:ext cx="299160" cy="802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5" name="直線コネクタ 106474">
                  <a:extLst>
                    <a:ext uri="{FF2B5EF4-FFF2-40B4-BE49-F238E27FC236}">
                      <a16:creationId xmlns:a16="http://schemas.microsoft.com/office/drawing/2014/main" id="{15EE5ADD-362A-4F60-A83B-11C6DBE33613}"/>
                    </a:ext>
                  </a:extLst>
                </p:cNvPr>
                <p:cNvCxnSpPr/>
                <p:nvPr/>
              </p:nvCxnSpPr>
              <p:spPr>
                <a:xfrm flipH="1">
                  <a:off x="6893640" y="3600000"/>
                  <a:ext cx="306360" cy="78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6" name="直線コネクタ 106475">
                  <a:extLst>
                    <a:ext uri="{FF2B5EF4-FFF2-40B4-BE49-F238E27FC236}">
                      <a16:creationId xmlns:a16="http://schemas.microsoft.com/office/drawing/2014/main" id="{EEFBA0A3-5A3D-47FA-87AC-CCC53153A238}"/>
                    </a:ext>
                  </a:extLst>
                </p:cNvPr>
                <p:cNvCxnSpPr/>
                <p:nvPr/>
              </p:nvCxnSpPr>
              <p:spPr>
                <a:xfrm flipH="1">
                  <a:off x="6883200" y="3600000"/>
                  <a:ext cx="316800" cy="77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7" name="直線コネクタ 106476">
                  <a:extLst>
                    <a:ext uri="{FF2B5EF4-FFF2-40B4-BE49-F238E27FC236}">
                      <a16:creationId xmlns:a16="http://schemas.microsoft.com/office/drawing/2014/main" id="{5E7A714D-4AD3-4577-962F-819872D18CC9}"/>
                    </a:ext>
                  </a:extLst>
                </p:cNvPr>
                <p:cNvCxnSpPr/>
                <p:nvPr/>
              </p:nvCxnSpPr>
              <p:spPr>
                <a:xfrm flipH="1">
                  <a:off x="6872040" y="3600000"/>
                  <a:ext cx="327960" cy="758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8" name="直線コネクタ 106477">
                  <a:extLst>
                    <a:ext uri="{FF2B5EF4-FFF2-40B4-BE49-F238E27FC236}">
                      <a16:creationId xmlns:a16="http://schemas.microsoft.com/office/drawing/2014/main" id="{0510593D-3941-462F-9457-AC89E4E5C9AE}"/>
                    </a:ext>
                  </a:extLst>
                </p:cNvPr>
                <p:cNvCxnSpPr/>
                <p:nvPr/>
              </p:nvCxnSpPr>
              <p:spPr>
                <a:xfrm flipH="1">
                  <a:off x="6864120" y="3600000"/>
                  <a:ext cx="335880" cy="743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79" name="直線コネクタ 106478">
                  <a:extLst>
                    <a:ext uri="{FF2B5EF4-FFF2-40B4-BE49-F238E27FC236}">
                      <a16:creationId xmlns:a16="http://schemas.microsoft.com/office/drawing/2014/main" id="{40C8CB35-298F-4EC0-A0F9-B2F578F4F5DE}"/>
                    </a:ext>
                  </a:extLst>
                </p:cNvPr>
                <p:cNvCxnSpPr/>
                <p:nvPr/>
              </p:nvCxnSpPr>
              <p:spPr>
                <a:xfrm flipH="1">
                  <a:off x="6852960" y="3600000"/>
                  <a:ext cx="347040" cy="730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0" name="直線コネクタ 106479">
                  <a:extLst>
                    <a:ext uri="{FF2B5EF4-FFF2-40B4-BE49-F238E27FC236}">
                      <a16:creationId xmlns:a16="http://schemas.microsoft.com/office/drawing/2014/main" id="{74C010BE-8BF8-49ED-B52B-7BB9CCF888B8}"/>
                    </a:ext>
                  </a:extLst>
                </p:cNvPr>
                <p:cNvCxnSpPr/>
                <p:nvPr/>
              </p:nvCxnSpPr>
              <p:spPr>
                <a:xfrm flipH="1">
                  <a:off x="6841440" y="3600000"/>
                  <a:ext cx="358560" cy="71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1" name="直線コネクタ 106480">
                  <a:extLst>
                    <a:ext uri="{FF2B5EF4-FFF2-40B4-BE49-F238E27FC236}">
                      <a16:creationId xmlns:a16="http://schemas.microsoft.com/office/drawing/2014/main" id="{07D0F6DB-2267-4B54-BD3E-95EFD3239E05}"/>
                    </a:ext>
                  </a:extLst>
                </p:cNvPr>
                <p:cNvCxnSpPr/>
                <p:nvPr/>
              </p:nvCxnSpPr>
              <p:spPr>
                <a:xfrm flipH="1">
                  <a:off x="6829560" y="3600000"/>
                  <a:ext cx="370440" cy="704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2" name="直線コネクタ 106481">
                  <a:extLst>
                    <a:ext uri="{FF2B5EF4-FFF2-40B4-BE49-F238E27FC236}">
                      <a16:creationId xmlns:a16="http://schemas.microsoft.com/office/drawing/2014/main" id="{3F673D2B-0963-48D3-8357-C249CB49E433}"/>
                    </a:ext>
                  </a:extLst>
                </p:cNvPr>
                <p:cNvCxnSpPr/>
                <p:nvPr/>
              </p:nvCxnSpPr>
              <p:spPr>
                <a:xfrm flipH="1">
                  <a:off x="6820560" y="3600000"/>
                  <a:ext cx="379440" cy="689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3" name="直線コネクタ 106482">
                  <a:extLst>
                    <a:ext uri="{FF2B5EF4-FFF2-40B4-BE49-F238E27FC236}">
                      <a16:creationId xmlns:a16="http://schemas.microsoft.com/office/drawing/2014/main" id="{A7FB3580-8E30-4106-980E-277FC03B5F9C}"/>
                    </a:ext>
                  </a:extLst>
                </p:cNvPr>
                <p:cNvCxnSpPr/>
                <p:nvPr/>
              </p:nvCxnSpPr>
              <p:spPr>
                <a:xfrm flipH="1">
                  <a:off x="6808320" y="3600000"/>
                  <a:ext cx="391680" cy="677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4" name="直線コネクタ 106483">
                  <a:extLst>
                    <a:ext uri="{FF2B5EF4-FFF2-40B4-BE49-F238E27FC236}">
                      <a16:creationId xmlns:a16="http://schemas.microsoft.com/office/drawing/2014/main" id="{DE63BDA9-90CE-4C9D-AFC7-EDF43DAFF4AA}"/>
                    </a:ext>
                  </a:extLst>
                </p:cNvPr>
                <p:cNvCxnSpPr/>
                <p:nvPr/>
              </p:nvCxnSpPr>
              <p:spPr>
                <a:xfrm flipH="1">
                  <a:off x="6798960" y="3600000"/>
                  <a:ext cx="401040" cy="663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5" name="直線コネクタ 106484">
                  <a:extLst>
                    <a:ext uri="{FF2B5EF4-FFF2-40B4-BE49-F238E27FC236}">
                      <a16:creationId xmlns:a16="http://schemas.microsoft.com/office/drawing/2014/main" id="{728C70AF-0F45-4FD5-A9EF-C918CD7E466E}"/>
                    </a:ext>
                  </a:extLst>
                </p:cNvPr>
                <p:cNvCxnSpPr/>
                <p:nvPr/>
              </p:nvCxnSpPr>
              <p:spPr>
                <a:xfrm flipH="1">
                  <a:off x="6789600" y="3600000"/>
                  <a:ext cx="410400" cy="64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6" name="直線コネクタ 106485">
                  <a:extLst>
                    <a:ext uri="{FF2B5EF4-FFF2-40B4-BE49-F238E27FC236}">
                      <a16:creationId xmlns:a16="http://schemas.microsoft.com/office/drawing/2014/main" id="{B57D5CE6-B642-42E4-B824-640D58DB876D}"/>
                    </a:ext>
                  </a:extLst>
                </p:cNvPr>
                <p:cNvCxnSpPr/>
                <p:nvPr/>
              </p:nvCxnSpPr>
              <p:spPr>
                <a:xfrm flipH="1">
                  <a:off x="6776640" y="3600000"/>
                  <a:ext cx="423360" cy="637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7" name="直線コネクタ 106486">
                  <a:extLst>
                    <a:ext uri="{FF2B5EF4-FFF2-40B4-BE49-F238E27FC236}">
                      <a16:creationId xmlns:a16="http://schemas.microsoft.com/office/drawing/2014/main" id="{8C4D570E-BFCF-4C6E-ACAF-71D780C016B5}"/>
                    </a:ext>
                  </a:extLst>
                </p:cNvPr>
                <p:cNvCxnSpPr/>
                <p:nvPr/>
              </p:nvCxnSpPr>
              <p:spPr>
                <a:xfrm flipH="1">
                  <a:off x="6766560" y="3600000"/>
                  <a:ext cx="433440" cy="62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8" name="直線コネクタ 106487">
                  <a:extLst>
                    <a:ext uri="{FF2B5EF4-FFF2-40B4-BE49-F238E27FC236}">
                      <a16:creationId xmlns:a16="http://schemas.microsoft.com/office/drawing/2014/main" id="{65EDB502-EBDB-4272-8237-27DDA54C53E3}"/>
                    </a:ext>
                  </a:extLst>
                </p:cNvPr>
                <p:cNvCxnSpPr/>
                <p:nvPr/>
              </p:nvCxnSpPr>
              <p:spPr>
                <a:xfrm flipH="1">
                  <a:off x="6756480" y="3600000"/>
                  <a:ext cx="443520" cy="610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89" name="直線コネクタ 106488">
                  <a:extLst>
                    <a:ext uri="{FF2B5EF4-FFF2-40B4-BE49-F238E27FC236}">
                      <a16:creationId xmlns:a16="http://schemas.microsoft.com/office/drawing/2014/main" id="{1B10F0DE-24C4-425F-B42D-7E491283004D}"/>
                    </a:ext>
                  </a:extLst>
                </p:cNvPr>
                <p:cNvCxnSpPr/>
                <p:nvPr/>
              </p:nvCxnSpPr>
              <p:spPr>
                <a:xfrm flipH="1">
                  <a:off x="6743160" y="3600000"/>
                  <a:ext cx="456840" cy="599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0" name="直線コネクタ 106489">
                  <a:extLst>
                    <a:ext uri="{FF2B5EF4-FFF2-40B4-BE49-F238E27FC236}">
                      <a16:creationId xmlns:a16="http://schemas.microsoft.com/office/drawing/2014/main" id="{A495D3DD-1911-464A-89B8-2C771E47396C}"/>
                    </a:ext>
                  </a:extLst>
                </p:cNvPr>
                <p:cNvCxnSpPr/>
                <p:nvPr/>
              </p:nvCxnSpPr>
              <p:spPr>
                <a:xfrm flipH="1">
                  <a:off x="6732360" y="3600000"/>
                  <a:ext cx="467640" cy="586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1" name="直線コネクタ 106490">
                  <a:extLst>
                    <a:ext uri="{FF2B5EF4-FFF2-40B4-BE49-F238E27FC236}">
                      <a16:creationId xmlns:a16="http://schemas.microsoft.com/office/drawing/2014/main" id="{7A6E2FDA-8DA2-439B-97B3-B88438EB74E4}"/>
                    </a:ext>
                  </a:extLst>
                </p:cNvPr>
                <p:cNvCxnSpPr/>
                <p:nvPr/>
              </p:nvCxnSpPr>
              <p:spPr>
                <a:xfrm flipH="1">
                  <a:off x="6721560" y="3600000"/>
                  <a:ext cx="478440" cy="573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2" name="直線コネクタ 106491">
                  <a:extLst>
                    <a:ext uri="{FF2B5EF4-FFF2-40B4-BE49-F238E27FC236}">
                      <a16:creationId xmlns:a16="http://schemas.microsoft.com/office/drawing/2014/main" id="{460F0EFA-7B86-4525-9B4F-BF5E5B14D521}"/>
                    </a:ext>
                  </a:extLst>
                </p:cNvPr>
                <p:cNvCxnSpPr/>
                <p:nvPr/>
              </p:nvCxnSpPr>
              <p:spPr>
                <a:xfrm flipH="1">
                  <a:off x="6707520" y="3600000"/>
                  <a:ext cx="492480" cy="563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3" name="直線コネクタ 106492">
                  <a:extLst>
                    <a:ext uri="{FF2B5EF4-FFF2-40B4-BE49-F238E27FC236}">
                      <a16:creationId xmlns:a16="http://schemas.microsoft.com/office/drawing/2014/main" id="{15AAAA9F-D034-4843-A938-4268F4D7D167}"/>
                    </a:ext>
                  </a:extLst>
                </p:cNvPr>
                <p:cNvCxnSpPr/>
                <p:nvPr/>
              </p:nvCxnSpPr>
              <p:spPr>
                <a:xfrm flipH="1">
                  <a:off x="6696360" y="3600000"/>
                  <a:ext cx="503640" cy="551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4" name="直線コネクタ 106493">
                  <a:extLst>
                    <a:ext uri="{FF2B5EF4-FFF2-40B4-BE49-F238E27FC236}">
                      <a16:creationId xmlns:a16="http://schemas.microsoft.com/office/drawing/2014/main" id="{C7B9C6D4-3DC0-4691-866A-EA419600BA0E}"/>
                    </a:ext>
                  </a:extLst>
                </p:cNvPr>
                <p:cNvCxnSpPr/>
                <p:nvPr/>
              </p:nvCxnSpPr>
              <p:spPr>
                <a:xfrm flipH="1">
                  <a:off x="6684840" y="3600000"/>
                  <a:ext cx="515160" cy="53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5" name="直線コネクタ 106494">
                  <a:extLst>
                    <a:ext uri="{FF2B5EF4-FFF2-40B4-BE49-F238E27FC236}">
                      <a16:creationId xmlns:a16="http://schemas.microsoft.com/office/drawing/2014/main" id="{2FB62635-8C2B-4A65-9C60-2C59EFD1E053}"/>
                    </a:ext>
                  </a:extLst>
                </p:cNvPr>
                <p:cNvCxnSpPr/>
                <p:nvPr/>
              </p:nvCxnSpPr>
              <p:spPr>
                <a:xfrm flipH="1">
                  <a:off x="6672960" y="3600000"/>
                  <a:ext cx="527040" cy="52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6" name="直線コネクタ 106495">
                  <a:extLst>
                    <a:ext uri="{FF2B5EF4-FFF2-40B4-BE49-F238E27FC236}">
                      <a16:creationId xmlns:a16="http://schemas.microsoft.com/office/drawing/2014/main" id="{62E5E360-73BA-43F4-98F5-4B78FCBC8CCA}"/>
                    </a:ext>
                  </a:extLst>
                </p:cNvPr>
                <p:cNvCxnSpPr/>
                <p:nvPr/>
              </p:nvCxnSpPr>
              <p:spPr>
                <a:xfrm flipH="1">
                  <a:off x="6661080" y="3600000"/>
                  <a:ext cx="538920" cy="515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7" name="直線コネクタ 106496">
                  <a:extLst>
                    <a:ext uri="{FF2B5EF4-FFF2-40B4-BE49-F238E27FC236}">
                      <a16:creationId xmlns:a16="http://schemas.microsoft.com/office/drawing/2014/main" id="{6BF66E6A-02D7-4902-9B9E-89B81535B665}"/>
                    </a:ext>
                  </a:extLst>
                </p:cNvPr>
                <p:cNvCxnSpPr/>
                <p:nvPr/>
              </p:nvCxnSpPr>
              <p:spPr>
                <a:xfrm flipH="1">
                  <a:off x="6648840" y="3600000"/>
                  <a:ext cx="551160" cy="503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8" name="直線コネクタ 106497">
                  <a:extLst>
                    <a:ext uri="{FF2B5EF4-FFF2-40B4-BE49-F238E27FC236}">
                      <a16:creationId xmlns:a16="http://schemas.microsoft.com/office/drawing/2014/main" id="{1915542B-C886-4F95-B5A8-9AE4FC28D95A}"/>
                    </a:ext>
                  </a:extLst>
                </p:cNvPr>
                <p:cNvCxnSpPr/>
                <p:nvPr/>
              </p:nvCxnSpPr>
              <p:spPr>
                <a:xfrm flipH="1">
                  <a:off x="6636600" y="3600000"/>
                  <a:ext cx="563400" cy="492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499" name="直線コネクタ 106498">
                  <a:extLst>
                    <a:ext uri="{FF2B5EF4-FFF2-40B4-BE49-F238E27FC236}">
                      <a16:creationId xmlns:a16="http://schemas.microsoft.com/office/drawing/2014/main" id="{FA7B8A0E-2722-4C06-AEA1-35B00058AC93}"/>
                    </a:ext>
                  </a:extLst>
                </p:cNvPr>
                <p:cNvCxnSpPr/>
                <p:nvPr/>
              </p:nvCxnSpPr>
              <p:spPr>
                <a:xfrm flipH="1">
                  <a:off x="6626160" y="3600000"/>
                  <a:ext cx="573840" cy="47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0" name="直線コネクタ 106499">
                  <a:extLst>
                    <a:ext uri="{FF2B5EF4-FFF2-40B4-BE49-F238E27FC236}">
                      <a16:creationId xmlns:a16="http://schemas.microsoft.com/office/drawing/2014/main" id="{0176C034-646D-43BD-9A7E-BFE02C24C2D4}"/>
                    </a:ext>
                  </a:extLst>
                </p:cNvPr>
                <p:cNvCxnSpPr/>
                <p:nvPr/>
              </p:nvCxnSpPr>
              <p:spPr>
                <a:xfrm flipH="1">
                  <a:off x="6613560" y="3600000"/>
                  <a:ext cx="586440" cy="467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1" name="直線コネクタ 106500">
                  <a:extLst>
                    <a:ext uri="{FF2B5EF4-FFF2-40B4-BE49-F238E27FC236}">
                      <a16:creationId xmlns:a16="http://schemas.microsoft.com/office/drawing/2014/main" id="{D3799A91-30DB-4C8F-AB29-13144330F383}"/>
                    </a:ext>
                  </a:extLst>
                </p:cNvPr>
                <p:cNvCxnSpPr/>
                <p:nvPr/>
              </p:nvCxnSpPr>
              <p:spPr>
                <a:xfrm flipH="1">
                  <a:off x="6600600" y="3600000"/>
                  <a:ext cx="599400" cy="456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2" name="直線コネクタ 106501">
                  <a:extLst>
                    <a:ext uri="{FF2B5EF4-FFF2-40B4-BE49-F238E27FC236}">
                      <a16:creationId xmlns:a16="http://schemas.microsoft.com/office/drawing/2014/main" id="{76BAB884-56A5-4A3C-B948-87AD220D9D0A}"/>
                    </a:ext>
                  </a:extLst>
                </p:cNvPr>
                <p:cNvCxnSpPr/>
                <p:nvPr/>
              </p:nvCxnSpPr>
              <p:spPr>
                <a:xfrm flipH="1">
                  <a:off x="6589440" y="3600000"/>
                  <a:ext cx="610560" cy="443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3" name="直線コネクタ 106502">
                  <a:extLst>
                    <a:ext uri="{FF2B5EF4-FFF2-40B4-BE49-F238E27FC236}">
                      <a16:creationId xmlns:a16="http://schemas.microsoft.com/office/drawing/2014/main" id="{321130CE-8604-446F-A5B0-76D350E28A36}"/>
                    </a:ext>
                  </a:extLst>
                </p:cNvPr>
                <p:cNvCxnSpPr/>
                <p:nvPr/>
              </p:nvCxnSpPr>
              <p:spPr>
                <a:xfrm flipH="1">
                  <a:off x="6576120" y="3600000"/>
                  <a:ext cx="623880" cy="433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4" name="直線コネクタ 106503">
                  <a:extLst>
                    <a:ext uri="{FF2B5EF4-FFF2-40B4-BE49-F238E27FC236}">
                      <a16:creationId xmlns:a16="http://schemas.microsoft.com/office/drawing/2014/main" id="{A1DA6D67-C04E-473D-9017-4C6CCC10859A}"/>
                    </a:ext>
                  </a:extLst>
                </p:cNvPr>
                <p:cNvCxnSpPr/>
                <p:nvPr/>
              </p:nvCxnSpPr>
              <p:spPr>
                <a:xfrm flipH="1">
                  <a:off x="6562440" y="3600000"/>
                  <a:ext cx="637560" cy="42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5" name="直線コネクタ 106504">
                  <a:extLst>
                    <a:ext uri="{FF2B5EF4-FFF2-40B4-BE49-F238E27FC236}">
                      <a16:creationId xmlns:a16="http://schemas.microsoft.com/office/drawing/2014/main" id="{CCCE7556-1623-4C69-AB49-449427DA1208}"/>
                    </a:ext>
                  </a:extLst>
                </p:cNvPr>
                <p:cNvCxnSpPr/>
                <p:nvPr/>
              </p:nvCxnSpPr>
              <p:spPr>
                <a:xfrm flipH="1">
                  <a:off x="6550920" y="3600000"/>
                  <a:ext cx="649080" cy="410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6" name="直線コネクタ 106505">
                  <a:extLst>
                    <a:ext uri="{FF2B5EF4-FFF2-40B4-BE49-F238E27FC236}">
                      <a16:creationId xmlns:a16="http://schemas.microsoft.com/office/drawing/2014/main" id="{DDDA45B3-2630-4DAF-8B8F-62DCEC5AE1A9}"/>
                    </a:ext>
                  </a:extLst>
                </p:cNvPr>
                <p:cNvCxnSpPr/>
                <p:nvPr/>
              </p:nvCxnSpPr>
              <p:spPr>
                <a:xfrm flipH="1">
                  <a:off x="6536880" y="3600000"/>
                  <a:ext cx="663120" cy="401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7" name="直線コネクタ 106506">
                  <a:extLst>
                    <a:ext uri="{FF2B5EF4-FFF2-40B4-BE49-F238E27FC236}">
                      <a16:creationId xmlns:a16="http://schemas.microsoft.com/office/drawing/2014/main" id="{EF67EE8B-7A17-4C45-9D74-E414995DB408}"/>
                    </a:ext>
                  </a:extLst>
                </p:cNvPr>
                <p:cNvCxnSpPr/>
                <p:nvPr/>
              </p:nvCxnSpPr>
              <p:spPr>
                <a:xfrm flipH="1">
                  <a:off x="6522840" y="3600000"/>
                  <a:ext cx="677160" cy="39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8" name="直線コネクタ 106507">
                  <a:extLst>
                    <a:ext uri="{FF2B5EF4-FFF2-40B4-BE49-F238E27FC236}">
                      <a16:creationId xmlns:a16="http://schemas.microsoft.com/office/drawing/2014/main" id="{91E8DF63-1958-4684-9F34-6CB353FEC175}"/>
                    </a:ext>
                  </a:extLst>
                </p:cNvPr>
                <p:cNvCxnSpPr/>
                <p:nvPr/>
              </p:nvCxnSpPr>
              <p:spPr>
                <a:xfrm flipH="1">
                  <a:off x="6510240" y="3600000"/>
                  <a:ext cx="689760" cy="379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09" name="直線コネクタ 106508">
                  <a:extLst>
                    <a:ext uri="{FF2B5EF4-FFF2-40B4-BE49-F238E27FC236}">
                      <a16:creationId xmlns:a16="http://schemas.microsoft.com/office/drawing/2014/main" id="{A7B32804-9DD3-41B6-9538-818D6AE1F1C9}"/>
                    </a:ext>
                  </a:extLst>
                </p:cNvPr>
                <p:cNvCxnSpPr/>
                <p:nvPr/>
              </p:nvCxnSpPr>
              <p:spPr>
                <a:xfrm flipH="1">
                  <a:off x="6495840" y="3600000"/>
                  <a:ext cx="704160" cy="37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0" name="直線コネクタ 106509">
                  <a:extLst>
                    <a:ext uri="{FF2B5EF4-FFF2-40B4-BE49-F238E27FC236}">
                      <a16:creationId xmlns:a16="http://schemas.microsoft.com/office/drawing/2014/main" id="{3D6D489A-70F6-4176-BB17-F24AC9ED4442}"/>
                    </a:ext>
                  </a:extLst>
                </p:cNvPr>
                <p:cNvCxnSpPr/>
                <p:nvPr/>
              </p:nvCxnSpPr>
              <p:spPr>
                <a:xfrm flipH="1">
                  <a:off x="6482880" y="3600000"/>
                  <a:ext cx="717120" cy="358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1" name="直線コネクタ 106510">
                  <a:extLst>
                    <a:ext uri="{FF2B5EF4-FFF2-40B4-BE49-F238E27FC236}">
                      <a16:creationId xmlns:a16="http://schemas.microsoft.com/office/drawing/2014/main" id="{FC9BF54B-7CA9-4B98-898D-186834428C91}"/>
                    </a:ext>
                  </a:extLst>
                </p:cNvPr>
                <p:cNvCxnSpPr/>
                <p:nvPr/>
              </p:nvCxnSpPr>
              <p:spPr>
                <a:xfrm flipH="1">
                  <a:off x="6469920" y="3600000"/>
                  <a:ext cx="730080" cy="347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2" name="直線コネクタ 106511">
                  <a:extLst>
                    <a:ext uri="{FF2B5EF4-FFF2-40B4-BE49-F238E27FC236}">
                      <a16:creationId xmlns:a16="http://schemas.microsoft.com/office/drawing/2014/main" id="{0FA0DFC8-F643-45B1-A401-8B55813EBE47}"/>
                    </a:ext>
                  </a:extLst>
                </p:cNvPr>
                <p:cNvCxnSpPr/>
                <p:nvPr/>
              </p:nvCxnSpPr>
              <p:spPr>
                <a:xfrm flipH="1">
                  <a:off x="6456240" y="3600000"/>
                  <a:ext cx="743760" cy="335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3" name="直線コネクタ 106512">
                  <a:extLst>
                    <a:ext uri="{FF2B5EF4-FFF2-40B4-BE49-F238E27FC236}">
                      <a16:creationId xmlns:a16="http://schemas.microsoft.com/office/drawing/2014/main" id="{A0CE0C71-97D2-4756-97E0-C291D4E7A9F0}"/>
                    </a:ext>
                  </a:extLst>
                </p:cNvPr>
                <p:cNvCxnSpPr/>
                <p:nvPr/>
              </p:nvCxnSpPr>
              <p:spPr>
                <a:xfrm flipH="1">
                  <a:off x="6441120" y="3600000"/>
                  <a:ext cx="758880" cy="327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4" name="直線コネクタ 106513">
                  <a:extLst>
                    <a:ext uri="{FF2B5EF4-FFF2-40B4-BE49-F238E27FC236}">
                      <a16:creationId xmlns:a16="http://schemas.microsoft.com/office/drawing/2014/main" id="{4CCFC71E-1500-463A-9043-744D9932AE17}"/>
                    </a:ext>
                  </a:extLst>
                </p:cNvPr>
                <p:cNvCxnSpPr/>
                <p:nvPr/>
              </p:nvCxnSpPr>
              <p:spPr>
                <a:xfrm flipH="1">
                  <a:off x="6427440" y="3600000"/>
                  <a:ext cx="772560" cy="31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5" name="直線コネクタ 106514">
                  <a:extLst>
                    <a:ext uri="{FF2B5EF4-FFF2-40B4-BE49-F238E27FC236}">
                      <a16:creationId xmlns:a16="http://schemas.microsoft.com/office/drawing/2014/main" id="{623C5B5B-0311-455C-A3CB-9E3BE322E1CB}"/>
                    </a:ext>
                  </a:extLst>
                </p:cNvPr>
                <p:cNvCxnSpPr/>
                <p:nvPr/>
              </p:nvCxnSpPr>
              <p:spPr>
                <a:xfrm flipH="1">
                  <a:off x="6413040" y="3600000"/>
                  <a:ext cx="786960" cy="306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6" name="直線コネクタ 106515">
                  <a:extLst>
                    <a:ext uri="{FF2B5EF4-FFF2-40B4-BE49-F238E27FC236}">
                      <a16:creationId xmlns:a16="http://schemas.microsoft.com/office/drawing/2014/main" id="{964E46C6-6FA3-4B6C-ADDC-EBF61AF9A148}"/>
                    </a:ext>
                  </a:extLst>
                </p:cNvPr>
                <p:cNvCxnSpPr/>
                <p:nvPr/>
              </p:nvCxnSpPr>
              <p:spPr>
                <a:xfrm flipH="1">
                  <a:off x="6397560" y="3600000"/>
                  <a:ext cx="802440" cy="299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7" name="直線コネクタ 106516">
                  <a:extLst>
                    <a:ext uri="{FF2B5EF4-FFF2-40B4-BE49-F238E27FC236}">
                      <a16:creationId xmlns:a16="http://schemas.microsoft.com/office/drawing/2014/main" id="{60665ED4-6BD8-46C9-90E8-CAE04D0555B6}"/>
                    </a:ext>
                  </a:extLst>
                </p:cNvPr>
                <p:cNvCxnSpPr/>
                <p:nvPr/>
              </p:nvCxnSpPr>
              <p:spPr>
                <a:xfrm flipH="1">
                  <a:off x="6382800" y="3600000"/>
                  <a:ext cx="817200" cy="288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8" name="直線コネクタ 106517">
                  <a:extLst>
                    <a:ext uri="{FF2B5EF4-FFF2-40B4-BE49-F238E27FC236}">
                      <a16:creationId xmlns:a16="http://schemas.microsoft.com/office/drawing/2014/main" id="{D65511BC-0906-48D9-80B0-C2777B329E48}"/>
                    </a:ext>
                  </a:extLst>
                </p:cNvPr>
                <p:cNvCxnSpPr/>
                <p:nvPr/>
              </p:nvCxnSpPr>
              <p:spPr>
                <a:xfrm flipH="1">
                  <a:off x="6368040" y="3600000"/>
                  <a:ext cx="831960" cy="278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19" name="直線コネクタ 106518">
                  <a:extLst>
                    <a:ext uri="{FF2B5EF4-FFF2-40B4-BE49-F238E27FC236}">
                      <a16:creationId xmlns:a16="http://schemas.microsoft.com/office/drawing/2014/main" id="{A71F2EA4-37F7-4A39-9817-CDC3CA1035B0}"/>
                    </a:ext>
                  </a:extLst>
                </p:cNvPr>
                <p:cNvCxnSpPr/>
                <p:nvPr/>
              </p:nvCxnSpPr>
              <p:spPr>
                <a:xfrm flipH="1">
                  <a:off x="6353280" y="3600000"/>
                  <a:ext cx="846720" cy="268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0" name="直線コネクタ 106519">
                  <a:extLst>
                    <a:ext uri="{FF2B5EF4-FFF2-40B4-BE49-F238E27FC236}">
                      <a16:creationId xmlns:a16="http://schemas.microsoft.com/office/drawing/2014/main" id="{05E3CE06-9363-4F1A-BD89-A64C34105F93}"/>
                    </a:ext>
                  </a:extLst>
                </p:cNvPr>
                <p:cNvCxnSpPr/>
                <p:nvPr/>
              </p:nvCxnSpPr>
              <p:spPr>
                <a:xfrm flipH="1">
                  <a:off x="6338160" y="3600000"/>
                  <a:ext cx="861840" cy="259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1" name="直線コネクタ 106520">
                  <a:extLst>
                    <a:ext uri="{FF2B5EF4-FFF2-40B4-BE49-F238E27FC236}">
                      <a16:creationId xmlns:a16="http://schemas.microsoft.com/office/drawing/2014/main" id="{4AC8BCCD-AB72-44F6-BF56-4EC00F84EEF3}"/>
                    </a:ext>
                  </a:extLst>
                </p:cNvPr>
                <p:cNvCxnSpPr/>
                <p:nvPr/>
              </p:nvCxnSpPr>
              <p:spPr>
                <a:xfrm flipH="1">
                  <a:off x="6322680" y="3600000"/>
                  <a:ext cx="877320" cy="250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2" name="直線コネクタ 106521">
                  <a:extLst>
                    <a:ext uri="{FF2B5EF4-FFF2-40B4-BE49-F238E27FC236}">
                      <a16:creationId xmlns:a16="http://schemas.microsoft.com/office/drawing/2014/main" id="{2CF76BEF-9F9C-4D97-94E3-0ED5719F14A3}"/>
                    </a:ext>
                  </a:extLst>
                </p:cNvPr>
                <p:cNvCxnSpPr/>
                <p:nvPr/>
              </p:nvCxnSpPr>
              <p:spPr>
                <a:xfrm flipH="1">
                  <a:off x="6306840" y="3600000"/>
                  <a:ext cx="893160" cy="241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3" name="直線コネクタ 106522">
                  <a:extLst>
                    <a:ext uri="{FF2B5EF4-FFF2-40B4-BE49-F238E27FC236}">
                      <a16:creationId xmlns:a16="http://schemas.microsoft.com/office/drawing/2014/main" id="{E78F75CF-6D5C-4361-A9CC-76F40279F607}"/>
                    </a:ext>
                  </a:extLst>
                </p:cNvPr>
                <p:cNvCxnSpPr/>
                <p:nvPr/>
              </p:nvCxnSpPr>
              <p:spPr>
                <a:xfrm flipH="1">
                  <a:off x="6291000" y="3600000"/>
                  <a:ext cx="909000" cy="232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4" name="直線コネクタ 106523">
                  <a:extLst>
                    <a:ext uri="{FF2B5EF4-FFF2-40B4-BE49-F238E27FC236}">
                      <a16:creationId xmlns:a16="http://schemas.microsoft.com/office/drawing/2014/main" id="{04BE5690-348A-498E-97A3-C9DE365B1049}"/>
                    </a:ext>
                  </a:extLst>
                </p:cNvPr>
                <p:cNvCxnSpPr/>
                <p:nvPr/>
              </p:nvCxnSpPr>
              <p:spPr>
                <a:xfrm flipH="1">
                  <a:off x="6275160" y="3600000"/>
                  <a:ext cx="9248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5" name="直線コネクタ 106524">
                  <a:extLst>
                    <a:ext uri="{FF2B5EF4-FFF2-40B4-BE49-F238E27FC236}">
                      <a16:creationId xmlns:a16="http://schemas.microsoft.com/office/drawing/2014/main" id="{62B12416-01ED-4F91-B6B7-F8359307A38B}"/>
                    </a:ext>
                  </a:extLst>
                </p:cNvPr>
                <p:cNvCxnSpPr/>
                <p:nvPr/>
              </p:nvCxnSpPr>
              <p:spPr>
                <a:xfrm flipH="1">
                  <a:off x="6535080" y="3600000"/>
                  <a:ext cx="664920" cy="400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6" name="直線コネクタ 106525">
                  <a:extLst>
                    <a:ext uri="{FF2B5EF4-FFF2-40B4-BE49-F238E27FC236}">
                      <a16:creationId xmlns:a16="http://schemas.microsoft.com/office/drawing/2014/main" id="{1FC25424-11F5-4E2F-9274-C8E1C80CBE2A}"/>
                    </a:ext>
                  </a:extLst>
                </p:cNvPr>
                <p:cNvCxnSpPr/>
                <p:nvPr/>
              </p:nvCxnSpPr>
              <p:spPr>
                <a:xfrm flipH="1">
                  <a:off x="6521400" y="3600000"/>
                  <a:ext cx="678600" cy="388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7" name="直線コネクタ 106526">
                  <a:extLst>
                    <a:ext uri="{FF2B5EF4-FFF2-40B4-BE49-F238E27FC236}">
                      <a16:creationId xmlns:a16="http://schemas.microsoft.com/office/drawing/2014/main" id="{804CA9F8-CB67-481D-9D06-A770D7E8BF1D}"/>
                    </a:ext>
                  </a:extLst>
                </p:cNvPr>
                <p:cNvCxnSpPr/>
                <p:nvPr/>
              </p:nvCxnSpPr>
              <p:spPr>
                <a:xfrm flipH="1">
                  <a:off x="6507360" y="3600000"/>
                  <a:ext cx="692640" cy="376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8" name="直線コネクタ 106527">
                  <a:extLst>
                    <a:ext uri="{FF2B5EF4-FFF2-40B4-BE49-F238E27FC236}">
                      <a16:creationId xmlns:a16="http://schemas.microsoft.com/office/drawing/2014/main" id="{08E15D0A-328A-4F17-BAC6-CF381205C9D8}"/>
                    </a:ext>
                  </a:extLst>
                </p:cNvPr>
                <p:cNvCxnSpPr/>
                <p:nvPr/>
              </p:nvCxnSpPr>
              <p:spPr>
                <a:xfrm flipH="1">
                  <a:off x="6492960" y="3600000"/>
                  <a:ext cx="707040" cy="365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29" name="直線コネクタ 106528">
                  <a:extLst>
                    <a:ext uri="{FF2B5EF4-FFF2-40B4-BE49-F238E27FC236}">
                      <a16:creationId xmlns:a16="http://schemas.microsoft.com/office/drawing/2014/main" id="{A25C853F-7470-463C-82BE-44F54E560E13}"/>
                    </a:ext>
                  </a:extLst>
                </p:cNvPr>
                <p:cNvCxnSpPr/>
                <p:nvPr/>
              </p:nvCxnSpPr>
              <p:spPr>
                <a:xfrm flipH="1">
                  <a:off x="6478920" y="3600000"/>
                  <a:ext cx="721080" cy="354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0" name="直線コネクタ 106529">
                  <a:extLst>
                    <a:ext uri="{FF2B5EF4-FFF2-40B4-BE49-F238E27FC236}">
                      <a16:creationId xmlns:a16="http://schemas.microsoft.com/office/drawing/2014/main" id="{74731579-36F3-4FF6-AF43-259F82138AD7}"/>
                    </a:ext>
                  </a:extLst>
                </p:cNvPr>
                <p:cNvCxnSpPr/>
                <p:nvPr/>
              </p:nvCxnSpPr>
              <p:spPr>
                <a:xfrm flipH="1">
                  <a:off x="6464160" y="3600000"/>
                  <a:ext cx="735840" cy="343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1" name="直線コネクタ 106530">
                  <a:extLst>
                    <a:ext uri="{FF2B5EF4-FFF2-40B4-BE49-F238E27FC236}">
                      <a16:creationId xmlns:a16="http://schemas.microsoft.com/office/drawing/2014/main" id="{BFB9F78C-EF9B-40CA-95BD-5A68412A24F3}"/>
                    </a:ext>
                  </a:extLst>
                </p:cNvPr>
                <p:cNvCxnSpPr/>
                <p:nvPr/>
              </p:nvCxnSpPr>
              <p:spPr>
                <a:xfrm flipH="1">
                  <a:off x="6449760" y="3600000"/>
                  <a:ext cx="750240" cy="333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2" name="直線コネクタ 106531">
                  <a:extLst>
                    <a:ext uri="{FF2B5EF4-FFF2-40B4-BE49-F238E27FC236}">
                      <a16:creationId xmlns:a16="http://schemas.microsoft.com/office/drawing/2014/main" id="{DA78534A-097B-427E-9C86-60E676F2818B}"/>
                    </a:ext>
                  </a:extLst>
                </p:cNvPr>
                <p:cNvCxnSpPr/>
                <p:nvPr/>
              </p:nvCxnSpPr>
              <p:spPr>
                <a:xfrm flipH="1">
                  <a:off x="6435000" y="3600000"/>
                  <a:ext cx="765000" cy="32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3" name="直線コネクタ 106532">
                  <a:extLst>
                    <a:ext uri="{FF2B5EF4-FFF2-40B4-BE49-F238E27FC236}">
                      <a16:creationId xmlns:a16="http://schemas.microsoft.com/office/drawing/2014/main" id="{628E2362-9637-4B88-9EFF-A3821E0B55A6}"/>
                    </a:ext>
                  </a:extLst>
                </p:cNvPr>
                <p:cNvCxnSpPr/>
                <p:nvPr/>
              </p:nvCxnSpPr>
              <p:spPr>
                <a:xfrm flipH="1">
                  <a:off x="6420240" y="3600000"/>
                  <a:ext cx="779760" cy="31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4" name="直線コネクタ 106533">
                  <a:extLst>
                    <a:ext uri="{FF2B5EF4-FFF2-40B4-BE49-F238E27FC236}">
                      <a16:creationId xmlns:a16="http://schemas.microsoft.com/office/drawing/2014/main" id="{F30AC80D-6F4D-4698-B109-ABA4BA2E43CE}"/>
                    </a:ext>
                  </a:extLst>
                </p:cNvPr>
                <p:cNvCxnSpPr/>
                <p:nvPr/>
              </p:nvCxnSpPr>
              <p:spPr>
                <a:xfrm flipH="1">
                  <a:off x="6405120" y="3600000"/>
                  <a:ext cx="794880" cy="304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5" name="直線コネクタ 106534">
                  <a:extLst>
                    <a:ext uri="{FF2B5EF4-FFF2-40B4-BE49-F238E27FC236}">
                      <a16:creationId xmlns:a16="http://schemas.microsoft.com/office/drawing/2014/main" id="{4EED6C6E-44EC-4F0F-8CD9-0A3A8F7DB3E7}"/>
                    </a:ext>
                  </a:extLst>
                </p:cNvPr>
                <p:cNvCxnSpPr/>
                <p:nvPr/>
              </p:nvCxnSpPr>
              <p:spPr>
                <a:xfrm flipH="1">
                  <a:off x="6392520" y="3600000"/>
                  <a:ext cx="807480" cy="292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6" name="直線コネクタ 106535">
                  <a:extLst>
                    <a:ext uri="{FF2B5EF4-FFF2-40B4-BE49-F238E27FC236}">
                      <a16:creationId xmlns:a16="http://schemas.microsoft.com/office/drawing/2014/main" id="{BC7F7CDB-F3E7-4884-9554-96DAA1ECF515}"/>
                    </a:ext>
                  </a:extLst>
                </p:cNvPr>
                <p:cNvCxnSpPr/>
                <p:nvPr/>
              </p:nvCxnSpPr>
              <p:spPr>
                <a:xfrm flipH="1">
                  <a:off x="6377040" y="3600000"/>
                  <a:ext cx="822960" cy="283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7" name="直線コネクタ 106536">
                  <a:extLst>
                    <a:ext uri="{FF2B5EF4-FFF2-40B4-BE49-F238E27FC236}">
                      <a16:creationId xmlns:a16="http://schemas.microsoft.com/office/drawing/2014/main" id="{C7C123AC-9F85-465F-8924-532CDC1FA7DC}"/>
                    </a:ext>
                  </a:extLst>
                </p:cNvPr>
                <p:cNvCxnSpPr/>
                <p:nvPr/>
              </p:nvCxnSpPr>
              <p:spPr>
                <a:xfrm flipH="1">
                  <a:off x="6361560" y="3600000"/>
                  <a:ext cx="838440" cy="27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8" name="直線コネクタ 106537">
                  <a:extLst>
                    <a:ext uri="{FF2B5EF4-FFF2-40B4-BE49-F238E27FC236}">
                      <a16:creationId xmlns:a16="http://schemas.microsoft.com/office/drawing/2014/main" id="{E3B79FC8-CDB3-4271-8629-EE4E9EF864DE}"/>
                    </a:ext>
                  </a:extLst>
                </p:cNvPr>
                <p:cNvCxnSpPr/>
                <p:nvPr/>
              </p:nvCxnSpPr>
              <p:spPr>
                <a:xfrm flipH="1">
                  <a:off x="6348600" y="3600000"/>
                  <a:ext cx="851400" cy="263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39" name="直線コネクタ 106538">
                  <a:extLst>
                    <a:ext uri="{FF2B5EF4-FFF2-40B4-BE49-F238E27FC236}">
                      <a16:creationId xmlns:a16="http://schemas.microsoft.com/office/drawing/2014/main" id="{E2FC345C-0FD1-4D71-ADE9-4EA335321DB1}"/>
                    </a:ext>
                  </a:extLst>
                </p:cNvPr>
                <p:cNvCxnSpPr/>
                <p:nvPr/>
              </p:nvCxnSpPr>
              <p:spPr>
                <a:xfrm flipH="1">
                  <a:off x="6332760" y="3600000"/>
                  <a:ext cx="867240" cy="255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0" name="直線コネクタ 106539">
                  <a:extLst>
                    <a:ext uri="{FF2B5EF4-FFF2-40B4-BE49-F238E27FC236}">
                      <a16:creationId xmlns:a16="http://schemas.microsoft.com/office/drawing/2014/main" id="{438C3544-1D45-4E78-B7F5-17B0A185921D}"/>
                    </a:ext>
                  </a:extLst>
                </p:cNvPr>
                <p:cNvCxnSpPr/>
                <p:nvPr/>
              </p:nvCxnSpPr>
              <p:spPr>
                <a:xfrm flipH="1">
                  <a:off x="6317280" y="3600000"/>
                  <a:ext cx="882720" cy="248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1" name="直線コネクタ 106540">
                  <a:extLst>
                    <a:ext uri="{FF2B5EF4-FFF2-40B4-BE49-F238E27FC236}">
                      <a16:creationId xmlns:a16="http://schemas.microsoft.com/office/drawing/2014/main" id="{73CE0D35-E4A9-4F21-A790-EB45690AA410}"/>
                    </a:ext>
                  </a:extLst>
                </p:cNvPr>
                <p:cNvCxnSpPr/>
                <p:nvPr/>
              </p:nvCxnSpPr>
              <p:spPr>
                <a:xfrm flipH="1">
                  <a:off x="6301440" y="3600000"/>
                  <a:ext cx="898560" cy="240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2" name="直線コネクタ 106541">
                  <a:extLst>
                    <a:ext uri="{FF2B5EF4-FFF2-40B4-BE49-F238E27FC236}">
                      <a16:creationId xmlns:a16="http://schemas.microsoft.com/office/drawing/2014/main" id="{D58CD9C7-E918-410D-82D8-5838FE4B1085}"/>
                    </a:ext>
                  </a:extLst>
                </p:cNvPr>
                <p:cNvCxnSpPr/>
                <p:nvPr/>
              </p:nvCxnSpPr>
              <p:spPr>
                <a:xfrm flipH="1">
                  <a:off x="6287760" y="3600000"/>
                  <a:ext cx="912240" cy="230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3" name="直線コネクタ 106542">
                  <a:extLst>
                    <a:ext uri="{FF2B5EF4-FFF2-40B4-BE49-F238E27FC236}">
                      <a16:creationId xmlns:a16="http://schemas.microsoft.com/office/drawing/2014/main" id="{D3E307C2-1AC2-46E1-97A7-B3BE7DEC0853}"/>
                    </a:ext>
                  </a:extLst>
                </p:cNvPr>
                <p:cNvCxnSpPr/>
                <p:nvPr/>
              </p:nvCxnSpPr>
              <p:spPr>
                <a:xfrm flipH="1">
                  <a:off x="6271560" y="3600000"/>
                  <a:ext cx="928440" cy="2239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4" name="直線コネクタ 106543">
                  <a:extLst>
                    <a:ext uri="{FF2B5EF4-FFF2-40B4-BE49-F238E27FC236}">
                      <a16:creationId xmlns:a16="http://schemas.microsoft.com/office/drawing/2014/main" id="{75B5C048-22E0-4722-B452-CEE021B9456F}"/>
                    </a:ext>
                  </a:extLst>
                </p:cNvPr>
                <p:cNvCxnSpPr/>
                <p:nvPr/>
              </p:nvCxnSpPr>
              <p:spPr>
                <a:xfrm flipH="1">
                  <a:off x="6257520" y="3600000"/>
                  <a:ext cx="942480" cy="21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5" name="直線コネクタ 106544">
                  <a:extLst>
                    <a:ext uri="{FF2B5EF4-FFF2-40B4-BE49-F238E27FC236}">
                      <a16:creationId xmlns:a16="http://schemas.microsoft.com/office/drawing/2014/main" id="{59BA61A1-E30A-4076-AEFE-DD2935983D89}"/>
                    </a:ext>
                  </a:extLst>
                </p:cNvPr>
                <p:cNvCxnSpPr/>
                <p:nvPr/>
              </p:nvCxnSpPr>
              <p:spPr>
                <a:xfrm flipH="1">
                  <a:off x="6243480" y="3600000"/>
                  <a:ext cx="956520" cy="20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6" name="直線コネクタ 106545">
                  <a:extLst>
                    <a:ext uri="{FF2B5EF4-FFF2-40B4-BE49-F238E27FC236}">
                      <a16:creationId xmlns:a16="http://schemas.microsoft.com/office/drawing/2014/main" id="{81934297-1C73-4F1F-862F-E0D6CC164DDA}"/>
                    </a:ext>
                  </a:extLst>
                </p:cNvPr>
                <p:cNvCxnSpPr/>
                <p:nvPr/>
              </p:nvCxnSpPr>
              <p:spPr>
                <a:xfrm flipH="1">
                  <a:off x="6227280" y="3600000"/>
                  <a:ext cx="972720" cy="199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7" name="直線コネクタ 106546">
                  <a:extLst>
                    <a:ext uri="{FF2B5EF4-FFF2-40B4-BE49-F238E27FC236}">
                      <a16:creationId xmlns:a16="http://schemas.microsoft.com/office/drawing/2014/main" id="{BEBD6CD7-4D89-4F77-98EF-8B2B0CE3E9B7}"/>
                    </a:ext>
                  </a:extLst>
                </p:cNvPr>
                <p:cNvCxnSpPr/>
                <p:nvPr/>
              </p:nvCxnSpPr>
              <p:spPr>
                <a:xfrm flipH="1">
                  <a:off x="6212520" y="3600000"/>
                  <a:ext cx="987480" cy="19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8" name="直線コネクタ 106547">
                  <a:extLst>
                    <a:ext uri="{FF2B5EF4-FFF2-40B4-BE49-F238E27FC236}">
                      <a16:creationId xmlns:a16="http://schemas.microsoft.com/office/drawing/2014/main" id="{C5958039-CC8E-4081-8833-E2E1B7A3FC2F}"/>
                    </a:ext>
                  </a:extLst>
                </p:cNvPr>
                <p:cNvCxnSpPr/>
                <p:nvPr/>
              </p:nvCxnSpPr>
              <p:spPr>
                <a:xfrm flipH="1">
                  <a:off x="6198120" y="3600000"/>
                  <a:ext cx="1001880" cy="18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49" name="直線コネクタ 106548">
                  <a:extLst>
                    <a:ext uri="{FF2B5EF4-FFF2-40B4-BE49-F238E27FC236}">
                      <a16:creationId xmlns:a16="http://schemas.microsoft.com/office/drawing/2014/main" id="{A191E678-B853-4F45-ABDE-514A05E73BFA}"/>
                    </a:ext>
                  </a:extLst>
                </p:cNvPr>
                <p:cNvCxnSpPr/>
                <p:nvPr/>
              </p:nvCxnSpPr>
              <p:spPr>
                <a:xfrm flipH="1">
                  <a:off x="6181560" y="3600000"/>
                  <a:ext cx="1018440" cy="177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0" name="直線コネクタ 106549">
                  <a:extLst>
                    <a:ext uri="{FF2B5EF4-FFF2-40B4-BE49-F238E27FC236}">
                      <a16:creationId xmlns:a16="http://schemas.microsoft.com/office/drawing/2014/main" id="{28D0AC2D-47AC-4F29-93ED-B1F2A043E994}"/>
                    </a:ext>
                  </a:extLst>
                </p:cNvPr>
                <p:cNvCxnSpPr/>
                <p:nvPr/>
              </p:nvCxnSpPr>
              <p:spPr>
                <a:xfrm flipH="1">
                  <a:off x="6166440" y="3600000"/>
                  <a:ext cx="1033560" cy="169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1" name="直線コネクタ 106550">
                  <a:extLst>
                    <a:ext uri="{FF2B5EF4-FFF2-40B4-BE49-F238E27FC236}">
                      <a16:creationId xmlns:a16="http://schemas.microsoft.com/office/drawing/2014/main" id="{31C7E24A-18B1-4D1C-84F3-557CE81BC4FA}"/>
                    </a:ext>
                  </a:extLst>
                </p:cNvPr>
                <p:cNvCxnSpPr/>
                <p:nvPr/>
              </p:nvCxnSpPr>
              <p:spPr>
                <a:xfrm flipH="1">
                  <a:off x="6151680" y="3600000"/>
                  <a:ext cx="1048320" cy="161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2" name="直線コネクタ 106551">
                  <a:extLst>
                    <a:ext uri="{FF2B5EF4-FFF2-40B4-BE49-F238E27FC236}">
                      <a16:creationId xmlns:a16="http://schemas.microsoft.com/office/drawing/2014/main" id="{716B0B78-0AC0-4C7F-8ABB-219659EACB0C}"/>
                    </a:ext>
                  </a:extLst>
                </p:cNvPr>
                <p:cNvCxnSpPr/>
                <p:nvPr/>
              </p:nvCxnSpPr>
              <p:spPr>
                <a:xfrm flipH="1">
                  <a:off x="6134760" y="3600000"/>
                  <a:ext cx="1065240" cy="1573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3" name="直線コネクタ 106552">
                  <a:extLst>
                    <a:ext uri="{FF2B5EF4-FFF2-40B4-BE49-F238E27FC236}">
                      <a16:creationId xmlns:a16="http://schemas.microsoft.com/office/drawing/2014/main" id="{0CFF74EC-D2F0-4BCE-9108-518B712FC633}"/>
                    </a:ext>
                  </a:extLst>
                </p:cNvPr>
                <p:cNvCxnSpPr/>
                <p:nvPr/>
              </p:nvCxnSpPr>
              <p:spPr>
                <a:xfrm flipH="1">
                  <a:off x="6119640" y="3600000"/>
                  <a:ext cx="1080360" cy="15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4" name="直線コネクタ 106553">
                  <a:extLst>
                    <a:ext uri="{FF2B5EF4-FFF2-40B4-BE49-F238E27FC236}">
                      <a16:creationId xmlns:a16="http://schemas.microsoft.com/office/drawing/2014/main" id="{7F175099-56FB-4CB1-9D97-8ED261558061}"/>
                    </a:ext>
                  </a:extLst>
                </p:cNvPr>
                <p:cNvCxnSpPr/>
                <p:nvPr/>
              </p:nvCxnSpPr>
              <p:spPr>
                <a:xfrm flipH="1">
                  <a:off x="6104520" y="3600000"/>
                  <a:ext cx="1095480" cy="1432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5" name="直線コネクタ 106554">
                  <a:extLst>
                    <a:ext uri="{FF2B5EF4-FFF2-40B4-BE49-F238E27FC236}">
                      <a16:creationId xmlns:a16="http://schemas.microsoft.com/office/drawing/2014/main" id="{1C24357A-EC51-4334-B9BE-E909A17B8AB2}"/>
                    </a:ext>
                  </a:extLst>
                </p:cNvPr>
                <p:cNvCxnSpPr/>
                <p:nvPr/>
              </p:nvCxnSpPr>
              <p:spPr>
                <a:xfrm flipH="1">
                  <a:off x="6089040" y="3600000"/>
                  <a:ext cx="1110960" cy="136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6" name="直線コネクタ 106555">
                  <a:extLst>
                    <a:ext uri="{FF2B5EF4-FFF2-40B4-BE49-F238E27FC236}">
                      <a16:creationId xmlns:a16="http://schemas.microsoft.com/office/drawing/2014/main" id="{4678CD46-54AA-4EDE-932E-D8F11CFD4F24}"/>
                    </a:ext>
                  </a:extLst>
                </p:cNvPr>
                <p:cNvCxnSpPr/>
                <p:nvPr/>
              </p:nvCxnSpPr>
              <p:spPr>
                <a:xfrm flipH="1">
                  <a:off x="6073560" y="3600000"/>
                  <a:ext cx="1126440" cy="130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7" name="直線コネクタ 106556">
                  <a:extLst>
                    <a:ext uri="{FF2B5EF4-FFF2-40B4-BE49-F238E27FC236}">
                      <a16:creationId xmlns:a16="http://schemas.microsoft.com/office/drawing/2014/main" id="{BAEA2694-80DC-48B6-A92F-2A33E61540E0}"/>
                    </a:ext>
                  </a:extLst>
                </p:cNvPr>
                <p:cNvCxnSpPr/>
                <p:nvPr/>
              </p:nvCxnSpPr>
              <p:spPr>
                <a:xfrm flipH="1">
                  <a:off x="6057720" y="3600000"/>
                  <a:ext cx="1142280" cy="124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8" name="直線コネクタ 106557">
                  <a:extLst>
                    <a:ext uri="{FF2B5EF4-FFF2-40B4-BE49-F238E27FC236}">
                      <a16:creationId xmlns:a16="http://schemas.microsoft.com/office/drawing/2014/main" id="{B6221118-9D71-44A4-A8F1-4180BED39A60}"/>
                    </a:ext>
                  </a:extLst>
                </p:cNvPr>
                <p:cNvCxnSpPr/>
                <p:nvPr/>
              </p:nvCxnSpPr>
              <p:spPr>
                <a:xfrm flipH="1">
                  <a:off x="6041880" y="3600000"/>
                  <a:ext cx="1158120" cy="118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59" name="直線コネクタ 106558">
                  <a:extLst>
                    <a:ext uri="{FF2B5EF4-FFF2-40B4-BE49-F238E27FC236}">
                      <a16:creationId xmlns:a16="http://schemas.microsoft.com/office/drawing/2014/main" id="{83564C03-B8CC-40D0-86AB-D5364CE14C85}"/>
                    </a:ext>
                  </a:extLst>
                </p:cNvPr>
                <p:cNvCxnSpPr/>
                <p:nvPr/>
              </p:nvCxnSpPr>
              <p:spPr>
                <a:xfrm flipH="1">
                  <a:off x="6027120" y="3600000"/>
                  <a:ext cx="1172880" cy="109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0" name="直線コネクタ 106559">
                  <a:extLst>
                    <a:ext uri="{FF2B5EF4-FFF2-40B4-BE49-F238E27FC236}">
                      <a16:creationId xmlns:a16="http://schemas.microsoft.com/office/drawing/2014/main" id="{95F23018-1BB1-4CA0-9451-ADF73C6FC949}"/>
                    </a:ext>
                  </a:extLst>
                </p:cNvPr>
                <p:cNvCxnSpPr/>
                <p:nvPr/>
              </p:nvCxnSpPr>
              <p:spPr>
                <a:xfrm flipH="1">
                  <a:off x="6011280" y="3600000"/>
                  <a:ext cx="1188720" cy="1047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1" name="直線コネクタ 106560">
                  <a:extLst>
                    <a:ext uri="{FF2B5EF4-FFF2-40B4-BE49-F238E27FC236}">
                      <a16:creationId xmlns:a16="http://schemas.microsoft.com/office/drawing/2014/main" id="{EF2AADA8-6129-479E-A42C-8C4F835F82AD}"/>
                    </a:ext>
                  </a:extLst>
                </p:cNvPr>
                <p:cNvCxnSpPr/>
                <p:nvPr/>
              </p:nvCxnSpPr>
              <p:spPr>
                <a:xfrm flipH="1">
                  <a:off x="5995080" y="3600000"/>
                  <a:ext cx="1204920" cy="99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2" name="直線コネクタ 106561">
                  <a:extLst>
                    <a:ext uri="{FF2B5EF4-FFF2-40B4-BE49-F238E27FC236}">
                      <a16:creationId xmlns:a16="http://schemas.microsoft.com/office/drawing/2014/main" id="{D38AC125-2BFC-476A-8060-2F1F2AD29E24}"/>
                    </a:ext>
                  </a:extLst>
                </p:cNvPr>
                <p:cNvCxnSpPr/>
                <p:nvPr/>
              </p:nvCxnSpPr>
              <p:spPr>
                <a:xfrm flipH="1">
                  <a:off x="5979960" y="3600000"/>
                  <a:ext cx="1220040" cy="9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3" name="直線コネクタ 106562">
                  <a:extLst>
                    <a:ext uri="{FF2B5EF4-FFF2-40B4-BE49-F238E27FC236}">
                      <a16:creationId xmlns:a16="http://schemas.microsoft.com/office/drawing/2014/main" id="{32600E10-59AD-457F-878E-48E284576E93}"/>
                    </a:ext>
                  </a:extLst>
                </p:cNvPr>
                <p:cNvCxnSpPr/>
                <p:nvPr/>
              </p:nvCxnSpPr>
              <p:spPr>
                <a:xfrm flipH="1">
                  <a:off x="5963760" y="3600000"/>
                  <a:ext cx="1236240" cy="87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4" name="直線コネクタ 106563">
                  <a:extLst>
                    <a:ext uri="{FF2B5EF4-FFF2-40B4-BE49-F238E27FC236}">
                      <a16:creationId xmlns:a16="http://schemas.microsoft.com/office/drawing/2014/main" id="{B1C5E206-C6A3-438C-B5B9-92317F7D3782}"/>
                    </a:ext>
                  </a:extLst>
                </p:cNvPr>
                <p:cNvCxnSpPr/>
                <p:nvPr/>
              </p:nvCxnSpPr>
              <p:spPr>
                <a:xfrm flipH="1">
                  <a:off x="5947200" y="3600000"/>
                  <a:ext cx="1252800" cy="83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5" name="直線コネクタ 106564">
                  <a:extLst>
                    <a:ext uri="{FF2B5EF4-FFF2-40B4-BE49-F238E27FC236}">
                      <a16:creationId xmlns:a16="http://schemas.microsoft.com/office/drawing/2014/main" id="{729457D3-C7E1-4424-A393-0E5D32EDE8ED}"/>
                    </a:ext>
                  </a:extLst>
                </p:cNvPr>
                <p:cNvCxnSpPr/>
                <p:nvPr/>
              </p:nvCxnSpPr>
              <p:spPr>
                <a:xfrm flipH="1">
                  <a:off x="5931360" y="3600000"/>
                  <a:ext cx="1268640" cy="75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6" name="直線コネクタ 106565">
                  <a:extLst>
                    <a:ext uri="{FF2B5EF4-FFF2-40B4-BE49-F238E27FC236}">
                      <a16:creationId xmlns:a16="http://schemas.microsoft.com/office/drawing/2014/main" id="{5B96CA19-9C5C-4086-8641-5B3650D06F31}"/>
                    </a:ext>
                  </a:extLst>
                </p:cNvPr>
                <p:cNvCxnSpPr/>
                <p:nvPr/>
              </p:nvCxnSpPr>
              <p:spPr>
                <a:xfrm flipH="1">
                  <a:off x="5914800" y="3600000"/>
                  <a:ext cx="1285200" cy="72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7" name="直線コネクタ 106566">
                  <a:extLst>
                    <a:ext uri="{FF2B5EF4-FFF2-40B4-BE49-F238E27FC236}">
                      <a16:creationId xmlns:a16="http://schemas.microsoft.com/office/drawing/2014/main" id="{E50C8466-3B5D-4D74-93BF-58FD29CF4A21}"/>
                    </a:ext>
                  </a:extLst>
                </p:cNvPr>
                <p:cNvCxnSpPr/>
                <p:nvPr/>
              </p:nvCxnSpPr>
              <p:spPr>
                <a:xfrm flipH="1">
                  <a:off x="5898240" y="3600000"/>
                  <a:ext cx="1301760" cy="69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8" name="直線コネクタ 106567">
                  <a:extLst>
                    <a:ext uri="{FF2B5EF4-FFF2-40B4-BE49-F238E27FC236}">
                      <a16:creationId xmlns:a16="http://schemas.microsoft.com/office/drawing/2014/main" id="{987E748B-151C-454B-B663-004C9DF111FF}"/>
                    </a:ext>
                  </a:extLst>
                </p:cNvPr>
                <p:cNvCxnSpPr/>
                <p:nvPr/>
              </p:nvCxnSpPr>
              <p:spPr>
                <a:xfrm flipH="1">
                  <a:off x="5882040" y="3600000"/>
                  <a:ext cx="1317960" cy="626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69" name="直線コネクタ 106568">
                  <a:extLst>
                    <a:ext uri="{FF2B5EF4-FFF2-40B4-BE49-F238E27FC236}">
                      <a16:creationId xmlns:a16="http://schemas.microsoft.com/office/drawing/2014/main" id="{0E19D6EB-ACB7-4DC8-ACDE-0F9D06A55389}"/>
                    </a:ext>
                  </a:extLst>
                </p:cNvPr>
                <p:cNvCxnSpPr/>
                <p:nvPr/>
              </p:nvCxnSpPr>
              <p:spPr>
                <a:xfrm flipH="1">
                  <a:off x="5865480" y="3600000"/>
                  <a:ext cx="1334520" cy="60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0" name="直線コネクタ 106569">
                  <a:extLst>
                    <a:ext uri="{FF2B5EF4-FFF2-40B4-BE49-F238E27FC236}">
                      <a16:creationId xmlns:a16="http://schemas.microsoft.com/office/drawing/2014/main" id="{6A584806-8C01-4989-9E3A-CE097B2AB9BC}"/>
                    </a:ext>
                  </a:extLst>
                </p:cNvPr>
                <p:cNvCxnSpPr/>
                <p:nvPr/>
              </p:nvCxnSpPr>
              <p:spPr>
                <a:xfrm flipH="1">
                  <a:off x="5848920" y="3600000"/>
                  <a:ext cx="1351080" cy="54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1" name="直線コネクタ 106570">
                  <a:extLst>
                    <a:ext uri="{FF2B5EF4-FFF2-40B4-BE49-F238E27FC236}">
                      <a16:creationId xmlns:a16="http://schemas.microsoft.com/office/drawing/2014/main" id="{1CF33593-738D-49A7-964D-DB3BE9F60770}"/>
                    </a:ext>
                  </a:extLst>
                </p:cNvPr>
                <p:cNvCxnSpPr/>
                <p:nvPr/>
              </p:nvCxnSpPr>
              <p:spPr>
                <a:xfrm flipH="1">
                  <a:off x="5832360" y="3600000"/>
                  <a:ext cx="1367640" cy="486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2" name="直線コネクタ 106571">
                  <a:extLst>
                    <a:ext uri="{FF2B5EF4-FFF2-40B4-BE49-F238E27FC236}">
                      <a16:creationId xmlns:a16="http://schemas.microsoft.com/office/drawing/2014/main" id="{DB498E3F-FFD4-4E7D-971E-2E8DF0CD66F8}"/>
                    </a:ext>
                  </a:extLst>
                </p:cNvPr>
                <p:cNvCxnSpPr/>
                <p:nvPr/>
              </p:nvCxnSpPr>
              <p:spPr>
                <a:xfrm flipH="1">
                  <a:off x="5815800" y="3600000"/>
                  <a:ext cx="1384200" cy="43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3" name="直線コネクタ 106572">
                  <a:extLst>
                    <a:ext uri="{FF2B5EF4-FFF2-40B4-BE49-F238E27FC236}">
                      <a16:creationId xmlns:a16="http://schemas.microsoft.com/office/drawing/2014/main" id="{8E4DC9AE-C4BB-4F24-B388-A03DA6265E38}"/>
                    </a:ext>
                  </a:extLst>
                </p:cNvPr>
                <p:cNvCxnSpPr/>
                <p:nvPr/>
              </p:nvCxnSpPr>
              <p:spPr>
                <a:xfrm flipH="1">
                  <a:off x="5798520" y="3600000"/>
                  <a:ext cx="1401480" cy="41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4" name="直線コネクタ 106573">
                  <a:extLst>
                    <a:ext uri="{FF2B5EF4-FFF2-40B4-BE49-F238E27FC236}">
                      <a16:creationId xmlns:a16="http://schemas.microsoft.com/office/drawing/2014/main" id="{69CCAC0B-BB9C-401B-94AB-A417AB73095D}"/>
                    </a:ext>
                  </a:extLst>
                </p:cNvPr>
                <p:cNvCxnSpPr/>
                <p:nvPr/>
              </p:nvCxnSpPr>
              <p:spPr>
                <a:xfrm flipH="1">
                  <a:off x="5781600" y="3600000"/>
                  <a:ext cx="141840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5" name="直線コネクタ 106574">
                  <a:extLst>
                    <a:ext uri="{FF2B5EF4-FFF2-40B4-BE49-F238E27FC236}">
                      <a16:creationId xmlns:a16="http://schemas.microsoft.com/office/drawing/2014/main" id="{C007BEBF-2B10-4026-B514-055138FB9FFE}"/>
                    </a:ext>
                  </a:extLst>
                </p:cNvPr>
                <p:cNvCxnSpPr/>
                <p:nvPr/>
              </p:nvCxnSpPr>
              <p:spPr>
                <a:xfrm flipH="1">
                  <a:off x="5764320" y="3600000"/>
                  <a:ext cx="1435680" cy="32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6" name="直線コネクタ 106575">
                  <a:extLst>
                    <a:ext uri="{FF2B5EF4-FFF2-40B4-BE49-F238E27FC236}">
                      <a16:creationId xmlns:a16="http://schemas.microsoft.com/office/drawing/2014/main" id="{88A29B4B-B20D-4501-A8CD-DFBD3782DBDA}"/>
                    </a:ext>
                  </a:extLst>
                </p:cNvPr>
                <p:cNvCxnSpPr/>
                <p:nvPr/>
              </p:nvCxnSpPr>
              <p:spPr>
                <a:xfrm flipH="1">
                  <a:off x="5747040" y="3600000"/>
                  <a:ext cx="1452960" cy="31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7" name="直線コネクタ 106576">
                  <a:extLst>
                    <a:ext uri="{FF2B5EF4-FFF2-40B4-BE49-F238E27FC236}">
                      <a16:creationId xmlns:a16="http://schemas.microsoft.com/office/drawing/2014/main" id="{AFD28515-EBEB-441B-AE88-0DE6AF3220ED}"/>
                    </a:ext>
                  </a:extLst>
                </p:cNvPr>
                <p:cNvCxnSpPr/>
                <p:nvPr/>
              </p:nvCxnSpPr>
              <p:spPr>
                <a:xfrm flipH="1">
                  <a:off x="5729760" y="3600000"/>
                  <a:ext cx="1470240" cy="27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8" name="直線コネクタ 106577">
                  <a:extLst>
                    <a:ext uri="{FF2B5EF4-FFF2-40B4-BE49-F238E27FC236}">
                      <a16:creationId xmlns:a16="http://schemas.microsoft.com/office/drawing/2014/main" id="{BC196880-CE47-491B-90D0-82BE7723FADB}"/>
                    </a:ext>
                  </a:extLst>
                </p:cNvPr>
                <p:cNvCxnSpPr/>
                <p:nvPr/>
              </p:nvCxnSpPr>
              <p:spPr>
                <a:xfrm flipH="1">
                  <a:off x="5712480" y="3600000"/>
                  <a:ext cx="1487520" cy="24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79" name="直線コネクタ 106578">
                  <a:extLst>
                    <a:ext uri="{FF2B5EF4-FFF2-40B4-BE49-F238E27FC236}">
                      <a16:creationId xmlns:a16="http://schemas.microsoft.com/office/drawing/2014/main" id="{1D188244-7A31-436E-B97E-05FBDB2AD1F9}"/>
                    </a:ext>
                  </a:extLst>
                </p:cNvPr>
                <p:cNvCxnSpPr/>
                <p:nvPr/>
              </p:nvCxnSpPr>
              <p:spPr>
                <a:xfrm flipH="1">
                  <a:off x="5694840" y="3600000"/>
                  <a:ext cx="1505160" cy="208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0" name="直線コネクタ 106579">
                  <a:extLst>
                    <a:ext uri="{FF2B5EF4-FFF2-40B4-BE49-F238E27FC236}">
                      <a16:creationId xmlns:a16="http://schemas.microsoft.com/office/drawing/2014/main" id="{73D486DA-80D5-4862-A915-80BE8F89A41B}"/>
                    </a:ext>
                  </a:extLst>
                </p:cNvPr>
                <p:cNvCxnSpPr/>
                <p:nvPr/>
              </p:nvCxnSpPr>
              <p:spPr>
                <a:xfrm flipH="1">
                  <a:off x="5677200" y="3600000"/>
                  <a:ext cx="152280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1" name="直線コネクタ 106580">
                  <a:extLst>
                    <a:ext uri="{FF2B5EF4-FFF2-40B4-BE49-F238E27FC236}">
                      <a16:creationId xmlns:a16="http://schemas.microsoft.com/office/drawing/2014/main" id="{992E70A8-58D5-4C27-BB89-70AFE23881D5}"/>
                    </a:ext>
                  </a:extLst>
                </p:cNvPr>
                <p:cNvCxnSpPr/>
                <p:nvPr/>
              </p:nvCxnSpPr>
              <p:spPr>
                <a:xfrm flipH="1">
                  <a:off x="5659200" y="3600000"/>
                  <a:ext cx="1540800" cy="151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2" name="直線コネクタ 106581">
                  <a:extLst>
                    <a:ext uri="{FF2B5EF4-FFF2-40B4-BE49-F238E27FC236}">
                      <a16:creationId xmlns:a16="http://schemas.microsoft.com/office/drawing/2014/main" id="{A05CE8ED-984F-45EE-94C0-FBBC3C7A2118}"/>
                    </a:ext>
                  </a:extLst>
                </p:cNvPr>
                <p:cNvCxnSpPr/>
                <p:nvPr/>
              </p:nvCxnSpPr>
              <p:spPr>
                <a:xfrm flipH="1">
                  <a:off x="5641560" y="3600000"/>
                  <a:ext cx="1558440" cy="12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3" name="直線コネクタ 106582">
                  <a:extLst>
                    <a:ext uri="{FF2B5EF4-FFF2-40B4-BE49-F238E27FC236}">
                      <a16:creationId xmlns:a16="http://schemas.microsoft.com/office/drawing/2014/main" id="{DCA7C873-7FF0-4A3B-B0D0-6966EF53EE8C}"/>
                    </a:ext>
                  </a:extLst>
                </p:cNvPr>
                <p:cNvCxnSpPr/>
                <p:nvPr/>
              </p:nvCxnSpPr>
              <p:spPr>
                <a:xfrm flipH="1">
                  <a:off x="5623560" y="3600000"/>
                  <a:ext cx="1576440" cy="10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4" name="直線コネクタ 106583">
                  <a:extLst>
                    <a:ext uri="{FF2B5EF4-FFF2-40B4-BE49-F238E27FC236}">
                      <a16:creationId xmlns:a16="http://schemas.microsoft.com/office/drawing/2014/main" id="{E14F2521-F9FB-4B77-A76D-003049620838}"/>
                    </a:ext>
                  </a:extLst>
                </p:cNvPr>
                <p:cNvCxnSpPr/>
                <p:nvPr/>
              </p:nvCxnSpPr>
              <p:spPr>
                <a:xfrm flipH="1">
                  <a:off x="5605560" y="3600000"/>
                  <a:ext cx="1594440" cy="9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5" name="直線コネクタ 106584">
                  <a:extLst>
                    <a:ext uri="{FF2B5EF4-FFF2-40B4-BE49-F238E27FC236}">
                      <a16:creationId xmlns:a16="http://schemas.microsoft.com/office/drawing/2014/main" id="{C2ADB305-BDBF-4425-89A5-73F1B3DB438F}"/>
                    </a:ext>
                  </a:extLst>
                </p:cNvPr>
                <p:cNvCxnSpPr/>
                <p:nvPr/>
              </p:nvCxnSpPr>
              <p:spPr>
                <a:xfrm flipH="1">
                  <a:off x="5913000" y="3600000"/>
                  <a:ext cx="1287000" cy="72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6" name="直線コネクタ 106585">
                  <a:extLst>
                    <a:ext uri="{FF2B5EF4-FFF2-40B4-BE49-F238E27FC236}">
                      <a16:creationId xmlns:a16="http://schemas.microsoft.com/office/drawing/2014/main" id="{93A5D036-FE22-4DB1-8682-D9ED39E68E81}"/>
                    </a:ext>
                  </a:extLst>
                </p:cNvPr>
                <p:cNvCxnSpPr/>
                <p:nvPr/>
              </p:nvCxnSpPr>
              <p:spPr>
                <a:xfrm flipH="1">
                  <a:off x="5895720" y="3600000"/>
                  <a:ext cx="1304280" cy="66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7" name="直線コネクタ 106586">
                  <a:extLst>
                    <a:ext uri="{FF2B5EF4-FFF2-40B4-BE49-F238E27FC236}">
                      <a16:creationId xmlns:a16="http://schemas.microsoft.com/office/drawing/2014/main" id="{74A9A25C-1B71-4988-B236-80086C933D28}"/>
                    </a:ext>
                  </a:extLst>
                </p:cNvPr>
                <p:cNvCxnSpPr/>
                <p:nvPr/>
              </p:nvCxnSpPr>
              <p:spPr>
                <a:xfrm flipH="1">
                  <a:off x="5878440" y="3600000"/>
                  <a:ext cx="1321560" cy="61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8" name="直線コネクタ 106587">
                  <a:extLst>
                    <a:ext uri="{FF2B5EF4-FFF2-40B4-BE49-F238E27FC236}">
                      <a16:creationId xmlns:a16="http://schemas.microsoft.com/office/drawing/2014/main" id="{1E52003F-700C-4507-8DDE-15AA53A3F6B8}"/>
                    </a:ext>
                  </a:extLst>
                </p:cNvPr>
                <p:cNvCxnSpPr/>
                <p:nvPr/>
              </p:nvCxnSpPr>
              <p:spPr>
                <a:xfrm flipH="1">
                  <a:off x="5860800" y="3600000"/>
                  <a:ext cx="1339200" cy="56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89" name="直線コネクタ 106588">
                  <a:extLst>
                    <a:ext uri="{FF2B5EF4-FFF2-40B4-BE49-F238E27FC236}">
                      <a16:creationId xmlns:a16="http://schemas.microsoft.com/office/drawing/2014/main" id="{39EE402A-A5B5-46B7-B344-DABE694C066B}"/>
                    </a:ext>
                  </a:extLst>
                </p:cNvPr>
                <p:cNvCxnSpPr/>
                <p:nvPr/>
              </p:nvCxnSpPr>
              <p:spPr>
                <a:xfrm flipH="1">
                  <a:off x="5843520" y="3600000"/>
                  <a:ext cx="1356480" cy="518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0" name="直線コネクタ 106589">
                  <a:extLst>
                    <a:ext uri="{FF2B5EF4-FFF2-40B4-BE49-F238E27FC236}">
                      <a16:creationId xmlns:a16="http://schemas.microsoft.com/office/drawing/2014/main" id="{3DAEC029-CEB9-4D47-9EDA-77283F7EF810}"/>
                    </a:ext>
                  </a:extLst>
                </p:cNvPr>
                <p:cNvCxnSpPr/>
                <p:nvPr/>
              </p:nvCxnSpPr>
              <p:spPr>
                <a:xfrm flipH="1">
                  <a:off x="5825880" y="3600000"/>
                  <a:ext cx="1374120" cy="475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1" name="直線コネクタ 106590">
                  <a:extLst>
                    <a:ext uri="{FF2B5EF4-FFF2-40B4-BE49-F238E27FC236}">
                      <a16:creationId xmlns:a16="http://schemas.microsoft.com/office/drawing/2014/main" id="{5AB1A4A4-034D-415E-A85C-AAAA772B4E5E}"/>
                    </a:ext>
                  </a:extLst>
                </p:cNvPr>
                <p:cNvCxnSpPr/>
                <p:nvPr/>
              </p:nvCxnSpPr>
              <p:spPr>
                <a:xfrm flipH="1">
                  <a:off x="5808600" y="3600000"/>
                  <a:ext cx="1391400" cy="43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2" name="直線コネクタ 106591">
                  <a:extLst>
                    <a:ext uri="{FF2B5EF4-FFF2-40B4-BE49-F238E27FC236}">
                      <a16:creationId xmlns:a16="http://schemas.microsoft.com/office/drawing/2014/main" id="{9ADE96D7-E0BE-4AE7-893E-CCEBF8A6201D}"/>
                    </a:ext>
                  </a:extLst>
                </p:cNvPr>
                <p:cNvCxnSpPr/>
                <p:nvPr/>
              </p:nvCxnSpPr>
              <p:spPr>
                <a:xfrm flipH="1">
                  <a:off x="5790960" y="3600000"/>
                  <a:ext cx="1409040" cy="39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3" name="直線コネクタ 106592">
                  <a:extLst>
                    <a:ext uri="{FF2B5EF4-FFF2-40B4-BE49-F238E27FC236}">
                      <a16:creationId xmlns:a16="http://schemas.microsoft.com/office/drawing/2014/main" id="{8511E4BB-8550-4F22-A3CA-A9A5040D4EE9}"/>
                    </a:ext>
                  </a:extLst>
                </p:cNvPr>
                <p:cNvCxnSpPr/>
                <p:nvPr/>
              </p:nvCxnSpPr>
              <p:spPr>
                <a:xfrm flipH="1">
                  <a:off x="5773680" y="3600000"/>
                  <a:ext cx="1426320" cy="36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4" name="直線コネクタ 106593">
                  <a:extLst>
                    <a:ext uri="{FF2B5EF4-FFF2-40B4-BE49-F238E27FC236}">
                      <a16:creationId xmlns:a16="http://schemas.microsoft.com/office/drawing/2014/main" id="{14589C63-DE67-4F13-904E-E88DABC02A70}"/>
                    </a:ext>
                  </a:extLst>
                </p:cNvPr>
                <p:cNvCxnSpPr/>
                <p:nvPr/>
              </p:nvCxnSpPr>
              <p:spPr>
                <a:xfrm flipH="1">
                  <a:off x="5756040" y="3600000"/>
                  <a:ext cx="1443960" cy="33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5" name="直線コネクタ 106594">
                  <a:extLst>
                    <a:ext uri="{FF2B5EF4-FFF2-40B4-BE49-F238E27FC236}">
                      <a16:creationId xmlns:a16="http://schemas.microsoft.com/office/drawing/2014/main" id="{D05DA1E5-CBFA-42F2-A3CC-2F87BBA367AE}"/>
                    </a:ext>
                  </a:extLst>
                </p:cNvPr>
                <p:cNvCxnSpPr/>
                <p:nvPr/>
              </p:nvCxnSpPr>
              <p:spPr>
                <a:xfrm flipH="1">
                  <a:off x="5739840" y="3600000"/>
                  <a:ext cx="1460160" cy="273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6" name="直線コネクタ 106595">
                  <a:extLst>
                    <a:ext uri="{FF2B5EF4-FFF2-40B4-BE49-F238E27FC236}">
                      <a16:creationId xmlns:a16="http://schemas.microsoft.com/office/drawing/2014/main" id="{F6ACD627-2E82-493F-B707-C96D3C908742}"/>
                    </a:ext>
                  </a:extLst>
                </p:cNvPr>
                <p:cNvCxnSpPr/>
                <p:nvPr/>
              </p:nvCxnSpPr>
              <p:spPr>
                <a:xfrm flipH="1">
                  <a:off x="5722200" y="3600000"/>
                  <a:ext cx="1477800" cy="25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7" name="直線コネクタ 106596">
                  <a:extLst>
                    <a:ext uri="{FF2B5EF4-FFF2-40B4-BE49-F238E27FC236}">
                      <a16:creationId xmlns:a16="http://schemas.microsoft.com/office/drawing/2014/main" id="{CEEE7574-E57C-491A-A92D-FF7CCA6E11F4}"/>
                    </a:ext>
                  </a:extLst>
                </p:cNvPr>
                <p:cNvCxnSpPr/>
                <p:nvPr/>
              </p:nvCxnSpPr>
              <p:spPr>
                <a:xfrm flipH="1">
                  <a:off x="5704920" y="3600000"/>
                  <a:ext cx="1495080" cy="230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8" name="直線コネクタ 106597">
                  <a:extLst>
                    <a:ext uri="{FF2B5EF4-FFF2-40B4-BE49-F238E27FC236}">
                      <a16:creationId xmlns:a16="http://schemas.microsoft.com/office/drawing/2014/main" id="{6A2D6D9C-D1B8-48EE-9973-5358BFB39001}"/>
                    </a:ext>
                  </a:extLst>
                </p:cNvPr>
                <p:cNvCxnSpPr/>
                <p:nvPr/>
              </p:nvCxnSpPr>
              <p:spPr>
                <a:xfrm flipH="1">
                  <a:off x="5688360" y="3600000"/>
                  <a:ext cx="1511640" cy="180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99" name="直線コネクタ 106598">
                  <a:extLst>
                    <a:ext uri="{FF2B5EF4-FFF2-40B4-BE49-F238E27FC236}">
                      <a16:creationId xmlns:a16="http://schemas.microsoft.com/office/drawing/2014/main" id="{66DA31B2-AF40-4B8A-A594-01A2418F6689}"/>
                    </a:ext>
                  </a:extLst>
                </p:cNvPr>
                <p:cNvCxnSpPr/>
                <p:nvPr/>
              </p:nvCxnSpPr>
              <p:spPr>
                <a:xfrm flipH="1">
                  <a:off x="5670720" y="3600000"/>
                  <a:ext cx="1529280" cy="165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0" name="直線コネクタ 106599">
                  <a:extLst>
                    <a:ext uri="{FF2B5EF4-FFF2-40B4-BE49-F238E27FC236}">
                      <a16:creationId xmlns:a16="http://schemas.microsoft.com/office/drawing/2014/main" id="{64CEB863-8DAD-4672-A11D-28CC67036026}"/>
                    </a:ext>
                  </a:extLst>
                </p:cNvPr>
                <p:cNvCxnSpPr/>
                <p:nvPr/>
              </p:nvCxnSpPr>
              <p:spPr>
                <a:xfrm flipH="1">
                  <a:off x="5653440" y="3600000"/>
                  <a:ext cx="1546560" cy="154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1" name="直線コネクタ 106600">
                  <a:extLst>
                    <a:ext uri="{FF2B5EF4-FFF2-40B4-BE49-F238E27FC236}">
                      <a16:creationId xmlns:a16="http://schemas.microsoft.com/office/drawing/2014/main" id="{51964F40-1698-4C48-9034-EECDC7640903}"/>
                    </a:ext>
                  </a:extLst>
                </p:cNvPr>
                <p:cNvCxnSpPr/>
                <p:nvPr/>
              </p:nvCxnSpPr>
              <p:spPr>
                <a:xfrm flipH="1">
                  <a:off x="5636160" y="3600000"/>
                  <a:ext cx="1563840" cy="144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2" name="直線コネクタ 106601">
                  <a:extLst>
                    <a:ext uri="{FF2B5EF4-FFF2-40B4-BE49-F238E27FC236}">
                      <a16:creationId xmlns:a16="http://schemas.microsoft.com/office/drawing/2014/main" id="{53889352-CE9B-445F-8819-21D14300C26E}"/>
                    </a:ext>
                  </a:extLst>
                </p:cNvPr>
                <p:cNvCxnSpPr/>
                <p:nvPr/>
              </p:nvCxnSpPr>
              <p:spPr>
                <a:xfrm flipH="1">
                  <a:off x="5619600" y="3600000"/>
                  <a:ext cx="158040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3" name="直線コネクタ 106602">
                  <a:extLst>
                    <a:ext uri="{FF2B5EF4-FFF2-40B4-BE49-F238E27FC236}">
                      <a16:creationId xmlns:a16="http://schemas.microsoft.com/office/drawing/2014/main" id="{C2713A71-B6DC-4D16-8B73-65F4D6ECEE03}"/>
                    </a:ext>
                  </a:extLst>
                </p:cNvPr>
                <p:cNvCxnSpPr/>
                <p:nvPr/>
              </p:nvCxnSpPr>
              <p:spPr>
                <a:xfrm flipH="1">
                  <a:off x="5601960" y="3600000"/>
                  <a:ext cx="1598040" cy="10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4" name="直線コネクタ 106603">
                  <a:extLst>
                    <a:ext uri="{FF2B5EF4-FFF2-40B4-BE49-F238E27FC236}">
                      <a16:creationId xmlns:a16="http://schemas.microsoft.com/office/drawing/2014/main" id="{6E0410DB-751E-4B6F-8CCE-6722F55FD751}"/>
                    </a:ext>
                  </a:extLst>
                </p:cNvPr>
                <p:cNvCxnSpPr/>
                <p:nvPr/>
              </p:nvCxnSpPr>
              <p:spPr>
                <a:xfrm flipH="1">
                  <a:off x="5585400" y="3600000"/>
                  <a:ext cx="1614600" cy="72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5" name="直線コネクタ 106604">
                  <a:extLst>
                    <a:ext uri="{FF2B5EF4-FFF2-40B4-BE49-F238E27FC236}">
                      <a16:creationId xmlns:a16="http://schemas.microsoft.com/office/drawing/2014/main" id="{6A4DAC3B-256F-4CF1-A876-2BF159E9E343}"/>
                    </a:ext>
                  </a:extLst>
                </p:cNvPr>
                <p:cNvCxnSpPr/>
                <p:nvPr/>
              </p:nvCxnSpPr>
              <p:spPr>
                <a:xfrm flipH="1">
                  <a:off x="5568840" y="3600000"/>
                  <a:ext cx="1631160" cy="39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6" name="直線コネクタ 106605">
                  <a:extLst>
                    <a:ext uri="{FF2B5EF4-FFF2-40B4-BE49-F238E27FC236}">
                      <a16:creationId xmlns:a16="http://schemas.microsoft.com/office/drawing/2014/main" id="{B4E20D5E-8019-4AEE-BE6D-04CD81BF3063}"/>
                    </a:ext>
                  </a:extLst>
                </p:cNvPr>
                <p:cNvCxnSpPr/>
                <p:nvPr/>
              </p:nvCxnSpPr>
              <p:spPr>
                <a:xfrm flipH="1">
                  <a:off x="5551560" y="3600000"/>
                  <a:ext cx="1648440" cy="46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7" name="直線コネクタ 106606">
                  <a:extLst>
                    <a:ext uri="{FF2B5EF4-FFF2-40B4-BE49-F238E27FC236}">
                      <a16:creationId xmlns:a16="http://schemas.microsoft.com/office/drawing/2014/main" id="{158F287B-41C8-4E78-8517-569872117056}"/>
                    </a:ext>
                  </a:extLst>
                </p:cNvPr>
                <p:cNvCxnSpPr/>
                <p:nvPr/>
              </p:nvCxnSpPr>
              <p:spPr>
                <a:xfrm flipH="1">
                  <a:off x="5534640" y="3600000"/>
                  <a:ext cx="1665360" cy="216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8" name="直線コネクタ 106607">
                  <a:extLst>
                    <a:ext uri="{FF2B5EF4-FFF2-40B4-BE49-F238E27FC236}">
                      <a16:creationId xmlns:a16="http://schemas.microsoft.com/office/drawing/2014/main" id="{9475C8F5-EC32-4EFF-96C5-C46BFEECADAB}"/>
                    </a:ext>
                  </a:extLst>
                </p:cNvPr>
                <p:cNvCxnSpPr/>
                <p:nvPr/>
              </p:nvCxnSpPr>
              <p:spPr>
                <a:xfrm flipH="1">
                  <a:off x="5518080" y="3600000"/>
                  <a:ext cx="168192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09" name="直線コネクタ 106608">
                  <a:extLst>
                    <a:ext uri="{FF2B5EF4-FFF2-40B4-BE49-F238E27FC236}">
                      <a16:creationId xmlns:a16="http://schemas.microsoft.com/office/drawing/2014/main" id="{03B25411-ECC9-4BFF-9821-97B146CDB0AD}"/>
                    </a:ext>
                  </a:extLst>
                </p:cNvPr>
                <p:cNvCxnSpPr/>
                <p:nvPr/>
              </p:nvCxnSpPr>
              <p:spPr>
                <a:xfrm flipH="1">
                  <a:off x="5500800" y="3600000"/>
                  <a:ext cx="1699200" cy="180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0" name="直線コネクタ 106609">
                  <a:extLst>
                    <a:ext uri="{FF2B5EF4-FFF2-40B4-BE49-F238E27FC236}">
                      <a16:creationId xmlns:a16="http://schemas.microsoft.com/office/drawing/2014/main" id="{16D51133-DA99-40CD-A022-27F23F9ADF83}"/>
                    </a:ext>
                  </a:extLst>
                </p:cNvPr>
                <p:cNvCxnSpPr/>
                <p:nvPr/>
              </p:nvCxnSpPr>
              <p:spPr>
                <a:xfrm flipH="1">
                  <a:off x="5484240" y="3600000"/>
                  <a:ext cx="171576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1" name="直線コネクタ 106610">
                  <a:extLst>
                    <a:ext uri="{FF2B5EF4-FFF2-40B4-BE49-F238E27FC236}">
                      <a16:creationId xmlns:a16="http://schemas.microsoft.com/office/drawing/2014/main" id="{CBEB9456-5DC9-41DF-B80D-163ECA1A4662}"/>
                    </a:ext>
                  </a:extLst>
                </p:cNvPr>
                <p:cNvCxnSpPr/>
                <p:nvPr/>
              </p:nvCxnSpPr>
              <p:spPr>
                <a:xfrm flipH="1" flipV="1">
                  <a:off x="5467320" y="3598920"/>
                  <a:ext cx="1732680" cy="108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2" name="直線コネクタ 106611">
                  <a:extLst>
                    <a:ext uri="{FF2B5EF4-FFF2-40B4-BE49-F238E27FC236}">
                      <a16:creationId xmlns:a16="http://schemas.microsoft.com/office/drawing/2014/main" id="{0E4F81BE-60DD-4B05-A64D-DAA760E66614}"/>
                    </a:ext>
                  </a:extLst>
                </p:cNvPr>
                <p:cNvCxnSpPr/>
                <p:nvPr/>
              </p:nvCxnSpPr>
              <p:spPr>
                <a:xfrm flipH="1">
                  <a:off x="5450400" y="3600000"/>
                  <a:ext cx="1749600" cy="144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3" name="直線コネクタ 106612">
                  <a:extLst>
                    <a:ext uri="{FF2B5EF4-FFF2-40B4-BE49-F238E27FC236}">
                      <a16:creationId xmlns:a16="http://schemas.microsoft.com/office/drawing/2014/main" id="{190206FA-1B17-429A-A6B3-BD991490C8DF}"/>
                    </a:ext>
                  </a:extLst>
                </p:cNvPr>
                <p:cNvCxnSpPr/>
                <p:nvPr/>
              </p:nvCxnSpPr>
              <p:spPr>
                <a:xfrm flipH="1">
                  <a:off x="5433480" y="3600000"/>
                  <a:ext cx="1766520" cy="72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4" name="直線コネクタ 106613">
                  <a:extLst>
                    <a:ext uri="{FF2B5EF4-FFF2-40B4-BE49-F238E27FC236}">
                      <a16:creationId xmlns:a16="http://schemas.microsoft.com/office/drawing/2014/main" id="{A5874DCC-13C9-4A7F-AB00-0357D9916738}"/>
                    </a:ext>
                  </a:extLst>
                </p:cNvPr>
                <p:cNvCxnSpPr/>
                <p:nvPr/>
              </p:nvCxnSpPr>
              <p:spPr>
                <a:xfrm flipH="1">
                  <a:off x="5416920" y="3600000"/>
                  <a:ext cx="178308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15" name="直線コネクタ 106614">
                  <a:extLst>
                    <a:ext uri="{FF2B5EF4-FFF2-40B4-BE49-F238E27FC236}">
                      <a16:creationId xmlns:a16="http://schemas.microsoft.com/office/drawing/2014/main" id="{4B87A4CA-01FA-422E-98C1-6E5D8986B322}"/>
                    </a:ext>
                  </a:extLst>
                </p:cNvPr>
                <p:cNvCxnSpPr/>
                <p:nvPr/>
              </p:nvCxnSpPr>
              <p:spPr>
                <a:xfrm flipH="1">
                  <a:off x="54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FFF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919" name="グループ化 104918">
              <a:extLst>
                <a:ext uri="{FF2B5EF4-FFF2-40B4-BE49-F238E27FC236}">
                  <a16:creationId xmlns:a16="http://schemas.microsoft.com/office/drawing/2014/main" id="{1CC42637-BFCD-474C-B1F1-B2FC457A3FF3}"/>
                </a:ext>
              </a:extLst>
            </p:cNvPr>
            <p:cNvGrpSpPr/>
            <p:nvPr/>
          </p:nvGrpSpPr>
          <p:grpSpPr>
            <a:xfrm flipH="1" flipV="1">
              <a:off x="3600000" y="1800000"/>
              <a:ext cx="1801080" cy="1801080"/>
              <a:chOff x="5400000" y="3598920"/>
              <a:chExt cx="1801080" cy="1801080"/>
            </a:xfrm>
          </p:grpSpPr>
          <p:cxnSp>
            <p:nvCxnSpPr>
              <p:cNvPr id="106130" name="直線コネクタ 106129">
                <a:extLst>
                  <a:ext uri="{FF2B5EF4-FFF2-40B4-BE49-F238E27FC236}">
                    <a16:creationId xmlns:a16="http://schemas.microsoft.com/office/drawing/2014/main" id="{2132BF4C-7679-4444-9398-5E463C7B2686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800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1" name="直線コネクタ 106130">
                <a:extLst>
                  <a:ext uri="{FF2B5EF4-FFF2-40B4-BE49-F238E27FC236}">
                    <a16:creationId xmlns:a16="http://schemas.microsoft.com/office/drawing/2014/main" id="{4D2E8559-E306-40C9-A70D-8ECBC78E42A3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83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2" name="直線コネクタ 106131">
                <a:extLst>
                  <a:ext uri="{FF2B5EF4-FFF2-40B4-BE49-F238E27FC236}">
                    <a16:creationId xmlns:a16="http://schemas.microsoft.com/office/drawing/2014/main" id="{AAF96AC1-39FA-4775-8A17-7F7E53054984}"/>
                  </a:ext>
                </a:extLst>
              </p:cNvPr>
              <p:cNvCxnSpPr/>
              <p:nvPr/>
            </p:nvCxnSpPr>
            <p:spPr>
              <a:xfrm flipH="1">
                <a:off x="7199280" y="3600000"/>
                <a:ext cx="720" cy="176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3" name="直線コネクタ 106132">
                <a:extLst>
                  <a:ext uri="{FF2B5EF4-FFF2-40B4-BE49-F238E27FC236}">
                    <a16:creationId xmlns:a16="http://schemas.microsoft.com/office/drawing/2014/main" id="{91DA6A0F-44DC-4CC0-82BC-E54B0A329BBC}"/>
                  </a:ext>
                </a:extLst>
              </p:cNvPr>
              <p:cNvCxnSpPr/>
              <p:nvPr/>
            </p:nvCxnSpPr>
            <p:spPr>
              <a:xfrm flipH="1">
                <a:off x="7198560" y="3600000"/>
                <a:ext cx="1440" cy="1749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4" name="直線コネクタ 106133">
                <a:extLst>
                  <a:ext uri="{FF2B5EF4-FFF2-40B4-BE49-F238E27FC236}">
                    <a16:creationId xmlns:a16="http://schemas.microsoft.com/office/drawing/2014/main" id="{9E6DDFBF-6748-4F0C-BBF8-72B4290440E1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1080" cy="1732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5" name="直線コネクタ 106134">
                <a:extLst>
                  <a:ext uri="{FF2B5EF4-FFF2-40B4-BE49-F238E27FC236}">
                    <a16:creationId xmlns:a16="http://schemas.microsoft.com/office/drawing/2014/main" id="{0F7C8C78-14C6-4E4B-8465-12E204A94540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1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6" name="直線コネクタ 106135">
                <a:extLst>
                  <a:ext uri="{FF2B5EF4-FFF2-40B4-BE49-F238E27FC236}">
                    <a16:creationId xmlns:a16="http://schemas.microsoft.com/office/drawing/2014/main" id="{B9844AB7-7D29-4504-8606-923706879621}"/>
                  </a:ext>
                </a:extLst>
              </p:cNvPr>
              <p:cNvCxnSpPr/>
              <p:nvPr/>
            </p:nvCxnSpPr>
            <p:spPr>
              <a:xfrm flipH="1">
                <a:off x="7198200" y="3600000"/>
                <a:ext cx="1800" cy="169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7" name="直線コネクタ 106136">
                <a:extLst>
                  <a:ext uri="{FF2B5EF4-FFF2-40B4-BE49-F238E27FC236}">
                    <a16:creationId xmlns:a16="http://schemas.microsoft.com/office/drawing/2014/main" id="{12B50ECB-59A7-4ADB-9869-A1CD536F0190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681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8" name="直線コネクタ 106137">
                <a:extLst>
                  <a:ext uri="{FF2B5EF4-FFF2-40B4-BE49-F238E27FC236}">
                    <a16:creationId xmlns:a16="http://schemas.microsoft.com/office/drawing/2014/main" id="{9EC6FA22-08DF-4729-B68E-0461D8F6B064}"/>
                  </a:ext>
                </a:extLst>
              </p:cNvPr>
              <p:cNvCxnSpPr/>
              <p:nvPr/>
            </p:nvCxnSpPr>
            <p:spPr>
              <a:xfrm flipH="1">
                <a:off x="7197840" y="3600000"/>
                <a:ext cx="2160" cy="1665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39" name="直線コネクタ 106138">
                <a:extLst>
                  <a:ext uri="{FF2B5EF4-FFF2-40B4-BE49-F238E27FC236}">
                    <a16:creationId xmlns:a16="http://schemas.microsoft.com/office/drawing/2014/main" id="{67A2F8AB-C4CF-43A8-A4A3-210F2069AF2A}"/>
                  </a:ext>
                </a:extLst>
              </p:cNvPr>
              <p:cNvCxnSpPr/>
              <p:nvPr/>
            </p:nvCxnSpPr>
            <p:spPr>
              <a:xfrm flipH="1">
                <a:off x="7195320" y="3600000"/>
                <a:ext cx="4680" cy="164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0" name="直線コネクタ 106139">
                <a:extLst>
                  <a:ext uri="{FF2B5EF4-FFF2-40B4-BE49-F238E27FC236}">
                    <a16:creationId xmlns:a16="http://schemas.microsoft.com/office/drawing/2014/main" id="{E41EE58F-2DC6-42BF-92F1-79183173F8B9}"/>
                  </a:ext>
                </a:extLst>
              </p:cNvPr>
              <p:cNvCxnSpPr/>
              <p:nvPr/>
            </p:nvCxnSpPr>
            <p:spPr>
              <a:xfrm flipH="1">
                <a:off x="7196040" y="3600000"/>
                <a:ext cx="3960" cy="163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1" name="直線コネクタ 106140">
                <a:extLst>
                  <a:ext uri="{FF2B5EF4-FFF2-40B4-BE49-F238E27FC236}">
                    <a16:creationId xmlns:a16="http://schemas.microsoft.com/office/drawing/2014/main" id="{19C4FC79-0AB7-476D-AC09-EF9723957F5A}"/>
                  </a:ext>
                </a:extLst>
              </p:cNvPr>
              <p:cNvCxnSpPr/>
              <p:nvPr/>
            </p:nvCxnSpPr>
            <p:spPr>
              <a:xfrm flipH="1">
                <a:off x="7192800" y="3600000"/>
                <a:ext cx="7200" cy="161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2" name="直線コネクタ 106141">
                <a:extLst>
                  <a:ext uri="{FF2B5EF4-FFF2-40B4-BE49-F238E27FC236}">
                    <a16:creationId xmlns:a16="http://schemas.microsoft.com/office/drawing/2014/main" id="{53A386CE-601D-484A-A97C-5F896345A686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9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3" name="直線コネクタ 106142">
                <a:extLst>
                  <a:ext uri="{FF2B5EF4-FFF2-40B4-BE49-F238E27FC236}">
                    <a16:creationId xmlns:a16="http://schemas.microsoft.com/office/drawing/2014/main" id="{0ED4971E-8BDE-4DFD-99A2-BC01365836C3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8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4" name="直線コネクタ 106143">
                <a:extLst>
                  <a:ext uri="{FF2B5EF4-FFF2-40B4-BE49-F238E27FC236}">
                    <a16:creationId xmlns:a16="http://schemas.microsoft.com/office/drawing/2014/main" id="{1BAAD14C-BB6E-412C-B80B-D3901F668E9D}"/>
                  </a:ext>
                </a:extLst>
              </p:cNvPr>
              <p:cNvCxnSpPr/>
              <p:nvPr/>
            </p:nvCxnSpPr>
            <p:spPr>
              <a:xfrm flipH="1">
                <a:off x="7185600" y="3600000"/>
                <a:ext cx="14400" cy="156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5" name="直線コネクタ 106144">
                <a:extLst>
                  <a:ext uri="{FF2B5EF4-FFF2-40B4-BE49-F238E27FC236}">
                    <a16:creationId xmlns:a16="http://schemas.microsoft.com/office/drawing/2014/main" id="{2ACB21CF-330A-4469-8330-9542F2FF08A2}"/>
                  </a:ext>
                </a:extLst>
              </p:cNvPr>
              <p:cNvCxnSpPr/>
              <p:nvPr/>
            </p:nvCxnSpPr>
            <p:spPr>
              <a:xfrm flipH="1">
                <a:off x="7184520" y="3600000"/>
                <a:ext cx="15480" cy="154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6" name="直線コネクタ 106145">
                <a:extLst>
                  <a:ext uri="{FF2B5EF4-FFF2-40B4-BE49-F238E27FC236}">
                    <a16:creationId xmlns:a16="http://schemas.microsoft.com/office/drawing/2014/main" id="{2B57D25D-5B2B-49AD-B791-D087959C0654}"/>
                  </a:ext>
                </a:extLst>
              </p:cNvPr>
              <p:cNvCxnSpPr/>
              <p:nvPr/>
            </p:nvCxnSpPr>
            <p:spPr>
              <a:xfrm flipH="1">
                <a:off x="7183440" y="3600000"/>
                <a:ext cx="16560" cy="1529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7" name="直線コネクタ 106146">
                <a:extLst>
                  <a:ext uri="{FF2B5EF4-FFF2-40B4-BE49-F238E27FC236}">
                    <a16:creationId xmlns:a16="http://schemas.microsoft.com/office/drawing/2014/main" id="{72988C61-8DCD-4C0E-A6AD-372B2CD23893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1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8" name="直線コネクタ 106147">
                <a:extLst>
                  <a:ext uri="{FF2B5EF4-FFF2-40B4-BE49-F238E27FC236}">
                    <a16:creationId xmlns:a16="http://schemas.microsoft.com/office/drawing/2014/main" id="{E6C9FC5E-3B7C-43FC-8E0F-9BEC84E3AD30}"/>
                  </a:ext>
                </a:extLst>
              </p:cNvPr>
              <p:cNvCxnSpPr/>
              <p:nvPr/>
            </p:nvCxnSpPr>
            <p:spPr>
              <a:xfrm flipH="1">
                <a:off x="7176960" y="3600000"/>
                <a:ext cx="23040" cy="1495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49" name="直線コネクタ 106148">
                <a:extLst>
                  <a:ext uri="{FF2B5EF4-FFF2-40B4-BE49-F238E27FC236}">
                    <a16:creationId xmlns:a16="http://schemas.microsoft.com/office/drawing/2014/main" id="{F6A0E4EF-6029-402B-BF57-422F41AB0284}"/>
                  </a:ext>
                </a:extLst>
              </p:cNvPr>
              <p:cNvCxnSpPr/>
              <p:nvPr/>
            </p:nvCxnSpPr>
            <p:spPr>
              <a:xfrm flipH="1">
                <a:off x="7174800" y="3600000"/>
                <a:ext cx="25200" cy="1477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0" name="直線コネクタ 106149">
                <a:extLst>
                  <a:ext uri="{FF2B5EF4-FFF2-40B4-BE49-F238E27FC236}">
                    <a16:creationId xmlns:a16="http://schemas.microsoft.com/office/drawing/2014/main" id="{3AE3F0A7-4F01-480D-AE4D-AE06370A0488}"/>
                  </a:ext>
                </a:extLst>
              </p:cNvPr>
              <p:cNvCxnSpPr/>
              <p:nvPr/>
            </p:nvCxnSpPr>
            <p:spPr>
              <a:xfrm flipH="1">
                <a:off x="7172640" y="3600000"/>
                <a:ext cx="27360" cy="1460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1" name="直線コネクタ 106150">
                <a:extLst>
                  <a:ext uri="{FF2B5EF4-FFF2-40B4-BE49-F238E27FC236}">
                    <a16:creationId xmlns:a16="http://schemas.microsoft.com/office/drawing/2014/main" id="{6080F04C-6962-44A9-8EFB-954DBDECDE13}"/>
                  </a:ext>
                </a:extLst>
              </p:cNvPr>
              <p:cNvCxnSpPr/>
              <p:nvPr/>
            </p:nvCxnSpPr>
            <p:spPr>
              <a:xfrm flipH="1">
                <a:off x="7166520" y="3600000"/>
                <a:ext cx="33480" cy="144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2" name="直線コネクタ 106151">
                <a:extLst>
                  <a:ext uri="{FF2B5EF4-FFF2-40B4-BE49-F238E27FC236}">
                    <a16:creationId xmlns:a16="http://schemas.microsoft.com/office/drawing/2014/main" id="{C630AA96-9B35-4BBD-8088-6C07A9DE0DEF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26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3" name="直線コネクタ 106152">
                <a:extLst>
                  <a:ext uri="{FF2B5EF4-FFF2-40B4-BE49-F238E27FC236}">
                    <a16:creationId xmlns:a16="http://schemas.microsoft.com/office/drawing/2014/main" id="{C189229D-AD12-4667-A435-0E9E539887CD}"/>
                  </a:ext>
                </a:extLst>
              </p:cNvPr>
              <p:cNvCxnSpPr/>
              <p:nvPr/>
            </p:nvCxnSpPr>
            <p:spPr>
              <a:xfrm flipH="1">
                <a:off x="7160040" y="3600000"/>
                <a:ext cx="39960" cy="1409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4" name="直線コネクタ 106153">
                <a:extLst>
                  <a:ext uri="{FF2B5EF4-FFF2-40B4-BE49-F238E27FC236}">
                    <a16:creationId xmlns:a16="http://schemas.microsoft.com/office/drawing/2014/main" id="{36AD0A8C-062E-411E-B384-C2D88E67F9D5}"/>
                  </a:ext>
                </a:extLst>
              </p:cNvPr>
              <p:cNvCxnSpPr/>
              <p:nvPr/>
            </p:nvCxnSpPr>
            <p:spPr>
              <a:xfrm flipH="1">
                <a:off x="7156440" y="3600000"/>
                <a:ext cx="43560" cy="139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5" name="直線コネクタ 106154">
                <a:extLst>
                  <a:ext uri="{FF2B5EF4-FFF2-40B4-BE49-F238E27FC236}">
                    <a16:creationId xmlns:a16="http://schemas.microsoft.com/office/drawing/2014/main" id="{EBEED574-2459-4250-9CFE-56A7C7544B43}"/>
                  </a:ext>
                </a:extLst>
              </p:cNvPr>
              <p:cNvCxnSpPr/>
              <p:nvPr/>
            </p:nvCxnSpPr>
            <p:spPr>
              <a:xfrm flipH="1">
                <a:off x="7152480" y="3600000"/>
                <a:ext cx="47520" cy="137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6" name="直線コネクタ 106155">
                <a:extLst>
                  <a:ext uri="{FF2B5EF4-FFF2-40B4-BE49-F238E27FC236}">
                    <a16:creationId xmlns:a16="http://schemas.microsoft.com/office/drawing/2014/main" id="{90A6ED4A-714D-42FF-8A2A-45A65A7D781A}"/>
                  </a:ext>
                </a:extLst>
              </p:cNvPr>
              <p:cNvCxnSpPr/>
              <p:nvPr/>
            </p:nvCxnSpPr>
            <p:spPr>
              <a:xfrm flipH="1">
                <a:off x="7148160" y="3600000"/>
                <a:ext cx="51840" cy="1356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7" name="直線コネクタ 106156">
                <a:extLst>
                  <a:ext uri="{FF2B5EF4-FFF2-40B4-BE49-F238E27FC236}">
                    <a16:creationId xmlns:a16="http://schemas.microsoft.com/office/drawing/2014/main" id="{57378FF5-AA49-4ACD-80F9-609AD207B1A0}"/>
                  </a:ext>
                </a:extLst>
              </p:cNvPr>
              <p:cNvCxnSpPr/>
              <p:nvPr/>
            </p:nvCxnSpPr>
            <p:spPr>
              <a:xfrm flipH="1">
                <a:off x="7143480" y="3600000"/>
                <a:ext cx="56520" cy="133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8" name="直線コネクタ 106157">
                <a:extLst>
                  <a:ext uri="{FF2B5EF4-FFF2-40B4-BE49-F238E27FC236}">
                    <a16:creationId xmlns:a16="http://schemas.microsoft.com/office/drawing/2014/main" id="{212617F9-46BD-4468-86EC-850E28DF0FEA}"/>
                  </a:ext>
                </a:extLst>
              </p:cNvPr>
              <p:cNvCxnSpPr/>
              <p:nvPr/>
            </p:nvCxnSpPr>
            <p:spPr>
              <a:xfrm flipH="1">
                <a:off x="7138440" y="3600000"/>
                <a:ext cx="61560" cy="132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59" name="直線コネクタ 106158">
                <a:extLst>
                  <a:ext uri="{FF2B5EF4-FFF2-40B4-BE49-F238E27FC236}">
                    <a16:creationId xmlns:a16="http://schemas.microsoft.com/office/drawing/2014/main" id="{9A30E969-D0D5-4CE5-85B0-5406892BC9CA}"/>
                  </a:ext>
                </a:extLst>
              </p:cNvPr>
              <p:cNvCxnSpPr/>
              <p:nvPr/>
            </p:nvCxnSpPr>
            <p:spPr>
              <a:xfrm flipH="1">
                <a:off x="7133040" y="3600000"/>
                <a:ext cx="66960" cy="1304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0" name="直線コネクタ 106159">
                <a:extLst>
                  <a:ext uri="{FF2B5EF4-FFF2-40B4-BE49-F238E27FC236}">
                    <a16:creationId xmlns:a16="http://schemas.microsoft.com/office/drawing/2014/main" id="{E80F86B9-16BB-414B-AE3C-0F9EF5636B96}"/>
                  </a:ext>
                </a:extLst>
              </p:cNvPr>
              <p:cNvCxnSpPr/>
              <p:nvPr/>
            </p:nvCxnSpPr>
            <p:spPr>
              <a:xfrm flipH="1">
                <a:off x="7192440" y="3600000"/>
                <a:ext cx="7560" cy="161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1" name="直線コネクタ 106160">
                <a:extLst>
                  <a:ext uri="{FF2B5EF4-FFF2-40B4-BE49-F238E27FC236}">
                    <a16:creationId xmlns:a16="http://schemas.microsoft.com/office/drawing/2014/main" id="{8CD92261-E12E-46D3-B510-C39AC5D74395}"/>
                  </a:ext>
                </a:extLst>
              </p:cNvPr>
              <p:cNvCxnSpPr/>
              <p:nvPr/>
            </p:nvCxnSpPr>
            <p:spPr>
              <a:xfrm flipH="1">
                <a:off x="7191000" y="3600000"/>
                <a:ext cx="9000" cy="1594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2" name="直線コネクタ 106161">
                <a:extLst>
                  <a:ext uri="{FF2B5EF4-FFF2-40B4-BE49-F238E27FC236}">
                    <a16:creationId xmlns:a16="http://schemas.microsoft.com/office/drawing/2014/main" id="{9DCAFBE0-4295-4856-AB52-5A0B03F5FBB0}"/>
                  </a:ext>
                </a:extLst>
              </p:cNvPr>
              <p:cNvCxnSpPr/>
              <p:nvPr/>
            </p:nvCxnSpPr>
            <p:spPr>
              <a:xfrm flipH="1">
                <a:off x="7189200" y="3600000"/>
                <a:ext cx="10800" cy="157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3" name="直線コネクタ 106162">
                <a:extLst>
                  <a:ext uri="{FF2B5EF4-FFF2-40B4-BE49-F238E27FC236}">
                    <a16:creationId xmlns:a16="http://schemas.microsoft.com/office/drawing/2014/main" id="{2F65E8BD-A0F7-439A-A2A4-A94914373125}"/>
                  </a:ext>
                </a:extLst>
              </p:cNvPr>
              <p:cNvCxnSpPr/>
              <p:nvPr/>
            </p:nvCxnSpPr>
            <p:spPr>
              <a:xfrm flipH="1">
                <a:off x="7187040" y="3600000"/>
                <a:ext cx="12960" cy="155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4" name="直線コネクタ 106163">
                <a:extLst>
                  <a:ext uri="{FF2B5EF4-FFF2-40B4-BE49-F238E27FC236}">
                    <a16:creationId xmlns:a16="http://schemas.microsoft.com/office/drawing/2014/main" id="{5B61313A-E1ED-48F6-93FE-783510AF0774}"/>
                  </a:ext>
                </a:extLst>
              </p:cNvPr>
              <p:cNvCxnSpPr/>
              <p:nvPr/>
            </p:nvCxnSpPr>
            <p:spPr>
              <a:xfrm flipH="1">
                <a:off x="7184880" y="3600000"/>
                <a:ext cx="15120" cy="154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5" name="直線コネクタ 106164">
                <a:extLst>
                  <a:ext uri="{FF2B5EF4-FFF2-40B4-BE49-F238E27FC236}">
                    <a16:creationId xmlns:a16="http://schemas.microsoft.com/office/drawing/2014/main" id="{3485E07A-9FF8-46C4-AFBE-4732C5F30F7F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2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6" name="直線コネクタ 106165">
                <a:extLst>
                  <a:ext uri="{FF2B5EF4-FFF2-40B4-BE49-F238E27FC236}">
                    <a16:creationId xmlns:a16="http://schemas.microsoft.com/office/drawing/2014/main" id="{CCEDEB6C-C586-40CF-9D87-1F9D2B9145FD}"/>
                  </a:ext>
                </a:extLst>
              </p:cNvPr>
              <p:cNvCxnSpPr/>
              <p:nvPr/>
            </p:nvCxnSpPr>
            <p:spPr>
              <a:xfrm flipH="1">
                <a:off x="7179120" y="3600000"/>
                <a:ext cx="20880" cy="150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7" name="直線コネクタ 106166">
                <a:extLst>
                  <a:ext uri="{FF2B5EF4-FFF2-40B4-BE49-F238E27FC236}">
                    <a16:creationId xmlns:a16="http://schemas.microsoft.com/office/drawing/2014/main" id="{7EA2FB6E-ADB0-477C-96BF-8A69ABE908CF}"/>
                  </a:ext>
                </a:extLst>
              </p:cNvPr>
              <p:cNvCxnSpPr/>
              <p:nvPr/>
            </p:nvCxnSpPr>
            <p:spPr>
              <a:xfrm flipH="1">
                <a:off x="7175880" y="3600000"/>
                <a:ext cx="24120" cy="148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8" name="直線コネクタ 106167">
                <a:extLst>
                  <a:ext uri="{FF2B5EF4-FFF2-40B4-BE49-F238E27FC236}">
                    <a16:creationId xmlns:a16="http://schemas.microsoft.com/office/drawing/2014/main" id="{20CF8180-CA5A-4782-B669-80CB57CA8003}"/>
                  </a:ext>
                </a:extLst>
              </p:cNvPr>
              <p:cNvCxnSpPr/>
              <p:nvPr/>
            </p:nvCxnSpPr>
            <p:spPr>
              <a:xfrm flipH="1">
                <a:off x="7172280" y="3600000"/>
                <a:ext cx="27720" cy="147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69" name="直線コネクタ 106168">
                <a:extLst>
                  <a:ext uri="{FF2B5EF4-FFF2-40B4-BE49-F238E27FC236}">
                    <a16:creationId xmlns:a16="http://schemas.microsoft.com/office/drawing/2014/main" id="{CE9E62D1-41FE-4229-8584-DBE3CE12A6D2}"/>
                  </a:ext>
                </a:extLst>
              </p:cNvPr>
              <p:cNvCxnSpPr/>
              <p:nvPr/>
            </p:nvCxnSpPr>
            <p:spPr>
              <a:xfrm flipH="1">
                <a:off x="7168320" y="3600000"/>
                <a:ext cx="31680" cy="145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0" name="直線コネクタ 106169">
                <a:extLst>
                  <a:ext uri="{FF2B5EF4-FFF2-40B4-BE49-F238E27FC236}">
                    <a16:creationId xmlns:a16="http://schemas.microsoft.com/office/drawing/2014/main" id="{9098569C-3215-451A-9F14-35C2320D2045}"/>
                  </a:ext>
                </a:extLst>
              </p:cNvPr>
              <p:cNvCxnSpPr/>
              <p:nvPr/>
            </p:nvCxnSpPr>
            <p:spPr>
              <a:xfrm flipH="1">
                <a:off x="7167600" y="3600000"/>
                <a:ext cx="32400" cy="1435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1" name="直線コネクタ 106170">
                <a:extLst>
                  <a:ext uri="{FF2B5EF4-FFF2-40B4-BE49-F238E27FC236}">
                    <a16:creationId xmlns:a16="http://schemas.microsoft.com/office/drawing/2014/main" id="{BBBC5C0A-EE9D-4626-85B8-47771E94F4C2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18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2" name="直線コネクタ 106171">
                <a:extLst>
                  <a:ext uri="{FF2B5EF4-FFF2-40B4-BE49-F238E27FC236}">
                    <a16:creationId xmlns:a16="http://schemas.microsoft.com/office/drawing/2014/main" id="{2A2FC011-8B67-4DB3-A163-D4B54F30AF62}"/>
                  </a:ext>
                </a:extLst>
              </p:cNvPr>
              <p:cNvCxnSpPr/>
              <p:nvPr/>
            </p:nvCxnSpPr>
            <p:spPr>
              <a:xfrm flipH="1">
                <a:off x="7158600" y="3600000"/>
                <a:ext cx="41400" cy="1401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3" name="直線コネクタ 106172">
                <a:extLst>
                  <a:ext uri="{FF2B5EF4-FFF2-40B4-BE49-F238E27FC236}">
                    <a16:creationId xmlns:a16="http://schemas.microsoft.com/office/drawing/2014/main" id="{D661CDDC-CBF0-4C72-A281-90E87D969285}"/>
                  </a:ext>
                </a:extLst>
              </p:cNvPr>
              <p:cNvCxnSpPr/>
              <p:nvPr/>
            </p:nvCxnSpPr>
            <p:spPr>
              <a:xfrm flipH="1">
                <a:off x="7156800" y="3600000"/>
                <a:ext cx="43200" cy="138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4" name="直線コネクタ 106173">
                <a:extLst>
                  <a:ext uri="{FF2B5EF4-FFF2-40B4-BE49-F238E27FC236}">
                    <a16:creationId xmlns:a16="http://schemas.microsoft.com/office/drawing/2014/main" id="{3AC771AE-B860-4C77-83BF-A1B8629B6C1C}"/>
                  </a:ext>
                </a:extLst>
              </p:cNvPr>
              <p:cNvCxnSpPr/>
              <p:nvPr/>
            </p:nvCxnSpPr>
            <p:spPr>
              <a:xfrm flipH="1">
                <a:off x="7151400" y="3600000"/>
                <a:ext cx="48600" cy="13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5" name="直線コネクタ 106174">
                <a:extLst>
                  <a:ext uri="{FF2B5EF4-FFF2-40B4-BE49-F238E27FC236}">
                    <a16:creationId xmlns:a16="http://schemas.microsoft.com/office/drawing/2014/main" id="{F8348B80-21E4-4170-AEB2-F197B93AFF9C}"/>
                  </a:ext>
                </a:extLst>
              </p:cNvPr>
              <p:cNvCxnSpPr/>
              <p:nvPr/>
            </p:nvCxnSpPr>
            <p:spPr>
              <a:xfrm flipH="1">
                <a:off x="7146000" y="3600000"/>
                <a:ext cx="54000" cy="135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6" name="直線コネクタ 106175">
                <a:extLst>
                  <a:ext uri="{FF2B5EF4-FFF2-40B4-BE49-F238E27FC236}">
                    <a16:creationId xmlns:a16="http://schemas.microsoft.com/office/drawing/2014/main" id="{D9BAAD24-D11E-4FE7-8920-E54916216D40}"/>
                  </a:ext>
                </a:extLst>
              </p:cNvPr>
              <p:cNvCxnSpPr/>
              <p:nvPr/>
            </p:nvCxnSpPr>
            <p:spPr>
              <a:xfrm flipH="1">
                <a:off x="7139880" y="3600000"/>
                <a:ext cx="60120" cy="1334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7" name="直線コネクタ 106176">
                <a:extLst>
                  <a:ext uri="{FF2B5EF4-FFF2-40B4-BE49-F238E27FC236}">
                    <a16:creationId xmlns:a16="http://schemas.microsoft.com/office/drawing/2014/main" id="{CEC16101-926B-4319-9382-EB2AC05D169D}"/>
                  </a:ext>
                </a:extLst>
              </p:cNvPr>
              <p:cNvCxnSpPr/>
              <p:nvPr/>
            </p:nvCxnSpPr>
            <p:spPr>
              <a:xfrm flipH="1">
                <a:off x="7137360" y="3600000"/>
                <a:ext cx="62640" cy="131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8" name="直線コネクタ 106177">
                <a:extLst>
                  <a:ext uri="{FF2B5EF4-FFF2-40B4-BE49-F238E27FC236}">
                    <a16:creationId xmlns:a16="http://schemas.microsoft.com/office/drawing/2014/main" id="{4551531C-32AA-4A25-82BC-A8FE30D0CBDD}"/>
                  </a:ext>
                </a:extLst>
              </p:cNvPr>
              <p:cNvCxnSpPr/>
              <p:nvPr/>
            </p:nvCxnSpPr>
            <p:spPr>
              <a:xfrm flipH="1">
                <a:off x="7130880" y="3600000"/>
                <a:ext cx="69120" cy="1301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79" name="直線コネクタ 106178">
                <a:extLst>
                  <a:ext uri="{FF2B5EF4-FFF2-40B4-BE49-F238E27FC236}">
                    <a16:creationId xmlns:a16="http://schemas.microsoft.com/office/drawing/2014/main" id="{AAA72F6D-B969-40C4-9CBF-B4ABB10AA7CC}"/>
                  </a:ext>
                </a:extLst>
              </p:cNvPr>
              <p:cNvCxnSpPr/>
              <p:nvPr/>
            </p:nvCxnSpPr>
            <p:spPr>
              <a:xfrm flipH="1">
                <a:off x="7127640" y="3600000"/>
                <a:ext cx="72360" cy="128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0" name="直線コネクタ 106179">
                <a:extLst>
                  <a:ext uri="{FF2B5EF4-FFF2-40B4-BE49-F238E27FC236}">
                    <a16:creationId xmlns:a16="http://schemas.microsoft.com/office/drawing/2014/main" id="{D564B04E-1973-434E-950E-C9AD962C51F2}"/>
                  </a:ext>
                </a:extLst>
              </p:cNvPr>
              <p:cNvCxnSpPr/>
              <p:nvPr/>
            </p:nvCxnSpPr>
            <p:spPr>
              <a:xfrm flipH="1">
                <a:off x="7124040" y="3600000"/>
                <a:ext cx="75960" cy="126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1" name="直線コネクタ 106180">
                <a:extLst>
                  <a:ext uri="{FF2B5EF4-FFF2-40B4-BE49-F238E27FC236}">
                    <a16:creationId xmlns:a16="http://schemas.microsoft.com/office/drawing/2014/main" id="{82EBC42A-EBB6-44B3-AA07-9F91A221D819}"/>
                  </a:ext>
                </a:extLst>
              </p:cNvPr>
              <p:cNvCxnSpPr/>
              <p:nvPr/>
            </p:nvCxnSpPr>
            <p:spPr>
              <a:xfrm flipH="1">
                <a:off x="7116840" y="3600000"/>
                <a:ext cx="83160" cy="125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2" name="直線コネクタ 106181">
                <a:extLst>
                  <a:ext uri="{FF2B5EF4-FFF2-40B4-BE49-F238E27FC236}">
                    <a16:creationId xmlns:a16="http://schemas.microsoft.com/office/drawing/2014/main" id="{E7DB0671-ABD6-4349-857B-90498464B700}"/>
                  </a:ext>
                </a:extLst>
              </p:cNvPr>
              <p:cNvCxnSpPr/>
              <p:nvPr/>
            </p:nvCxnSpPr>
            <p:spPr>
              <a:xfrm flipH="1">
                <a:off x="7112520" y="3600000"/>
                <a:ext cx="87480" cy="1236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3" name="直線コネクタ 106182">
                <a:extLst>
                  <a:ext uri="{FF2B5EF4-FFF2-40B4-BE49-F238E27FC236}">
                    <a16:creationId xmlns:a16="http://schemas.microsoft.com/office/drawing/2014/main" id="{EC86AA07-939D-4E8F-ACDB-99FEAA2B5AFD}"/>
                  </a:ext>
                </a:extLst>
              </p:cNvPr>
              <p:cNvCxnSpPr/>
              <p:nvPr/>
            </p:nvCxnSpPr>
            <p:spPr>
              <a:xfrm flipH="1">
                <a:off x="7108200" y="3600000"/>
                <a:ext cx="91800" cy="1220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4" name="直線コネクタ 106183">
                <a:extLst>
                  <a:ext uri="{FF2B5EF4-FFF2-40B4-BE49-F238E27FC236}">
                    <a16:creationId xmlns:a16="http://schemas.microsoft.com/office/drawing/2014/main" id="{0312DE2F-8F6A-4E71-A34D-5A310150D285}"/>
                  </a:ext>
                </a:extLst>
              </p:cNvPr>
              <p:cNvCxnSpPr/>
              <p:nvPr/>
            </p:nvCxnSpPr>
            <p:spPr>
              <a:xfrm flipH="1">
                <a:off x="7100280" y="3600000"/>
                <a:ext cx="99720" cy="1204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5" name="直線コネクタ 106184">
                <a:extLst>
                  <a:ext uri="{FF2B5EF4-FFF2-40B4-BE49-F238E27FC236}">
                    <a16:creationId xmlns:a16="http://schemas.microsoft.com/office/drawing/2014/main" id="{73814AC6-5335-42C2-86C2-FFA1E8E09A02}"/>
                  </a:ext>
                </a:extLst>
              </p:cNvPr>
              <p:cNvCxnSpPr/>
              <p:nvPr/>
            </p:nvCxnSpPr>
            <p:spPr>
              <a:xfrm flipH="1">
                <a:off x="7095240" y="3600000"/>
                <a:ext cx="104760" cy="11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6" name="直線コネクタ 106185">
                <a:extLst>
                  <a:ext uri="{FF2B5EF4-FFF2-40B4-BE49-F238E27FC236}">
                    <a16:creationId xmlns:a16="http://schemas.microsoft.com/office/drawing/2014/main" id="{02EBAAD6-A42D-4B63-81DB-9961DCC07595}"/>
                  </a:ext>
                </a:extLst>
              </p:cNvPr>
              <p:cNvCxnSpPr/>
              <p:nvPr/>
            </p:nvCxnSpPr>
            <p:spPr>
              <a:xfrm flipH="1">
                <a:off x="7090200" y="3600000"/>
                <a:ext cx="109800" cy="1172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7" name="直線コネクタ 106186">
                <a:extLst>
                  <a:ext uri="{FF2B5EF4-FFF2-40B4-BE49-F238E27FC236}">
                    <a16:creationId xmlns:a16="http://schemas.microsoft.com/office/drawing/2014/main" id="{F01176E0-3853-4A21-8CA6-08196C7031B2}"/>
                  </a:ext>
                </a:extLst>
              </p:cNvPr>
              <p:cNvCxnSpPr/>
              <p:nvPr/>
            </p:nvCxnSpPr>
            <p:spPr>
              <a:xfrm flipH="1">
                <a:off x="7081200" y="3600000"/>
                <a:ext cx="118800" cy="1158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8" name="直線コネクタ 106187">
                <a:extLst>
                  <a:ext uri="{FF2B5EF4-FFF2-40B4-BE49-F238E27FC236}">
                    <a16:creationId xmlns:a16="http://schemas.microsoft.com/office/drawing/2014/main" id="{E9ACD12E-D6C7-4F7B-B0EF-4999498A515E}"/>
                  </a:ext>
                </a:extLst>
              </p:cNvPr>
              <p:cNvCxnSpPr/>
              <p:nvPr/>
            </p:nvCxnSpPr>
            <p:spPr>
              <a:xfrm flipH="1">
                <a:off x="7075440" y="3600000"/>
                <a:ext cx="124560" cy="1142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89" name="直線コネクタ 106188">
                <a:extLst>
                  <a:ext uri="{FF2B5EF4-FFF2-40B4-BE49-F238E27FC236}">
                    <a16:creationId xmlns:a16="http://schemas.microsoft.com/office/drawing/2014/main" id="{FF7BF040-7096-4AF8-AEAE-47A2DFEC5AE7}"/>
                  </a:ext>
                </a:extLst>
              </p:cNvPr>
              <p:cNvCxnSpPr/>
              <p:nvPr/>
            </p:nvCxnSpPr>
            <p:spPr>
              <a:xfrm flipH="1">
                <a:off x="7069320" y="3600000"/>
                <a:ext cx="130680" cy="112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0" name="直線コネクタ 106189">
                <a:extLst>
                  <a:ext uri="{FF2B5EF4-FFF2-40B4-BE49-F238E27FC236}">
                    <a16:creationId xmlns:a16="http://schemas.microsoft.com/office/drawing/2014/main" id="{C97798A0-444F-449E-B259-515418BED9D4}"/>
                  </a:ext>
                </a:extLst>
              </p:cNvPr>
              <p:cNvCxnSpPr/>
              <p:nvPr/>
            </p:nvCxnSpPr>
            <p:spPr>
              <a:xfrm flipH="1">
                <a:off x="7063200" y="3600000"/>
                <a:ext cx="136800" cy="1110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1" name="直線コネクタ 106190">
                <a:extLst>
                  <a:ext uri="{FF2B5EF4-FFF2-40B4-BE49-F238E27FC236}">
                    <a16:creationId xmlns:a16="http://schemas.microsoft.com/office/drawing/2014/main" id="{C36612B5-C2D8-44AF-80AC-D6F15F6C623B}"/>
                  </a:ext>
                </a:extLst>
              </p:cNvPr>
              <p:cNvCxnSpPr/>
              <p:nvPr/>
            </p:nvCxnSpPr>
            <p:spPr>
              <a:xfrm flipH="1">
                <a:off x="7056720" y="3600000"/>
                <a:ext cx="143280" cy="109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2" name="直線コネクタ 106191">
                <a:extLst>
                  <a:ext uri="{FF2B5EF4-FFF2-40B4-BE49-F238E27FC236}">
                    <a16:creationId xmlns:a16="http://schemas.microsoft.com/office/drawing/2014/main" id="{FDE2F912-01BB-42C8-82B4-14F1A640C912}"/>
                  </a:ext>
                </a:extLst>
              </p:cNvPr>
              <p:cNvCxnSpPr/>
              <p:nvPr/>
            </p:nvCxnSpPr>
            <p:spPr>
              <a:xfrm flipH="1">
                <a:off x="7049880" y="3600000"/>
                <a:ext cx="150120" cy="1080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3" name="直線コネクタ 106192">
                <a:extLst>
                  <a:ext uri="{FF2B5EF4-FFF2-40B4-BE49-F238E27FC236}">
                    <a16:creationId xmlns:a16="http://schemas.microsoft.com/office/drawing/2014/main" id="{2BF5F27D-AE86-4573-BFEB-76EA3A48FD06}"/>
                  </a:ext>
                </a:extLst>
              </p:cNvPr>
              <p:cNvCxnSpPr/>
              <p:nvPr/>
            </p:nvCxnSpPr>
            <p:spPr>
              <a:xfrm flipH="1">
                <a:off x="7042680" y="3600000"/>
                <a:ext cx="157320" cy="1065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4" name="直線コネクタ 106193">
                <a:extLst>
                  <a:ext uri="{FF2B5EF4-FFF2-40B4-BE49-F238E27FC236}">
                    <a16:creationId xmlns:a16="http://schemas.microsoft.com/office/drawing/2014/main" id="{7D11132E-3D2A-4D7D-BC4C-C67B2B2B8501}"/>
                  </a:ext>
                </a:extLst>
              </p:cNvPr>
              <p:cNvCxnSpPr/>
              <p:nvPr/>
            </p:nvCxnSpPr>
            <p:spPr>
              <a:xfrm flipH="1">
                <a:off x="7038360" y="3600000"/>
                <a:ext cx="161640" cy="1048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5" name="直線コネクタ 106194">
                <a:extLst>
                  <a:ext uri="{FF2B5EF4-FFF2-40B4-BE49-F238E27FC236}">
                    <a16:creationId xmlns:a16="http://schemas.microsoft.com/office/drawing/2014/main" id="{B87D2924-8E76-46CD-B31C-96110C945E29}"/>
                  </a:ext>
                </a:extLst>
              </p:cNvPr>
              <p:cNvCxnSpPr/>
              <p:nvPr/>
            </p:nvCxnSpPr>
            <p:spPr>
              <a:xfrm flipH="1">
                <a:off x="7030800" y="3600000"/>
                <a:ext cx="169200" cy="103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6" name="直線コネクタ 106195">
                <a:extLst>
                  <a:ext uri="{FF2B5EF4-FFF2-40B4-BE49-F238E27FC236}">
                    <a16:creationId xmlns:a16="http://schemas.microsoft.com/office/drawing/2014/main" id="{43642C29-2FF2-423A-8F2E-E92E8BCC63EE}"/>
                  </a:ext>
                </a:extLst>
              </p:cNvPr>
              <p:cNvCxnSpPr/>
              <p:nvPr/>
            </p:nvCxnSpPr>
            <p:spPr>
              <a:xfrm flipH="1">
                <a:off x="7022880" y="3600000"/>
                <a:ext cx="177120" cy="101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7" name="直線コネクタ 106196">
                <a:extLst>
                  <a:ext uri="{FF2B5EF4-FFF2-40B4-BE49-F238E27FC236}">
                    <a16:creationId xmlns:a16="http://schemas.microsoft.com/office/drawing/2014/main" id="{3AC03496-2AEC-4D2B-B919-386A354FDEE4}"/>
                  </a:ext>
                </a:extLst>
              </p:cNvPr>
              <p:cNvCxnSpPr/>
              <p:nvPr/>
            </p:nvCxnSpPr>
            <p:spPr>
              <a:xfrm flipH="1">
                <a:off x="7017840" y="3600000"/>
                <a:ext cx="182160" cy="1001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8" name="直線コネクタ 106197">
                <a:extLst>
                  <a:ext uri="{FF2B5EF4-FFF2-40B4-BE49-F238E27FC236}">
                    <a16:creationId xmlns:a16="http://schemas.microsoft.com/office/drawing/2014/main" id="{0C419AAD-8224-4120-BF56-D2003DA3F86C}"/>
                  </a:ext>
                </a:extLst>
              </p:cNvPr>
              <p:cNvCxnSpPr/>
              <p:nvPr/>
            </p:nvCxnSpPr>
            <p:spPr>
              <a:xfrm flipH="1">
                <a:off x="7009560" y="3600000"/>
                <a:ext cx="190440" cy="9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99" name="直線コネクタ 106198">
                <a:extLst>
                  <a:ext uri="{FF2B5EF4-FFF2-40B4-BE49-F238E27FC236}">
                    <a16:creationId xmlns:a16="http://schemas.microsoft.com/office/drawing/2014/main" id="{CDCC2D0A-7CAC-42AA-916D-0348E19A44FB}"/>
                  </a:ext>
                </a:extLst>
              </p:cNvPr>
              <p:cNvCxnSpPr/>
              <p:nvPr/>
            </p:nvCxnSpPr>
            <p:spPr>
              <a:xfrm flipH="1">
                <a:off x="7000920" y="3600000"/>
                <a:ext cx="199080" cy="9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0" name="直線コネクタ 106199">
                <a:extLst>
                  <a:ext uri="{FF2B5EF4-FFF2-40B4-BE49-F238E27FC236}">
                    <a16:creationId xmlns:a16="http://schemas.microsoft.com/office/drawing/2014/main" id="{BA059ED9-520A-4882-A8BB-035CA6011B80}"/>
                  </a:ext>
                </a:extLst>
              </p:cNvPr>
              <p:cNvCxnSpPr/>
              <p:nvPr/>
            </p:nvCxnSpPr>
            <p:spPr>
              <a:xfrm flipH="1">
                <a:off x="6994800" y="3600000"/>
                <a:ext cx="205200" cy="9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1" name="直線コネクタ 106200">
                <a:extLst>
                  <a:ext uri="{FF2B5EF4-FFF2-40B4-BE49-F238E27FC236}">
                    <a16:creationId xmlns:a16="http://schemas.microsoft.com/office/drawing/2014/main" id="{52A1BA1A-2291-43DB-B009-FD0F0C2B91E4}"/>
                  </a:ext>
                </a:extLst>
              </p:cNvPr>
              <p:cNvCxnSpPr/>
              <p:nvPr/>
            </p:nvCxnSpPr>
            <p:spPr>
              <a:xfrm flipH="1">
                <a:off x="6985440" y="3600000"/>
                <a:ext cx="214560" cy="94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2" name="直線コネクタ 106201">
                <a:extLst>
                  <a:ext uri="{FF2B5EF4-FFF2-40B4-BE49-F238E27FC236}">
                    <a16:creationId xmlns:a16="http://schemas.microsoft.com/office/drawing/2014/main" id="{74D73311-B750-40C2-A802-FF6753D9FD5C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3" name="直線コネクタ 106202">
                <a:extLst>
                  <a:ext uri="{FF2B5EF4-FFF2-40B4-BE49-F238E27FC236}">
                    <a16:creationId xmlns:a16="http://schemas.microsoft.com/office/drawing/2014/main" id="{B5A4DA89-53CF-4E2A-A007-C82DB8A71B6C}"/>
                  </a:ext>
                </a:extLst>
              </p:cNvPr>
              <p:cNvCxnSpPr/>
              <p:nvPr/>
            </p:nvCxnSpPr>
            <p:spPr>
              <a:xfrm flipH="1">
                <a:off x="6969240" y="3600000"/>
                <a:ext cx="230760" cy="912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4" name="直線コネクタ 106203">
                <a:extLst>
                  <a:ext uri="{FF2B5EF4-FFF2-40B4-BE49-F238E27FC236}">
                    <a16:creationId xmlns:a16="http://schemas.microsoft.com/office/drawing/2014/main" id="{2414B289-705F-44A3-8004-128F0DE95CD1}"/>
                  </a:ext>
                </a:extLst>
              </p:cNvPr>
              <p:cNvCxnSpPr/>
              <p:nvPr/>
            </p:nvCxnSpPr>
            <p:spPr>
              <a:xfrm flipH="1">
                <a:off x="6959160" y="3600000"/>
                <a:ext cx="240840" cy="89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5" name="直線コネクタ 106204">
                <a:extLst>
                  <a:ext uri="{FF2B5EF4-FFF2-40B4-BE49-F238E27FC236}">
                    <a16:creationId xmlns:a16="http://schemas.microsoft.com/office/drawing/2014/main" id="{96C3EDC7-1869-4B2F-AB32-BE8451F79558}"/>
                  </a:ext>
                </a:extLst>
              </p:cNvPr>
              <p:cNvCxnSpPr/>
              <p:nvPr/>
            </p:nvCxnSpPr>
            <p:spPr>
              <a:xfrm flipH="1">
                <a:off x="6951960" y="3600000"/>
                <a:ext cx="248040" cy="88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6" name="直線コネクタ 106205">
                <a:extLst>
                  <a:ext uri="{FF2B5EF4-FFF2-40B4-BE49-F238E27FC236}">
                    <a16:creationId xmlns:a16="http://schemas.microsoft.com/office/drawing/2014/main" id="{10B51156-059B-4977-BCE9-00741DF8E06A}"/>
                  </a:ext>
                </a:extLst>
              </p:cNvPr>
              <p:cNvCxnSpPr/>
              <p:nvPr/>
            </p:nvCxnSpPr>
            <p:spPr>
              <a:xfrm flipH="1">
                <a:off x="6944400" y="3600000"/>
                <a:ext cx="255600" cy="867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7" name="直線コネクタ 106206">
                <a:extLst>
                  <a:ext uri="{FF2B5EF4-FFF2-40B4-BE49-F238E27FC236}">
                    <a16:creationId xmlns:a16="http://schemas.microsoft.com/office/drawing/2014/main" id="{3506B03D-2100-471D-BBEB-86F2FD36F8B5}"/>
                  </a:ext>
                </a:extLst>
              </p:cNvPr>
              <p:cNvCxnSpPr/>
              <p:nvPr/>
            </p:nvCxnSpPr>
            <p:spPr>
              <a:xfrm flipH="1">
                <a:off x="6936120" y="3600000"/>
                <a:ext cx="263880" cy="85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8" name="直線コネクタ 106207">
                <a:extLst>
                  <a:ext uri="{FF2B5EF4-FFF2-40B4-BE49-F238E27FC236}">
                    <a16:creationId xmlns:a16="http://schemas.microsoft.com/office/drawing/2014/main" id="{1A1F69B6-9F0E-4E70-9E7B-0C95285459B8}"/>
                  </a:ext>
                </a:extLst>
              </p:cNvPr>
              <p:cNvCxnSpPr/>
              <p:nvPr/>
            </p:nvCxnSpPr>
            <p:spPr>
              <a:xfrm flipH="1">
                <a:off x="6925320" y="3600000"/>
                <a:ext cx="274680" cy="83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09" name="直線コネクタ 106208">
                <a:extLst>
                  <a:ext uri="{FF2B5EF4-FFF2-40B4-BE49-F238E27FC236}">
                    <a16:creationId xmlns:a16="http://schemas.microsoft.com/office/drawing/2014/main" id="{9AF2B41F-3FDA-4DE5-9730-867896A1B85F}"/>
                  </a:ext>
                </a:extLst>
              </p:cNvPr>
              <p:cNvCxnSpPr/>
              <p:nvPr/>
            </p:nvCxnSpPr>
            <p:spPr>
              <a:xfrm flipH="1">
                <a:off x="6916680" y="3600000"/>
                <a:ext cx="283320" cy="82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0" name="直線コネクタ 106209">
                <a:extLst>
                  <a:ext uri="{FF2B5EF4-FFF2-40B4-BE49-F238E27FC236}">
                    <a16:creationId xmlns:a16="http://schemas.microsoft.com/office/drawing/2014/main" id="{795DD649-1990-4F02-AB20-3C13DD942AEE}"/>
                  </a:ext>
                </a:extLst>
              </p:cNvPr>
              <p:cNvCxnSpPr/>
              <p:nvPr/>
            </p:nvCxnSpPr>
            <p:spPr>
              <a:xfrm flipH="1">
                <a:off x="6907680" y="3600000"/>
                <a:ext cx="292320" cy="80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1" name="直線コネクタ 106210">
                <a:extLst>
                  <a:ext uri="{FF2B5EF4-FFF2-40B4-BE49-F238E27FC236}">
                    <a16:creationId xmlns:a16="http://schemas.microsoft.com/office/drawing/2014/main" id="{9F7F6D4E-4C3D-4028-97DE-194A5ED565BA}"/>
                  </a:ext>
                </a:extLst>
              </p:cNvPr>
              <p:cNvCxnSpPr/>
              <p:nvPr/>
            </p:nvCxnSpPr>
            <p:spPr>
              <a:xfrm flipH="1">
                <a:off x="6895800" y="3600000"/>
                <a:ext cx="304200" cy="794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2" name="直線コネクタ 106211">
                <a:extLst>
                  <a:ext uri="{FF2B5EF4-FFF2-40B4-BE49-F238E27FC236}">
                    <a16:creationId xmlns:a16="http://schemas.microsoft.com/office/drawing/2014/main" id="{50123962-3001-4E8D-A60E-C74922C80F7C}"/>
                  </a:ext>
                </a:extLst>
              </p:cNvPr>
              <p:cNvCxnSpPr/>
              <p:nvPr/>
            </p:nvCxnSpPr>
            <p:spPr>
              <a:xfrm flipH="1">
                <a:off x="6886440" y="3600000"/>
                <a:ext cx="313560" cy="77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3" name="直線コネクタ 106212">
                <a:extLst>
                  <a:ext uri="{FF2B5EF4-FFF2-40B4-BE49-F238E27FC236}">
                    <a16:creationId xmlns:a16="http://schemas.microsoft.com/office/drawing/2014/main" id="{C2C2957E-3F24-483F-AC04-E03545F09599}"/>
                  </a:ext>
                </a:extLst>
              </p:cNvPr>
              <p:cNvCxnSpPr/>
              <p:nvPr/>
            </p:nvCxnSpPr>
            <p:spPr>
              <a:xfrm flipH="1">
                <a:off x="6876720" y="3600000"/>
                <a:ext cx="323280" cy="765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4" name="直線コネクタ 106213">
                <a:extLst>
                  <a:ext uri="{FF2B5EF4-FFF2-40B4-BE49-F238E27FC236}">
                    <a16:creationId xmlns:a16="http://schemas.microsoft.com/office/drawing/2014/main" id="{7E5F2FD3-CD53-4A2B-BDD7-0E25A801833E}"/>
                  </a:ext>
                </a:extLst>
              </p:cNvPr>
              <p:cNvCxnSpPr/>
              <p:nvPr/>
            </p:nvCxnSpPr>
            <p:spPr>
              <a:xfrm flipH="1">
                <a:off x="6866640" y="3600000"/>
                <a:ext cx="333360" cy="75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5" name="直線コネクタ 106214">
                <a:extLst>
                  <a:ext uri="{FF2B5EF4-FFF2-40B4-BE49-F238E27FC236}">
                    <a16:creationId xmlns:a16="http://schemas.microsoft.com/office/drawing/2014/main" id="{554E6CDD-56E6-45E5-972A-B936D7A62DE1}"/>
                  </a:ext>
                </a:extLst>
              </p:cNvPr>
              <p:cNvCxnSpPr/>
              <p:nvPr/>
            </p:nvCxnSpPr>
            <p:spPr>
              <a:xfrm flipH="1">
                <a:off x="6856200" y="3600000"/>
                <a:ext cx="343800" cy="735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6" name="直線コネクタ 106215">
                <a:extLst>
                  <a:ext uri="{FF2B5EF4-FFF2-40B4-BE49-F238E27FC236}">
                    <a16:creationId xmlns:a16="http://schemas.microsoft.com/office/drawing/2014/main" id="{F1186CB4-298F-4049-9DDD-480F8F592E14}"/>
                  </a:ext>
                </a:extLst>
              </p:cNvPr>
              <p:cNvCxnSpPr/>
              <p:nvPr/>
            </p:nvCxnSpPr>
            <p:spPr>
              <a:xfrm flipH="1">
                <a:off x="6845400" y="3600000"/>
                <a:ext cx="354600" cy="72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7" name="直線コネクタ 106216">
                <a:extLst>
                  <a:ext uri="{FF2B5EF4-FFF2-40B4-BE49-F238E27FC236}">
                    <a16:creationId xmlns:a16="http://schemas.microsoft.com/office/drawing/2014/main" id="{11EEE3DF-9C05-4422-9063-37F5C76D699B}"/>
                  </a:ext>
                </a:extLst>
              </p:cNvPr>
              <p:cNvCxnSpPr/>
              <p:nvPr/>
            </p:nvCxnSpPr>
            <p:spPr>
              <a:xfrm flipH="1">
                <a:off x="6834240" y="3600000"/>
                <a:ext cx="365760" cy="70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8" name="直線コネクタ 106217">
                <a:extLst>
                  <a:ext uri="{FF2B5EF4-FFF2-40B4-BE49-F238E27FC236}">
                    <a16:creationId xmlns:a16="http://schemas.microsoft.com/office/drawing/2014/main" id="{496DF971-381B-46BC-9CE8-015EDD80194E}"/>
                  </a:ext>
                </a:extLst>
              </p:cNvPr>
              <p:cNvCxnSpPr/>
              <p:nvPr/>
            </p:nvCxnSpPr>
            <p:spPr>
              <a:xfrm flipH="1">
                <a:off x="6823080" y="3600000"/>
                <a:ext cx="376920" cy="69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19" name="直線コネクタ 106218">
                <a:extLst>
                  <a:ext uri="{FF2B5EF4-FFF2-40B4-BE49-F238E27FC236}">
                    <a16:creationId xmlns:a16="http://schemas.microsoft.com/office/drawing/2014/main" id="{C1EF8431-2C3D-44F8-895A-5F3A869C3AFD}"/>
                  </a:ext>
                </a:extLst>
              </p:cNvPr>
              <p:cNvCxnSpPr/>
              <p:nvPr/>
            </p:nvCxnSpPr>
            <p:spPr>
              <a:xfrm flipH="1">
                <a:off x="6811560" y="3600000"/>
                <a:ext cx="388440" cy="67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0" name="直線コネクタ 106219">
                <a:extLst>
                  <a:ext uri="{FF2B5EF4-FFF2-40B4-BE49-F238E27FC236}">
                    <a16:creationId xmlns:a16="http://schemas.microsoft.com/office/drawing/2014/main" id="{25BEBF28-145A-4AA1-BEC5-E76C68151CDA}"/>
                  </a:ext>
                </a:extLst>
              </p:cNvPr>
              <p:cNvCxnSpPr/>
              <p:nvPr/>
            </p:nvCxnSpPr>
            <p:spPr>
              <a:xfrm flipH="1">
                <a:off x="6984360" y="3600000"/>
                <a:ext cx="215640" cy="94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1" name="直線コネクタ 106220">
                <a:extLst>
                  <a:ext uri="{FF2B5EF4-FFF2-40B4-BE49-F238E27FC236}">
                    <a16:creationId xmlns:a16="http://schemas.microsoft.com/office/drawing/2014/main" id="{454B09E1-5E7C-41A9-8ACC-7B5919DE6CDF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4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2" name="直線コネクタ 106221">
                <a:extLst>
                  <a:ext uri="{FF2B5EF4-FFF2-40B4-BE49-F238E27FC236}">
                    <a16:creationId xmlns:a16="http://schemas.microsoft.com/office/drawing/2014/main" id="{F286264B-49E1-4AE6-B4CB-5CBAB735C5D7}"/>
                  </a:ext>
                </a:extLst>
              </p:cNvPr>
              <p:cNvCxnSpPr/>
              <p:nvPr/>
            </p:nvCxnSpPr>
            <p:spPr>
              <a:xfrm flipH="1">
                <a:off x="6967440" y="3600000"/>
                <a:ext cx="232560" cy="90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3" name="直線コネクタ 106222">
                <a:extLst>
                  <a:ext uri="{FF2B5EF4-FFF2-40B4-BE49-F238E27FC236}">
                    <a16:creationId xmlns:a16="http://schemas.microsoft.com/office/drawing/2014/main" id="{0B152572-F167-46A6-8590-10CE059DE92B}"/>
                  </a:ext>
                </a:extLst>
              </p:cNvPr>
              <p:cNvCxnSpPr/>
              <p:nvPr/>
            </p:nvCxnSpPr>
            <p:spPr>
              <a:xfrm flipH="1">
                <a:off x="6958800" y="3600000"/>
                <a:ext cx="241200" cy="89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4" name="直線コネクタ 106223">
                <a:extLst>
                  <a:ext uri="{FF2B5EF4-FFF2-40B4-BE49-F238E27FC236}">
                    <a16:creationId xmlns:a16="http://schemas.microsoft.com/office/drawing/2014/main" id="{E6983B32-5F40-46CA-8BC8-2DE6A8C58DF8}"/>
                  </a:ext>
                </a:extLst>
              </p:cNvPr>
              <p:cNvCxnSpPr/>
              <p:nvPr/>
            </p:nvCxnSpPr>
            <p:spPr>
              <a:xfrm flipH="1">
                <a:off x="6949800" y="3600000"/>
                <a:ext cx="250200" cy="87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5" name="直線コネクタ 106224">
                <a:extLst>
                  <a:ext uri="{FF2B5EF4-FFF2-40B4-BE49-F238E27FC236}">
                    <a16:creationId xmlns:a16="http://schemas.microsoft.com/office/drawing/2014/main" id="{55E5FAFF-DD56-4173-B9A8-10BBC1801203}"/>
                  </a:ext>
                </a:extLst>
              </p:cNvPr>
              <p:cNvCxnSpPr/>
              <p:nvPr/>
            </p:nvCxnSpPr>
            <p:spPr>
              <a:xfrm flipH="1">
                <a:off x="6940440" y="3600000"/>
                <a:ext cx="259560" cy="86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6" name="直線コネクタ 106225">
                <a:extLst>
                  <a:ext uri="{FF2B5EF4-FFF2-40B4-BE49-F238E27FC236}">
                    <a16:creationId xmlns:a16="http://schemas.microsoft.com/office/drawing/2014/main" id="{BDBB6BB8-A281-4DE9-B5B8-A8C3228AC5DF}"/>
                  </a:ext>
                </a:extLst>
              </p:cNvPr>
              <p:cNvCxnSpPr/>
              <p:nvPr/>
            </p:nvCxnSpPr>
            <p:spPr>
              <a:xfrm flipH="1">
                <a:off x="6931080" y="3600000"/>
                <a:ext cx="268920" cy="84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7" name="直線コネクタ 106226">
                <a:extLst>
                  <a:ext uri="{FF2B5EF4-FFF2-40B4-BE49-F238E27FC236}">
                    <a16:creationId xmlns:a16="http://schemas.microsoft.com/office/drawing/2014/main" id="{D9924D9F-A771-480F-A489-5256BD5D31ED}"/>
                  </a:ext>
                </a:extLst>
              </p:cNvPr>
              <p:cNvCxnSpPr/>
              <p:nvPr/>
            </p:nvCxnSpPr>
            <p:spPr>
              <a:xfrm flipH="1">
                <a:off x="6921360" y="3600000"/>
                <a:ext cx="278640" cy="831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8" name="直線コネクタ 106227">
                <a:extLst>
                  <a:ext uri="{FF2B5EF4-FFF2-40B4-BE49-F238E27FC236}">
                    <a16:creationId xmlns:a16="http://schemas.microsoft.com/office/drawing/2014/main" id="{88358768-A03A-4923-A43C-AD2AE6EDBA3D}"/>
                  </a:ext>
                </a:extLst>
              </p:cNvPr>
              <p:cNvCxnSpPr/>
              <p:nvPr/>
            </p:nvCxnSpPr>
            <p:spPr>
              <a:xfrm flipH="1">
                <a:off x="6911280" y="3600000"/>
                <a:ext cx="288720" cy="81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29" name="直線コネクタ 106228">
                <a:extLst>
                  <a:ext uri="{FF2B5EF4-FFF2-40B4-BE49-F238E27FC236}">
                    <a16:creationId xmlns:a16="http://schemas.microsoft.com/office/drawing/2014/main" id="{AB48293A-C227-481A-9185-2D649B6E0EFE}"/>
                  </a:ext>
                </a:extLst>
              </p:cNvPr>
              <p:cNvCxnSpPr/>
              <p:nvPr/>
            </p:nvCxnSpPr>
            <p:spPr>
              <a:xfrm flipH="1">
                <a:off x="6900840" y="3600000"/>
                <a:ext cx="299160" cy="802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0" name="直線コネクタ 106229">
                <a:extLst>
                  <a:ext uri="{FF2B5EF4-FFF2-40B4-BE49-F238E27FC236}">
                    <a16:creationId xmlns:a16="http://schemas.microsoft.com/office/drawing/2014/main" id="{C3DE9927-D3E6-40A2-9A84-36AEBF263479}"/>
                  </a:ext>
                </a:extLst>
              </p:cNvPr>
              <p:cNvCxnSpPr/>
              <p:nvPr/>
            </p:nvCxnSpPr>
            <p:spPr>
              <a:xfrm flipH="1">
                <a:off x="6893640" y="3600000"/>
                <a:ext cx="306360" cy="78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1" name="直線コネクタ 106230">
                <a:extLst>
                  <a:ext uri="{FF2B5EF4-FFF2-40B4-BE49-F238E27FC236}">
                    <a16:creationId xmlns:a16="http://schemas.microsoft.com/office/drawing/2014/main" id="{D3023D2E-9020-44BA-AA76-E50ED6288BBB}"/>
                  </a:ext>
                </a:extLst>
              </p:cNvPr>
              <p:cNvCxnSpPr/>
              <p:nvPr/>
            </p:nvCxnSpPr>
            <p:spPr>
              <a:xfrm flipH="1">
                <a:off x="6883200" y="3600000"/>
                <a:ext cx="316800" cy="77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2" name="直線コネクタ 106231">
                <a:extLst>
                  <a:ext uri="{FF2B5EF4-FFF2-40B4-BE49-F238E27FC236}">
                    <a16:creationId xmlns:a16="http://schemas.microsoft.com/office/drawing/2014/main" id="{BCE09423-AB07-4685-9752-0C2D3B2580A7}"/>
                  </a:ext>
                </a:extLst>
              </p:cNvPr>
              <p:cNvCxnSpPr/>
              <p:nvPr/>
            </p:nvCxnSpPr>
            <p:spPr>
              <a:xfrm flipH="1">
                <a:off x="6872040" y="3600000"/>
                <a:ext cx="327960" cy="758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3" name="直線コネクタ 106232">
                <a:extLst>
                  <a:ext uri="{FF2B5EF4-FFF2-40B4-BE49-F238E27FC236}">
                    <a16:creationId xmlns:a16="http://schemas.microsoft.com/office/drawing/2014/main" id="{FE970A57-1D33-4328-9CDA-88886FB9C876}"/>
                  </a:ext>
                </a:extLst>
              </p:cNvPr>
              <p:cNvCxnSpPr/>
              <p:nvPr/>
            </p:nvCxnSpPr>
            <p:spPr>
              <a:xfrm flipH="1">
                <a:off x="6864120" y="3600000"/>
                <a:ext cx="335880" cy="743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4" name="直線コネクタ 106233">
                <a:extLst>
                  <a:ext uri="{FF2B5EF4-FFF2-40B4-BE49-F238E27FC236}">
                    <a16:creationId xmlns:a16="http://schemas.microsoft.com/office/drawing/2014/main" id="{688B8DF0-492A-48BC-B1C4-DEA07A588FFA}"/>
                  </a:ext>
                </a:extLst>
              </p:cNvPr>
              <p:cNvCxnSpPr/>
              <p:nvPr/>
            </p:nvCxnSpPr>
            <p:spPr>
              <a:xfrm flipH="1">
                <a:off x="6852960" y="3600000"/>
                <a:ext cx="347040" cy="730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5" name="直線コネクタ 106234">
                <a:extLst>
                  <a:ext uri="{FF2B5EF4-FFF2-40B4-BE49-F238E27FC236}">
                    <a16:creationId xmlns:a16="http://schemas.microsoft.com/office/drawing/2014/main" id="{8B207C0E-9B19-4263-BC05-EB15D9CF2C66}"/>
                  </a:ext>
                </a:extLst>
              </p:cNvPr>
              <p:cNvCxnSpPr/>
              <p:nvPr/>
            </p:nvCxnSpPr>
            <p:spPr>
              <a:xfrm flipH="1">
                <a:off x="6841440" y="3600000"/>
                <a:ext cx="358560" cy="71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6" name="直線コネクタ 106235">
                <a:extLst>
                  <a:ext uri="{FF2B5EF4-FFF2-40B4-BE49-F238E27FC236}">
                    <a16:creationId xmlns:a16="http://schemas.microsoft.com/office/drawing/2014/main" id="{18624F78-1B79-4692-80F3-E60246BE0B0F}"/>
                  </a:ext>
                </a:extLst>
              </p:cNvPr>
              <p:cNvCxnSpPr/>
              <p:nvPr/>
            </p:nvCxnSpPr>
            <p:spPr>
              <a:xfrm flipH="1">
                <a:off x="6829560" y="3600000"/>
                <a:ext cx="370440" cy="704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7" name="直線コネクタ 106236">
                <a:extLst>
                  <a:ext uri="{FF2B5EF4-FFF2-40B4-BE49-F238E27FC236}">
                    <a16:creationId xmlns:a16="http://schemas.microsoft.com/office/drawing/2014/main" id="{B00B0DCB-1CA0-4E54-B77F-58251D3FDD56}"/>
                  </a:ext>
                </a:extLst>
              </p:cNvPr>
              <p:cNvCxnSpPr/>
              <p:nvPr/>
            </p:nvCxnSpPr>
            <p:spPr>
              <a:xfrm flipH="1">
                <a:off x="6820560" y="3600000"/>
                <a:ext cx="379440" cy="68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8" name="直線コネクタ 106237">
                <a:extLst>
                  <a:ext uri="{FF2B5EF4-FFF2-40B4-BE49-F238E27FC236}">
                    <a16:creationId xmlns:a16="http://schemas.microsoft.com/office/drawing/2014/main" id="{7E3CA163-3126-43FB-A5BE-580B9F11E181}"/>
                  </a:ext>
                </a:extLst>
              </p:cNvPr>
              <p:cNvCxnSpPr/>
              <p:nvPr/>
            </p:nvCxnSpPr>
            <p:spPr>
              <a:xfrm flipH="1">
                <a:off x="6808320" y="3600000"/>
                <a:ext cx="391680" cy="677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39" name="直線コネクタ 106238">
                <a:extLst>
                  <a:ext uri="{FF2B5EF4-FFF2-40B4-BE49-F238E27FC236}">
                    <a16:creationId xmlns:a16="http://schemas.microsoft.com/office/drawing/2014/main" id="{B5F4F562-6357-4F1F-9519-ED76F95F0087}"/>
                  </a:ext>
                </a:extLst>
              </p:cNvPr>
              <p:cNvCxnSpPr/>
              <p:nvPr/>
            </p:nvCxnSpPr>
            <p:spPr>
              <a:xfrm flipH="1">
                <a:off x="6798960" y="3600000"/>
                <a:ext cx="401040" cy="663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0" name="直線コネクタ 106239">
                <a:extLst>
                  <a:ext uri="{FF2B5EF4-FFF2-40B4-BE49-F238E27FC236}">
                    <a16:creationId xmlns:a16="http://schemas.microsoft.com/office/drawing/2014/main" id="{FC03E9DB-BBEB-4E98-8843-0B42E928CDCD}"/>
                  </a:ext>
                </a:extLst>
              </p:cNvPr>
              <p:cNvCxnSpPr/>
              <p:nvPr/>
            </p:nvCxnSpPr>
            <p:spPr>
              <a:xfrm flipH="1">
                <a:off x="6789600" y="3600000"/>
                <a:ext cx="410400" cy="64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1" name="直線コネクタ 106240">
                <a:extLst>
                  <a:ext uri="{FF2B5EF4-FFF2-40B4-BE49-F238E27FC236}">
                    <a16:creationId xmlns:a16="http://schemas.microsoft.com/office/drawing/2014/main" id="{D5016760-A308-4B5A-BA64-A8BAA4041E4F}"/>
                  </a:ext>
                </a:extLst>
              </p:cNvPr>
              <p:cNvCxnSpPr/>
              <p:nvPr/>
            </p:nvCxnSpPr>
            <p:spPr>
              <a:xfrm flipH="1">
                <a:off x="6776640" y="3600000"/>
                <a:ext cx="423360" cy="637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2" name="直線コネクタ 106241">
                <a:extLst>
                  <a:ext uri="{FF2B5EF4-FFF2-40B4-BE49-F238E27FC236}">
                    <a16:creationId xmlns:a16="http://schemas.microsoft.com/office/drawing/2014/main" id="{B85141B5-F88F-44FC-BF0C-9C7B95A00F5B}"/>
                  </a:ext>
                </a:extLst>
              </p:cNvPr>
              <p:cNvCxnSpPr/>
              <p:nvPr/>
            </p:nvCxnSpPr>
            <p:spPr>
              <a:xfrm flipH="1">
                <a:off x="6766560" y="3600000"/>
                <a:ext cx="433440" cy="62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3" name="直線コネクタ 106242">
                <a:extLst>
                  <a:ext uri="{FF2B5EF4-FFF2-40B4-BE49-F238E27FC236}">
                    <a16:creationId xmlns:a16="http://schemas.microsoft.com/office/drawing/2014/main" id="{803A41D9-1C44-40C9-9C2B-1342C168EEFF}"/>
                  </a:ext>
                </a:extLst>
              </p:cNvPr>
              <p:cNvCxnSpPr/>
              <p:nvPr/>
            </p:nvCxnSpPr>
            <p:spPr>
              <a:xfrm flipH="1">
                <a:off x="6756480" y="3600000"/>
                <a:ext cx="443520" cy="610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4" name="直線コネクタ 106243">
                <a:extLst>
                  <a:ext uri="{FF2B5EF4-FFF2-40B4-BE49-F238E27FC236}">
                    <a16:creationId xmlns:a16="http://schemas.microsoft.com/office/drawing/2014/main" id="{7F8BF663-42C4-4D25-89BB-E0E0E97F065A}"/>
                  </a:ext>
                </a:extLst>
              </p:cNvPr>
              <p:cNvCxnSpPr/>
              <p:nvPr/>
            </p:nvCxnSpPr>
            <p:spPr>
              <a:xfrm flipH="1">
                <a:off x="6743160" y="3600000"/>
                <a:ext cx="456840" cy="599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5" name="直線コネクタ 106244">
                <a:extLst>
                  <a:ext uri="{FF2B5EF4-FFF2-40B4-BE49-F238E27FC236}">
                    <a16:creationId xmlns:a16="http://schemas.microsoft.com/office/drawing/2014/main" id="{BEBBB0F4-9531-4DF7-93D8-D6CE7D536742}"/>
                  </a:ext>
                </a:extLst>
              </p:cNvPr>
              <p:cNvCxnSpPr/>
              <p:nvPr/>
            </p:nvCxnSpPr>
            <p:spPr>
              <a:xfrm flipH="1">
                <a:off x="6732360" y="3600000"/>
                <a:ext cx="467640" cy="58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6" name="直線コネクタ 106245">
                <a:extLst>
                  <a:ext uri="{FF2B5EF4-FFF2-40B4-BE49-F238E27FC236}">
                    <a16:creationId xmlns:a16="http://schemas.microsoft.com/office/drawing/2014/main" id="{DF9A8A43-6C95-4D67-985F-5745159A6EE9}"/>
                  </a:ext>
                </a:extLst>
              </p:cNvPr>
              <p:cNvCxnSpPr/>
              <p:nvPr/>
            </p:nvCxnSpPr>
            <p:spPr>
              <a:xfrm flipH="1">
                <a:off x="6721560" y="3600000"/>
                <a:ext cx="478440" cy="57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7" name="直線コネクタ 106246">
                <a:extLst>
                  <a:ext uri="{FF2B5EF4-FFF2-40B4-BE49-F238E27FC236}">
                    <a16:creationId xmlns:a16="http://schemas.microsoft.com/office/drawing/2014/main" id="{B965765B-873E-415F-9CB8-69843998899A}"/>
                  </a:ext>
                </a:extLst>
              </p:cNvPr>
              <p:cNvCxnSpPr/>
              <p:nvPr/>
            </p:nvCxnSpPr>
            <p:spPr>
              <a:xfrm flipH="1">
                <a:off x="6707520" y="3600000"/>
                <a:ext cx="492480" cy="563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8" name="直線コネクタ 106247">
                <a:extLst>
                  <a:ext uri="{FF2B5EF4-FFF2-40B4-BE49-F238E27FC236}">
                    <a16:creationId xmlns:a16="http://schemas.microsoft.com/office/drawing/2014/main" id="{E0970342-9A47-4467-A124-DD34E2DA2ADF}"/>
                  </a:ext>
                </a:extLst>
              </p:cNvPr>
              <p:cNvCxnSpPr/>
              <p:nvPr/>
            </p:nvCxnSpPr>
            <p:spPr>
              <a:xfrm flipH="1">
                <a:off x="6696360" y="3600000"/>
                <a:ext cx="503640" cy="55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49" name="直線コネクタ 106248">
                <a:extLst>
                  <a:ext uri="{FF2B5EF4-FFF2-40B4-BE49-F238E27FC236}">
                    <a16:creationId xmlns:a16="http://schemas.microsoft.com/office/drawing/2014/main" id="{0A148B1C-08F7-4CC7-92CC-B26A708DCADB}"/>
                  </a:ext>
                </a:extLst>
              </p:cNvPr>
              <p:cNvCxnSpPr/>
              <p:nvPr/>
            </p:nvCxnSpPr>
            <p:spPr>
              <a:xfrm flipH="1">
                <a:off x="6684840" y="3600000"/>
                <a:ext cx="515160" cy="53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0" name="直線コネクタ 106249">
                <a:extLst>
                  <a:ext uri="{FF2B5EF4-FFF2-40B4-BE49-F238E27FC236}">
                    <a16:creationId xmlns:a16="http://schemas.microsoft.com/office/drawing/2014/main" id="{B0EA80BD-3DAF-4DD8-A04D-27061AA6F61A}"/>
                  </a:ext>
                </a:extLst>
              </p:cNvPr>
              <p:cNvCxnSpPr/>
              <p:nvPr/>
            </p:nvCxnSpPr>
            <p:spPr>
              <a:xfrm flipH="1">
                <a:off x="6672960" y="3600000"/>
                <a:ext cx="527040" cy="52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1" name="直線コネクタ 106250">
                <a:extLst>
                  <a:ext uri="{FF2B5EF4-FFF2-40B4-BE49-F238E27FC236}">
                    <a16:creationId xmlns:a16="http://schemas.microsoft.com/office/drawing/2014/main" id="{3A57FB20-868B-4498-93F4-1554FE7A20E0}"/>
                  </a:ext>
                </a:extLst>
              </p:cNvPr>
              <p:cNvCxnSpPr/>
              <p:nvPr/>
            </p:nvCxnSpPr>
            <p:spPr>
              <a:xfrm flipH="1">
                <a:off x="6661080" y="3600000"/>
                <a:ext cx="538920" cy="51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2" name="直線コネクタ 106251">
                <a:extLst>
                  <a:ext uri="{FF2B5EF4-FFF2-40B4-BE49-F238E27FC236}">
                    <a16:creationId xmlns:a16="http://schemas.microsoft.com/office/drawing/2014/main" id="{1EA5A71C-DDA5-404B-A03A-50DAD5D5F56B}"/>
                  </a:ext>
                </a:extLst>
              </p:cNvPr>
              <p:cNvCxnSpPr/>
              <p:nvPr/>
            </p:nvCxnSpPr>
            <p:spPr>
              <a:xfrm flipH="1">
                <a:off x="6648840" y="3600000"/>
                <a:ext cx="551160" cy="503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3" name="直線コネクタ 106252">
                <a:extLst>
                  <a:ext uri="{FF2B5EF4-FFF2-40B4-BE49-F238E27FC236}">
                    <a16:creationId xmlns:a16="http://schemas.microsoft.com/office/drawing/2014/main" id="{EE02D2A2-6926-4D21-8265-C111A521B652}"/>
                  </a:ext>
                </a:extLst>
              </p:cNvPr>
              <p:cNvCxnSpPr/>
              <p:nvPr/>
            </p:nvCxnSpPr>
            <p:spPr>
              <a:xfrm flipH="1">
                <a:off x="6636600" y="3600000"/>
                <a:ext cx="563400" cy="49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4" name="直線コネクタ 106253">
                <a:extLst>
                  <a:ext uri="{FF2B5EF4-FFF2-40B4-BE49-F238E27FC236}">
                    <a16:creationId xmlns:a16="http://schemas.microsoft.com/office/drawing/2014/main" id="{629B54D7-BBD3-44D3-BF59-9D4A9D219C11}"/>
                  </a:ext>
                </a:extLst>
              </p:cNvPr>
              <p:cNvCxnSpPr/>
              <p:nvPr/>
            </p:nvCxnSpPr>
            <p:spPr>
              <a:xfrm flipH="1">
                <a:off x="6626160" y="3600000"/>
                <a:ext cx="573840" cy="47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5" name="直線コネクタ 106254">
                <a:extLst>
                  <a:ext uri="{FF2B5EF4-FFF2-40B4-BE49-F238E27FC236}">
                    <a16:creationId xmlns:a16="http://schemas.microsoft.com/office/drawing/2014/main" id="{8598E3B2-8851-4645-97EE-70D2AA6BD3C7}"/>
                  </a:ext>
                </a:extLst>
              </p:cNvPr>
              <p:cNvCxnSpPr/>
              <p:nvPr/>
            </p:nvCxnSpPr>
            <p:spPr>
              <a:xfrm flipH="1">
                <a:off x="6613560" y="3600000"/>
                <a:ext cx="586440" cy="4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6" name="直線コネクタ 106255">
                <a:extLst>
                  <a:ext uri="{FF2B5EF4-FFF2-40B4-BE49-F238E27FC236}">
                    <a16:creationId xmlns:a16="http://schemas.microsoft.com/office/drawing/2014/main" id="{F4AE39BB-DBA3-46B5-87C5-D859D41D99DD}"/>
                  </a:ext>
                </a:extLst>
              </p:cNvPr>
              <p:cNvCxnSpPr/>
              <p:nvPr/>
            </p:nvCxnSpPr>
            <p:spPr>
              <a:xfrm flipH="1">
                <a:off x="6600600" y="3600000"/>
                <a:ext cx="599400" cy="456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7" name="直線コネクタ 106256">
                <a:extLst>
                  <a:ext uri="{FF2B5EF4-FFF2-40B4-BE49-F238E27FC236}">
                    <a16:creationId xmlns:a16="http://schemas.microsoft.com/office/drawing/2014/main" id="{DDB1B8EB-87CA-438B-BF93-7AA8E5B30B1B}"/>
                  </a:ext>
                </a:extLst>
              </p:cNvPr>
              <p:cNvCxnSpPr/>
              <p:nvPr/>
            </p:nvCxnSpPr>
            <p:spPr>
              <a:xfrm flipH="1">
                <a:off x="6589440" y="3600000"/>
                <a:ext cx="610560" cy="443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8" name="直線コネクタ 106257">
                <a:extLst>
                  <a:ext uri="{FF2B5EF4-FFF2-40B4-BE49-F238E27FC236}">
                    <a16:creationId xmlns:a16="http://schemas.microsoft.com/office/drawing/2014/main" id="{05D54464-D324-4482-A099-86202CA36EC5}"/>
                  </a:ext>
                </a:extLst>
              </p:cNvPr>
              <p:cNvCxnSpPr/>
              <p:nvPr/>
            </p:nvCxnSpPr>
            <p:spPr>
              <a:xfrm flipH="1">
                <a:off x="6576120" y="3600000"/>
                <a:ext cx="623880" cy="433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59" name="直線コネクタ 106258">
                <a:extLst>
                  <a:ext uri="{FF2B5EF4-FFF2-40B4-BE49-F238E27FC236}">
                    <a16:creationId xmlns:a16="http://schemas.microsoft.com/office/drawing/2014/main" id="{581436BB-0A76-450D-93BD-8615DA57C050}"/>
                  </a:ext>
                </a:extLst>
              </p:cNvPr>
              <p:cNvCxnSpPr/>
              <p:nvPr/>
            </p:nvCxnSpPr>
            <p:spPr>
              <a:xfrm flipH="1">
                <a:off x="6562440" y="3600000"/>
                <a:ext cx="637560" cy="42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0" name="直線コネクタ 106259">
                <a:extLst>
                  <a:ext uri="{FF2B5EF4-FFF2-40B4-BE49-F238E27FC236}">
                    <a16:creationId xmlns:a16="http://schemas.microsoft.com/office/drawing/2014/main" id="{B0749567-4BFD-4B18-A41D-7E0C90A0026F}"/>
                  </a:ext>
                </a:extLst>
              </p:cNvPr>
              <p:cNvCxnSpPr/>
              <p:nvPr/>
            </p:nvCxnSpPr>
            <p:spPr>
              <a:xfrm flipH="1">
                <a:off x="6550920" y="3600000"/>
                <a:ext cx="649080" cy="41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1" name="直線コネクタ 106260">
                <a:extLst>
                  <a:ext uri="{FF2B5EF4-FFF2-40B4-BE49-F238E27FC236}">
                    <a16:creationId xmlns:a16="http://schemas.microsoft.com/office/drawing/2014/main" id="{A0FC9804-FDAA-4BB1-B561-6FCEBF8598E0}"/>
                  </a:ext>
                </a:extLst>
              </p:cNvPr>
              <p:cNvCxnSpPr/>
              <p:nvPr/>
            </p:nvCxnSpPr>
            <p:spPr>
              <a:xfrm flipH="1">
                <a:off x="6536880" y="3600000"/>
                <a:ext cx="663120" cy="40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2" name="直線コネクタ 106261">
                <a:extLst>
                  <a:ext uri="{FF2B5EF4-FFF2-40B4-BE49-F238E27FC236}">
                    <a16:creationId xmlns:a16="http://schemas.microsoft.com/office/drawing/2014/main" id="{D8DFFA68-C1F7-41C0-8688-5B6255BF4EB8}"/>
                  </a:ext>
                </a:extLst>
              </p:cNvPr>
              <p:cNvCxnSpPr/>
              <p:nvPr/>
            </p:nvCxnSpPr>
            <p:spPr>
              <a:xfrm flipH="1">
                <a:off x="6522840" y="3600000"/>
                <a:ext cx="677160" cy="39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3" name="直線コネクタ 106262">
                <a:extLst>
                  <a:ext uri="{FF2B5EF4-FFF2-40B4-BE49-F238E27FC236}">
                    <a16:creationId xmlns:a16="http://schemas.microsoft.com/office/drawing/2014/main" id="{A0C6CA6D-32B6-4D6F-A542-4319A8EF8D3A}"/>
                  </a:ext>
                </a:extLst>
              </p:cNvPr>
              <p:cNvCxnSpPr/>
              <p:nvPr/>
            </p:nvCxnSpPr>
            <p:spPr>
              <a:xfrm flipH="1">
                <a:off x="6510240" y="3600000"/>
                <a:ext cx="689760" cy="379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4" name="直線コネクタ 106263">
                <a:extLst>
                  <a:ext uri="{FF2B5EF4-FFF2-40B4-BE49-F238E27FC236}">
                    <a16:creationId xmlns:a16="http://schemas.microsoft.com/office/drawing/2014/main" id="{CC354BAB-CF0F-41EA-B566-3E78F0DD5F99}"/>
                  </a:ext>
                </a:extLst>
              </p:cNvPr>
              <p:cNvCxnSpPr/>
              <p:nvPr/>
            </p:nvCxnSpPr>
            <p:spPr>
              <a:xfrm flipH="1">
                <a:off x="6495840" y="3600000"/>
                <a:ext cx="704160" cy="37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5" name="直線コネクタ 106264">
                <a:extLst>
                  <a:ext uri="{FF2B5EF4-FFF2-40B4-BE49-F238E27FC236}">
                    <a16:creationId xmlns:a16="http://schemas.microsoft.com/office/drawing/2014/main" id="{EF10DAD0-2F61-4C3D-B102-6128DAEE6F87}"/>
                  </a:ext>
                </a:extLst>
              </p:cNvPr>
              <p:cNvCxnSpPr/>
              <p:nvPr/>
            </p:nvCxnSpPr>
            <p:spPr>
              <a:xfrm flipH="1">
                <a:off x="6482880" y="3600000"/>
                <a:ext cx="717120" cy="35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6" name="直線コネクタ 106265">
                <a:extLst>
                  <a:ext uri="{FF2B5EF4-FFF2-40B4-BE49-F238E27FC236}">
                    <a16:creationId xmlns:a16="http://schemas.microsoft.com/office/drawing/2014/main" id="{933BB6FD-1798-489A-AF03-BEF1C722C975}"/>
                  </a:ext>
                </a:extLst>
              </p:cNvPr>
              <p:cNvCxnSpPr/>
              <p:nvPr/>
            </p:nvCxnSpPr>
            <p:spPr>
              <a:xfrm flipH="1">
                <a:off x="6469920" y="3600000"/>
                <a:ext cx="730080" cy="34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7" name="直線コネクタ 106266">
                <a:extLst>
                  <a:ext uri="{FF2B5EF4-FFF2-40B4-BE49-F238E27FC236}">
                    <a16:creationId xmlns:a16="http://schemas.microsoft.com/office/drawing/2014/main" id="{F404FC33-0B77-4490-B5A0-404B246A29EB}"/>
                  </a:ext>
                </a:extLst>
              </p:cNvPr>
              <p:cNvCxnSpPr/>
              <p:nvPr/>
            </p:nvCxnSpPr>
            <p:spPr>
              <a:xfrm flipH="1">
                <a:off x="6456240" y="3600000"/>
                <a:ext cx="743760" cy="335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8" name="直線コネクタ 106267">
                <a:extLst>
                  <a:ext uri="{FF2B5EF4-FFF2-40B4-BE49-F238E27FC236}">
                    <a16:creationId xmlns:a16="http://schemas.microsoft.com/office/drawing/2014/main" id="{340E387A-826E-4985-9FCB-6573F571C198}"/>
                  </a:ext>
                </a:extLst>
              </p:cNvPr>
              <p:cNvCxnSpPr/>
              <p:nvPr/>
            </p:nvCxnSpPr>
            <p:spPr>
              <a:xfrm flipH="1">
                <a:off x="6441120" y="3600000"/>
                <a:ext cx="758880" cy="32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69" name="直線コネクタ 106268">
                <a:extLst>
                  <a:ext uri="{FF2B5EF4-FFF2-40B4-BE49-F238E27FC236}">
                    <a16:creationId xmlns:a16="http://schemas.microsoft.com/office/drawing/2014/main" id="{3F7A0F56-BFE3-445B-9D97-1BBC6316831D}"/>
                  </a:ext>
                </a:extLst>
              </p:cNvPr>
              <p:cNvCxnSpPr/>
              <p:nvPr/>
            </p:nvCxnSpPr>
            <p:spPr>
              <a:xfrm flipH="1">
                <a:off x="6427440" y="3600000"/>
                <a:ext cx="772560" cy="31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0" name="直線コネクタ 106269">
                <a:extLst>
                  <a:ext uri="{FF2B5EF4-FFF2-40B4-BE49-F238E27FC236}">
                    <a16:creationId xmlns:a16="http://schemas.microsoft.com/office/drawing/2014/main" id="{2BCA9C8D-02E2-45ED-9A4F-A87DDE53637A}"/>
                  </a:ext>
                </a:extLst>
              </p:cNvPr>
              <p:cNvCxnSpPr/>
              <p:nvPr/>
            </p:nvCxnSpPr>
            <p:spPr>
              <a:xfrm flipH="1">
                <a:off x="6413040" y="3600000"/>
                <a:ext cx="786960" cy="306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1" name="直線コネクタ 106270">
                <a:extLst>
                  <a:ext uri="{FF2B5EF4-FFF2-40B4-BE49-F238E27FC236}">
                    <a16:creationId xmlns:a16="http://schemas.microsoft.com/office/drawing/2014/main" id="{9B7287AD-C631-4B1F-9D36-DE0AE00000C9}"/>
                  </a:ext>
                </a:extLst>
              </p:cNvPr>
              <p:cNvCxnSpPr/>
              <p:nvPr/>
            </p:nvCxnSpPr>
            <p:spPr>
              <a:xfrm flipH="1">
                <a:off x="6397560" y="3600000"/>
                <a:ext cx="802440" cy="299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2" name="直線コネクタ 106271">
                <a:extLst>
                  <a:ext uri="{FF2B5EF4-FFF2-40B4-BE49-F238E27FC236}">
                    <a16:creationId xmlns:a16="http://schemas.microsoft.com/office/drawing/2014/main" id="{1E73586F-FF02-4A61-93C2-EC412DC56563}"/>
                  </a:ext>
                </a:extLst>
              </p:cNvPr>
              <p:cNvCxnSpPr/>
              <p:nvPr/>
            </p:nvCxnSpPr>
            <p:spPr>
              <a:xfrm flipH="1">
                <a:off x="6382800" y="3600000"/>
                <a:ext cx="817200" cy="2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3" name="直線コネクタ 106272">
                <a:extLst>
                  <a:ext uri="{FF2B5EF4-FFF2-40B4-BE49-F238E27FC236}">
                    <a16:creationId xmlns:a16="http://schemas.microsoft.com/office/drawing/2014/main" id="{544301E7-D83C-4225-89FC-6069FB676253}"/>
                  </a:ext>
                </a:extLst>
              </p:cNvPr>
              <p:cNvCxnSpPr/>
              <p:nvPr/>
            </p:nvCxnSpPr>
            <p:spPr>
              <a:xfrm flipH="1">
                <a:off x="6368040" y="3600000"/>
                <a:ext cx="831960" cy="27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4" name="直線コネクタ 106273">
                <a:extLst>
                  <a:ext uri="{FF2B5EF4-FFF2-40B4-BE49-F238E27FC236}">
                    <a16:creationId xmlns:a16="http://schemas.microsoft.com/office/drawing/2014/main" id="{45F4638F-008E-47D1-94EF-8E4B0EFC2AB5}"/>
                  </a:ext>
                </a:extLst>
              </p:cNvPr>
              <p:cNvCxnSpPr/>
              <p:nvPr/>
            </p:nvCxnSpPr>
            <p:spPr>
              <a:xfrm flipH="1">
                <a:off x="6353280" y="3600000"/>
                <a:ext cx="846720" cy="26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5" name="直線コネクタ 106274">
                <a:extLst>
                  <a:ext uri="{FF2B5EF4-FFF2-40B4-BE49-F238E27FC236}">
                    <a16:creationId xmlns:a16="http://schemas.microsoft.com/office/drawing/2014/main" id="{BCC55A45-51CC-48BF-8DFE-3E76CB44179B}"/>
                  </a:ext>
                </a:extLst>
              </p:cNvPr>
              <p:cNvCxnSpPr/>
              <p:nvPr/>
            </p:nvCxnSpPr>
            <p:spPr>
              <a:xfrm flipH="1">
                <a:off x="6338160" y="3600000"/>
                <a:ext cx="861840" cy="259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6" name="直線コネクタ 106275">
                <a:extLst>
                  <a:ext uri="{FF2B5EF4-FFF2-40B4-BE49-F238E27FC236}">
                    <a16:creationId xmlns:a16="http://schemas.microsoft.com/office/drawing/2014/main" id="{33D825F3-E22D-4EC4-957D-9AF48594B687}"/>
                  </a:ext>
                </a:extLst>
              </p:cNvPr>
              <p:cNvCxnSpPr/>
              <p:nvPr/>
            </p:nvCxnSpPr>
            <p:spPr>
              <a:xfrm flipH="1">
                <a:off x="6322680" y="3600000"/>
                <a:ext cx="877320" cy="250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7" name="直線コネクタ 106276">
                <a:extLst>
                  <a:ext uri="{FF2B5EF4-FFF2-40B4-BE49-F238E27FC236}">
                    <a16:creationId xmlns:a16="http://schemas.microsoft.com/office/drawing/2014/main" id="{3349D575-88C9-4955-AB61-0DDA7527CBA6}"/>
                  </a:ext>
                </a:extLst>
              </p:cNvPr>
              <p:cNvCxnSpPr/>
              <p:nvPr/>
            </p:nvCxnSpPr>
            <p:spPr>
              <a:xfrm flipH="1">
                <a:off x="6306840" y="3600000"/>
                <a:ext cx="893160" cy="241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8" name="直線コネクタ 106277">
                <a:extLst>
                  <a:ext uri="{FF2B5EF4-FFF2-40B4-BE49-F238E27FC236}">
                    <a16:creationId xmlns:a16="http://schemas.microsoft.com/office/drawing/2014/main" id="{529C259B-6CCC-4E98-8527-F2159E5B2311}"/>
                  </a:ext>
                </a:extLst>
              </p:cNvPr>
              <p:cNvCxnSpPr/>
              <p:nvPr/>
            </p:nvCxnSpPr>
            <p:spPr>
              <a:xfrm flipH="1">
                <a:off x="6291000" y="3600000"/>
                <a:ext cx="909000" cy="23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79" name="直線コネクタ 106278">
                <a:extLst>
                  <a:ext uri="{FF2B5EF4-FFF2-40B4-BE49-F238E27FC236}">
                    <a16:creationId xmlns:a16="http://schemas.microsoft.com/office/drawing/2014/main" id="{580CC7B1-F2F3-4040-B123-1A5FFD191370}"/>
                  </a:ext>
                </a:extLst>
              </p:cNvPr>
              <p:cNvCxnSpPr/>
              <p:nvPr/>
            </p:nvCxnSpPr>
            <p:spPr>
              <a:xfrm flipH="1">
                <a:off x="6275160" y="3600000"/>
                <a:ext cx="9248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0" name="直線コネクタ 106279">
                <a:extLst>
                  <a:ext uri="{FF2B5EF4-FFF2-40B4-BE49-F238E27FC236}">
                    <a16:creationId xmlns:a16="http://schemas.microsoft.com/office/drawing/2014/main" id="{22AD1D6A-CD80-456B-A169-C87522E701B6}"/>
                  </a:ext>
                </a:extLst>
              </p:cNvPr>
              <p:cNvCxnSpPr/>
              <p:nvPr/>
            </p:nvCxnSpPr>
            <p:spPr>
              <a:xfrm flipH="1">
                <a:off x="6535080" y="3600000"/>
                <a:ext cx="664920" cy="400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1" name="直線コネクタ 106280">
                <a:extLst>
                  <a:ext uri="{FF2B5EF4-FFF2-40B4-BE49-F238E27FC236}">
                    <a16:creationId xmlns:a16="http://schemas.microsoft.com/office/drawing/2014/main" id="{64677513-68CA-4856-A401-30D57554239F}"/>
                  </a:ext>
                </a:extLst>
              </p:cNvPr>
              <p:cNvCxnSpPr/>
              <p:nvPr/>
            </p:nvCxnSpPr>
            <p:spPr>
              <a:xfrm flipH="1">
                <a:off x="6521400" y="3600000"/>
                <a:ext cx="678600" cy="38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2" name="直線コネクタ 106281">
                <a:extLst>
                  <a:ext uri="{FF2B5EF4-FFF2-40B4-BE49-F238E27FC236}">
                    <a16:creationId xmlns:a16="http://schemas.microsoft.com/office/drawing/2014/main" id="{2AD53F69-F0BC-4F55-A6C9-28FE833A3A82}"/>
                  </a:ext>
                </a:extLst>
              </p:cNvPr>
              <p:cNvCxnSpPr/>
              <p:nvPr/>
            </p:nvCxnSpPr>
            <p:spPr>
              <a:xfrm flipH="1">
                <a:off x="6507360" y="3600000"/>
                <a:ext cx="692640" cy="376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3" name="直線コネクタ 106282">
                <a:extLst>
                  <a:ext uri="{FF2B5EF4-FFF2-40B4-BE49-F238E27FC236}">
                    <a16:creationId xmlns:a16="http://schemas.microsoft.com/office/drawing/2014/main" id="{FBDAA368-9276-4F7B-A7D1-18D69030E109}"/>
                  </a:ext>
                </a:extLst>
              </p:cNvPr>
              <p:cNvCxnSpPr/>
              <p:nvPr/>
            </p:nvCxnSpPr>
            <p:spPr>
              <a:xfrm flipH="1">
                <a:off x="6492960" y="3600000"/>
                <a:ext cx="707040" cy="36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4" name="直線コネクタ 106283">
                <a:extLst>
                  <a:ext uri="{FF2B5EF4-FFF2-40B4-BE49-F238E27FC236}">
                    <a16:creationId xmlns:a16="http://schemas.microsoft.com/office/drawing/2014/main" id="{C791783B-285E-4770-A756-77A35BE84B41}"/>
                  </a:ext>
                </a:extLst>
              </p:cNvPr>
              <p:cNvCxnSpPr/>
              <p:nvPr/>
            </p:nvCxnSpPr>
            <p:spPr>
              <a:xfrm flipH="1">
                <a:off x="6478920" y="3600000"/>
                <a:ext cx="721080" cy="35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5" name="直線コネクタ 106284">
                <a:extLst>
                  <a:ext uri="{FF2B5EF4-FFF2-40B4-BE49-F238E27FC236}">
                    <a16:creationId xmlns:a16="http://schemas.microsoft.com/office/drawing/2014/main" id="{2D9E9A64-40C6-4673-9A97-154ABC5AC8D8}"/>
                  </a:ext>
                </a:extLst>
              </p:cNvPr>
              <p:cNvCxnSpPr/>
              <p:nvPr/>
            </p:nvCxnSpPr>
            <p:spPr>
              <a:xfrm flipH="1">
                <a:off x="6464160" y="3600000"/>
                <a:ext cx="735840" cy="343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6" name="直線コネクタ 106285">
                <a:extLst>
                  <a:ext uri="{FF2B5EF4-FFF2-40B4-BE49-F238E27FC236}">
                    <a16:creationId xmlns:a16="http://schemas.microsoft.com/office/drawing/2014/main" id="{76277373-7685-4186-89F8-3DD4D62CCC0C}"/>
                  </a:ext>
                </a:extLst>
              </p:cNvPr>
              <p:cNvCxnSpPr/>
              <p:nvPr/>
            </p:nvCxnSpPr>
            <p:spPr>
              <a:xfrm flipH="1">
                <a:off x="6449760" y="3600000"/>
                <a:ext cx="750240" cy="33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7" name="直線コネクタ 106286">
                <a:extLst>
                  <a:ext uri="{FF2B5EF4-FFF2-40B4-BE49-F238E27FC236}">
                    <a16:creationId xmlns:a16="http://schemas.microsoft.com/office/drawing/2014/main" id="{460BEF67-C3CC-4DDB-A407-5BFBABDD20E1}"/>
                  </a:ext>
                </a:extLst>
              </p:cNvPr>
              <p:cNvCxnSpPr/>
              <p:nvPr/>
            </p:nvCxnSpPr>
            <p:spPr>
              <a:xfrm flipH="1">
                <a:off x="6435000" y="3600000"/>
                <a:ext cx="765000" cy="32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8" name="直線コネクタ 106287">
                <a:extLst>
                  <a:ext uri="{FF2B5EF4-FFF2-40B4-BE49-F238E27FC236}">
                    <a16:creationId xmlns:a16="http://schemas.microsoft.com/office/drawing/2014/main" id="{6A5AAAA3-0637-4339-86C5-9B07AC168EE8}"/>
                  </a:ext>
                </a:extLst>
              </p:cNvPr>
              <p:cNvCxnSpPr/>
              <p:nvPr/>
            </p:nvCxnSpPr>
            <p:spPr>
              <a:xfrm flipH="1">
                <a:off x="6420240" y="3600000"/>
                <a:ext cx="779760" cy="31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89" name="直線コネクタ 106288">
                <a:extLst>
                  <a:ext uri="{FF2B5EF4-FFF2-40B4-BE49-F238E27FC236}">
                    <a16:creationId xmlns:a16="http://schemas.microsoft.com/office/drawing/2014/main" id="{B45BF30F-8148-476B-B306-5946D2D88927}"/>
                  </a:ext>
                </a:extLst>
              </p:cNvPr>
              <p:cNvCxnSpPr/>
              <p:nvPr/>
            </p:nvCxnSpPr>
            <p:spPr>
              <a:xfrm flipH="1">
                <a:off x="6405120" y="3600000"/>
                <a:ext cx="794880" cy="30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0" name="直線コネクタ 106289">
                <a:extLst>
                  <a:ext uri="{FF2B5EF4-FFF2-40B4-BE49-F238E27FC236}">
                    <a16:creationId xmlns:a16="http://schemas.microsoft.com/office/drawing/2014/main" id="{F7D1717F-56B1-4690-B84E-703D87A60013}"/>
                  </a:ext>
                </a:extLst>
              </p:cNvPr>
              <p:cNvCxnSpPr/>
              <p:nvPr/>
            </p:nvCxnSpPr>
            <p:spPr>
              <a:xfrm flipH="1">
                <a:off x="6392520" y="3600000"/>
                <a:ext cx="807480" cy="292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1" name="直線コネクタ 106290">
                <a:extLst>
                  <a:ext uri="{FF2B5EF4-FFF2-40B4-BE49-F238E27FC236}">
                    <a16:creationId xmlns:a16="http://schemas.microsoft.com/office/drawing/2014/main" id="{992ECB09-3B1E-44EF-A933-0A90D78994DA}"/>
                  </a:ext>
                </a:extLst>
              </p:cNvPr>
              <p:cNvCxnSpPr/>
              <p:nvPr/>
            </p:nvCxnSpPr>
            <p:spPr>
              <a:xfrm flipH="1">
                <a:off x="6377040" y="3600000"/>
                <a:ext cx="822960" cy="283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2" name="直線コネクタ 106291">
                <a:extLst>
                  <a:ext uri="{FF2B5EF4-FFF2-40B4-BE49-F238E27FC236}">
                    <a16:creationId xmlns:a16="http://schemas.microsoft.com/office/drawing/2014/main" id="{0CA57A3F-3A48-4DCC-85A1-A3B6686E8F51}"/>
                  </a:ext>
                </a:extLst>
              </p:cNvPr>
              <p:cNvCxnSpPr/>
              <p:nvPr/>
            </p:nvCxnSpPr>
            <p:spPr>
              <a:xfrm flipH="1">
                <a:off x="6361560" y="3600000"/>
                <a:ext cx="838440" cy="27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3" name="直線コネクタ 106292">
                <a:extLst>
                  <a:ext uri="{FF2B5EF4-FFF2-40B4-BE49-F238E27FC236}">
                    <a16:creationId xmlns:a16="http://schemas.microsoft.com/office/drawing/2014/main" id="{3BC4E9F1-6078-4012-B36F-01A32373FAD2}"/>
                  </a:ext>
                </a:extLst>
              </p:cNvPr>
              <p:cNvCxnSpPr/>
              <p:nvPr/>
            </p:nvCxnSpPr>
            <p:spPr>
              <a:xfrm flipH="1">
                <a:off x="6348600" y="3600000"/>
                <a:ext cx="851400" cy="26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4" name="直線コネクタ 106293">
                <a:extLst>
                  <a:ext uri="{FF2B5EF4-FFF2-40B4-BE49-F238E27FC236}">
                    <a16:creationId xmlns:a16="http://schemas.microsoft.com/office/drawing/2014/main" id="{5BB14102-2E49-4D4A-92E1-74F955904BC8}"/>
                  </a:ext>
                </a:extLst>
              </p:cNvPr>
              <p:cNvCxnSpPr/>
              <p:nvPr/>
            </p:nvCxnSpPr>
            <p:spPr>
              <a:xfrm flipH="1">
                <a:off x="6332760" y="3600000"/>
                <a:ext cx="867240" cy="255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5" name="直線コネクタ 106294">
                <a:extLst>
                  <a:ext uri="{FF2B5EF4-FFF2-40B4-BE49-F238E27FC236}">
                    <a16:creationId xmlns:a16="http://schemas.microsoft.com/office/drawing/2014/main" id="{9CB6442E-6251-45B5-A6CC-4238A18FDACB}"/>
                  </a:ext>
                </a:extLst>
              </p:cNvPr>
              <p:cNvCxnSpPr/>
              <p:nvPr/>
            </p:nvCxnSpPr>
            <p:spPr>
              <a:xfrm flipH="1">
                <a:off x="6317280" y="3600000"/>
                <a:ext cx="882720" cy="24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6" name="直線コネクタ 106295">
                <a:extLst>
                  <a:ext uri="{FF2B5EF4-FFF2-40B4-BE49-F238E27FC236}">
                    <a16:creationId xmlns:a16="http://schemas.microsoft.com/office/drawing/2014/main" id="{5AD48735-460E-4C84-A253-21472C3626AE}"/>
                  </a:ext>
                </a:extLst>
              </p:cNvPr>
              <p:cNvCxnSpPr/>
              <p:nvPr/>
            </p:nvCxnSpPr>
            <p:spPr>
              <a:xfrm flipH="1">
                <a:off x="6301440" y="3600000"/>
                <a:ext cx="898560" cy="240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7" name="直線コネクタ 106296">
                <a:extLst>
                  <a:ext uri="{FF2B5EF4-FFF2-40B4-BE49-F238E27FC236}">
                    <a16:creationId xmlns:a16="http://schemas.microsoft.com/office/drawing/2014/main" id="{C50C563D-C813-4D88-94C5-7C0B16E27BF6}"/>
                  </a:ext>
                </a:extLst>
              </p:cNvPr>
              <p:cNvCxnSpPr/>
              <p:nvPr/>
            </p:nvCxnSpPr>
            <p:spPr>
              <a:xfrm flipH="1">
                <a:off x="6287760" y="3600000"/>
                <a:ext cx="912240" cy="230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8" name="直線コネクタ 106297">
                <a:extLst>
                  <a:ext uri="{FF2B5EF4-FFF2-40B4-BE49-F238E27FC236}">
                    <a16:creationId xmlns:a16="http://schemas.microsoft.com/office/drawing/2014/main" id="{DBE7B354-2095-424F-832F-AC203BF567A5}"/>
                  </a:ext>
                </a:extLst>
              </p:cNvPr>
              <p:cNvCxnSpPr/>
              <p:nvPr/>
            </p:nvCxnSpPr>
            <p:spPr>
              <a:xfrm flipH="1">
                <a:off x="6271560" y="3600000"/>
                <a:ext cx="9284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299" name="直線コネクタ 106298">
                <a:extLst>
                  <a:ext uri="{FF2B5EF4-FFF2-40B4-BE49-F238E27FC236}">
                    <a16:creationId xmlns:a16="http://schemas.microsoft.com/office/drawing/2014/main" id="{FBCB8E7A-A1C2-41EF-BD95-27CAD4C5E9DC}"/>
                  </a:ext>
                </a:extLst>
              </p:cNvPr>
              <p:cNvCxnSpPr/>
              <p:nvPr/>
            </p:nvCxnSpPr>
            <p:spPr>
              <a:xfrm flipH="1">
                <a:off x="6257520" y="3600000"/>
                <a:ext cx="942480" cy="21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0" name="直線コネクタ 106299">
                <a:extLst>
                  <a:ext uri="{FF2B5EF4-FFF2-40B4-BE49-F238E27FC236}">
                    <a16:creationId xmlns:a16="http://schemas.microsoft.com/office/drawing/2014/main" id="{25241F61-2152-4496-A56F-2F851267BBCE}"/>
                  </a:ext>
                </a:extLst>
              </p:cNvPr>
              <p:cNvCxnSpPr/>
              <p:nvPr/>
            </p:nvCxnSpPr>
            <p:spPr>
              <a:xfrm flipH="1">
                <a:off x="6243480" y="3600000"/>
                <a:ext cx="956520" cy="20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1" name="直線コネクタ 106300">
                <a:extLst>
                  <a:ext uri="{FF2B5EF4-FFF2-40B4-BE49-F238E27FC236}">
                    <a16:creationId xmlns:a16="http://schemas.microsoft.com/office/drawing/2014/main" id="{BCD6B214-745A-46AF-8E48-A6517AC61830}"/>
                  </a:ext>
                </a:extLst>
              </p:cNvPr>
              <p:cNvCxnSpPr/>
              <p:nvPr/>
            </p:nvCxnSpPr>
            <p:spPr>
              <a:xfrm flipH="1">
                <a:off x="6227280" y="3600000"/>
                <a:ext cx="972720" cy="19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2" name="直線コネクタ 106301">
                <a:extLst>
                  <a:ext uri="{FF2B5EF4-FFF2-40B4-BE49-F238E27FC236}">
                    <a16:creationId xmlns:a16="http://schemas.microsoft.com/office/drawing/2014/main" id="{7243EF79-4C1A-417C-972A-5FABC01055BB}"/>
                  </a:ext>
                </a:extLst>
              </p:cNvPr>
              <p:cNvCxnSpPr/>
              <p:nvPr/>
            </p:nvCxnSpPr>
            <p:spPr>
              <a:xfrm flipH="1">
                <a:off x="6212520" y="3600000"/>
                <a:ext cx="987480" cy="19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3" name="直線コネクタ 106302">
                <a:extLst>
                  <a:ext uri="{FF2B5EF4-FFF2-40B4-BE49-F238E27FC236}">
                    <a16:creationId xmlns:a16="http://schemas.microsoft.com/office/drawing/2014/main" id="{120C1886-B04C-45FC-BFF3-97778EC596FE}"/>
                  </a:ext>
                </a:extLst>
              </p:cNvPr>
              <p:cNvCxnSpPr/>
              <p:nvPr/>
            </p:nvCxnSpPr>
            <p:spPr>
              <a:xfrm flipH="1">
                <a:off x="6198120" y="3600000"/>
                <a:ext cx="1001880" cy="18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4" name="直線コネクタ 106303">
                <a:extLst>
                  <a:ext uri="{FF2B5EF4-FFF2-40B4-BE49-F238E27FC236}">
                    <a16:creationId xmlns:a16="http://schemas.microsoft.com/office/drawing/2014/main" id="{1E9D134A-62DA-45C3-A214-442C99E27B60}"/>
                  </a:ext>
                </a:extLst>
              </p:cNvPr>
              <p:cNvCxnSpPr/>
              <p:nvPr/>
            </p:nvCxnSpPr>
            <p:spPr>
              <a:xfrm flipH="1">
                <a:off x="6181560" y="3600000"/>
                <a:ext cx="1018440" cy="17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5" name="直線コネクタ 106304">
                <a:extLst>
                  <a:ext uri="{FF2B5EF4-FFF2-40B4-BE49-F238E27FC236}">
                    <a16:creationId xmlns:a16="http://schemas.microsoft.com/office/drawing/2014/main" id="{DE1CC7E8-7DE9-4ABF-A338-44BAB9B5DEB6}"/>
                  </a:ext>
                </a:extLst>
              </p:cNvPr>
              <p:cNvCxnSpPr/>
              <p:nvPr/>
            </p:nvCxnSpPr>
            <p:spPr>
              <a:xfrm flipH="1">
                <a:off x="6166440" y="3600000"/>
                <a:ext cx="1033560" cy="16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6" name="直線コネクタ 106305">
                <a:extLst>
                  <a:ext uri="{FF2B5EF4-FFF2-40B4-BE49-F238E27FC236}">
                    <a16:creationId xmlns:a16="http://schemas.microsoft.com/office/drawing/2014/main" id="{161CD0C2-DD62-4455-962A-B8C93464FF59}"/>
                  </a:ext>
                </a:extLst>
              </p:cNvPr>
              <p:cNvCxnSpPr/>
              <p:nvPr/>
            </p:nvCxnSpPr>
            <p:spPr>
              <a:xfrm flipH="1">
                <a:off x="6151680" y="3600000"/>
                <a:ext cx="1048320" cy="16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7" name="直線コネクタ 106306">
                <a:extLst>
                  <a:ext uri="{FF2B5EF4-FFF2-40B4-BE49-F238E27FC236}">
                    <a16:creationId xmlns:a16="http://schemas.microsoft.com/office/drawing/2014/main" id="{CB6D48A0-A911-41DB-BB7B-59A7A3E042AE}"/>
                  </a:ext>
                </a:extLst>
              </p:cNvPr>
              <p:cNvCxnSpPr/>
              <p:nvPr/>
            </p:nvCxnSpPr>
            <p:spPr>
              <a:xfrm flipH="1">
                <a:off x="6134760" y="3600000"/>
                <a:ext cx="1065240" cy="15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8" name="直線コネクタ 106307">
                <a:extLst>
                  <a:ext uri="{FF2B5EF4-FFF2-40B4-BE49-F238E27FC236}">
                    <a16:creationId xmlns:a16="http://schemas.microsoft.com/office/drawing/2014/main" id="{4B97FBC7-07E6-4E26-90BF-DAA97F108137}"/>
                  </a:ext>
                </a:extLst>
              </p:cNvPr>
              <p:cNvCxnSpPr/>
              <p:nvPr/>
            </p:nvCxnSpPr>
            <p:spPr>
              <a:xfrm flipH="1">
                <a:off x="6119640" y="3600000"/>
                <a:ext cx="1080360" cy="15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09" name="直線コネクタ 106308">
                <a:extLst>
                  <a:ext uri="{FF2B5EF4-FFF2-40B4-BE49-F238E27FC236}">
                    <a16:creationId xmlns:a16="http://schemas.microsoft.com/office/drawing/2014/main" id="{3EB14747-8E59-4026-95DE-C479947607AB}"/>
                  </a:ext>
                </a:extLst>
              </p:cNvPr>
              <p:cNvCxnSpPr/>
              <p:nvPr/>
            </p:nvCxnSpPr>
            <p:spPr>
              <a:xfrm flipH="1">
                <a:off x="6104520" y="3600000"/>
                <a:ext cx="1095480" cy="14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0" name="直線コネクタ 106309">
                <a:extLst>
                  <a:ext uri="{FF2B5EF4-FFF2-40B4-BE49-F238E27FC236}">
                    <a16:creationId xmlns:a16="http://schemas.microsoft.com/office/drawing/2014/main" id="{27E6238C-8575-435D-9489-0348D65679B8}"/>
                  </a:ext>
                </a:extLst>
              </p:cNvPr>
              <p:cNvCxnSpPr/>
              <p:nvPr/>
            </p:nvCxnSpPr>
            <p:spPr>
              <a:xfrm flipH="1">
                <a:off x="6089040" y="3600000"/>
                <a:ext cx="1110960" cy="13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1" name="直線コネクタ 106310">
                <a:extLst>
                  <a:ext uri="{FF2B5EF4-FFF2-40B4-BE49-F238E27FC236}">
                    <a16:creationId xmlns:a16="http://schemas.microsoft.com/office/drawing/2014/main" id="{57C43551-8E92-4E1A-909E-8E716C46A426}"/>
                  </a:ext>
                </a:extLst>
              </p:cNvPr>
              <p:cNvCxnSpPr/>
              <p:nvPr/>
            </p:nvCxnSpPr>
            <p:spPr>
              <a:xfrm flipH="1">
                <a:off x="6073560" y="3600000"/>
                <a:ext cx="1126440" cy="130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2" name="直線コネクタ 106311">
                <a:extLst>
                  <a:ext uri="{FF2B5EF4-FFF2-40B4-BE49-F238E27FC236}">
                    <a16:creationId xmlns:a16="http://schemas.microsoft.com/office/drawing/2014/main" id="{2204FCA8-9BDB-4E33-8D88-EF7F1107E77F}"/>
                  </a:ext>
                </a:extLst>
              </p:cNvPr>
              <p:cNvCxnSpPr/>
              <p:nvPr/>
            </p:nvCxnSpPr>
            <p:spPr>
              <a:xfrm flipH="1">
                <a:off x="6057720" y="3600000"/>
                <a:ext cx="1142280" cy="12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3" name="直線コネクタ 106312">
                <a:extLst>
                  <a:ext uri="{FF2B5EF4-FFF2-40B4-BE49-F238E27FC236}">
                    <a16:creationId xmlns:a16="http://schemas.microsoft.com/office/drawing/2014/main" id="{921FD6D5-5691-4187-87CE-46FAFC39279E}"/>
                  </a:ext>
                </a:extLst>
              </p:cNvPr>
              <p:cNvCxnSpPr/>
              <p:nvPr/>
            </p:nvCxnSpPr>
            <p:spPr>
              <a:xfrm flipH="1">
                <a:off x="6041880" y="3600000"/>
                <a:ext cx="1158120" cy="118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4" name="直線コネクタ 106313">
                <a:extLst>
                  <a:ext uri="{FF2B5EF4-FFF2-40B4-BE49-F238E27FC236}">
                    <a16:creationId xmlns:a16="http://schemas.microsoft.com/office/drawing/2014/main" id="{8DF19815-4391-4A3D-9BB7-9ADA42C50DC0}"/>
                  </a:ext>
                </a:extLst>
              </p:cNvPr>
              <p:cNvCxnSpPr/>
              <p:nvPr/>
            </p:nvCxnSpPr>
            <p:spPr>
              <a:xfrm flipH="1">
                <a:off x="6027120" y="3600000"/>
                <a:ext cx="1172880" cy="109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5" name="直線コネクタ 106314">
                <a:extLst>
                  <a:ext uri="{FF2B5EF4-FFF2-40B4-BE49-F238E27FC236}">
                    <a16:creationId xmlns:a16="http://schemas.microsoft.com/office/drawing/2014/main" id="{6CF4BA63-EEF7-4C2E-A9AF-7C40F00CBAED}"/>
                  </a:ext>
                </a:extLst>
              </p:cNvPr>
              <p:cNvCxnSpPr/>
              <p:nvPr/>
            </p:nvCxnSpPr>
            <p:spPr>
              <a:xfrm flipH="1">
                <a:off x="6011280" y="3600000"/>
                <a:ext cx="1188720" cy="104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6" name="直線コネクタ 106315">
                <a:extLst>
                  <a:ext uri="{FF2B5EF4-FFF2-40B4-BE49-F238E27FC236}">
                    <a16:creationId xmlns:a16="http://schemas.microsoft.com/office/drawing/2014/main" id="{2A76412F-8DB5-4657-98D7-E7D47A921CAE}"/>
                  </a:ext>
                </a:extLst>
              </p:cNvPr>
              <p:cNvCxnSpPr/>
              <p:nvPr/>
            </p:nvCxnSpPr>
            <p:spPr>
              <a:xfrm flipH="1">
                <a:off x="5995080" y="3600000"/>
                <a:ext cx="1204920" cy="99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7" name="直線コネクタ 106316">
                <a:extLst>
                  <a:ext uri="{FF2B5EF4-FFF2-40B4-BE49-F238E27FC236}">
                    <a16:creationId xmlns:a16="http://schemas.microsoft.com/office/drawing/2014/main" id="{45564107-91F5-4935-96EA-05854EF567A1}"/>
                  </a:ext>
                </a:extLst>
              </p:cNvPr>
              <p:cNvCxnSpPr/>
              <p:nvPr/>
            </p:nvCxnSpPr>
            <p:spPr>
              <a:xfrm flipH="1">
                <a:off x="5979960" y="3600000"/>
                <a:ext cx="1220040" cy="9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8" name="直線コネクタ 106317">
                <a:extLst>
                  <a:ext uri="{FF2B5EF4-FFF2-40B4-BE49-F238E27FC236}">
                    <a16:creationId xmlns:a16="http://schemas.microsoft.com/office/drawing/2014/main" id="{65F911D3-E870-47A0-8543-F88B41FD77F3}"/>
                  </a:ext>
                </a:extLst>
              </p:cNvPr>
              <p:cNvCxnSpPr/>
              <p:nvPr/>
            </p:nvCxnSpPr>
            <p:spPr>
              <a:xfrm flipH="1">
                <a:off x="5963760" y="3600000"/>
                <a:ext cx="1236240" cy="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19" name="直線コネクタ 106318">
                <a:extLst>
                  <a:ext uri="{FF2B5EF4-FFF2-40B4-BE49-F238E27FC236}">
                    <a16:creationId xmlns:a16="http://schemas.microsoft.com/office/drawing/2014/main" id="{A86F418A-41F0-46C4-AB15-F62C4ED9175D}"/>
                  </a:ext>
                </a:extLst>
              </p:cNvPr>
              <p:cNvCxnSpPr/>
              <p:nvPr/>
            </p:nvCxnSpPr>
            <p:spPr>
              <a:xfrm flipH="1">
                <a:off x="5947200" y="3600000"/>
                <a:ext cx="1252800" cy="8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0" name="直線コネクタ 106319">
                <a:extLst>
                  <a:ext uri="{FF2B5EF4-FFF2-40B4-BE49-F238E27FC236}">
                    <a16:creationId xmlns:a16="http://schemas.microsoft.com/office/drawing/2014/main" id="{72B0D5C1-8A48-46BD-BE2A-50F591BD36DE}"/>
                  </a:ext>
                </a:extLst>
              </p:cNvPr>
              <p:cNvCxnSpPr/>
              <p:nvPr/>
            </p:nvCxnSpPr>
            <p:spPr>
              <a:xfrm flipH="1">
                <a:off x="5931360" y="3600000"/>
                <a:ext cx="1268640" cy="75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1" name="直線コネクタ 106320">
                <a:extLst>
                  <a:ext uri="{FF2B5EF4-FFF2-40B4-BE49-F238E27FC236}">
                    <a16:creationId xmlns:a16="http://schemas.microsoft.com/office/drawing/2014/main" id="{31748407-ECB1-4FC1-A934-1E7BCE40A894}"/>
                  </a:ext>
                </a:extLst>
              </p:cNvPr>
              <p:cNvCxnSpPr/>
              <p:nvPr/>
            </p:nvCxnSpPr>
            <p:spPr>
              <a:xfrm flipH="1">
                <a:off x="5914800" y="3600000"/>
                <a:ext cx="1285200" cy="72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2" name="直線コネクタ 106321">
                <a:extLst>
                  <a:ext uri="{FF2B5EF4-FFF2-40B4-BE49-F238E27FC236}">
                    <a16:creationId xmlns:a16="http://schemas.microsoft.com/office/drawing/2014/main" id="{B3841836-AB16-4197-8E34-08EAC779A64D}"/>
                  </a:ext>
                </a:extLst>
              </p:cNvPr>
              <p:cNvCxnSpPr/>
              <p:nvPr/>
            </p:nvCxnSpPr>
            <p:spPr>
              <a:xfrm flipH="1">
                <a:off x="5898240" y="3600000"/>
                <a:ext cx="1301760" cy="69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3" name="直線コネクタ 106322">
                <a:extLst>
                  <a:ext uri="{FF2B5EF4-FFF2-40B4-BE49-F238E27FC236}">
                    <a16:creationId xmlns:a16="http://schemas.microsoft.com/office/drawing/2014/main" id="{AB12B51E-C120-4EE8-88A2-87B5B0F9BEFF}"/>
                  </a:ext>
                </a:extLst>
              </p:cNvPr>
              <p:cNvCxnSpPr/>
              <p:nvPr/>
            </p:nvCxnSpPr>
            <p:spPr>
              <a:xfrm flipH="1">
                <a:off x="5882040" y="3600000"/>
                <a:ext cx="1317960" cy="6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4" name="直線コネクタ 106323">
                <a:extLst>
                  <a:ext uri="{FF2B5EF4-FFF2-40B4-BE49-F238E27FC236}">
                    <a16:creationId xmlns:a16="http://schemas.microsoft.com/office/drawing/2014/main" id="{CB1CA51F-1834-4F78-B80E-20AA2A35A4EE}"/>
                  </a:ext>
                </a:extLst>
              </p:cNvPr>
              <p:cNvCxnSpPr/>
              <p:nvPr/>
            </p:nvCxnSpPr>
            <p:spPr>
              <a:xfrm flipH="1">
                <a:off x="5865480" y="3600000"/>
                <a:ext cx="1334520" cy="6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5" name="直線コネクタ 106324">
                <a:extLst>
                  <a:ext uri="{FF2B5EF4-FFF2-40B4-BE49-F238E27FC236}">
                    <a16:creationId xmlns:a16="http://schemas.microsoft.com/office/drawing/2014/main" id="{BD81A5E7-FB67-49C0-A2CF-5FF5D7DB09AA}"/>
                  </a:ext>
                </a:extLst>
              </p:cNvPr>
              <p:cNvCxnSpPr/>
              <p:nvPr/>
            </p:nvCxnSpPr>
            <p:spPr>
              <a:xfrm flipH="1">
                <a:off x="5848920" y="3600000"/>
                <a:ext cx="1351080" cy="54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6" name="直線コネクタ 106325">
                <a:extLst>
                  <a:ext uri="{FF2B5EF4-FFF2-40B4-BE49-F238E27FC236}">
                    <a16:creationId xmlns:a16="http://schemas.microsoft.com/office/drawing/2014/main" id="{0431BEDB-2F7A-4A47-9700-E5D971F89E6D}"/>
                  </a:ext>
                </a:extLst>
              </p:cNvPr>
              <p:cNvCxnSpPr/>
              <p:nvPr/>
            </p:nvCxnSpPr>
            <p:spPr>
              <a:xfrm flipH="1">
                <a:off x="5832360" y="3600000"/>
                <a:ext cx="1367640" cy="4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7" name="直線コネクタ 106326">
                <a:extLst>
                  <a:ext uri="{FF2B5EF4-FFF2-40B4-BE49-F238E27FC236}">
                    <a16:creationId xmlns:a16="http://schemas.microsoft.com/office/drawing/2014/main" id="{7B533CE1-9215-47FB-A830-39F5CDA83805}"/>
                  </a:ext>
                </a:extLst>
              </p:cNvPr>
              <p:cNvCxnSpPr/>
              <p:nvPr/>
            </p:nvCxnSpPr>
            <p:spPr>
              <a:xfrm flipH="1">
                <a:off x="5815800" y="3600000"/>
                <a:ext cx="1384200" cy="43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8" name="直線コネクタ 106327">
                <a:extLst>
                  <a:ext uri="{FF2B5EF4-FFF2-40B4-BE49-F238E27FC236}">
                    <a16:creationId xmlns:a16="http://schemas.microsoft.com/office/drawing/2014/main" id="{5CE3DBDD-5914-4BDF-9FAA-5C8C9C6D42B6}"/>
                  </a:ext>
                </a:extLst>
              </p:cNvPr>
              <p:cNvCxnSpPr/>
              <p:nvPr/>
            </p:nvCxnSpPr>
            <p:spPr>
              <a:xfrm flipH="1">
                <a:off x="5798520" y="3600000"/>
                <a:ext cx="1401480" cy="4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29" name="直線コネクタ 106328">
                <a:extLst>
                  <a:ext uri="{FF2B5EF4-FFF2-40B4-BE49-F238E27FC236}">
                    <a16:creationId xmlns:a16="http://schemas.microsoft.com/office/drawing/2014/main" id="{2315D3B1-C541-4F1A-B85F-5E2CCFB9C2EF}"/>
                  </a:ext>
                </a:extLst>
              </p:cNvPr>
              <p:cNvCxnSpPr/>
              <p:nvPr/>
            </p:nvCxnSpPr>
            <p:spPr>
              <a:xfrm flipH="1">
                <a:off x="5781600" y="3600000"/>
                <a:ext cx="141840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0" name="直線コネクタ 106329">
                <a:extLst>
                  <a:ext uri="{FF2B5EF4-FFF2-40B4-BE49-F238E27FC236}">
                    <a16:creationId xmlns:a16="http://schemas.microsoft.com/office/drawing/2014/main" id="{356001A9-26D4-45F2-8247-42FE6E75E2CE}"/>
                  </a:ext>
                </a:extLst>
              </p:cNvPr>
              <p:cNvCxnSpPr/>
              <p:nvPr/>
            </p:nvCxnSpPr>
            <p:spPr>
              <a:xfrm flipH="1">
                <a:off x="5764320" y="3600000"/>
                <a:ext cx="1435680" cy="32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1" name="直線コネクタ 106330">
                <a:extLst>
                  <a:ext uri="{FF2B5EF4-FFF2-40B4-BE49-F238E27FC236}">
                    <a16:creationId xmlns:a16="http://schemas.microsoft.com/office/drawing/2014/main" id="{D2340470-B5FB-4E8D-87F1-1DC4E31BEFFC}"/>
                  </a:ext>
                </a:extLst>
              </p:cNvPr>
              <p:cNvCxnSpPr/>
              <p:nvPr/>
            </p:nvCxnSpPr>
            <p:spPr>
              <a:xfrm flipH="1">
                <a:off x="5747040" y="3600000"/>
                <a:ext cx="1452960" cy="3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2" name="直線コネクタ 106331">
                <a:extLst>
                  <a:ext uri="{FF2B5EF4-FFF2-40B4-BE49-F238E27FC236}">
                    <a16:creationId xmlns:a16="http://schemas.microsoft.com/office/drawing/2014/main" id="{45483727-3F89-4912-BBDD-C7B1795601F8}"/>
                  </a:ext>
                </a:extLst>
              </p:cNvPr>
              <p:cNvCxnSpPr/>
              <p:nvPr/>
            </p:nvCxnSpPr>
            <p:spPr>
              <a:xfrm flipH="1">
                <a:off x="5729760" y="3600000"/>
                <a:ext cx="1470240" cy="27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3" name="直線コネクタ 106332">
                <a:extLst>
                  <a:ext uri="{FF2B5EF4-FFF2-40B4-BE49-F238E27FC236}">
                    <a16:creationId xmlns:a16="http://schemas.microsoft.com/office/drawing/2014/main" id="{48054F39-7415-47FA-BF2A-48012015FCEE}"/>
                  </a:ext>
                </a:extLst>
              </p:cNvPr>
              <p:cNvCxnSpPr/>
              <p:nvPr/>
            </p:nvCxnSpPr>
            <p:spPr>
              <a:xfrm flipH="1">
                <a:off x="5712480" y="3600000"/>
                <a:ext cx="1487520" cy="2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4" name="直線コネクタ 106333">
                <a:extLst>
                  <a:ext uri="{FF2B5EF4-FFF2-40B4-BE49-F238E27FC236}">
                    <a16:creationId xmlns:a16="http://schemas.microsoft.com/office/drawing/2014/main" id="{34163016-48A1-41B4-85A3-61FF815C2513}"/>
                  </a:ext>
                </a:extLst>
              </p:cNvPr>
              <p:cNvCxnSpPr/>
              <p:nvPr/>
            </p:nvCxnSpPr>
            <p:spPr>
              <a:xfrm flipH="1">
                <a:off x="5694840" y="3600000"/>
                <a:ext cx="1505160" cy="20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5" name="直線コネクタ 106334">
                <a:extLst>
                  <a:ext uri="{FF2B5EF4-FFF2-40B4-BE49-F238E27FC236}">
                    <a16:creationId xmlns:a16="http://schemas.microsoft.com/office/drawing/2014/main" id="{59151A1A-58C5-4832-A926-8C63B2F69223}"/>
                  </a:ext>
                </a:extLst>
              </p:cNvPr>
              <p:cNvCxnSpPr/>
              <p:nvPr/>
            </p:nvCxnSpPr>
            <p:spPr>
              <a:xfrm flipH="1">
                <a:off x="5677200" y="3600000"/>
                <a:ext cx="152280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6" name="直線コネクタ 106335">
                <a:extLst>
                  <a:ext uri="{FF2B5EF4-FFF2-40B4-BE49-F238E27FC236}">
                    <a16:creationId xmlns:a16="http://schemas.microsoft.com/office/drawing/2014/main" id="{6E95B576-7FA7-44BE-9744-65659859B6B5}"/>
                  </a:ext>
                </a:extLst>
              </p:cNvPr>
              <p:cNvCxnSpPr/>
              <p:nvPr/>
            </p:nvCxnSpPr>
            <p:spPr>
              <a:xfrm flipH="1">
                <a:off x="5659200" y="3600000"/>
                <a:ext cx="1540800" cy="15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7" name="直線コネクタ 106336">
                <a:extLst>
                  <a:ext uri="{FF2B5EF4-FFF2-40B4-BE49-F238E27FC236}">
                    <a16:creationId xmlns:a16="http://schemas.microsoft.com/office/drawing/2014/main" id="{061D6BF0-D1C6-499C-90A0-ABF7E5CF0757}"/>
                  </a:ext>
                </a:extLst>
              </p:cNvPr>
              <p:cNvCxnSpPr/>
              <p:nvPr/>
            </p:nvCxnSpPr>
            <p:spPr>
              <a:xfrm flipH="1">
                <a:off x="5641560" y="3600000"/>
                <a:ext cx="1558440" cy="1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8" name="直線コネクタ 106337">
                <a:extLst>
                  <a:ext uri="{FF2B5EF4-FFF2-40B4-BE49-F238E27FC236}">
                    <a16:creationId xmlns:a16="http://schemas.microsoft.com/office/drawing/2014/main" id="{11CC651C-96B0-4D2A-8920-B2A9D9FD5996}"/>
                  </a:ext>
                </a:extLst>
              </p:cNvPr>
              <p:cNvCxnSpPr/>
              <p:nvPr/>
            </p:nvCxnSpPr>
            <p:spPr>
              <a:xfrm flipH="1">
                <a:off x="5623560" y="3600000"/>
                <a:ext cx="1576440" cy="1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39" name="直線コネクタ 106338">
                <a:extLst>
                  <a:ext uri="{FF2B5EF4-FFF2-40B4-BE49-F238E27FC236}">
                    <a16:creationId xmlns:a16="http://schemas.microsoft.com/office/drawing/2014/main" id="{4DD2C181-D33B-4ECB-ADB3-1066C26840AE}"/>
                  </a:ext>
                </a:extLst>
              </p:cNvPr>
              <p:cNvCxnSpPr/>
              <p:nvPr/>
            </p:nvCxnSpPr>
            <p:spPr>
              <a:xfrm flipH="1">
                <a:off x="5605560" y="3600000"/>
                <a:ext cx="1594440" cy="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0" name="直線コネクタ 106339">
                <a:extLst>
                  <a:ext uri="{FF2B5EF4-FFF2-40B4-BE49-F238E27FC236}">
                    <a16:creationId xmlns:a16="http://schemas.microsoft.com/office/drawing/2014/main" id="{62A01620-F557-4469-8580-09660C22A7A2}"/>
                  </a:ext>
                </a:extLst>
              </p:cNvPr>
              <p:cNvCxnSpPr/>
              <p:nvPr/>
            </p:nvCxnSpPr>
            <p:spPr>
              <a:xfrm flipH="1">
                <a:off x="5913000" y="3600000"/>
                <a:ext cx="1287000" cy="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1" name="直線コネクタ 106340">
                <a:extLst>
                  <a:ext uri="{FF2B5EF4-FFF2-40B4-BE49-F238E27FC236}">
                    <a16:creationId xmlns:a16="http://schemas.microsoft.com/office/drawing/2014/main" id="{C96B4349-2137-4A15-8310-2B8140B6D610}"/>
                  </a:ext>
                </a:extLst>
              </p:cNvPr>
              <p:cNvCxnSpPr/>
              <p:nvPr/>
            </p:nvCxnSpPr>
            <p:spPr>
              <a:xfrm flipH="1">
                <a:off x="5895720" y="3600000"/>
                <a:ext cx="1304280" cy="6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2" name="直線コネクタ 106341">
                <a:extLst>
                  <a:ext uri="{FF2B5EF4-FFF2-40B4-BE49-F238E27FC236}">
                    <a16:creationId xmlns:a16="http://schemas.microsoft.com/office/drawing/2014/main" id="{8C1D647B-9F79-41E0-BC26-03F040C4FD3D}"/>
                  </a:ext>
                </a:extLst>
              </p:cNvPr>
              <p:cNvCxnSpPr/>
              <p:nvPr/>
            </p:nvCxnSpPr>
            <p:spPr>
              <a:xfrm flipH="1">
                <a:off x="5878440" y="3600000"/>
                <a:ext cx="1321560" cy="6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3" name="直線コネクタ 106342">
                <a:extLst>
                  <a:ext uri="{FF2B5EF4-FFF2-40B4-BE49-F238E27FC236}">
                    <a16:creationId xmlns:a16="http://schemas.microsoft.com/office/drawing/2014/main" id="{7A5D8E72-A5F9-4FB3-9C8B-F5060D5329E6}"/>
                  </a:ext>
                </a:extLst>
              </p:cNvPr>
              <p:cNvCxnSpPr/>
              <p:nvPr/>
            </p:nvCxnSpPr>
            <p:spPr>
              <a:xfrm flipH="1">
                <a:off x="5860800" y="3600000"/>
                <a:ext cx="1339200" cy="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4" name="直線コネクタ 106343">
                <a:extLst>
                  <a:ext uri="{FF2B5EF4-FFF2-40B4-BE49-F238E27FC236}">
                    <a16:creationId xmlns:a16="http://schemas.microsoft.com/office/drawing/2014/main" id="{DA47BF34-6601-4997-ADE2-5367DC7BAA4A}"/>
                  </a:ext>
                </a:extLst>
              </p:cNvPr>
              <p:cNvCxnSpPr/>
              <p:nvPr/>
            </p:nvCxnSpPr>
            <p:spPr>
              <a:xfrm flipH="1">
                <a:off x="5843520" y="3600000"/>
                <a:ext cx="1356480" cy="5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5" name="直線コネクタ 106344">
                <a:extLst>
                  <a:ext uri="{FF2B5EF4-FFF2-40B4-BE49-F238E27FC236}">
                    <a16:creationId xmlns:a16="http://schemas.microsoft.com/office/drawing/2014/main" id="{1A8F0311-4BBC-485C-B6F4-34620EA818F3}"/>
                  </a:ext>
                </a:extLst>
              </p:cNvPr>
              <p:cNvCxnSpPr/>
              <p:nvPr/>
            </p:nvCxnSpPr>
            <p:spPr>
              <a:xfrm flipH="1">
                <a:off x="5825880" y="3600000"/>
                <a:ext cx="1374120" cy="4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6" name="直線コネクタ 106345">
                <a:extLst>
                  <a:ext uri="{FF2B5EF4-FFF2-40B4-BE49-F238E27FC236}">
                    <a16:creationId xmlns:a16="http://schemas.microsoft.com/office/drawing/2014/main" id="{3DBD05D8-7BCF-412C-AE95-D19F32034151}"/>
                  </a:ext>
                </a:extLst>
              </p:cNvPr>
              <p:cNvCxnSpPr/>
              <p:nvPr/>
            </p:nvCxnSpPr>
            <p:spPr>
              <a:xfrm flipH="1">
                <a:off x="5808600" y="3600000"/>
                <a:ext cx="1391400" cy="4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7" name="直線コネクタ 106346">
                <a:extLst>
                  <a:ext uri="{FF2B5EF4-FFF2-40B4-BE49-F238E27FC236}">
                    <a16:creationId xmlns:a16="http://schemas.microsoft.com/office/drawing/2014/main" id="{1A517488-8593-407B-AB43-CC7402C7122C}"/>
                  </a:ext>
                </a:extLst>
              </p:cNvPr>
              <p:cNvCxnSpPr/>
              <p:nvPr/>
            </p:nvCxnSpPr>
            <p:spPr>
              <a:xfrm flipH="1">
                <a:off x="5790960" y="3600000"/>
                <a:ext cx="1409040" cy="39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8" name="直線コネクタ 106347">
                <a:extLst>
                  <a:ext uri="{FF2B5EF4-FFF2-40B4-BE49-F238E27FC236}">
                    <a16:creationId xmlns:a16="http://schemas.microsoft.com/office/drawing/2014/main" id="{82199F9F-A7F7-49F4-B98D-763893DA7776}"/>
                  </a:ext>
                </a:extLst>
              </p:cNvPr>
              <p:cNvCxnSpPr/>
              <p:nvPr/>
            </p:nvCxnSpPr>
            <p:spPr>
              <a:xfrm flipH="1">
                <a:off x="5773680" y="3600000"/>
                <a:ext cx="142632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49" name="直線コネクタ 106348">
                <a:extLst>
                  <a:ext uri="{FF2B5EF4-FFF2-40B4-BE49-F238E27FC236}">
                    <a16:creationId xmlns:a16="http://schemas.microsoft.com/office/drawing/2014/main" id="{8B054FC6-3795-4373-9BFA-274EC377AC9D}"/>
                  </a:ext>
                </a:extLst>
              </p:cNvPr>
              <p:cNvCxnSpPr/>
              <p:nvPr/>
            </p:nvCxnSpPr>
            <p:spPr>
              <a:xfrm flipH="1">
                <a:off x="5756040" y="3600000"/>
                <a:ext cx="1443960" cy="33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0" name="直線コネクタ 106349">
                <a:extLst>
                  <a:ext uri="{FF2B5EF4-FFF2-40B4-BE49-F238E27FC236}">
                    <a16:creationId xmlns:a16="http://schemas.microsoft.com/office/drawing/2014/main" id="{89118F0D-A3B3-4EA9-8875-215F73F4C162}"/>
                  </a:ext>
                </a:extLst>
              </p:cNvPr>
              <p:cNvCxnSpPr/>
              <p:nvPr/>
            </p:nvCxnSpPr>
            <p:spPr>
              <a:xfrm flipH="1">
                <a:off x="5739840" y="3600000"/>
                <a:ext cx="1460160" cy="27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1" name="直線コネクタ 106350">
                <a:extLst>
                  <a:ext uri="{FF2B5EF4-FFF2-40B4-BE49-F238E27FC236}">
                    <a16:creationId xmlns:a16="http://schemas.microsoft.com/office/drawing/2014/main" id="{2B017132-860F-438A-81F0-4D1360DDE5F3}"/>
                  </a:ext>
                </a:extLst>
              </p:cNvPr>
              <p:cNvCxnSpPr/>
              <p:nvPr/>
            </p:nvCxnSpPr>
            <p:spPr>
              <a:xfrm flipH="1">
                <a:off x="5722200" y="3600000"/>
                <a:ext cx="1477800" cy="2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2" name="直線コネクタ 106351">
                <a:extLst>
                  <a:ext uri="{FF2B5EF4-FFF2-40B4-BE49-F238E27FC236}">
                    <a16:creationId xmlns:a16="http://schemas.microsoft.com/office/drawing/2014/main" id="{65D7199E-842B-4E70-A25F-A9D91B0653CE}"/>
                  </a:ext>
                </a:extLst>
              </p:cNvPr>
              <p:cNvCxnSpPr/>
              <p:nvPr/>
            </p:nvCxnSpPr>
            <p:spPr>
              <a:xfrm flipH="1">
                <a:off x="5704920" y="3600000"/>
                <a:ext cx="1495080" cy="23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3" name="直線コネクタ 106352">
                <a:extLst>
                  <a:ext uri="{FF2B5EF4-FFF2-40B4-BE49-F238E27FC236}">
                    <a16:creationId xmlns:a16="http://schemas.microsoft.com/office/drawing/2014/main" id="{65CCEADE-62B6-489E-90CC-A06836918EFF}"/>
                  </a:ext>
                </a:extLst>
              </p:cNvPr>
              <p:cNvCxnSpPr/>
              <p:nvPr/>
            </p:nvCxnSpPr>
            <p:spPr>
              <a:xfrm flipH="1">
                <a:off x="5688360" y="3600000"/>
                <a:ext cx="151164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4" name="直線コネクタ 106353">
                <a:extLst>
                  <a:ext uri="{FF2B5EF4-FFF2-40B4-BE49-F238E27FC236}">
                    <a16:creationId xmlns:a16="http://schemas.microsoft.com/office/drawing/2014/main" id="{EE5A506C-5E41-4B44-BDD9-650946777AEE}"/>
                  </a:ext>
                </a:extLst>
              </p:cNvPr>
              <p:cNvCxnSpPr/>
              <p:nvPr/>
            </p:nvCxnSpPr>
            <p:spPr>
              <a:xfrm flipH="1">
                <a:off x="5670720" y="3600000"/>
                <a:ext cx="1529280" cy="1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5" name="直線コネクタ 106354">
                <a:extLst>
                  <a:ext uri="{FF2B5EF4-FFF2-40B4-BE49-F238E27FC236}">
                    <a16:creationId xmlns:a16="http://schemas.microsoft.com/office/drawing/2014/main" id="{D280AF60-7484-4FD6-B988-C3AFD80D6B4C}"/>
                  </a:ext>
                </a:extLst>
              </p:cNvPr>
              <p:cNvCxnSpPr/>
              <p:nvPr/>
            </p:nvCxnSpPr>
            <p:spPr>
              <a:xfrm flipH="1">
                <a:off x="5653440" y="3600000"/>
                <a:ext cx="1546560" cy="1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6" name="直線コネクタ 106355">
                <a:extLst>
                  <a:ext uri="{FF2B5EF4-FFF2-40B4-BE49-F238E27FC236}">
                    <a16:creationId xmlns:a16="http://schemas.microsoft.com/office/drawing/2014/main" id="{48DF2FAA-5B28-48B9-A01E-383BDB1EEC3C}"/>
                  </a:ext>
                </a:extLst>
              </p:cNvPr>
              <p:cNvCxnSpPr/>
              <p:nvPr/>
            </p:nvCxnSpPr>
            <p:spPr>
              <a:xfrm flipH="1">
                <a:off x="5636160" y="3600000"/>
                <a:ext cx="1563840" cy="14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7" name="直線コネクタ 106356">
                <a:extLst>
                  <a:ext uri="{FF2B5EF4-FFF2-40B4-BE49-F238E27FC236}">
                    <a16:creationId xmlns:a16="http://schemas.microsoft.com/office/drawing/2014/main" id="{9D4A570D-92C0-4B3B-BDF8-286547F249B6}"/>
                  </a:ext>
                </a:extLst>
              </p:cNvPr>
              <p:cNvCxnSpPr/>
              <p:nvPr/>
            </p:nvCxnSpPr>
            <p:spPr>
              <a:xfrm flipH="1">
                <a:off x="5619600" y="3600000"/>
                <a:ext cx="158040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8" name="直線コネクタ 106357">
                <a:extLst>
                  <a:ext uri="{FF2B5EF4-FFF2-40B4-BE49-F238E27FC236}">
                    <a16:creationId xmlns:a16="http://schemas.microsoft.com/office/drawing/2014/main" id="{DD70C0B2-F097-47C3-B573-F7D1FF51239C}"/>
                  </a:ext>
                </a:extLst>
              </p:cNvPr>
              <p:cNvCxnSpPr/>
              <p:nvPr/>
            </p:nvCxnSpPr>
            <p:spPr>
              <a:xfrm flipH="1">
                <a:off x="5601960" y="3600000"/>
                <a:ext cx="159804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59" name="直線コネクタ 106358">
                <a:extLst>
                  <a:ext uri="{FF2B5EF4-FFF2-40B4-BE49-F238E27FC236}">
                    <a16:creationId xmlns:a16="http://schemas.microsoft.com/office/drawing/2014/main" id="{1BB56053-E83A-4DCC-921F-730DD4A27D86}"/>
                  </a:ext>
                </a:extLst>
              </p:cNvPr>
              <p:cNvCxnSpPr/>
              <p:nvPr/>
            </p:nvCxnSpPr>
            <p:spPr>
              <a:xfrm flipH="1">
                <a:off x="5585400" y="3600000"/>
                <a:ext cx="1614600" cy="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0" name="直線コネクタ 106359">
                <a:extLst>
                  <a:ext uri="{FF2B5EF4-FFF2-40B4-BE49-F238E27FC236}">
                    <a16:creationId xmlns:a16="http://schemas.microsoft.com/office/drawing/2014/main" id="{71032C4E-D4DF-430A-A3D6-1067CA5FE307}"/>
                  </a:ext>
                </a:extLst>
              </p:cNvPr>
              <p:cNvCxnSpPr/>
              <p:nvPr/>
            </p:nvCxnSpPr>
            <p:spPr>
              <a:xfrm flipH="1">
                <a:off x="5568840" y="3600000"/>
                <a:ext cx="1631160" cy="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1" name="直線コネクタ 106360">
                <a:extLst>
                  <a:ext uri="{FF2B5EF4-FFF2-40B4-BE49-F238E27FC236}">
                    <a16:creationId xmlns:a16="http://schemas.microsoft.com/office/drawing/2014/main" id="{CDC3C7A2-AE69-42C3-AAB5-6748B0E9F456}"/>
                  </a:ext>
                </a:extLst>
              </p:cNvPr>
              <p:cNvCxnSpPr/>
              <p:nvPr/>
            </p:nvCxnSpPr>
            <p:spPr>
              <a:xfrm flipH="1">
                <a:off x="5551560" y="3600000"/>
                <a:ext cx="1648440" cy="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2" name="直線コネクタ 106361">
                <a:extLst>
                  <a:ext uri="{FF2B5EF4-FFF2-40B4-BE49-F238E27FC236}">
                    <a16:creationId xmlns:a16="http://schemas.microsoft.com/office/drawing/2014/main" id="{41C76072-ADA5-4A79-82DB-1AC3C42B94D3}"/>
                  </a:ext>
                </a:extLst>
              </p:cNvPr>
              <p:cNvCxnSpPr/>
              <p:nvPr/>
            </p:nvCxnSpPr>
            <p:spPr>
              <a:xfrm flipH="1">
                <a:off x="5534640" y="3600000"/>
                <a:ext cx="1665360" cy="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3" name="直線コネクタ 106362">
                <a:extLst>
                  <a:ext uri="{FF2B5EF4-FFF2-40B4-BE49-F238E27FC236}">
                    <a16:creationId xmlns:a16="http://schemas.microsoft.com/office/drawing/2014/main" id="{F48036A9-5FC1-4A0C-9B71-5A7D8FF4CA00}"/>
                  </a:ext>
                </a:extLst>
              </p:cNvPr>
              <p:cNvCxnSpPr/>
              <p:nvPr/>
            </p:nvCxnSpPr>
            <p:spPr>
              <a:xfrm flipH="1">
                <a:off x="5518080" y="3600000"/>
                <a:ext cx="168192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4" name="直線コネクタ 106363">
                <a:extLst>
                  <a:ext uri="{FF2B5EF4-FFF2-40B4-BE49-F238E27FC236}">
                    <a16:creationId xmlns:a16="http://schemas.microsoft.com/office/drawing/2014/main" id="{D81CCF74-8B2A-4A7E-8281-5188820FA4AE}"/>
                  </a:ext>
                </a:extLst>
              </p:cNvPr>
              <p:cNvCxnSpPr/>
              <p:nvPr/>
            </p:nvCxnSpPr>
            <p:spPr>
              <a:xfrm flipH="1">
                <a:off x="5500800" y="3600000"/>
                <a:ext cx="1699200" cy="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5" name="直線コネクタ 106364">
                <a:extLst>
                  <a:ext uri="{FF2B5EF4-FFF2-40B4-BE49-F238E27FC236}">
                    <a16:creationId xmlns:a16="http://schemas.microsoft.com/office/drawing/2014/main" id="{6C843071-88B1-4628-BC00-0FD4277CF3BC}"/>
                  </a:ext>
                </a:extLst>
              </p:cNvPr>
              <p:cNvCxnSpPr/>
              <p:nvPr/>
            </p:nvCxnSpPr>
            <p:spPr>
              <a:xfrm flipH="1">
                <a:off x="5484240" y="3600000"/>
                <a:ext cx="171576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6" name="直線コネクタ 106365">
                <a:extLst>
                  <a:ext uri="{FF2B5EF4-FFF2-40B4-BE49-F238E27FC236}">
                    <a16:creationId xmlns:a16="http://schemas.microsoft.com/office/drawing/2014/main" id="{9F407E16-9E6A-48EA-9D08-02026756BC1A}"/>
                  </a:ext>
                </a:extLst>
              </p:cNvPr>
              <p:cNvCxnSpPr/>
              <p:nvPr/>
            </p:nvCxnSpPr>
            <p:spPr>
              <a:xfrm flipH="1" flipV="1">
                <a:off x="5467320" y="3598920"/>
                <a:ext cx="1732680" cy="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7" name="直線コネクタ 106366">
                <a:extLst>
                  <a:ext uri="{FF2B5EF4-FFF2-40B4-BE49-F238E27FC236}">
                    <a16:creationId xmlns:a16="http://schemas.microsoft.com/office/drawing/2014/main" id="{3251CDB2-CC5E-40EF-82D8-6F94EDFBF4C4}"/>
                  </a:ext>
                </a:extLst>
              </p:cNvPr>
              <p:cNvCxnSpPr/>
              <p:nvPr/>
            </p:nvCxnSpPr>
            <p:spPr>
              <a:xfrm flipH="1">
                <a:off x="5450400" y="3600000"/>
                <a:ext cx="1749600" cy="1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8" name="直線コネクタ 106367">
                <a:extLst>
                  <a:ext uri="{FF2B5EF4-FFF2-40B4-BE49-F238E27FC236}">
                    <a16:creationId xmlns:a16="http://schemas.microsoft.com/office/drawing/2014/main" id="{AE4597CD-B238-4A6C-B85C-2F42C26894FE}"/>
                  </a:ext>
                </a:extLst>
              </p:cNvPr>
              <p:cNvCxnSpPr/>
              <p:nvPr/>
            </p:nvCxnSpPr>
            <p:spPr>
              <a:xfrm flipH="1">
                <a:off x="5433480" y="3600000"/>
                <a:ext cx="1766520" cy="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69" name="直線コネクタ 106368">
                <a:extLst>
                  <a:ext uri="{FF2B5EF4-FFF2-40B4-BE49-F238E27FC236}">
                    <a16:creationId xmlns:a16="http://schemas.microsoft.com/office/drawing/2014/main" id="{0E857C80-C8DB-4601-A116-9A267A7A4822}"/>
                  </a:ext>
                </a:extLst>
              </p:cNvPr>
              <p:cNvCxnSpPr/>
              <p:nvPr/>
            </p:nvCxnSpPr>
            <p:spPr>
              <a:xfrm flipH="1">
                <a:off x="5416920" y="3600000"/>
                <a:ext cx="178308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370" name="直線コネクタ 106369">
                <a:extLst>
                  <a:ext uri="{FF2B5EF4-FFF2-40B4-BE49-F238E27FC236}">
                    <a16:creationId xmlns:a16="http://schemas.microsoft.com/office/drawing/2014/main" id="{B2B2E163-9C52-4B0A-9171-8C91685B2412}"/>
                  </a:ext>
                </a:extLst>
              </p:cNvPr>
              <p:cNvCxnSpPr/>
              <p:nvPr/>
            </p:nvCxnSpPr>
            <p:spPr>
              <a:xfrm flipH="1">
                <a:off x="5400000" y="3600000"/>
                <a:ext cx="180000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920" name="グループ化 104919">
              <a:extLst>
                <a:ext uri="{FF2B5EF4-FFF2-40B4-BE49-F238E27FC236}">
                  <a16:creationId xmlns:a16="http://schemas.microsoft.com/office/drawing/2014/main" id="{9E456436-AD85-44E2-A08B-3DBCBE0C45BE}"/>
                </a:ext>
              </a:extLst>
            </p:cNvPr>
            <p:cNvGrpSpPr/>
            <p:nvPr/>
          </p:nvGrpSpPr>
          <p:grpSpPr>
            <a:xfrm flipV="1">
              <a:off x="5399881" y="1800000"/>
              <a:ext cx="1801080" cy="1801080"/>
              <a:chOff x="5400000" y="3598920"/>
              <a:chExt cx="1801080" cy="1801080"/>
            </a:xfrm>
          </p:grpSpPr>
          <p:cxnSp>
            <p:nvCxnSpPr>
              <p:cNvPr id="105889" name="直線コネクタ 105888">
                <a:extLst>
                  <a:ext uri="{FF2B5EF4-FFF2-40B4-BE49-F238E27FC236}">
                    <a16:creationId xmlns:a16="http://schemas.microsoft.com/office/drawing/2014/main" id="{5B84E1E0-02F4-4DA3-849B-F1545B85D2A9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800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0" name="直線コネクタ 105889">
                <a:extLst>
                  <a:ext uri="{FF2B5EF4-FFF2-40B4-BE49-F238E27FC236}">
                    <a16:creationId xmlns:a16="http://schemas.microsoft.com/office/drawing/2014/main" id="{F81EFAA7-E6F1-40E9-8A0F-EF870EEF22DD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83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1" name="直線コネクタ 105890">
                <a:extLst>
                  <a:ext uri="{FF2B5EF4-FFF2-40B4-BE49-F238E27FC236}">
                    <a16:creationId xmlns:a16="http://schemas.microsoft.com/office/drawing/2014/main" id="{C87F7537-D408-430E-B334-4C322C7944C0}"/>
                  </a:ext>
                </a:extLst>
              </p:cNvPr>
              <p:cNvCxnSpPr/>
              <p:nvPr/>
            </p:nvCxnSpPr>
            <p:spPr>
              <a:xfrm flipH="1">
                <a:off x="7199280" y="3600000"/>
                <a:ext cx="720" cy="176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2" name="直線コネクタ 105891">
                <a:extLst>
                  <a:ext uri="{FF2B5EF4-FFF2-40B4-BE49-F238E27FC236}">
                    <a16:creationId xmlns:a16="http://schemas.microsoft.com/office/drawing/2014/main" id="{DC91CF90-7182-4970-9D83-0C51CD4D4691}"/>
                  </a:ext>
                </a:extLst>
              </p:cNvPr>
              <p:cNvCxnSpPr/>
              <p:nvPr/>
            </p:nvCxnSpPr>
            <p:spPr>
              <a:xfrm flipH="1">
                <a:off x="7198560" y="3600000"/>
                <a:ext cx="1440" cy="1749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3" name="直線コネクタ 105892">
                <a:extLst>
                  <a:ext uri="{FF2B5EF4-FFF2-40B4-BE49-F238E27FC236}">
                    <a16:creationId xmlns:a16="http://schemas.microsoft.com/office/drawing/2014/main" id="{99ADD242-EEF6-455C-92C8-359ADFC5CDA8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1080" cy="1732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4" name="直線コネクタ 105893">
                <a:extLst>
                  <a:ext uri="{FF2B5EF4-FFF2-40B4-BE49-F238E27FC236}">
                    <a16:creationId xmlns:a16="http://schemas.microsoft.com/office/drawing/2014/main" id="{B27555A1-FC88-4EC9-84AE-7B2782213682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1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5" name="直線コネクタ 105894">
                <a:extLst>
                  <a:ext uri="{FF2B5EF4-FFF2-40B4-BE49-F238E27FC236}">
                    <a16:creationId xmlns:a16="http://schemas.microsoft.com/office/drawing/2014/main" id="{F16552D6-4DFA-422D-94A2-5495B5045FDF}"/>
                  </a:ext>
                </a:extLst>
              </p:cNvPr>
              <p:cNvCxnSpPr/>
              <p:nvPr/>
            </p:nvCxnSpPr>
            <p:spPr>
              <a:xfrm flipH="1">
                <a:off x="7198200" y="3600000"/>
                <a:ext cx="1800" cy="169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6" name="直線コネクタ 105895">
                <a:extLst>
                  <a:ext uri="{FF2B5EF4-FFF2-40B4-BE49-F238E27FC236}">
                    <a16:creationId xmlns:a16="http://schemas.microsoft.com/office/drawing/2014/main" id="{17AA747F-6A71-436F-8E2A-9A22862322D2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681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7" name="直線コネクタ 105896">
                <a:extLst>
                  <a:ext uri="{FF2B5EF4-FFF2-40B4-BE49-F238E27FC236}">
                    <a16:creationId xmlns:a16="http://schemas.microsoft.com/office/drawing/2014/main" id="{159398BF-94A8-4E7B-8C25-7D1DDF975431}"/>
                  </a:ext>
                </a:extLst>
              </p:cNvPr>
              <p:cNvCxnSpPr/>
              <p:nvPr/>
            </p:nvCxnSpPr>
            <p:spPr>
              <a:xfrm flipH="1">
                <a:off x="7197840" y="3600000"/>
                <a:ext cx="2160" cy="1665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8" name="直線コネクタ 105897">
                <a:extLst>
                  <a:ext uri="{FF2B5EF4-FFF2-40B4-BE49-F238E27FC236}">
                    <a16:creationId xmlns:a16="http://schemas.microsoft.com/office/drawing/2014/main" id="{F1FE58BE-A625-4F18-8FF4-ECA8FD8B13C0}"/>
                  </a:ext>
                </a:extLst>
              </p:cNvPr>
              <p:cNvCxnSpPr/>
              <p:nvPr/>
            </p:nvCxnSpPr>
            <p:spPr>
              <a:xfrm flipH="1">
                <a:off x="7195320" y="3600000"/>
                <a:ext cx="4680" cy="164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99" name="直線コネクタ 105898">
                <a:extLst>
                  <a:ext uri="{FF2B5EF4-FFF2-40B4-BE49-F238E27FC236}">
                    <a16:creationId xmlns:a16="http://schemas.microsoft.com/office/drawing/2014/main" id="{664A632F-5C12-4A88-B712-22375F301681}"/>
                  </a:ext>
                </a:extLst>
              </p:cNvPr>
              <p:cNvCxnSpPr/>
              <p:nvPr/>
            </p:nvCxnSpPr>
            <p:spPr>
              <a:xfrm flipH="1">
                <a:off x="7196040" y="3600000"/>
                <a:ext cx="3960" cy="163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0" name="直線コネクタ 105899">
                <a:extLst>
                  <a:ext uri="{FF2B5EF4-FFF2-40B4-BE49-F238E27FC236}">
                    <a16:creationId xmlns:a16="http://schemas.microsoft.com/office/drawing/2014/main" id="{5E96BFE1-1BE3-4670-BCD5-9C6B7EF9B8D9}"/>
                  </a:ext>
                </a:extLst>
              </p:cNvPr>
              <p:cNvCxnSpPr/>
              <p:nvPr/>
            </p:nvCxnSpPr>
            <p:spPr>
              <a:xfrm flipH="1">
                <a:off x="7192800" y="3600000"/>
                <a:ext cx="7200" cy="161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1" name="直線コネクタ 105900">
                <a:extLst>
                  <a:ext uri="{FF2B5EF4-FFF2-40B4-BE49-F238E27FC236}">
                    <a16:creationId xmlns:a16="http://schemas.microsoft.com/office/drawing/2014/main" id="{EFB492EB-A47D-4AF9-9574-66FFF23343F3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9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2" name="直線コネクタ 105901">
                <a:extLst>
                  <a:ext uri="{FF2B5EF4-FFF2-40B4-BE49-F238E27FC236}">
                    <a16:creationId xmlns:a16="http://schemas.microsoft.com/office/drawing/2014/main" id="{6C0A8949-EB9C-4D43-ABC4-61D6112F37AE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8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3" name="直線コネクタ 105902">
                <a:extLst>
                  <a:ext uri="{FF2B5EF4-FFF2-40B4-BE49-F238E27FC236}">
                    <a16:creationId xmlns:a16="http://schemas.microsoft.com/office/drawing/2014/main" id="{62C31252-475D-4DA3-B57C-B50B983CAD45}"/>
                  </a:ext>
                </a:extLst>
              </p:cNvPr>
              <p:cNvCxnSpPr/>
              <p:nvPr/>
            </p:nvCxnSpPr>
            <p:spPr>
              <a:xfrm flipH="1">
                <a:off x="7185600" y="3600000"/>
                <a:ext cx="14400" cy="156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4" name="直線コネクタ 105903">
                <a:extLst>
                  <a:ext uri="{FF2B5EF4-FFF2-40B4-BE49-F238E27FC236}">
                    <a16:creationId xmlns:a16="http://schemas.microsoft.com/office/drawing/2014/main" id="{2990514B-B654-45C1-8EF3-3167681D2108}"/>
                  </a:ext>
                </a:extLst>
              </p:cNvPr>
              <p:cNvCxnSpPr/>
              <p:nvPr/>
            </p:nvCxnSpPr>
            <p:spPr>
              <a:xfrm flipH="1">
                <a:off x="7184520" y="3600000"/>
                <a:ext cx="15480" cy="154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5" name="直線コネクタ 105904">
                <a:extLst>
                  <a:ext uri="{FF2B5EF4-FFF2-40B4-BE49-F238E27FC236}">
                    <a16:creationId xmlns:a16="http://schemas.microsoft.com/office/drawing/2014/main" id="{FC09A097-97BC-415F-A773-3226FD5597A5}"/>
                  </a:ext>
                </a:extLst>
              </p:cNvPr>
              <p:cNvCxnSpPr/>
              <p:nvPr/>
            </p:nvCxnSpPr>
            <p:spPr>
              <a:xfrm flipH="1">
                <a:off x="7183440" y="3600000"/>
                <a:ext cx="16560" cy="1529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6" name="直線コネクタ 105905">
                <a:extLst>
                  <a:ext uri="{FF2B5EF4-FFF2-40B4-BE49-F238E27FC236}">
                    <a16:creationId xmlns:a16="http://schemas.microsoft.com/office/drawing/2014/main" id="{E23CE834-2DAE-4C79-A4FF-D5A1DE1247B0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1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7" name="直線コネクタ 105906">
                <a:extLst>
                  <a:ext uri="{FF2B5EF4-FFF2-40B4-BE49-F238E27FC236}">
                    <a16:creationId xmlns:a16="http://schemas.microsoft.com/office/drawing/2014/main" id="{671AFD88-BAFE-4A80-A45E-105EAC7041C4}"/>
                  </a:ext>
                </a:extLst>
              </p:cNvPr>
              <p:cNvCxnSpPr/>
              <p:nvPr/>
            </p:nvCxnSpPr>
            <p:spPr>
              <a:xfrm flipH="1">
                <a:off x="7176960" y="3600000"/>
                <a:ext cx="23040" cy="1495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8" name="直線コネクタ 105907">
                <a:extLst>
                  <a:ext uri="{FF2B5EF4-FFF2-40B4-BE49-F238E27FC236}">
                    <a16:creationId xmlns:a16="http://schemas.microsoft.com/office/drawing/2014/main" id="{FA6B980A-641A-4F9B-966F-3945C5F4A684}"/>
                  </a:ext>
                </a:extLst>
              </p:cNvPr>
              <p:cNvCxnSpPr/>
              <p:nvPr/>
            </p:nvCxnSpPr>
            <p:spPr>
              <a:xfrm flipH="1">
                <a:off x="7174800" y="3600000"/>
                <a:ext cx="25200" cy="1477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09" name="直線コネクタ 105908">
                <a:extLst>
                  <a:ext uri="{FF2B5EF4-FFF2-40B4-BE49-F238E27FC236}">
                    <a16:creationId xmlns:a16="http://schemas.microsoft.com/office/drawing/2014/main" id="{6696A655-AF97-4DDF-AD6B-9868722A5F34}"/>
                  </a:ext>
                </a:extLst>
              </p:cNvPr>
              <p:cNvCxnSpPr/>
              <p:nvPr/>
            </p:nvCxnSpPr>
            <p:spPr>
              <a:xfrm flipH="1">
                <a:off x="7172640" y="3600000"/>
                <a:ext cx="27360" cy="1460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0" name="直線コネクタ 105909">
                <a:extLst>
                  <a:ext uri="{FF2B5EF4-FFF2-40B4-BE49-F238E27FC236}">
                    <a16:creationId xmlns:a16="http://schemas.microsoft.com/office/drawing/2014/main" id="{9B4F3109-8D8D-4CFC-9708-58A18AB4E058}"/>
                  </a:ext>
                </a:extLst>
              </p:cNvPr>
              <p:cNvCxnSpPr/>
              <p:nvPr/>
            </p:nvCxnSpPr>
            <p:spPr>
              <a:xfrm flipH="1">
                <a:off x="7166520" y="3600000"/>
                <a:ext cx="33480" cy="144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1" name="直線コネクタ 105910">
                <a:extLst>
                  <a:ext uri="{FF2B5EF4-FFF2-40B4-BE49-F238E27FC236}">
                    <a16:creationId xmlns:a16="http://schemas.microsoft.com/office/drawing/2014/main" id="{C4930F19-282B-42EB-A3BD-9E0B7167A14F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26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2" name="直線コネクタ 105911">
                <a:extLst>
                  <a:ext uri="{FF2B5EF4-FFF2-40B4-BE49-F238E27FC236}">
                    <a16:creationId xmlns:a16="http://schemas.microsoft.com/office/drawing/2014/main" id="{CA46C7E8-FC7A-43D1-B958-B400837A99A0}"/>
                  </a:ext>
                </a:extLst>
              </p:cNvPr>
              <p:cNvCxnSpPr/>
              <p:nvPr/>
            </p:nvCxnSpPr>
            <p:spPr>
              <a:xfrm flipH="1">
                <a:off x="7160040" y="3600000"/>
                <a:ext cx="39960" cy="1409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3" name="直線コネクタ 105912">
                <a:extLst>
                  <a:ext uri="{FF2B5EF4-FFF2-40B4-BE49-F238E27FC236}">
                    <a16:creationId xmlns:a16="http://schemas.microsoft.com/office/drawing/2014/main" id="{CCB657DD-75C2-475D-8049-2BDE855EAC9E}"/>
                  </a:ext>
                </a:extLst>
              </p:cNvPr>
              <p:cNvCxnSpPr/>
              <p:nvPr/>
            </p:nvCxnSpPr>
            <p:spPr>
              <a:xfrm flipH="1">
                <a:off x="7156440" y="3600000"/>
                <a:ext cx="43560" cy="139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4" name="直線コネクタ 105913">
                <a:extLst>
                  <a:ext uri="{FF2B5EF4-FFF2-40B4-BE49-F238E27FC236}">
                    <a16:creationId xmlns:a16="http://schemas.microsoft.com/office/drawing/2014/main" id="{DD401621-EB09-49BE-8DE7-C925ADB97106}"/>
                  </a:ext>
                </a:extLst>
              </p:cNvPr>
              <p:cNvCxnSpPr/>
              <p:nvPr/>
            </p:nvCxnSpPr>
            <p:spPr>
              <a:xfrm flipH="1">
                <a:off x="7152480" y="3600000"/>
                <a:ext cx="47520" cy="137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5" name="直線コネクタ 105914">
                <a:extLst>
                  <a:ext uri="{FF2B5EF4-FFF2-40B4-BE49-F238E27FC236}">
                    <a16:creationId xmlns:a16="http://schemas.microsoft.com/office/drawing/2014/main" id="{0764B822-5495-40A9-A720-C25EA50E33F7}"/>
                  </a:ext>
                </a:extLst>
              </p:cNvPr>
              <p:cNvCxnSpPr/>
              <p:nvPr/>
            </p:nvCxnSpPr>
            <p:spPr>
              <a:xfrm flipH="1">
                <a:off x="7148160" y="3600000"/>
                <a:ext cx="51840" cy="1356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6" name="直線コネクタ 105915">
                <a:extLst>
                  <a:ext uri="{FF2B5EF4-FFF2-40B4-BE49-F238E27FC236}">
                    <a16:creationId xmlns:a16="http://schemas.microsoft.com/office/drawing/2014/main" id="{5FD4C36B-34C9-4F41-9449-BBDB919A824E}"/>
                  </a:ext>
                </a:extLst>
              </p:cNvPr>
              <p:cNvCxnSpPr/>
              <p:nvPr/>
            </p:nvCxnSpPr>
            <p:spPr>
              <a:xfrm flipH="1">
                <a:off x="7143480" y="3600000"/>
                <a:ext cx="56520" cy="133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7" name="直線コネクタ 105916">
                <a:extLst>
                  <a:ext uri="{FF2B5EF4-FFF2-40B4-BE49-F238E27FC236}">
                    <a16:creationId xmlns:a16="http://schemas.microsoft.com/office/drawing/2014/main" id="{EBF17043-718A-4E26-8F9F-721F2A900443}"/>
                  </a:ext>
                </a:extLst>
              </p:cNvPr>
              <p:cNvCxnSpPr/>
              <p:nvPr/>
            </p:nvCxnSpPr>
            <p:spPr>
              <a:xfrm flipH="1">
                <a:off x="7138440" y="3600000"/>
                <a:ext cx="61560" cy="132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8" name="直線コネクタ 105917">
                <a:extLst>
                  <a:ext uri="{FF2B5EF4-FFF2-40B4-BE49-F238E27FC236}">
                    <a16:creationId xmlns:a16="http://schemas.microsoft.com/office/drawing/2014/main" id="{914CBC53-CA77-4E4A-94E0-3C8A508EEF17}"/>
                  </a:ext>
                </a:extLst>
              </p:cNvPr>
              <p:cNvCxnSpPr/>
              <p:nvPr/>
            </p:nvCxnSpPr>
            <p:spPr>
              <a:xfrm flipH="1">
                <a:off x="7133040" y="3600000"/>
                <a:ext cx="66960" cy="1304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19" name="直線コネクタ 105918">
                <a:extLst>
                  <a:ext uri="{FF2B5EF4-FFF2-40B4-BE49-F238E27FC236}">
                    <a16:creationId xmlns:a16="http://schemas.microsoft.com/office/drawing/2014/main" id="{11F0062C-C88D-4F06-B7F4-F4671629240D}"/>
                  </a:ext>
                </a:extLst>
              </p:cNvPr>
              <p:cNvCxnSpPr/>
              <p:nvPr/>
            </p:nvCxnSpPr>
            <p:spPr>
              <a:xfrm flipH="1">
                <a:off x="7192440" y="3600000"/>
                <a:ext cx="7560" cy="161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0" name="直線コネクタ 105919">
                <a:extLst>
                  <a:ext uri="{FF2B5EF4-FFF2-40B4-BE49-F238E27FC236}">
                    <a16:creationId xmlns:a16="http://schemas.microsoft.com/office/drawing/2014/main" id="{0E646676-966D-4202-B225-7AE7C691CD13}"/>
                  </a:ext>
                </a:extLst>
              </p:cNvPr>
              <p:cNvCxnSpPr/>
              <p:nvPr/>
            </p:nvCxnSpPr>
            <p:spPr>
              <a:xfrm flipH="1">
                <a:off x="7191000" y="3600000"/>
                <a:ext cx="9000" cy="1594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1" name="直線コネクタ 105920">
                <a:extLst>
                  <a:ext uri="{FF2B5EF4-FFF2-40B4-BE49-F238E27FC236}">
                    <a16:creationId xmlns:a16="http://schemas.microsoft.com/office/drawing/2014/main" id="{DBC92E56-5D19-428C-BA88-0775116F285F}"/>
                  </a:ext>
                </a:extLst>
              </p:cNvPr>
              <p:cNvCxnSpPr/>
              <p:nvPr/>
            </p:nvCxnSpPr>
            <p:spPr>
              <a:xfrm flipH="1">
                <a:off x="7189200" y="3600000"/>
                <a:ext cx="10800" cy="157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2" name="直線コネクタ 105921">
                <a:extLst>
                  <a:ext uri="{FF2B5EF4-FFF2-40B4-BE49-F238E27FC236}">
                    <a16:creationId xmlns:a16="http://schemas.microsoft.com/office/drawing/2014/main" id="{AE3EB80B-56BA-4C6A-88A0-6F39498DE90E}"/>
                  </a:ext>
                </a:extLst>
              </p:cNvPr>
              <p:cNvCxnSpPr/>
              <p:nvPr/>
            </p:nvCxnSpPr>
            <p:spPr>
              <a:xfrm flipH="1">
                <a:off x="7187040" y="3600000"/>
                <a:ext cx="12960" cy="155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3" name="直線コネクタ 105922">
                <a:extLst>
                  <a:ext uri="{FF2B5EF4-FFF2-40B4-BE49-F238E27FC236}">
                    <a16:creationId xmlns:a16="http://schemas.microsoft.com/office/drawing/2014/main" id="{F6CFF266-9480-4821-B354-BFFC34454AB7}"/>
                  </a:ext>
                </a:extLst>
              </p:cNvPr>
              <p:cNvCxnSpPr/>
              <p:nvPr/>
            </p:nvCxnSpPr>
            <p:spPr>
              <a:xfrm flipH="1">
                <a:off x="7184880" y="3600000"/>
                <a:ext cx="15120" cy="154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4" name="直線コネクタ 105923">
                <a:extLst>
                  <a:ext uri="{FF2B5EF4-FFF2-40B4-BE49-F238E27FC236}">
                    <a16:creationId xmlns:a16="http://schemas.microsoft.com/office/drawing/2014/main" id="{8CF4A8FB-1388-4048-8AB2-573141D5CEB7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2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5" name="直線コネクタ 105924">
                <a:extLst>
                  <a:ext uri="{FF2B5EF4-FFF2-40B4-BE49-F238E27FC236}">
                    <a16:creationId xmlns:a16="http://schemas.microsoft.com/office/drawing/2014/main" id="{615B4E4E-264A-4DAE-978A-E3A1D422DD80}"/>
                  </a:ext>
                </a:extLst>
              </p:cNvPr>
              <p:cNvCxnSpPr/>
              <p:nvPr/>
            </p:nvCxnSpPr>
            <p:spPr>
              <a:xfrm flipH="1">
                <a:off x="7179120" y="3600000"/>
                <a:ext cx="20880" cy="150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6" name="直線コネクタ 105925">
                <a:extLst>
                  <a:ext uri="{FF2B5EF4-FFF2-40B4-BE49-F238E27FC236}">
                    <a16:creationId xmlns:a16="http://schemas.microsoft.com/office/drawing/2014/main" id="{62490E2A-876E-4E3F-B74D-5971DA79785A}"/>
                  </a:ext>
                </a:extLst>
              </p:cNvPr>
              <p:cNvCxnSpPr/>
              <p:nvPr/>
            </p:nvCxnSpPr>
            <p:spPr>
              <a:xfrm flipH="1">
                <a:off x="7175880" y="3600000"/>
                <a:ext cx="24120" cy="148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7" name="直線コネクタ 105926">
                <a:extLst>
                  <a:ext uri="{FF2B5EF4-FFF2-40B4-BE49-F238E27FC236}">
                    <a16:creationId xmlns:a16="http://schemas.microsoft.com/office/drawing/2014/main" id="{A86D22E6-5E2C-4555-9E62-0F1C3E4166DF}"/>
                  </a:ext>
                </a:extLst>
              </p:cNvPr>
              <p:cNvCxnSpPr/>
              <p:nvPr/>
            </p:nvCxnSpPr>
            <p:spPr>
              <a:xfrm flipH="1">
                <a:off x="7172280" y="3600000"/>
                <a:ext cx="27720" cy="147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8" name="直線コネクタ 105927">
                <a:extLst>
                  <a:ext uri="{FF2B5EF4-FFF2-40B4-BE49-F238E27FC236}">
                    <a16:creationId xmlns:a16="http://schemas.microsoft.com/office/drawing/2014/main" id="{17F07327-60A8-481B-B428-DA97A5D140F4}"/>
                  </a:ext>
                </a:extLst>
              </p:cNvPr>
              <p:cNvCxnSpPr/>
              <p:nvPr/>
            </p:nvCxnSpPr>
            <p:spPr>
              <a:xfrm flipH="1">
                <a:off x="7168320" y="3600000"/>
                <a:ext cx="31680" cy="145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29" name="直線コネクタ 105928">
                <a:extLst>
                  <a:ext uri="{FF2B5EF4-FFF2-40B4-BE49-F238E27FC236}">
                    <a16:creationId xmlns:a16="http://schemas.microsoft.com/office/drawing/2014/main" id="{BF8C9576-D793-4FD1-A722-5F8E1EB4F3F6}"/>
                  </a:ext>
                </a:extLst>
              </p:cNvPr>
              <p:cNvCxnSpPr/>
              <p:nvPr/>
            </p:nvCxnSpPr>
            <p:spPr>
              <a:xfrm flipH="1">
                <a:off x="7167600" y="3600000"/>
                <a:ext cx="32400" cy="1435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0" name="直線コネクタ 105929">
                <a:extLst>
                  <a:ext uri="{FF2B5EF4-FFF2-40B4-BE49-F238E27FC236}">
                    <a16:creationId xmlns:a16="http://schemas.microsoft.com/office/drawing/2014/main" id="{4989D273-DF1B-4C5F-A25C-2E1EB609403E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18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1" name="直線コネクタ 105930">
                <a:extLst>
                  <a:ext uri="{FF2B5EF4-FFF2-40B4-BE49-F238E27FC236}">
                    <a16:creationId xmlns:a16="http://schemas.microsoft.com/office/drawing/2014/main" id="{CADE1168-4E3C-4155-96C7-240BC74303A4}"/>
                  </a:ext>
                </a:extLst>
              </p:cNvPr>
              <p:cNvCxnSpPr/>
              <p:nvPr/>
            </p:nvCxnSpPr>
            <p:spPr>
              <a:xfrm flipH="1">
                <a:off x="7158600" y="3600000"/>
                <a:ext cx="41400" cy="1401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2" name="直線コネクタ 105931">
                <a:extLst>
                  <a:ext uri="{FF2B5EF4-FFF2-40B4-BE49-F238E27FC236}">
                    <a16:creationId xmlns:a16="http://schemas.microsoft.com/office/drawing/2014/main" id="{656939EA-9DE5-4BB3-BED7-2C32807DC209}"/>
                  </a:ext>
                </a:extLst>
              </p:cNvPr>
              <p:cNvCxnSpPr/>
              <p:nvPr/>
            </p:nvCxnSpPr>
            <p:spPr>
              <a:xfrm flipH="1">
                <a:off x="7156800" y="3600000"/>
                <a:ext cx="43200" cy="138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3" name="直線コネクタ 105932">
                <a:extLst>
                  <a:ext uri="{FF2B5EF4-FFF2-40B4-BE49-F238E27FC236}">
                    <a16:creationId xmlns:a16="http://schemas.microsoft.com/office/drawing/2014/main" id="{D37202DD-082B-4B1F-A0E6-49B3120A60B4}"/>
                  </a:ext>
                </a:extLst>
              </p:cNvPr>
              <p:cNvCxnSpPr/>
              <p:nvPr/>
            </p:nvCxnSpPr>
            <p:spPr>
              <a:xfrm flipH="1">
                <a:off x="7151400" y="3600000"/>
                <a:ext cx="48600" cy="13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4" name="直線コネクタ 105933">
                <a:extLst>
                  <a:ext uri="{FF2B5EF4-FFF2-40B4-BE49-F238E27FC236}">
                    <a16:creationId xmlns:a16="http://schemas.microsoft.com/office/drawing/2014/main" id="{9A8F78A2-420D-42BF-80B8-2562065DC5FE}"/>
                  </a:ext>
                </a:extLst>
              </p:cNvPr>
              <p:cNvCxnSpPr/>
              <p:nvPr/>
            </p:nvCxnSpPr>
            <p:spPr>
              <a:xfrm flipH="1">
                <a:off x="7146000" y="3600000"/>
                <a:ext cx="54000" cy="135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5" name="直線コネクタ 105934">
                <a:extLst>
                  <a:ext uri="{FF2B5EF4-FFF2-40B4-BE49-F238E27FC236}">
                    <a16:creationId xmlns:a16="http://schemas.microsoft.com/office/drawing/2014/main" id="{5BEA3DB5-B617-4D3C-9521-BB0AF95892AB}"/>
                  </a:ext>
                </a:extLst>
              </p:cNvPr>
              <p:cNvCxnSpPr/>
              <p:nvPr/>
            </p:nvCxnSpPr>
            <p:spPr>
              <a:xfrm flipH="1">
                <a:off x="7139880" y="3600000"/>
                <a:ext cx="60120" cy="1334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6" name="直線コネクタ 105935">
                <a:extLst>
                  <a:ext uri="{FF2B5EF4-FFF2-40B4-BE49-F238E27FC236}">
                    <a16:creationId xmlns:a16="http://schemas.microsoft.com/office/drawing/2014/main" id="{A9ADC712-8F9C-49E8-8681-25864DEDDD36}"/>
                  </a:ext>
                </a:extLst>
              </p:cNvPr>
              <p:cNvCxnSpPr/>
              <p:nvPr/>
            </p:nvCxnSpPr>
            <p:spPr>
              <a:xfrm flipH="1">
                <a:off x="7137360" y="3600000"/>
                <a:ext cx="62640" cy="131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7" name="直線コネクタ 105936">
                <a:extLst>
                  <a:ext uri="{FF2B5EF4-FFF2-40B4-BE49-F238E27FC236}">
                    <a16:creationId xmlns:a16="http://schemas.microsoft.com/office/drawing/2014/main" id="{4F4B4F96-530A-4B7A-92E1-FF7E4735FEE0}"/>
                  </a:ext>
                </a:extLst>
              </p:cNvPr>
              <p:cNvCxnSpPr/>
              <p:nvPr/>
            </p:nvCxnSpPr>
            <p:spPr>
              <a:xfrm flipH="1">
                <a:off x="7130880" y="3600000"/>
                <a:ext cx="69120" cy="1301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8" name="直線コネクタ 105937">
                <a:extLst>
                  <a:ext uri="{FF2B5EF4-FFF2-40B4-BE49-F238E27FC236}">
                    <a16:creationId xmlns:a16="http://schemas.microsoft.com/office/drawing/2014/main" id="{87C96DC5-49F4-476A-9D98-9298C5B03127}"/>
                  </a:ext>
                </a:extLst>
              </p:cNvPr>
              <p:cNvCxnSpPr/>
              <p:nvPr/>
            </p:nvCxnSpPr>
            <p:spPr>
              <a:xfrm flipH="1">
                <a:off x="7127640" y="3600000"/>
                <a:ext cx="72360" cy="128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39" name="直線コネクタ 105938">
                <a:extLst>
                  <a:ext uri="{FF2B5EF4-FFF2-40B4-BE49-F238E27FC236}">
                    <a16:creationId xmlns:a16="http://schemas.microsoft.com/office/drawing/2014/main" id="{D943A2EE-6C8F-45BA-9BE2-CA3DDADB3D77}"/>
                  </a:ext>
                </a:extLst>
              </p:cNvPr>
              <p:cNvCxnSpPr/>
              <p:nvPr/>
            </p:nvCxnSpPr>
            <p:spPr>
              <a:xfrm flipH="1">
                <a:off x="7124040" y="3600000"/>
                <a:ext cx="75960" cy="126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0" name="直線コネクタ 105939">
                <a:extLst>
                  <a:ext uri="{FF2B5EF4-FFF2-40B4-BE49-F238E27FC236}">
                    <a16:creationId xmlns:a16="http://schemas.microsoft.com/office/drawing/2014/main" id="{CE110A8A-3C0B-416D-9495-181A43CBBBE9}"/>
                  </a:ext>
                </a:extLst>
              </p:cNvPr>
              <p:cNvCxnSpPr/>
              <p:nvPr/>
            </p:nvCxnSpPr>
            <p:spPr>
              <a:xfrm flipH="1">
                <a:off x="7116840" y="3600000"/>
                <a:ext cx="83160" cy="125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1" name="直線コネクタ 105940">
                <a:extLst>
                  <a:ext uri="{FF2B5EF4-FFF2-40B4-BE49-F238E27FC236}">
                    <a16:creationId xmlns:a16="http://schemas.microsoft.com/office/drawing/2014/main" id="{8B46F755-FAA2-4617-8337-922EF55116FD}"/>
                  </a:ext>
                </a:extLst>
              </p:cNvPr>
              <p:cNvCxnSpPr/>
              <p:nvPr/>
            </p:nvCxnSpPr>
            <p:spPr>
              <a:xfrm flipH="1">
                <a:off x="7112520" y="3600000"/>
                <a:ext cx="87480" cy="1236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2" name="直線コネクタ 105941">
                <a:extLst>
                  <a:ext uri="{FF2B5EF4-FFF2-40B4-BE49-F238E27FC236}">
                    <a16:creationId xmlns:a16="http://schemas.microsoft.com/office/drawing/2014/main" id="{62E8654C-37E2-411F-A00D-60ABB664C925}"/>
                  </a:ext>
                </a:extLst>
              </p:cNvPr>
              <p:cNvCxnSpPr/>
              <p:nvPr/>
            </p:nvCxnSpPr>
            <p:spPr>
              <a:xfrm flipH="1">
                <a:off x="7108200" y="3600000"/>
                <a:ext cx="91800" cy="1220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3" name="直線コネクタ 105942">
                <a:extLst>
                  <a:ext uri="{FF2B5EF4-FFF2-40B4-BE49-F238E27FC236}">
                    <a16:creationId xmlns:a16="http://schemas.microsoft.com/office/drawing/2014/main" id="{A70C3D1E-66AA-445F-BD05-18BEB842AB15}"/>
                  </a:ext>
                </a:extLst>
              </p:cNvPr>
              <p:cNvCxnSpPr/>
              <p:nvPr/>
            </p:nvCxnSpPr>
            <p:spPr>
              <a:xfrm flipH="1">
                <a:off x="7100280" y="3600000"/>
                <a:ext cx="99720" cy="1204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4" name="直線コネクタ 105943">
                <a:extLst>
                  <a:ext uri="{FF2B5EF4-FFF2-40B4-BE49-F238E27FC236}">
                    <a16:creationId xmlns:a16="http://schemas.microsoft.com/office/drawing/2014/main" id="{D9B095F7-8982-4A8B-AABE-4E2A710CA4AE}"/>
                  </a:ext>
                </a:extLst>
              </p:cNvPr>
              <p:cNvCxnSpPr/>
              <p:nvPr/>
            </p:nvCxnSpPr>
            <p:spPr>
              <a:xfrm flipH="1">
                <a:off x="7095240" y="3600000"/>
                <a:ext cx="104760" cy="11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5" name="直線コネクタ 105944">
                <a:extLst>
                  <a:ext uri="{FF2B5EF4-FFF2-40B4-BE49-F238E27FC236}">
                    <a16:creationId xmlns:a16="http://schemas.microsoft.com/office/drawing/2014/main" id="{29D5340E-EF37-47D8-A465-08747704D03C}"/>
                  </a:ext>
                </a:extLst>
              </p:cNvPr>
              <p:cNvCxnSpPr/>
              <p:nvPr/>
            </p:nvCxnSpPr>
            <p:spPr>
              <a:xfrm flipH="1">
                <a:off x="7090200" y="3600000"/>
                <a:ext cx="109800" cy="1172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6" name="直線コネクタ 105945">
                <a:extLst>
                  <a:ext uri="{FF2B5EF4-FFF2-40B4-BE49-F238E27FC236}">
                    <a16:creationId xmlns:a16="http://schemas.microsoft.com/office/drawing/2014/main" id="{62E73A2D-B91D-47BF-A76A-343D49CE7217}"/>
                  </a:ext>
                </a:extLst>
              </p:cNvPr>
              <p:cNvCxnSpPr/>
              <p:nvPr/>
            </p:nvCxnSpPr>
            <p:spPr>
              <a:xfrm flipH="1">
                <a:off x="7081200" y="3600000"/>
                <a:ext cx="118800" cy="1158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7" name="直線コネクタ 105946">
                <a:extLst>
                  <a:ext uri="{FF2B5EF4-FFF2-40B4-BE49-F238E27FC236}">
                    <a16:creationId xmlns:a16="http://schemas.microsoft.com/office/drawing/2014/main" id="{60001029-F286-4CEC-8021-C53542AC223F}"/>
                  </a:ext>
                </a:extLst>
              </p:cNvPr>
              <p:cNvCxnSpPr/>
              <p:nvPr/>
            </p:nvCxnSpPr>
            <p:spPr>
              <a:xfrm flipH="1">
                <a:off x="7075440" y="3600000"/>
                <a:ext cx="124560" cy="1142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8" name="直線コネクタ 105947">
                <a:extLst>
                  <a:ext uri="{FF2B5EF4-FFF2-40B4-BE49-F238E27FC236}">
                    <a16:creationId xmlns:a16="http://schemas.microsoft.com/office/drawing/2014/main" id="{118C8CEA-2E9F-4B99-B3C6-CCBA01F48CE9}"/>
                  </a:ext>
                </a:extLst>
              </p:cNvPr>
              <p:cNvCxnSpPr/>
              <p:nvPr/>
            </p:nvCxnSpPr>
            <p:spPr>
              <a:xfrm flipH="1">
                <a:off x="7069320" y="3600000"/>
                <a:ext cx="130680" cy="112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49" name="直線コネクタ 105948">
                <a:extLst>
                  <a:ext uri="{FF2B5EF4-FFF2-40B4-BE49-F238E27FC236}">
                    <a16:creationId xmlns:a16="http://schemas.microsoft.com/office/drawing/2014/main" id="{E94B3E5D-30C9-4184-B61D-030567B293F2}"/>
                  </a:ext>
                </a:extLst>
              </p:cNvPr>
              <p:cNvCxnSpPr/>
              <p:nvPr/>
            </p:nvCxnSpPr>
            <p:spPr>
              <a:xfrm flipH="1">
                <a:off x="7063200" y="3600000"/>
                <a:ext cx="136800" cy="1110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0" name="直線コネクタ 105949">
                <a:extLst>
                  <a:ext uri="{FF2B5EF4-FFF2-40B4-BE49-F238E27FC236}">
                    <a16:creationId xmlns:a16="http://schemas.microsoft.com/office/drawing/2014/main" id="{48E7DB9B-F07C-4A9E-A013-D393916D37FA}"/>
                  </a:ext>
                </a:extLst>
              </p:cNvPr>
              <p:cNvCxnSpPr/>
              <p:nvPr/>
            </p:nvCxnSpPr>
            <p:spPr>
              <a:xfrm flipH="1">
                <a:off x="7056720" y="3600000"/>
                <a:ext cx="143280" cy="109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1" name="直線コネクタ 105950">
                <a:extLst>
                  <a:ext uri="{FF2B5EF4-FFF2-40B4-BE49-F238E27FC236}">
                    <a16:creationId xmlns:a16="http://schemas.microsoft.com/office/drawing/2014/main" id="{CADEED9C-6AE4-4B9C-A221-A161BE7D0B0D}"/>
                  </a:ext>
                </a:extLst>
              </p:cNvPr>
              <p:cNvCxnSpPr/>
              <p:nvPr/>
            </p:nvCxnSpPr>
            <p:spPr>
              <a:xfrm flipH="1">
                <a:off x="7049880" y="3600000"/>
                <a:ext cx="150120" cy="1080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2" name="直線コネクタ 105951">
                <a:extLst>
                  <a:ext uri="{FF2B5EF4-FFF2-40B4-BE49-F238E27FC236}">
                    <a16:creationId xmlns:a16="http://schemas.microsoft.com/office/drawing/2014/main" id="{1F2A26A3-E948-4641-BCF4-6C1577598ACD}"/>
                  </a:ext>
                </a:extLst>
              </p:cNvPr>
              <p:cNvCxnSpPr/>
              <p:nvPr/>
            </p:nvCxnSpPr>
            <p:spPr>
              <a:xfrm flipH="1">
                <a:off x="7042680" y="3600000"/>
                <a:ext cx="157320" cy="1065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3" name="直線コネクタ 105952">
                <a:extLst>
                  <a:ext uri="{FF2B5EF4-FFF2-40B4-BE49-F238E27FC236}">
                    <a16:creationId xmlns:a16="http://schemas.microsoft.com/office/drawing/2014/main" id="{A6E280F8-E91A-40E6-86B1-88DC997F40B4}"/>
                  </a:ext>
                </a:extLst>
              </p:cNvPr>
              <p:cNvCxnSpPr/>
              <p:nvPr/>
            </p:nvCxnSpPr>
            <p:spPr>
              <a:xfrm flipH="1">
                <a:off x="7038360" y="3600000"/>
                <a:ext cx="161640" cy="1048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4" name="直線コネクタ 105953">
                <a:extLst>
                  <a:ext uri="{FF2B5EF4-FFF2-40B4-BE49-F238E27FC236}">
                    <a16:creationId xmlns:a16="http://schemas.microsoft.com/office/drawing/2014/main" id="{99BCBD4C-9543-4872-B76E-A7B33AAC905C}"/>
                  </a:ext>
                </a:extLst>
              </p:cNvPr>
              <p:cNvCxnSpPr/>
              <p:nvPr/>
            </p:nvCxnSpPr>
            <p:spPr>
              <a:xfrm flipH="1">
                <a:off x="7030800" y="3600000"/>
                <a:ext cx="169200" cy="103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5" name="直線コネクタ 105954">
                <a:extLst>
                  <a:ext uri="{FF2B5EF4-FFF2-40B4-BE49-F238E27FC236}">
                    <a16:creationId xmlns:a16="http://schemas.microsoft.com/office/drawing/2014/main" id="{6703640E-786B-4C25-B02C-10EC85CA6477}"/>
                  </a:ext>
                </a:extLst>
              </p:cNvPr>
              <p:cNvCxnSpPr/>
              <p:nvPr/>
            </p:nvCxnSpPr>
            <p:spPr>
              <a:xfrm flipH="1">
                <a:off x="7022880" y="3600000"/>
                <a:ext cx="177120" cy="101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6" name="直線コネクタ 105955">
                <a:extLst>
                  <a:ext uri="{FF2B5EF4-FFF2-40B4-BE49-F238E27FC236}">
                    <a16:creationId xmlns:a16="http://schemas.microsoft.com/office/drawing/2014/main" id="{F904DBB4-715E-4F1D-A2C5-490620A414E0}"/>
                  </a:ext>
                </a:extLst>
              </p:cNvPr>
              <p:cNvCxnSpPr/>
              <p:nvPr/>
            </p:nvCxnSpPr>
            <p:spPr>
              <a:xfrm flipH="1">
                <a:off x="7017840" y="3600000"/>
                <a:ext cx="182160" cy="1001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7" name="直線コネクタ 105956">
                <a:extLst>
                  <a:ext uri="{FF2B5EF4-FFF2-40B4-BE49-F238E27FC236}">
                    <a16:creationId xmlns:a16="http://schemas.microsoft.com/office/drawing/2014/main" id="{7CFD8AB2-702F-4985-828B-DD39D8926E87}"/>
                  </a:ext>
                </a:extLst>
              </p:cNvPr>
              <p:cNvCxnSpPr/>
              <p:nvPr/>
            </p:nvCxnSpPr>
            <p:spPr>
              <a:xfrm flipH="1">
                <a:off x="7009560" y="3600000"/>
                <a:ext cx="190440" cy="9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8" name="直線コネクタ 105957">
                <a:extLst>
                  <a:ext uri="{FF2B5EF4-FFF2-40B4-BE49-F238E27FC236}">
                    <a16:creationId xmlns:a16="http://schemas.microsoft.com/office/drawing/2014/main" id="{BBB74B94-E8DA-40E5-B1AF-CF43B4FB4FAA}"/>
                  </a:ext>
                </a:extLst>
              </p:cNvPr>
              <p:cNvCxnSpPr/>
              <p:nvPr/>
            </p:nvCxnSpPr>
            <p:spPr>
              <a:xfrm flipH="1">
                <a:off x="7000920" y="3600000"/>
                <a:ext cx="199080" cy="9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59" name="直線コネクタ 105958">
                <a:extLst>
                  <a:ext uri="{FF2B5EF4-FFF2-40B4-BE49-F238E27FC236}">
                    <a16:creationId xmlns:a16="http://schemas.microsoft.com/office/drawing/2014/main" id="{9A30A032-A9B8-4236-812B-9F5CC04D8373}"/>
                  </a:ext>
                </a:extLst>
              </p:cNvPr>
              <p:cNvCxnSpPr/>
              <p:nvPr/>
            </p:nvCxnSpPr>
            <p:spPr>
              <a:xfrm flipH="1">
                <a:off x="6994800" y="3600000"/>
                <a:ext cx="205200" cy="9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0" name="直線コネクタ 105959">
                <a:extLst>
                  <a:ext uri="{FF2B5EF4-FFF2-40B4-BE49-F238E27FC236}">
                    <a16:creationId xmlns:a16="http://schemas.microsoft.com/office/drawing/2014/main" id="{BA95C2D2-AB15-45D9-BDC7-0D90D7148ED5}"/>
                  </a:ext>
                </a:extLst>
              </p:cNvPr>
              <p:cNvCxnSpPr/>
              <p:nvPr/>
            </p:nvCxnSpPr>
            <p:spPr>
              <a:xfrm flipH="1">
                <a:off x="6985440" y="3600000"/>
                <a:ext cx="214560" cy="94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1" name="直線コネクタ 105960">
                <a:extLst>
                  <a:ext uri="{FF2B5EF4-FFF2-40B4-BE49-F238E27FC236}">
                    <a16:creationId xmlns:a16="http://schemas.microsoft.com/office/drawing/2014/main" id="{95977FC5-F248-4D26-94D2-0758F5DFFBAD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2" name="直線コネクタ 105961">
                <a:extLst>
                  <a:ext uri="{FF2B5EF4-FFF2-40B4-BE49-F238E27FC236}">
                    <a16:creationId xmlns:a16="http://schemas.microsoft.com/office/drawing/2014/main" id="{9576DA4C-537C-4FB2-B3DC-278BF9095773}"/>
                  </a:ext>
                </a:extLst>
              </p:cNvPr>
              <p:cNvCxnSpPr/>
              <p:nvPr/>
            </p:nvCxnSpPr>
            <p:spPr>
              <a:xfrm flipH="1">
                <a:off x="6969240" y="3600000"/>
                <a:ext cx="230760" cy="912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3" name="直線コネクタ 105962">
                <a:extLst>
                  <a:ext uri="{FF2B5EF4-FFF2-40B4-BE49-F238E27FC236}">
                    <a16:creationId xmlns:a16="http://schemas.microsoft.com/office/drawing/2014/main" id="{78013135-787E-47EA-95A2-189B22A4C9A2}"/>
                  </a:ext>
                </a:extLst>
              </p:cNvPr>
              <p:cNvCxnSpPr/>
              <p:nvPr/>
            </p:nvCxnSpPr>
            <p:spPr>
              <a:xfrm flipH="1">
                <a:off x="6959160" y="3600000"/>
                <a:ext cx="240840" cy="89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4" name="直線コネクタ 105963">
                <a:extLst>
                  <a:ext uri="{FF2B5EF4-FFF2-40B4-BE49-F238E27FC236}">
                    <a16:creationId xmlns:a16="http://schemas.microsoft.com/office/drawing/2014/main" id="{E598344B-F18C-4812-88CD-65634C49062B}"/>
                  </a:ext>
                </a:extLst>
              </p:cNvPr>
              <p:cNvCxnSpPr/>
              <p:nvPr/>
            </p:nvCxnSpPr>
            <p:spPr>
              <a:xfrm flipH="1">
                <a:off x="6951960" y="3600000"/>
                <a:ext cx="248040" cy="88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5" name="直線コネクタ 105964">
                <a:extLst>
                  <a:ext uri="{FF2B5EF4-FFF2-40B4-BE49-F238E27FC236}">
                    <a16:creationId xmlns:a16="http://schemas.microsoft.com/office/drawing/2014/main" id="{F5D4B4E5-D91B-4AF0-8BB6-4F31204A3829}"/>
                  </a:ext>
                </a:extLst>
              </p:cNvPr>
              <p:cNvCxnSpPr/>
              <p:nvPr/>
            </p:nvCxnSpPr>
            <p:spPr>
              <a:xfrm flipH="1">
                <a:off x="6944400" y="3600000"/>
                <a:ext cx="255600" cy="867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6" name="直線コネクタ 105965">
                <a:extLst>
                  <a:ext uri="{FF2B5EF4-FFF2-40B4-BE49-F238E27FC236}">
                    <a16:creationId xmlns:a16="http://schemas.microsoft.com/office/drawing/2014/main" id="{6D2DAEF0-4EEF-46EC-8149-2A528B4BB9B6}"/>
                  </a:ext>
                </a:extLst>
              </p:cNvPr>
              <p:cNvCxnSpPr/>
              <p:nvPr/>
            </p:nvCxnSpPr>
            <p:spPr>
              <a:xfrm flipH="1">
                <a:off x="6936120" y="3600000"/>
                <a:ext cx="263880" cy="85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7" name="直線コネクタ 105966">
                <a:extLst>
                  <a:ext uri="{FF2B5EF4-FFF2-40B4-BE49-F238E27FC236}">
                    <a16:creationId xmlns:a16="http://schemas.microsoft.com/office/drawing/2014/main" id="{E6AF2811-0622-4321-A17F-D3B479BCBA16}"/>
                  </a:ext>
                </a:extLst>
              </p:cNvPr>
              <p:cNvCxnSpPr/>
              <p:nvPr/>
            </p:nvCxnSpPr>
            <p:spPr>
              <a:xfrm flipH="1">
                <a:off x="6925320" y="3600000"/>
                <a:ext cx="274680" cy="83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8" name="直線コネクタ 105967">
                <a:extLst>
                  <a:ext uri="{FF2B5EF4-FFF2-40B4-BE49-F238E27FC236}">
                    <a16:creationId xmlns:a16="http://schemas.microsoft.com/office/drawing/2014/main" id="{85F74521-FE51-4E02-9EEC-60AAECD5D8C3}"/>
                  </a:ext>
                </a:extLst>
              </p:cNvPr>
              <p:cNvCxnSpPr/>
              <p:nvPr/>
            </p:nvCxnSpPr>
            <p:spPr>
              <a:xfrm flipH="1">
                <a:off x="6916680" y="3600000"/>
                <a:ext cx="283320" cy="82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69" name="直線コネクタ 105968">
                <a:extLst>
                  <a:ext uri="{FF2B5EF4-FFF2-40B4-BE49-F238E27FC236}">
                    <a16:creationId xmlns:a16="http://schemas.microsoft.com/office/drawing/2014/main" id="{540480EE-17B9-4F0F-81B9-66963ABFD1F6}"/>
                  </a:ext>
                </a:extLst>
              </p:cNvPr>
              <p:cNvCxnSpPr/>
              <p:nvPr/>
            </p:nvCxnSpPr>
            <p:spPr>
              <a:xfrm flipH="1">
                <a:off x="6907680" y="3600000"/>
                <a:ext cx="292320" cy="80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0" name="直線コネクタ 105969">
                <a:extLst>
                  <a:ext uri="{FF2B5EF4-FFF2-40B4-BE49-F238E27FC236}">
                    <a16:creationId xmlns:a16="http://schemas.microsoft.com/office/drawing/2014/main" id="{652C7A7E-AFB0-430B-A407-9D7C4F04DC2C}"/>
                  </a:ext>
                </a:extLst>
              </p:cNvPr>
              <p:cNvCxnSpPr/>
              <p:nvPr/>
            </p:nvCxnSpPr>
            <p:spPr>
              <a:xfrm flipH="1">
                <a:off x="6895800" y="3600000"/>
                <a:ext cx="304200" cy="794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1" name="直線コネクタ 105970">
                <a:extLst>
                  <a:ext uri="{FF2B5EF4-FFF2-40B4-BE49-F238E27FC236}">
                    <a16:creationId xmlns:a16="http://schemas.microsoft.com/office/drawing/2014/main" id="{30D869A8-6246-4047-A434-A1A344D13E24}"/>
                  </a:ext>
                </a:extLst>
              </p:cNvPr>
              <p:cNvCxnSpPr/>
              <p:nvPr/>
            </p:nvCxnSpPr>
            <p:spPr>
              <a:xfrm flipH="1">
                <a:off x="6886440" y="3600000"/>
                <a:ext cx="313560" cy="77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2" name="直線コネクタ 105971">
                <a:extLst>
                  <a:ext uri="{FF2B5EF4-FFF2-40B4-BE49-F238E27FC236}">
                    <a16:creationId xmlns:a16="http://schemas.microsoft.com/office/drawing/2014/main" id="{9B30E151-5269-4C4B-AE59-693C33BC3DA0}"/>
                  </a:ext>
                </a:extLst>
              </p:cNvPr>
              <p:cNvCxnSpPr/>
              <p:nvPr/>
            </p:nvCxnSpPr>
            <p:spPr>
              <a:xfrm flipH="1">
                <a:off x="6876720" y="3600000"/>
                <a:ext cx="323280" cy="765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3" name="直線コネクタ 105972">
                <a:extLst>
                  <a:ext uri="{FF2B5EF4-FFF2-40B4-BE49-F238E27FC236}">
                    <a16:creationId xmlns:a16="http://schemas.microsoft.com/office/drawing/2014/main" id="{9631C0F4-9419-442A-A39F-35A5B73CC695}"/>
                  </a:ext>
                </a:extLst>
              </p:cNvPr>
              <p:cNvCxnSpPr/>
              <p:nvPr/>
            </p:nvCxnSpPr>
            <p:spPr>
              <a:xfrm flipH="1">
                <a:off x="6866640" y="3600000"/>
                <a:ext cx="333360" cy="75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4" name="直線コネクタ 105973">
                <a:extLst>
                  <a:ext uri="{FF2B5EF4-FFF2-40B4-BE49-F238E27FC236}">
                    <a16:creationId xmlns:a16="http://schemas.microsoft.com/office/drawing/2014/main" id="{D366678F-07E4-4B46-8CC2-DF941BCEF23A}"/>
                  </a:ext>
                </a:extLst>
              </p:cNvPr>
              <p:cNvCxnSpPr/>
              <p:nvPr/>
            </p:nvCxnSpPr>
            <p:spPr>
              <a:xfrm flipH="1">
                <a:off x="6856200" y="3600000"/>
                <a:ext cx="343800" cy="735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5" name="直線コネクタ 105974">
                <a:extLst>
                  <a:ext uri="{FF2B5EF4-FFF2-40B4-BE49-F238E27FC236}">
                    <a16:creationId xmlns:a16="http://schemas.microsoft.com/office/drawing/2014/main" id="{796BBB1F-1487-4FF1-8AFE-5595ACFEBBDE}"/>
                  </a:ext>
                </a:extLst>
              </p:cNvPr>
              <p:cNvCxnSpPr/>
              <p:nvPr/>
            </p:nvCxnSpPr>
            <p:spPr>
              <a:xfrm flipH="1">
                <a:off x="6845400" y="3600000"/>
                <a:ext cx="354600" cy="72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6" name="直線コネクタ 105975">
                <a:extLst>
                  <a:ext uri="{FF2B5EF4-FFF2-40B4-BE49-F238E27FC236}">
                    <a16:creationId xmlns:a16="http://schemas.microsoft.com/office/drawing/2014/main" id="{A831EF70-C1E5-42E3-BDA3-3E1442BD51D9}"/>
                  </a:ext>
                </a:extLst>
              </p:cNvPr>
              <p:cNvCxnSpPr/>
              <p:nvPr/>
            </p:nvCxnSpPr>
            <p:spPr>
              <a:xfrm flipH="1">
                <a:off x="6834240" y="3600000"/>
                <a:ext cx="365760" cy="70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7" name="直線コネクタ 105976">
                <a:extLst>
                  <a:ext uri="{FF2B5EF4-FFF2-40B4-BE49-F238E27FC236}">
                    <a16:creationId xmlns:a16="http://schemas.microsoft.com/office/drawing/2014/main" id="{4F4518B1-183B-4EE0-9666-D69C99E292DB}"/>
                  </a:ext>
                </a:extLst>
              </p:cNvPr>
              <p:cNvCxnSpPr/>
              <p:nvPr/>
            </p:nvCxnSpPr>
            <p:spPr>
              <a:xfrm flipH="1">
                <a:off x="6823080" y="3600000"/>
                <a:ext cx="376920" cy="69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8" name="直線コネクタ 105977">
                <a:extLst>
                  <a:ext uri="{FF2B5EF4-FFF2-40B4-BE49-F238E27FC236}">
                    <a16:creationId xmlns:a16="http://schemas.microsoft.com/office/drawing/2014/main" id="{F583C9D5-B7CA-4827-B437-EBAE01CAA951}"/>
                  </a:ext>
                </a:extLst>
              </p:cNvPr>
              <p:cNvCxnSpPr/>
              <p:nvPr/>
            </p:nvCxnSpPr>
            <p:spPr>
              <a:xfrm flipH="1">
                <a:off x="6811560" y="3600000"/>
                <a:ext cx="388440" cy="67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79" name="直線コネクタ 105978">
                <a:extLst>
                  <a:ext uri="{FF2B5EF4-FFF2-40B4-BE49-F238E27FC236}">
                    <a16:creationId xmlns:a16="http://schemas.microsoft.com/office/drawing/2014/main" id="{7476D077-6F11-4310-8632-DE183E387E5A}"/>
                  </a:ext>
                </a:extLst>
              </p:cNvPr>
              <p:cNvCxnSpPr/>
              <p:nvPr/>
            </p:nvCxnSpPr>
            <p:spPr>
              <a:xfrm flipH="1">
                <a:off x="6984360" y="3600000"/>
                <a:ext cx="215640" cy="94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0" name="直線コネクタ 105979">
                <a:extLst>
                  <a:ext uri="{FF2B5EF4-FFF2-40B4-BE49-F238E27FC236}">
                    <a16:creationId xmlns:a16="http://schemas.microsoft.com/office/drawing/2014/main" id="{136D3802-0DAB-492D-B49F-261A8BDE1D22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4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1" name="直線コネクタ 105980">
                <a:extLst>
                  <a:ext uri="{FF2B5EF4-FFF2-40B4-BE49-F238E27FC236}">
                    <a16:creationId xmlns:a16="http://schemas.microsoft.com/office/drawing/2014/main" id="{1F1720AB-7C2C-4C68-A811-B60CE682B637}"/>
                  </a:ext>
                </a:extLst>
              </p:cNvPr>
              <p:cNvCxnSpPr/>
              <p:nvPr/>
            </p:nvCxnSpPr>
            <p:spPr>
              <a:xfrm flipH="1">
                <a:off x="6967440" y="3600000"/>
                <a:ext cx="232560" cy="90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2" name="直線コネクタ 105981">
                <a:extLst>
                  <a:ext uri="{FF2B5EF4-FFF2-40B4-BE49-F238E27FC236}">
                    <a16:creationId xmlns:a16="http://schemas.microsoft.com/office/drawing/2014/main" id="{1DEACA44-E89A-4B00-9979-AC9496FCE3B5}"/>
                  </a:ext>
                </a:extLst>
              </p:cNvPr>
              <p:cNvCxnSpPr/>
              <p:nvPr/>
            </p:nvCxnSpPr>
            <p:spPr>
              <a:xfrm flipH="1">
                <a:off x="6958800" y="3600000"/>
                <a:ext cx="241200" cy="89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3" name="直線コネクタ 105982">
                <a:extLst>
                  <a:ext uri="{FF2B5EF4-FFF2-40B4-BE49-F238E27FC236}">
                    <a16:creationId xmlns:a16="http://schemas.microsoft.com/office/drawing/2014/main" id="{4B1FDC0D-9FDF-4DD2-B485-555AA484EBF5}"/>
                  </a:ext>
                </a:extLst>
              </p:cNvPr>
              <p:cNvCxnSpPr/>
              <p:nvPr/>
            </p:nvCxnSpPr>
            <p:spPr>
              <a:xfrm flipH="1">
                <a:off x="6949800" y="3600000"/>
                <a:ext cx="250200" cy="87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4" name="直線コネクタ 105983">
                <a:extLst>
                  <a:ext uri="{FF2B5EF4-FFF2-40B4-BE49-F238E27FC236}">
                    <a16:creationId xmlns:a16="http://schemas.microsoft.com/office/drawing/2014/main" id="{0300B478-F974-441F-AF03-A91B014736BA}"/>
                  </a:ext>
                </a:extLst>
              </p:cNvPr>
              <p:cNvCxnSpPr/>
              <p:nvPr/>
            </p:nvCxnSpPr>
            <p:spPr>
              <a:xfrm flipH="1">
                <a:off x="6940440" y="3600000"/>
                <a:ext cx="259560" cy="86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5" name="直線コネクタ 105984">
                <a:extLst>
                  <a:ext uri="{FF2B5EF4-FFF2-40B4-BE49-F238E27FC236}">
                    <a16:creationId xmlns:a16="http://schemas.microsoft.com/office/drawing/2014/main" id="{AE4E8201-2EBE-4DE0-A749-129BB277235F}"/>
                  </a:ext>
                </a:extLst>
              </p:cNvPr>
              <p:cNvCxnSpPr/>
              <p:nvPr/>
            </p:nvCxnSpPr>
            <p:spPr>
              <a:xfrm flipH="1">
                <a:off x="6931080" y="3600000"/>
                <a:ext cx="268920" cy="84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6" name="直線コネクタ 105985">
                <a:extLst>
                  <a:ext uri="{FF2B5EF4-FFF2-40B4-BE49-F238E27FC236}">
                    <a16:creationId xmlns:a16="http://schemas.microsoft.com/office/drawing/2014/main" id="{11F8869C-FFA5-41B9-B430-1319591F97A4}"/>
                  </a:ext>
                </a:extLst>
              </p:cNvPr>
              <p:cNvCxnSpPr/>
              <p:nvPr/>
            </p:nvCxnSpPr>
            <p:spPr>
              <a:xfrm flipH="1">
                <a:off x="6921360" y="3600000"/>
                <a:ext cx="278640" cy="831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7" name="直線コネクタ 105986">
                <a:extLst>
                  <a:ext uri="{FF2B5EF4-FFF2-40B4-BE49-F238E27FC236}">
                    <a16:creationId xmlns:a16="http://schemas.microsoft.com/office/drawing/2014/main" id="{5F0BAE22-F27E-4487-8E7A-5D173BEC8D03}"/>
                  </a:ext>
                </a:extLst>
              </p:cNvPr>
              <p:cNvCxnSpPr/>
              <p:nvPr/>
            </p:nvCxnSpPr>
            <p:spPr>
              <a:xfrm flipH="1">
                <a:off x="6911280" y="3600000"/>
                <a:ext cx="288720" cy="81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8" name="直線コネクタ 105987">
                <a:extLst>
                  <a:ext uri="{FF2B5EF4-FFF2-40B4-BE49-F238E27FC236}">
                    <a16:creationId xmlns:a16="http://schemas.microsoft.com/office/drawing/2014/main" id="{2EBA32ED-9554-4200-BC9A-DD799ADF2886}"/>
                  </a:ext>
                </a:extLst>
              </p:cNvPr>
              <p:cNvCxnSpPr/>
              <p:nvPr/>
            </p:nvCxnSpPr>
            <p:spPr>
              <a:xfrm flipH="1">
                <a:off x="6900840" y="3600000"/>
                <a:ext cx="299160" cy="802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89" name="直線コネクタ 105988">
                <a:extLst>
                  <a:ext uri="{FF2B5EF4-FFF2-40B4-BE49-F238E27FC236}">
                    <a16:creationId xmlns:a16="http://schemas.microsoft.com/office/drawing/2014/main" id="{614CAFBF-2F4B-40CE-A1D1-98A128E52FD7}"/>
                  </a:ext>
                </a:extLst>
              </p:cNvPr>
              <p:cNvCxnSpPr/>
              <p:nvPr/>
            </p:nvCxnSpPr>
            <p:spPr>
              <a:xfrm flipH="1">
                <a:off x="6893640" y="3600000"/>
                <a:ext cx="306360" cy="78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0" name="直線コネクタ 105989">
                <a:extLst>
                  <a:ext uri="{FF2B5EF4-FFF2-40B4-BE49-F238E27FC236}">
                    <a16:creationId xmlns:a16="http://schemas.microsoft.com/office/drawing/2014/main" id="{0D5AAA7C-5D78-420A-B591-0BDDED79D4C2}"/>
                  </a:ext>
                </a:extLst>
              </p:cNvPr>
              <p:cNvCxnSpPr/>
              <p:nvPr/>
            </p:nvCxnSpPr>
            <p:spPr>
              <a:xfrm flipH="1">
                <a:off x="6883200" y="3600000"/>
                <a:ext cx="316800" cy="77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1" name="直線コネクタ 105990">
                <a:extLst>
                  <a:ext uri="{FF2B5EF4-FFF2-40B4-BE49-F238E27FC236}">
                    <a16:creationId xmlns:a16="http://schemas.microsoft.com/office/drawing/2014/main" id="{A9195260-744B-4A77-8204-5AF83B7BC115}"/>
                  </a:ext>
                </a:extLst>
              </p:cNvPr>
              <p:cNvCxnSpPr/>
              <p:nvPr/>
            </p:nvCxnSpPr>
            <p:spPr>
              <a:xfrm flipH="1">
                <a:off x="6872040" y="3600000"/>
                <a:ext cx="327960" cy="758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2" name="直線コネクタ 105991">
                <a:extLst>
                  <a:ext uri="{FF2B5EF4-FFF2-40B4-BE49-F238E27FC236}">
                    <a16:creationId xmlns:a16="http://schemas.microsoft.com/office/drawing/2014/main" id="{FC684D5C-9E70-4FD0-8EC6-2805F3E181C3}"/>
                  </a:ext>
                </a:extLst>
              </p:cNvPr>
              <p:cNvCxnSpPr/>
              <p:nvPr/>
            </p:nvCxnSpPr>
            <p:spPr>
              <a:xfrm flipH="1">
                <a:off x="6864120" y="3600000"/>
                <a:ext cx="335880" cy="743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3" name="直線コネクタ 105992">
                <a:extLst>
                  <a:ext uri="{FF2B5EF4-FFF2-40B4-BE49-F238E27FC236}">
                    <a16:creationId xmlns:a16="http://schemas.microsoft.com/office/drawing/2014/main" id="{74C28533-E20F-4799-813E-CF71BAABEA7E}"/>
                  </a:ext>
                </a:extLst>
              </p:cNvPr>
              <p:cNvCxnSpPr/>
              <p:nvPr/>
            </p:nvCxnSpPr>
            <p:spPr>
              <a:xfrm flipH="1">
                <a:off x="6852960" y="3600000"/>
                <a:ext cx="347040" cy="730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4" name="直線コネクタ 105993">
                <a:extLst>
                  <a:ext uri="{FF2B5EF4-FFF2-40B4-BE49-F238E27FC236}">
                    <a16:creationId xmlns:a16="http://schemas.microsoft.com/office/drawing/2014/main" id="{7162D1CA-6B5A-47E7-A662-9DC8E699D99F}"/>
                  </a:ext>
                </a:extLst>
              </p:cNvPr>
              <p:cNvCxnSpPr/>
              <p:nvPr/>
            </p:nvCxnSpPr>
            <p:spPr>
              <a:xfrm flipH="1">
                <a:off x="6841440" y="3600000"/>
                <a:ext cx="358560" cy="71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5" name="直線コネクタ 105994">
                <a:extLst>
                  <a:ext uri="{FF2B5EF4-FFF2-40B4-BE49-F238E27FC236}">
                    <a16:creationId xmlns:a16="http://schemas.microsoft.com/office/drawing/2014/main" id="{ED2F2195-21AA-43AE-AC19-93EF0D816A8D}"/>
                  </a:ext>
                </a:extLst>
              </p:cNvPr>
              <p:cNvCxnSpPr/>
              <p:nvPr/>
            </p:nvCxnSpPr>
            <p:spPr>
              <a:xfrm flipH="1">
                <a:off x="6829560" y="3600000"/>
                <a:ext cx="370440" cy="704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6" name="直線コネクタ 105995">
                <a:extLst>
                  <a:ext uri="{FF2B5EF4-FFF2-40B4-BE49-F238E27FC236}">
                    <a16:creationId xmlns:a16="http://schemas.microsoft.com/office/drawing/2014/main" id="{2AAF593B-0612-4EA7-A796-BE39CEBE2480}"/>
                  </a:ext>
                </a:extLst>
              </p:cNvPr>
              <p:cNvCxnSpPr/>
              <p:nvPr/>
            </p:nvCxnSpPr>
            <p:spPr>
              <a:xfrm flipH="1">
                <a:off x="6820560" y="3600000"/>
                <a:ext cx="379440" cy="68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7" name="直線コネクタ 105996">
                <a:extLst>
                  <a:ext uri="{FF2B5EF4-FFF2-40B4-BE49-F238E27FC236}">
                    <a16:creationId xmlns:a16="http://schemas.microsoft.com/office/drawing/2014/main" id="{4756B172-25D6-4966-8E42-7725EC3D8346}"/>
                  </a:ext>
                </a:extLst>
              </p:cNvPr>
              <p:cNvCxnSpPr/>
              <p:nvPr/>
            </p:nvCxnSpPr>
            <p:spPr>
              <a:xfrm flipH="1">
                <a:off x="6808320" y="3600000"/>
                <a:ext cx="391680" cy="677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8" name="直線コネクタ 105997">
                <a:extLst>
                  <a:ext uri="{FF2B5EF4-FFF2-40B4-BE49-F238E27FC236}">
                    <a16:creationId xmlns:a16="http://schemas.microsoft.com/office/drawing/2014/main" id="{8CEC7293-2409-4B65-8A08-6230FD629B24}"/>
                  </a:ext>
                </a:extLst>
              </p:cNvPr>
              <p:cNvCxnSpPr/>
              <p:nvPr/>
            </p:nvCxnSpPr>
            <p:spPr>
              <a:xfrm flipH="1">
                <a:off x="6798960" y="3600000"/>
                <a:ext cx="401040" cy="663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999" name="直線コネクタ 105998">
                <a:extLst>
                  <a:ext uri="{FF2B5EF4-FFF2-40B4-BE49-F238E27FC236}">
                    <a16:creationId xmlns:a16="http://schemas.microsoft.com/office/drawing/2014/main" id="{38E0A551-D271-424D-9742-9E4A2B50D367}"/>
                  </a:ext>
                </a:extLst>
              </p:cNvPr>
              <p:cNvCxnSpPr/>
              <p:nvPr/>
            </p:nvCxnSpPr>
            <p:spPr>
              <a:xfrm flipH="1">
                <a:off x="6789600" y="3600000"/>
                <a:ext cx="410400" cy="64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0" name="直線コネクタ 105999">
                <a:extLst>
                  <a:ext uri="{FF2B5EF4-FFF2-40B4-BE49-F238E27FC236}">
                    <a16:creationId xmlns:a16="http://schemas.microsoft.com/office/drawing/2014/main" id="{641C6116-E41B-4609-AE84-05D6F9D1636F}"/>
                  </a:ext>
                </a:extLst>
              </p:cNvPr>
              <p:cNvCxnSpPr/>
              <p:nvPr/>
            </p:nvCxnSpPr>
            <p:spPr>
              <a:xfrm flipH="1">
                <a:off x="6776640" y="3600000"/>
                <a:ext cx="423360" cy="637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1" name="直線コネクタ 106000">
                <a:extLst>
                  <a:ext uri="{FF2B5EF4-FFF2-40B4-BE49-F238E27FC236}">
                    <a16:creationId xmlns:a16="http://schemas.microsoft.com/office/drawing/2014/main" id="{D755FCAE-A441-47AE-AF2D-3F00438EA9B4}"/>
                  </a:ext>
                </a:extLst>
              </p:cNvPr>
              <p:cNvCxnSpPr/>
              <p:nvPr/>
            </p:nvCxnSpPr>
            <p:spPr>
              <a:xfrm flipH="1">
                <a:off x="6766560" y="3600000"/>
                <a:ext cx="433440" cy="62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2" name="直線コネクタ 106001">
                <a:extLst>
                  <a:ext uri="{FF2B5EF4-FFF2-40B4-BE49-F238E27FC236}">
                    <a16:creationId xmlns:a16="http://schemas.microsoft.com/office/drawing/2014/main" id="{06489172-8111-4120-ADA0-C2484F0D90C8}"/>
                  </a:ext>
                </a:extLst>
              </p:cNvPr>
              <p:cNvCxnSpPr/>
              <p:nvPr/>
            </p:nvCxnSpPr>
            <p:spPr>
              <a:xfrm flipH="1">
                <a:off x="6756480" y="3600000"/>
                <a:ext cx="443520" cy="610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3" name="直線コネクタ 106002">
                <a:extLst>
                  <a:ext uri="{FF2B5EF4-FFF2-40B4-BE49-F238E27FC236}">
                    <a16:creationId xmlns:a16="http://schemas.microsoft.com/office/drawing/2014/main" id="{9D5002B8-7391-4241-926D-14C4D3D1889E}"/>
                  </a:ext>
                </a:extLst>
              </p:cNvPr>
              <p:cNvCxnSpPr/>
              <p:nvPr/>
            </p:nvCxnSpPr>
            <p:spPr>
              <a:xfrm flipH="1">
                <a:off x="6743160" y="3600000"/>
                <a:ext cx="456840" cy="599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4" name="直線コネクタ 106003">
                <a:extLst>
                  <a:ext uri="{FF2B5EF4-FFF2-40B4-BE49-F238E27FC236}">
                    <a16:creationId xmlns:a16="http://schemas.microsoft.com/office/drawing/2014/main" id="{1643C479-1DCD-4CDF-B8C2-1F4383862294}"/>
                  </a:ext>
                </a:extLst>
              </p:cNvPr>
              <p:cNvCxnSpPr/>
              <p:nvPr/>
            </p:nvCxnSpPr>
            <p:spPr>
              <a:xfrm flipH="1">
                <a:off x="6732360" y="3600000"/>
                <a:ext cx="467640" cy="58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5" name="直線コネクタ 106004">
                <a:extLst>
                  <a:ext uri="{FF2B5EF4-FFF2-40B4-BE49-F238E27FC236}">
                    <a16:creationId xmlns:a16="http://schemas.microsoft.com/office/drawing/2014/main" id="{32A2A5D7-E404-4C8E-BF3D-9DD13EACF1C4}"/>
                  </a:ext>
                </a:extLst>
              </p:cNvPr>
              <p:cNvCxnSpPr/>
              <p:nvPr/>
            </p:nvCxnSpPr>
            <p:spPr>
              <a:xfrm flipH="1">
                <a:off x="6721560" y="3600000"/>
                <a:ext cx="478440" cy="57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6" name="直線コネクタ 106005">
                <a:extLst>
                  <a:ext uri="{FF2B5EF4-FFF2-40B4-BE49-F238E27FC236}">
                    <a16:creationId xmlns:a16="http://schemas.microsoft.com/office/drawing/2014/main" id="{297B84C6-E971-4D37-A584-0F56E55AED65}"/>
                  </a:ext>
                </a:extLst>
              </p:cNvPr>
              <p:cNvCxnSpPr/>
              <p:nvPr/>
            </p:nvCxnSpPr>
            <p:spPr>
              <a:xfrm flipH="1">
                <a:off x="6707520" y="3600000"/>
                <a:ext cx="492480" cy="563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7" name="直線コネクタ 106006">
                <a:extLst>
                  <a:ext uri="{FF2B5EF4-FFF2-40B4-BE49-F238E27FC236}">
                    <a16:creationId xmlns:a16="http://schemas.microsoft.com/office/drawing/2014/main" id="{C47F6A86-405A-4950-AEAD-4DFF85FE03FD}"/>
                  </a:ext>
                </a:extLst>
              </p:cNvPr>
              <p:cNvCxnSpPr/>
              <p:nvPr/>
            </p:nvCxnSpPr>
            <p:spPr>
              <a:xfrm flipH="1">
                <a:off x="6696360" y="3600000"/>
                <a:ext cx="503640" cy="55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8" name="直線コネクタ 106007">
                <a:extLst>
                  <a:ext uri="{FF2B5EF4-FFF2-40B4-BE49-F238E27FC236}">
                    <a16:creationId xmlns:a16="http://schemas.microsoft.com/office/drawing/2014/main" id="{214F7334-4758-4DE3-8842-EE7D39D0F399}"/>
                  </a:ext>
                </a:extLst>
              </p:cNvPr>
              <p:cNvCxnSpPr/>
              <p:nvPr/>
            </p:nvCxnSpPr>
            <p:spPr>
              <a:xfrm flipH="1">
                <a:off x="6684840" y="3600000"/>
                <a:ext cx="515160" cy="53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09" name="直線コネクタ 106008">
                <a:extLst>
                  <a:ext uri="{FF2B5EF4-FFF2-40B4-BE49-F238E27FC236}">
                    <a16:creationId xmlns:a16="http://schemas.microsoft.com/office/drawing/2014/main" id="{0AB41A45-9DF8-4B56-9EA9-45BE046E7010}"/>
                  </a:ext>
                </a:extLst>
              </p:cNvPr>
              <p:cNvCxnSpPr/>
              <p:nvPr/>
            </p:nvCxnSpPr>
            <p:spPr>
              <a:xfrm flipH="1">
                <a:off x="6672960" y="3600000"/>
                <a:ext cx="527040" cy="52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0" name="直線コネクタ 106009">
                <a:extLst>
                  <a:ext uri="{FF2B5EF4-FFF2-40B4-BE49-F238E27FC236}">
                    <a16:creationId xmlns:a16="http://schemas.microsoft.com/office/drawing/2014/main" id="{8A7D4A25-E4CF-4293-8B93-D79F35F8A802}"/>
                  </a:ext>
                </a:extLst>
              </p:cNvPr>
              <p:cNvCxnSpPr/>
              <p:nvPr/>
            </p:nvCxnSpPr>
            <p:spPr>
              <a:xfrm flipH="1">
                <a:off x="6661080" y="3600000"/>
                <a:ext cx="538920" cy="51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1" name="直線コネクタ 106010">
                <a:extLst>
                  <a:ext uri="{FF2B5EF4-FFF2-40B4-BE49-F238E27FC236}">
                    <a16:creationId xmlns:a16="http://schemas.microsoft.com/office/drawing/2014/main" id="{7A68B94C-56BD-4F23-88FB-0900DF212D9B}"/>
                  </a:ext>
                </a:extLst>
              </p:cNvPr>
              <p:cNvCxnSpPr/>
              <p:nvPr/>
            </p:nvCxnSpPr>
            <p:spPr>
              <a:xfrm flipH="1">
                <a:off x="6648840" y="3600000"/>
                <a:ext cx="551160" cy="503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2" name="直線コネクタ 106011">
                <a:extLst>
                  <a:ext uri="{FF2B5EF4-FFF2-40B4-BE49-F238E27FC236}">
                    <a16:creationId xmlns:a16="http://schemas.microsoft.com/office/drawing/2014/main" id="{505D6932-9499-48BA-84B0-B079B52044D6}"/>
                  </a:ext>
                </a:extLst>
              </p:cNvPr>
              <p:cNvCxnSpPr/>
              <p:nvPr/>
            </p:nvCxnSpPr>
            <p:spPr>
              <a:xfrm flipH="1">
                <a:off x="6636600" y="3600000"/>
                <a:ext cx="563400" cy="49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3" name="直線コネクタ 106012">
                <a:extLst>
                  <a:ext uri="{FF2B5EF4-FFF2-40B4-BE49-F238E27FC236}">
                    <a16:creationId xmlns:a16="http://schemas.microsoft.com/office/drawing/2014/main" id="{D627A285-C20E-4821-AE38-DC9DD3DEE45A}"/>
                  </a:ext>
                </a:extLst>
              </p:cNvPr>
              <p:cNvCxnSpPr/>
              <p:nvPr/>
            </p:nvCxnSpPr>
            <p:spPr>
              <a:xfrm flipH="1">
                <a:off x="6626160" y="3600000"/>
                <a:ext cx="573840" cy="47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4" name="直線コネクタ 106013">
                <a:extLst>
                  <a:ext uri="{FF2B5EF4-FFF2-40B4-BE49-F238E27FC236}">
                    <a16:creationId xmlns:a16="http://schemas.microsoft.com/office/drawing/2014/main" id="{907C678A-070E-43C8-8E1E-48F9A3F2328E}"/>
                  </a:ext>
                </a:extLst>
              </p:cNvPr>
              <p:cNvCxnSpPr/>
              <p:nvPr/>
            </p:nvCxnSpPr>
            <p:spPr>
              <a:xfrm flipH="1">
                <a:off x="6613560" y="3600000"/>
                <a:ext cx="586440" cy="4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5" name="直線コネクタ 106014">
                <a:extLst>
                  <a:ext uri="{FF2B5EF4-FFF2-40B4-BE49-F238E27FC236}">
                    <a16:creationId xmlns:a16="http://schemas.microsoft.com/office/drawing/2014/main" id="{0CF16319-A991-428A-8097-6C011794F886}"/>
                  </a:ext>
                </a:extLst>
              </p:cNvPr>
              <p:cNvCxnSpPr/>
              <p:nvPr/>
            </p:nvCxnSpPr>
            <p:spPr>
              <a:xfrm flipH="1">
                <a:off x="6600600" y="3600000"/>
                <a:ext cx="599400" cy="456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6" name="直線コネクタ 106015">
                <a:extLst>
                  <a:ext uri="{FF2B5EF4-FFF2-40B4-BE49-F238E27FC236}">
                    <a16:creationId xmlns:a16="http://schemas.microsoft.com/office/drawing/2014/main" id="{714E3AED-6202-48B5-9696-CD8C7D353443}"/>
                  </a:ext>
                </a:extLst>
              </p:cNvPr>
              <p:cNvCxnSpPr/>
              <p:nvPr/>
            </p:nvCxnSpPr>
            <p:spPr>
              <a:xfrm flipH="1">
                <a:off x="6589440" y="3600000"/>
                <a:ext cx="610560" cy="443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7" name="直線コネクタ 106016">
                <a:extLst>
                  <a:ext uri="{FF2B5EF4-FFF2-40B4-BE49-F238E27FC236}">
                    <a16:creationId xmlns:a16="http://schemas.microsoft.com/office/drawing/2014/main" id="{F43E6F77-DADE-463C-9FFA-90DC219B0061}"/>
                  </a:ext>
                </a:extLst>
              </p:cNvPr>
              <p:cNvCxnSpPr/>
              <p:nvPr/>
            </p:nvCxnSpPr>
            <p:spPr>
              <a:xfrm flipH="1">
                <a:off x="6576120" y="3600000"/>
                <a:ext cx="623880" cy="433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8" name="直線コネクタ 106017">
                <a:extLst>
                  <a:ext uri="{FF2B5EF4-FFF2-40B4-BE49-F238E27FC236}">
                    <a16:creationId xmlns:a16="http://schemas.microsoft.com/office/drawing/2014/main" id="{8F33E7BA-6A09-489F-A961-A65E97988C97}"/>
                  </a:ext>
                </a:extLst>
              </p:cNvPr>
              <p:cNvCxnSpPr/>
              <p:nvPr/>
            </p:nvCxnSpPr>
            <p:spPr>
              <a:xfrm flipH="1">
                <a:off x="6562440" y="3600000"/>
                <a:ext cx="637560" cy="42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19" name="直線コネクタ 106018">
                <a:extLst>
                  <a:ext uri="{FF2B5EF4-FFF2-40B4-BE49-F238E27FC236}">
                    <a16:creationId xmlns:a16="http://schemas.microsoft.com/office/drawing/2014/main" id="{CA222AE7-5B19-4F00-8BA7-2133C14B569A}"/>
                  </a:ext>
                </a:extLst>
              </p:cNvPr>
              <p:cNvCxnSpPr/>
              <p:nvPr/>
            </p:nvCxnSpPr>
            <p:spPr>
              <a:xfrm flipH="1">
                <a:off x="6550920" y="3600000"/>
                <a:ext cx="649080" cy="41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0" name="直線コネクタ 106019">
                <a:extLst>
                  <a:ext uri="{FF2B5EF4-FFF2-40B4-BE49-F238E27FC236}">
                    <a16:creationId xmlns:a16="http://schemas.microsoft.com/office/drawing/2014/main" id="{4DEB6228-C77C-4A00-9C1C-C8B457C7B9C2}"/>
                  </a:ext>
                </a:extLst>
              </p:cNvPr>
              <p:cNvCxnSpPr/>
              <p:nvPr/>
            </p:nvCxnSpPr>
            <p:spPr>
              <a:xfrm flipH="1">
                <a:off x="6536880" y="3600000"/>
                <a:ext cx="663120" cy="40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1" name="直線コネクタ 106020">
                <a:extLst>
                  <a:ext uri="{FF2B5EF4-FFF2-40B4-BE49-F238E27FC236}">
                    <a16:creationId xmlns:a16="http://schemas.microsoft.com/office/drawing/2014/main" id="{988F55E3-5C5E-4F59-B797-38FCBF5D92B7}"/>
                  </a:ext>
                </a:extLst>
              </p:cNvPr>
              <p:cNvCxnSpPr/>
              <p:nvPr/>
            </p:nvCxnSpPr>
            <p:spPr>
              <a:xfrm flipH="1">
                <a:off x="6522840" y="3600000"/>
                <a:ext cx="677160" cy="39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2" name="直線コネクタ 106021">
                <a:extLst>
                  <a:ext uri="{FF2B5EF4-FFF2-40B4-BE49-F238E27FC236}">
                    <a16:creationId xmlns:a16="http://schemas.microsoft.com/office/drawing/2014/main" id="{35B007CA-C0B1-428C-940F-8A4DE979D4D8}"/>
                  </a:ext>
                </a:extLst>
              </p:cNvPr>
              <p:cNvCxnSpPr/>
              <p:nvPr/>
            </p:nvCxnSpPr>
            <p:spPr>
              <a:xfrm flipH="1">
                <a:off x="6510240" y="3600000"/>
                <a:ext cx="689760" cy="379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3" name="直線コネクタ 106022">
                <a:extLst>
                  <a:ext uri="{FF2B5EF4-FFF2-40B4-BE49-F238E27FC236}">
                    <a16:creationId xmlns:a16="http://schemas.microsoft.com/office/drawing/2014/main" id="{0BF83E68-2DFD-4AFF-AC84-728892E636D5}"/>
                  </a:ext>
                </a:extLst>
              </p:cNvPr>
              <p:cNvCxnSpPr/>
              <p:nvPr/>
            </p:nvCxnSpPr>
            <p:spPr>
              <a:xfrm flipH="1">
                <a:off x="6495840" y="3600000"/>
                <a:ext cx="704160" cy="37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4" name="直線コネクタ 106023">
                <a:extLst>
                  <a:ext uri="{FF2B5EF4-FFF2-40B4-BE49-F238E27FC236}">
                    <a16:creationId xmlns:a16="http://schemas.microsoft.com/office/drawing/2014/main" id="{F3FD9B81-D56D-4BD7-B999-2E58C9644B9C}"/>
                  </a:ext>
                </a:extLst>
              </p:cNvPr>
              <p:cNvCxnSpPr/>
              <p:nvPr/>
            </p:nvCxnSpPr>
            <p:spPr>
              <a:xfrm flipH="1">
                <a:off x="6482880" y="3600000"/>
                <a:ext cx="717120" cy="35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5" name="直線コネクタ 106024">
                <a:extLst>
                  <a:ext uri="{FF2B5EF4-FFF2-40B4-BE49-F238E27FC236}">
                    <a16:creationId xmlns:a16="http://schemas.microsoft.com/office/drawing/2014/main" id="{BFBCA5C5-F9F2-4A54-85DB-DF26486F62D4}"/>
                  </a:ext>
                </a:extLst>
              </p:cNvPr>
              <p:cNvCxnSpPr/>
              <p:nvPr/>
            </p:nvCxnSpPr>
            <p:spPr>
              <a:xfrm flipH="1">
                <a:off x="6469920" y="3600000"/>
                <a:ext cx="730080" cy="34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6" name="直線コネクタ 106025">
                <a:extLst>
                  <a:ext uri="{FF2B5EF4-FFF2-40B4-BE49-F238E27FC236}">
                    <a16:creationId xmlns:a16="http://schemas.microsoft.com/office/drawing/2014/main" id="{42AB0BEA-D78B-46D1-874E-EF13554FD16B}"/>
                  </a:ext>
                </a:extLst>
              </p:cNvPr>
              <p:cNvCxnSpPr/>
              <p:nvPr/>
            </p:nvCxnSpPr>
            <p:spPr>
              <a:xfrm flipH="1">
                <a:off x="6456240" y="3600000"/>
                <a:ext cx="743760" cy="335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7" name="直線コネクタ 106026">
                <a:extLst>
                  <a:ext uri="{FF2B5EF4-FFF2-40B4-BE49-F238E27FC236}">
                    <a16:creationId xmlns:a16="http://schemas.microsoft.com/office/drawing/2014/main" id="{66E4D55D-51AE-4A52-A1CF-72202A7FC3CB}"/>
                  </a:ext>
                </a:extLst>
              </p:cNvPr>
              <p:cNvCxnSpPr/>
              <p:nvPr/>
            </p:nvCxnSpPr>
            <p:spPr>
              <a:xfrm flipH="1">
                <a:off x="6441120" y="3600000"/>
                <a:ext cx="758880" cy="32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8" name="直線コネクタ 106027">
                <a:extLst>
                  <a:ext uri="{FF2B5EF4-FFF2-40B4-BE49-F238E27FC236}">
                    <a16:creationId xmlns:a16="http://schemas.microsoft.com/office/drawing/2014/main" id="{545538C2-A5C9-472E-9D5F-A9723F07D37E}"/>
                  </a:ext>
                </a:extLst>
              </p:cNvPr>
              <p:cNvCxnSpPr/>
              <p:nvPr/>
            </p:nvCxnSpPr>
            <p:spPr>
              <a:xfrm flipH="1">
                <a:off x="6427440" y="3600000"/>
                <a:ext cx="772560" cy="31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29" name="直線コネクタ 106028">
                <a:extLst>
                  <a:ext uri="{FF2B5EF4-FFF2-40B4-BE49-F238E27FC236}">
                    <a16:creationId xmlns:a16="http://schemas.microsoft.com/office/drawing/2014/main" id="{76C00207-6943-4DA6-AAA8-B990FF5B76EE}"/>
                  </a:ext>
                </a:extLst>
              </p:cNvPr>
              <p:cNvCxnSpPr/>
              <p:nvPr/>
            </p:nvCxnSpPr>
            <p:spPr>
              <a:xfrm flipH="1">
                <a:off x="6413040" y="3600000"/>
                <a:ext cx="786960" cy="306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0" name="直線コネクタ 106029">
                <a:extLst>
                  <a:ext uri="{FF2B5EF4-FFF2-40B4-BE49-F238E27FC236}">
                    <a16:creationId xmlns:a16="http://schemas.microsoft.com/office/drawing/2014/main" id="{1352FB7D-34FF-429F-A74A-0B7B009B2C0B}"/>
                  </a:ext>
                </a:extLst>
              </p:cNvPr>
              <p:cNvCxnSpPr/>
              <p:nvPr/>
            </p:nvCxnSpPr>
            <p:spPr>
              <a:xfrm flipH="1">
                <a:off x="6397560" y="3600000"/>
                <a:ext cx="802440" cy="299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1" name="直線コネクタ 106030">
                <a:extLst>
                  <a:ext uri="{FF2B5EF4-FFF2-40B4-BE49-F238E27FC236}">
                    <a16:creationId xmlns:a16="http://schemas.microsoft.com/office/drawing/2014/main" id="{0E23B2AE-2E73-4A7E-BAC7-AEB9AECC684E}"/>
                  </a:ext>
                </a:extLst>
              </p:cNvPr>
              <p:cNvCxnSpPr/>
              <p:nvPr/>
            </p:nvCxnSpPr>
            <p:spPr>
              <a:xfrm flipH="1">
                <a:off x="6382800" y="3600000"/>
                <a:ext cx="817200" cy="2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2" name="直線コネクタ 106031">
                <a:extLst>
                  <a:ext uri="{FF2B5EF4-FFF2-40B4-BE49-F238E27FC236}">
                    <a16:creationId xmlns:a16="http://schemas.microsoft.com/office/drawing/2014/main" id="{E44A9962-59B1-4011-A29F-16AB2B0840D2}"/>
                  </a:ext>
                </a:extLst>
              </p:cNvPr>
              <p:cNvCxnSpPr/>
              <p:nvPr/>
            </p:nvCxnSpPr>
            <p:spPr>
              <a:xfrm flipH="1">
                <a:off x="6368040" y="3600000"/>
                <a:ext cx="831960" cy="27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3" name="直線コネクタ 106032">
                <a:extLst>
                  <a:ext uri="{FF2B5EF4-FFF2-40B4-BE49-F238E27FC236}">
                    <a16:creationId xmlns:a16="http://schemas.microsoft.com/office/drawing/2014/main" id="{3E19FD85-8E9B-4421-B9F0-9E11E296DF40}"/>
                  </a:ext>
                </a:extLst>
              </p:cNvPr>
              <p:cNvCxnSpPr/>
              <p:nvPr/>
            </p:nvCxnSpPr>
            <p:spPr>
              <a:xfrm flipH="1">
                <a:off x="6353280" y="3600000"/>
                <a:ext cx="846720" cy="26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4" name="直線コネクタ 106033">
                <a:extLst>
                  <a:ext uri="{FF2B5EF4-FFF2-40B4-BE49-F238E27FC236}">
                    <a16:creationId xmlns:a16="http://schemas.microsoft.com/office/drawing/2014/main" id="{BDAFE957-CD74-46E8-9DC0-8015A37231B1}"/>
                  </a:ext>
                </a:extLst>
              </p:cNvPr>
              <p:cNvCxnSpPr/>
              <p:nvPr/>
            </p:nvCxnSpPr>
            <p:spPr>
              <a:xfrm flipH="1">
                <a:off x="6338160" y="3600000"/>
                <a:ext cx="861840" cy="259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5" name="直線コネクタ 106034">
                <a:extLst>
                  <a:ext uri="{FF2B5EF4-FFF2-40B4-BE49-F238E27FC236}">
                    <a16:creationId xmlns:a16="http://schemas.microsoft.com/office/drawing/2014/main" id="{4517A78A-C9EB-43C7-B7F8-790E8290C695}"/>
                  </a:ext>
                </a:extLst>
              </p:cNvPr>
              <p:cNvCxnSpPr/>
              <p:nvPr/>
            </p:nvCxnSpPr>
            <p:spPr>
              <a:xfrm flipH="1">
                <a:off x="6322680" y="3600000"/>
                <a:ext cx="877320" cy="250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6" name="直線コネクタ 106035">
                <a:extLst>
                  <a:ext uri="{FF2B5EF4-FFF2-40B4-BE49-F238E27FC236}">
                    <a16:creationId xmlns:a16="http://schemas.microsoft.com/office/drawing/2014/main" id="{BF34BABF-FE97-4A90-82B1-A589DC88E8B0}"/>
                  </a:ext>
                </a:extLst>
              </p:cNvPr>
              <p:cNvCxnSpPr/>
              <p:nvPr/>
            </p:nvCxnSpPr>
            <p:spPr>
              <a:xfrm flipH="1">
                <a:off x="6306840" y="3600000"/>
                <a:ext cx="893160" cy="241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7" name="直線コネクタ 106036">
                <a:extLst>
                  <a:ext uri="{FF2B5EF4-FFF2-40B4-BE49-F238E27FC236}">
                    <a16:creationId xmlns:a16="http://schemas.microsoft.com/office/drawing/2014/main" id="{C14B6C7F-6FD4-4338-8806-CBA18363241A}"/>
                  </a:ext>
                </a:extLst>
              </p:cNvPr>
              <p:cNvCxnSpPr/>
              <p:nvPr/>
            </p:nvCxnSpPr>
            <p:spPr>
              <a:xfrm flipH="1">
                <a:off x="6291000" y="3600000"/>
                <a:ext cx="909000" cy="23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8" name="直線コネクタ 106037">
                <a:extLst>
                  <a:ext uri="{FF2B5EF4-FFF2-40B4-BE49-F238E27FC236}">
                    <a16:creationId xmlns:a16="http://schemas.microsoft.com/office/drawing/2014/main" id="{0FA1070E-9005-41CA-9B47-AE64A4FD8AA7}"/>
                  </a:ext>
                </a:extLst>
              </p:cNvPr>
              <p:cNvCxnSpPr/>
              <p:nvPr/>
            </p:nvCxnSpPr>
            <p:spPr>
              <a:xfrm flipH="1">
                <a:off x="6275160" y="3600000"/>
                <a:ext cx="9248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39" name="直線コネクタ 106038">
                <a:extLst>
                  <a:ext uri="{FF2B5EF4-FFF2-40B4-BE49-F238E27FC236}">
                    <a16:creationId xmlns:a16="http://schemas.microsoft.com/office/drawing/2014/main" id="{5A813315-AE58-49F5-934F-D3C15DE058DF}"/>
                  </a:ext>
                </a:extLst>
              </p:cNvPr>
              <p:cNvCxnSpPr/>
              <p:nvPr/>
            </p:nvCxnSpPr>
            <p:spPr>
              <a:xfrm flipH="1">
                <a:off x="6535080" y="3600000"/>
                <a:ext cx="664920" cy="400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0" name="直線コネクタ 106039">
                <a:extLst>
                  <a:ext uri="{FF2B5EF4-FFF2-40B4-BE49-F238E27FC236}">
                    <a16:creationId xmlns:a16="http://schemas.microsoft.com/office/drawing/2014/main" id="{CDD75DC5-07DB-4EAA-ADD5-77CF5DF1E035}"/>
                  </a:ext>
                </a:extLst>
              </p:cNvPr>
              <p:cNvCxnSpPr/>
              <p:nvPr/>
            </p:nvCxnSpPr>
            <p:spPr>
              <a:xfrm flipH="1">
                <a:off x="6521400" y="3600000"/>
                <a:ext cx="678600" cy="38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1" name="直線コネクタ 106040">
                <a:extLst>
                  <a:ext uri="{FF2B5EF4-FFF2-40B4-BE49-F238E27FC236}">
                    <a16:creationId xmlns:a16="http://schemas.microsoft.com/office/drawing/2014/main" id="{8F52599C-87B4-4384-B705-7C89B81519A0}"/>
                  </a:ext>
                </a:extLst>
              </p:cNvPr>
              <p:cNvCxnSpPr/>
              <p:nvPr/>
            </p:nvCxnSpPr>
            <p:spPr>
              <a:xfrm flipH="1">
                <a:off x="6507360" y="3600000"/>
                <a:ext cx="692640" cy="376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2" name="直線コネクタ 106041">
                <a:extLst>
                  <a:ext uri="{FF2B5EF4-FFF2-40B4-BE49-F238E27FC236}">
                    <a16:creationId xmlns:a16="http://schemas.microsoft.com/office/drawing/2014/main" id="{2B118845-2040-477F-915D-2EBFB28745CF}"/>
                  </a:ext>
                </a:extLst>
              </p:cNvPr>
              <p:cNvCxnSpPr/>
              <p:nvPr/>
            </p:nvCxnSpPr>
            <p:spPr>
              <a:xfrm flipH="1">
                <a:off x="6492960" y="3600000"/>
                <a:ext cx="707040" cy="36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3" name="直線コネクタ 106042">
                <a:extLst>
                  <a:ext uri="{FF2B5EF4-FFF2-40B4-BE49-F238E27FC236}">
                    <a16:creationId xmlns:a16="http://schemas.microsoft.com/office/drawing/2014/main" id="{4F7C9A71-5DE6-4197-9123-082EAB3592BB}"/>
                  </a:ext>
                </a:extLst>
              </p:cNvPr>
              <p:cNvCxnSpPr/>
              <p:nvPr/>
            </p:nvCxnSpPr>
            <p:spPr>
              <a:xfrm flipH="1">
                <a:off x="6478920" y="3600000"/>
                <a:ext cx="721080" cy="35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4" name="直線コネクタ 106043">
                <a:extLst>
                  <a:ext uri="{FF2B5EF4-FFF2-40B4-BE49-F238E27FC236}">
                    <a16:creationId xmlns:a16="http://schemas.microsoft.com/office/drawing/2014/main" id="{A6E0BF66-78F1-4C1F-B23F-BB5279E2D859}"/>
                  </a:ext>
                </a:extLst>
              </p:cNvPr>
              <p:cNvCxnSpPr/>
              <p:nvPr/>
            </p:nvCxnSpPr>
            <p:spPr>
              <a:xfrm flipH="1">
                <a:off x="6464160" y="3600000"/>
                <a:ext cx="735840" cy="343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5" name="直線コネクタ 106044">
                <a:extLst>
                  <a:ext uri="{FF2B5EF4-FFF2-40B4-BE49-F238E27FC236}">
                    <a16:creationId xmlns:a16="http://schemas.microsoft.com/office/drawing/2014/main" id="{CE8071C2-41D9-4BF1-9916-3D7B3D763DFF}"/>
                  </a:ext>
                </a:extLst>
              </p:cNvPr>
              <p:cNvCxnSpPr/>
              <p:nvPr/>
            </p:nvCxnSpPr>
            <p:spPr>
              <a:xfrm flipH="1">
                <a:off x="6449760" y="3600000"/>
                <a:ext cx="750240" cy="33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6" name="直線コネクタ 106045">
                <a:extLst>
                  <a:ext uri="{FF2B5EF4-FFF2-40B4-BE49-F238E27FC236}">
                    <a16:creationId xmlns:a16="http://schemas.microsoft.com/office/drawing/2014/main" id="{13361D31-4B46-455D-B17B-59B5CD2D1676}"/>
                  </a:ext>
                </a:extLst>
              </p:cNvPr>
              <p:cNvCxnSpPr/>
              <p:nvPr/>
            </p:nvCxnSpPr>
            <p:spPr>
              <a:xfrm flipH="1">
                <a:off x="6435000" y="3600000"/>
                <a:ext cx="765000" cy="32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7" name="直線コネクタ 106046">
                <a:extLst>
                  <a:ext uri="{FF2B5EF4-FFF2-40B4-BE49-F238E27FC236}">
                    <a16:creationId xmlns:a16="http://schemas.microsoft.com/office/drawing/2014/main" id="{6740D0A2-BDF1-49D2-9DF1-D88574E8AD58}"/>
                  </a:ext>
                </a:extLst>
              </p:cNvPr>
              <p:cNvCxnSpPr/>
              <p:nvPr/>
            </p:nvCxnSpPr>
            <p:spPr>
              <a:xfrm flipH="1">
                <a:off x="6420240" y="3600000"/>
                <a:ext cx="779760" cy="31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8" name="直線コネクタ 106047">
                <a:extLst>
                  <a:ext uri="{FF2B5EF4-FFF2-40B4-BE49-F238E27FC236}">
                    <a16:creationId xmlns:a16="http://schemas.microsoft.com/office/drawing/2014/main" id="{F394421E-EAE9-4460-8ADC-E8B65238B7A2}"/>
                  </a:ext>
                </a:extLst>
              </p:cNvPr>
              <p:cNvCxnSpPr/>
              <p:nvPr/>
            </p:nvCxnSpPr>
            <p:spPr>
              <a:xfrm flipH="1">
                <a:off x="6405120" y="3600000"/>
                <a:ext cx="794880" cy="30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49" name="直線コネクタ 106048">
                <a:extLst>
                  <a:ext uri="{FF2B5EF4-FFF2-40B4-BE49-F238E27FC236}">
                    <a16:creationId xmlns:a16="http://schemas.microsoft.com/office/drawing/2014/main" id="{ECB11672-E64B-4663-A237-B2849F6BFD96}"/>
                  </a:ext>
                </a:extLst>
              </p:cNvPr>
              <p:cNvCxnSpPr/>
              <p:nvPr/>
            </p:nvCxnSpPr>
            <p:spPr>
              <a:xfrm flipH="1">
                <a:off x="6392520" y="3600000"/>
                <a:ext cx="807480" cy="292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0" name="直線コネクタ 106049">
                <a:extLst>
                  <a:ext uri="{FF2B5EF4-FFF2-40B4-BE49-F238E27FC236}">
                    <a16:creationId xmlns:a16="http://schemas.microsoft.com/office/drawing/2014/main" id="{B1684E90-A477-4F94-8833-B1E0F751A8F3}"/>
                  </a:ext>
                </a:extLst>
              </p:cNvPr>
              <p:cNvCxnSpPr/>
              <p:nvPr/>
            </p:nvCxnSpPr>
            <p:spPr>
              <a:xfrm flipH="1">
                <a:off x="6377040" y="3600000"/>
                <a:ext cx="822960" cy="283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1" name="直線コネクタ 106050">
                <a:extLst>
                  <a:ext uri="{FF2B5EF4-FFF2-40B4-BE49-F238E27FC236}">
                    <a16:creationId xmlns:a16="http://schemas.microsoft.com/office/drawing/2014/main" id="{0F4ADD21-511C-4336-A0CD-7EB78EE459A1}"/>
                  </a:ext>
                </a:extLst>
              </p:cNvPr>
              <p:cNvCxnSpPr/>
              <p:nvPr/>
            </p:nvCxnSpPr>
            <p:spPr>
              <a:xfrm flipH="1">
                <a:off x="6361560" y="3600000"/>
                <a:ext cx="838440" cy="27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2" name="直線コネクタ 106051">
                <a:extLst>
                  <a:ext uri="{FF2B5EF4-FFF2-40B4-BE49-F238E27FC236}">
                    <a16:creationId xmlns:a16="http://schemas.microsoft.com/office/drawing/2014/main" id="{B59AF1B1-8689-4E9E-8235-3ADCABE65763}"/>
                  </a:ext>
                </a:extLst>
              </p:cNvPr>
              <p:cNvCxnSpPr/>
              <p:nvPr/>
            </p:nvCxnSpPr>
            <p:spPr>
              <a:xfrm flipH="1">
                <a:off x="6348600" y="3600000"/>
                <a:ext cx="851400" cy="26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3" name="直線コネクタ 106052">
                <a:extLst>
                  <a:ext uri="{FF2B5EF4-FFF2-40B4-BE49-F238E27FC236}">
                    <a16:creationId xmlns:a16="http://schemas.microsoft.com/office/drawing/2014/main" id="{9B01B51A-E68A-4173-809E-5A92D1DF8306}"/>
                  </a:ext>
                </a:extLst>
              </p:cNvPr>
              <p:cNvCxnSpPr/>
              <p:nvPr/>
            </p:nvCxnSpPr>
            <p:spPr>
              <a:xfrm flipH="1">
                <a:off x="6332760" y="3600000"/>
                <a:ext cx="867240" cy="255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4" name="直線コネクタ 106053">
                <a:extLst>
                  <a:ext uri="{FF2B5EF4-FFF2-40B4-BE49-F238E27FC236}">
                    <a16:creationId xmlns:a16="http://schemas.microsoft.com/office/drawing/2014/main" id="{863C1D89-9DF9-4466-BA39-10A5D2BA0EA7}"/>
                  </a:ext>
                </a:extLst>
              </p:cNvPr>
              <p:cNvCxnSpPr/>
              <p:nvPr/>
            </p:nvCxnSpPr>
            <p:spPr>
              <a:xfrm flipH="1">
                <a:off x="6317280" y="3600000"/>
                <a:ext cx="882720" cy="24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5" name="直線コネクタ 106054">
                <a:extLst>
                  <a:ext uri="{FF2B5EF4-FFF2-40B4-BE49-F238E27FC236}">
                    <a16:creationId xmlns:a16="http://schemas.microsoft.com/office/drawing/2014/main" id="{118B0F7E-7C38-4211-9F90-D243713405B4}"/>
                  </a:ext>
                </a:extLst>
              </p:cNvPr>
              <p:cNvCxnSpPr/>
              <p:nvPr/>
            </p:nvCxnSpPr>
            <p:spPr>
              <a:xfrm flipH="1">
                <a:off x="6301440" y="3600000"/>
                <a:ext cx="898560" cy="240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6" name="直線コネクタ 106055">
                <a:extLst>
                  <a:ext uri="{FF2B5EF4-FFF2-40B4-BE49-F238E27FC236}">
                    <a16:creationId xmlns:a16="http://schemas.microsoft.com/office/drawing/2014/main" id="{443E6DBC-9390-4E5E-9755-C63364DEBB82}"/>
                  </a:ext>
                </a:extLst>
              </p:cNvPr>
              <p:cNvCxnSpPr/>
              <p:nvPr/>
            </p:nvCxnSpPr>
            <p:spPr>
              <a:xfrm flipH="1">
                <a:off x="6287760" y="3600000"/>
                <a:ext cx="912240" cy="230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7" name="直線コネクタ 106056">
                <a:extLst>
                  <a:ext uri="{FF2B5EF4-FFF2-40B4-BE49-F238E27FC236}">
                    <a16:creationId xmlns:a16="http://schemas.microsoft.com/office/drawing/2014/main" id="{4BA23F11-9602-4D44-BD45-C48A9E1D786B}"/>
                  </a:ext>
                </a:extLst>
              </p:cNvPr>
              <p:cNvCxnSpPr/>
              <p:nvPr/>
            </p:nvCxnSpPr>
            <p:spPr>
              <a:xfrm flipH="1">
                <a:off x="6271560" y="3600000"/>
                <a:ext cx="9284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8" name="直線コネクタ 106057">
                <a:extLst>
                  <a:ext uri="{FF2B5EF4-FFF2-40B4-BE49-F238E27FC236}">
                    <a16:creationId xmlns:a16="http://schemas.microsoft.com/office/drawing/2014/main" id="{B44C4213-44BD-4E7B-BD25-51321DD5BFE8}"/>
                  </a:ext>
                </a:extLst>
              </p:cNvPr>
              <p:cNvCxnSpPr/>
              <p:nvPr/>
            </p:nvCxnSpPr>
            <p:spPr>
              <a:xfrm flipH="1">
                <a:off x="6257520" y="3600000"/>
                <a:ext cx="942480" cy="21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59" name="直線コネクタ 106058">
                <a:extLst>
                  <a:ext uri="{FF2B5EF4-FFF2-40B4-BE49-F238E27FC236}">
                    <a16:creationId xmlns:a16="http://schemas.microsoft.com/office/drawing/2014/main" id="{642F1AE5-3BFF-410A-B489-FA797FC0067E}"/>
                  </a:ext>
                </a:extLst>
              </p:cNvPr>
              <p:cNvCxnSpPr/>
              <p:nvPr/>
            </p:nvCxnSpPr>
            <p:spPr>
              <a:xfrm flipH="1">
                <a:off x="6243480" y="3600000"/>
                <a:ext cx="956520" cy="20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0" name="直線コネクタ 106059">
                <a:extLst>
                  <a:ext uri="{FF2B5EF4-FFF2-40B4-BE49-F238E27FC236}">
                    <a16:creationId xmlns:a16="http://schemas.microsoft.com/office/drawing/2014/main" id="{268526C4-8EEC-4316-8573-B51A783E41E3}"/>
                  </a:ext>
                </a:extLst>
              </p:cNvPr>
              <p:cNvCxnSpPr/>
              <p:nvPr/>
            </p:nvCxnSpPr>
            <p:spPr>
              <a:xfrm flipH="1">
                <a:off x="6227280" y="3600000"/>
                <a:ext cx="972720" cy="19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1" name="直線コネクタ 106060">
                <a:extLst>
                  <a:ext uri="{FF2B5EF4-FFF2-40B4-BE49-F238E27FC236}">
                    <a16:creationId xmlns:a16="http://schemas.microsoft.com/office/drawing/2014/main" id="{BFF78D46-BFA2-4BCE-8B15-B0FE3291B024}"/>
                  </a:ext>
                </a:extLst>
              </p:cNvPr>
              <p:cNvCxnSpPr/>
              <p:nvPr/>
            </p:nvCxnSpPr>
            <p:spPr>
              <a:xfrm flipH="1">
                <a:off x="6212520" y="3600000"/>
                <a:ext cx="987480" cy="19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2" name="直線コネクタ 106061">
                <a:extLst>
                  <a:ext uri="{FF2B5EF4-FFF2-40B4-BE49-F238E27FC236}">
                    <a16:creationId xmlns:a16="http://schemas.microsoft.com/office/drawing/2014/main" id="{76227DFD-3D4C-4A08-8C88-12DA8D0BEA9F}"/>
                  </a:ext>
                </a:extLst>
              </p:cNvPr>
              <p:cNvCxnSpPr/>
              <p:nvPr/>
            </p:nvCxnSpPr>
            <p:spPr>
              <a:xfrm flipH="1">
                <a:off x="6198120" y="3600000"/>
                <a:ext cx="1001880" cy="18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3" name="直線コネクタ 106062">
                <a:extLst>
                  <a:ext uri="{FF2B5EF4-FFF2-40B4-BE49-F238E27FC236}">
                    <a16:creationId xmlns:a16="http://schemas.microsoft.com/office/drawing/2014/main" id="{104DB44B-A63D-4F53-B185-1893B7543140}"/>
                  </a:ext>
                </a:extLst>
              </p:cNvPr>
              <p:cNvCxnSpPr/>
              <p:nvPr/>
            </p:nvCxnSpPr>
            <p:spPr>
              <a:xfrm flipH="1">
                <a:off x="6181560" y="3600000"/>
                <a:ext cx="1018440" cy="17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4" name="直線コネクタ 106063">
                <a:extLst>
                  <a:ext uri="{FF2B5EF4-FFF2-40B4-BE49-F238E27FC236}">
                    <a16:creationId xmlns:a16="http://schemas.microsoft.com/office/drawing/2014/main" id="{91477B6C-5E2E-41BD-AE3C-F20AC02FB853}"/>
                  </a:ext>
                </a:extLst>
              </p:cNvPr>
              <p:cNvCxnSpPr/>
              <p:nvPr/>
            </p:nvCxnSpPr>
            <p:spPr>
              <a:xfrm flipH="1">
                <a:off x="6166440" y="3600000"/>
                <a:ext cx="1033560" cy="16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5" name="直線コネクタ 106064">
                <a:extLst>
                  <a:ext uri="{FF2B5EF4-FFF2-40B4-BE49-F238E27FC236}">
                    <a16:creationId xmlns:a16="http://schemas.microsoft.com/office/drawing/2014/main" id="{04E8C5D2-FF29-4448-A559-0E01567AA79A}"/>
                  </a:ext>
                </a:extLst>
              </p:cNvPr>
              <p:cNvCxnSpPr/>
              <p:nvPr/>
            </p:nvCxnSpPr>
            <p:spPr>
              <a:xfrm flipH="1">
                <a:off x="6151680" y="3600000"/>
                <a:ext cx="1048320" cy="16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6" name="直線コネクタ 106065">
                <a:extLst>
                  <a:ext uri="{FF2B5EF4-FFF2-40B4-BE49-F238E27FC236}">
                    <a16:creationId xmlns:a16="http://schemas.microsoft.com/office/drawing/2014/main" id="{2B58E20F-2D8B-42FB-8947-57DEF4F94C7A}"/>
                  </a:ext>
                </a:extLst>
              </p:cNvPr>
              <p:cNvCxnSpPr/>
              <p:nvPr/>
            </p:nvCxnSpPr>
            <p:spPr>
              <a:xfrm flipH="1">
                <a:off x="6134760" y="3600000"/>
                <a:ext cx="1065240" cy="15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7" name="直線コネクタ 106066">
                <a:extLst>
                  <a:ext uri="{FF2B5EF4-FFF2-40B4-BE49-F238E27FC236}">
                    <a16:creationId xmlns:a16="http://schemas.microsoft.com/office/drawing/2014/main" id="{BAA769FF-AFF1-40E4-A98B-69F3C63C6D5A}"/>
                  </a:ext>
                </a:extLst>
              </p:cNvPr>
              <p:cNvCxnSpPr/>
              <p:nvPr/>
            </p:nvCxnSpPr>
            <p:spPr>
              <a:xfrm flipH="1">
                <a:off x="6119640" y="3600000"/>
                <a:ext cx="1080360" cy="15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8" name="直線コネクタ 106067">
                <a:extLst>
                  <a:ext uri="{FF2B5EF4-FFF2-40B4-BE49-F238E27FC236}">
                    <a16:creationId xmlns:a16="http://schemas.microsoft.com/office/drawing/2014/main" id="{99DDCBF8-4064-4518-A681-788AFF8766E2}"/>
                  </a:ext>
                </a:extLst>
              </p:cNvPr>
              <p:cNvCxnSpPr/>
              <p:nvPr/>
            </p:nvCxnSpPr>
            <p:spPr>
              <a:xfrm flipH="1">
                <a:off x="6104520" y="3600000"/>
                <a:ext cx="1095480" cy="14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69" name="直線コネクタ 106068">
                <a:extLst>
                  <a:ext uri="{FF2B5EF4-FFF2-40B4-BE49-F238E27FC236}">
                    <a16:creationId xmlns:a16="http://schemas.microsoft.com/office/drawing/2014/main" id="{924DC6B7-7774-4E91-9464-64AF1BB2DF29}"/>
                  </a:ext>
                </a:extLst>
              </p:cNvPr>
              <p:cNvCxnSpPr/>
              <p:nvPr/>
            </p:nvCxnSpPr>
            <p:spPr>
              <a:xfrm flipH="1">
                <a:off x="6089040" y="3600000"/>
                <a:ext cx="1110960" cy="13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0" name="直線コネクタ 106069">
                <a:extLst>
                  <a:ext uri="{FF2B5EF4-FFF2-40B4-BE49-F238E27FC236}">
                    <a16:creationId xmlns:a16="http://schemas.microsoft.com/office/drawing/2014/main" id="{295C6A44-46AC-4020-A38F-10F0F8B2C797}"/>
                  </a:ext>
                </a:extLst>
              </p:cNvPr>
              <p:cNvCxnSpPr/>
              <p:nvPr/>
            </p:nvCxnSpPr>
            <p:spPr>
              <a:xfrm flipH="1">
                <a:off x="6073560" y="3600000"/>
                <a:ext cx="1126440" cy="130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1" name="直線コネクタ 106070">
                <a:extLst>
                  <a:ext uri="{FF2B5EF4-FFF2-40B4-BE49-F238E27FC236}">
                    <a16:creationId xmlns:a16="http://schemas.microsoft.com/office/drawing/2014/main" id="{BC3CF1CF-D82E-48B3-92CF-431580DF0AE1}"/>
                  </a:ext>
                </a:extLst>
              </p:cNvPr>
              <p:cNvCxnSpPr/>
              <p:nvPr/>
            </p:nvCxnSpPr>
            <p:spPr>
              <a:xfrm flipH="1">
                <a:off x="6057720" y="3600000"/>
                <a:ext cx="1142280" cy="12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2" name="直線コネクタ 106071">
                <a:extLst>
                  <a:ext uri="{FF2B5EF4-FFF2-40B4-BE49-F238E27FC236}">
                    <a16:creationId xmlns:a16="http://schemas.microsoft.com/office/drawing/2014/main" id="{94B294C3-127B-47CB-9CCB-EE9ED9EC8ABD}"/>
                  </a:ext>
                </a:extLst>
              </p:cNvPr>
              <p:cNvCxnSpPr/>
              <p:nvPr/>
            </p:nvCxnSpPr>
            <p:spPr>
              <a:xfrm flipH="1">
                <a:off x="6041880" y="3600000"/>
                <a:ext cx="1158120" cy="118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3" name="直線コネクタ 106072">
                <a:extLst>
                  <a:ext uri="{FF2B5EF4-FFF2-40B4-BE49-F238E27FC236}">
                    <a16:creationId xmlns:a16="http://schemas.microsoft.com/office/drawing/2014/main" id="{9CD44D1A-3E33-45E8-AF7E-DC2F25413665}"/>
                  </a:ext>
                </a:extLst>
              </p:cNvPr>
              <p:cNvCxnSpPr/>
              <p:nvPr/>
            </p:nvCxnSpPr>
            <p:spPr>
              <a:xfrm flipH="1">
                <a:off x="6027120" y="3600000"/>
                <a:ext cx="1172880" cy="109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4" name="直線コネクタ 106073">
                <a:extLst>
                  <a:ext uri="{FF2B5EF4-FFF2-40B4-BE49-F238E27FC236}">
                    <a16:creationId xmlns:a16="http://schemas.microsoft.com/office/drawing/2014/main" id="{3981FE33-09DF-498F-921E-A189E25DBF9E}"/>
                  </a:ext>
                </a:extLst>
              </p:cNvPr>
              <p:cNvCxnSpPr/>
              <p:nvPr/>
            </p:nvCxnSpPr>
            <p:spPr>
              <a:xfrm flipH="1">
                <a:off x="6011280" y="3600000"/>
                <a:ext cx="1188720" cy="104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5" name="直線コネクタ 106074">
                <a:extLst>
                  <a:ext uri="{FF2B5EF4-FFF2-40B4-BE49-F238E27FC236}">
                    <a16:creationId xmlns:a16="http://schemas.microsoft.com/office/drawing/2014/main" id="{027FC7B5-F54E-4ED3-8EAE-619BAA9E605D}"/>
                  </a:ext>
                </a:extLst>
              </p:cNvPr>
              <p:cNvCxnSpPr/>
              <p:nvPr/>
            </p:nvCxnSpPr>
            <p:spPr>
              <a:xfrm flipH="1">
                <a:off x="5995080" y="3600000"/>
                <a:ext cx="1204920" cy="99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6" name="直線コネクタ 106075">
                <a:extLst>
                  <a:ext uri="{FF2B5EF4-FFF2-40B4-BE49-F238E27FC236}">
                    <a16:creationId xmlns:a16="http://schemas.microsoft.com/office/drawing/2014/main" id="{94EB5ABE-0558-4335-BC5F-F08D4F73A047}"/>
                  </a:ext>
                </a:extLst>
              </p:cNvPr>
              <p:cNvCxnSpPr/>
              <p:nvPr/>
            </p:nvCxnSpPr>
            <p:spPr>
              <a:xfrm flipH="1">
                <a:off x="5979960" y="3600000"/>
                <a:ext cx="1220040" cy="9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7" name="直線コネクタ 106076">
                <a:extLst>
                  <a:ext uri="{FF2B5EF4-FFF2-40B4-BE49-F238E27FC236}">
                    <a16:creationId xmlns:a16="http://schemas.microsoft.com/office/drawing/2014/main" id="{A81A4261-2E94-45FD-83BB-0624DC112A78}"/>
                  </a:ext>
                </a:extLst>
              </p:cNvPr>
              <p:cNvCxnSpPr/>
              <p:nvPr/>
            </p:nvCxnSpPr>
            <p:spPr>
              <a:xfrm flipH="1">
                <a:off x="5963760" y="3600000"/>
                <a:ext cx="1236240" cy="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8" name="直線コネクタ 106077">
                <a:extLst>
                  <a:ext uri="{FF2B5EF4-FFF2-40B4-BE49-F238E27FC236}">
                    <a16:creationId xmlns:a16="http://schemas.microsoft.com/office/drawing/2014/main" id="{6B5D1B54-F62E-461C-BBE5-A91F5A4516A6}"/>
                  </a:ext>
                </a:extLst>
              </p:cNvPr>
              <p:cNvCxnSpPr/>
              <p:nvPr/>
            </p:nvCxnSpPr>
            <p:spPr>
              <a:xfrm flipH="1">
                <a:off x="5947200" y="3600000"/>
                <a:ext cx="1252800" cy="8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79" name="直線コネクタ 106078">
                <a:extLst>
                  <a:ext uri="{FF2B5EF4-FFF2-40B4-BE49-F238E27FC236}">
                    <a16:creationId xmlns:a16="http://schemas.microsoft.com/office/drawing/2014/main" id="{E945E8AE-3289-46F0-A21B-5A410DEA2E47}"/>
                  </a:ext>
                </a:extLst>
              </p:cNvPr>
              <p:cNvCxnSpPr/>
              <p:nvPr/>
            </p:nvCxnSpPr>
            <p:spPr>
              <a:xfrm flipH="1">
                <a:off x="5931360" y="3600000"/>
                <a:ext cx="1268640" cy="75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0" name="直線コネクタ 106079">
                <a:extLst>
                  <a:ext uri="{FF2B5EF4-FFF2-40B4-BE49-F238E27FC236}">
                    <a16:creationId xmlns:a16="http://schemas.microsoft.com/office/drawing/2014/main" id="{45FFD32D-10D7-4CAA-BF08-0E91A1736697}"/>
                  </a:ext>
                </a:extLst>
              </p:cNvPr>
              <p:cNvCxnSpPr/>
              <p:nvPr/>
            </p:nvCxnSpPr>
            <p:spPr>
              <a:xfrm flipH="1">
                <a:off x="5914800" y="3600000"/>
                <a:ext cx="1285200" cy="72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1" name="直線コネクタ 106080">
                <a:extLst>
                  <a:ext uri="{FF2B5EF4-FFF2-40B4-BE49-F238E27FC236}">
                    <a16:creationId xmlns:a16="http://schemas.microsoft.com/office/drawing/2014/main" id="{0ED57E38-BD29-45E5-8F06-F9F0291E25C5}"/>
                  </a:ext>
                </a:extLst>
              </p:cNvPr>
              <p:cNvCxnSpPr/>
              <p:nvPr/>
            </p:nvCxnSpPr>
            <p:spPr>
              <a:xfrm flipH="1">
                <a:off x="5898240" y="3600000"/>
                <a:ext cx="1301760" cy="69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2" name="直線コネクタ 106081">
                <a:extLst>
                  <a:ext uri="{FF2B5EF4-FFF2-40B4-BE49-F238E27FC236}">
                    <a16:creationId xmlns:a16="http://schemas.microsoft.com/office/drawing/2014/main" id="{14A2E344-073F-4318-B339-3FC503FCEFB4}"/>
                  </a:ext>
                </a:extLst>
              </p:cNvPr>
              <p:cNvCxnSpPr/>
              <p:nvPr/>
            </p:nvCxnSpPr>
            <p:spPr>
              <a:xfrm flipH="1">
                <a:off x="5882040" y="3600000"/>
                <a:ext cx="1317960" cy="6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3" name="直線コネクタ 106082">
                <a:extLst>
                  <a:ext uri="{FF2B5EF4-FFF2-40B4-BE49-F238E27FC236}">
                    <a16:creationId xmlns:a16="http://schemas.microsoft.com/office/drawing/2014/main" id="{D2836B03-BA89-41F8-8AFB-2B694CF588DB}"/>
                  </a:ext>
                </a:extLst>
              </p:cNvPr>
              <p:cNvCxnSpPr/>
              <p:nvPr/>
            </p:nvCxnSpPr>
            <p:spPr>
              <a:xfrm flipH="1">
                <a:off x="5865480" y="3600000"/>
                <a:ext cx="1334520" cy="6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4" name="直線コネクタ 106083">
                <a:extLst>
                  <a:ext uri="{FF2B5EF4-FFF2-40B4-BE49-F238E27FC236}">
                    <a16:creationId xmlns:a16="http://schemas.microsoft.com/office/drawing/2014/main" id="{5DF4FA67-13DC-4DA1-8574-44003F01AF45}"/>
                  </a:ext>
                </a:extLst>
              </p:cNvPr>
              <p:cNvCxnSpPr/>
              <p:nvPr/>
            </p:nvCxnSpPr>
            <p:spPr>
              <a:xfrm flipH="1">
                <a:off x="5848920" y="3600000"/>
                <a:ext cx="1351080" cy="54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5" name="直線コネクタ 106084">
                <a:extLst>
                  <a:ext uri="{FF2B5EF4-FFF2-40B4-BE49-F238E27FC236}">
                    <a16:creationId xmlns:a16="http://schemas.microsoft.com/office/drawing/2014/main" id="{D3352ACA-535C-48C4-BD9D-6D72593FA107}"/>
                  </a:ext>
                </a:extLst>
              </p:cNvPr>
              <p:cNvCxnSpPr/>
              <p:nvPr/>
            </p:nvCxnSpPr>
            <p:spPr>
              <a:xfrm flipH="1">
                <a:off x="5832360" y="3600000"/>
                <a:ext cx="1367640" cy="4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6" name="直線コネクタ 106085">
                <a:extLst>
                  <a:ext uri="{FF2B5EF4-FFF2-40B4-BE49-F238E27FC236}">
                    <a16:creationId xmlns:a16="http://schemas.microsoft.com/office/drawing/2014/main" id="{56391C9A-053A-468E-A6B2-D160E93ACF40}"/>
                  </a:ext>
                </a:extLst>
              </p:cNvPr>
              <p:cNvCxnSpPr/>
              <p:nvPr/>
            </p:nvCxnSpPr>
            <p:spPr>
              <a:xfrm flipH="1">
                <a:off x="5815800" y="3600000"/>
                <a:ext cx="1384200" cy="43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7" name="直線コネクタ 106086">
                <a:extLst>
                  <a:ext uri="{FF2B5EF4-FFF2-40B4-BE49-F238E27FC236}">
                    <a16:creationId xmlns:a16="http://schemas.microsoft.com/office/drawing/2014/main" id="{A8BE8429-8A9C-4302-ACD5-7110D4B29CE6}"/>
                  </a:ext>
                </a:extLst>
              </p:cNvPr>
              <p:cNvCxnSpPr/>
              <p:nvPr/>
            </p:nvCxnSpPr>
            <p:spPr>
              <a:xfrm flipH="1">
                <a:off x="5798520" y="3600000"/>
                <a:ext cx="1401480" cy="4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8" name="直線コネクタ 106087">
                <a:extLst>
                  <a:ext uri="{FF2B5EF4-FFF2-40B4-BE49-F238E27FC236}">
                    <a16:creationId xmlns:a16="http://schemas.microsoft.com/office/drawing/2014/main" id="{DE913D1E-4BFB-4F8F-9C45-987E98532378}"/>
                  </a:ext>
                </a:extLst>
              </p:cNvPr>
              <p:cNvCxnSpPr/>
              <p:nvPr/>
            </p:nvCxnSpPr>
            <p:spPr>
              <a:xfrm flipH="1">
                <a:off x="5781600" y="3600000"/>
                <a:ext cx="141840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89" name="直線コネクタ 106088">
                <a:extLst>
                  <a:ext uri="{FF2B5EF4-FFF2-40B4-BE49-F238E27FC236}">
                    <a16:creationId xmlns:a16="http://schemas.microsoft.com/office/drawing/2014/main" id="{B5894439-F2D9-4D1D-AC72-CEBD201E825F}"/>
                  </a:ext>
                </a:extLst>
              </p:cNvPr>
              <p:cNvCxnSpPr/>
              <p:nvPr/>
            </p:nvCxnSpPr>
            <p:spPr>
              <a:xfrm flipH="1">
                <a:off x="5764320" y="3600000"/>
                <a:ext cx="1435680" cy="32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0" name="直線コネクタ 106089">
                <a:extLst>
                  <a:ext uri="{FF2B5EF4-FFF2-40B4-BE49-F238E27FC236}">
                    <a16:creationId xmlns:a16="http://schemas.microsoft.com/office/drawing/2014/main" id="{816CB11F-F9AB-499E-931D-C98949549BD8}"/>
                  </a:ext>
                </a:extLst>
              </p:cNvPr>
              <p:cNvCxnSpPr/>
              <p:nvPr/>
            </p:nvCxnSpPr>
            <p:spPr>
              <a:xfrm flipH="1">
                <a:off x="5747040" y="3600000"/>
                <a:ext cx="1452960" cy="3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1" name="直線コネクタ 106090">
                <a:extLst>
                  <a:ext uri="{FF2B5EF4-FFF2-40B4-BE49-F238E27FC236}">
                    <a16:creationId xmlns:a16="http://schemas.microsoft.com/office/drawing/2014/main" id="{CBEA68CD-7D21-4DA5-B880-0C14A982202C}"/>
                  </a:ext>
                </a:extLst>
              </p:cNvPr>
              <p:cNvCxnSpPr/>
              <p:nvPr/>
            </p:nvCxnSpPr>
            <p:spPr>
              <a:xfrm flipH="1">
                <a:off x="5729760" y="3600000"/>
                <a:ext cx="1470240" cy="27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2" name="直線コネクタ 106091">
                <a:extLst>
                  <a:ext uri="{FF2B5EF4-FFF2-40B4-BE49-F238E27FC236}">
                    <a16:creationId xmlns:a16="http://schemas.microsoft.com/office/drawing/2014/main" id="{FEA14C1C-99FC-4ED9-821B-60856C823AC3}"/>
                  </a:ext>
                </a:extLst>
              </p:cNvPr>
              <p:cNvCxnSpPr/>
              <p:nvPr/>
            </p:nvCxnSpPr>
            <p:spPr>
              <a:xfrm flipH="1">
                <a:off x="5712480" y="3600000"/>
                <a:ext cx="1487520" cy="2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3" name="直線コネクタ 106092">
                <a:extLst>
                  <a:ext uri="{FF2B5EF4-FFF2-40B4-BE49-F238E27FC236}">
                    <a16:creationId xmlns:a16="http://schemas.microsoft.com/office/drawing/2014/main" id="{52AC82B7-1E96-40DA-8518-3F1EF30D0464}"/>
                  </a:ext>
                </a:extLst>
              </p:cNvPr>
              <p:cNvCxnSpPr/>
              <p:nvPr/>
            </p:nvCxnSpPr>
            <p:spPr>
              <a:xfrm flipH="1">
                <a:off x="5694840" y="3600000"/>
                <a:ext cx="1505160" cy="20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4" name="直線コネクタ 106093">
                <a:extLst>
                  <a:ext uri="{FF2B5EF4-FFF2-40B4-BE49-F238E27FC236}">
                    <a16:creationId xmlns:a16="http://schemas.microsoft.com/office/drawing/2014/main" id="{CA8DBFD3-5B8D-4AED-9FCE-CC9403AA4643}"/>
                  </a:ext>
                </a:extLst>
              </p:cNvPr>
              <p:cNvCxnSpPr/>
              <p:nvPr/>
            </p:nvCxnSpPr>
            <p:spPr>
              <a:xfrm flipH="1">
                <a:off x="5677200" y="3600000"/>
                <a:ext cx="152280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5" name="直線コネクタ 106094">
                <a:extLst>
                  <a:ext uri="{FF2B5EF4-FFF2-40B4-BE49-F238E27FC236}">
                    <a16:creationId xmlns:a16="http://schemas.microsoft.com/office/drawing/2014/main" id="{222B4BF6-F5C5-4E03-A5A8-E431053298E4}"/>
                  </a:ext>
                </a:extLst>
              </p:cNvPr>
              <p:cNvCxnSpPr/>
              <p:nvPr/>
            </p:nvCxnSpPr>
            <p:spPr>
              <a:xfrm flipH="1">
                <a:off x="5659200" y="3600000"/>
                <a:ext cx="1540800" cy="15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6" name="直線コネクタ 106095">
                <a:extLst>
                  <a:ext uri="{FF2B5EF4-FFF2-40B4-BE49-F238E27FC236}">
                    <a16:creationId xmlns:a16="http://schemas.microsoft.com/office/drawing/2014/main" id="{D23E5EAA-1940-4E54-82BB-B6D4A7D27CD2}"/>
                  </a:ext>
                </a:extLst>
              </p:cNvPr>
              <p:cNvCxnSpPr/>
              <p:nvPr/>
            </p:nvCxnSpPr>
            <p:spPr>
              <a:xfrm flipH="1">
                <a:off x="5641560" y="3600000"/>
                <a:ext cx="1558440" cy="1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7" name="直線コネクタ 106096">
                <a:extLst>
                  <a:ext uri="{FF2B5EF4-FFF2-40B4-BE49-F238E27FC236}">
                    <a16:creationId xmlns:a16="http://schemas.microsoft.com/office/drawing/2014/main" id="{5914F58F-8CE9-4F66-96DC-992856325B2C}"/>
                  </a:ext>
                </a:extLst>
              </p:cNvPr>
              <p:cNvCxnSpPr/>
              <p:nvPr/>
            </p:nvCxnSpPr>
            <p:spPr>
              <a:xfrm flipH="1">
                <a:off x="5623560" y="3600000"/>
                <a:ext cx="1576440" cy="1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8" name="直線コネクタ 106097">
                <a:extLst>
                  <a:ext uri="{FF2B5EF4-FFF2-40B4-BE49-F238E27FC236}">
                    <a16:creationId xmlns:a16="http://schemas.microsoft.com/office/drawing/2014/main" id="{A8DB570E-D1A4-41C6-83F4-FFB5B381EC00}"/>
                  </a:ext>
                </a:extLst>
              </p:cNvPr>
              <p:cNvCxnSpPr/>
              <p:nvPr/>
            </p:nvCxnSpPr>
            <p:spPr>
              <a:xfrm flipH="1">
                <a:off x="5605560" y="3600000"/>
                <a:ext cx="1594440" cy="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099" name="直線コネクタ 106098">
                <a:extLst>
                  <a:ext uri="{FF2B5EF4-FFF2-40B4-BE49-F238E27FC236}">
                    <a16:creationId xmlns:a16="http://schemas.microsoft.com/office/drawing/2014/main" id="{91C5378B-9FEE-4D65-8BFD-0EA81041031F}"/>
                  </a:ext>
                </a:extLst>
              </p:cNvPr>
              <p:cNvCxnSpPr/>
              <p:nvPr/>
            </p:nvCxnSpPr>
            <p:spPr>
              <a:xfrm flipH="1">
                <a:off x="5913000" y="3600000"/>
                <a:ext cx="1287000" cy="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0" name="直線コネクタ 106099">
                <a:extLst>
                  <a:ext uri="{FF2B5EF4-FFF2-40B4-BE49-F238E27FC236}">
                    <a16:creationId xmlns:a16="http://schemas.microsoft.com/office/drawing/2014/main" id="{E9FDA529-4689-4686-A87E-7C14F7C11A2D}"/>
                  </a:ext>
                </a:extLst>
              </p:cNvPr>
              <p:cNvCxnSpPr/>
              <p:nvPr/>
            </p:nvCxnSpPr>
            <p:spPr>
              <a:xfrm flipH="1">
                <a:off x="5895720" y="3600000"/>
                <a:ext cx="1304280" cy="6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1" name="直線コネクタ 106100">
                <a:extLst>
                  <a:ext uri="{FF2B5EF4-FFF2-40B4-BE49-F238E27FC236}">
                    <a16:creationId xmlns:a16="http://schemas.microsoft.com/office/drawing/2014/main" id="{05893133-F61F-4F68-B1BD-3A02329C6799}"/>
                  </a:ext>
                </a:extLst>
              </p:cNvPr>
              <p:cNvCxnSpPr/>
              <p:nvPr/>
            </p:nvCxnSpPr>
            <p:spPr>
              <a:xfrm flipH="1">
                <a:off x="5878440" y="3600000"/>
                <a:ext cx="1321560" cy="6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2" name="直線コネクタ 106101">
                <a:extLst>
                  <a:ext uri="{FF2B5EF4-FFF2-40B4-BE49-F238E27FC236}">
                    <a16:creationId xmlns:a16="http://schemas.microsoft.com/office/drawing/2014/main" id="{373C2114-2961-48AE-BA5B-D9905E01B9A7}"/>
                  </a:ext>
                </a:extLst>
              </p:cNvPr>
              <p:cNvCxnSpPr/>
              <p:nvPr/>
            </p:nvCxnSpPr>
            <p:spPr>
              <a:xfrm flipH="1">
                <a:off x="5860800" y="3600000"/>
                <a:ext cx="1339200" cy="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3" name="直線コネクタ 106102">
                <a:extLst>
                  <a:ext uri="{FF2B5EF4-FFF2-40B4-BE49-F238E27FC236}">
                    <a16:creationId xmlns:a16="http://schemas.microsoft.com/office/drawing/2014/main" id="{90D1061E-61F8-4F13-AC67-E5C6D855DF56}"/>
                  </a:ext>
                </a:extLst>
              </p:cNvPr>
              <p:cNvCxnSpPr/>
              <p:nvPr/>
            </p:nvCxnSpPr>
            <p:spPr>
              <a:xfrm flipH="1">
                <a:off x="5843520" y="3600000"/>
                <a:ext cx="1356480" cy="5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4" name="直線コネクタ 106103">
                <a:extLst>
                  <a:ext uri="{FF2B5EF4-FFF2-40B4-BE49-F238E27FC236}">
                    <a16:creationId xmlns:a16="http://schemas.microsoft.com/office/drawing/2014/main" id="{DBCB5AA7-48A0-468A-B0E6-E58725852708}"/>
                  </a:ext>
                </a:extLst>
              </p:cNvPr>
              <p:cNvCxnSpPr/>
              <p:nvPr/>
            </p:nvCxnSpPr>
            <p:spPr>
              <a:xfrm flipH="1">
                <a:off x="5825880" y="3600000"/>
                <a:ext cx="1374120" cy="4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5" name="直線コネクタ 106104">
                <a:extLst>
                  <a:ext uri="{FF2B5EF4-FFF2-40B4-BE49-F238E27FC236}">
                    <a16:creationId xmlns:a16="http://schemas.microsoft.com/office/drawing/2014/main" id="{6E7B3F40-F037-4BCE-8429-FEA91BB83419}"/>
                  </a:ext>
                </a:extLst>
              </p:cNvPr>
              <p:cNvCxnSpPr/>
              <p:nvPr/>
            </p:nvCxnSpPr>
            <p:spPr>
              <a:xfrm flipH="1">
                <a:off x="5808600" y="3600000"/>
                <a:ext cx="1391400" cy="4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6" name="直線コネクタ 106105">
                <a:extLst>
                  <a:ext uri="{FF2B5EF4-FFF2-40B4-BE49-F238E27FC236}">
                    <a16:creationId xmlns:a16="http://schemas.microsoft.com/office/drawing/2014/main" id="{DFD5D5D8-7A59-4F08-A87F-C34E0F14CFB8}"/>
                  </a:ext>
                </a:extLst>
              </p:cNvPr>
              <p:cNvCxnSpPr/>
              <p:nvPr/>
            </p:nvCxnSpPr>
            <p:spPr>
              <a:xfrm flipH="1">
                <a:off x="5790960" y="3600000"/>
                <a:ext cx="1409040" cy="39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7" name="直線コネクタ 106106">
                <a:extLst>
                  <a:ext uri="{FF2B5EF4-FFF2-40B4-BE49-F238E27FC236}">
                    <a16:creationId xmlns:a16="http://schemas.microsoft.com/office/drawing/2014/main" id="{ACA81CE5-DD35-4AC0-A101-9825C0032487}"/>
                  </a:ext>
                </a:extLst>
              </p:cNvPr>
              <p:cNvCxnSpPr/>
              <p:nvPr/>
            </p:nvCxnSpPr>
            <p:spPr>
              <a:xfrm flipH="1">
                <a:off x="5773680" y="3600000"/>
                <a:ext cx="142632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8" name="直線コネクタ 106107">
                <a:extLst>
                  <a:ext uri="{FF2B5EF4-FFF2-40B4-BE49-F238E27FC236}">
                    <a16:creationId xmlns:a16="http://schemas.microsoft.com/office/drawing/2014/main" id="{AF9D0053-E257-408D-8FC4-6B88710931DE}"/>
                  </a:ext>
                </a:extLst>
              </p:cNvPr>
              <p:cNvCxnSpPr/>
              <p:nvPr/>
            </p:nvCxnSpPr>
            <p:spPr>
              <a:xfrm flipH="1">
                <a:off x="5756040" y="3600000"/>
                <a:ext cx="1443960" cy="33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09" name="直線コネクタ 106108">
                <a:extLst>
                  <a:ext uri="{FF2B5EF4-FFF2-40B4-BE49-F238E27FC236}">
                    <a16:creationId xmlns:a16="http://schemas.microsoft.com/office/drawing/2014/main" id="{C1B004DD-B0C8-4536-A424-E3888D7FCFCA}"/>
                  </a:ext>
                </a:extLst>
              </p:cNvPr>
              <p:cNvCxnSpPr/>
              <p:nvPr/>
            </p:nvCxnSpPr>
            <p:spPr>
              <a:xfrm flipH="1">
                <a:off x="5739840" y="3600000"/>
                <a:ext cx="1460160" cy="27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0" name="直線コネクタ 106109">
                <a:extLst>
                  <a:ext uri="{FF2B5EF4-FFF2-40B4-BE49-F238E27FC236}">
                    <a16:creationId xmlns:a16="http://schemas.microsoft.com/office/drawing/2014/main" id="{7AC41293-BEB6-4774-8752-B52846D6C0F4}"/>
                  </a:ext>
                </a:extLst>
              </p:cNvPr>
              <p:cNvCxnSpPr/>
              <p:nvPr/>
            </p:nvCxnSpPr>
            <p:spPr>
              <a:xfrm flipH="1">
                <a:off x="5722200" y="3600000"/>
                <a:ext cx="1477800" cy="2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1" name="直線コネクタ 106110">
                <a:extLst>
                  <a:ext uri="{FF2B5EF4-FFF2-40B4-BE49-F238E27FC236}">
                    <a16:creationId xmlns:a16="http://schemas.microsoft.com/office/drawing/2014/main" id="{129FF8D5-FE2A-4C1A-AD5C-80889CA08855}"/>
                  </a:ext>
                </a:extLst>
              </p:cNvPr>
              <p:cNvCxnSpPr/>
              <p:nvPr/>
            </p:nvCxnSpPr>
            <p:spPr>
              <a:xfrm flipH="1">
                <a:off x="5704920" y="3600000"/>
                <a:ext cx="1495080" cy="23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2" name="直線コネクタ 106111">
                <a:extLst>
                  <a:ext uri="{FF2B5EF4-FFF2-40B4-BE49-F238E27FC236}">
                    <a16:creationId xmlns:a16="http://schemas.microsoft.com/office/drawing/2014/main" id="{045301E2-D7D3-4658-B94F-2F49ABE64205}"/>
                  </a:ext>
                </a:extLst>
              </p:cNvPr>
              <p:cNvCxnSpPr/>
              <p:nvPr/>
            </p:nvCxnSpPr>
            <p:spPr>
              <a:xfrm flipH="1">
                <a:off x="5688360" y="3600000"/>
                <a:ext cx="151164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3" name="直線コネクタ 106112">
                <a:extLst>
                  <a:ext uri="{FF2B5EF4-FFF2-40B4-BE49-F238E27FC236}">
                    <a16:creationId xmlns:a16="http://schemas.microsoft.com/office/drawing/2014/main" id="{496908A7-FCDD-441A-9C69-74D69E83F4A5}"/>
                  </a:ext>
                </a:extLst>
              </p:cNvPr>
              <p:cNvCxnSpPr/>
              <p:nvPr/>
            </p:nvCxnSpPr>
            <p:spPr>
              <a:xfrm flipH="1">
                <a:off x="5670720" y="3600000"/>
                <a:ext cx="1529280" cy="1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4" name="直線コネクタ 106113">
                <a:extLst>
                  <a:ext uri="{FF2B5EF4-FFF2-40B4-BE49-F238E27FC236}">
                    <a16:creationId xmlns:a16="http://schemas.microsoft.com/office/drawing/2014/main" id="{A25CB939-1377-4CC2-85EA-9D3E1BA5A7C3}"/>
                  </a:ext>
                </a:extLst>
              </p:cNvPr>
              <p:cNvCxnSpPr/>
              <p:nvPr/>
            </p:nvCxnSpPr>
            <p:spPr>
              <a:xfrm flipH="1">
                <a:off x="5653440" y="3600000"/>
                <a:ext cx="1546560" cy="1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5" name="直線コネクタ 106114">
                <a:extLst>
                  <a:ext uri="{FF2B5EF4-FFF2-40B4-BE49-F238E27FC236}">
                    <a16:creationId xmlns:a16="http://schemas.microsoft.com/office/drawing/2014/main" id="{3EDE7994-6022-4B8F-96D1-21EDB8EA6A43}"/>
                  </a:ext>
                </a:extLst>
              </p:cNvPr>
              <p:cNvCxnSpPr/>
              <p:nvPr/>
            </p:nvCxnSpPr>
            <p:spPr>
              <a:xfrm flipH="1">
                <a:off x="5636160" y="3600000"/>
                <a:ext cx="1563840" cy="14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6" name="直線コネクタ 106115">
                <a:extLst>
                  <a:ext uri="{FF2B5EF4-FFF2-40B4-BE49-F238E27FC236}">
                    <a16:creationId xmlns:a16="http://schemas.microsoft.com/office/drawing/2014/main" id="{4CF020E6-C5D4-4630-BEF1-DDFAEFF6B81A}"/>
                  </a:ext>
                </a:extLst>
              </p:cNvPr>
              <p:cNvCxnSpPr/>
              <p:nvPr/>
            </p:nvCxnSpPr>
            <p:spPr>
              <a:xfrm flipH="1">
                <a:off x="5619600" y="3600000"/>
                <a:ext cx="158040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7" name="直線コネクタ 106116">
                <a:extLst>
                  <a:ext uri="{FF2B5EF4-FFF2-40B4-BE49-F238E27FC236}">
                    <a16:creationId xmlns:a16="http://schemas.microsoft.com/office/drawing/2014/main" id="{5D7922BA-9775-4001-9186-F52A1188D788}"/>
                  </a:ext>
                </a:extLst>
              </p:cNvPr>
              <p:cNvCxnSpPr/>
              <p:nvPr/>
            </p:nvCxnSpPr>
            <p:spPr>
              <a:xfrm flipH="1">
                <a:off x="5601960" y="3600000"/>
                <a:ext cx="159804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8" name="直線コネクタ 106117">
                <a:extLst>
                  <a:ext uri="{FF2B5EF4-FFF2-40B4-BE49-F238E27FC236}">
                    <a16:creationId xmlns:a16="http://schemas.microsoft.com/office/drawing/2014/main" id="{54AEF5D3-C29E-433A-89F3-36012BFA4F4A}"/>
                  </a:ext>
                </a:extLst>
              </p:cNvPr>
              <p:cNvCxnSpPr/>
              <p:nvPr/>
            </p:nvCxnSpPr>
            <p:spPr>
              <a:xfrm flipH="1">
                <a:off x="5585400" y="3600000"/>
                <a:ext cx="1614600" cy="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19" name="直線コネクタ 106118">
                <a:extLst>
                  <a:ext uri="{FF2B5EF4-FFF2-40B4-BE49-F238E27FC236}">
                    <a16:creationId xmlns:a16="http://schemas.microsoft.com/office/drawing/2014/main" id="{2FA21C60-1165-4892-98C9-EBC70C7A42AB}"/>
                  </a:ext>
                </a:extLst>
              </p:cNvPr>
              <p:cNvCxnSpPr/>
              <p:nvPr/>
            </p:nvCxnSpPr>
            <p:spPr>
              <a:xfrm flipH="1">
                <a:off x="5568840" y="3600000"/>
                <a:ext cx="1631160" cy="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0" name="直線コネクタ 106119">
                <a:extLst>
                  <a:ext uri="{FF2B5EF4-FFF2-40B4-BE49-F238E27FC236}">
                    <a16:creationId xmlns:a16="http://schemas.microsoft.com/office/drawing/2014/main" id="{55BE552E-A5A7-4A62-8341-2EF026338B55}"/>
                  </a:ext>
                </a:extLst>
              </p:cNvPr>
              <p:cNvCxnSpPr/>
              <p:nvPr/>
            </p:nvCxnSpPr>
            <p:spPr>
              <a:xfrm flipH="1">
                <a:off x="5551560" y="3600000"/>
                <a:ext cx="1648440" cy="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1" name="直線コネクタ 106120">
                <a:extLst>
                  <a:ext uri="{FF2B5EF4-FFF2-40B4-BE49-F238E27FC236}">
                    <a16:creationId xmlns:a16="http://schemas.microsoft.com/office/drawing/2014/main" id="{E963FD74-612C-41FF-AFBB-5BF7FB47A312}"/>
                  </a:ext>
                </a:extLst>
              </p:cNvPr>
              <p:cNvCxnSpPr/>
              <p:nvPr/>
            </p:nvCxnSpPr>
            <p:spPr>
              <a:xfrm flipH="1">
                <a:off x="5534640" y="3600000"/>
                <a:ext cx="1665360" cy="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2" name="直線コネクタ 106121">
                <a:extLst>
                  <a:ext uri="{FF2B5EF4-FFF2-40B4-BE49-F238E27FC236}">
                    <a16:creationId xmlns:a16="http://schemas.microsoft.com/office/drawing/2014/main" id="{F58C523E-A380-49D1-B6FE-30BC760C7F3A}"/>
                  </a:ext>
                </a:extLst>
              </p:cNvPr>
              <p:cNvCxnSpPr/>
              <p:nvPr/>
            </p:nvCxnSpPr>
            <p:spPr>
              <a:xfrm flipH="1">
                <a:off x="5518080" y="3600000"/>
                <a:ext cx="168192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3" name="直線コネクタ 106122">
                <a:extLst>
                  <a:ext uri="{FF2B5EF4-FFF2-40B4-BE49-F238E27FC236}">
                    <a16:creationId xmlns:a16="http://schemas.microsoft.com/office/drawing/2014/main" id="{88C27B2B-E728-4B3E-94F4-6968DE65E706}"/>
                  </a:ext>
                </a:extLst>
              </p:cNvPr>
              <p:cNvCxnSpPr/>
              <p:nvPr/>
            </p:nvCxnSpPr>
            <p:spPr>
              <a:xfrm flipH="1">
                <a:off x="5500800" y="3600000"/>
                <a:ext cx="1699200" cy="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4" name="直線コネクタ 106123">
                <a:extLst>
                  <a:ext uri="{FF2B5EF4-FFF2-40B4-BE49-F238E27FC236}">
                    <a16:creationId xmlns:a16="http://schemas.microsoft.com/office/drawing/2014/main" id="{79AE7140-68CE-4185-8B44-F3171BE18A83}"/>
                  </a:ext>
                </a:extLst>
              </p:cNvPr>
              <p:cNvCxnSpPr/>
              <p:nvPr/>
            </p:nvCxnSpPr>
            <p:spPr>
              <a:xfrm flipH="1">
                <a:off x="5484240" y="3600000"/>
                <a:ext cx="171576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5" name="直線コネクタ 106124">
                <a:extLst>
                  <a:ext uri="{FF2B5EF4-FFF2-40B4-BE49-F238E27FC236}">
                    <a16:creationId xmlns:a16="http://schemas.microsoft.com/office/drawing/2014/main" id="{AF8626E6-0E2B-4DC2-8A55-CB51DE933A5D}"/>
                  </a:ext>
                </a:extLst>
              </p:cNvPr>
              <p:cNvCxnSpPr/>
              <p:nvPr/>
            </p:nvCxnSpPr>
            <p:spPr>
              <a:xfrm flipH="1" flipV="1">
                <a:off x="5467320" y="3598920"/>
                <a:ext cx="1732680" cy="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6" name="直線コネクタ 106125">
                <a:extLst>
                  <a:ext uri="{FF2B5EF4-FFF2-40B4-BE49-F238E27FC236}">
                    <a16:creationId xmlns:a16="http://schemas.microsoft.com/office/drawing/2014/main" id="{A59C2D05-0F69-400D-A3F9-E8FA412A32D1}"/>
                  </a:ext>
                </a:extLst>
              </p:cNvPr>
              <p:cNvCxnSpPr/>
              <p:nvPr/>
            </p:nvCxnSpPr>
            <p:spPr>
              <a:xfrm flipH="1">
                <a:off x="5450400" y="3600000"/>
                <a:ext cx="1749600" cy="1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7" name="直線コネクタ 106126">
                <a:extLst>
                  <a:ext uri="{FF2B5EF4-FFF2-40B4-BE49-F238E27FC236}">
                    <a16:creationId xmlns:a16="http://schemas.microsoft.com/office/drawing/2014/main" id="{EDC21DF0-DE4C-4384-ACD2-96BBD7B34D86}"/>
                  </a:ext>
                </a:extLst>
              </p:cNvPr>
              <p:cNvCxnSpPr/>
              <p:nvPr/>
            </p:nvCxnSpPr>
            <p:spPr>
              <a:xfrm flipH="1">
                <a:off x="5433480" y="3600000"/>
                <a:ext cx="1766520" cy="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8" name="直線コネクタ 106127">
                <a:extLst>
                  <a:ext uri="{FF2B5EF4-FFF2-40B4-BE49-F238E27FC236}">
                    <a16:creationId xmlns:a16="http://schemas.microsoft.com/office/drawing/2014/main" id="{DB96CC13-4E54-438B-9A3C-8AEB73EC25C2}"/>
                  </a:ext>
                </a:extLst>
              </p:cNvPr>
              <p:cNvCxnSpPr/>
              <p:nvPr/>
            </p:nvCxnSpPr>
            <p:spPr>
              <a:xfrm flipH="1">
                <a:off x="5416920" y="3600000"/>
                <a:ext cx="178308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129" name="直線コネクタ 106128">
                <a:extLst>
                  <a:ext uri="{FF2B5EF4-FFF2-40B4-BE49-F238E27FC236}">
                    <a16:creationId xmlns:a16="http://schemas.microsoft.com/office/drawing/2014/main" id="{5697B006-07E9-456F-9C0E-52C64B87D231}"/>
                  </a:ext>
                </a:extLst>
              </p:cNvPr>
              <p:cNvCxnSpPr/>
              <p:nvPr/>
            </p:nvCxnSpPr>
            <p:spPr>
              <a:xfrm flipH="1">
                <a:off x="5400000" y="3600000"/>
                <a:ext cx="180000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921" name="グループ化 104920">
              <a:extLst>
                <a:ext uri="{FF2B5EF4-FFF2-40B4-BE49-F238E27FC236}">
                  <a16:creationId xmlns:a16="http://schemas.microsoft.com/office/drawing/2014/main" id="{9CFF6197-7F84-48D1-8A9B-6C0BD7854D11}"/>
                </a:ext>
              </a:extLst>
            </p:cNvPr>
            <p:cNvGrpSpPr/>
            <p:nvPr/>
          </p:nvGrpSpPr>
          <p:grpSpPr>
            <a:xfrm>
              <a:off x="1800000" y="3598920"/>
              <a:ext cx="1801080" cy="1801080"/>
              <a:chOff x="5400000" y="3598920"/>
              <a:chExt cx="1801080" cy="1801080"/>
            </a:xfrm>
          </p:grpSpPr>
          <p:cxnSp>
            <p:nvCxnSpPr>
              <p:cNvPr id="105648" name="直線コネクタ 105647">
                <a:extLst>
                  <a:ext uri="{FF2B5EF4-FFF2-40B4-BE49-F238E27FC236}">
                    <a16:creationId xmlns:a16="http://schemas.microsoft.com/office/drawing/2014/main" id="{01E41E8A-4177-4EAA-B3B2-1F6D233CCB56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800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9" name="直線コネクタ 105648">
                <a:extLst>
                  <a:ext uri="{FF2B5EF4-FFF2-40B4-BE49-F238E27FC236}">
                    <a16:creationId xmlns:a16="http://schemas.microsoft.com/office/drawing/2014/main" id="{A607BA8C-D2D8-4595-86FF-340C5B3F051C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83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0" name="直線コネクタ 105649">
                <a:extLst>
                  <a:ext uri="{FF2B5EF4-FFF2-40B4-BE49-F238E27FC236}">
                    <a16:creationId xmlns:a16="http://schemas.microsoft.com/office/drawing/2014/main" id="{14F607A3-5923-4DF6-86E6-7EA200183C7C}"/>
                  </a:ext>
                </a:extLst>
              </p:cNvPr>
              <p:cNvCxnSpPr/>
              <p:nvPr/>
            </p:nvCxnSpPr>
            <p:spPr>
              <a:xfrm flipH="1">
                <a:off x="7199280" y="3600000"/>
                <a:ext cx="720" cy="176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1" name="直線コネクタ 105650">
                <a:extLst>
                  <a:ext uri="{FF2B5EF4-FFF2-40B4-BE49-F238E27FC236}">
                    <a16:creationId xmlns:a16="http://schemas.microsoft.com/office/drawing/2014/main" id="{7792A3CD-7547-474B-AF65-CDE4E189A9A2}"/>
                  </a:ext>
                </a:extLst>
              </p:cNvPr>
              <p:cNvCxnSpPr/>
              <p:nvPr/>
            </p:nvCxnSpPr>
            <p:spPr>
              <a:xfrm flipH="1">
                <a:off x="7198560" y="3600000"/>
                <a:ext cx="1440" cy="1749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2" name="直線コネクタ 105651">
                <a:extLst>
                  <a:ext uri="{FF2B5EF4-FFF2-40B4-BE49-F238E27FC236}">
                    <a16:creationId xmlns:a16="http://schemas.microsoft.com/office/drawing/2014/main" id="{31308EDD-E22F-4A16-8275-B9FBB5BA70B1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1080" cy="1732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3" name="直線コネクタ 105652">
                <a:extLst>
                  <a:ext uri="{FF2B5EF4-FFF2-40B4-BE49-F238E27FC236}">
                    <a16:creationId xmlns:a16="http://schemas.microsoft.com/office/drawing/2014/main" id="{D1AA536F-0790-469E-8424-99B8711C1295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1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4" name="直線コネクタ 105653">
                <a:extLst>
                  <a:ext uri="{FF2B5EF4-FFF2-40B4-BE49-F238E27FC236}">
                    <a16:creationId xmlns:a16="http://schemas.microsoft.com/office/drawing/2014/main" id="{A3B54FDE-6D3A-4FC9-9BF0-A97B19C170B3}"/>
                  </a:ext>
                </a:extLst>
              </p:cNvPr>
              <p:cNvCxnSpPr/>
              <p:nvPr/>
            </p:nvCxnSpPr>
            <p:spPr>
              <a:xfrm flipH="1">
                <a:off x="7198200" y="3600000"/>
                <a:ext cx="1800" cy="169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5" name="直線コネクタ 105654">
                <a:extLst>
                  <a:ext uri="{FF2B5EF4-FFF2-40B4-BE49-F238E27FC236}">
                    <a16:creationId xmlns:a16="http://schemas.microsoft.com/office/drawing/2014/main" id="{3C2A6E3E-BE72-4047-9CE2-38B6533AD2B7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681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6" name="直線コネクタ 105655">
                <a:extLst>
                  <a:ext uri="{FF2B5EF4-FFF2-40B4-BE49-F238E27FC236}">
                    <a16:creationId xmlns:a16="http://schemas.microsoft.com/office/drawing/2014/main" id="{7A7F083A-B1F1-4F60-AE62-AAF14FDB3DFA}"/>
                  </a:ext>
                </a:extLst>
              </p:cNvPr>
              <p:cNvCxnSpPr/>
              <p:nvPr/>
            </p:nvCxnSpPr>
            <p:spPr>
              <a:xfrm flipH="1">
                <a:off x="7197840" y="3600000"/>
                <a:ext cx="2160" cy="1665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7" name="直線コネクタ 105656">
                <a:extLst>
                  <a:ext uri="{FF2B5EF4-FFF2-40B4-BE49-F238E27FC236}">
                    <a16:creationId xmlns:a16="http://schemas.microsoft.com/office/drawing/2014/main" id="{3C4C343D-4788-4B20-B7BC-92125E470E75}"/>
                  </a:ext>
                </a:extLst>
              </p:cNvPr>
              <p:cNvCxnSpPr/>
              <p:nvPr/>
            </p:nvCxnSpPr>
            <p:spPr>
              <a:xfrm flipH="1">
                <a:off x="7195320" y="3600000"/>
                <a:ext cx="4680" cy="164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8" name="直線コネクタ 105657">
                <a:extLst>
                  <a:ext uri="{FF2B5EF4-FFF2-40B4-BE49-F238E27FC236}">
                    <a16:creationId xmlns:a16="http://schemas.microsoft.com/office/drawing/2014/main" id="{C9459461-9295-4D70-985C-E74D5E10FCAC}"/>
                  </a:ext>
                </a:extLst>
              </p:cNvPr>
              <p:cNvCxnSpPr/>
              <p:nvPr/>
            </p:nvCxnSpPr>
            <p:spPr>
              <a:xfrm flipH="1">
                <a:off x="7196040" y="3600000"/>
                <a:ext cx="3960" cy="163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59" name="直線コネクタ 105658">
                <a:extLst>
                  <a:ext uri="{FF2B5EF4-FFF2-40B4-BE49-F238E27FC236}">
                    <a16:creationId xmlns:a16="http://schemas.microsoft.com/office/drawing/2014/main" id="{1148CB03-0835-472D-9316-208C3AF082FF}"/>
                  </a:ext>
                </a:extLst>
              </p:cNvPr>
              <p:cNvCxnSpPr/>
              <p:nvPr/>
            </p:nvCxnSpPr>
            <p:spPr>
              <a:xfrm flipH="1">
                <a:off x="7192800" y="3600000"/>
                <a:ext cx="7200" cy="161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0" name="直線コネクタ 105659">
                <a:extLst>
                  <a:ext uri="{FF2B5EF4-FFF2-40B4-BE49-F238E27FC236}">
                    <a16:creationId xmlns:a16="http://schemas.microsoft.com/office/drawing/2014/main" id="{29E325C9-DF03-4670-8B40-DB855C2455E7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9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1" name="直線コネクタ 105660">
                <a:extLst>
                  <a:ext uri="{FF2B5EF4-FFF2-40B4-BE49-F238E27FC236}">
                    <a16:creationId xmlns:a16="http://schemas.microsoft.com/office/drawing/2014/main" id="{85757A92-C874-4F81-998F-9EAC02613408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8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2" name="直線コネクタ 105661">
                <a:extLst>
                  <a:ext uri="{FF2B5EF4-FFF2-40B4-BE49-F238E27FC236}">
                    <a16:creationId xmlns:a16="http://schemas.microsoft.com/office/drawing/2014/main" id="{7B86DB4B-F140-4D17-AC38-A8784B02E120}"/>
                  </a:ext>
                </a:extLst>
              </p:cNvPr>
              <p:cNvCxnSpPr/>
              <p:nvPr/>
            </p:nvCxnSpPr>
            <p:spPr>
              <a:xfrm flipH="1">
                <a:off x="7185600" y="3600000"/>
                <a:ext cx="14400" cy="156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3" name="直線コネクタ 105662">
                <a:extLst>
                  <a:ext uri="{FF2B5EF4-FFF2-40B4-BE49-F238E27FC236}">
                    <a16:creationId xmlns:a16="http://schemas.microsoft.com/office/drawing/2014/main" id="{76E45BFE-7C00-4171-BC08-4C4D650019F3}"/>
                  </a:ext>
                </a:extLst>
              </p:cNvPr>
              <p:cNvCxnSpPr/>
              <p:nvPr/>
            </p:nvCxnSpPr>
            <p:spPr>
              <a:xfrm flipH="1">
                <a:off x="7184520" y="3600000"/>
                <a:ext cx="15480" cy="154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4" name="直線コネクタ 105663">
                <a:extLst>
                  <a:ext uri="{FF2B5EF4-FFF2-40B4-BE49-F238E27FC236}">
                    <a16:creationId xmlns:a16="http://schemas.microsoft.com/office/drawing/2014/main" id="{60B34AFD-C592-411F-8D56-62CBEAE49CCD}"/>
                  </a:ext>
                </a:extLst>
              </p:cNvPr>
              <p:cNvCxnSpPr/>
              <p:nvPr/>
            </p:nvCxnSpPr>
            <p:spPr>
              <a:xfrm flipH="1">
                <a:off x="7183440" y="3600000"/>
                <a:ext cx="16560" cy="1529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5" name="直線コネクタ 105664">
                <a:extLst>
                  <a:ext uri="{FF2B5EF4-FFF2-40B4-BE49-F238E27FC236}">
                    <a16:creationId xmlns:a16="http://schemas.microsoft.com/office/drawing/2014/main" id="{A8D2463E-8480-45DA-84E8-C1DD77D54F6F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1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6" name="直線コネクタ 105665">
                <a:extLst>
                  <a:ext uri="{FF2B5EF4-FFF2-40B4-BE49-F238E27FC236}">
                    <a16:creationId xmlns:a16="http://schemas.microsoft.com/office/drawing/2014/main" id="{AE922B67-D93F-4A79-9A8A-51B574138969}"/>
                  </a:ext>
                </a:extLst>
              </p:cNvPr>
              <p:cNvCxnSpPr/>
              <p:nvPr/>
            </p:nvCxnSpPr>
            <p:spPr>
              <a:xfrm flipH="1">
                <a:off x="7176960" y="3600000"/>
                <a:ext cx="23040" cy="1495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7" name="直線コネクタ 105666">
                <a:extLst>
                  <a:ext uri="{FF2B5EF4-FFF2-40B4-BE49-F238E27FC236}">
                    <a16:creationId xmlns:a16="http://schemas.microsoft.com/office/drawing/2014/main" id="{D6DB77D5-A8D0-407A-9CE1-C8C6CBEB648B}"/>
                  </a:ext>
                </a:extLst>
              </p:cNvPr>
              <p:cNvCxnSpPr/>
              <p:nvPr/>
            </p:nvCxnSpPr>
            <p:spPr>
              <a:xfrm flipH="1">
                <a:off x="7174800" y="3600000"/>
                <a:ext cx="25200" cy="1477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8" name="直線コネクタ 105667">
                <a:extLst>
                  <a:ext uri="{FF2B5EF4-FFF2-40B4-BE49-F238E27FC236}">
                    <a16:creationId xmlns:a16="http://schemas.microsoft.com/office/drawing/2014/main" id="{591E9F40-456F-4BAB-BCA3-5A6CEBBF31EE}"/>
                  </a:ext>
                </a:extLst>
              </p:cNvPr>
              <p:cNvCxnSpPr/>
              <p:nvPr/>
            </p:nvCxnSpPr>
            <p:spPr>
              <a:xfrm flipH="1">
                <a:off x="7172640" y="3600000"/>
                <a:ext cx="27360" cy="1460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69" name="直線コネクタ 105668">
                <a:extLst>
                  <a:ext uri="{FF2B5EF4-FFF2-40B4-BE49-F238E27FC236}">
                    <a16:creationId xmlns:a16="http://schemas.microsoft.com/office/drawing/2014/main" id="{E405FA11-1F88-469C-AF8E-9D047C72FD30}"/>
                  </a:ext>
                </a:extLst>
              </p:cNvPr>
              <p:cNvCxnSpPr/>
              <p:nvPr/>
            </p:nvCxnSpPr>
            <p:spPr>
              <a:xfrm flipH="1">
                <a:off x="7166520" y="3600000"/>
                <a:ext cx="33480" cy="144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0" name="直線コネクタ 105669">
                <a:extLst>
                  <a:ext uri="{FF2B5EF4-FFF2-40B4-BE49-F238E27FC236}">
                    <a16:creationId xmlns:a16="http://schemas.microsoft.com/office/drawing/2014/main" id="{CB42E2AD-2E8A-4EBE-B5D8-909FBD2E6116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26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1" name="直線コネクタ 105670">
                <a:extLst>
                  <a:ext uri="{FF2B5EF4-FFF2-40B4-BE49-F238E27FC236}">
                    <a16:creationId xmlns:a16="http://schemas.microsoft.com/office/drawing/2014/main" id="{0FE85033-499F-4941-95E6-DB6F6FBAD8D7}"/>
                  </a:ext>
                </a:extLst>
              </p:cNvPr>
              <p:cNvCxnSpPr/>
              <p:nvPr/>
            </p:nvCxnSpPr>
            <p:spPr>
              <a:xfrm flipH="1">
                <a:off x="7160040" y="3600000"/>
                <a:ext cx="39960" cy="1409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2" name="直線コネクタ 105671">
                <a:extLst>
                  <a:ext uri="{FF2B5EF4-FFF2-40B4-BE49-F238E27FC236}">
                    <a16:creationId xmlns:a16="http://schemas.microsoft.com/office/drawing/2014/main" id="{67F61960-85E0-433E-93AC-EF73D86A59FD}"/>
                  </a:ext>
                </a:extLst>
              </p:cNvPr>
              <p:cNvCxnSpPr/>
              <p:nvPr/>
            </p:nvCxnSpPr>
            <p:spPr>
              <a:xfrm flipH="1">
                <a:off x="7156440" y="3600000"/>
                <a:ext cx="43560" cy="139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3" name="直線コネクタ 105672">
                <a:extLst>
                  <a:ext uri="{FF2B5EF4-FFF2-40B4-BE49-F238E27FC236}">
                    <a16:creationId xmlns:a16="http://schemas.microsoft.com/office/drawing/2014/main" id="{1B944CC3-9F42-4DD6-9502-507E2F3842EE}"/>
                  </a:ext>
                </a:extLst>
              </p:cNvPr>
              <p:cNvCxnSpPr/>
              <p:nvPr/>
            </p:nvCxnSpPr>
            <p:spPr>
              <a:xfrm flipH="1">
                <a:off x="7152480" y="3600000"/>
                <a:ext cx="47520" cy="137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4" name="直線コネクタ 105673">
                <a:extLst>
                  <a:ext uri="{FF2B5EF4-FFF2-40B4-BE49-F238E27FC236}">
                    <a16:creationId xmlns:a16="http://schemas.microsoft.com/office/drawing/2014/main" id="{46EE7063-D13A-4E65-BBF5-0CA7177D8FF2}"/>
                  </a:ext>
                </a:extLst>
              </p:cNvPr>
              <p:cNvCxnSpPr/>
              <p:nvPr/>
            </p:nvCxnSpPr>
            <p:spPr>
              <a:xfrm flipH="1">
                <a:off x="7148160" y="3600000"/>
                <a:ext cx="51840" cy="1356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5" name="直線コネクタ 105674">
                <a:extLst>
                  <a:ext uri="{FF2B5EF4-FFF2-40B4-BE49-F238E27FC236}">
                    <a16:creationId xmlns:a16="http://schemas.microsoft.com/office/drawing/2014/main" id="{CC334832-00BE-4AC9-BBBB-D46D0FAD314D}"/>
                  </a:ext>
                </a:extLst>
              </p:cNvPr>
              <p:cNvCxnSpPr/>
              <p:nvPr/>
            </p:nvCxnSpPr>
            <p:spPr>
              <a:xfrm flipH="1">
                <a:off x="7143480" y="3600000"/>
                <a:ext cx="56520" cy="133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6" name="直線コネクタ 105675">
                <a:extLst>
                  <a:ext uri="{FF2B5EF4-FFF2-40B4-BE49-F238E27FC236}">
                    <a16:creationId xmlns:a16="http://schemas.microsoft.com/office/drawing/2014/main" id="{08643FB6-4B10-4079-8CEC-79C24A59FF15}"/>
                  </a:ext>
                </a:extLst>
              </p:cNvPr>
              <p:cNvCxnSpPr/>
              <p:nvPr/>
            </p:nvCxnSpPr>
            <p:spPr>
              <a:xfrm flipH="1">
                <a:off x="7138440" y="3600000"/>
                <a:ext cx="61560" cy="132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7" name="直線コネクタ 105676">
                <a:extLst>
                  <a:ext uri="{FF2B5EF4-FFF2-40B4-BE49-F238E27FC236}">
                    <a16:creationId xmlns:a16="http://schemas.microsoft.com/office/drawing/2014/main" id="{9F70F98E-F923-4A9C-BB13-96C8A9F9A383}"/>
                  </a:ext>
                </a:extLst>
              </p:cNvPr>
              <p:cNvCxnSpPr/>
              <p:nvPr/>
            </p:nvCxnSpPr>
            <p:spPr>
              <a:xfrm flipH="1">
                <a:off x="7133040" y="3600000"/>
                <a:ext cx="66960" cy="1304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8" name="直線コネクタ 105677">
                <a:extLst>
                  <a:ext uri="{FF2B5EF4-FFF2-40B4-BE49-F238E27FC236}">
                    <a16:creationId xmlns:a16="http://schemas.microsoft.com/office/drawing/2014/main" id="{963E5232-842D-435B-82FD-BF74290E50C6}"/>
                  </a:ext>
                </a:extLst>
              </p:cNvPr>
              <p:cNvCxnSpPr/>
              <p:nvPr/>
            </p:nvCxnSpPr>
            <p:spPr>
              <a:xfrm flipH="1">
                <a:off x="7192440" y="3600000"/>
                <a:ext cx="7560" cy="161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79" name="直線コネクタ 105678">
                <a:extLst>
                  <a:ext uri="{FF2B5EF4-FFF2-40B4-BE49-F238E27FC236}">
                    <a16:creationId xmlns:a16="http://schemas.microsoft.com/office/drawing/2014/main" id="{35FE7606-38EC-4291-BDEB-BFC1452E0A3B}"/>
                  </a:ext>
                </a:extLst>
              </p:cNvPr>
              <p:cNvCxnSpPr/>
              <p:nvPr/>
            </p:nvCxnSpPr>
            <p:spPr>
              <a:xfrm flipH="1">
                <a:off x="7191000" y="3600000"/>
                <a:ext cx="9000" cy="1594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0" name="直線コネクタ 105679">
                <a:extLst>
                  <a:ext uri="{FF2B5EF4-FFF2-40B4-BE49-F238E27FC236}">
                    <a16:creationId xmlns:a16="http://schemas.microsoft.com/office/drawing/2014/main" id="{7C6BAE6F-5849-42DC-8BA3-514CF3036ED0}"/>
                  </a:ext>
                </a:extLst>
              </p:cNvPr>
              <p:cNvCxnSpPr/>
              <p:nvPr/>
            </p:nvCxnSpPr>
            <p:spPr>
              <a:xfrm flipH="1">
                <a:off x="7189200" y="3600000"/>
                <a:ext cx="10800" cy="157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1" name="直線コネクタ 105680">
                <a:extLst>
                  <a:ext uri="{FF2B5EF4-FFF2-40B4-BE49-F238E27FC236}">
                    <a16:creationId xmlns:a16="http://schemas.microsoft.com/office/drawing/2014/main" id="{A6AA8970-5612-402F-84BA-582A526E27AE}"/>
                  </a:ext>
                </a:extLst>
              </p:cNvPr>
              <p:cNvCxnSpPr/>
              <p:nvPr/>
            </p:nvCxnSpPr>
            <p:spPr>
              <a:xfrm flipH="1">
                <a:off x="7187040" y="3600000"/>
                <a:ext cx="12960" cy="155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2" name="直線コネクタ 105681">
                <a:extLst>
                  <a:ext uri="{FF2B5EF4-FFF2-40B4-BE49-F238E27FC236}">
                    <a16:creationId xmlns:a16="http://schemas.microsoft.com/office/drawing/2014/main" id="{5F0D33A2-12A7-48F8-BA6F-7B51617E93DF}"/>
                  </a:ext>
                </a:extLst>
              </p:cNvPr>
              <p:cNvCxnSpPr/>
              <p:nvPr/>
            </p:nvCxnSpPr>
            <p:spPr>
              <a:xfrm flipH="1">
                <a:off x="7184880" y="3600000"/>
                <a:ext cx="15120" cy="154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3" name="直線コネクタ 105682">
                <a:extLst>
                  <a:ext uri="{FF2B5EF4-FFF2-40B4-BE49-F238E27FC236}">
                    <a16:creationId xmlns:a16="http://schemas.microsoft.com/office/drawing/2014/main" id="{4196029A-EE87-4380-9DD3-08041201B3F5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2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4" name="直線コネクタ 105683">
                <a:extLst>
                  <a:ext uri="{FF2B5EF4-FFF2-40B4-BE49-F238E27FC236}">
                    <a16:creationId xmlns:a16="http://schemas.microsoft.com/office/drawing/2014/main" id="{A582034A-0BCB-41A9-B8A4-F77C80187626}"/>
                  </a:ext>
                </a:extLst>
              </p:cNvPr>
              <p:cNvCxnSpPr/>
              <p:nvPr/>
            </p:nvCxnSpPr>
            <p:spPr>
              <a:xfrm flipH="1">
                <a:off x="7179120" y="3600000"/>
                <a:ext cx="20880" cy="150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5" name="直線コネクタ 105684">
                <a:extLst>
                  <a:ext uri="{FF2B5EF4-FFF2-40B4-BE49-F238E27FC236}">
                    <a16:creationId xmlns:a16="http://schemas.microsoft.com/office/drawing/2014/main" id="{B7557F88-1727-43E2-A901-04EA33BBA6DB}"/>
                  </a:ext>
                </a:extLst>
              </p:cNvPr>
              <p:cNvCxnSpPr/>
              <p:nvPr/>
            </p:nvCxnSpPr>
            <p:spPr>
              <a:xfrm flipH="1">
                <a:off x="7175880" y="3600000"/>
                <a:ext cx="24120" cy="148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6" name="直線コネクタ 105685">
                <a:extLst>
                  <a:ext uri="{FF2B5EF4-FFF2-40B4-BE49-F238E27FC236}">
                    <a16:creationId xmlns:a16="http://schemas.microsoft.com/office/drawing/2014/main" id="{E0160267-32DD-4494-B989-C50D03A39859}"/>
                  </a:ext>
                </a:extLst>
              </p:cNvPr>
              <p:cNvCxnSpPr/>
              <p:nvPr/>
            </p:nvCxnSpPr>
            <p:spPr>
              <a:xfrm flipH="1">
                <a:off x="7172280" y="3600000"/>
                <a:ext cx="27720" cy="147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7" name="直線コネクタ 105686">
                <a:extLst>
                  <a:ext uri="{FF2B5EF4-FFF2-40B4-BE49-F238E27FC236}">
                    <a16:creationId xmlns:a16="http://schemas.microsoft.com/office/drawing/2014/main" id="{5FE34F66-063E-4B3C-BEDE-A8BBA35AAACA}"/>
                  </a:ext>
                </a:extLst>
              </p:cNvPr>
              <p:cNvCxnSpPr/>
              <p:nvPr/>
            </p:nvCxnSpPr>
            <p:spPr>
              <a:xfrm flipH="1">
                <a:off x="7168320" y="3600000"/>
                <a:ext cx="31680" cy="145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8" name="直線コネクタ 105687">
                <a:extLst>
                  <a:ext uri="{FF2B5EF4-FFF2-40B4-BE49-F238E27FC236}">
                    <a16:creationId xmlns:a16="http://schemas.microsoft.com/office/drawing/2014/main" id="{40F9E553-F7F2-4E3E-A735-2A6693BD7711}"/>
                  </a:ext>
                </a:extLst>
              </p:cNvPr>
              <p:cNvCxnSpPr/>
              <p:nvPr/>
            </p:nvCxnSpPr>
            <p:spPr>
              <a:xfrm flipH="1">
                <a:off x="7167600" y="3600000"/>
                <a:ext cx="32400" cy="1435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89" name="直線コネクタ 105688">
                <a:extLst>
                  <a:ext uri="{FF2B5EF4-FFF2-40B4-BE49-F238E27FC236}">
                    <a16:creationId xmlns:a16="http://schemas.microsoft.com/office/drawing/2014/main" id="{97DA4B9A-9E2C-4CCB-AF97-4F4842B33D20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18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0" name="直線コネクタ 105689">
                <a:extLst>
                  <a:ext uri="{FF2B5EF4-FFF2-40B4-BE49-F238E27FC236}">
                    <a16:creationId xmlns:a16="http://schemas.microsoft.com/office/drawing/2014/main" id="{56AFAA1E-84E9-452B-B410-5D942F5319CF}"/>
                  </a:ext>
                </a:extLst>
              </p:cNvPr>
              <p:cNvCxnSpPr/>
              <p:nvPr/>
            </p:nvCxnSpPr>
            <p:spPr>
              <a:xfrm flipH="1">
                <a:off x="7158600" y="3600000"/>
                <a:ext cx="41400" cy="1401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1" name="直線コネクタ 105690">
                <a:extLst>
                  <a:ext uri="{FF2B5EF4-FFF2-40B4-BE49-F238E27FC236}">
                    <a16:creationId xmlns:a16="http://schemas.microsoft.com/office/drawing/2014/main" id="{D730C57D-3F94-448C-B414-2041ED821F43}"/>
                  </a:ext>
                </a:extLst>
              </p:cNvPr>
              <p:cNvCxnSpPr/>
              <p:nvPr/>
            </p:nvCxnSpPr>
            <p:spPr>
              <a:xfrm flipH="1">
                <a:off x="7156800" y="3600000"/>
                <a:ext cx="43200" cy="138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2" name="直線コネクタ 105691">
                <a:extLst>
                  <a:ext uri="{FF2B5EF4-FFF2-40B4-BE49-F238E27FC236}">
                    <a16:creationId xmlns:a16="http://schemas.microsoft.com/office/drawing/2014/main" id="{C8B01135-F02C-4154-8B9F-60FEE22B8E9B}"/>
                  </a:ext>
                </a:extLst>
              </p:cNvPr>
              <p:cNvCxnSpPr/>
              <p:nvPr/>
            </p:nvCxnSpPr>
            <p:spPr>
              <a:xfrm flipH="1">
                <a:off x="7151400" y="3600000"/>
                <a:ext cx="48600" cy="13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3" name="直線コネクタ 105692">
                <a:extLst>
                  <a:ext uri="{FF2B5EF4-FFF2-40B4-BE49-F238E27FC236}">
                    <a16:creationId xmlns:a16="http://schemas.microsoft.com/office/drawing/2014/main" id="{59D2A666-30E0-435A-9569-9C9051EDAF23}"/>
                  </a:ext>
                </a:extLst>
              </p:cNvPr>
              <p:cNvCxnSpPr/>
              <p:nvPr/>
            </p:nvCxnSpPr>
            <p:spPr>
              <a:xfrm flipH="1">
                <a:off x="7146000" y="3600000"/>
                <a:ext cx="54000" cy="135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4" name="直線コネクタ 105693">
                <a:extLst>
                  <a:ext uri="{FF2B5EF4-FFF2-40B4-BE49-F238E27FC236}">
                    <a16:creationId xmlns:a16="http://schemas.microsoft.com/office/drawing/2014/main" id="{07D3C1B7-40D2-4F03-A7AC-7542659285FB}"/>
                  </a:ext>
                </a:extLst>
              </p:cNvPr>
              <p:cNvCxnSpPr/>
              <p:nvPr/>
            </p:nvCxnSpPr>
            <p:spPr>
              <a:xfrm flipH="1">
                <a:off x="7139880" y="3600000"/>
                <a:ext cx="60120" cy="1334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5" name="直線コネクタ 105694">
                <a:extLst>
                  <a:ext uri="{FF2B5EF4-FFF2-40B4-BE49-F238E27FC236}">
                    <a16:creationId xmlns:a16="http://schemas.microsoft.com/office/drawing/2014/main" id="{1C97F291-EE25-4C00-A98C-167920C210ED}"/>
                  </a:ext>
                </a:extLst>
              </p:cNvPr>
              <p:cNvCxnSpPr/>
              <p:nvPr/>
            </p:nvCxnSpPr>
            <p:spPr>
              <a:xfrm flipH="1">
                <a:off x="7137360" y="3600000"/>
                <a:ext cx="62640" cy="131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6" name="直線コネクタ 105695">
                <a:extLst>
                  <a:ext uri="{FF2B5EF4-FFF2-40B4-BE49-F238E27FC236}">
                    <a16:creationId xmlns:a16="http://schemas.microsoft.com/office/drawing/2014/main" id="{A0B04705-B9BF-49D8-9F8E-69CE9B172EA9}"/>
                  </a:ext>
                </a:extLst>
              </p:cNvPr>
              <p:cNvCxnSpPr/>
              <p:nvPr/>
            </p:nvCxnSpPr>
            <p:spPr>
              <a:xfrm flipH="1">
                <a:off x="7130880" y="3600000"/>
                <a:ext cx="69120" cy="1301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7" name="直線コネクタ 105696">
                <a:extLst>
                  <a:ext uri="{FF2B5EF4-FFF2-40B4-BE49-F238E27FC236}">
                    <a16:creationId xmlns:a16="http://schemas.microsoft.com/office/drawing/2014/main" id="{78049A9B-98C1-46AB-98A3-F25A162D25B9}"/>
                  </a:ext>
                </a:extLst>
              </p:cNvPr>
              <p:cNvCxnSpPr/>
              <p:nvPr/>
            </p:nvCxnSpPr>
            <p:spPr>
              <a:xfrm flipH="1">
                <a:off x="7127640" y="3600000"/>
                <a:ext cx="72360" cy="128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8" name="直線コネクタ 105697">
                <a:extLst>
                  <a:ext uri="{FF2B5EF4-FFF2-40B4-BE49-F238E27FC236}">
                    <a16:creationId xmlns:a16="http://schemas.microsoft.com/office/drawing/2014/main" id="{07DA537A-7FDB-4FAA-BFA7-107C388F5E3E}"/>
                  </a:ext>
                </a:extLst>
              </p:cNvPr>
              <p:cNvCxnSpPr/>
              <p:nvPr/>
            </p:nvCxnSpPr>
            <p:spPr>
              <a:xfrm flipH="1">
                <a:off x="7124040" y="3600000"/>
                <a:ext cx="75960" cy="126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99" name="直線コネクタ 105698">
                <a:extLst>
                  <a:ext uri="{FF2B5EF4-FFF2-40B4-BE49-F238E27FC236}">
                    <a16:creationId xmlns:a16="http://schemas.microsoft.com/office/drawing/2014/main" id="{5D5E0805-E441-4617-9BBD-9B3A08782F8D}"/>
                  </a:ext>
                </a:extLst>
              </p:cNvPr>
              <p:cNvCxnSpPr/>
              <p:nvPr/>
            </p:nvCxnSpPr>
            <p:spPr>
              <a:xfrm flipH="1">
                <a:off x="7116840" y="3600000"/>
                <a:ext cx="83160" cy="125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0" name="直線コネクタ 105699">
                <a:extLst>
                  <a:ext uri="{FF2B5EF4-FFF2-40B4-BE49-F238E27FC236}">
                    <a16:creationId xmlns:a16="http://schemas.microsoft.com/office/drawing/2014/main" id="{8F29948E-8F57-42C4-B008-A7875AC8735A}"/>
                  </a:ext>
                </a:extLst>
              </p:cNvPr>
              <p:cNvCxnSpPr/>
              <p:nvPr/>
            </p:nvCxnSpPr>
            <p:spPr>
              <a:xfrm flipH="1">
                <a:off x="7112520" y="3600000"/>
                <a:ext cx="87480" cy="1236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1" name="直線コネクタ 105700">
                <a:extLst>
                  <a:ext uri="{FF2B5EF4-FFF2-40B4-BE49-F238E27FC236}">
                    <a16:creationId xmlns:a16="http://schemas.microsoft.com/office/drawing/2014/main" id="{CBAD9A8F-18FB-403A-80DF-DE9F88875C91}"/>
                  </a:ext>
                </a:extLst>
              </p:cNvPr>
              <p:cNvCxnSpPr/>
              <p:nvPr/>
            </p:nvCxnSpPr>
            <p:spPr>
              <a:xfrm flipH="1">
                <a:off x="7108200" y="3600000"/>
                <a:ext cx="91800" cy="1220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2" name="直線コネクタ 105701">
                <a:extLst>
                  <a:ext uri="{FF2B5EF4-FFF2-40B4-BE49-F238E27FC236}">
                    <a16:creationId xmlns:a16="http://schemas.microsoft.com/office/drawing/2014/main" id="{D16ABE9D-20C5-4776-BC1C-2F04B88D91AF}"/>
                  </a:ext>
                </a:extLst>
              </p:cNvPr>
              <p:cNvCxnSpPr/>
              <p:nvPr/>
            </p:nvCxnSpPr>
            <p:spPr>
              <a:xfrm flipH="1">
                <a:off x="7100280" y="3600000"/>
                <a:ext cx="99720" cy="1204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3" name="直線コネクタ 105702">
                <a:extLst>
                  <a:ext uri="{FF2B5EF4-FFF2-40B4-BE49-F238E27FC236}">
                    <a16:creationId xmlns:a16="http://schemas.microsoft.com/office/drawing/2014/main" id="{2311EC54-484C-4EF5-9672-17B1802FCDB8}"/>
                  </a:ext>
                </a:extLst>
              </p:cNvPr>
              <p:cNvCxnSpPr/>
              <p:nvPr/>
            </p:nvCxnSpPr>
            <p:spPr>
              <a:xfrm flipH="1">
                <a:off x="7095240" y="3600000"/>
                <a:ext cx="104760" cy="11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4" name="直線コネクタ 105703">
                <a:extLst>
                  <a:ext uri="{FF2B5EF4-FFF2-40B4-BE49-F238E27FC236}">
                    <a16:creationId xmlns:a16="http://schemas.microsoft.com/office/drawing/2014/main" id="{A40DDA23-69BB-4E81-ADE4-A1E770868A76}"/>
                  </a:ext>
                </a:extLst>
              </p:cNvPr>
              <p:cNvCxnSpPr/>
              <p:nvPr/>
            </p:nvCxnSpPr>
            <p:spPr>
              <a:xfrm flipH="1">
                <a:off x="7090200" y="3600000"/>
                <a:ext cx="109800" cy="1172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5" name="直線コネクタ 105704">
                <a:extLst>
                  <a:ext uri="{FF2B5EF4-FFF2-40B4-BE49-F238E27FC236}">
                    <a16:creationId xmlns:a16="http://schemas.microsoft.com/office/drawing/2014/main" id="{F6B5744E-BE61-42A2-89C5-DEC6597DA4FE}"/>
                  </a:ext>
                </a:extLst>
              </p:cNvPr>
              <p:cNvCxnSpPr/>
              <p:nvPr/>
            </p:nvCxnSpPr>
            <p:spPr>
              <a:xfrm flipH="1">
                <a:off x="7081200" y="3600000"/>
                <a:ext cx="118800" cy="1158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6" name="直線コネクタ 105705">
                <a:extLst>
                  <a:ext uri="{FF2B5EF4-FFF2-40B4-BE49-F238E27FC236}">
                    <a16:creationId xmlns:a16="http://schemas.microsoft.com/office/drawing/2014/main" id="{5C31F312-34F2-4C67-9E5C-A9D087D1692F}"/>
                  </a:ext>
                </a:extLst>
              </p:cNvPr>
              <p:cNvCxnSpPr/>
              <p:nvPr/>
            </p:nvCxnSpPr>
            <p:spPr>
              <a:xfrm flipH="1">
                <a:off x="7075440" y="3600000"/>
                <a:ext cx="124560" cy="1142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7" name="直線コネクタ 105706">
                <a:extLst>
                  <a:ext uri="{FF2B5EF4-FFF2-40B4-BE49-F238E27FC236}">
                    <a16:creationId xmlns:a16="http://schemas.microsoft.com/office/drawing/2014/main" id="{428D24D1-6A3B-469C-8BDD-599E331C7906}"/>
                  </a:ext>
                </a:extLst>
              </p:cNvPr>
              <p:cNvCxnSpPr/>
              <p:nvPr/>
            </p:nvCxnSpPr>
            <p:spPr>
              <a:xfrm flipH="1">
                <a:off x="7069320" y="3600000"/>
                <a:ext cx="130680" cy="112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8" name="直線コネクタ 105707">
                <a:extLst>
                  <a:ext uri="{FF2B5EF4-FFF2-40B4-BE49-F238E27FC236}">
                    <a16:creationId xmlns:a16="http://schemas.microsoft.com/office/drawing/2014/main" id="{F873705D-3D81-407B-A89E-374D475D5573}"/>
                  </a:ext>
                </a:extLst>
              </p:cNvPr>
              <p:cNvCxnSpPr/>
              <p:nvPr/>
            </p:nvCxnSpPr>
            <p:spPr>
              <a:xfrm flipH="1">
                <a:off x="7063200" y="3600000"/>
                <a:ext cx="136800" cy="1110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09" name="直線コネクタ 105708">
                <a:extLst>
                  <a:ext uri="{FF2B5EF4-FFF2-40B4-BE49-F238E27FC236}">
                    <a16:creationId xmlns:a16="http://schemas.microsoft.com/office/drawing/2014/main" id="{5924F691-6E43-432F-A769-E21AC2160211}"/>
                  </a:ext>
                </a:extLst>
              </p:cNvPr>
              <p:cNvCxnSpPr/>
              <p:nvPr/>
            </p:nvCxnSpPr>
            <p:spPr>
              <a:xfrm flipH="1">
                <a:off x="7056720" y="3600000"/>
                <a:ext cx="143280" cy="109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0" name="直線コネクタ 105709">
                <a:extLst>
                  <a:ext uri="{FF2B5EF4-FFF2-40B4-BE49-F238E27FC236}">
                    <a16:creationId xmlns:a16="http://schemas.microsoft.com/office/drawing/2014/main" id="{0B884C66-FA33-4CD6-B6B8-3F70C9334E5D}"/>
                  </a:ext>
                </a:extLst>
              </p:cNvPr>
              <p:cNvCxnSpPr/>
              <p:nvPr/>
            </p:nvCxnSpPr>
            <p:spPr>
              <a:xfrm flipH="1">
                <a:off x="7049880" y="3600000"/>
                <a:ext cx="150120" cy="1080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1" name="直線コネクタ 105710">
                <a:extLst>
                  <a:ext uri="{FF2B5EF4-FFF2-40B4-BE49-F238E27FC236}">
                    <a16:creationId xmlns:a16="http://schemas.microsoft.com/office/drawing/2014/main" id="{7F74D236-0D79-4907-AC43-F873CB3F1B6A}"/>
                  </a:ext>
                </a:extLst>
              </p:cNvPr>
              <p:cNvCxnSpPr/>
              <p:nvPr/>
            </p:nvCxnSpPr>
            <p:spPr>
              <a:xfrm flipH="1">
                <a:off x="7042680" y="3600000"/>
                <a:ext cx="157320" cy="1065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2" name="直線コネクタ 105711">
                <a:extLst>
                  <a:ext uri="{FF2B5EF4-FFF2-40B4-BE49-F238E27FC236}">
                    <a16:creationId xmlns:a16="http://schemas.microsoft.com/office/drawing/2014/main" id="{60DAA8B0-0E61-46AA-B048-5A1ACA4FEB72}"/>
                  </a:ext>
                </a:extLst>
              </p:cNvPr>
              <p:cNvCxnSpPr/>
              <p:nvPr/>
            </p:nvCxnSpPr>
            <p:spPr>
              <a:xfrm flipH="1">
                <a:off x="7038360" y="3600000"/>
                <a:ext cx="161640" cy="1048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3" name="直線コネクタ 105712">
                <a:extLst>
                  <a:ext uri="{FF2B5EF4-FFF2-40B4-BE49-F238E27FC236}">
                    <a16:creationId xmlns:a16="http://schemas.microsoft.com/office/drawing/2014/main" id="{BCB382AA-484B-4C03-9BA0-438249877CAE}"/>
                  </a:ext>
                </a:extLst>
              </p:cNvPr>
              <p:cNvCxnSpPr/>
              <p:nvPr/>
            </p:nvCxnSpPr>
            <p:spPr>
              <a:xfrm flipH="1">
                <a:off x="7030800" y="3600000"/>
                <a:ext cx="169200" cy="103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4" name="直線コネクタ 105713">
                <a:extLst>
                  <a:ext uri="{FF2B5EF4-FFF2-40B4-BE49-F238E27FC236}">
                    <a16:creationId xmlns:a16="http://schemas.microsoft.com/office/drawing/2014/main" id="{E7F1DE50-4DD7-4624-AA80-1A6381E89B6B}"/>
                  </a:ext>
                </a:extLst>
              </p:cNvPr>
              <p:cNvCxnSpPr/>
              <p:nvPr/>
            </p:nvCxnSpPr>
            <p:spPr>
              <a:xfrm flipH="1">
                <a:off x="7022880" y="3600000"/>
                <a:ext cx="177120" cy="101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5" name="直線コネクタ 105714">
                <a:extLst>
                  <a:ext uri="{FF2B5EF4-FFF2-40B4-BE49-F238E27FC236}">
                    <a16:creationId xmlns:a16="http://schemas.microsoft.com/office/drawing/2014/main" id="{EDB10020-1762-4171-9C4C-0FFB307B3476}"/>
                  </a:ext>
                </a:extLst>
              </p:cNvPr>
              <p:cNvCxnSpPr/>
              <p:nvPr/>
            </p:nvCxnSpPr>
            <p:spPr>
              <a:xfrm flipH="1">
                <a:off x="7017840" y="3600000"/>
                <a:ext cx="182160" cy="1001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6" name="直線コネクタ 105715">
                <a:extLst>
                  <a:ext uri="{FF2B5EF4-FFF2-40B4-BE49-F238E27FC236}">
                    <a16:creationId xmlns:a16="http://schemas.microsoft.com/office/drawing/2014/main" id="{7FED84BA-5782-40E1-A4CB-13BDAE423BB1}"/>
                  </a:ext>
                </a:extLst>
              </p:cNvPr>
              <p:cNvCxnSpPr/>
              <p:nvPr/>
            </p:nvCxnSpPr>
            <p:spPr>
              <a:xfrm flipH="1">
                <a:off x="7009560" y="3600000"/>
                <a:ext cx="190440" cy="9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7" name="直線コネクタ 105716">
                <a:extLst>
                  <a:ext uri="{FF2B5EF4-FFF2-40B4-BE49-F238E27FC236}">
                    <a16:creationId xmlns:a16="http://schemas.microsoft.com/office/drawing/2014/main" id="{2B1B8F68-0AEA-4CF6-9905-FABE8F786D01}"/>
                  </a:ext>
                </a:extLst>
              </p:cNvPr>
              <p:cNvCxnSpPr/>
              <p:nvPr/>
            </p:nvCxnSpPr>
            <p:spPr>
              <a:xfrm flipH="1">
                <a:off x="7000920" y="3600000"/>
                <a:ext cx="199080" cy="9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8" name="直線コネクタ 105717">
                <a:extLst>
                  <a:ext uri="{FF2B5EF4-FFF2-40B4-BE49-F238E27FC236}">
                    <a16:creationId xmlns:a16="http://schemas.microsoft.com/office/drawing/2014/main" id="{C0D4AB00-78E9-4732-87DB-70A3491D2591}"/>
                  </a:ext>
                </a:extLst>
              </p:cNvPr>
              <p:cNvCxnSpPr/>
              <p:nvPr/>
            </p:nvCxnSpPr>
            <p:spPr>
              <a:xfrm flipH="1">
                <a:off x="6994800" y="3600000"/>
                <a:ext cx="205200" cy="9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19" name="直線コネクタ 105718">
                <a:extLst>
                  <a:ext uri="{FF2B5EF4-FFF2-40B4-BE49-F238E27FC236}">
                    <a16:creationId xmlns:a16="http://schemas.microsoft.com/office/drawing/2014/main" id="{1ED49AE1-96F3-441E-A959-CB6E56A554B2}"/>
                  </a:ext>
                </a:extLst>
              </p:cNvPr>
              <p:cNvCxnSpPr/>
              <p:nvPr/>
            </p:nvCxnSpPr>
            <p:spPr>
              <a:xfrm flipH="1">
                <a:off x="6985440" y="3600000"/>
                <a:ext cx="214560" cy="94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0" name="直線コネクタ 105719">
                <a:extLst>
                  <a:ext uri="{FF2B5EF4-FFF2-40B4-BE49-F238E27FC236}">
                    <a16:creationId xmlns:a16="http://schemas.microsoft.com/office/drawing/2014/main" id="{33CD86E4-75ED-40F8-92FD-E6C1AE1D50A6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1" name="直線コネクタ 105720">
                <a:extLst>
                  <a:ext uri="{FF2B5EF4-FFF2-40B4-BE49-F238E27FC236}">
                    <a16:creationId xmlns:a16="http://schemas.microsoft.com/office/drawing/2014/main" id="{46BAF980-A067-4F2F-9360-C8A6E5F030DB}"/>
                  </a:ext>
                </a:extLst>
              </p:cNvPr>
              <p:cNvCxnSpPr/>
              <p:nvPr/>
            </p:nvCxnSpPr>
            <p:spPr>
              <a:xfrm flipH="1">
                <a:off x="6969240" y="3600000"/>
                <a:ext cx="230760" cy="912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2" name="直線コネクタ 105721">
                <a:extLst>
                  <a:ext uri="{FF2B5EF4-FFF2-40B4-BE49-F238E27FC236}">
                    <a16:creationId xmlns:a16="http://schemas.microsoft.com/office/drawing/2014/main" id="{F0EECB49-F24C-4EEB-8C83-BFBE1F6881E6}"/>
                  </a:ext>
                </a:extLst>
              </p:cNvPr>
              <p:cNvCxnSpPr/>
              <p:nvPr/>
            </p:nvCxnSpPr>
            <p:spPr>
              <a:xfrm flipH="1">
                <a:off x="6959160" y="3600000"/>
                <a:ext cx="240840" cy="89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3" name="直線コネクタ 105722">
                <a:extLst>
                  <a:ext uri="{FF2B5EF4-FFF2-40B4-BE49-F238E27FC236}">
                    <a16:creationId xmlns:a16="http://schemas.microsoft.com/office/drawing/2014/main" id="{A35889ED-B42D-4B92-B693-B1C22B64428F}"/>
                  </a:ext>
                </a:extLst>
              </p:cNvPr>
              <p:cNvCxnSpPr/>
              <p:nvPr/>
            </p:nvCxnSpPr>
            <p:spPr>
              <a:xfrm flipH="1">
                <a:off x="6951960" y="3600000"/>
                <a:ext cx="248040" cy="88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4" name="直線コネクタ 105723">
                <a:extLst>
                  <a:ext uri="{FF2B5EF4-FFF2-40B4-BE49-F238E27FC236}">
                    <a16:creationId xmlns:a16="http://schemas.microsoft.com/office/drawing/2014/main" id="{3828CC35-B5B3-44EA-AC3A-8D860ABD5994}"/>
                  </a:ext>
                </a:extLst>
              </p:cNvPr>
              <p:cNvCxnSpPr/>
              <p:nvPr/>
            </p:nvCxnSpPr>
            <p:spPr>
              <a:xfrm flipH="1">
                <a:off x="6944400" y="3600000"/>
                <a:ext cx="255600" cy="867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5" name="直線コネクタ 105724">
                <a:extLst>
                  <a:ext uri="{FF2B5EF4-FFF2-40B4-BE49-F238E27FC236}">
                    <a16:creationId xmlns:a16="http://schemas.microsoft.com/office/drawing/2014/main" id="{D11C37FF-8D48-4E4D-AD03-EA5BEE21F597}"/>
                  </a:ext>
                </a:extLst>
              </p:cNvPr>
              <p:cNvCxnSpPr/>
              <p:nvPr/>
            </p:nvCxnSpPr>
            <p:spPr>
              <a:xfrm flipH="1">
                <a:off x="6936120" y="3600000"/>
                <a:ext cx="263880" cy="85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6" name="直線コネクタ 105725">
                <a:extLst>
                  <a:ext uri="{FF2B5EF4-FFF2-40B4-BE49-F238E27FC236}">
                    <a16:creationId xmlns:a16="http://schemas.microsoft.com/office/drawing/2014/main" id="{A69AEC24-AD67-4D25-A33F-2F344D48E7D6}"/>
                  </a:ext>
                </a:extLst>
              </p:cNvPr>
              <p:cNvCxnSpPr/>
              <p:nvPr/>
            </p:nvCxnSpPr>
            <p:spPr>
              <a:xfrm flipH="1">
                <a:off x="6925320" y="3600000"/>
                <a:ext cx="274680" cy="83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7" name="直線コネクタ 105726">
                <a:extLst>
                  <a:ext uri="{FF2B5EF4-FFF2-40B4-BE49-F238E27FC236}">
                    <a16:creationId xmlns:a16="http://schemas.microsoft.com/office/drawing/2014/main" id="{4C03C29C-EF7C-4142-83A1-FA248186B875}"/>
                  </a:ext>
                </a:extLst>
              </p:cNvPr>
              <p:cNvCxnSpPr/>
              <p:nvPr/>
            </p:nvCxnSpPr>
            <p:spPr>
              <a:xfrm flipH="1">
                <a:off x="6916680" y="3600000"/>
                <a:ext cx="283320" cy="82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8" name="直線コネクタ 105727">
                <a:extLst>
                  <a:ext uri="{FF2B5EF4-FFF2-40B4-BE49-F238E27FC236}">
                    <a16:creationId xmlns:a16="http://schemas.microsoft.com/office/drawing/2014/main" id="{DAEF9405-36DB-4CAD-B2FF-6C9CCB94C563}"/>
                  </a:ext>
                </a:extLst>
              </p:cNvPr>
              <p:cNvCxnSpPr/>
              <p:nvPr/>
            </p:nvCxnSpPr>
            <p:spPr>
              <a:xfrm flipH="1">
                <a:off x="6907680" y="3600000"/>
                <a:ext cx="292320" cy="80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29" name="直線コネクタ 105728">
                <a:extLst>
                  <a:ext uri="{FF2B5EF4-FFF2-40B4-BE49-F238E27FC236}">
                    <a16:creationId xmlns:a16="http://schemas.microsoft.com/office/drawing/2014/main" id="{0C44C5FE-9D1F-4C6A-A4AE-7ADBF3D2362F}"/>
                  </a:ext>
                </a:extLst>
              </p:cNvPr>
              <p:cNvCxnSpPr/>
              <p:nvPr/>
            </p:nvCxnSpPr>
            <p:spPr>
              <a:xfrm flipH="1">
                <a:off x="6895800" y="3600000"/>
                <a:ext cx="304200" cy="794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0" name="直線コネクタ 105729">
                <a:extLst>
                  <a:ext uri="{FF2B5EF4-FFF2-40B4-BE49-F238E27FC236}">
                    <a16:creationId xmlns:a16="http://schemas.microsoft.com/office/drawing/2014/main" id="{52A1FB72-39FD-4245-AC25-3F96D2CB8FB2}"/>
                  </a:ext>
                </a:extLst>
              </p:cNvPr>
              <p:cNvCxnSpPr/>
              <p:nvPr/>
            </p:nvCxnSpPr>
            <p:spPr>
              <a:xfrm flipH="1">
                <a:off x="6886440" y="3600000"/>
                <a:ext cx="313560" cy="77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1" name="直線コネクタ 105730">
                <a:extLst>
                  <a:ext uri="{FF2B5EF4-FFF2-40B4-BE49-F238E27FC236}">
                    <a16:creationId xmlns:a16="http://schemas.microsoft.com/office/drawing/2014/main" id="{11460244-7143-488A-8BF4-7F67A1C6D490}"/>
                  </a:ext>
                </a:extLst>
              </p:cNvPr>
              <p:cNvCxnSpPr/>
              <p:nvPr/>
            </p:nvCxnSpPr>
            <p:spPr>
              <a:xfrm flipH="1">
                <a:off x="6876720" y="3600000"/>
                <a:ext cx="323280" cy="765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2" name="直線コネクタ 105731">
                <a:extLst>
                  <a:ext uri="{FF2B5EF4-FFF2-40B4-BE49-F238E27FC236}">
                    <a16:creationId xmlns:a16="http://schemas.microsoft.com/office/drawing/2014/main" id="{227E2675-802B-4552-A008-BFFAAAAEA6BC}"/>
                  </a:ext>
                </a:extLst>
              </p:cNvPr>
              <p:cNvCxnSpPr/>
              <p:nvPr/>
            </p:nvCxnSpPr>
            <p:spPr>
              <a:xfrm flipH="1">
                <a:off x="6866640" y="3600000"/>
                <a:ext cx="333360" cy="75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3" name="直線コネクタ 105732">
                <a:extLst>
                  <a:ext uri="{FF2B5EF4-FFF2-40B4-BE49-F238E27FC236}">
                    <a16:creationId xmlns:a16="http://schemas.microsoft.com/office/drawing/2014/main" id="{34A18BC2-E940-40A1-8AA4-CA7E5001D4E1}"/>
                  </a:ext>
                </a:extLst>
              </p:cNvPr>
              <p:cNvCxnSpPr/>
              <p:nvPr/>
            </p:nvCxnSpPr>
            <p:spPr>
              <a:xfrm flipH="1">
                <a:off x="6856200" y="3600000"/>
                <a:ext cx="343800" cy="735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4" name="直線コネクタ 105733">
                <a:extLst>
                  <a:ext uri="{FF2B5EF4-FFF2-40B4-BE49-F238E27FC236}">
                    <a16:creationId xmlns:a16="http://schemas.microsoft.com/office/drawing/2014/main" id="{F6F6D474-DCF5-4E5F-9C72-0C6B9447EBC3}"/>
                  </a:ext>
                </a:extLst>
              </p:cNvPr>
              <p:cNvCxnSpPr/>
              <p:nvPr/>
            </p:nvCxnSpPr>
            <p:spPr>
              <a:xfrm flipH="1">
                <a:off x="6845400" y="3600000"/>
                <a:ext cx="354600" cy="72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5" name="直線コネクタ 105734">
                <a:extLst>
                  <a:ext uri="{FF2B5EF4-FFF2-40B4-BE49-F238E27FC236}">
                    <a16:creationId xmlns:a16="http://schemas.microsoft.com/office/drawing/2014/main" id="{0718DA2C-51E6-44F7-A70F-953C6FA1EF4C}"/>
                  </a:ext>
                </a:extLst>
              </p:cNvPr>
              <p:cNvCxnSpPr/>
              <p:nvPr/>
            </p:nvCxnSpPr>
            <p:spPr>
              <a:xfrm flipH="1">
                <a:off x="6834240" y="3600000"/>
                <a:ext cx="365760" cy="70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6" name="直線コネクタ 105735">
                <a:extLst>
                  <a:ext uri="{FF2B5EF4-FFF2-40B4-BE49-F238E27FC236}">
                    <a16:creationId xmlns:a16="http://schemas.microsoft.com/office/drawing/2014/main" id="{CB5936BF-A710-479C-B070-F4D44BED12EA}"/>
                  </a:ext>
                </a:extLst>
              </p:cNvPr>
              <p:cNvCxnSpPr/>
              <p:nvPr/>
            </p:nvCxnSpPr>
            <p:spPr>
              <a:xfrm flipH="1">
                <a:off x="6823080" y="3600000"/>
                <a:ext cx="376920" cy="69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7" name="直線コネクタ 105736">
                <a:extLst>
                  <a:ext uri="{FF2B5EF4-FFF2-40B4-BE49-F238E27FC236}">
                    <a16:creationId xmlns:a16="http://schemas.microsoft.com/office/drawing/2014/main" id="{DA0ED755-7D8A-4DBE-9BF9-0BE7562A99A8}"/>
                  </a:ext>
                </a:extLst>
              </p:cNvPr>
              <p:cNvCxnSpPr/>
              <p:nvPr/>
            </p:nvCxnSpPr>
            <p:spPr>
              <a:xfrm flipH="1">
                <a:off x="6811560" y="3600000"/>
                <a:ext cx="388440" cy="67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8" name="直線コネクタ 105737">
                <a:extLst>
                  <a:ext uri="{FF2B5EF4-FFF2-40B4-BE49-F238E27FC236}">
                    <a16:creationId xmlns:a16="http://schemas.microsoft.com/office/drawing/2014/main" id="{AA639BE3-6DAB-4A7B-841C-22BB8F7BF848}"/>
                  </a:ext>
                </a:extLst>
              </p:cNvPr>
              <p:cNvCxnSpPr/>
              <p:nvPr/>
            </p:nvCxnSpPr>
            <p:spPr>
              <a:xfrm flipH="1">
                <a:off x="6984360" y="3600000"/>
                <a:ext cx="215640" cy="94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39" name="直線コネクタ 105738">
                <a:extLst>
                  <a:ext uri="{FF2B5EF4-FFF2-40B4-BE49-F238E27FC236}">
                    <a16:creationId xmlns:a16="http://schemas.microsoft.com/office/drawing/2014/main" id="{A71356B3-88E4-4450-8697-F6D677D9A0B8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4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0" name="直線コネクタ 105739">
                <a:extLst>
                  <a:ext uri="{FF2B5EF4-FFF2-40B4-BE49-F238E27FC236}">
                    <a16:creationId xmlns:a16="http://schemas.microsoft.com/office/drawing/2014/main" id="{DFF0B46D-74AF-4EB0-BBFF-95AF289FEA35}"/>
                  </a:ext>
                </a:extLst>
              </p:cNvPr>
              <p:cNvCxnSpPr/>
              <p:nvPr/>
            </p:nvCxnSpPr>
            <p:spPr>
              <a:xfrm flipH="1">
                <a:off x="6967440" y="3600000"/>
                <a:ext cx="232560" cy="90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1" name="直線コネクタ 105740">
                <a:extLst>
                  <a:ext uri="{FF2B5EF4-FFF2-40B4-BE49-F238E27FC236}">
                    <a16:creationId xmlns:a16="http://schemas.microsoft.com/office/drawing/2014/main" id="{7565FF30-A41D-4F4D-A313-F0079ED2A590}"/>
                  </a:ext>
                </a:extLst>
              </p:cNvPr>
              <p:cNvCxnSpPr/>
              <p:nvPr/>
            </p:nvCxnSpPr>
            <p:spPr>
              <a:xfrm flipH="1">
                <a:off x="6958800" y="3600000"/>
                <a:ext cx="241200" cy="89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2" name="直線コネクタ 105741">
                <a:extLst>
                  <a:ext uri="{FF2B5EF4-FFF2-40B4-BE49-F238E27FC236}">
                    <a16:creationId xmlns:a16="http://schemas.microsoft.com/office/drawing/2014/main" id="{06495845-A752-415D-BF53-71EB3DA476A6}"/>
                  </a:ext>
                </a:extLst>
              </p:cNvPr>
              <p:cNvCxnSpPr/>
              <p:nvPr/>
            </p:nvCxnSpPr>
            <p:spPr>
              <a:xfrm flipH="1">
                <a:off x="6949800" y="3600000"/>
                <a:ext cx="250200" cy="87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3" name="直線コネクタ 105742">
                <a:extLst>
                  <a:ext uri="{FF2B5EF4-FFF2-40B4-BE49-F238E27FC236}">
                    <a16:creationId xmlns:a16="http://schemas.microsoft.com/office/drawing/2014/main" id="{B8CCBC39-6D5F-4813-A750-E6761CA809F3}"/>
                  </a:ext>
                </a:extLst>
              </p:cNvPr>
              <p:cNvCxnSpPr/>
              <p:nvPr/>
            </p:nvCxnSpPr>
            <p:spPr>
              <a:xfrm flipH="1">
                <a:off x="6940440" y="3600000"/>
                <a:ext cx="259560" cy="86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4" name="直線コネクタ 105743">
                <a:extLst>
                  <a:ext uri="{FF2B5EF4-FFF2-40B4-BE49-F238E27FC236}">
                    <a16:creationId xmlns:a16="http://schemas.microsoft.com/office/drawing/2014/main" id="{173B1E8F-6A5C-4D98-9BE8-BEC9C627A66B}"/>
                  </a:ext>
                </a:extLst>
              </p:cNvPr>
              <p:cNvCxnSpPr/>
              <p:nvPr/>
            </p:nvCxnSpPr>
            <p:spPr>
              <a:xfrm flipH="1">
                <a:off x="6931080" y="3600000"/>
                <a:ext cx="268920" cy="84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5" name="直線コネクタ 105744">
                <a:extLst>
                  <a:ext uri="{FF2B5EF4-FFF2-40B4-BE49-F238E27FC236}">
                    <a16:creationId xmlns:a16="http://schemas.microsoft.com/office/drawing/2014/main" id="{6D2507AB-6202-48F0-B7CE-52C995A383E0}"/>
                  </a:ext>
                </a:extLst>
              </p:cNvPr>
              <p:cNvCxnSpPr/>
              <p:nvPr/>
            </p:nvCxnSpPr>
            <p:spPr>
              <a:xfrm flipH="1">
                <a:off x="6921360" y="3600000"/>
                <a:ext cx="278640" cy="831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6" name="直線コネクタ 105745">
                <a:extLst>
                  <a:ext uri="{FF2B5EF4-FFF2-40B4-BE49-F238E27FC236}">
                    <a16:creationId xmlns:a16="http://schemas.microsoft.com/office/drawing/2014/main" id="{D2F9A058-818F-4ECE-8557-DDE420BEB01D}"/>
                  </a:ext>
                </a:extLst>
              </p:cNvPr>
              <p:cNvCxnSpPr/>
              <p:nvPr/>
            </p:nvCxnSpPr>
            <p:spPr>
              <a:xfrm flipH="1">
                <a:off x="6911280" y="3600000"/>
                <a:ext cx="288720" cy="81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7" name="直線コネクタ 105746">
                <a:extLst>
                  <a:ext uri="{FF2B5EF4-FFF2-40B4-BE49-F238E27FC236}">
                    <a16:creationId xmlns:a16="http://schemas.microsoft.com/office/drawing/2014/main" id="{4178C150-4BFE-4164-96D4-240609411DEC}"/>
                  </a:ext>
                </a:extLst>
              </p:cNvPr>
              <p:cNvCxnSpPr/>
              <p:nvPr/>
            </p:nvCxnSpPr>
            <p:spPr>
              <a:xfrm flipH="1">
                <a:off x="6900840" y="3600000"/>
                <a:ext cx="299160" cy="802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8" name="直線コネクタ 105747">
                <a:extLst>
                  <a:ext uri="{FF2B5EF4-FFF2-40B4-BE49-F238E27FC236}">
                    <a16:creationId xmlns:a16="http://schemas.microsoft.com/office/drawing/2014/main" id="{870DE22D-E1B9-47DC-B43A-1BBA2949736F}"/>
                  </a:ext>
                </a:extLst>
              </p:cNvPr>
              <p:cNvCxnSpPr/>
              <p:nvPr/>
            </p:nvCxnSpPr>
            <p:spPr>
              <a:xfrm flipH="1">
                <a:off x="6893640" y="3600000"/>
                <a:ext cx="306360" cy="78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49" name="直線コネクタ 105748">
                <a:extLst>
                  <a:ext uri="{FF2B5EF4-FFF2-40B4-BE49-F238E27FC236}">
                    <a16:creationId xmlns:a16="http://schemas.microsoft.com/office/drawing/2014/main" id="{6CF75AD4-F5B4-48AF-AE7D-E37121D29DF8}"/>
                  </a:ext>
                </a:extLst>
              </p:cNvPr>
              <p:cNvCxnSpPr/>
              <p:nvPr/>
            </p:nvCxnSpPr>
            <p:spPr>
              <a:xfrm flipH="1">
                <a:off x="6883200" y="3600000"/>
                <a:ext cx="316800" cy="77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0" name="直線コネクタ 105749">
                <a:extLst>
                  <a:ext uri="{FF2B5EF4-FFF2-40B4-BE49-F238E27FC236}">
                    <a16:creationId xmlns:a16="http://schemas.microsoft.com/office/drawing/2014/main" id="{4430A606-4788-4AD4-9F34-A42C0EE2A2B3}"/>
                  </a:ext>
                </a:extLst>
              </p:cNvPr>
              <p:cNvCxnSpPr/>
              <p:nvPr/>
            </p:nvCxnSpPr>
            <p:spPr>
              <a:xfrm flipH="1">
                <a:off x="6872040" y="3600000"/>
                <a:ext cx="327960" cy="758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1" name="直線コネクタ 105750">
                <a:extLst>
                  <a:ext uri="{FF2B5EF4-FFF2-40B4-BE49-F238E27FC236}">
                    <a16:creationId xmlns:a16="http://schemas.microsoft.com/office/drawing/2014/main" id="{B9BA993B-9590-4244-84EE-162710BA2C02}"/>
                  </a:ext>
                </a:extLst>
              </p:cNvPr>
              <p:cNvCxnSpPr/>
              <p:nvPr/>
            </p:nvCxnSpPr>
            <p:spPr>
              <a:xfrm flipH="1">
                <a:off x="6864120" y="3600000"/>
                <a:ext cx="335880" cy="743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2" name="直線コネクタ 105751">
                <a:extLst>
                  <a:ext uri="{FF2B5EF4-FFF2-40B4-BE49-F238E27FC236}">
                    <a16:creationId xmlns:a16="http://schemas.microsoft.com/office/drawing/2014/main" id="{7C7E2D52-7624-4948-940A-02E32B9F7724}"/>
                  </a:ext>
                </a:extLst>
              </p:cNvPr>
              <p:cNvCxnSpPr/>
              <p:nvPr/>
            </p:nvCxnSpPr>
            <p:spPr>
              <a:xfrm flipH="1">
                <a:off x="6852960" y="3600000"/>
                <a:ext cx="347040" cy="730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3" name="直線コネクタ 105752">
                <a:extLst>
                  <a:ext uri="{FF2B5EF4-FFF2-40B4-BE49-F238E27FC236}">
                    <a16:creationId xmlns:a16="http://schemas.microsoft.com/office/drawing/2014/main" id="{79959D94-EFB0-4B19-923C-BD6E5AFA7082}"/>
                  </a:ext>
                </a:extLst>
              </p:cNvPr>
              <p:cNvCxnSpPr/>
              <p:nvPr/>
            </p:nvCxnSpPr>
            <p:spPr>
              <a:xfrm flipH="1">
                <a:off x="6841440" y="3600000"/>
                <a:ext cx="358560" cy="71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4" name="直線コネクタ 105753">
                <a:extLst>
                  <a:ext uri="{FF2B5EF4-FFF2-40B4-BE49-F238E27FC236}">
                    <a16:creationId xmlns:a16="http://schemas.microsoft.com/office/drawing/2014/main" id="{E5F8E210-884E-4F49-BCC8-3ED0B5A42482}"/>
                  </a:ext>
                </a:extLst>
              </p:cNvPr>
              <p:cNvCxnSpPr/>
              <p:nvPr/>
            </p:nvCxnSpPr>
            <p:spPr>
              <a:xfrm flipH="1">
                <a:off x="6829560" y="3600000"/>
                <a:ext cx="370440" cy="704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5" name="直線コネクタ 105754">
                <a:extLst>
                  <a:ext uri="{FF2B5EF4-FFF2-40B4-BE49-F238E27FC236}">
                    <a16:creationId xmlns:a16="http://schemas.microsoft.com/office/drawing/2014/main" id="{E6233F00-6A90-45D9-8B58-7020E2D670AA}"/>
                  </a:ext>
                </a:extLst>
              </p:cNvPr>
              <p:cNvCxnSpPr/>
              <p:nvPr/>
            </p:nvCxnSpPr>
            <p:spPr>
              <a:xfrm flipH="1">
                <a:off x="6820560" y="3600000"/>
                <a:ext cx="379440" cy="68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6" name="直線コネクタ 105755">
                <a:extLst>
                  <a:ext uri="{FF2B5EF4-FFF2-40B4-BE49-F238E27FC236}">
                    <a16:creationId xmlns:a16="http://schemas.microsoft.com/office/drawing/2014/main" id="{69DAAA93-9133-41E7-9FC4-E3B496ACBEEB}"/>
                  </a:ext>
                </a:extLst>
              </p:cNvPr>
              <p:cNvCxnSpPr/>
              <p:nvPr/>
            </p:nvCxnSpPr>
            <p:spPr>
              <a:xfrm flipH="1">
                <a:off x="6808320" y="3600000"/>
                <a:ext cx="391680" cy="677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7" name="直線コネクタ 105756">
                <a:extLst>
                  <a:ext uri="{FF2B5EF4-FFF2-40B4-BE49-F238E27FC236}">
                    <a16:creationId xmlns:a16="http://schemas.microsoft.com/office/drawing/2014/main" id="{770B7565-C786-4D43-A71B-78F80B0C105F}"/>
                  </a:ext>
                </a:extLst>
              </p:cNvPr>
              <p:cNvCxnSpPr/>
              <p:nvPr/>
            </p:nvCxnSpPr>
            <p:spPr>
              <a:xfrm flipH="1">
                <a:off x="6798960" y="3600000"/>
                <a:ext cx="401040" cy="663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8" name="直線コネクタ 105757">
                <a:extLst>
                  <a:ext uri="{FF2B5EF4-FFF2-40B4-BE49-F238E27FC236}">
                    <a16:creationId xmlns:a16="http://schemas.microsoft.com/office/drawing/2014/main" id="{0A4F757B-CF73-4B68-9CEA-B03B726E477C}"/>
                  </a:ext>
                </a:extLst>
              </p:cNvPr>
              <p:cNvCxnSpPr/>
              <p:nvPr/>
            </p:nvCxnSpPr>
            <p:spPr>
              <a:xfrm flipH="1">
                <a:off x="6789600" y="3600000"/>
                <a:ext cx="410400" cy="64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59" name="直線コネクタ 105758">
                <a:extLst>
                  <a:ext uri="{FF2B5EF4-FFF2-40B4-BE49-F238E27FC236}">
                    <a16:creationId xmlns:a16="http://schemas.microsoft.com/office/drawing/2014/main" id="{B6BB76A0-B149-4D99-ABC1-00568C7989E9}"/>
                  </a:ext>
                </a:extLst>
              </p:cNvPr>
              <p:cNvCxnSpPr/>
              <p:nvPr/>
            </p:nvCxnSpPr>
            <p:spPr>
              <a:xfrm flipH="1">
                <a:off x="6776640" y="3600000"/>
                <a:ext cx="423360" cy="637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0" name="直線コネクタ 105759">
                <a:extLst>
                  <a:ext uri="{FF2B5EF4-FFF2-40B4-BE49-F238E27FC236}">
                    <a16:creationId xmlns:a16="http://schemas.microsoft.com/office/drawing/2014/main" id="{2EDE4C07-BC11-4EC8-8505-554595EE69C9}"/>
                  </a:ext>
                </a:extLst>
              </p:cNvPr>
              <p:cNvCxnSpPr/>
              <p:nvPr/>
            </p:nvCxnSpPr>
            <p:spPr>
              <a:xfrm flipH="1">
                <a:off x="6766560" y="3600000"/>
                <a:ext cx="433440" cy="62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1" name="直線コネクタ 105760">
                <a:extLst>
                  <a:ext uri="{FF2B5EF4-FFF2-40B4-BE49-F238E27FC236}">
                    <a16:creationId xmlns:a16="http://schemas.microsoft.com/office/drawing/2014/main" id="{78FA5BF4-B67C-4E5D-82E7-793FB0FB357A}"/>
                  </a:ext>
                </a:extLst>
              </p:cNvPr>
              <p:cNvCxnSpPr/>
              <p:nvPr/>
            </p:nvCxnSpPr>
            <p:spPr>
              <a:xfrm flipH="1">
                <a:off x="6756480" y="3600000"/>
                <a:ext cx="443520" cy="610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2" name="直線コネクタ 105761">
                <a:extLst>
                  <a:ext uri="{FF2B5EF4-FFF2-40B4-BE49-F238E27FC236}">
                    <a16:creationId xmlns:a16="http://schemas.microsoft.com/office/drawing/2014/main" id="{B6469F86-9FBC-488B-B0BA-4E2657C1D2E8}"/>
                  </a:ext>
                </a:extLst>
              </p:cNvPr>
              <p:cNvCxnSpPr/>
              <p:nvPr/>
            </p:nvCxnSpPr>
            <p:spPr>
              <a:xfrm flipH="1">
                <a:off x="6743160" y="3600000"/>
                <a:ext cx="456840" cy="599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3" name="直線コネクタ 105762">
                <a:extLst>
                  <a:ext uri="{FF2B5EF4-FFF2-40B4-BE49-F238E27FC236}">
                    <a16:creationId xmlns:a16="http://schemas.microsoft.com/office/drawing/2014/main" id="{7E84258B-43AE-4B7F-A978-E1F2359F131B}"/>
                  </a:ext>
                </a:extLst>
              </p:cNvPr>
              <p:cNvCxnSpPr/>
              <p:nvPr/>
            </p:nvCxnSpPr>
            <p:spPr>
              <a:xfrm flipH="1">
                <a:off x="6732360" y="3600000"/>
                <a:ext cx="467640" cy="58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4" name="直線コネクタ 105763">
                <a:extLst>
                  <a:ext uri="{FF2B5EF4-FFF2-40B4-BE49-F238E27FC236}">
                    <a16:creationId xmlns:a16="http://schemas.microsoft.com/office/drawing/2014/main" id="{90DD1C19-3E6A-4314-927B-83F1F56F45C9}"/>
                  </a:ext>
                </a:extLst>
              </p:cNvPr>
              <p:cNvCxnSpPr/>
              <p:nvPr/>
            </p:nvCxnSpPr>
            <p:spPr>
              <a:xfrm flipH="1">
                <a:off x="6721560" y="3600000"/>
                <a:ext cx="478440" cy="57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5" name="直線コネクタ 105764">
                <a:extLst>
                  <a:ext uri="{FF2B5EF4-FFF2-40B4-BE49-F238E27FC236}">
                    <a16:creationId xmlns:a16="http://schemas.microsoft.com/office/drawing/2014/main" id="{6D897C88-390F-4C08-95BD-2517BA3D4DA4}"/>
                  </a:ext>
                </a:extLst>
              </p:cNvPr>
              <p:cNvCxnSpPr/>
              <p:nvPr/>
            </p:nvCxnSpPr>
            <p:spPr>
              <a:xfrm flipH="1">
                <a:off x="6707520" y="3600000"/>
                <a:ext cx="492480" cy="563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6" name="直線コネクタ 105765">
                <a:extLst>
                  <a:ext uri="{FF2B5EF4-FFF2-40B4-BE49-F238E27FC236}">
                    <a16:creationId xmlns:a16="http://schemas.microsoft.com/office/drawing/2014/main" id="{0E4E4563-A622-4472-BF6E-DA169F888C7A}"/>
                  </a:ext>
                </a:extLst>
              </p:cNvPr>
              <p:cNvCxnSpPr/>
              <p:nvPr/>
            </p:nvCxnSpPr>
            <p:spPr>
              <a:xfrm flipH="1">
                <a:off x="6696360" y="3600000"/>
                <a:ext cx="503640" cy="55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7" name="直線コネクタ 105766">
                <a:extLst>
                  <a:ext uri="{FF2B5EF4-FFF2-40B4-BE49-F238E27FC236}">
                    <a16:creationId xmlns:a16="http://schemas.microsoft.com/office/drawing/2014/main" id="{BA77350E-F18F-49CA-B023-8515E34A9A58}"/>
                  </a:ext>
                </a:extLst>
              </p:cNvPr>
              <p:cNvCxnSpPr/>
              <p:nvPr/>
            </p:nvCxnSpPr>
            <p:spPr>
              <a:xfrm flipH="1">
                <a:off x="6684840" y="3600000"/>
                <a:ext cx="515160" cy="53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8" name="直線コネクタ 105767">
                <a:extLst>
                  <a:ext uri="{FF2B5EF4-FFF2-40B4-BE49-F238E27FC236}">
                    <a16:creationId xmlns:a16="http://schemas.microsoft.com/office/drawing/2014/main" id="{0BF038A9-BF48-48D7-A32A-4F4609B50B5D}"/>
                  </a:ext>
                </a:extLst>
              </p:cNvPr>
              <p:cNvCxnSpPr/>
              <p:nvPr/>
            </p:nvCxnSpPr>
            <p:spPr>
              <a:xfrm flipH="1">
                <a:off x="6672960" y="3600000"/>
                <a:ext cx="527040" cy="52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69" name="直線コネクタ 105768">
                <a:extLst>
                  <a:ext uri="{FF2B5EF4-FFF2-40B4-BE49-F238E27FC236}">
                    <a16:creationId xmlns:a16="http://schemas.microsoft.com/office/drawing/2014/main" id="{7706A3E4-2A67-4409-A50D-11335839CAE8}"/>
                  </a:ext>
                </a:extLst>
              </p:cNvPr>
              <p:cNvCxnSpPr/>
              <p:nvPr/>
            </p:nvCxnSpPr>
            <p:spPr>
              <a:xfrm flipH="1">
                <a:off x="6661080" y="3600000"/>
                <a:ext cx="538920" cy="51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0" name="直線コネクタ 105769">
                <a:extLst>
                  <a:ext uri="{FF2B5EF4-FFF2-40B4-BE49-F238E27FC236}">
                    <a16:creationId xmlns:a16="http://schemas.microsoft.com/office/drawing/2014/main" id="{43236C0E-4004-47D1-8561-621C543669D2}"/>
                  </a:ext>
                </a:extLst>
              </p:cNvPr>
              <p:cNvCxnSpPr/>
              <p:nvPr/>
            </p:nvCxnSpPr>
            <p:spPr>
              <a:xfrm flipH="1">
                <a:off x="6648840" y="3600000"/>
                <a:ext cx="551160" cy="503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1" name="直線コネクタ 105770">
                <a:extLst>
                  <a:ext uri="{FF2B5EF4-FFF2-40B4-BE49-F238E27FC236}">
                    <a16:creationId xmlns:a16="http://schemas.microsoft.com/office/drawing/2014/main" id="{40B33B4F-F11A-4E91-846C-B0159DF0D58B}"/>
                  </a:ext>
                </a:extLst>
              </p:cNvPr>
              <p:cNvCxnSpPr/>
              <p:nvPr/>
            </p:nvCxnSpPr>
            <p:spPr>
              <a:xfrm flipH="1">
                <a:off x="6636600" y="3600000"/>
                <a:ext cx="563400" cy="49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2" name="直線コネクタ 105771">
                <a:extLst>
                  <a:ext uri="{FF2B5EF4-FFF2-40B4-BE49-F238E27FC236}">
                    <a16:creationId xmlns:a16="http://schemas.microsoft.com/office/drawing/2014/main" id="{88B8CFAD-E93F-4F9F-A94E-7A5C2391BF14}"/>
                  </a:ext>
                </a:extLst>
              </p:cNvPr>
              <p:cNvCxnSpPr/>
              <p:nvPr/>
            </p:nvCxnSpPr>
            <p:spPr>
              <a:xfrm flipH="1">
                <a:off x="6626160" y="3600000"/>
                <a:ext cx="573840" cy="47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3" name="直線コネクタ 105772">
                <a:extLst>
                  <a:ext uri="{FF2B5EF4-FFF2-40B4-BE49-F238E27FC236}">
                    <a16:creationId xmlns:a16="http://schemas.microsoft.com/office/drawing/2014/main" id="{521B6776-6149-49BE-9437-D8D5A313ECB9}"/>
                  </a:ext>
                </a:extLst>
              </p:cNvPr>
              <p:cNvCxnSpPr/>
              <p:nvPr/>
            </p:nvCxnSpPr>
            <p:spPr>
              <a:xfrm flipH="1">
                <a:off x="6613560" y="3600000"/>
                <a:ext cx="586440" cy="4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4" name="直線コネクタ 105773">
                <a:extLst>
                  <a:ext uri="{FF2B5EF4-FFF2-40B4-BE49-F238E27FC236}">
                    <a16:creationId xmlns:a16="http://schemas.microsoft.com/office/drawing/2014/main" id="{583A62AD-8ED3-4D12-8AA4-0D1EEFD6EBFD}"/>
                  </a:ext>
                </a:extLst>
              </p:cNvPr>
              <p:cNvCxnSpPr/>
              <p:nvPr/>
            </p:nvCxnSpPr>
            <p:spPr>
              <a:xfrm flipH="1">
                <a:off x="6600600" y="3600000"/>
                <a:ext cx="599400" cy="456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5" name="直線コネクタ 105774">
                <a:extLst>
                  <a:ext uri="{FF2B5EF4-FFF2-40B4-BE49-F238E27FC236}">
                    <a16:creationId xmlns:a16="http://schemas.microsoft.com/office/drawing/2014/main" id="{BD9AFBE2-7EAE-4A4C-95A8-2B68A492BCE3}"/>
                  </a:ext>
                </a:extLst>
              </p:cNvPr>
              <p:cNvCxnSpPr/>
              <p:nvPr/>
            </p:nvCxnSpPr>
            <p:spPr>
              <a:xfrm flipH="1">
                <a:off x="6589440" y="3600000"/>
                <a:ext cx="610560" cy="443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6" name="直線コネクタ 105775">
                <a:extLst>
                  <a:ext uri="{FF2B5EF4-FFF2-40B4-BE49-F238E27FC236}">
                    <a16:creationId xmlns:a16="http://schemas.microsoft.com/office/drawing/2014/main" id="{F3C89A4A-5910-4A2A-A140-AA9A12A41BB2}"/>
                  </a:ext>
                </a:extLst>
              </p:cNvPr>
              <p:cNvCxnSpPr/>
              <p:nvPr/>
            </p:nvCxnSpPr>
            <p:spPr>
              <a:xfrm flipH="1">
                <a:off x="6576120" y="3600000"/>
                <a:ext cx="623880" cy="433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7" name="直線コネクタ 105776">
                <a:extLst>
                  <a:ext uri="{FF2B5EF4-FFF2-40B4-BE49-F238E27FC236}">
                    <a16:creationId xmlns:a16="http://schemas.microsoft.com/office/drawing/2014/main" id="{DD3BCA09-A08E-45A5-8565-518D4D1A799F}"/>
                  </a:ext>
                </a:extLst>
              </p:cNvPr>
              <p:cNvCxnSpPr/>
              <p:nvPr/>
            </p:nvCxnSpPr>
            <p:spPr>
              <a:xfrm flipH="1">
                <a:off x="6562440" y="3600000"/>
                <a:ext cx="637560" cy="42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8" name="直線コネクタ 105777">
                <a:extLst>
                  <a:ext uri="{FF2B5EF4-FFF2-40B4-BE49-F238E27FC236}">
                    <a16:creationId xmlns:a16="http://schemas.microsoft.com/office/drawing/2014/main" id="{EF8EFA22-666D-4DCA-A5E4-92EB8A166B1E}"/>
                  </a:ext>
                </a:extLst>
              </p:cNvPr>
              <p:cNvCxnSpPr/>
              <p:nvPr/>
            </p:nvCxnSpPr>
            <p:spPr>
              <a:xfrm flipH="1">
                <a:off x="6550920" y="3600000"/>
                <a:ext cx="649080" cy="41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79" name="直線コネクタ 105778">
                <a:extLst>
                  <a:ext uri="{FF2B5EF4-FFF2-40B4-BE49-F238E27FC236}">
                    <a16:creationId xmlns:a16="http://schemas.microsoft.com/office/drawing/2014/main" id="{CAD764FB-3527-4CE8-B9C7-C255E851C550}"/>
                  </a:ext>
                </a:extLst>
              </p:cNvPr>
              <p:cNvCxnSpPr/>
              <p:nvPr/>
            </p:nvCxnSpPr>
            <p:spPr>
              <a:xfrm flipH="1">
                <a:off x="6536880" y="3600000"/>
                <a:ext cx="663120" cy="40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0" name="直線コネクタ 105779">
                <a:extLst>
                  <a:ext uri="{FF2B5EF4-FFF2-40B4-BE49-F238E27FC236}">
                    <a16:creationId xmlns:a16="http://schemas.microsoft.com/office/drawing/2014/main" id="{AC23A439-2CBF-4956-BBB7-25443AC7FB08}"/>
                  </a:ext>
                </a:extLst>
              </p:cNvPr>
              <p:cNvCxnSpPr/>
              <p:nvPr/>
            </p:nvCxnSpPr>
            <p:spPr>
              <a:xfrm flipH="1">
                <a:off x="6522840" y="3600000"/>
                <a:ext cx="677160" cy="39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1" name="直線コネクタ 105780">
                <a:extLst>
                  <a:ext uri="{FF2B5EF4-FFF2-40B4-BE49-F238E27FC236}">
                    <a16:creationId xmlns:a16="http://schemas.microsoft.com/office/drawing/2014/main" id="{6F93252A-8245-440A-9293-102832D5731A}"/>
                  </a:ext>
                </a:extLst>
              </p:cNvPr>
              <p:cNvCxnSpPr/>
              <p:nvPr/>
            </p:nvCxnSpPr>
            <p:spPr>
              <a:xfrm flipH="1">
                <a:off x="6510240" y="3600000"/>
                <a:ext cx="689760" cy="379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2" name="直線コネクタ 105781">
                <a:extLst>
                  <a:ext uri="{FF2B5EF4-FFF2-40B4-BE49-F238E27FC236}">
                    <a16:creationId xmlns:a16="http://schemas.microsoft.com/office/drawing/2014/main" id="{EA61BAB3-AA55-4489-8C3E-0C707549BD12}"/>
                  </a:ext>
                </a:extLst>
              </p:cNvPr>
              <p:cNvCxnSpPr/>
              <p:nvPr/>
            </p:nvCxnSpPr>
            <p:spPr>
              <a:xfrm flipH="1">
                <a:off x="6495840" y="3600000"/>
                <a:ext cx="704160" cy="37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3" name="直線コネクタ 105782">
                <a:extLst>
                  <a:ext uri="{FF2B5EF4-FFF2-40B4-BE49-F238E27FC236}">
                    <a16:creationId xmlns:a16="http://schemas.microsoft.com/office/drawing/2014/main" id="{4F015BF0-8D5C-48C2-B4D8-8C1631AC4932}"/>
                  </a:ext>
                </a:extLst>
              </p:cNvPr>
              <p:cNvCxnSpPr/>
              <p:nvPr/>
            </p:nvCxnSpPr>
            <p:spPr>
              <a:xfrm flipH="1">
                <a:off x="6482880" y="3600000"/>
                <a:ext cx="717120" cy="35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4" name="直線コネクタ 105783">
                <a:extLst>
                  <a:ext uri="{FF2B5EF4-FFF2-40B4-BE49-F238E27FC236}">
                    <a16:creationId xmlns:a16="http://schemas.microsoft.com/office/drawing/2014/main" id="{B90B9EB2-D109-471F-A942-0631ADBA1191}"/>
                  </a:ext>
                </a:extLst>
              </p:cNvPr>
              <p:cNvCxnSpPr/>
              <p:nvPr/>
            </p:nvCxnSpPr>
            <p:spPr>
              <a:xfrm flipH="1">
                <a:off x="6469920" y="3600000"/>
                <a:ext cx="730080" cy="34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5" name="直線コネクタ 105784">
                <a:extLst>
                  <a:ext uri="{FF2B5EF4-FFF2-40B4-BE49-F238E27FC236}">
                    <a16:creationId xmlns:a16="http://schemas.microsoft.com/office/drawing/2014/main" id="{8A105500-2F28-4E83-B297-E43323E9136C}"/>
                  </a:ext>
                </a:extLst>
              </p:cNvPr>
              <p:cNvCxnSpPr/>
              <p:nvPr/>
            </p:nvCxnSpPr>
            <p:spPr>
              <a:xfrm flipH="1">
                <a:off x="6456240" y="3600000"/>
                <a:ext cx="743760" cy="335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6" name="直線コネクタ 105785">
                <a:extLst>
                  <a:ext uri="{FF2B5EF4-FFF2-40B4-BE49-F238E27FC236}">
                    <a16:creationId xmlns:a16="http://schemas.microsoft.com/office/drawing/2014/main" id="{716E75D7-2386-4257-842B-D72AE43CB9F8}"/>
                  </a:ext>
                </a:extLst>
              </p:cNvPr>
              <p:cNvCxnSpPr/>
              <p:nvPr/>
            </p:nvCxnSpPr>
            <p:spPr>
              <a:xfrm flipH="1">
                <a:off x="6441120" y="3600000"/>
                <a:ext cx="758880" cy="32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7" name="直線コネクタ 105786">
                <a:extLst>
                  <a:ext uri="{FF2B5EF4-FFF2-40B4-BE49-F238E27FC236}">
                    <a16:creationId xmlns:a16="http://schemas.microsoft.com/office/drawing/2014/main" id="{82E13CDD-1CEF-478F-9B57-EAC6DE78A5DB}"/>
                  </a:ext>
                </a:extLst>
              </p:cNvPr>
              <p:cNvCxnSpPr/>
              <p:nvPr/>
            </p:nvCxnSpPr>
            <p:spPr>
              <a:xfrm flipH="1">
                <a:off x="6427440" y="3600000"/>
                <a:ext cx="772560" cy="31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8" name="直線コネクタ 105787">
                <a:extLst>
                  <a:ext uri="{FF2B5EF4-FFF2-40B4-BE49-F238E27FC236}">
                    <a16:creationId xmlns:a16="http://schemas.microsoft.com/office/drawing/2014/main" id="{3F847F83-449F-40DE-AF2F-67E5EE3888F2}"/>
                  </a:ext>
                </a:extLst>
              </p:cNvPr>
              <p:cNvCxnSpPr/>
              <p:nvPr/>
            </p:nvCxnSpPr>
            <p:spPr>
              <a:xfrm flipH="1">
                <a:off x="6413040" y="3600000"/>
                <a:ext cx="786960" cy="306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89" name="直線コネクタ 105788">
                <a:extLst>
                  <a:ext uri="{FF2B5EF4-FFF2-40B4-BE49-F238E27FC236}">
                    <a16:creationId xmlns:a16="http://schemas.microsoft.com/office/drawing/2014/main" id="{608E48AA-11E4-4407-A68E-1CCBAB969A46}"/>
                  </a:ext>
                </a:extLst>
              </p:cNvPr>
              <p:cNvCxnSpPr/>
              <p:nvPr/>
            </p:nvCxnSpPr>
            <p:spPr>
              <a:xfrm flipH="1">
                <a:off x="6397560" y="3600000"/>
                <a:ext cx="802440" cy="299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0" name="直線コネクタ 105789">
                <a:extLst>
                  <a:ext uri="{FF2B5EF4-FFF2-40B4-BE49-F238E27FC236}">
                    <a16:creationId xmlns:a16="http://schemas.microsoft.com/office/drawing/2014/main" id="{666BB2F9-1AF9-406B-9616-6988567C5C5E}"/>
                  </a:ext>
                </a:extLst>
              </p:cNvPr>
              <p:cNvCxnSpPr/>
              <p:nvPr/>
            </p:nvCxnSpPr>
            <p:spPr>
              <a:xfrm flipH="1">
                <a:off x="6382800" y="3600000"/>
                <a:ext cx="817200" cy="2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1" name="直線コネクタ 105790">
                <a:extLst>
                  <a:ext uri="{FF2B5EF4-FFF2-40B4-BE49-F238E27FC236}">
                    <a16:creationId xmlns:a16="http://schemas.microsoft.com/office/drawing/2014/main" id="{0293E2CF-1E7C-48D3-945F-9A413B239815}"/>
                  </a:ext>
                </a:extLst>
              </p:cNvPr>
              <p:cNvCxnSpPr/>
              <p:nvPr/>
            </p:nvCxnSpPr>
            <p:spPr>
              <a:xfrm flipH="1">
                <a:off x="6368040" y="3600000"/>
                <a:ext cx="831960" cy="27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2" name="直線コネクタ 105791">
                <a:extLst>
                  <a:ext uri="{FF2B5EF4-FFF2-40B4-BE49-F238E27FC236}">
                    <a16:creationId xmlns:a16="http://schemas.microsoft.com/office/drawing/2014/main" id="{59CE3CC1-5179-420F-9C6D-69942E95EF08}"/>
                  </a:ext>
                </a:extLst>
              </p:cNvPr>
              <p:cNvCxnSpPr/>
              <p:nvPr/>
            </p:nvCxnSpPr>
            <p:spPr>
              <a:xfrm flipH="1">
                <a:off x="6353280" y="3600000"/>
                <a:ext cx="846720" cy="26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3" name="直線コネクタ 105792">
                <a:extLst>
                  <a:ext uri="{FF2B5EF4-FFF2-40B4-BE49-F238E27FC236}">
                    <a16:creationId xmlns:a16="http://schemas.microsoft.com/office/drawing/2014/main" id="{CDB91BB3-BE40-4B78-84B8-71CF015EC9B9}"/>
                  </a:ext>
                </a:extLst>
              </p:cNvPr>
              <p:cNvCxnSpPr/>
              <p:nvPr/>
            </p:nvCxnSpPr>
            <p:spPr>
              <a:xfrm flipH="1">
                <a:off x="6338160" y="3600000"/>
                <a:ext cx="861840" cy="259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4" name="直線コネクタ 105793">
                <a:extLst>
                  <a:ext uri="{FF2B5EF4-FFF2-40B4-BE49-F238E27FC236}">
                    <a16:creationId xmlns:a16="http://schemas.microsoft.com/office/drawing/2014/main" id="{9A2835D3-EC65-45FB-BF02-1F9881BCCF57}"/>
                  </a:ext>
                </a:extLst>
              </p:cNvPr>
              <p:cNvCxnSpPr/>
              <p:nvPr/>
            </p:nvCxnSpPr>
            <p:spPr>
              <a:xfrm flipH="1">
                <a:off x="6322680" y="3600000"/>
                <a:ext cx="877320" cy="250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5" name="直線コネクタ 105794">
                <a:extLst>
                  <a:ext uri="{FF2B5EF4-FFF2-40B4-BE49-F238E27FC236}">
                    <a16:creationId xmlns:a16="http://schemas.microsoft.com/office/drawing/2014/main" id="{3560BF69-3679-473F-9E44-119979E2FC12}"/>
                  </a:ext>
                </a:extLst>
              </p:cNvPr>
              <p:cNvCxnSpPr/>
              <p:nvPr/>
            </p:nvCxnSpPr>
            <p:spPr>
              <a:xfrm flipH="1">
                <a:off x="6306840" y="3600000"/>
                <a:ext cx="893160" cy="241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6" name="直線コネクタ 105795">
                <a:extLst>
                  <a:ext uri="{FF2B5EF4-FFF2-40B4-BE49-F238E27FC236}">
                    <a16:creationId xmlns:a16="http://schemas.microsoft.com/office/drawing/2014/main" id="{81C99242-2936-4EFB-858E-6D8BDC459F2A}"/>
                  </a:ext>
                </a:extLst>
              </p:cNvPr>
              <p:cNvCxnSpPr/>
              <p:nvPr/>
            </p:nvCxnSpPr>
            <p:spPr>
              <a:xfrm flipH="1">
                <a:off x="6291000" y="3600000"/>
                <a:ext cx="909000" cy="23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7" name="直線コネクタ 105796">
                <a:extLst>
                  <a:ext uri="{FF2B5EF4-FFF2-40B4-BE49-F238E27FC236}">
                    <a16:creationId xmlns:a16="http://schemas.microsoft.com/office/drawing/2014/main" id="{A6E370AC-D221-4864-B659-D6E4A9DCB0BC}"/>
                  </a:ext>
                </a:extLst>
              </p:cNvPr>
              <p:cNvCxnSpPr/>
              <p:nvPr/>
            </p:nvCxnSpPr>
            <p:spPr>
              <a:xfrm flipH="1">
                <a:off x="6275160" y="3600000"/>
                <a:ext cx="9248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8" name="直線コネクタ 105797">
                <a:extLst>
                  <a:ext uri="{FF2B5EF4-FFF2-40B4-BE49-F238E27FC236}">
                    <a16:creationId xmlns:a16="http://schemas.microsoft.com/office/drawing/2014/main" id="{2E978613-53C3-4541-A0C1-7FFB555C7533}"/>
                  </a:ext>
                </a:extLst>
              </p:cNvPr>
              <p:cNvCxnSpPr/>
              <p:nvPr/>
            </p:nvCxnSpPr>
            <p:spPr>
              <a:xfrm flipH="1">
                <a:off x="6535080" y="3600000"/>
                <a:ext cx="664920" cy="400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799" name="直線コネクタ 105798">
                <a:extLst>
                  <a:ext uri="{FF2B5EF4-FFF2-40B4-BE49-F238E27FC236}">
                    <a16:creationId xmlns:a16="http://schemas.microsoft.com/office/drawing/2014/main" id="{2CCCBA50-FC6A-431C-A6AF-DD2805677C92}"/>
                  </a:ext>
                </a:extLst>
              </p:cNvPr>
              <p:cNvCxnSpPr/>
              <p:nvPr/>
            </p:nvCxnSpPr>
            <p:spPr>
              <a:xfrm flipH="1">
                <a:off x="6521400" y="3600000"/>
                <a:ext cx="678600" cy="38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0" name="直線コネクタ 105799">
                <a:extLst>
                  <a:ext uri="{FF2B5EF4-FFF2-40B4-BE49-F238E27FC236}">
                    <a16:creationId xmlns:a16="http://schemas.microsoft.com/office/drawing/2014/main" id="{D59361CA-01D3-4CC1-B5D5-61875CF606EE}"/>
                  </a:ext>
                </a:extLst>
              </p:cNvPr>
              <p:cNvCxnSpPr/>
              <p:nvPr/>
            </p:nvCxnSpPr>
            <p:spPr>
              <a:xfrm flipH="1">
                <a:off x="6507360" y="3600000"/>
                <a:ext cx="692640" cy="376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1" name="直線コネクタ 105800">
                <a:extLst>
                  <a:ext uri="{FF2B5EF4-FFF2-40B4-BE49-F238E27FC236}">
                    <a16:creationId xmlns:a16="http://schemas.microsoft.com/office/drawing/2014/main" id="{DBA7242B-37F9-498A-8BFE-4D96DF606384}"/>
                  </a:ext>
                </a:extLst>
              </p:cNvPr>
              <p:cNvCxnSpPr/>
              <p:nvPr/>
            </p:nvCxnSpPr>
            <p:spPr>
              <a:xfrm flipH="1">
                <a:off x="6492960" y="3600000"/>
                <a:ext cx="707040" cy="36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2" name="直線コネクタ 105801">
                <a:extLst>
                  <a:ext uri="{FF2B5EF4-FFF2-40B4-BE49-F238E27FC236}">
                    <a16:creationId xmlns:a16="http://schemas.microsoft.com/office/drawing/2014/main" id="{8851FC6E-4C4B-4F59-A046-7B959FBBB059}"/>
                  </a:ext>
                </a:extLst>
              </p:cNvPr>
              <p:cNvCxnSpPr/>
              <p:nvPr/>
            </p:nvCxnSpPr>
            <p:spPr>
              <a:xfrm flipH="1">
                <a:off x="6478920" y="3600000"/>
                <a:ext cx="721080" cy="35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3" name="直線コネクタ 105802">
                <a:extLst>
                  <a:ext uri="{FF2B5EF4-FFF2-40B4-BE49-F238E27FC236}">
                    <a16:creationId xmlns:a16="http://schemas.microsoft.com/office/drawing/2014/main" id="{458B1EA4-49F8-455C-8214-8ED0CACEEA41}"/>
                  </a:ext>
                </a:extLst>
              </p:cNvPr>
              <p:cNvCxnSpPr/>
              <p:nvPr/>
            </p:nvCxnSpPr>
            <p:spPr>
              <a:xfrm flipH="1">
                <a:off x="6464160" y="3600000"/>
                <a:ext cx="735840" cy="343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4" name="直線コネクタ 105803">
                <a:extLst>
                  <a:ext uri="{FF2B5EF4-FFF2-40B4-BE49-F238E27FC236}">
                    <a16:creationId xmlns:a16="http://schemas.microsoft.com/office/drawing/2014/main" id="{F3979E49-ADEF-4F93-9892-68EDBAFD87A2}"/>
                  </a:ext>
                </a:extLst>
              </p:cNvPr>
              <p:cNvCxnSpPr/>
              <p:nvPr/>
            </p:nvCxnSpPr>
            <p:spPr>
              <a:xfrm flipH="1">
                <a:off x="6449760" y="3600000"/>
                <a:ext cx="750240" cy="33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5" name="直線コネクタ 105804">
                <a:extLst>
                  <a:ext uri="{FF2B5EF4-FFF2-40B4-BE49-F238E27FC236}">
                    <a16:creationId xmlns:a16="http://schemas.microsoft.com/office/drawing/2014/main" id="{90E57301-CF30-441D-B8CF-5061401FD614}"/>
                  </a:ext>
                </a:extLst>
              </p:cNvPr>
              <p:cNvCxnSpPr/>
              <p:nvPr/>
            </p:nvCxnSpPr>
            <p:spPr>
              <a:xfrm flipH="1">
                <a:off x="6435000" y="3600000"/>
                <a:ext cx="765000" cy="32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6" name="直線コネクタ 105805">
                <a:extLst>
                  <a:ext uri="{FF2B5EF4-FFF2-40B4-BE49-F238E27FC236}">
                    <a16:creationId xmlns:a16="http://schemas.microsoft.com/office/drawing/2014/main" id="{E72BFA0F-D97F-4BCC-B503-AFC69E514638}"/>
                  </a:ext>
                </a:extLst>
              </p:cNvPr>
              <p:cNvCxnSpPr/>
              <p:nvPr/>
            </p:nvCxnSpPr>
            <p:spPr>
              <a:xfrm flipH="1">
                <a:off x="6420240" y="3600000"/>
                <a:ext cx="779760" cy="31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7" name="直線コネクタ 105806">
                <a:extLst>
                  <a:ext uri="{FF2B5EF4-FFF2-40B4-BE49-F238E27FC236}">
                    <a16:creationId xmlns:a16="http://schemas.microsoft.com/office/drawing/2014/main" id="{750B5B39-0995-463D-9407-07F3E5D9F54E}"/>
                  </a:ext>
                </a:extLst>
              </p:cNvPr>
              <p:cNvCxnSpPr/>
              <p:nvPr/>
            </p:nvCxnSpPr>
            <p:spPr>
              <a:xfrm flipH="1">
                <a:off x="6405120" y="3600000"/>
                <a:ext cx="794880" cy="30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8" name="直線コネクタ 105807">
                <a:extLst>
                  <a:ext uri="{FF2B5EF4-FFF2-40B4-BE49-F238E27FC236}">
                    <a16:creationId xmlns:a16="http://schemas.microsoft.com/office/drawing/2014/main" id="{D1582012-1AD5-44E3-8F01-C4C135302189}"/>
                  </a:ext>
                </a:extLst>
              </p:cNvPr>
              <p:cNvCxnSpPr/>
              <p:nvPr/>
            </p:nvCxnSpPr>
            <p:spPr>
              <a:xfrm flipH="1">
                <a:off x="6392520" y="3600000"/>
                <a:ext cx="807480" cy="292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09" name="直線コネクタ 105808">
                <a:extLst>
                  <a:ext uri="{FF2B5EF4-FFF2-40B4-BE49-F238E27FC236}">
                    <a16:creationId xmlns:a16="http://schemas.microsoft.com/office/drawing/2014/main" id="{09372428-2336-4FE3-AA15-5BA6DCB2E43E}"/>
                  </a:ext>
                </a:extLst>
              </p:cNvPr>
              <p:cNvCxnSpPr/>
              <p:nvPr/>
            </p:nvCxnSpPr>
            <p:spPr>
              <a:xfrm flipH="1">
                <a:off x="6377040" y="3600000"/>
                <a:ext cx="822960" cy="283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0" name="直線コネクタ 105809">
                <a:extLst>
                  <a:ext uri="{FF2B5EF4-FFF2-40B4-BE49-F238E27FC236}">
                    <a16:creationId xmlns:a16="http://schemas.microsoft.com/office/drawing/2014/main" id="{7C949ED1-2CFB-4033-A0C7-205E0BF23C1A}"/>
                  </a:ext>
                </a:extLst>
              </p:cNvPr>
              <p:cNvCxnSpPr/>
              <p:nvPr/>
            </p:nvCxnSpPr>
            <p:spPr>
              <a:xfrm flipH="1">
                <a:off x="6361560" y="3600000"/>
                <a:ext cx="838440" cy="27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1" name="直線コネクタ 105810">
                <a:extLst>
                  <a:ext uri="{FF2B5EF4-FFF2-40B4-BE49-F238E27FC236}">
                    <a16:creationId xmlns:a16="http://schemas.microsoft.com/office/drawing/2014/main" id="{8394E7F1-4403-4969-9C06-A7FD01C2758B}"/>
                  </a:ext>
                </a:extLst>
              </p:cNvPr>
              <p:cNvCxnSpPr/>
              <p:nvPr/>
            </p:nvCxnSpPr>
            <p:spPr>
              <a:xfrm flipH="1">
                <a:off x="6348600" y="3600000"/>
                <a:ext cx="851400" cy="26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2" name="直線コネクタ 105811">
                <a:extLst>
                  <a:ext uri="{FF2B5EF4-FFF2-40B4-BE49-F238E27FC236}">
                    <a16:creationId xmlns:a16="http://schemas.microsoft.com/office/drawing/2014/main" id="{3B9BDBAB-A11A-4999-A840-8A8B197D66B0}"/>
                  </a:ext>
                </a:extLst>
              </p:cNvPr>
              <p:cNvCxnSpPr/>
              <p:nvPr/>
            </p:nvCxnSpPr>
            <p:spPr>
              <a:xfrm flipH="1">
                <a:off x="6332760" y="3600000"/>
                <a:ext cx="867240" cy="255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3" name="直線コネクタ 105812">
                <a:extLst>
                  <a:ext uri="{FF2B5EF4-FFF2-40B4-BE49-F238E27FC236}">
                    <a16:creationId xmlns:a16="http://schemas.microsoft.com/office/drawing/2014/main" id="{31CFDF85-1EC0-4DF3-8525-EDC4CC0D834D}"/>
                  </a:ext>
                </a:extLst>
              </p:cNvPr>
              <p:cNvCxnSpPr/>
              <p:nvPr/>
            </p:nvCxnSpPr>
            <p:spPr>
              <a:xfrm flipH="1">
                <a:off x="6317280" y="3600000"/>
                <a:ext cx="882720" cy="24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4" name="直線コネクタ 105813">
                <a:extLst>
                  <a:ext uri="{FF2B5EF4-FFF2-40B4-BE49-F238E27FC236}">
                    <a16:creationId xmlns:a16="http://schemas.microsoft.com/office/drawing/2014/main" id="{4074A921-451F-4094-B6FF-AD958E080FB4}"/>
                  </a:ext>
                </a:extLst>
              </p:cNvPr>
              <p:cNvCxnSpPr/>
              <p:nvPr/>
            </p:nvCxnSpPr>
            <p:spPr>
              <a:xfrm flipH="1">
                <a:off x="6301440" y="3600000"/>
                <a:ext cx="898560" cy="240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5" name="直線コネクタ 105814">
                <a:extLst>
                  <a:ext uri="{FF2B5EF4-FFF2-40B4-BE49-F238E27FC236}">
                    <a16:creationId xmlns:a16="http://schemas.microsoft.com/office/drawing/2014/main" id="{5AD409AE-52A6-4C68-8CB7-BBDBEBCD18B2}"/>
                  </a:ext>
                </a:extLst>
              </p:cNvPr>
              <p:cNvCxnSpPr/>
              <p:nvPr/>
            </p:nvCxnSpPr>
            <p:spPr>
              <a:xfrm flipH="1">
                <a:off x="6287760" y="3600000"/>
                <a:ext cx="912240" cy="230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6" name="直線コネクタ 105815">
                <a:extLst>
                  <a:ext uri="{FF2B5EF4-FFF2-40B4-BE49-F238E27FC236}">
                    <a16:creationId xmlns:a16="http://schemas.microsoft.com/office/drawing/2014/main" id="{959F908A-4370-4334-B0D4-83ED727C3DBD}"/>
                  </a:ext>
                </a:extLst>
              </p:cNvPr>
              <p:cNvCxnSpPr/>
              <p:nvPr/>
            </p:nvCxnSpPr>
            <p:spPr>
              <a:xfrm flipH="1">
                <a:off x="6271560" y="3600000"/>
                <a:ext cx="9284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7" name="直線コネクタ 105816">
                <a:extLst>
                  <a:ext uri="{FF2B5EF4-FFF2-40B4-BE49-F238E27FC236}">
                    <a16:creationId xmlns:a16="http://schemas.microsoft.com/office/drawing/2014/main" id="{CC9BBAD0-CAE7-4AFE-A339-F984DF715429}"/>
                  </a:ext>
                </a:extLst>
              </p:cNvPr>
              <p:cNvCxnSpPr/>
              <p:nvPr/>
            </p:nvCxnSpPr>
            <p:spPr>
              <a:xfrm flipH="1">
                <a:off x="6257520" y="3600000"/>
                <a:ext cx="942480" cy="21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8" name="直線コネクタ 105817">
                <a:extLst>
                  <a:ext uri="{FF2B5EF4-FFF2-40B4-BE49-F238E27FC236}">
                    <a16:creationId xmlns:a16="http://schemas.microsoft.com/office/drawing/2014/main" id="{3235DDFB-F663-4B10-8BA0-E052CFB8AFD4}"/>
                  </a:ext>
                </a:extLst>
              </p:cNvPr>
              <p:cNvCxnSpPr/>
              <p:nvPr/>
            </p:nvCxnSpPr>
            <p:spPr>
              <a:xfrm flipH="1">
                <a:off x="6243480" y="3600000"/>
                <a:ext cx="956520" cy="20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19" name="直線コネクタ 105818">
                <a:extLst>
                  <a:ext uri="{FF2B5EF4-FFF2-40B4-BE49-F238E27FC236}">
                    <a16:creationId xmlns:a16="http://schemas.microsoft.com/office/drawing/2014/main" id="{6C6873D6-4AAD-4E0A-8268-CBDF0F5449A8}"/>
                  </a:ext>
                </a:extLst>
              </p:cNvPr>
              <p:cNvCxnSpPr/>
              <p:nvPr/>
            </p:nvCxnSpPr>
            <p:spPr>
              <a:xfrm flipH="1">
                <a:off x="6227280" y="3600000"/>
                <a:ext cx="972720" cy="19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0" name="直線コネクタ 105819">
                <a:extLst>
                  <a:ext uri="{FF2B5EF4-FFF2-40B4-BE49-F238E27FC236}">
                    <a16:creationId xmlns:a16="http://schemas.microsoft.com/office/drawing/2014/main" id="{53B53273-9F23-4AD2-A246-EBF35BC85DBE}"/>
                  </a:ext>
                </a:extLst>
              </p:cNvPr>
              <p:cNvCxnSpPr/>
              <p:nvPr/>
            </p:nvCxnSpPr>
            <p:spPr>
              <a:xfrm flipH="1">
                <a:off x="6212520" y="3600000"/>
                <a:ext cx="987480" cy="19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1" name="直線コネクタ 105820">
                <a:extLst>
                  <a:ext uri="{FF2B5EF4-FFF2-40B4-BE49-F238E27FC236}">
                    <a16:creationId xmlns:a16="http://schemas.microsoft.com/office/drawing/2014/main" id="{35AF6465-C62B-4982-B449-66324D320D56}"/>
                  </a:ext>
                </a:extLst>
              </p:cNvPr>
              <p:cNvCxnSpPr/>
              <p:nvPr/>
            </p:nvCxnSpPr>
            <p:spPr>
              <a:xfrm flipH="1">
                <a:off x="6198120" y="3600000"/>
                <a:ext cx="1001880" cy="18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2" name="直線コネクタ 105821">
                <a:extLst>
                  <a:ext uri="{FF2B5EF4-FFF2-40B4-BE49-F238E27FC236}">
                    <a16:creationId xmlns:a16="http://schemas.microsoft.com/office/drawing/2014/main" id="{39B50DB3-C7CE-4398-860A-F4C7A8E3E545}"/>
                  </a:ext>
                </a:extLst>
              </p:cNvPr>
              <p:cNvCxnSpPr/>
              <p:nvPr/>
            </p:nvCxnSpPr>
            <p:spPr>
              <a:xfrm flipH="1">
                <a:off x="6181560" y="3600000"/>
                <a:ext cx="1018440" cy="17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3" name="直線コネクタ 105822">
                <a:extLst>
                  <a:ext uri="{FF2B5EF4-FFF2-40B4-BE49-F238E27FC236}">
                    <a16:creationId xmlns:a16="http://schemas.microsoft.com/office/drawing/2014/main" id="{09FD7B29-0430-4EE0-9D41-511862A706AC}"/>
                  </a:ext>
                </a:extLst>
              </p:cNvPr>
              <p:cNvCxnSpPr/>
              <p:nvPr/>
            </p:nvCxnSpPr>
            <p:spPr>
              <a:xfrm flipH="1">
                <a:off x="6166440" y="3600000"/>
                <a:ext cx="1033560" cy="16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4" name="直線コネクタ 105823">
                <a:extLst>
                  <a:ext uri="{FF2B5EF4-FFF2-40B4-BE49-F238E27FC236}">
                    <a16:creationId xmlns:a16="http://schemas.microsoft.com/office/drawing/2014/main" id="{C1FCB2F0-A551-4622-A4F5-B590C9B1D4EF}"/>
                  </a:ext>
                </a:extLst>
              </p:cNvPr>
              <p:cNvCxnSpPr/>
              <p:nvPr/>
            </p:nvCxnSpPr>
            <p:spPr>
              <a:xfrm flipH="1">
                <a:off x="6151680" y="3600000"/>
                <a:ext cx="1048320" cy="16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5" name="直線コネクタ 105824">
                <a:extLst>
                  <a:ext uri="{FF2B5EF4-FFF2-40B4-BE49-F238E27FC236}">
                    <a16:creationId xmlns:a16="http://schemas.microsoft.com/office/drawing/2014/main" id="{D2EAB5C0-8528-4BA8-9178-F6FA64C0CCAA}"/>
                  </a:ext>
                </a:extLst>
              </p:cNvPr>
              <p:cNvCxnSpPr/>
              <p:nvPr/>
            </p:nvCxnSpPr>
            <p:spPr>
              <a:xfrm flipH="1">
                <a:off x="6134760" y="3600000"/>
                <a:ext cx="1065240" cy="15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6" name="直線コネクタ 105825">
                <a:extLst>
                  <a:ext uri="{FF2B5EF4-FFF2-40B4-BE49-F238E27FC236}">
                    <a16:creationId xmlns:a16="http://schemas.microsoft.com/office/drawing/2014/main" id="{AE922D33-3228-4CEB-AC45-512D9DFFF1BD}"/>
                  </a:ext>
                </a:extLst>
              </p:cNvPr>
              <p:cNvCxnSpPr/>
              <p:nvPr/>
            </p:nvCxnSpPr>
            <p:spPr>
              <a:xfrm flipH="1">
                <a:off x="6119640" y="3600000"/>
                <a:ext cx="1080360" cy="15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7" name="直線コネクタ 105826">
                <a:extLst>
                  <a:ext uri="{FF2B5EF4-FFF2-40B4-BE49-F238E27FC236}">
                    <a16:creationId xmlns:a16="http://schemas.microsoft.com/office/drawing/2014/main" id="{8ECDC3B3-CD79-4261-B703-9C812882DCAF}"/>
                  </a:ext>
                </a:extLst>
              </p:cNvPr>
              <p:cNvCxnSpPr/>
              <p:nvPr/>
            </p:nvCxnSpPr>
            <p:spPr>
              <a:xfrm flipH="1">
                <a:off x="6104520" y="3600000"/>
                <a:ext cx="1095480" cy="14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8" name="直線コネクタ 105827">
                <a:extLst>
                  <a:ext uri="{FF2B5EF4-FFF2-40B4-BE49-F238E27FC236}">
                    <a16:creationId xmlns:a16="http://schemas.microsoft.com/office/drawing/2014/main" id="{043B9DD4-BDDC-4CBC-B73F-0D1E81D1EB70}"/>
                  </a:ext>
                </a:extLst>
              </p:cNvPr>
              <p:cNvCxnSpPr/>
              <p:nvPr/>
            </p:nvCxnSpPr>
            <p:spPr>
              <a:xfrm flipH="1">
                <a:off x="6089040" y="3600000"/>
                <a:ext cx="1110960" cy="13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29" name="直線コネクタ 105828">
                <a:extLst>
                  <a:ext uri="{FF2B5EF4-FFF2-40B4-BE49-F238E27FC236}">
                    <a16:creationId xmlns:a16="http://schemas.microsoft.com/office/drawing/2014/main" id="{084FD83A-C618-4235-9E23-12BDBAC148C6}"/>
                  </a:ext>
                </a:extLst>
              </p:cNvPr>
              <p:cNvCxnSpPr/>
              <p:nvPr/>
            </p:nvCxnSpPr>
            <p:spPr>
              <a:xfrm flipH="1">
                <a:off x="6073560" y="3600000"/>
                <a:ext cx="1126440" cy="130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0" name="直線コネクタ 105829">
                <a:extLst>
                  <a:ext uri="{FF2B5EF4-FFF2-40B4-BE49-F238E27FC236}">
                    <a16:creationId xmlns:a16="http://schemas.microsoft.com/office/drawing/2014/main" id="{68E35DF2-2A87-4861-87B0-59843C8274AA}"/>
                  </a:ext>
                </a:extLst>
              </p:cNvPr>
              <p:cNvCxnSpPr/>
              <p:nvPr/>
            </p:nvCxnSpPr>
            <p:spPr>
              <a:xfrm flipH="1">
                <a:off x="6057720" y="3600000"/>
                <a:ext cx="1142280" cy="12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1" name="直線コネクタ 105830">
                <a:extLst>
                  <a:ext uri="{FF2B5EF4-FFF2-40B4-BE49-F238E27FC236}">
                    <a16:creationId xmlns:a16="http://schemas.microsoft.com/office/drawing/2014/main" id="{53981B95-D88B-4BF7-928C-840364D26360}"/>
                  </a:ext>
                </a:extLst>
              </p:cNvPr>
              <p:cNvCxnSpPr/>
              <p:nvPr/>
            </p:nvCxnSpPr>
            <p:spPr>
              <a:xfrm flipH="1">
                <a:off x="6041880" y="3600000"/>
                <a:ext cx="1158120" cy="118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2" name="直線コネクタ 105831">
                <a:extLst>
                  <a:ext uri="{FF2B5EF4-FFF2-40B4-BE49-F238E27FC236}">
                    <a16:creationId xmlns:a16="http://schemas.microsoft.com/office/drawing/2014/main" id="{6EE741B7-B1DD-41E3-B259-067413E1F3CC}"/>
                  </a:ext>
                </a:extLst>
              </p:cNvPr>
              <p:cNvCxnSpPr/>
              <p:nvPr/>
            </p:nvCxnSpPr>
            <p:spPr>
              <a:xfrm flipH="1">
                <a:off x="6027120" y="3600000"/>
                <a:ext cx="1172880" cy="109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3" name="直線コネクタ 105832">
                <a:extLst>
                  <a:ext uri="{FF2B5EF4-FFF2-40B4-BE49-F238E27FC236}">
                    <a16:creationId xmlns:a16="http://schemas.microsoft.com/office/drawing/2014/main" id="{BED6CE46-C068-4F51-9E48-787FCCEB57A3}"/>
                  </a:ext>
                </a:extLst>
              </p:cNvPr>
              <p:cNvCxnSpPr/>
              <p:nvPr/>
            </p:nvCxnSpPr>
            <p:spPr>
              <a:xfrm flipH="1">
                <a:off x="6011280" y="3600000"/>
                <a:ext cx="1188720" cy="104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4" name="直線コネクタ 105833">
                <a:extLst>
                  <a:ext uri="{FF2B5EF4-FFF2-40B4-BE49-F238E27FC236}">
                    <a16:creationId xmlns:a16="http://schemas.microsoft.com/office/drawing/2014/main" id="{1BF9BB5E-0D71-4FE1-8E27-2E0426BEA2EB}"/>
                  </a:ext>
                </a:extLst>
              </p:cNvPr>
              <p:cNvCxnSpPr/>
              <p:nvPr/>
            </p:nvCxnSpPr>
            <p:spPr>
              <a:xfrm flipH="1">
                <a:off x="5995080" y="3600000"/>
                <a:ext cx="1204920" cy="99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5" name="直線コネクタ 105834">
                <a:extLst>
                  <a:ext uri="{FF2B5EF4-FFF2-40B4-BE49-F238E27FC236}">
                    <a16:creationId xmlns:a16="http://schemas.microsoft.com/office/drawing/2014/main" id="{421F9A52-C7ED-4C90-8A26-49B6ABAD5B1D}"/>
                  </a:ext>
                </a:extLst>
              </p:cNvPr>
              <p:cNvCxnSpPr/>
              <p:nvPr/>
            </p:nvCxnSpPr>
            <p:spPr>
              <a:xfrm flipH="1">
                <a:off x="5979960" y="3600000"/>
                <a:ext cx="1220040" cy="9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6" name="直線コネクタ 105835">
                <a:extLst>
                  <a:ext uri="{FF2B5EF4-FFF2-40B4-BE49-F238E27FC236}">
                    <a16:creationId xmlns:a16="http://schemas.microsoft.com/office/drawing/2014/main" id="{D7030C11-6F4C-491C-90C8-F9FF2EF82B38}"/>
                  </a:ext>
                </a:extLst>
              </p:cNvPr>
              <p:cNvCxnSpPr/>
              <p:nvPr/>
            </p:nvCxnSpPr>
            <p:spPr>
              <a:xfrm flipH="1">
                <a:off x="5963760" y="3600000"/>
                <a:ext cx="1236240" cy="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7" name="直線コネクタ 105836">
                <a:extLst>
                  <a:ext uri="{FF2B5EF4-FFF2-40B4-BE49-F238E27FC236}">
                    <a16:creationId xmlns:a16="http://schemas.microsoft.com/office/drawing/2014/main" id="{0DA8C124-AD09-477F-A8F5-878B303951E8}"/>
                  </a:ext>
                </a:extLst>
              </p:cNvPr>
              <p:cNvCxnSpPr/>
              <p:nvPr/>
            </p:nvCxnSpPr>
            <p:spPr>
              <a:xfrm flipH="1">
                <a:off x="5947200" y="3600000"/>
                <a:ext cx="1252800" cy="8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8" name="直線コネクタ 105837">
                <a:extLst>
                  <a:ext uri="{FF2B5EF4-FFF2-40B4-BE49-F238E27FC236}">
                    <a16:creationId xmlns:a16="http://schemas.microsoft.com/office/drawing/2014/main" id="{7BF75BE4-E7A7-4C20-B9E2-38F95F4F7B01}"/>
                  </a:ext>
                </a:extLst>
              </p:cNvPr>
              <p:cNvCxnSpPr/>
              <p:nvPr/>
            </p:nvCxnSpPr>
            <p:spPr>
              <a:xfrm flipH="1">
                <a:off x="5931360" y="3600000"/>
                <a:ext cx="1268640" cy="75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39" name="直線コネクタ 105838">
                <a:extLst>
                  <a:ext uri="{FF2B5EF4-FFF2-40B4-BE49-F238E27FC236}">
                    <a16:creationId xmlns:a16="http://schemas.microsoft.com/office/drawing/2014/main" id="{EC804A09-78AB-4DD3-B4B2-A0D9762544D9}"/>
                  </a:ext>
                </a:extLst>
              </p:cNvPr>
              <p:cNvCxnSpPr/>
              <p:nvPr/>
            </p:nvCxnSpPr>
            <p:spPr>
              <a:xfrm flipH="1">
                <a:off x="5914800" y="3600000"/>
                <a:ext cx="1285200" cy="72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0" name="直線コネクタ 105839">
                <a:extLst>
                  <a:ext uri="{FF2B5EF4-FFF2-40B4-BE49-F238E27FC236}">
                    <a16:creationId xmlns:a16="http://schemas.microsoft.com/office/drawing/2014/main" id="{2AFE4F24-887D-46E2-8D65-D029D3BF0672}"/>
                  </a:ext>
                </a:extLst>
              </p:cNvPr>
              <p:cNvCxnSpPr/>
              <p:nvPr/>
            </p:nvCxnSpPr>
            <p:spPr>
              <a:xfrm flipH="1">
                <a:off x="5898240" y="3600000"/>
                <a:ext cx="1301760" cy="69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1" name="直線コネクタ 105840">
                <a:extLst>
                  <a:ext uri="{FF2B5EF4-FFF2-40B4-BE49-F238E27FC236}">
                    <a16:creationId xmlns:a16="http://schemas.microsoft.com/office/drawing/2014/main" id="{22A66401-1A33-4855-A891-5454CA4123A5}"/>
                  </a:ext>
                </a:extLst>
              </p:cNvPr>
              <p:cNvCxnSpPr/>
              <p:nvPr/>
            </p:nvCxnSpPr>
            <p:spPr>
              <a:xfrm flipH="1">
                <a:off x="5882040" y="3600000"/>
                <a:ext cx="1317960" cy="6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2" name="直線コネクタ 105841">
                <a:extLst>
                  <a:ext uri="{FF2B5EF4-FFF2-40B4-BE49-F238E27FC236}">
                    <a16:creationId xmlns:a16="http://schemas.microsoft.com/office/drawing/2014/main" id="{2BDE4D28-19B5-4762-9A0F-E23E05244C41}"/>
                  </a:ext>
                </a:extLst>
              </p:cNvPr>
              <p:cNvCxnSpPr/>
              <p:nvPr/>
            </p:nvCxnSpPr>
            <p:spPr>
              <a:xfrm flipH="1">
                <a:off x="5865480" y="3600000"/>
                <a:ext cx="1334520" cy="6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3" name="直線コネクタ 105842">
                <a:extLst>
                  <a:ext uri="{FF2B5EF4-FFF2-40B4-BE49-F238E27FC236}">
                    <a16:creationId xmlns:a16="http://schemas.microsoft.com/office/drawing/2014/main" id="{88BEBA11-BE37-4778-822C-503E06D7E0D3}"/>
                  </a:ext>
                </a:extLst>
              </p:cNvPr>
              <p:cNvCxnSpPr/>
              <p:nvPr/>
            </p:nvCxnSpPr>
            <p:spPr>
              <a:xfrm flipH="1">
                <a:off x="5848920" y="3600000"/>
                <a:ext cx="1351080" cy="54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4" name="直線コネクタ 105843">
                <a:extLst>
                  <a:ext uri="{FF2B5EF4-FFF2-40B4-BE49-F238E27FC236}">
                    <a16:creationId xmlns:a16="http://schemas.microsoft.com/office/drawing/2014/main" id="{4E17AA2B-A38D-43D5-B921-B2979CFC39BA}"/>
                  </a:ext>
                </a:extLst>
              </p:cNvPr>
              <p:cNvCxnSpPr/>
              <p:nvPr/>
            </p:nvCxnSpPr>
            <p:spPr>
              <a:xfrm flipH="1">
                <a:off x="5832360" y="3600000"/>
                <a:ext cx="1367640" cy="4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5" name="直線コネクタ 105844">
                <a:extLst>
                  <a:ext uri="{FF2B5EF4-FFF2-40B4-BE49-F238E27FC236}">
                    <a16:creationId xmlns:a16="http://schemas.microsoft.com/office/drawing/2014/main" id="{3984D094-4F76-4CA5-9715-8693554B49C8}"/>
                  </a:ext>
                </a:extLst>
              </p:cNvPr>
              <p:cNvCxnSpPr/>
              <p:nvPr/>
            </p:nvCxnSpPr>
            <p:spPr>
              <a:xfrm flipH="1">
                <a:off x="5815800" y="3600000"/>
                <a:ext cx="1384200" cy="43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6" name="直線コネクタ 105845">
                <a:extLst>
                  <a:ext uri="{FF2B5EF4-FFF2-40B4-BE49-F238E27FC236}">
                    <a16:creationId xmlns:a16="http://schemas.microsoft.com/office/drawing/2014/main" id="{B17294E3-68CE-405E-912A-74532FA18EF1}"/>
                  </a:ext>
                </a:extLst>
              </p:cNvPr>
              <p:cNvCxnSpPr/>
              <p:nvPr/>
            </p:nvCxnSpPr>
            <p:spPr>
              <a:xfrm flipH="1">
                <a:off x="5798520" y="3600000"/>
                <a:ext cx="1401480" cy="4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7" name="直線コネクタ 105846">
                <a:extLst>
                  <a:ext uri="{FF2B5EF4-FFF2-40B4-BE49-F238E27FC236}">
                    <a16:creationId xmlns:a16="http://schemas.microsoft.com/office/drawing/2014/main" id="{C0B59E87-8FB5-4E14-8232-7F9C9DCD1ED5}"/>
                  </a:ext>
                </a:extLst>
              </p:cNvPr>
              <p:cNvCxnSpPr/>
              <p:nvPr/>
            </p:nvCxnSpPr>
            <p:spPr>
              <a:xfrm flipH="1">
                <a:off x="5781600" y="3600000"/>
                <a:ext cx="141840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8" name="直線コネクタ 105847">
                <a:extLst>
                  <a:ext uri="{FF2B5EF4-FFF2-40B4-BE49-F238E27FC236}">
                    <a16:creationId xmlns:a16="http://schemas.microsoft.com/office/drawing/2014/main" id="{89E90053-19C7-48B0-893F-28B294F04EAD}"/>
                  </a:ext>
                </a:extLst>
              </p:cNvPr>
              <p:cNvCxnSpPr/>
              <p:nvPr/>
            </p:nvCxnSpPr>
            <p:spPr>
              <a:xfrm flipH="1">
                <a:off x="5764320" y="3600000"/>
                <a:ext cx="1435680" cy="32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49" name="直線コネクタ 105848">
                <a:extLst>
                  <a:ext uri="{FF2B5EF4-FFF2-40B4-BE49-F238E27FC236}">
                    <a16:creationId xmlns:a16="http://schemas.microsoft.com/office/drawing/2014/main" id="{C745C49E-D363-4CE6-9C15-AF26D42415D0}"/>
                  </a:ext>
                </a:extLst>
              </p:cNvPr>
              <p:cNvCxnSpPr/>
              <p:nvPr/>
            </p:nvCxnSpPr>
            <p:spPr>
              <a:xfrm flipH="1">
                <a:off x="5747040" y="3600000"/>
                <a:ext cx="1452960" cy="3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0" name="直線コネクタ 105849">
                <a:extLst>
                  <a:ext uri="{FF2B5EF4-FFF2-40B4-BE49-F238E27FC236}">
                    <a16:creationId xmlns:a16="http://schemas.microsoft.com/office/drawing/2014/main" id="{848BBA63-ECF2-41A0-A942-56323695582E}"/>
                  </a:ext>
                </a:extLst>
              </p:cNvPr>
              <p:cNvCxnSpPr/>
              <p:nvPr/>
            </p:nvCxnSpPr>
            <p:spPr>
              <a:xfrm flipH="1">
                <a:off x="5729760" y="3600000"/>
                <a:ext cx="1470240" cy="27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1" name="直線コネクタ 105850">
                <a:extLst>
                  <a:ext uri="{FF2B5EF4-FFF2-40B4-BE49-F238E27FC236}">
                    <a16:creationId xmlns:a16="http://schemas.microsoft.com/office/drawing/2014/main" id="{C1B05DC6-E0CA-440B-8F4E-9C16853E3DF6}"/>
                  </a:ext>
                </a:extLst>
              </p:cNvPr>
              <p:cNvCxnSpPr/>
              <p:nvPr/>
            </p:nvCxnSpPr>
            <p:spPr>
              <a:xfrm flipH="1">
                <a:off x="5712480" y="3600000"/>
                <a:ext cx="1487520" cy="2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2" name="直線コネクタ 105851">
                <a:extLst>
                  <a:ext uri="{FF2B5EF4-FFF2-40B4-BE49-F238E27FC236}">
                    <a16:creationId xmlns:a16="http://schemas.microsoft.com/office/drawing/2014/main" id="{09A7AE34-FDEF-46E9-BC0B-35C7B16DCD73}"/>
                  </a:ext>
                </a:extLst>
              </p:cNvPr>
              <p:cNvCxnSpPr/>
              <p:nvPr/>
            </p:nvCxnSpPr>
            <p:spPr>
              <a:xfrm flipH="1">
                <a:off x="5694840" y="3600000"/>
                <a:ext cx="1505160" cy="20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3" name="直線コネクタ 105852">
                <a:extLst>
                  <a:ext uri="{FF2B5EF4-FFF2-40B4-BE49-F238E27FC236}">
                    <a16:creationId xmlns:a16="http://schemas.microsoft.com/office/drawing/2014/main" id="{045D2541-D993-4ED7-A6FF-0E8262205794}"/>
                  </a:ext>
                </a:extLst>
              </p:cNvPr>
              <p:cNvCxnSpPr/>
              <p:nvPr/>
            </p:nvCxnSpPr>
            <p:spPr>
              <a:xfrm flipH="1">
                <a:off x="5677200" y="3600000"/>
                <a:ext cx="152280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4" name="直線コネクタ 105853">
                <a:extLst>
                  <a:ext uri="{FF2B5EF4-FFF2-40B4-BE49-F238E27FC236}">
                    <a16:creationId xmlns:a16="http://schemas.microsoft.com/office/drawing/2014/main" id="{10536231-148E-4E7B-BAE0-479E27082CA9}"/>
                  </a:ext>
                </a:extLst>
              </p:cNvPr>
              <p:cNvCxnSpPr/>
              <p:nvPr/>
            </p:nvCxnSpPr>
            <p:spPr>
              <a:xfrm flipH="1">
                <a:off x="5659200" y="3600000"/>
                <a:ext cx="1540800" cy="15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5" name="直線コネクタ 105854">
                <a:extLst>
                  <a:ext uri="{FF2B5EF4-FFF2-40B4-BE49-F238E27FC236}">
                    <a16:creationId xmlns:a16="http://schemas.microsoft.com/office/drawing/2014/main" id="{8B431BA6-D42D-4C16-B8E0-AC0DB66AC13E}"/>
                  </a:ext>
                </a:extLst>
              </p:cNvPr>
              <p:cNvCxnSpPr/>
              <p:nvPr/>
            </p:nvCxnSpPr>
            <p:spPr>
              <a:xfrm flipH="1">
                <a:off x="5641560" y="3600000"/>
                <a:ext cx="1558440" cy="1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6" name="直線コネクタ 105855">
                <a:extLst>
                  <a:ext uri="{FF2B5EF4-FFF2-40B4-BE49-F238E27FC236}">
                    <a16:creationId xmlns:a16="http://schemas.microsoft.com/office/drawing/2014/main" id="{23157580-3B9D-4916-B426-2F29C03C7832}"/>
                  </a:ext>
                </a:extLst>
              </p:cNvPr>
              <p:cNvCxnSpPr/>
              <p:nvPr/>
            </p:nvCxnSpPr>
            <p:spPr>
              <a:xfrm flipH="1">
                <a:off x="5623560" y="3600000"/>
                <a:ext cx="1576440" cy="1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7" name="直線コネクタ 105856">
                <a:extLst>
                  <a:ext uri="{FF2B5EF4-FFF2-40B4-BE49-F238E27FC236}">
                    <a16:creationId xmlns:a16="http://schemas.microsoft.com/office/drawing/2014/main" id="{3EB03B10-D523-4C22-A647-21827E5A5F6F}"/>
                  </a:ext>
                </a:extLst>
              </p:cNvPr>
              <p:cNvCxnSpPr/>
              <p:nvPr/>
            </p:nvCxnSpPr>
            <p:spPr>
              <a:xfrm flipH="1">
                <a:off x="5605560" y="3600000"/>
                <a:ext cx="1594440" cy="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8" name="直線コネクタ 105857">
                <a:extLst>
                  <a:ext uri="{FF2B5EF4-FFF2-40B4-BE49-F238E27FC236}">
                    <a16:creationId xmlns:a16="http://schemas.microsoft.com/office/drawing/2014/main" id="{315E776D-ED11-4502-A2B3-13B4062BA49F}"/>
                  </a:ext>
                </a:extLst>
              </p:cNvPr>
              <p:cNvCxnSpPr/>
              <p:nvPr/>
            </p:nvCxnSpPr>
            <p:spPr>
              <a:xfrm flipH="1">
                <a:off x="5913000" y="3600000"/>
                <a:ext cx="1287000" cy="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59" name="直線コネクタ 105858">
                <a:extLst>
                  <a:ext uri="{FF2B5EF4-FFF2-40B4-BE49-F238E27FC236}">
                    <a16:creationId xmlns:a16="http://schemas.microsoft.com/office/drawing/2014/main" id="{B84CDF3D-EC7C-4746-B4CB-8128540DDBF6}"/>
                  </a:ext>
                </a:extLst>
              </p:cNvPr>
              <p:cNvCxnSpPr/>
              <p:nvPr/>
            </p:nvCxnSpPr>
            <p:spPr>
              <a:xfrm flipH="1">
                <a:off x="5895720" y="3600000"/>
                <a:ext cx="1304280" cy="6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0" name="直線コネクタ 105859">
                <a:extLst>
                  <a:ext uri="{FF2B5EF4-FFF2-40B4-BE49-F238E27FC236}">
                    <a16:creationId xmlns:a16="http://schemas.microsoft.com/office/drawing/2014/main" id="{E2768E5A-ABC1-4650-A1E4-8415E64BBBD4}"/>
                  </a:ext>
                </a:extLst>
              </p:cNvPr>
              <p:cNvCxnSpPr/>
              <p:nvPr/>
            </p:nvCxnSpPr>
            <p:spPr>
              <a:xfrm flipH="1">
                <a:off x="5878440" y="3600000"/>
                <a:ext cx="1321560" cy="6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1" name="直線コネクタ 105860">
                <a:extLst>
                  <a:ext uri="{FF2B5EF4-FFF2-40B4-BE49-F238E27FC236}">
                    <a16:creationId xmlns:a16="http://schemas.microsoft.com/office/drawing/2014/main" id="{7C8D0AF5-6638-4D7D-8F30-5F236EDF3026}"/>
                  </a:ext>
                </a:extLst>
              </p:cNvPr>
              <p:cNvCxnSpPr/>
              <p:nvPr/>
            </p:nvCxnSpPr>
            <p:spPr>
              <a:xfrm flipH="1">
                <a:off x="5860800" y="3600000"/>
                <a:ext cx="1339200" cy="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2" name="直線コネクタ 105861">
                <a:extLst>
                  <a:ext uri="{FF2B5EF4-FFF2-40B4-BE49-F238E27FC236}">
                    <a16:creationId xmlns:a16="http://schemas.microsoft.com/office/drawing/2014/main" id="{984C42AC-AF61-4D18-B331-EE97460641E8}"/>
                  </a:ext>
                </a:extLst>
              </p:cNvPr>
              <p:cNvCxnSpPr/>
              <p:nvPr/>
            </p:nvCxnSpPr>
            <p:spPr>
              <a:xfrm flipH="1">
                <a:off x="5843520" y="3600000"/>
                <a:ext cx="1356480" cy="5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3" name="直線コネクタ 105862">
                <a:extLst>
                  <a:ext uri="{FF2B5EF4-FFF2-40B4-BE49-F238E27FC236}">
                    <a16:creationId xmlns:a16="http://schemas.microsoft.com/office/drawing/2014/main" id="{9F12E245-2063-4C4A-BE12-8322D78FB3ED}"/>
                  </a:ext>
                </a:extLst>
              </p:cNvPr>
              <p:cNvCxnSpPr/>
              <p:nvPr/>
            </p:nvCxnSpPr>
            <p:spPr>
              <a:xfrm flipH="1">
                <a:off x="5825880" y="3600000"/>
                <a:ext cx="1374120" cy="4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4" name="直線コネクタ 105863">
                <a:extLst>
                  <a:ext uri="{FF2B5EF4-FFF2-40B4-BE49-F238E27FC236}">
                    <a16:creationId xmlns:a16="http://schemas.microsoft.com/office/drawing/2014/main" id="{5122D776-9704-4750-A004-78DBBD6BB322}"/>
                  </a:ext>
                </a:extLst>
              </p:cNvPr>
              <p:cNvCxnSpPr/>
              <p:nvPr/>
            </p:nvCxnSpPr>
            <p:spPr>
              <a:xfrm flipH="1">
                <a:off x="5808600" y="3600000"/>
                <a:ext cx="1391400" cy="4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5" name="直線コネクタ 105864">
                <a:extLst>
                  <a:ext uri="{FF2B5EF4-FFF2-40B4-BE49-F238E27FC236}">
                    <a16:creationId xmlns:a16="http://schemas.microsoft.com/office/drawing/2014/main" id="{DF1754F3-BC46-4386-8E47-1A7DE767229B}"/>
                  </a:ext>
                </a:extLst>
              </p:cNvPr>
              <p:cNvCxnSpPr/>
              <p:nvPr/>
            </p:nvCxnSpPr>
            <p:spPr>
              <a:xfrm flipH="1">
                <a:off x="5790960" y="3600000"/>
                <a:ext cx="1409040" cy="39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6" name="直線コネクタ 105865">
                <a:extLst>
                  <a:ext uri="{FF2B5EF4-FFF2-40B4-BE49-F238E27FC236}">
                    <a16:creationId xmlns:a16="http://schemas.microsoft.com/office/drawing/2014/main" id="{A4AADF08-1496-4D13-86AE-D067E77B9906}"/>
                  </a:ext>
                </a:extLst>
              </p:cNvPr>
              <p:cNvCxnSpPr/>
              <p:nvPr/>
            </p:nvCxnSpPr>
            <p:spPr>
              <a:xfrm flipH="1">
                <a:off x="5773680" y="3600000"/>
                <a:ext cx="142632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7" name="直線コネクタ 105866">
                <a:extLst>
                  <a:ext uri="{FF2B5EF4-FFF2-40B4-BE49-F238E27FC236}">
                    <a16:creationId xmlns:a16="http://schemas.microsoft.com/office/drawing/2014/main" id="{B2B9018B-2DE1-47F4-8EA2-06C01BAFA6B0}"/>
                  </a:ext>
                </a:extLst>
              </p:cNvPr>
              <p:cNvCxnSpPr/>
              <p:nvPr/>
            </p:nvCxnSpPr>
            <p:spPr>
              <a:xfrm flipH="1">
                <a:off x="5756040" y="3600000"/>
                <a:ext cx="1443960" cy="33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8" name="直線コネクタ 105867">
                <a:extLst>
                  <a:ext uri="{FF2B5EF4-FFF2-40B4-BE49-F238E27FC236}">
                    <a16:creationId xmlns:a16="http://schemas.microsoft.com/office/drawing/2014/main" id="{0626D824-6300-411F-91BF-0C79B5EB0BFB}"/>
                  </a:ext>
                </a:extLst>
              </p:cNvPr>
              <p:cNvCxnSpPr/>
              <p:nvPr/>
            </p:nvCxnSpPr>
            <p:spPr>
              <a:xfrm flipH="1">
                <a:off x="5739840" y="3600000"/>
                <a:ext cx="1460160" cy="27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69" name="直線コネクタ 105868">
                <a:extLst>
                  <a:ext uri="{FF2B5EF4-FFF2-40B4-BE49-F238E27FC236}">
                    <a16:creationId xmlns:a16="http://schemas.microsoft.com/office/drawing/2014/main" id="{357B81ED-653C-4AC0-B86F-CDE9C3F80018}"/>
                  </a:ext>
                </a:extLst>
              </p:cNvPr>
              <p:cNvCxnSpPr/>
              <p:nvPr/>
            </p:nvCxnSpPr>
            <p:spPr>
              <a:xfrm flipH="1">
                <a:off x="5722200" y="3600000"/>
                <a:ext cx="1477800" cy="2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0" name="直線コネクタ 105869">
                <a:extLst>
                  <a:ext uri="{FF2B5EF4-FFF2-40B4-BE49-F238E27FC236}">
                    <a16:creationId xmlns:a16="http://schemas.microsoft.com/office/drawing/2014/main" id="{94EE4BF8-328D-49BA-BA01-7831D4BB4896}"/>
                  </a:ext>
                </a:extLst>
              </p:cNvPr>
              <p:cNvCxnSpPr/>
              <p:nvPr/>
            </p:nvCxnSpPr>
            <p:spPr>
              <a:xfrm flipH="1">
                <a:off x="5704920" y="3600000"/>
                <a:ext cx="1495080" cy="23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1" name="直線コネクタ 105870">
                <a:extLst>
                  <a:ext uri="{FF2B5EF4-FFF2-40B4-BE49-F238E27FC236}">
                    <a16:creationId xmlns:a16="http://schemas.microsoft.com/office/drawing/2014/main" id="{A8B91D52-D5B0-493D-BE0D-624BD74B7D1A}"/>
                  </a:ext>
                </a:extLst>
              </p:cNvPr>
              <p:cNvCxnSpPr/>
              <p:nvPr/>
            </p:nvCxnSpPr>
            <p:spPr>
              <a:xfrm flipH="1">
                <a:off x="5688360" y="3600000"/>
                <a:ext cx="151164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2" name="直線コネクタ 105871">
                <a:extLst>
                  <a:ext uri="{FF2B5EF4-FFF2-40B4-BE49-F238E27FC236}">
                    <a16:creationId xmlns:a16="http://schemas.microsoft.com/office/drawing/2014/main" id="{EBBC39AE-E868-45DE-AC4F-C29E85A05811}"/>
                  </a:ext>
                </a:extLst>
              </p:cNvPr>
              <p:cNvCxnSpPr/>
              <p:nvPr/>
            </p:nvCxnSpPr>
            <p:spPr>
              <a:xfrm flipH="1">
                <a:off x="5670720" y="3600000"/>
                <a:ext cx="1529280" cy="1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3" name="直線コネクタ 105872">
                <a:extLst>
                  <a:ext uri="{FF2B5EF4-FFF2-40B4-BE49-F238E27FC236}">
                    <a16:creationId xmlns:a16="http://schemas.microsoft.com/office/drawing/2014/main" id="{5AC2D6DD-F0D2-4DE3-A927-80C1700BEF31}"/>
                  </a:ext>
                </a:extLst>
              </p:cNvPr>
              <p:cNvCxnSpPr/>
              <p:nvPr/>
            </p:nvCxnSpPr>
            <p:spPr>
              <a:xfrm flipH="1">
                <a:off x="5653440" y="3600000"/>
                <a:ext cx="1546560" cy="1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4" name="直線コネクタ 105873">
                <a:extLst>
                  <a:ext uri="{FF2B5EF4-FFF2-40B4-BE49-F238E27FC236}">
                    <a16:creationId xmlns:a16="http://schemas.microsoft.com/office/drawing/2014/main" id="{CC3C86E6-A13F-47AB-BF38-AD745893EED1}"/>
                  </a:ext>
                </a:extLst>
              </p:cNvPr>
              <p:cNvCxnSpPr/>
              <p:nvPr/>
            </p:nvCxnSpPr>
            <p:spPr>
              <a:xfrm flipH="1">
                <a:off x="5636160" y="3600000"/>
                <a:ext cx="1563840" cy="14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5" name="直線コネクタ 105874">
                <a:extLst>
                  <a:ext uri="{FF2B5EF4-FFF2-40B4-BE49-F238E27FC236}">
                    <a16:creationId xmlns:a16="http://schemas.microsoft.com/office/drawing/2014/main" id="{B5D37FA9-79AA-4306-8562-013045521EB6}"/>
                  </a:ext>
                </a:extLst>
              </p:cNvPr>
              <p:cNvCxnSpPr/>
              <p:nvPr/>
            </p:nvCxnSpPr>
            <p:spPr>
              <a:xfrm flipH="1">
                <a:off x="5619600" y="3600000"/>
                <a:ext cx="158040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6" name="直線コネクタ 105875">
                <a:extLst>
                  <a:ext uri="{FF2B5EF4-FFF2-40B4-BE49-F238E27FC236}">
                    <a16:creationId xmlns:a16="http://schemas.microsoft.com/office/drawing/2014/main" id="{A3DA4347-3F50-45F5-9E53-2D03259A3FCF}"/>
                  </a:ext>
                </a:extLst>
              </p:cNvPr>
              <p:cNvCxnSpPr/>
              <p:nvPr/>
            </p:nvCxnSpPr>
            <p:spPr>
              <a:xfrm flipH="1">
                <a:off x="5601960" y="3600000"/>
                <a:ext cx="159804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7" name="直線コネクタ 105876">
                <a:extLst>
                  <a:ext uri="{FF2B5EF4-FFF2-40B4-BE49-F238E27FC236}">
                    <a16:creationId xmlns:a16="http://schemas.microsoft.com/office/drawing/2014/main" id="{2953F115-83EA-4543-B1C3-C287111F8A0D}"/>
                  </a:ext>
                </a:extLst>
              </p:cNvPr>
              <p:cNvCxnSpPr/>
              <p:nvPr/>
            </p:nvCxnSpPr>
            <p:spPr>
              <a:xfrm flipH="1">
                <a:off x="5585400" y="3600000"/>
                <a:ext cx="1614600" cy="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8" name="直線コネクタ 105877">
                <a:extLst>
                  <a:ext uri="{FF2B5EF4-FFF2-40B4-BE49-F238E27FC236}">
                    <a16:creationId xmlns:a16="http://schemas.microsoft.com/office/drawing/2014/main" id="{ECEE9C03-EE0D-4AF3-92FE-FB08D5DB130D}"/>
                  </a:ext>
                </a:extLst>
              </p:cNvPr>
              <p:cNvCxnSpPr/>
              <p:nvPr/>
            </p:nvCxnSpPr>
            <p:spPr>
              <a:xfrm flipH="1">
                <a:off x="5568840" y="3600000"/>
                <a:ext cx="1631160" cy="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79" name="直線コネクタ 105878">
                <a:extLst>
                  <a:ext uri="{FF2B5EF4-FFF2-40B4-BE49-F238E27FC236}">
                    <a16:creationId xmlns:a16="http://schemas.microsoft.com/office/drawing/2014/main" id="{203D30CC-D57D-4648-A24B-6EF5C0431840}"/>
                  </a:ext>
                </a:extLst>
              </p:cNvPr>
              <p:cNvCxnSpPr/>
              <p:nvPr/>
            </p:nvCxnSpPr>
            <p:spPr>
              <a:xfrm flipH="1">
                <a:off x="5551560" y="3600000"/>
                <a:ext cx="1648440" cy="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0" name="直線コネクタ 105879">
                <a:extLst>
                  <a:ext uri="{FF2B5EF4-FFF2-40B4-BE49-F238E27FC236}">
                    <a16:creationId xmlns:a16="http://schemas.microsoft.com/office/drawing/2014/main" id="{FDD41AF3-0E96-42C4-8F6C-4E7BB8554D1B}"/>
                  </a:ext>
                </a:extLst>
              </p:cNvPr>
              <p:cNvCxnSpPr/>
              <p:nvPr/>
            </p:nvCxnSpPr>
            <p:spPr>
              <a:xfrm flipH="1">
                <a:off x="5534640" y="3600000"/>
                <a:ext cx="1665360" cy="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1" name="直線コネクタ 105880">
                <a:extLst>
                  <a:ext uri="{FF2B5EF4-FFF2-40B4-BE49-F238E27FC236}">
                    <a16:creationId xmlns:a16="http://schemas.microsoft.com/office/drawing/2014/main" id="{BA79841B-68FC-4600-9C24-228DCDC68096}"/>
                  </a:ext>
                </a:extLst>
              </p:cNvPr>
              <p:cNvCxnSpPr/>
              <p:nvPr/>
            </p:nvCxnSpPr>
            <p:spPr>
              <a:xfrm flipH="1">
                <a:off x="5518080" y="3600000"/>
                <a:ext cx="168192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2" name="直線コネクタ 105881">
                <a:extLst>
                  <a:ext uri="{FF2B5EF4-FFF2-40B4-BE49-F238E27FC236}">
                    <a16:creationId xmlns:a16="http://schemas.microsoft.com/office/drawing/2014/main" id="{78370C78-21F9-4EA3-B2FE-B71E43099627}"/>
                  </a:ext>
                </a:extLst>
              </p:cNvPr>
              <p:cNvCxnSpPr/>
              <p:nvPr/>
            </p:nvCxnSpPr>
            <p:spPr>
              <a:xfrm flipH="1">
                <a:off x="5500800" y="3600000"/>
                <a:ext cx="1699200" cy="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3" name="直線コネクタ 105882">
                <a:extLst>
                  <a:ext uri="{FF2B5EF4-FFF2-40B4-BE49-F238E27FC236}">
                    <a16:creationId xmlns:a16="http://schemas.microsoft.com/office/drawing/2014/main" id="{4999F9DC-46B4-4527-B4DD-B42749C3F061}"/>
                  </a:ext>
                </a:extLst>
              </p:cNvPr>
              <p:cNvCxnSpPr/>
              <p:nvPr/>
            </p:nvCxnSpPr>
            <p:spPr>
              <a:xfrm flipH="1">
                <a:off x="5484240" y="3600000"/>
                <a:ext cx="171576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4" name="直線コネクタ 105883">
                <a:extLst>
                  <a:ext uri="{FF2B5EF4-FFF2-40B4-BE49-F238E27FC236}">
                    <a16:creationId xmlns:a16="http://schemas.microsoft.com/office/drawing/2014/main" id="{8F50881E-64C6-4708-B566-2AAEA5B9F805}"/>
                  </a:ext>
                </a:extLst>
              </p:cNvPr>
              <p:cNvCxnSpPr/>
              <p:nvPr/>
            </p:nvCxnSpPr>
            <p:spPr>
              <a:xfrm flipH="1" flipV="1">
                <a:off x="5467320" y="3598920"/>
                <a:ext cx="1732680" cy="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5" name="直線コネクタ 105884">
                <a:extLst>
                  <a:ext uri="{FF2B5EF4-FFF2-40B4-BE49-F238E27FC236}">
                    <a16:creationId xmlns:a16="http://schemas.microsoft.com/office/drawing/2014/main" id="{E7136B05-5468-4C94-B1CD-B22AFFF25E04}"/>
                  </a:ext>
                </a:extLst>
              </p:cNvPr>
              <p:cNvCxnSpPr/>
              <p:nvPr/>
            </p:nvCxnSpPr>
            <p:spPr>
              <a:xfrm flipH="1">
                <a:off x="5450400" y="3600000"/>
                <a:ext cx="1749600" cy="1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6" name="直線コネクタ 105885">
                <a:extLst>
                  <a:ext uri="{FF2B5EF4-FFF2-40B4-BE49-F238E27FC236}">
                    <a16:creationId xmlns:a16="http://schemas.microsoft.com/office/drawing/2014/main" id="{EB1006DD-53A3-475F-9F6E-164685480707}"/>
                  </a:ext>
                </a:extLst>
              </p:cNvPr>
              <p:cNvCxnSpPr/>
              <p:nvPr/>
            </p:nvCxnSpPr>
            <p:spPr>
              <a:xfrm flipH="1">
                <a:off x="5433480" y="3600000"/>
                <a:ext cx="1766520" cy="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7" name="直線コネクタ 105886">
                <a:extLst>
                  <a:ext uri="{FF2B5EF4-FFF2-40B4-BE49-F238E27FC236}">
                    <a16:creationId xmlns:a16="http://schemas.microsoft.com/office/drawing/2014/main" id="{23BAE0AA-FDF0-4763-8EB5-E740AFF63FEA}"/>
                  </a:ext>
                </a:extLst>
              </p:cNvPr>
              <p:cNvCxnSpPr/>
              <p:nvPr/>
            </p:nvCxnSpPr>
            <p:spPr>
              <a:xfrm flipH="1">
                <a:off x="5416920" y="3600000"/>
                <a:ext cx="178308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888" name="直線コネクタ 105887">
                <a:extLst>
                  <a:ext uri="{FF2B5EF4-FFF2-40B4-BE49-F238E27FC236}">
                    <a16:creationId xmlns:a16="http://schemas.microsoft.com/office/drawing/2014/main" id="{140B3190-2146-4222-9E23-B7544EC76557}"/>
                  </a:ext>
                </a:extLst>
              </p:cNvPr>
              <p:cNvCxnSpPr/>
              <p:nvPr/>
            </p:nvCxnSpPr>
            <p:spPr>
              <a:xfrm flipH="1">
                <a:off x="5400000" y="3600000"/>
                <a:ext cx="180000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922" name="グループ化 104921">
              <a:extLst>
                <a:ext uri="{FF2B5EF4-FFF2-40B4-BE49-F238E27FC236}">
                  <a16:creationId xmlns:a16="http://schemas.microsoft.com/office/drawing/2014/main" id="{6B0611C8-F405-46A0-BB46-5144367546C4}"/>
                </a:ext>
              </a:extLst>
            </p:cNvPr>
            <p:cNvGrpSpPr/>
            <p:nvPr/>
          </p:nvGrpSpPr>
          <p:grpSpPr>
            <a:xfrm flipV="1">
              <a:off x="1800000" y="5400000"/>
              <a:ext cx="1801080" cy="1801080"/>
              <a:chOff x="5400000" y="3598920"/>
              <a:chExt cx="1801080" cy="1801080"/>
            </a:xfrm>
          </p:grpSpPr>
          <p:cxnSp>
            <p:nvCxnSpPr>
              <p:cNvPr id="105407" name="直線コネクタ 105406">
                <a:extLst>
                  <a:ext uri="{FF2B5EF4-FFF2-40B4-BE49-F238E27FC236}">
                    <a16:creationId xmlns:a16="http://schemas.microsoft.com/office/drawing/2014/main" id="{5B3154BF-132B-46D5-8D6F-B54773EE3ACA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800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8" name="直線コネクタ 105407">
                <a:extLst>
                  <a:ext uri="{FF2B5EF4-FFF2-40B4-BE49-F238E27FC236}">
                    <a16:creationId xmlns:a16="http://schemas.microsoft.com/office/drawing/2014/main" id="{78204E51-7498-4548-A79D-4E64A2AB701B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83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9" name="直線コネクタ 105408">
                <a:extLst>
                  <a:ext uri="{FF2B5EF4-FFF2-40B4-BE49-F238E27FC236}">
                    <a16:creationId xmlns:a16="http://schemas.microsoft.com/office/drawing/2014/main" id="{3842FA93-A801-446F-8C23-659FB5E8A1F5}"/>
                  </a:ext>
                </a:extLst>
              </p:cNvPr>
              <p:cNvCxnSpPr/>
              <p:nvPr/>
            </p:nvCxnSpPr>
            <p:spPr>
              <a:xfrm flipH="1">
                <a:off x="7199280" y="3600000"/>
                <a:ext cx="720" cy="176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0" name="直線コネクタ 105409">
                <a:extLst>
                  <a:ext uri="{FF2B5EF4-FFF2-40B4-BE49-F238E27FC236}">
                    <a16:creationId xmlns:a16="http://schemas.microsoft.com/office/drawing/2014/main" id="{73E06FB5-EE0A-4765-BD59-6B10A5BDF067}"/>
                  </a:ext>
                </a:extLst>
              </p:cNvPr>
              <p:cNvCxnSpPr/>
              <p:nvPr/>
            </p:nvCxnSpPr>
            <p:spPr>
              <a:xfrm flipH="1">
                <a:off x="7198560" y="3600000"/>
                <a:ext cx="1440" cy="1749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1" name="直線コネクタ 105410">
                <a:extLst>
                  <a:ext uri="{FF2B5EF4-FFF2-40B4-BE49-F238E27FC236}">
                    <a16:creationId xmlns:a16="http://schemas.microsoft.com/office/drawing/2014/main" id="{5084DE18-659E-4446-83C9-927109416BE0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1080" cy="1732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2" name="直線コネクタ 105411">
                <a:extLst>
                  <a:ext uri="{FF2B5EF4-FFF2-40B4-BE49-F238E27FC236}">
                    <a16:creationId xmlns:a16="http://schemas.microsoft.com/office/drawing/2014/main" id="{D7A3769F-EB8B-43F2-9510-FA07A6CD64C7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1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3" name="直線コネクタ 105412">
                <a:extLst>
                  <a:ext uri="{FF2B5EF4-FFF2-40B4-BE49-F238E27FC236}">
                    <a16:creationId xmlns:a16="http://schemas.microsoft.com/office/drawing/2014/main" id="{5C4F436F-1803-4E9B-B563-D0318486C57C}"/>
                  </a:ext>
                </a:extLst>
              </p:cNvPr>
              <p:cNvCxnSpPr/>
              <p:nvPr/>
            </p:nvCxnSpPr>
            <p:spPr>
              <a:xfrm flipH="1">
                <a:off x="7198200" y="3600000"/>
                <a:ext cx="1800" cy="169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4" name="直線コネクタ 105413">
                <a:extLst>
                  <a:ext uri="{FF2B5EF4-FFF2-40B4-BE49-F238E27FC236}">
                    <a16:creationId xmlns:a16="http://schemas.microsoft.com/office/drawing/2014/main" id="{B525FC90-3359-4C0A-B1BC-8B470139F4BA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681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5" name="直線コネクタ 105414">
                <a:extLst>
                  <a:ext uri="{FF2B5EF4-FFF2-40B4-BE49-F238E27FC236}">
                    <a16:creationId xmlns:a16="http://schemas.microsoft.com/office/drawing/2014/main" id="{9C99AC33-79D0-48CB-BD82-BE0153C19F4A}"/>
                  </a:ext>
                </a:extLst>
              </p:cNvPr>
              <p:cNvCxnSpPr/>
              <p:nvPr/>
            </p:nvCxnSpPr>
            <p:spPr>
              <a:xfrm flipH="1">
                <a:off x="7197840" y="3600000"/>
                <a:ext cx="2160" cy="1665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6" name="直線コネクタ 105415">
                <a:extLst>
                  <a:ext uri="{FF2B5EF4-FFF2-40B4-BE49-F238E27FC236}">
                    <a16:creationId xmlns:a16="http://schemas.microsoft.com/office/drawing/2014/main" id="{1989CA87-8689-40F2-A703-3D9B7C8479C6}"/>
                  </a:ext>
                </a:extLst>
              </p:cNvPr>
              <p:cNvCxnSpPr/>
              <p:nvPr/>
            </p:nvCxnSpPr>
            <p:spPr>
              <a:xfrm flipH="1">
                <a:off x="7195320" y="3600000"/>
                <a:ext cx="4680" cy="164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7" name="直線コネクタ 105416">
                <a:extLst>
                  <a:ext uri="{FF2B5EF4-FFF2-40B4-BE49-F238E27FC236}">
                    <a16:creationId xmlns:a16="http://schemas.microsoft.com/office/drawing/2014/main" id="{42FB9E77-FDF0-4ED2-87DF-46665FE06914}"/>
                  </a:ext>
                </a:extLst>
              </p:cNvPr>
              <p:cNvCxnSpPr/>
              <p:nvPr/>
            </p:nvCxnSpPr>
            <p:spPr>
              <a:xfrm flipH="1">
                <a:off x="7196040" y="3600000"/>
                <a:ext cx="3960" cy="163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8" name="直線コネクタ 105417">
                <a:extLst>
                  <a:ext uri="{FF2B5EF4-FFF2-40B4-BE49-F238E27FC236}">
                    <a16:creationId xmlns:a16="http://schemas.microsoft.com/office/drawing/2014/main" id="{FF53CE86-8144-48EA-B570-330BC602813C}"/>
                  </a:ext>
                </a:extLst>
              </p:cNvPr>
              <p:cNvCxnSpPr/>
              <p:nvPr/>
            </p:nvCxnSpPr>
            <p:spPr>
              <a:xfrm flipH="1">
                <a:off x="7192800" y="3600000"/>
                <a:ext cx="7200" cy="161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19" name="直線コネクタ 105418">
                <a:extLst>
                  <a:ext uri="{FF2B5EF4-FFF2-40B4-BE49-F238E27FC236}">
                    <a16:creationId xmlns:a16="http://schemas.microsoft.com/office/drawing/2014/main" id="{2F99B591-AAA6-4D58-A674-4FB213D0CEB3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9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0" name="直線コネクタ 105419">
                <a:extLst>
                  <a:ext uri="{FF2B5EF4-FFF2-40B4-BE49-F238E27FC236}">
                    <a16:creationId xmlns:a16="http://schemas.microsoft.com/office/drawing/2014/main" id="{5EE6618A-F20D-4185-A5A2-B12EB998DCF3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8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1" name="直線コネクタ 105420">
                <a:extLst>
                  <a:ext uri="{FF2B5EF4-FFF2-40B4-BE49-F238E27FC236}">
                    <a16:creationId xmlns:a16="http://schemas.microsoft.com/office/drawing/2014/main" id="{C430EA37-FE5C-4ED8-A3C3-5CFF607FFA5D}"/>
                  </a:ext>
                </a:extLst>
              </p:cNvPr>
              <p:cNvCxnSpPr/>
              <p:nvPr/>
            </p:nvCxnSpPr>
            <p:spPr>
              <a:xfrm flipH="1">
                <a:off x="7185600" y="3600000"/>
                <a:ext cx="14400" cy="156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2" name="直線コネクタ 105421">
                <a:extLst>
                  <a:ext uri="{FF2B5EF4-FFF2-40B4-BE49-F238E27FC236}">
                    <a16:creationId xmlns:a16="http://schemas.microsoft.com/office/drawing/2014/main" id="{3E87714B-5ED8-48EA-A5EA-14E80C1770A2}"/>
                  </a:ext>
                </a:extLst>
              </p:cNvPr>
              <p:cNvCxnSpPr/>
              <p:nvPr/>
            </p:nvCxnSpPr>
            <p:spPr>
              <a:xfrm flipH="1">
                <a:off x="7184520" y="3600000"/>
                <a:ext cx="15480" cy="154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3" name="直線コネクタ 105422">
                <a:extLst>
                  <a:ext uri="{FF2B5EF4-FFF2-40B4-BE49-F238E27FC236}">
                    <a16:creationId xmlns:a16="http://schemas.microsoft.com/office/drawing/2014/main" id="{BFA921B5-AA35-4071-A3D3-5E99F1D6C92E}"/>
                  </a:ext>
                </a:extLst>
              </p:cNvPr>
              <p:cNvCxnSpPr/>
              <p:nvPr/>
            </p:nvCxnSpPr>
            <p:spPr>
              <a:xfrm flipH="1">
                <a:off x="7183440" y="3600000"/>
                <a:ext cx="16560" cy="1529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4" name="直線コネクタ 105423">
                <a:extLst>
                  <a:ext uri="{FF2B5EF4-FFF2-40B4-BE49-F238E27FC236}">
                    <a16:creationId xmlns:a16="http://schemas.microsoft.com/office/drawing/2014/main" id="{3DBC5BDF-3F92-41AA-AC00-87C22F8443EA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1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5" name="直線コネクタ 105424">
                <a:extLst>
                  <a:ext uri="{FF2B5EF4-FFF2-40B4-BE49-F238E27FC236}">
                    <a16:creationId xmlns:a16="http://schemas.microsoft.com/office/drawing/2014/main" id="{E36078C2-95F2-483D-9BE1-51C0BAAA7E58}"/>
                  </a:ext>
                </a:extLst>
              </p:cNvPr>
              <p:cNvCxnSpPr/>
              <p:nvPr/>
            </p:nvCxnSpPr>
            <p:spPr>
              <a:xfrm flipH="1">
                <a:off x="7176960" y="3600000"/>
                <a:ext cx="23040" cy="1495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6" name="直線コネクタ 105425">
                <a:extLst>
                  <a:ext uri="{FF2B5EF4-FFF2-40B4-BE49-F238E27FC236}">
                    <a16:creationId xmlns:a16="http://schemas.microsoft.com/office/drawing/2014/main" id="{A70D6F12-F43E-4AA7-BC87-F247FC76F49C}"/>
                  </a:ext>
                </a:extLst>
              </p:cNvPr>
              <p:cNvCxnSpPr/>
              <p:nvPr/>
            </p:nvCxnSpPr>
            <p:spPr>
              <a:xfrm flipH="1">
                <a:off x="7174800" y="3600000"/>
                <a:ext cx="25200" cy="1477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7" name="直線コネクタ 105426">
                <a:extLst>
                  <a:ext uri="{FF2B5EF4-FFF2-40B4-BE49-F238E27FC236}">
                    <a16:creationId xmlns:a16="http://schemas.microsoft.com/office/drawing/2014/main" id="{8B734F70-B7D7-4E09-9D75-BF216A6B07E7}"/>
                  </a:ext>
                </a:extLst>
              </p:cNvPr>
              <p:cNvCxnSpPr/>
              <p:nvPr/>
            </p:nvCxnSpPr>
            <p:spPr>
              <a:xfrm flipH="1">
                <a:off x="7172640" y="3600000"/>
                <a:ext cx="27360" cy="1460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8" name="直線コネクタ 105427">
                <a:extLst>
                  <a:ext uri="{FF2B5EF4-FFF2-40B4-BE49-F238E27FC236}">
                    <a16:creationId xmlns:a16="http://schemas.microsoft.com/office/drawing/2014/main" id="{5123B6CC-7372-48CB-A1F1-9292260DE309}"/>
                  </a:ext>
                </a:extLst>
              </p:cNvPr>
              <p:cNvCxnSpPr/>
              <p:nvPr/>
            </p:nvCxnSpPr>
            <p:spPr>
              <a:xfrm flipH="1">
                <a:off x="7166520" y="3600000"/>
                <a:ext cx="33480" cy="144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29" name="直線コネクタ 105428">
                <a:extLst>
                  <a:ext uri="{FF2B5EF4-FFF2-40B4-BE49-F238E27FC236}">
                    <a16:creationId xmlns:a16="http://schemas.microsoft.com/office/drawing/2014/main" id="{1DA2DCFF-B4A7-4037-8B52-2139EE0AF4CC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26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0" name="直線コネクタ 105429">
                <a:extLst>
                  <a:ext uri="{FF2B5EF4-FFF2-40B4-BE49-F238E27FC236}">
                    <a16:creationId xmlns:a16="http://schemas.microsoft.com/office/drawing/2014/main" id="{F8E879F5-30B7-44B4-9E5F-7D87443F5C11}"/>
                  </a:ext>
                </a:extLst>
              </p:cNvPr>
              <p:cNvCxnSpPr/>
              <p:nvPr/>
            </p:nvCxnSpPr>
            <p:spPr>
              <a:xfrm flipH="1">
                <a:off x="7160040" y="3600000"/>
                <a:ext cx="39960" cy="1409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1" name="直線コネクタ 105430">
                <a:extLst>
                  <a:ext uri="{FF2B5EF4-FFF2-40B4-BE49-F238E27FC236}">
                    <a16:creationId xmlns:a16="http://schemas.microsoft.com/office/drawing/2014/main" id="{A916241B-D3F2-42DA-A758-54A30385DAE7}"/>
                  </a:ext>
                </a:extLst>
              </p:cNvPr>
              <p:cNvCxnSpPr/>
              <p:nvPr/>
            </p:nvCxnSpPr>
            <p:spPr>
              <a:xfrm flipH="1">
                <a:off x="7156440" y="3600000"/>
                <a:ext cx="43560" cy="139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2" name="直線コネクタ 105431">
                <a:extLst>
                  <a:ext uri="{FF2B5EF4-FFF2-40B4-BE49-F238E27FC236}">
                    <a16:creationId xmlns:a16="http://schemas.microsoft.com/office/drawing/2014/main" id="{5B25AA85-2014-4CC0-9B0C-9241D637737C}"/>
                  </a:ext>
                </a:extLst>
              </p:cNvPr>
              <p:cNvCxnSpPr/>
              <p:nvPr/>
            </p:nvCxnSpPr>
            <p:spPr>
              <a:xfrm flipH="1">
                <a:off x="7152480" y="3600000"/>
                <a:ext cx="47520" cy="137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3" name="直線コネクタ 105432">
                <a:extLst>
                  <a:ext uri="{FF2B5EF4-FFF2-40B4-BE49-F238E27FC236}">
                    <a16:creationId xmlns:a16="http://schemas.microsoft.com/office/drawing/2014/main" id="{90A064DD-103A-48D8-B4EC-008BCDD86D56}"/>
                  </a:ext>
                </a:extLst>
              </p:cNvPr>
              <p:cNvCxnSpPr/>
              <p:nvPr/>
            </p:nvCxnSpPr>
            <p:spPr>
              <a:xfrm flipH="1">
                <a:off x="7148160" y="3600000"/>
                <a:ext cx="51840" cy="1356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4" name="直線コネクタ 105433">
                <a:extLst>
                  <a:ext uri="{FF2B5EF4-FFF2-40B4-BE49-F238E27FC236}">
                    <a16:creationId xmlns:a16="http://schemas.microsoft.com/office/drawing/2014/main" id="{BF8F082E-3527-4F66-B039-0EE78C30EAD7}"/>
                  </a:ext>
                </a:extLst>
              </p:cNvPr>
              <p:cNvCxnSpPr/>
              <p:nvPr/>
            </p:nvCxnSpPr>
            <p:spPr>
              <a:xfrm flipH="1">
                <a:off x="7143480" y="3600000"/>
                <a:ext cx="56520" cy="133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5" name="直線コネクタ 105434">
                <a:extLst>
                  <a:ext uri="{FF2B5EF4-FFF2-40B4-BE49-F238E27FC236}">
                    <a16:creationId xmlns:a16="http://schemas.microsoft.com/office/drawing/2014/main" id="{12D6612D-88F3-4628-B68C-4869FD98875E}"/>
                  </a:ext>
                </a:extLst>
              </p:cNvPr>
              <p:cNvCxnSpPr/>
              <p:nvPr/>
            </p:nvCxnSpPr>
            <p:spPr>
              <a:xfrm flipH="1">
                <a:off x="7138440" y="3600000"/>
                <a:ext cx="61560" cy="132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6" name="直線コネクタ 105435">
                <a:extLst>
                  <a:ext uri="{FF2B5EF4-FFF2-40B4-BE49-F238E27FC236}">
                    <a16:creationId xmlns:a16="http://schemas.microsoft.com/office/drawing/2014/main" id="{64E78C01-9EF0-498F-BE90-2F3AF3B9A1A7}"/>
                  </a:ext>
                </a:extLst>
              </p:cNvPr>
              <p:cNvCxnSpPr/>
              <p:nvPr/>
            </p:nvCxnSpPr>
            <p:spPr>
              <a:xfrm flipH="1">
                <a:off x="7133040" y="3600000"/>
                <a:ext cx="66960" cy="1304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7" name="直線コネクタ 105436">
                <a:extLst>
                  <a:ext uri="{FF2B5EF4-FFF2-40B4-BE49-F238E27FC236}">
                    <a16:creationId xmlns:a16="http://schemas.microsoft.com/office/drawing/2014/main" id="{FABB0513-E12F-4E59-8FCB-3AF15AB67C8E}"/>
                  </a:ext>
                </a:extLst>
              </p:cNvPr>
              <p:cNvCxnSpPr/>
              <p:nvPr/>
            </p:nvCxnSpPr>
            <p:spPr>
              <a:xfrm flipH="1">
                <a:off x="7192440" y="3600000"/>
                <a:ext cx="7560" cy="161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8" name="直線コネクタ 105437">
                <a:extLst>
                  <a:ext uri="{FF2B5EF4-FFF2-40B4-BE49-F238E27FC236}">
                    <a16:creationId xmlns:a16="http://schemas.microsoft.com/office/drawing/2014/main" id="{0AFB01A7-B17D-4D5F-8B62-431DB1D9693B}"/>
                  </a:ext>
                </a:extLst>
              </p:cNvPr>
              <p:cNvCxnSpPr/>
              <p:nvPr/>
            </p:nvCxnSpPr>
            <p:spPr>
              <a:xfrm flipH="1">
                <a:off x="7191000" y="3600000"/>
                <a:ext cx="9000" cy="1594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39" name="直線コネクタ 105438">
                <a:extLst>
                  <a:ext uri="{FF2B5EF4-FFF2-40B4-BE49-F238E27FC236}">
                    <a16:creationId xmlns:a16="http://schemas.microsoft.com/office/drawing/2014/main" id="{54A4F78F-2CA0-4164-9002-3F5E788FD8FD}"/>
                  </a:ext>
                </a:extLst>
              </p:cNvPr>
              <p:cNvCxnSpPr/>
              <p:nvPr/>
            </p:nvCxnSpPr>
            <p:spPr>
              <a:xfrm flipH="1">
                <a:off x="7189200" y="3600000"/>
                <a:ext cx="10800" cy="157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0" name="直線コネクタ 105439">
                <a:extLst>
                  <a:ext uri="{FF2B5EF4-FFF2-40B4-BE49-F238E27FC236}">
                    <a16:creationId xmlns:a16="http://schemas.microsoft.com/office/drawing/2014/main" id="{97F8E7CF-3B2D-4210-B48F-C0F15945B534}"/>
                  </a:ext>
                </a:extLst>
              </p:cNvPr>
              <p:cNvCxnSpPr/>
              <p:nvPr/>
            </p:nvCxnSpPr>
            <p:spPr>
              <a:xfrm flipH="1">
                <a:off x="7187040" y="3600000"/>
                <a:ext cx="12960" cy="155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1" name="直線コネクタ 105440">
                <a:extLst>
                  <a:ext uri="{FF2B5EF4-FFF2-40B4-BE49-F238E27FC236}">
                    <a16:creationId xmlns:a16="http://schemas.microsoft.com/office/drawing/2014/main" id="{B204DDFF-D6C4-4D44-91F9-B5C4F8980842}"/>
                  </a:ext>
                </a:extLst>
              </p:cNvPr>
              <p:cNvCxnSpPr/>
              <p:nvPr/>
            </p:nvCxnSpPr>
            <p:spPr>
              <a:xfrm flipH="1">
                <a:off x="7184880" y="3600000"/>
                <a:ext cx="15120" cy="154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2" name="直線コネクタ 105441">
                <a:extLst>
                  <a:ext uri="{FF2B5EF4-FFF2-40B4-BE49-F238E27FC236}">
                    <a16:creationId xmlns:a16="http://schemas.microsoft.com/office/drawing/2014/main" id="{7B7F108C-9187-40D8-9855-F46B7B3EDD45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2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3" name="直線コネクタ 105442">
                <a:extLst>
                  <a:ext uri="{FF2B5EF4-FFF2-40B4-BE49-F238E27FC236}">
                    <a16:creationId xmlns:a16="http://schemas.microsoft.com/office/drawing/2014/main" id="{C7110798-688A-4F88-BA14-EF574800F6E8}"/>
                  </a:ext>
                </a:extLst>
              </p:cNvPr>
              <p:cNvCxnSpPr/>
              <p:nvPr/>
            </p:nvCxnSpPr>
            <p:spPr>
              <a:xfrm flipH="1">
                <a:off x="7179120" y="3600000"/>
                <a:ext cx="20880" cy="150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4" name="直線コネクタ 105443">
                <a:extLst>
                  <a:ext uri="{FF2B5EF4-FFF2-40B4-BE49-F238E27FC236}">
                    <a16:creationId xmlns:a16="http://schemas.microsoft.com/office/drawing/2014/main" id="{0E8ACFBF-0529-4CAB-BD17-99C918246F2E}"/>
                  </a:ext>
                </a:extLst>
              </p:cNvPr>
              <p:cNvCxnSpPr/>
              <p:nvPr/>
            </p:nvCxnSpPr>
            <p:spPr>
              <a:xfrm flipH="1">
                <a:off x="7175880" y="3600000"/>
                <a:ext cx="24120" cy="148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5" name="直線コネクタ 105444">
                <a:extLst>
                  <a:ext uri="{FF2B5EF4-FFF2-40B4-BE49-F238E27FC236}">
                    <a16:creationId xmlns:a16="http://schemas.microsoft.com/office/drawing/2014/main" id="{5756068C-3A79-4061-BF9B-E2D9B2AFB0FF}"/>
                  </a:ext>
                </a:extLst>
              </p:cNvPr>
              <p:cNvCxnSpPr/>
              <p:nvPr/>
            </p:nvCxnSpPr>
            <p:spPr>
              <a:xfrm flipH="1">
                <a:off x="7172280" y="3600000"/>
                <a:ext cx="27720" cy="147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6" name="直線コネクタ 105445">
                <a:extLst>
                  <a:ext uri="{FF2B5EF4-FFF2-40B4-BE49-F238E27FC236}">
                    <a16:creationId xmlns:a16="http://schemas.microsoft.com/office/drawing/2014/main" id="{A8B967DE-08AF-4BC9-B088-283F5CD5BD1F}"/>
                  </a:ext>
                </a:extLst>
              </p:cNvPr>
              <p:cNvCxnSpPr/>
              <p:nvPr/>
            </p:nvCxnSpPr>
            <p:spPr>
              <a:xfrm flipH="1">
                <a:off x="7168320" y="3600000"/>
                <a:ext cx="31680" cy="145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7" name="直線コネクタ 105446">
                <a:extLst>
                  <a:ext uri="{FF2B5EF4-FFF2-40B4-BE49-F238E27FC236}">
                    <a16:creationId xmlns:a16="http://schemas.microsoft.com/office/drawing/2014/main" id="{7E10760D-811F-49E9-8603-A84A81926E62}"/>
                  </a:ext>
                </a:extLst>
              </p:cNvPr>
              <p:cNvCxnSpPr/>
              <p:nvPr/>
            </p:nvCxnSpPr>
            <p:spPr>
              <a:xfrm flipH="1">
                <a:off x="7167600" y="3600000"/>
                <a:ext cx="32400" cy="1435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8" name="直線コネクタ 105447">
                <a:extLst>
                  <a:ext uri="{FF2B5EF4-FFF2-40B4-BE49-F238E27FC236}">
                    <a16:creationId xmlns:a16="http://schemas.microsoft.com/office/drawing/2014/main" id="{2C967B4C-C941-42BF-866D-46F85B555FCB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18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49" name="直線コネクタ 105448">
                <a:extLst>
                  <a:ext uri="{FF2B5EF4-FFF2-40B4-BE49-F238E27FC236}">
                    <a16:creationId xmlns:a16="http://schemas.microsoft.com/office/drawing/2014/main" id="{39B0E3DB-4D23-474E-B442-DB4C4AADC60C}"/>
                  </a:ext>
                </a:extLst>
              </p:cNvPr>
              <p:cNvCxnSpPr/>
              <p:nvPr/>
            </p:nvCxnSpPr>
            <p:spPr>
              <a:xfrm flipH="1">
                <a:off x="7158600" y="3600000"/>
                <a:ext cx="41400" cy="1401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0" name="直線コネクタ 105449">
                <a:extLst>
                  <a:ext uri="{FF2B5EF4-FFF2-40B4-BE49-F238E27FC236}">
                    <a16:creationId xmlns:a16="http://schemas.microsoft.com/office/drawing/2014/main" id="{B62392A6-C955-4E5E-AC45-5280F27EE525}"/>
                  </a:ext>
                </a:extLst>
              </p:cNvPr>
              <p:cNvCxnSpPr/>
              <p:nvPr/>
            </p:nvCxnSpPr>
            <p:spPr>
              <a:xfrm flipH="1">
                <a:off x="7156800" y="3600000"/>
                <a:ext cx="43200" cy="138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1" name="直線コネクタ 105450">
                <a:extLst>
                  <a:ext uri="{FF2B5EF4-FFF2-40B4-BE49-F238E27FC236}">
                    <a16:creationId xmlns:a16="http://schemas.microsoft.com/office/drawing/2014/main" id="{C39EB5B8-2552-4DFA-B53E-C6F829FC21D2}"/>
                  </a:ext>
                </a:extLst>
              </p:cNvPr>
              <p:cNvCxnSpPr/>
              <p:nvPr/>
            </p:nvCxnSpPr>
            <p:spPr>
              <a:xfrm flipH="1">
                <a:off x="7151400" y="3600000"/>
                <a:ext cx="48600" cy="13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2" name="直線コネクタ 105451">
                <a:extLst>
                  <a:ext uri="{FF2B5EF4-FFF2-40B4-BE49-F238E27FC236}">
                    <a16:creationId xmlns:a16="http://schemas.microsoft.com/office/drawing/2014/main" id="{36B68A46-D7A2-402E-A8A1-EB231CBA3C45}"/>
                  </a:ext>
                </a:extLst>
              </p:cNvPr>
              <p:cNvCxnSpPr/>
              <p:nvPr/>
            </p:nvCxnSpPr>
            <p:spPr>
              <a:xfrm flipH="1">
                <a:off x="7146000" y="3600000"/>
                <a:ext cx="54000" cy="135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3" name="直線コネクタ 105452">
                <a:extLst>
                  <a:ext uri="{FF2B5EF4-FFF2-40B4-BE49-F238E27FC236}">
                    <a16:creationId xmlns:a16="http://schemas.microsoft.com/office/drawing/2014/main" id="{D12EEB20-EC06-4DDA-B565-5673A2385AC1}"/>
                  </a:ext>
                </a:extLst>
              </p:cNvPr>
              <p:cNvCxnSpPr/>
              <p:nvPr/>
            </p:nvCxnSpPr>
            <p:spPr>
              <a:xfrm flipH="1">
                <a:off x="7139880" y="3600000"/>
                <a:ext cx="60120" cy="1334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4" name="直線コネクタ 105453">
                <a:extLst>
                  <a:ext uri="{FF2B5EF4-FFF2-40B4-BE49-F238E27FC236}">
                    <a16:creationId xmlns:a16="http://schemas.microsoft.com/office/drawing/2014/main" id="{40A0772D-394B-4A27-8398-1D9CDCC85829}"/>
                  </a:ext>
                </a:extLst>
              </p:cNvPr>
              <p:cNvCxnSpPr/>
              <p:nvPr/>
            </p:nvCxnSpPr>
            <p:spPr>
              <a:xfrm flipH="1">
                <a:off x="7137360" y="3600000"/>
                <a:ext cx="62640" cy="131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5" name="直線コネクタ 105454">
                <a:extLst>
                  <a:ext uri="{FF2B5EF4-FFF2-40B4-BE49-F238E27FC236}">
                    <a16:creationId xmlns:a16="http://schemas.microsoft.com/office/drawing/2014/main" id="{294DAF0D-7D58-4D42-BE41-1334F36EDC08}"/>
                  </a:ext>
                </a:extLst>
              </p:cNvPr>
              <p:cNvCxnSpPr/>
              <p:nvPr/>
            </p:nvCxnSpPr>
            <p:spPr>
              <a:xfrm flipH="1">
                <a:off x="7130880" y="3600000"/>
                <a:ext cx="69120" cy="1301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6" name="直線コネクタ 105455">
                <a:extLst>
                  <a:ext uri="{FF2B5EF4-FFF2-40B4-BE49-F238E27FC236}">
                    <a16:creationId xmlns:a16="http://schemas.microsoft.com/office/drawing/2014/main" id="{0690D757-FD3D-471F-A87F-8639A87C338D}"/>
                  </a:ext>
                </a:extLst>
              </p:cNvPr>
              <p:cNvCxnSpPr/>
              <p:nvPr/>
            </p:nvCxnSpPr>
            <p:spPr>
              <a:xfrm flipH="1">
                <a:off x="7127640" y="3600000"/>
                <a:ext cx="72360" cy="128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7" name="直線コネクタ 105456">
                <a:extLst>
                  <a:ext uri="{FF2B5EF4-FFF2-40B4-BE49-F238E27FC236}">
                    <a16:creationId xmlns:a16="http://schemas.microsoft.com/office/drawing/2014/main" id="{E2D396AB-D2AC-443D-880A-F3D0BCF50726}"/>
                  </a:ext>
                </a:extLst>
              </p:cNvPr>
              <p:cNvCxnSpPr/>
              <p:nvPr/>
            </p:nvCxnSpPr>
            <p:spPr>
              <a:xfrm flipH="1">
                <a:off x="7124040" y="3600000"/>
                <a:ext cx="75960" cy="126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8" name="直線コネクタ 105457">
                <a:extLst>
                  <a:ext uri="{FF2B5EF4-FFF2-40B4-BE49-F238E27FC236}">
                    <a16:creationId xmlns:a16="http://schemas.microsoft.com/office/drawing/2014/main" id="{0BBB0603-2360-45FC-B971-40C1E4919FB6}"/>
                  </a:ext>
                </a:extLst>
              </p:cNvPr>
              <p:cNvCxnSpPr/>
              <p:nvPr/>
            </p:nvCxnSpPr>
            <p:spPr>
              <a:xfrm flipH="1">
                <a:off x="7116840" y="3600000"/>
                <a:ext cx="83160" cy="125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59" name="直線コネクタ 105458">
                <a:extLst>
                  <a:ext uri="{FF2B5EF4-FFF2-40B4-BE49-F238E27FC236}">
                    <a16:creationId xmlns:a16="http://schemas.microsoft.com/office/drawing/2014/main" id="{575980BD-90ED-4825-8FD2-11048112D6D6}"/>
                  </a:ext>
                </a:extLst>
              </p:cNvPr>
              <p:cNvCxnSpPr/>
              <p:nvPr/>
            </p:nvCxnSpPr>
            <p:spPr>
              <a:xfrm flipH="1">
                <a:off x="7112520" y="3600000"/>
                <a:ext cx="87480" cy="1236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0" name="直線コネクタ 105459">
                <a:extLst>
                  <a:ext uri="{FF2B5EF4-FFF2-40B4-BE49-F238E27FC236}">
                    <a16:creationId xmlns:a16="http://schemas.microsoft.com/office/drawing/2014/main" id="{913E0C5A-6CEB-4432-9EF4-70B4CE449744}"/>
                  </a:ext>
                </a:extLst>
              </p:cNvPr>
              <p:cNvCxnSpPr/>
              <p:nvPr/>
            </p:nvCxnSpPr>
            <p:spPr>
              <a:xfrm flipH="1">
                <a:off x="7108200" y="3600000"/>
                <a:ext cx="91800" cy="1220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1" name="直線コネクタ 105460">
                <a:extLst>
                  <a:ext uri="{FF2B5EF4-FFF2-40B4-BE49-F238E27FC236}">
                    <a16:creationId xmlns:a16="http://schemas.microsoft.com/office/drawing/2014/main" id="{A440CD12-DB6A-444D-AF0B-E5A7297FD0F4}"/>
                  </a:ext>
                </a:extLst>
              </p:cNvPr>
              <p:cNvCxnSpPr/>
              <p:nvPr/>
            </p:nvCxnSpPr>
            <p:spPr>
              <a:xfrm flipH="1">
                <a:off x="7100280" y="3600000"/>
                <a:ext cx="99720" cy="1204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2" name="直線コネクタ 105461">
                <a:extLst>
                  <a:ext uri="{FF2B5EF4-FFF2-40B4-BE49-F238E27FC236}">
                    <a16:creationId xmlns:a16="http://schemas.microsoft.com/office/drawing/2014/main" id="{F3C487D4-83B5-4D5F-A87A-601CF23C6608}"/>
                  </a:ext>
                </a:extLst>
              </p:cNvPr>
              <p:cNvCxnSpPr/>
              <p:nvPr/>
            </p:nvCxnSpPr>
            <p:spPr>
              <a:xfrm flipH="1">
                <a:off x="7095240" y="3600000"/>
                <a:ext cx="104760" cy="11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3" name="直線コネクタ 105462">
                <a:extLst>
                  <a:ext uri="{FF2B5EF4-FFF2-40B4-BE49-F238E27FC236}">
                    <a16:creationId xmlns:a16="http://schemas.microsoft.com/office/drawing/2014/main" id="{54CE65AE-3A4F-4432-95B8-02300DFC3725}"/>
                  </a:ext>
                </a:extLst>
              </p:cNvPr>
              <p:cNvCxnSpPr/>
              <p:nvPr/>
            </p:nvCxnSpPr>
            <p:spPr>
              <a:xfrm flipH="1">
                <a:off x="7090200" y="3600000"/>
                <a:ext cx="109800" cy="1172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4" name="直線コネクタ 105463">
                <a:extLst>
                  <a:ext uri="{FF2B5EF4-FFF2-40B4-BE49-F238E27FC236}">
                    <a16:creationId xmlns:a16="http://schemas.microsoft.com/office/drawing/2014/main" id="{B6B5C101-E590-478B-9BAA-00645DDA20CA}"/>
                  </a:ext>
                </a:extLst>
              </p:cNvPr>
              <p:cNvCxnSpPr/>
              <p:nvPr/>
            </p:nvCxnSpPr>
            <p:spPr>
              <a:xfrm flipH="1">
                <a:off x="7081200" y="3600000"/>
                <a:ext cx="118800" cy="1158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5" name="直線コネクタ 105464">
                <a:extLst>
                  <a:ext uri="{FF2B5EF4-FFF2-40B4-BE49-F238E27FC236}">
                    <a16:creationId xmlns:a16="http://schemas.microsoft.com/office/drawing/2014/main" id="{4A7D6257-DE05-4409-B165-9B3041942533}"/>
                  </a:ext>
                </a:extLst>
              </p:cNvPr>
              <p:cNvCxnSpPr/>
              <p:nvPr/>
            </p:nvCxnSpPr>
            <p:spPr>
              <a:xfrm flipH="1">
                <a:off x="7075440" y="3600000"/>
                <a:ext cx="124560" cy="1142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6" name="直線コネクタ 105465">
                <a:extLst>
                  <a:ext uri="{FF2B5EF4-FFF2-40B4-BE49-F238E27FC236}">
                    <a16:creationId xmlns:a16="http://schemas.microsoft.com/office/drawing/2014/main" id="{8710C142-C651-427B-93CB-061AFC88817F}"/>
                  </a:ext>
                </a:extLst>
              </p:cNvPr>
              <p:cNvCxnSpPr/>
              <p:nvPr/>
            </p:nvCxnSpPr>
            <p:spPr>
              <a:xfrm flipH="1">
                <a:off x="7069320" y="3600000"/>
                <a:ext cx="130680" cy="112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7" name="直線コネクタ 105466">
                <a:extLst>
                  <a:ext uri="{FF2B5EF4-FFF2-40B4-BE49-F238E27FC236}">
                    <a16:creationId xmlns:a16="http://schemas.microsoft.com/office/drawing/2014/main" id="{60C934AE-3759-41E9-85D0-2ECBE17D9CB9}"/>
                  </a:ext>
                </a:extLst>
              </p:cNvPr>
              <p:cNvCxnSpPr/>
              <p:nvPr/>
            </p:nvCxnSpPr>
            <p:spPr>
              <a:xfrm flipH="1">
                <a:off x="7063200" y="3600000"/>
                <a:ext cx="136800" cy="1110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8" name="直線コネクタ 105467">
                <a:extLst>
                  <a:ext uri="{FF2B5EF4-FFF2-40B4-BE49-F238E27FC236}">
                    <a16:creationId xmlns:a16="http://schemas.microsoft.com/office/drawing/2014/main" id="{DC3990B9-9B7C-4B1A-A746-A0002BEDF0A8}"/>
                  </a:ext>
                </a:extLst>
              </p:cNvPr>
              <p:cNvCxnSpPr/>
              <p:nvPr/>
            </p:nvCxnSpPr>
            <p:spPr>
              <a:xfrm flipH="1">
                <a:off x="7056720" y="3600000"/>
                <a:ext cx="143280" cy="109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69" name="直線コネクタ 105468">
                <a:extLst>
                  <a:ext uri="{FF2B5EF4-FFF2-40B4-BE49-F238E27FC236}">
                    <a16:creationId xmlns:a16="http://schemas.microsoft.com/office/drawing/2014/main" id="{F44EF2C1-92E0-4007-B6CC-3860BC4AA0FB}"/>
                  </a:ext>
                </a:extLst>
              </p:cNvPr>
              <p:cNvCxnSpPr/>
              <p:nvPr/>
            </p:nvCxnSpPr>
            <p:spPr>
              <a:xfrm flipH="1">
                <a:off x="7049880" y="3600000"/>
                <a:ext cx="150120" cy="1080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0" name="直線コネクタ 105469">
                <a:extLst>
                  <a:ext uri="{FF2B5EF4-FFF2-40B4-BE49-F238E27FC236}">
                    <a16:creationId xmlns:a16="http://schemas.microsoft.com/office/drawing/2014/main" id="{198B2A53-5248-4ED3-8AF5-5A6858C77CEF}"/>
                  </a:ext>
                </a:extLst>
              </p:cNvPr>
              <p:cNvCxnSpPr/>
              <p:nvPr/>
            </p:nvCxnSpPr>
            <p:spPr>
              <a:xfrm flipH="1">
                <a:off x="7042680" y="3600000"/>
                <a:ext cx="157320" cy="1065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1" name="直線コネクタ 105470">
                <a:extLst>
                  <a:ext uri="{FF2B5EF4-FFF2-40B4-BE49-F238E27FC236}">
                    <a16:creationId xmlns:a16="http://schemas.microsoft.com/office/drawing/2014/main" id="{2EBA1A9A-418A-489F-8539-E97299CF9746}"/>
                  </a:ext>
                </a:extLst>
              </p:cNvPr>
              <p:cNvCxnSpPr/>
              <p:nvPr/>
            </p:nvCxnSpPr>
            <p:spPr>
              <a:xfrm flipH="1">
                <a:off x="7038360" y="3600000"/>
                <a:ext cx="161640" cy="1048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2" name="直線コネクタ 105471">
                <a:extLst>
                  <a:ext uri="{FF2B5EF4-FFF2-40B4-BE49-F238E27FC236}">
                    <a16:creationId xmlns:a16="http://schemas.microsoft.com/office/drawing/2014/main" id="{52D3C8EA-5AFB-4CD6-98FC-B836C6CF3782}"/>
                  </a:ext>
                </a:extLst>
              </p:cNvPr>
              <p:cNvCxnSpPr/>
              <p:nvPr/>
            </p:nvCxnSpPr>
            <p:spPr>
              <a:xfrm flipH="1">
                <a:off x="7030800" y="3600000"/>
                <a:ext cx="169200" cy="103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3" name="直線コネクタ 105472">
                <a:extLst>
                  <a:ext uri="{FF2B5EF4-FFF2-40B4-BE49-F238E27FC236}">
                    <a16:creationId xmlns:a16="http://schemas.microsoft.com/office/drawing/2014/main" id="{1EF14EC5-D97C-4AD5-BE38-F52C160E4857}"/>
                  </a:ext>
                </a:extLst>
              </p:cNvPr>
              <p:cNvCxnSpPr/>
              <p:nvPr/>
            </p:nvCxnSpPr>
            <p:spPr>
              <a:xfrm flipH="1">
                <a:off x="7022880" y="3600000"/>
                <a:ext cx="177120" cy="101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4" name="直線コネクタ 105473">
                <a:extLst>
                  <a:ext uri="{FF2B5EF4-FFF2-40B4-BE49-F238E27FC236}">
                    <a16:creationId xmlns:a16="http://schemas.microsoft.com/office/drawing/2014/main" id="{054C42A4-9A7A-4A02-ACF0-DF0906AF4ECA}"/>
                  </a:ext>
                </a:extLst>
              </p:cNvPr>
              <p:cNvCxnSpPr/>
              <p:nvPr/>
            </p:nvCxnSpPr>
            <p:spPr>
              <a:xfrm flipH="1">
                <a:off x="7017840" y="3600000"/>
                <a:ext cx="182160" cy="1001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5" name="直線コネクタ 105474">
                <a:extLst>
                  <a:ext uri="{FF2B5EF4-FFF2-40B4-BE49-F238E27FC236}">
                    <a16:creationId xmlns:a16="http://schemas.microsoft.com/office/drawing/2014/main" id="{B76CC27B-2380-440A-AE72-472B25406DB1}"/>
                  </a:ext>
                </a:extLst>
              </p:cNvPr>
              <p:cNvCxnSpPr/>
              <p:nvPr/>
            </p:nvCxnSpPr>
            <p:spPr>
              <a:xfrm flipH="1">
                <a:off x="7009560" y="3600000"/>
                <a:ext cx="190440" cy="9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6" name="直線コネクタ 105475">
                <a:extLst>
                  <a:ext uri="{FF2B5EF4-FFF2-40B4-BE49-F238E27FC236}">
                    <a16:creationId xmlns:a16="http://schemas.microsoft.com/office/drawing/2014/main" id="{BE716A0E-EF3B-4ADE-9E31-5FE5A3B3CAF4}"/>
                  </a:ext>
                </a:extLst>
              </p:cNvPr>
              <p:cNvCxnSpPr/>
              <p:nvPr/>
            </p:nvCxnSpPr>
            <p:spPr>
              <a:xfrm flipH="1">
                <a:off x="7000920" y="3600000"/>
                <a:ext cx="199080" cy="9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7" name="直線コネクタ 105476">
                <a:extLst>
                  <a:ext uri="{FF2B5EF4-FFF2-40B4-BE49-F238E27FC236}">
                    <a16:creationId xmlns:a16="http://schemas.microsoft.com/office/drawing/2014/main" id="{A0A389AF-980D-44A5-8EF3-8A3D895F9F26}"/>
                  </a:ext>
                </a:extLst>
              </p:cNvPr>
              <p:cNvCxnSpPr/>
              <p:nvPr/>
            </p:nvCxnSpPr>
            <p:spPr>
              <a:xfrm flipH="1">
                <a:off x="6994800" y="3600000"/>
                <a:ext cx="205200" cy="9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8" name="直線コネクタ 105477">
                <a:extLst>
                  <a:ext uri="{FF2B5EF4-FFF2-40B4-BE49-F238E27FC236}">
                    <a16:creationId xmlns:a16="http://schemas.microsoft.com/office/drawing/2014/main" id="{FCDCD971-ADFA-4B01-A8A5-930F109D3A8B}"/>
                  </a:ext>
                </a:extLst>
              </p:cNvPr>
              <p:cNvCxnSpPr/>
              <p:nvPr/>
            </p:nvCxnSpPr>
            <p:spPr>
              <a:xfrm flipH="1">
                <a:off x="6985440" y="3600000"/>
                <a:ext cx="214560" cy="94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79" name="直線コネクタ 105478">
                <a:extLst>
                  <a:ext uri="{FF2B5EF4-FFF2-40B4-BE49-F238E27FC236}">
                    <a16:creationId xmlns:a16="http://schemas.microsoft.com/office/drawing/2014/main" id="{25DC1BD7-ECF8-4AA0-93AF-090C7ADEC3F2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0" name="直線コネクタ 105479">
                <a:extLst>
                  <a:ext uri="{FF2B5EF4-FFF2-40B4-BE49-F238E27FC236}">
                    <a16:creationId xmlns:a16="http://schemas.microsoft.com/office/drawing/2014/main" id="{F7A70766-A8F1-44B9-B0CF-9BB6560AC910}"/>
                  </a:ext>
                </a:extLst>
              </p:cNvPr>
              <p:cNvCxnSpPr/>
              <p:nvPr/>
            </p:nvCxnSpPr>
            <p:spPr>
              <a:xfrm flipH="1">
                <a:off x="6969240" y="3600000"/>
                <a:ext cx="230760" cy="912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1" name="直線コネクタ 105480">
                <a:extLst>
                  <a:ext uri="{FF2B5EF4-FFF2-40B4-BE49-F238E27FC236}">
                    <a16:creationId xmlns:a16="http://schemas.microsoft.com/office/drawing/2014/main" id="{C2ADF972-F032-4898-8B8C-140C4EDA542B}"/>
                  </a:ext>
                </a:extLst>
              </p:cNvPr>
              <p:cNvCxnSpPr/>
              <p:nvPr/>
            </p:nvCxnSpPr>
            <p:spPr>
              <a:xfrm flipH="1">
                <a:off x="6959160" y="3600000"/>
                <a:ext cx="240840" cy="89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2" name="直線コネクタ 105481">
                <a:extLst>
                  <a:ext uri="{FF2B5EF4-FFF2-40B4-BE49-F238E27FC236}">
                    <a16:creationId xmlns:a16="http://schemas.microsoft.com/office/drawing/2014/main" id="{24E193E1-0626-481F-9C24-C9017CDA5E2E}"/>
                  </a:ext>
                </a:extLst>
              </p:cNvPr>
              <p:cNvCxnSpPr/>
              <p:nvPr/>
            </p:nvCxnSpPr>
            <p:spPr>
              <a:xfrm flipH="1">
                <a:off x="6951960" y="3600000"/>
                <a:ext cx="248040" cy="88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3" name="直線コネクタ 105482">
                <a:extLst>
                  <a:ext uri="{FF2B5EF4-FFF2-40B4-BE49-F238E27FC236}">
                    <a16:creationId xmlns:a16="http://schemas.microsoft.com/office/drawing/2014/main" id="{CDED395D-41AF-49C7-A787-57E053C9C376}"/>
                  </a:ext>
                </a:extLst>
              </p:cNvPr>
              <p:cNvCxnSpPr/>
              <p:nvPr/>
            </p:nvCxnSpPr>
            <p:spPr>
              <a:xfrm flipH="1">
                <a:off x="6944400" y="3600000"/>
                <a:ext cx="255600" cy="867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4" name="直線コネクタ 105483">
                <a:extLst>
                  <a:ext uri="{FF2B5EF4-FFF2-40B4-BE49-F238E27FC236}">
                    <a16:creationId xmlns:a16="http://schemas.microsoft.com/office/drawing/2014/main" id="{7F60B47C-75C9-4039-B079-AAB577EB8199}"/>
                  </a:ext>
                </a:extLst>
              </p:cNvPr>
              <p:cNvCxnSpPr/>
              <p:nvPr/>
            </p:nvCxnSpPr>
            <p:spPr>
              <a:xfrm flipH="1">
                <a:off x="6936120" y="3600000"/>
                <a:ext cx="263880" cy="85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5" name="直線コネクタ 105484">
                <a:extLst>
                  <a:ext uri="{FF2B5EF4-FFF2-40B4-BE49-F238E27FC236}">
                    <a16:creationId xmlns:a16="http://schemas.microsoft.com/office/drawing/2014/main" id="{AB634D2B-FB4D-4BE2-AB65-4BB3611938AB}"/>
                  </a:ext>
                </a:extLst>
              </p:cNvPr>
              <p:cNvCxnSpPr/>
              <p:nvPr/>
            </p:nvCxnSpPr>
            <p:spPr>
              <a:xfrm flipH="1">
                <a:off x="6925320" y="3600000"/>
                <a:ext cx="274680" cy="83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6" name="直線コネクタ 105485">
                <a:extLst>
                  <a:ext uri="{FF2B5EF4-FFF2-40B4-BE49-F238E27FC236}">
                    <a16:creationId xmlns:a16="http://schemas.microsoft.com/office/drawing/2014/main" id="{7A119B27-5AAA-4B54-AA2B-6BABA50965AE}"/>
                  </a:ext>
                </a:extLst>
              </p:cNvPr>
              <p:cNvCxnSpPr/>
              <p:nvPr/>
            </p:nvCxnSpPr>
            <p:spPr>
              <a:xfrm flipH="1">
                <a:off x="6916680" y="3600000"/>
                <a:ext cx="283320" cy="82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7" name="直線コネクタ 105486">
                <a:extLst>
                  <a:ext uri="{FF2B5EF4-FFF2-40B4-BE49-F238E27FC236}">
                    <a16:creationId xmlns:a16="http://schemas.microsoft.com/office/drawing/2014/main" id="{38BE990C-BC1D-446A-BA3D-71125F5A1FC4}"/>
                  </a:ext>
                </a:extLst>
              </p:cNvPr>
              <p:cNvCxnSpPr/>
              <p:nvPr/>
            </p:nvCxnSpPr>
            <p:spPr>
              <a:xfrm flipH="1">
                <a:off x="6907680" y="3600000"/>
                <a:ext cx="292320" cy="80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8" name="直線コネクタ 105487">
                <a:extLst>
                  <a:ext uri="{FF2B5EF4-FFF2-40B4-BE49-F238E27FC236}">
                    <a16:creationId xmlns:a16="http://schemas.microsoft.com/office/drawing/2014/main" id="{32A6AE48-BE0E-4035-A968-DE8A04EF6857}"/>
                  </a:ext>
                </a:extLst>
              </p:cNvPr>
              <p:cNvCxnSpPr/>
              <p:nvPr/>
            </p:nvCxnSpPr>
            <p:spPr>
              <a:xfrm flipH="1">
                <a:off x="6895800" y="3600000"/>
                <a:ext cx="304200" cy="794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89" name="直線コネクタ 105488">
                <a:extLst>
                  <a:ext uri="{FF2B5EF4-FFF2-40B4-BE49-F238E27FC236}">
                    <a16:creationId xmlns:a16="http://schemas.microsoft.com/office/drawing/2014/main" id="{91C11C6F-89B9-438B-924F-D81C8D58719E}"/>
                  </a:ext>
                </a:extLst>
              </p:cNvPr>
              <p:cNvCxnSpPr/>
              <p:nvPr/>
            </p:nvCxnSpPr>
            <p:spPr>
              <a:xfrm flipH="1">
                <a:off x="6886440" y="3600000"/>
                <a:ext cx="313560" cy="77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0" name="直線コネクタ 105489">
                <a:extLst>
                  <a:ext uri="{FF2B5EF4-FFF2-40B4-BE49-F238E27FC236}">
                    <a16:creationId xmlns:a16="http://schemas.microsoft.com/office/drawing/2014/main" id="{579E8E5A-63CB-4965-9E5E-42607ACFF0B3}"/>
                  </a:ext>
                </a:extLst>
              </p:cNvPr>
              <p:cNvCxnSpPr/>
              <p:nvPr/>
            </p:nvCxnSpPr>
            <p:spPr>
              <a:xfrm flipH="1">
                <a:off x="6876720" y="3600000"/>
                <a:ext cx="323280" cy="765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1" name="直線コネクタ 105490">
                <a:extLst>
                  <a:ext uri="{FF2B5EF4-FFF2-40B4-BE49-F238E27FC236}">
                    <a16:creationId xmlns:a16="http://schemas.microsoft.com/office/drawing/2014/main" id="{DC5BC43C-B101-468A-BFEC-F75D6F4C7AD9}"/>
                  </a:ext>
                </a:extLst>
              </p:cNvPr>
              <p:cNvCxnSpPr/>
              <p:nvPr/>
            </p:nvCxnSpPr>
            <p:spPr>
              <a:xfrm flipH="1">
                <a:off x="6866640" y="3600000"/>
                <a:ext cx="333360" cy="75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2" name="直線コネクタ 105491">
                <a:extLst>
                  <a:ext uri="{FF2B5EF4-FFF2-40B4-BE49-F238E27FC236}">
                    <a16:creationId xmlns:a16="http://schemas.microsoft.com/office/drawing/2014/main" id="{8AC22EA9-609D-4603-B6E4-12D94E9F134C}"/>
                  </a:ext>
                </a:extLst>
              </p:cNvPr>
              <p:cNvCxnSpPr/>
              <p:nvPr/>
            </p:nvCxnSpPr>
            <p:spPr>
              <a:xfrm flipH="1">
                <a:off x="6856200" y="3600000"/>
                <a:ext cx="343800" cy="735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3" name="直線コネクタ 105492">
                <a:extLst>
                  <a:ext uri="{FF2B5EF4-FFF2-40B4-BE49-F238E27FC236}">
                    <a16:creationId xmlns:a16="http://schemas.microsoft.com/office/drawing/2014/main" id="{DB746625-33F6-46E6-B309-AEBAA5AF184C}"/>
                  </a:ext>
                </a:extLst>
              </p:cNvPr>
              <p:cNvCxnSpPr/>
              <p:nvPr/>
            </p:nvCxnSpPr>
            <p:spPr>
              <a:xfrm flipH="1">
                <a:off x="6845400" y="3600000"/>
                <a:ext cx="354600" cy="72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4" name="直線コネクタ 105493">
                <a:extLst>
                  <a:ext uri="{FF2B5EF4-FFF2-40B4-BE49-F238E27FC236}">
                    <a16:creationId xmlns:a16="http://schemas.microsoft.com/office/drawing/2014/main" id="{545FE7B4-7FF4-4FCA-A769-E15DE83457E4}"/>
                  </a:ext>
                </a:extLst>
              </p:cNvPr>
              <p:cNvCxnSpPr/>
              <p:nvPr/>
            </p:nvCxnSpPr>
            <p:spPr>
              <a:xfrm flipH="1">
                <a:off x="6834240" y="3600000"/>
                <a:ext cx="365760" cy="70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5" name="直線コネクタ 105494">
                <a:extLst>
                  <a:ext uri="{FF2B5EF4-FFF2-40B4-BE49-F238E27FC236}">
                    <a16:creationId xmlns:a16="http://schemas.microsoft.com/office/drawing/2014/main" id="{9500E057-8481-48FD-BF10-156B62F5D908}"/>
                  </a:ext>
                </a:extLst>
              </p:cNvPr>
              <p:cNvCxnSpPr/>
              <p:nvPr/>
            </p:nvCxnSpPr>
            <p:spPr>
              <a:xfrm flipH="1">
                <a:off x="6823080" y="3600000"/>
                <a:ext cx="376920" cy="69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6" name="直線コネクタ 105495">
                <a:extLst>
                  <a:ext uri="{FF2B5EF4-FFF2-40B4-BE49-F238E27FC236}">
                    <a16:creationId xmlns:a16="http://schemas.microsoft.com/office/drawing/2014/main" id="{98DE5BAE-B676-42E7-9FD8-796318A003C7}"/>
                  </a:ext>
                </a:extLst>
              </p:cNvPr>
              <p:cNvCxnSpPr/>
              <p:nvPr/>
            </p:nvCxnSpPr>
            <p:spPr>
              <a:xfrm flipH="1">
                <a:off x="6811560" y="3600000"/>
                <a:ext cx="388440" cy="67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7" name="直線コネクタ 105496">
                <a:extLst>
                  <a:ext uri="{FF2B5EF4-FFF2-40B4-BE49-F238E27FC236}">
                    <a16:creationId xmlns:a16="http://schemas.microsoft.com/office/drawing/2014/main" id="{473A6A74-7FE9-44D4-8C70-F776ABD7FACF}"/>
                  </a:ext>
                </a:extLst>
              </p:cNvPr>
              <p:cNvCxnSpPr/>
              <p:nvPr/>
            </p:nvCxnSpPr>
            <p:spPr>
              <a:xfrm flipH="1">
                <a:off x="6984360" y="3600000"/>
                <a:ext cx="215640" cy="94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8" name="直線コネクタ 105497">
                <a:extLst>
                  <a:ext uri="{FF2B5EF4-FFF2-40B4-BE49-F238E27FC236}">
                    <a16:creationId xmlns:a16="http://schemas.microsoft.com/office/drawing/2014/main" id="{BDD7F92D-CA8D-40FB-8BCE-5AE70C30DFC1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4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99" name="直線コネクタ 105498">
                <a:extLst>
                  <a:ext uri="{FF2B5EF4-FFF2-40B4-BE49-F238E27FC236}">
                    <a16:creationId xmlns:a16="http://schemas.microsoft.com/office/drawing/2014/main" id="{2F45F64E-9A7E-46EF-A153-BF9E2E574F17}"/>
                  </a:ext>
                </a:extLst>
              </p:cNvPr>
              <p:cNvCxnSpPr/>
              <p:nvPr/>
            </p:nvCxnSpPr>
            <p:spPr>
              <a:xfrm flipH="1">
                <a:off x="6967440" y="3600000"/>
                <a:ext cx="232560" cy="90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0" name="直線コネクタ 105499">
                <a:extLst>
                  <a:ext uri="{FF2B5EF4-FFF2-40B4-BE49-F238E27FC236}">
                    <a16:creationId xmlns:a16="http://schemas.microsoft.com/office/drawing/2014/main" id="{2AF592BF-E525-40CC-A544-963824A8B9AB}"/>
                  </a:ext>
                </a:extLst>
              </p:cNvPr>
              <p:cNvCxnSpPr/>
              <p:nvPr/>
            </p:nvCxnSpPr>
            <p:spPr>
              <a:xfrm flipH="1">
                <a:off x="6958800" y="3600000"/>
                <a:ext cx="241200" cy="89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1" name="直線コネクタ 105500">
                <a:extLst>
                  <a:ext uri="{FF2B5EF4-FFF2-40B4-BE49-F238E27FC236}">
                    <a16:creationId xmlns:a16="http://schemas.microsoft.com/office/drawing/2014/main" id="{E8BD379A-70D2-448A-9D01-0CB1CC822149}"/>
                  </a:ext>
                </a:extLst>
              </p:cNvPr>
              <p:cNvCxnSpPr/>
              <p:nvPr/>
            </p:nvCxnSpPr>
            <p:spPr>
              <a:xfrm flipH="1">
                <a:off x="6949800" y="3600000"/>
                <a:ext cx="250200" cy="87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2" name="直線コネクタ 105501">
                <a:extLst>
                  <a:ext uri="{FF2B5EF4-FFF2-40B4-BE49-F238E27FC236}">
                    <a16:creationId xmlns:a16="http://schemas.microsoft.com/office/drawing/2014/main" id="{ECC0D557-30FC-4F3D-8E0F-7533F5AB1091}"/>
                  </a:ext>
                </a:extLst>
              </p:cNvPr>
              <p:cNvCxnSpPr/>
              <p:nvPr/>
            </p:nvCxnSpPr>
            <p:spPr>
              <a:xfrm flipH="1">
                <a:off x="6940440" y="3600000"/>
                <a:ext cx="259560" cy="86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3" name="直線コネクタ 105502">
                <a:extLst>
                  <a:ext uri="{FF2B5EF4-FFF2-40B4-BE49-F238E27FC236}">
                    <a16:creationId xmlns:a16="http://schemas.microsoft.com/office/drawing/2014/main" id="{82D0866F-BC9D-4548-A82B-7A01FC44FE01}"/>
                  </a:ext>
                </a:extLst>
              </p:cNvPr>
              <p:cNvCxnSpPr/>
              <p:nvPr/>
            </p:nvCxnSpPr>
            <p:spPr>
              <a:xfrm flipH="1">
                <a:off x="6931080" y="3600000"/>
                <a:ext cx="268920" cy="84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4" name="直線コネクタ 105503">
                <a:extLst>
                  <a:ext uri="{FF2B5EF4-FFF2-40B4-BE49-F238E27FC236}">
                    <a16:creationId xmlns:a16="http://schemas.microsoft.com/office/drawing/2014/main" id="{58311A9D-9D04-4B22-A9ED-46F9870CA826}"/>
                  </a:ext>
                </a:extLst>
              </p:cNvPr>
              <p:cNvCxnSpPr/>
              <p:nvPr/>
            </p:nvCxnSpPr>
            <p:spPr>
              <a:xfrm flipH="1">
                <a:off x="6921360" y="3600000"/>
                <a:ext cx="278640" cy="831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5" name="直線コネクタ 105504">
                <a:extLst>
                  <a:ext uri="{FF2B5EF4-FFF2-40B4-BE49-F238E27FC236}">
                    <a16:creationId xmlns:a16="http://schemas.microsoft.com/office/drawing/2014/main" id="{0D4FAE9F-1B22-459E-9506-9D195B75A006}"/>
                  </a:ext>
                </a:extLst>
              </p:cNvPr>
              <p:cNvCxnSpPr/>
              <p:nvPr/>
            </p:nvCxnSpPr>
            <p:spPr>
              <a:xfrm flipH="1">
                <a:off x="6911280" y="3600000"/>
                <a:ext cx="288720" cy="81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6" name="直線コネクタ 105505">
                <a:extLst>
                  <a:ext uri="{FF2B5EF4-FFF2-40B4-BE49-F238E27FC236}">
                    <a16:creationId xmlns:a16="http://schemas.microsoft.com/office/drawing/2014/main" id="{5F92312C-0613-4072-8E3B-C441EBC650E7}"/>
                  </a:ext>
                </a:extLst>
              </p:cNvPr>
              <p:cNvCxnSpPr/>
              <p:nvPr/>
            </p:nvCxnSpPr>
            <p:spPr>
              <a:xfrm flipH="1">
                <a:off x="6900840" y="3600000"/>
                <a:ext cx="299160" cy="802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7" name="直線コネクタ 105506">
                <a:extLst>
                  <a:ext uri="{FF2B5EF4-FFF2-40B4-BE49-F238E27FC236}">
                    <a16:creationId xmlns:a16="http://schemas.microsoft.com/office/drawing/2014/main" id="{7A868B13-B274-4016-A3F2-62F46A12A6E7}"/>
                  </a:ext>
                </a:extLst>
              </p:cNvPr>
              <p:cNvCxnSpPr/>
              <p:nvPr/>
            </p:nvCxnSpPr>
            <p:spPr>
              <a:xfrm flipH="1">
                <a:off x="6893640" y="3600000"/>
                <a:ext cx="306360" cy="78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8" name="直線コネクタ 105507">
                <a:extLst>
                  <a:ext uri="{FF2B5EF4-FFF2-40B4-BE49-F238E27FC236}">
                    <a16:creationId xmlns:a16="http://schemas.microsoft.com/office/drawing/2014/main" id="{5EAF7E6A-3F9E-417E-8E8D-EE27D9F06949}"/>
                  </a:ext>
                </a:extLst>
              </p:cNvPr>
              <p:cNvCxnSpPr/>
              <p:nvPr/>
            </p:nvCxnSpPr>
            <p:spPr>
              <a:xfrm flipH="1">
                <a:off x="6883200" y="3600000"/>
                <a:ext cx="316800" cy="77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09" name="直線コネクタ 105508">
                <a:extLst>
                  <a:ext uri="{FF2B5EF4-FFF2-40B4-BE49-F238E27FC236}">
                    <a16:creationId xmlns:a16="http://schemas.microsoft.com/office/drawing/2014/main" id="{8C102CE5-6555-46C1-96DC-DA3CAF5B0355}"/>
                  </a:ext>
                </a:extLst>
              </p:cNvPr>
              <p:cNvCxnSpPr/>
              <p:nvPr/>
            </p:nvCxnSpPr>
            <p:spPr>
              <a:xfrm flipH="1">
                <a:off x="6872040" y="3600000"/>
                <a:ext cx="327960" cy="758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0" name="直線コネクタ 105509">
                <a:extLst>
                  <a:ext uri="{FF2B5EF4-FFF2-40B4-BE49-F238E27FC236}">
                    <a16:creationId xmlns:a16="http://schemas.microsoft.com/office/drawing/2014/main" id="{2886DB5F-3289-4644-8DC6-16B6504167CE}"/>
                  </a:ext>
                </a:extLst>
              </p:cNvPr>
              <p:cNvCxnSpPr/>
              <p:nvPr/>
            </p:nvCxnSpPr>
            <p:spPr>
              <a:xfrm flipH="1">
                <a:off x="6864120" y="3600000"/>
                <a:ext cx="335880" cy="743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1" name="直線コネクタ 105510">
                <a:extLst>
                  <a:ext uri="{FF2B5EF4-FFF2-40B4-BE49-F238E27FC236}">
                    <a16:creationId xmlns:a16="http://schemas.microsoft.com/office/drawing/2014/main" id="{5699BEE7-E69A-47A1-A275-E55A0D7641D7}"/>
                  </a:ext>
                </a:extLst>
              </p:cNvPr>
              <p:cNvCxnSpPr/>
              <p:nvPr/>
            </p:nvCxnSpPr>
            <p:spPr>
              <a:xfrm flipH="1">
                <a:off x="6852960" y="3600000"/>
                <a:ext cx="347040" cy="730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2" name="直線コネクタ 105511">
                <a:extLst>
                  <a:ext uri="{FF2B5EF4-FFF2-40B4-BE49-F238E27FC236}">
                    <a16:creationId xmlns:a16="http://schemas.microsoft.com/office/drawing/2014/main" id="{8FD34CAA-200A-4D02-94D5-250EC410B060}"/>
                  </a:ext>
                </a:extLst>
              </p:cNvPr>
              <p:cNvCxnSpPr/>
              <p:nvPr/>
            </p:nvCxnSpPr>
            <p:spPr>
              <a:xfrm flipH="1">
                <a:off x="6841440" y="3600000"/>
                <a:ext cx="358560" cy="71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3" name="直線コネクタ 105512">
                <a:extLst>
                  <a:ext uri="{FF2B5EF4-FFF2-40B4-BE49-F238E27FC236}">
                    <a16:creationId xmlns:a16="http://schemas.microsoft.com/office/drawing/2014/main" id="{8CAB3EBC-05DD-4C35-AFF7-897088B5F3A1}"/>
                  </a:ext>
                </a:extLst>
              </p:cNvPr>
              <p:cNvCxnSpPr/>
              <p:nvPr/>
            </p:nvCxnSpPr>
            <p:spPr>
              <a:xfrm flipH="1">
                <a:off x="6829560" y="3600000"/>
                <a:ext cx="370440" cy="704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4" name="直線コネクタ 105513">
                <a:extLst>
                  <a:ext uri="{FF2B5EF4-FFF2-40B4-BE49-F238E27FC236}">
                    <a16:creationId xmlns:a16="http://schemas.microsoft.com/office/drawing/2014/main" id="{CC8D7B25-ED53-45A7-BD4C-9F8E474B646B}"/>
                  </a:ext>
                </a:extLst>
              </p:cNvPr>
              <p:cNvCxnSpPr/>
              <p:nvPr/>
            </p:nvCxnSpPr>
            <p:spPr>
              <a:xfrm flipH="1">
                <a:off x="6820560" y="3600000"/>
                <a:ext cx="379440" cy="68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5" name="直線コネクタ 105514">
                <a:extLst>
                  <a:ext uri="{FF2B5EF4-FFF2-40B4-BE49-F238E27FC236}">
                    <a16:creationId xmlns:a16="http://schemas.microsoft.com/office/drawing/2014/main" id="{B4584C95-9468-4384-B15F-EFB92D26F94F}"/>
                  </a:ext>
                </a:extLst>
              </p:cNvPr>
              <p:cNvCxnSpPr/>
              <p:nvPr/>
            </p:nvCxnSpPr>
            <p:spPr>
              <a:xfrm flipH="1">
                <a:off x="6808320" y="3600000"/>
                <a:ext cx="391680" cy="677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6" name="直線コネクタ 105515">
                <a:extLst>
                  <a:ext uri="{FF2B5EF4-FFF2-40B4-BE49-F238E27FC236}">
                    <a16:creationId xmlns:a16="http://schemas.microsoft.com/office/drawing/2014/main" id="{C4E9D7A2-B0E9-45C1-8FD6-980AF53BEAD4}"/>
                  </a:ext>
                </a:extLst>
              </p:cNvPr>
              <p:cNvCxnSpPr/>
              <p:nvPr/>
            </p:nvCxnSpPr>
            <p:spPr>
              <a:xfrm flipH="1">
                <a:off x="6798960" y="3600000"/>
                <a:ext cx="401040" cy="663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7" name="直線コネクタ 105516">
                <a:extLst>
                  <a:ext uri="{FF2B5EF4-FFF2-40B4-BE49-F238E27FC236}">
                    <a16:creationId xmlns:a16="http://schemas.microsoft.com/office/drawing/2014/main" id="{3470A661-3DB1-4359-9ABF-538E59BD7FAD}"/>
                  </a:ext>
                </a:extLst>
              </p:cNvPr>
              <p:cNvCxnSpPr/>
              <p:nvPr/>
            </p:nvCxnSpPr>
            <p:spPr>
              <a:xfrm flipH="1">
                <a:off x="6789600" y="3600000"/>
                <a:ext cx="410400" cy="64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8" name="直線コネクタ 105517">
                <a:extLst>
                  <a:ext uri="{FF2B5EF4-FFF2-40B4-BE49-F238E27FC236}">
                    <a16:creationId xmlns:a16="http://schemas.microsoft.com/office/drawing/2014/main" id="{709FB891-CF8B-4E6A-95F2-DCF3459660AB}"/>
                  </a:ext>
                </a:extLst>
              </p:cNvPr>
              <p:cNvCxnSpPr/>
              <p:nvPr/>
            </p:nvCxnSpPr>
            <p:spPr>
              <a:xfrm flipH="1">
                <a:off x="6776640" y="3600000"/>
                <a:ext cx="423360" cy="637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19" name="直線コネクタ 105518">
                <a:extLst>
                  <a:ext uri="{FF2B5EF4-FFF2-40B4-BE49-F238E27FC236}">
                    <a16:creationId xmlns:a16="http://schemas.microsoft.com/office/drawing/2014/main" id="{2659B15A-9DA7-4FD4-87DA-8784FBD09739}"/>
                  </a:ext>
                </a:extLst>
              </p:cNvPr>
              <p:cNvCxnSpPr/>
              <p:nvPr/>
            </p:nvCxnSpPr>
            <p:spPr>
              <a:xfrm flipH="1">
                <a:off x="6766560" y="3600000"/>
                <a:ext cx="433440" cy="62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0" name="直線コネクタ 105519">
                <a:extLst>
                  <a:ext uri="{FF2B5EF4-FFF2-40B4-BE49-F238E27FC236}">
                    <a16:creationId xmlns:a16="http://schemas.microsoft.com/office/drawing/2014/main" id="{202F7F04-E895-488C-864F-3BCE7BC7E5AC}"/>
                  </a:ext>
                </a:extLst>
              </p:cNvPr>
              <p:cNvCxnSpPr/>
              <p:nvPr/>
            </p:nvCxnSpPr>
            <p:spPr>
              <a:xfrm flipH="1">
                <a:off x="6756480" y="3600000"/>
                <a:ext cx="443520" cy="610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1" name="直線コネクタ 105520">
                <a:extLst>
                  <a:ext uri="{FF2B5EF4-FFF2-40B4-BE49-F238E27FC236}">
                    <a16:creationId xmlns:a16="http://schemas.microsoft.com/office/drawing/2014/main" id="{6E6CF2F3-7D5F-46FD-8003-8D908B553019}"/>
                  </a:ext>
                </a:extLst>
              </p:cNvPr>
              <p:cNvCxnSpPr/>
              <p:nvPr/>
            </p:nvCxnSpPr>
            <p:spPr>
              <a:xfrm flipH="1">
                <a:off x="6743160" y="3600000"/>
                <a:ext cx="456840" cy="599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2" name="直線コネクタ 105521">
                <a:extLst>
                  <a:ext uri="{FF2B5EF4-FFF2-40B4-BE49-F238E27FC236}">
                    <a16:creationId xmlns:a16="http://schemas.microsoft.com/office/drawing/2014/main" id="{64CA2E47-E14A-4094-9A57-7EDA8B3A15E5}"/>
                  </a:ext>
                </a:extLst>
              </p:cNvPr>
              <p:cNvCxnSpPr/>
              <p:nvPr/>
            </p:nvCxnSpPr>
            <p:spPr>
              <a:xfrm flipH="1">
                <a:off x="6732360" y="3600000"/>
                <a:ext cx="467640" cy="58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3" name="直線コネクタ 105522">
                <a:extLst>
                  <a:ext uri="{FF2B5EF4-FFF2-40B4-BE49-F238E27FC236}">
                    <a16:creationId xmlns:a16="http://schemas.microsoft.com/office/drawing/2014/main" id="{4F4AA4AA-DEC2-4031-903E-0EC0C262E782}"/>
                  </a:ext>
                </a:extLst>
              </p:cNvPr>
              <p:cNvCxnSpPr/>
              <p:nvPr/>
            </p:nvCxnSpPr>
            <p:spPr>
              <a:xfrm flipH="1">
                <a:off x="6721560" y="3600000"/>
                <a:ext cx="478440" cy="57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4" name="直線コネクタ 105523">
                <a:extLst>
                  <a:ext uri="{FF2B5EF4-FFF2-40B4-BE49-F238E27FC236}">
                    <a16:creationId xmlns:a16="http://schemas.microsoft.com/office/drawing/2014/main" id="{E17F02F8-5244-405E-BAE6-D0565A1B5038}"/>
                  </a:ext>
                </a:extLst>
              </p:cNvPr>
              <p:cNvCxnSpPr/>
              <p:nvPr/>
            </p:nvCxnSpPr>
            <p:spPr>
              <a:xfrm flipH="1">
                <a:off x="6707520" y="3600000"/>
                <a:ext cx="492480" cy="563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5" name="直線コネクタ 105524">
                <a:extLst>
                  <a:ext uri="{FF2B5EF4-FFF2-40B4-BE49-F238E27FC236}">
                    <a16:creationId xmlns:a16="http://schemas.microsoft.com/office/drawing/2014/main" id="{E8C0E180-26D5-40DF-8F37-1B0708E353D4}"/>
                  </a:ext>
                </a:extLst>
              </p:cNvPr>
              <p:cNvCxnSpPr/>
              <p:nvPr/>
            </p:nvCxnSpPr>
            <p:spPr>
              <a:xfrm flipH="1">
                <a:off x="6696360" y="3600000"/>
                <a:ext cx="503640" cy="55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6" name="直線コネクタ 105525">
                <a:extLst>
                  <a:ext uri="{FF2B5EF4-FFF2-40B4-BE49-F238E27FC236}">
                    <a16:creationId xmlns:a16="http://schemas.microsoft.com/office/drawing/2014/main" id="{E61F7EDB-6E88-4067-84DF-C1EEAD769410}"/>
                  </a:ext>
                </a:extLst>
              </p:cNvPr>
              <p:cNvCxnSpPr/>
              <p:nvPr/>
            </p:nvCxnSpPr>
            <p:spPr>
              <a:xfrm flipH="1">
                <a:off x="6684840" y="3600000"/>
                <a:ext cx="515160" cy="53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7" name="直線コネクタ 105526">
                <a:extLst>
                  <a:ext uri="{FF2B5EF4-FFF2-40B4-BE49-F238E27FC236}">
                    <a16:creationId xmlns:a16="http://schemas.microsoft.com/office/drawing/2014/main" id="{AC72E93A-3387-417B-A1D8-8E0BDCB978F3}"/>
                  </a:ext>
                </a:extLst>
              </p:cNvPr>
              <p:cNvCxnSpPr/>
              <p:nvPr/>
            </p:nvCxnSpPr>
            <p:spPr>
              <a:xfrm flipH="1">
                <a:off x="6672960" y="3600000"/>
                <a:ext cx="527040" cy="52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8" name="直線コネクタ 105527">
                <a:extLst>
                  <a:ext uri="{FF2B5EF4-FFF2-40B4-BE49-F238E27FC236}">
                    <a16:creationId xmlns:a16="http://schemas.microsoft.com/office/drawing/2014/main" id="{155FF00C-9591-45BC-B342-EA6AC7217D45}"/>
                  </a:ext>
                </a:extLst>
              </p:cNvPr>
              <p:cNvCxnSpPr/>
              <p:nvPr/>
            </p:nvCxnSpPr>
            <p:spPr>
              <a:xfrm flipH="1">
                <a:off x="6661080" y="3600000"/>
                <a:ext cx="538920" cy="51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29" name="直線コネクタ 105528">
                <a:extLst>
                  <a:ext uri="{FF2B5EF4-FFF2-40B4-BE49-F238E27FC236}">
                    <a16:creationId xmlns:a16="http://schemas.microsoft.com/office/drawing/2014/main" id="{280ED373-D557-4C98-B5A4-DE53354273DE}"/>
                  </a:ext>
                </a:extLst>
              </p:cNvPr>
              <p:cNvCxnSpPr/>
              <p:nvPr/>
            </p:nvCxnSpPr>
            <p:spPr>
              <a:xfrm flipH="1">
                <a:off x="6648840" y="3600000"/>
                <a:ext cx="551160" cy="503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0" name="直線コネクタ 105529">
                <a:extLst>
                  <a:ext uri="{FF2B5EF4-FFF2-40B4-BE49-F238E27FC236}">
                    <a16:creationId xmlns:a16="http://schemas.microsoft.com/office/drawing/2014/main" id="{BBC77101-2B4A-48AF-A941-42886EECD5EB}"/>
                  </a:ext>
                </a:extLst>
              </p:cNvPr>
              <p:cNvCxnSpPr/>
              <p:nvPr/>
            </p:nvCxnSpPr>
            <p:spPr>
              <a:xfrm flipH="1">
                <a:off x="6636600" y="3600000"/>
                <a:ext cx="563400" cy="49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1" name="直線コネクタ 105530">
                <a:extLst>
                  <a:ext uri="{FF2B5EF4-FFF2-40B4-BE49-F238E27FC236}">
                    <a16:creationId xmlns:a16="http://schemas.microsoft.com/office/drawing/2014/main" id="{70AE463C-4CD5-4B50-B538-AE7924FE4E49}"/>
                  </a:ext>
                </a:extLst>
              </p:cNvPr>
              <p:cNvCxnSpPr/>
              <p:nvPr/>
            </p:nvCxnSpPr>
            <p:spPr>
              <a:xfrm flipH="1">
                <a:off x="6626160" y="3600000"/>
                <a:ext cx="573840" cy="47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2" name="直線コネクタ 105531">
                <a:extLst>
                  <a:ext uri="{FF2B5EF4-FFF2-40B4-BE49-F238E27FC236}">
                    <a16:creationId xmlns:a16="http://schemas.microsoft.com/office/drawing/2014/main" id="{DB58D449-5B37-4452-B979-7898F9E86BF7}"/>
                  </a:ext>
                </a:extLst>
              </p:cNvPr>
              <p:cNvCxnSpPr/>
              <p:nvPr/>
            </p:nvCxnSpPr>
            <p:spPr>
              <a:xfrm flipH="1">
                <a:off x="6613560" y="3600000"/>
                <a:ext cx="586440" cy="4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3" name="直線コネクタ 105532">
                <a:extLst>
                  <a:ext uri="{FF2B5EF4-FFF2-40B4-BE49-F238E27FC236}">
                    <a16:creationId xmlns:a16="http://schemas.microsoft.com/office/drawing/2014/main" id="{25E7D181-07CC-4D70-9F86-33B16BDE8706}"/>
                  </a:ext>
                </a:extLst>
              </p:cNvPr>
              <p:cNvCxnSpPr/>
              <p:nvPr/>
            </p:nvCxnSpPr>
            <p:spPr>
              <a:xfrm flipH="1">
                <a:off x="6600600" y="3600000"/>
                <a:ext cx="599400" cy="456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4" name="直線コネクタ 105533">
                <a:extLst>
                  <a:ext uri="{FF2B5EF4-FFF2-40B4-BE49-F238E27FC236}">
                    <a16:creationId xmlns:a16="http://schemas.microsoft.com/office/drawing/2014/main" id="{DCF73D13-F7C0-428F-BE86-6B9E374F621E}"/>
                  </a:ext>
                </a:extLst>
              </p:cNvPr>
              <p:cNvCxnSpPr/>
              <p:nvPr/>
            </p:nvCxnSpPr>
            <p:spPr>
              <a:xfrm flipH="1">
                <a:off x="6589440" y="3600000"/>
                <a:ext cx="610560" cy="443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5" name="直線コネクタ 105534">
                <a:extLst>
                  <a:ext uri="{FF2B5EF4-FFF2-40B4-BE49-F238E27FC236}">
                    <a16:creationId xmlns:a16="http://schemas.microsoft.com/office/drawing/2014/main" id="{8A7D7D11-1C37-4505-8126-114CE08D38AA}"/>
                  </a:ext>
                </a:extLst>
              </p:cNvPr>
              <p:cNvCxnSpPr/>
              <p:nvPr/>
            </p:nvCxnSpPr>
            <p:spPr>
              <a:xfrm flipH="1">
                <a:off x="6576120" y="3600000"/>
                <a:ext cx="623880" cy="433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6" name="直線コネクタ 105535">
                <a:extLst>
                  <a:ext uri="{FF2B5EF4-FFF2-40B4-BE49-F238E27FC236}">
                    <a16:creationId xmlns:a16="http://schemas.microsoft.com/office/drawing/2014/main" id="{2F37935F-CABF-431D-A3E0-61FE59FAD564}"/>
                  </a:ext>
                </a:extLst>
              </p:cNvPr>
              <p:cNvCxnSpPr/>
              <p:nvPr/>
            </p:nvCxnSpPr>
            <p:spPr>
              <a:xfrm flipH="1">
                <a:off x="6562440" y="3600000"/>
                <a:ext cx="637560" cy="42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7" name="直線コネクタ 105536">
                <a:extLst>
                  <a:ext uri="{FF2B5EF4-FFF2-40B4-BE49-F238E27FC236}">
                    <a16:creationId xmlns:a16="http://schemas.microsoft.com/office/drawing/2014/main" id="{E6505923-8D51-47A9-AC63-333D921836F3}"/>
                  </a:ext>
                </a:extLst>
              </p:cNvPr>
              <p:cNvCxnSpPr/>
              <p:nvPr/>
            </p:nvCxnSpPr>
            <p:spPr>
              <a:xfrm flipH="1">
                <a:off x="6550920" y="3600000"/>
                <a:ext cx="649080" cy="41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8" name="直線コネクタ 105537">
                <a:extLst>
                  <a:ext uri="{FF2B5EF4-FFF2-40B4-BE49-F238E27FC236}">
                    <a16:creationId xmlns:a16="http://schemas.microsoft.com/office/drawing/2014/main" id="{B9D12818-0CBA-40C1-8B32-79DA0899C8A7}"/>
                  </a:ext>
                </a:extLst>
              </p:cNvPr>
              <p:cNvCxnSpPr/>
              <p:nvPr/>
            </p:nvCxnSpPr>
            <p:spPr>
              <a:xfrm flipH="1">
                <a:off x="6536880" y="3600000"/>
                <a:ext cx="663120" cy="40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39" name="直線コネクタ 105538">
                <a:extLst>
                  <a:ext uri="{FF2B5EF4-FFF2-40B4-BE49-F238E27FC236}">
                    <a16:creationId xmlns:a16="http://schemas.microsoft.com/office/drawing/2014/main" id="{91CDF883-B5D9-4CF1-B06E-9E66261556DC}"/>
                  </a:ext>
                </a:extLst>
              </p:cNvPr>
              <p:cNvCxnSpPr/>
              <p:nvPr/>
            </p:nvCxnSpPr>
            <p:spPr>
              <a:xfrm flipH="1">
                <a:off x="6522840" y="3600000"/>
                <a:ext cx="677160" cy="39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0" name="直線コネクタ 105539">
                <a:extLst>
                  <a:ext uri="{FF2B5EF4-FFF2-40B4-BE49-F238E27FC236}">
                    <a16:creationId xmlns:a16="http://schemas.microsoft.com/office/drawing/2014/main" id="{4A16F3D8-ECA6-4837-89AF-C3300D7D365F}"/>
                  </a:ext>
                </a:extLst>
              </p:cNvPr>
              <p:cNvCxnSpPr/>
              <p:nvPr/>
            </p:nvCxnSpPr>
            <p:spPr>
              <a:xfrm flipH="1">
                <a:off x="6510240" y="3600000"/>
                <a:ext cx="689760" cy="379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1" name="直線コネクタ 105540">
                <a:extLst>
                  <a:ext uri="{FF2B5EF4-FFF2-40B4-BE49-F238E27FC236}">
                    <a16:creationId xmlns:a16="http://schemas.microsoft.com/office/drawing/2014/main" id="{317B6BC1-C362-461C-9D55-FC970CA7CA8C}"/>
                  </a:ext>
                </a:extLst>
              </p:cNvPr>
              <p:cNvCxnSpPr/>
              <p:nvPr/>
            </p:nvCxnSpPr>
            <p:spPr>
              <a:xfrm flipH="1">
                <a:off x="6495840" y="3600000"/>
                <a:ext cx="704160" cy="37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2" name="直線コネクタ 105541">
                <a:extLst>
                  <a:ext uri="{FF2B5EF4-FFF2-40B4-BE49-F238E27FC236}">
                    <a16:creationId xmlns:a16="http://schemas.microsoft.com/office/drawing/2014/main" id="{717E3199-D264-4B01-BFB9-E7139BB891B4}"/>
                  </a:ext>
                </a:extLst>
              </p:cNvPr>
              <p:cNvCxnSpPr/>
              <p:nvPr/>
            </p:nvCxnSpPr>
            <p:spPr>
              <a:xfrm flipH="1">
                <a:off x="6482880" y="3600000"/>
                <a:ext cx="717120" cy="35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3" name="直線コネクタ 105542">
                <a:extLst>
                  <a:ext uri="{FF2B5EF4-FFF2-40B4-BE49-F238E27FC236}">
                    <a16:creationId xmlns:a16="http://schemas.microsoft.com/office/drawing/2014/main" id="{A99C954A-88FB-4DC4-A740-8FA966753881}"/>
                  </a:ext>
                </a:extLst>
              </p:cNvPr>
              <p:cNvCxnSpPr/>
              <p:nvPr/>
            </p:nvCxnSpPr>
            <p:spPr>
              <a:xfrm flipH="1">
                <a:off x="6469920" y="3600000"/>
                <a:ext cx="730080" cy="34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4" name="直線コネクタ 105543">
                <a:extLst>
                  <a:ext uri="{FF2B5EF4-FFF2-40B4-BE49-F238E27FC236}">
                    <a16:creationId xmlns:a16="http://schemas.microsoft.com/office/drawing/2014/main" id="{341833FA-2BC9-4406-8CC8-B59B08AD5D7C}"/>
                  </a:ext>
                </a:extLst>
              </p:cNvPr>
              <p:cNvCxnSpPr/>
              <p:nvPr/>
            </p:nvCxnSpPr>
            <p:spPr>
              <a:xfrm flipH="1">
                <a:off x="6456240" y="3600000"/>
                <a:ext cx="743760" cy="335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5" name="直線コネクタ 105544">
                <a:extLst>
                  <a:ext uri="{FF2B5EF4-FFF2-40B4-BE49-F238E27FC236}">
                    <a16:creationId xmlns:a16="http://schemas.microsoft.com/office/drawing/2014/main" id="{4C284748-F675-4977-99FC-00BDFA0CF930}"/>
                  </a:ext>
                </a:extLst>
              </p:cNvPr>
              <p:cNvCxnSpPr/>
              <p:nvPr/>
            </p:nvCxnSpPr>
            <p:spPr>
              <a:xfrm flipH="1">
                <a:off x="6441120" y="3600000"/>
                <a:ext cx="758880" cy="32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6" name="直線コネクタ 105545">
                <a:extLst>
                  <a:ext uri="{FF2B5EF4-FFF2-40B4-BE49-F238E27FC236}">
                    <a16:creationId xmlns:a16="http://schemas.microsoft.com/office/drawing/2014/main" id="{6818E4F5-7DD9-4AAF-85D3-7882785FF8D9}"/>
                  </a:ext>
                </a:extLst>
              </p:cNvPr>
              <p:cNvCxnSpPr/>
              <p:nvPr/>
            </p:nvCxnSpPr>
            <p:spPr>
              <a:xfrm flipH="1">
                <a:off x="6427440" y="3600000"/>
                <a:ext cx="772560" cy="31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7" name="直線コネクタ 105546">
                <a:extLst>
                  <a:ext uri="{FF2B5EF4-FFF2-40B4-BE49-F238E27FC236}">
                    <a16:creationId xmlns:a16="http://schemas.microsoft.com/office/drawing/2014/main" id="{BBF69D67-2B5E-4321-BE0E-CBD6A5118BF3}"/>
                  </a:ext>
                </a:extLst>
              </p:cNvPr>
              <p:cNvCxnSpPr/>
              <p:nvPr/>
            </p:nvCxnSpPr>
            <p:spPr>
              <a:xfrm flipH="1">
                <a:off x="6413040" y="3600000"/>
                <a:ext cx="786960" cy="306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8" name="直線コネクタ 105547">
                <a:extLst>
                  <a:ext uri="{FF2B5EF4-FFF2-40B4-BE49-F238E27FC236}">
                    <a16:creationId xmlns:a16="http://schemas.microsoft.com/office/drawing/2014/main" id="{61ADD5A6-9EE6-4157-BFEA-501B54D431E9}"/>
                  </a:ext>
                </a:extLst>
              </p:cNvPr>
              <p:cNvCxnSpPr/>
              <p:nvPr/>
            </p:nvCxnSpPr>
            <p:spPr>
              <a:xfrm flipH="1">
                <a:off x="6397560" y="3600000"/>
                <a:ext cx="802440" cy="299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49" name="直線コネクタ 105548">
                <a:extLst>
                  <a:ext uri="{FF2B5EF4-FFF2-40B4-BE49-F238E27FC236}">
                    <a16:creationId xmlns:a16="http://schemas.microsoft.com/office/drawing/2014/main" id="{F8E1628E-7561-4254-89F3-A3D3879B5851}"/>
                  </a:ext>
                </a:extLst>
              </p:cNvPr>
              <p:cNvCxnSpPr/>
              <p:nvPr/>
            </p:nvCxnSpPr>
            <p:spPr>
              <a:xfrm flipH="1">
                <a:off x="6382800" y="3600000"/>
                <a:ext cx="817200" cy="2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0" name="直線コネクタ 105549">
                <a:extLst>
                  <a:ext uri="{FF2B5EF4-FFF2-40B4-BE49-F238E27FC236}">
                    <a16:creationId xmlns:a16="http://schemas.microsoft.com/office/drawing/2014/main" id="{A9EDC54B-BBF9-48BE-B76D-E582AB19F773}"/>
                  </a:ext>
                </a:extLst>
              </p:cNvPr>
              <p:cNvCxnSpPr/>
              <p:nvPr/>
            </p:nvCxnSpPr>
            <p:spPr>
              <a:xfrm flipH="1">
                <a:off x="6368040" y="3600000"/>
                <a:ext cx="831960" cy="27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1" name="直線コネクタ 105550">
                <a:extLst>
                  <a:ext uri="{FF2B5EF4-FFF2-40B4-BE49-F238E27FC236}">
                    <a16:creationId xmlns:a16="http://schemas.microsoft.com/office/drawing/2014/main" id="{0911ADD0-234E-4000-95C8-53FA737A1E7E}"/>
                  </a:ext>
                </a:extLst>
              </p:cNvPr>
              <p:cNvCxnSpPr/>
              <p:nvPr/>
            </p:nvCxnSpPr>
            <p:spPr>
              <a:xfrm flipH="1">
                <a:off x="6353280" y="3600000"/>
                <a:ext cx="846720" cy="26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2" name="直線コネクタ 105551">
                <a:extLst>
                  <a:ext uri="{FF2B5EF4-FFF2-40B4-BE49-F238E27FC236}">
                    <a16:creationId xmlns:a16="http://schemas.microsoft.com/office/drawing/2014/main" id="{704E5869-9BE8-474F-97FD-DA29DFBD02B9}"/>
                  </a:ext>
                </a:extLst>
              </p:cNvPr>
              <p:cNvCxnSpPr/>
              <p:nvPr/>
            </p:nvCxnSpPr>
            <p:spPr>
              <a:xfrm flipH="1">
                <a:off x="6338160" y="3600000"/>
                <a:ext cx="861840" cy="259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3" name="直線コネクタ 105552">
                <a:extLst>
                  <a:ext uri="{FF2B5EF4-FFF2-40B4-BE49-F238E27FC236}">
                    <a16:creationId xmlns:a16="http://schemas.microsoft.com/office/drawing/2014/main" id="{6117DB23-A837-4C40-BCE2-C95F9CA2411B}"/>
                  </a:ext>
                </a:extLst>
              </p:cNvPr>
              <p:cNvCxnSpPr/>
              <p:nvPr/>
            </p:nvCxnSpPr>
            <p:spPr>
              <a:xfrm flipH="1">
                <a:off x="6322680" y="3600000"/>
                <a:ext cx="877320" cy="250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4" name="直線コネクタ 105553">
                <a:extLst>
                  <a:ext uri="{FF2B5EF4-FFF2-40B4-BE49-F238E27FC236}">
                    <a16:creationId xmlns:a16="http://schemas.microsoft.com/office/drawing/2014/main" id="{FD53AB56-C3DC-48BE-9E4B-54485B27995D}"/>
                  </a:ext>
                </a:extLst>
              </p:cNvPr>
              <p:cNvCxnSpPr/>
              <p:nvPr/>
            </p:nvCxnSpPr>
            <p:spPr>
              <a:xfrm flipH="1">
                <a:off x="6306840" y="3600000"/>
                <a:ext cx="893160" cy="241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5" name="直線コネクタ 105554">
                <a:extLst>
                  <a:ext uri="{FF2B5EF4-FFF2-40B4-BE49-F238E27FC236}">
                    <a16:creationId xmlns:a16="http://schemas.microsoft.com/office/drawing/2014/main" id="{AAF73295-ADA3-4D3A-8E53-81599A557DF9}"/>
                  </a:ext>
                </a:extLst>
              </p:cNvPr>
              <p:cNvCxnSpPr/>
              <p:nvPr/>
            </p:nvCxnSpPr>
            <p:spPr>
              <a:xfrm flipH="1">
                <a:off x="6291000" y="3600000"/>
                <a:ext cx="909000" cy="23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6" name="直線コネクタ 105555">
                <a:extLst>
                  <a:ext uri="{FF2B5EF4-FFF2-40B4-BE49-F238E27FC236}">
                    <a16:creationId xmlns:a16="http://schemas.microsoft.com/office/drawing/2014/main" id="{4D4CC3B3-9590-4C51-B02F-C3034F5CD3BE}"/>
                  </a:ext>
                </a:extLst>
              </p:cNvPr>
              <p:cNvCxnSpPr/>
              <p:nvPr/>
            </p:nvCxnSpPr>
            <p:spPr>
              <a:xfrm flipH="1">
                <a:off x="6275160" y="3600000"/>
                <a:ext cx="9248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7" name="直線コネクタ 105556">
                <a:extLst>
                  <a:ext uri="{FF2B5EF4-FFF2-40B4-BE49-F238E27FC236}">
                    <a16:creationId xmlns:a16="http://schemas.microsoft.com/office/drawing/2014/main" id="{DB173280-8B94-4604-96AE-504B11848C30}"/>
                  </a:ext>
                </a:extLst>
              </p:cNvPr>
              <p:cNvCxnSpPr/>
              <p:nvPr/>
            </p:nvCxnSpPr>
            <p:spPr>
              <a:xfrm flipH="1">
                <a:off x="6535080" y="3600000"/>
                <a:ext cx="664920" cy="400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8" name="直線コネクタ 105557">
                <a:extLst>
                  <a:ext uri="{FF2B5EF4-FFF2-40B4-BE49-F238E27FC236}">
                    <a16:creationId xmlns:a16="http://schemas.microsoft.com/office/drawing/2014/main" id="{2168B44A-0C2D-4841-9AF7-8A065573FE4C}"/>
                  </a:ext>
                </a:extLst>
              </p:cNvPr>
              <p:cNvCxnSpPr/>
              <p:nvPr/>
            </p:nvCxnSpPr>
            <p:spPr>
              <a:xfrm flipH="1">
                <a:off x="6521400" y="3600000"/>
                <a:ext cx="678600" cy="38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59" name="直線コネクタ 105558">
                <a:extLst>
                  <a:ext uri="{FF2B5EF4-FFF2-40B4-BE49-F238E27FC236}">
                    <a16:creationId xmlns:a16="http://schemas.microsoft.com/office/drawing/2014/main" id="{6173DB6E-0687-4BCA-A1F5-5FE3B9A880A7}"/>
                  </a:ext>
                </a:extLst>
              </p:cNvPr>
              <p:cNvCxnSpPr/>
              <p:nvPr/>
            </p:nvCxnSpPr>
            <p:spPr>
              <a:xfrm flipH="1">
                <a:off x="6507360" y="3600000"/>
                <a:ext cx="692640" cy="376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0" name="直線コネクタ 105559">
                <a:extLst>
                  <a:ext uri="{FF2B5EF4-FFF2-40B4-BE49-F238E27FC236}">
                    <a16:creationId xmlns:a16="http://schemas.microsoft.com/office/drawing/2014/main" id="{993C93CB-A13C-4FAF-B49C-8A867BE223E8}"/>
                  </a:ext>
                </a:extLst>
              </p:cNvPr>
              <p:cNvCxnSpPr/>
              <p:nvPr/>
            </p:nvCxnSpPr>
            <p:spPr>
              <a:xfrm flipH="1">
                <a:off x="6492960" y="3600000"/>
                <a:ext cx="707040" cy="36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1" name="直線コネクタ 105560">
                <a:extLst>
                  <a:ext uri="{FF2B5EF4-FFF2-40B4-BE49-F238E27FC236}">
                    <a16:creationId xmlns:a16="http://schemas.microsoft.com/office/drawing/2014/main" id="{2FCB23B0-9B1A-4F3D-9B31-9E6BA913C4CC}"/>
                  </a:ext>
                </a:extLst>
              </p:cNvPr>
              <p:cNvCxnSpPr/>
              <p:nvPr/>
            </p:nvCxnSpPr>
            <p:spPr>
              <a:xfrm flipH="1">
                <a:off x="6478920" y="3600000"/>
                <a:ext cx="721080" cy="35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2" name="直線コネクタ 105561">
                <a:extLst>
                  <a:ext uri="{FF2B5EF4-FFF2-40B4-BE49-F238E27FC236}">
                    <a16:creationId xmlns:a16="http://schemas.microsoft.com/office/drawing/2014/main" id="{B8DAECD9-5631-4017-B2FA-963DE50BFD5E}"/>
                  </a:ext>
                </a:extLst>
              </p:cNvPr>
              <p:cNvCxnSpPr/>
              <p:nvPr/>
            </p:nvCxnSpPr>
            <p:spPr>
              <a:xfrm flipH="1">
                <a:off x="6464160" y="3600000"/>
                <a:ext cx="735840" cy="343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3" name="直線コネクタ 105562">
                <a:extLst>
                  <a:ext uri="{FF2B5EF4-FFF2-40B4-BE49-F238E27FC236}">
                    <a16:creationId xmlns:a16="http://schemas.microsoft.com/office/drawing/2014/main" id="{5A9AB6BE-9894-4D2B-99BF-B874521A9370}"/>
                  </a:ext>
                </a:extLst>
              </p:cNvPr>
              <p:cNvCxnSpPr/>
              <p:nvPr/>
            </p:nvCxnSpPr>
            <p:spPr>
              <a:xfrm flipH="1">
                <a:off x="6449760" y="3600000"/>
                <a:ext cx="750240" cy="33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4" name="直線コネクタ 105563">
                <a:extLst>
                  <a:ext uri="{FF2B5EF4-FFF2-40B4-BE49-F238E27FC236}">
                    <a16:creationId xmlns:a16="http://schemas.microsoft.com/office/drawing/2014/main" id="{3B9E25F9-083D-424B-B80D-0BC162A57296}"/>
                  </a:ext>
                </a:extLst>
              </p:cNvPr>
              <p:cNvCxnSpPr/>
              <p:nvPr/>
            </p:nvCxnSpPr>
            <p:spPr>
              <a:xfrm flipH="1">
                <a:off x="6435000" y="3600000"/>
                <a:ext cx="765000" cy="32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5" name="直線コネクタ 105564">
                <a:extLst>
                  <a:ext uri="{FF2B5EF4-FFF2-40B4-BE49-F238E27FC236}">
                    <a16:creationId xmlns:a16="http://schemas.microsoft.com/office/drawing/2014/main" id="{D7379A64-9955-4D1F-AED6-AE72459E5B76}"/>
                  </a:ext>
                </a:extLst>
              </p:cNvPr>
              <p:cNvCxnSpPr/>
              <p:nvPr/>
            </p:nvCxnSpPr>
            <p:spPr>
              <a:xfrm flipH="1">
                <a:off x="6420240" y="3600000"/>
                <a:ext cx="779760" cy="31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6" name="直線コネクタ 105565">
                <a:extLst>
                  <a:ext uri="{FF2B5EF4-FFF2-40B4-BE49-F238E27FC236}">
                    <a16:creationId xmlns:a16="http://schemas.microsoft.com/office/drawing/2014/main" id="{B52A0BCE-1EE8-4765-A7D9-F4EE59242957}"/>
                  </a:ext>
                </a:extLst>
              </p:cNvPr>
              <p:cNvCxnSpPr/>
              <p:nvPr/>
            </p:nvCxnSpPr>
            <p:spPr>
              <a:xfrm flipH="1">
                <a:off x="6405120" y="3600000"/>
                <a:ext cx="794880" cy="30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7" name="直線コネクタ 105566">
                <a:extLst>
                  <a:ext uri="{FF2B5EF4-FFF2-40B4-BE49-F238E27FC236}">
                    <a16:creationId xmlns:a16="http://schemas.microsoft.com/office/drawing/2014/main" id="{270D1F55-6091-41C2-AB21-8EB3A2AFC2E6}"/>
                  </a:ext>
                </a:extLst>
              </p:cNvPr>
              <p:cNvCxnSpPr/>
              <p:nvPr/>
            </p:nvCxnSpPr>
            <p:spPr>
              <a:xfrm flipH="1">
                <a:off x="6392520" y="3600000"/>
                <a:ext cx="807480" cy="292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8" name="直線コネクタ 105567">
                <a:extLst>
                  <a:ext uri="{FF2B5EF4-FFF2-40B4-BE49-F238E27FC236}">
                    <a16:creationId xmlns:a16="http://schemas.microsoft.com/office/drawing/2014/main" id="{73DD4258-5E0F-4174-A874-12A16A10F4CD}"/>
                  </a:ext>
                </a:extLst>
              </p:cNvPr>
              <p:cNvCxnSpPr/>
              <p:nvPr/>
            </p:nvCxnSpPr>
            <p:spPr>
              <a:xfrm flipH="1">
                <a:off x="6377040" y="3600000"/>
                <a:ext cx="822960" cy="283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69" name="直線コネクタ 105568">
                <a:extLst>
                  <a:ext uri="{FF2B5EF4-FFF2-40B4-BE49-F238E27FC236}">
                    <a16:creationId xmlns:a16="http://schemas.microsoft.com/office/drawing/2014/main" id="{AFC6075E-1123-4901-9F1E-840867A9158D}"/>
                  </a:ext>
                </a:extLst>
              </p:cNvPr>
              <p:cNvCxnSpPr/>
              <p:nvPr/>
            </p:nvCxnSpPr>
            <p:spPr>
              <a:xfrm flipH="1">
                <a:off x="6361560" y="3600000"/>
                <a:ext cx="838440" cy="27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0" name="直線コネクタ 105569">
                <a:extLst>
                  <a:ext uri="{FF2B5EF4-FFF2-40B4-BE49-F238E27FC236}">
                    <a16:creationId xmlns:a16="http://schemas.microsoft.com/office/drawing/2014/main" id="{5392652C-77A6-42BB-8406-AF3B78E7C360}"/>
                  </a:ext>
                </a:extLst>
              </p:cNvPr>
              <p:cNvCxnSpPr/>
              <p:nvPr/>
            </p:nvCxnSpPr>
            <p:spPr>
              <a:xfrm flipH="1">
                <a:off x="6348600" y="3600000"/>
                <a:ext cx="851400" cy="26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1" name="直線コネクタ 105570">
                <a:extLst>
                  <a:ext uri="{FF2B5EF4-FFF2-40B4-BE49-F238E27FC236}">
                    <a16:creationId xmlns:a16="http://schemas.microsoft.com/office/drawing/2014/main" id="{5F562C64-0BBD-4BB8-A265-11D427B9DD1C}"/>
                  </a:ext>
                </a:extLst>
              </p:cNvPr>
              <p:cNvCxnSpPr/>
              <p:nvPr/>
            </p:nvCxnSpPr>
            <p:spPr>
              <a:xfrm flipH="1">
                <a:off x="6332760" y="3600000"/>
                <a:ext cx="867240" cy="255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2" name="直線コネクタ 105571">
                <a:extLst>
                  <a:ext uri="{FF2B5EF4-FFF2-40B4-BE49-F238E27FC236}">
                    <a16:creationId xmlns:a16="http://schemas.microsoft.com/office/drawing/2014/main" id="{C824788E-E250-4E56-ABF8-8C7246856FD5}"/>
                  </a:ext>
                </a:extLst>
              </p:cNvPr>
              <p:cNvCxnSpPr/>
              <p:nvPr/>
            </p:nvCxnSpPr>
            <p:spPr>
              <a:xfrm flipH="1">
                <a:off x="6317280" y="3600000"/>
                <a:ext cx="882720" cy="24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3" name="直線コネクタ 105572">
                <a:extLst>
                  <a:ext uri="{FF2B5EF4-FFF2-40B4-BE49-F238E27FC236}">
                    <a16:creationId xmlns:a16="http://schemas.microsoft.com/office/drawing/2014/main" id="{8E7D4F37-DFCF-4E2C-8FFD-2BBAF3D37BEE}"/>
                  </a:ext>
                </a:extLst>
              </p:cNvPr>
              <p:cNvCxnSpPr/>
              <p:nvPr/>
            </p:nvCxnSpPr>
            <p:spPr>
              <a:xfrm flipH="1">
                <a:off x="6301440" y="3600000"/>
                <a:ext cx="898560" cy="240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4" name="直線コネクタ 105573">
                <a:extLst>
                  <a:ext uri="{FF2B5EF4-FFF2-40B4-BE49-F238E27FC236}">
                    <a16:creationId xmlns:a16="http://schemas.microsoft.com/office/drawing/2014/main" id="{EBC176F6-A183-4281-910D-A7C8A1CDCB55}"/>
                  </a:ext>
                </a:extLst>
              </p:cNvPr>
              <p:cNvCxnSpPr/>
              <p:nvPr/>
            </p:nvCxnSpPr>
            <p:spPr>
              <a:xfrm flipH="1">
                <a:off x="6287760" y="3600000"/>
                <a:ext cx="912240" cy="230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5" name="直線コネクタ 105574">
                <a:extLst>
                  <a:ext uri="{FF2B5EF4-FFF2-40B4-BE49-F238E27FC236}">
                    <a16:creationId xmlns:a16="http://schemas.microsoft.com/office/drawing/2014/main" id="{5B20897C-DAC4-40A3-A068-74940FD90E81}"/>
                  </a:ext>
                </a:extLst>
              </p:cNvPr>
              <p:cNvCxnSpPr/>
              <p:nvPr/>
            </p:nvCxnSpPr>
            <p:spPr>
              <a:xfrm flipH="1">
                <a:off x="6271560" y="3600000"/>
                <a:ext cx="9284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6" name="直線コネクタ 105575">
                <a:extLst>
                  <a:ext uri="{FF2B5EF4-FFF2-40B4-BE49-F238E27FC236}">
                    <a16:creationId xmlns:a16="http://schemas.microsoft.com/office/drawing/2014/main" id="{CF0274E0-F492-4FDE-A857-C1E86F79A538}"/>
                  </a:ext>
                </a:extLst>
              </p:cNvPr>
              <p:cNvCxnSpPr/>
              <p:nvPr/>
            </p:nvCxnSpPr>
            <p:spPr>
              <a:xfrm flipH="1">
                <a:off x="6257520" y="3600000"/>
                <a:ext cx="942480" cy="21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7" name="直線コネクタ 105576">
                <a:extLst>
                  <a:ext uri="{FF2B5EF4-FFF2-40B4-BE49-F238E27FC236}">
                    <a16:creationId xmlns:a16="http://schemas.microsoft.com/office/drawing/2014/main" id="{072C97B3-8773-495F-BE46-004E4D19726D}"/>
                  </a:ext>
                </a:extLst>
              </p:cNvPr>
              <p:cNvCxnSpPr/>
              <p:nvPr/>
            </p:nvCxnSpPr>
            <p:spPr>
              <a:xfrm flipH="1">
                <a:off x="6243480" y="3600000"/>
                <a:ext cx="956520" cy="20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8" name="直線コネクタ 105577">
                <a:extLst>
                  <a:ext uri="{FF2B5EF4-FFF2-40B4-BE49-F238E27FC236}">
                    <a16:creationId xmlns:a16="http://schemas.microsoft.com/office/drawing/2014/main" id="{237A2E4C-FE07-49C0-BDC7-E46AAB9B8FC2}"/>
                  </a:ext>
                </a:extLst>
              </p:cNvPr>
              <p:cNvCxnSpPr/>
              <p:nvPr/>
            </p:nvCxnSpPr>
            <p:spPr>
              <a:xfrm flipH="1">
                <a:off x="6227280" y="3600000"/>
                <a:ext cx="972720" cy="19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79" name="直線コネクタ 105578">
                <a:extLst>
                  <a:ext uri="{FF2B5EF4-FFF2-40B4-BE49-F238E27FC236}">
                    <a16:creationId xmlns:a16="http://schemas.microsoft.com/office/drawing/2014/main" id="{B0A30ED7-4C32-429A-BBE1-6B96BA7DFBAB}"/>
                  </a:ext>
                </a:extLst>
              </p:cNvPr>
              <p:cNvCxnSpPr/>
              <p:nvPr/>
            </p:nvCxnSpPr>
            <p:spPr>
              <a:xfrm flipH="1">
                <a:off x="6212520" y="3600000"/>
                <a:ext cx="987480" cy="19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0" name="直線コネクタ 105579">
                <a:extLst>
                  <a:ext uri="{FF2B5EF4-FFF2-40B4-BE49-F238E27FC236}">
                    <a16:creationId xmlns:a16="http://schemas.microsoft.com/office/drawing/2014/main" id="{5FACA0A3-CB70-4ACB-A884-A480F033724F}"/>
                  </a:ext>
                </a:extLst>
              </p:cNvPr>
              <p:cNvCxnSpPr/>
              <p:nvPr/>
            </p:nvCxnSpPr>
            <p:spPr>
              <a:xfrm flipH="1">
                <a:off x="6198120" y="3600000"/>
                <a:ext cx="1001880" cy="18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1" name="直線コネクタ 105580">
                <a:extLst>
                  <a:ext uri="{FF2B5EF4-FFF2-40B4-BE49-F238E27FC236}">
                    <a16:creationId xmlns:a16="http://schemas.microsoft.com/office/drawing/2014/main" id="{2C05F52F-4E19-4263-9C82-374E9AACE03C}"/>
                  </a:ext>
                </a:extLst>
              </p:cNvPr>
              <p:cNvCxnSpPr/>
              <p:nvPr/>
            </p:nvCxnSpPr>
            <p:spPr>
              <a:xfrm flipH="1">
                <a:off x="6181560" y="3600000"/>
                <a:ext cx="1018440" cy="17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2" name="直線コネクタ 105581">
                <a:extLst>
                  <a:ext uri="{FF2B5EF4-FFF2-40B4-BE49-F238E27FC236}">
                    <a16:creationId xmlns:a16="http://schemas.microsoft.com/office/drawing/2014/main" id="{5E1C87A4-DA14-4123-8894-F6301CBA4BAC}"/>
                  </a:ext>
                </a:extLst>
              </p:cNvPr>
              <p:cNvCxnSpPr/>
              <p:nvPr/>
            </p:nvCxnSpPr>
            <p:spPr>
              <a:xfrm flipH="1">
                <a:off x="6166440" y="3600000"/>
                <a:ext cx="1033560" cy="16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3" name="直線コネクタ 105582">
                <a:extLst>
                  <a:ext uri="{FF2B5EF4-FFF2-40B4-BE49-F238E27FC236}">
                    <a16:creationId xmlns:a16="http://schemas.microsoft.com/office/drawing/2014/main" id="{EC42DFED-53CF-4D51-BB6A-AC93FD6A378F}"/>
                  </a:ext>
                </a:extLst>
              </p:cNvPr>
              <p:cNvCxnSpPr/>
              <p:nvPr/>
            </p:nvCxnSpPr>
            <p:spPr>
              <a:xfrm flipH="1">
                <a:off x="6151680" y="3600000"/>
                <a:ext cx="1048320" cy="16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4" name="直線コネクタ 105583">
                <a:extLst>
                  <a:ext uri="{FF2B5EF4-FFF2-40B4-BE49-F238E27FC236}">
                    <a16:creationId xmlns:a16="http://schemas.microsoft.com/office/drawing/2014/main" id="{65EE5648-9510-42D9-A9DE-E637EEFCD636}"/>
                  </a:ext>
                </a:extLst>
              </p:cNvPr>
              <p:cNvCxnSpPr/>
              <p:nvPr/>
            </p:nvCxnSpPr>
            <p:spPr>
              <a:xfrm flipH="1">
                <a:off x="6134760" y="3600000"/>
                <a:ext cx="1065240" cy="15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5" name="直線コネクタ 105584">
                <a:extLst>
                  <a:ext uri="{FF2B5EF4-FFF2-40B4-BE49-F238E27FC236}">
                    <a16:creationId xmlns:a16="http://schemas.microsoft.com/office/drawing/2014/main" id="{6C70491B-628D-4346-98C8-BE7478A7A191}"/>
                  </a:ext>
                </a:extLst>
              </p:cNvPr>
              <p:cNvCxnSpPr/>
              <p:nvPr/>
            </p:nvCxnSpPr>
            <p:spPr>
              <a:xfrm flipH="1">
                <a:off x="6119640" y="3600000"/>
                <a:ext cx="1080360" cy="15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6" name="直線コネクタ 105585">
                <a:extLst>
                  <a:ext uri="{FF2B5EF4-FFF2-40B4-BE49-F238E27FC236}">
                    <a16:creationId xmlns:a16="http://schemas.microsoft.com/office/drawing/2014/main" id="{5879B9F6-66FC-4E14-9603-24562CDBEFD0}"/>
                  </a:ext>
                </a:extLst>
              </p:cNvPr>
              <p:cNvCxnSpPr/>
              <p:nvPr/>
            </p:nvCxnSpPr>
            <p:spPr>
              <a:xfrm flipH="1">
                <a:off x="6104520" y="3600000"/>
                <a:ext cx="1095480" cy="14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7" name="直線コネクタ 105586">
                <a:extLst>
                  <a:ext uri="{FF2B5EF4-FFF2-40B4-BE49-F238E27FC236}">
                    <a16:creationId xmlns:a16="http://schemas.microsoft.com/office/drawing/2014/main" id="{52EECE5B-692B-4891-9B42-C7A1459DE36D}"/>
                  </a:ext>
                </a:extLst>
              </p:cNvPr>
              <p:cNvCxnSpPr/>
              <p:nvPr/>
            </p:nvCxnSpPr>
            <p:spPr>
              <a:xfrm flipH="1">
                <a:off x="6089040" y="3600000"/>
                <a:ext cx="1110960" cy="13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8" name="直線コネクタ 105587">
                <a:extLst>
                  <a:ext uri="{FF2B5EF4-FFF2-40B4-BE49-F238E27FC236}">
                    <a16:creationId xmlns:a16="http://schemas.microsoft.com/office/drawing/2014/main" id="{1DDBBF2E-3ED6-475A-8AB6-2B0CBB4C4F59}"/>
                  </a:ext>
                </a:extLst>
              </p:cNvPr>
              <p:cNvCxnSpPr/>
              <p:nvPr/>
            </p:nvCxnSpPr>
            <p:spPr>
              <a:xfrm flipH="1">
                <a:off x="6073560" y="3600000"/>
                <a:ext cx="1126440" cy="130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89" name="直線コネクタ 105588">
                <a:extLst>
                  <a:ext uri="{FF2B5EF4-FFF2-40B4-BE49-F238E27FC236}">
                    <a16:creationId xmlns:a16="http://schemas.microsoft.com/office/drawing/2014/main" id="{B76C40A8-E877-4CAA-956D-5B0C4A191D77}"/>
                  </a:ext>
                </a:extLst>
              </p:cNvPr>
              <p:cNvCxnSpPr/>
              <p:nvPr/>
            </p:nvCxnSpPr>
            <p:spPr>
              <a:xfrm flipH="1">
                <a:off x="6057720" y="3600000"/>
                <a:ext cx="1142280" cy="12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0" name="直線コネクタ 105589">
                <a:extLst>
                  <a:ext uri="{FF2B5EF4-FFF2-40B4-BE49-F238E27FC236}">
                    <a16:creationId xmlns:a16="http://schemas.microsoft.com/office/drawing/2014/main" id="{2120A72E-D0F6-443B-B585-90E5CFC261B5}"/>
                  </a:ext>
                </a:extLst>
              </p:cNvPr>
              <p:cNvCxnSpPr/>
              <p:nvPr/>
            </p:nvCxnSpPr>
            <p:spPr>
              <a:xfrm flipH="1">
                <a:off x="6041880" y="3600000"/>
                <a:ext cx="1158120" cy="118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1" name="直線コネクタ 105590">
                <a:extLst>
                  <a:ext uri="{FF2B5EF4-FFF2-40B4-BE49-F238E27FC236}">
                    <a16:creationId xmlns:a16="http://schemas.microsoft.com/office/drawing/2014/main" id="{D12BCBC0-A500-4EFC-B150-27A5365C2FA3}"/>
                  </a:ext>
                </a:extLst>
              </p:cNvPr>
              <p:cNvCxnSpPr/>
              <p:nvPr/>
            </p:nvCxnSpPr>
            <p:spPr>
              <a:xfrm flipH="1">
                <a:off x="6027120" y="3600000"/>
                <a:ext cx="1172880" cy="109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2" name="直線コネクタ 105591">
                <a:extLst>
                  <a:ext uri="{FF2B5EF4-FFF2-40B4-BE49-F238E27FC236}">
                    <a16:creationId xmlns:a16="http://schemas.microsoft.com/office/drawing/2014/main" id="{4E8413CC-2DB1-4397-82E8-503583DF0CCF}"/>
                  </a:ext>
                </a:extLst>
              </p:cNvPr>
              <p:cNvCxnSpPr/>
              <p:nvPr/>
            </p:nvCxnSpPr>
            <p:spPr>
              <a:xfrm flipH="1">
                <a:off x="6011280" y="3600000"/>
                <a:ext cx="1188720" cy="104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3" name="直線コネクタ 105592">
                <a:extLst>
                  <a:ext uri="{FF2B5EF4-FFF2-40B4-BE49-F238E27FC236}">
                    <a16:creationId xmlns:a16="http://schemas.microsoft.com/office/drawing/2014/main" id="{0E847A2C-033B-43DB-93FF-CF21DD1A7E29}"/>
                  </a:ext>
                </a:extLst>
              </p:cNvPr>
              <p:cNvCxnSpPr/>
              <p:nvPr/>
            </p:nvCxnSpPr>
            <p:spPr>
              <a:xfrm flipH="1">
                <a:off x="5995080" y="3600000"/>
                <a:ext cx="1204920" cy="99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4" name="直線コネクタ 105593">
                <a:extLst>
                  <a:ext uri="{FF2B5EF4-FFF2-40B4-BE49-F238E27FC236}">
                    <a16:creationId xmlns:a16="http://schemas.microsoft.com/office/drawing/2014/main" id="{AEC5D258-32B4-4296-8726-CEDFDBB34649}"/>
                  </a:ext>
                </a:extLst>
              </p:cNvPr>
              <p:cNvCxnSpPr/>
              <p:nvPr/>
            </p:nvCxnSpPr>
            <p:spPr>
              <a:xfrm flipH="1">
                <a:off x="5979960" y="3600000"/>
                <a:ext cx="1220040" cy="9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5" name="直線コネクタ 105594">
                <a:extLst>
                  <a:ext uri="{FF2B5EF4-FFF2-40B4-BE49-F238E27FC236}">
                    <a16:creationId xmlns:a16="http://schemas.microsoft.com/office/drawing/2014/main" id="{91F35FE8-61B2-4320-B332-AD0658E61E19}"/>
                  </a:ext>
                </a:extLst>
              </p:cNvPr>
              <p:cNvCxnSpPr/>
              <p:nvPr/>
            </p:nvCxnSpPr>
            <p:spPr>
              <a:xfrm flipH="1">
                <a:off x="5963760" y="3600000"/>
                <a:ext cx="1236240" cy="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6" name="直線コネクタ 105595">
                <a:extLst>
                  <a:ext uri="{FF2B5EF4-FFF2-40B4-BE49-F238E27FC236}">
                    <a16:creationId xmlns:a16="http://schemas.microsoft.com/office/drawing/2014/main" id="{60F4C5E6-673F-4D6A-80DC-9F960FEDD438}"/>
                  </a:ext>
                </a:extLst>
              </p:cNvPr>
              <p:cNvCxnSpPr/>
              <p:nvPr/>
            </p:nvCxnSpPr>
            <p:spPr>
              <a:xfrm flipH="1">
                <a:off x="5947200" y="3600000"/>
                <a:ext cx="1252800" cy="8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7" name="直線コネクタ 105596">
                <a:extLst>
                  <a:ext uri="{FF2B5EF4-FFF2-40B4-BE49-F238E27FC236}">
                    <a16:creationId xmlns:a16="http://schemas.microsoft.com/office/drawing/2014/main" id="{7F7B78E7-D8C3-4D9B-A43D-46DB509D5C7E}"/>
                  </a:ext>
                </a:extLst>
              </p:cNvPr>
              <p:cNvCxnSpPr/>
              <p:nvPr/>
            </p:nvCxnSpPr>
            <p:spPr>
              <a:xfrm flipH="1">
                <a:off x="5931360" y="3600000"/>
                <a:ext cx="1268640" cy="75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8" name="直線コネクタ 105597">
                <a:extLst>
                  <a:ext uri="{FF2B5EF4-FFF2-40B4-BE49-F238E27FC236}">
                    <a16:creationId xmlns:a16="http://schemas.microsoft.com/office/drawing/2014/main" id="{7236A5AC-20C5-40D3-AF14-4247E0884E0B}"/>
                  </a:ext>
                </a:extLst>
              </p:cNvPr>
              <p:cNvCxnSpPr/>
              <p:nvPr/>
            </p:nvCxnSpPr>
            <p:spPr>
              <a:xfrm flipH="1">
                <a:off x="5914800" y="3600000"/>
                <a:ext cx="1285200" cy="72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99" name="直線コネクタ 105598">
                <a:extLst>
                  <a:ext uri="{FF2B5EF4-FFF2-40B4-BE49-F238E27FC236}">
                    <a16:creationId xmlns:a16="http://schemas.microsoft.com/office/drawing/2014/main" id="{19292B8A-CFB0-416B-BFF7-D5699E5F8BB6}"/>
                  </a:ext>
                </a:extLst>
              </p:cNvPr>
              <p:cNvCxnSpPr/>
              <p:nvPr/>
            </p:nvCxnSpPr>
            <p:spPr>
              <a:xfrm flipH="1">
                <a:off x="5898240" y="3600000"/>
                <a:ext cx="1301760" cy="69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0" name="直線コネクタ 105599">
                <a:extLst>
                  <a:ext uri="{FF2B5EF4-FFF2-40B4-BE49-F238E27FC236}">
                    <a16:creationId xmlns:a16="http://schemas.microsoft.com/office/drawing/2014/main" id="{8231DD4B-0D65-4E33-A14D-FFDA5E42C8C2}"/>
                  </a:ext>
                </a:extLst>
              </p:cNvPr>
              <p:cNvCxnSpPr/>
              <p:nvPr/>
            </p:nvCxnSpPr>
            <p:spPr>
              <a:xfrm flipH="1">
                <a:off x="5882040" y="3600000"/>
                <a:ext cx="1317960" cy="6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1" name="直線コネクタ 105600">
                <a:extLst>
                  <a:ext uri="{FF2B5EF4-FFF2-40B4-BE49-F238E27FC236}">
                    <a16:creationId xmlns:a16="http://schemas.microsoft.com/office/drawing/2014/main" id="{77B6E397-038E-4A2C-98C4-01DECFD67AAB}"/>
                  </a:ext>
                </a:extLst>
              </p:cNvPr>
              <p:cNvCxnSpPr/>
              <p:nvPr/>
            </p:nvCxnSpPr>
            <p:spPr>
              <a:xfrm flipH="1">
                <a:off x="5865480" y="3600000"/>
                <a:ext cx="1334520" cy="6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2" name="直線コネクタ 105601">
                <a:extLst>
                  <a:ext uri="{FF2B5EF4-FFF2-40B4-BE49-F238E27FC236}">
                    <a16:creationId xmlns:a16="http://schemas.microsoft.com/office/drawing/2014/main" id="{6F7D5CE1-310E-48DA-8C1C-2841F7A13CFD}"/>
                  </a:ext>
                </a:extLst>
              </p:cNvPr>
              <p:cNvCxnSpPr/>
              <p:nvPr/>
            </p:nvCxnSpPr>
            <p:spPr>
              <a:xfrm flipH="1">
                <a:off x="5848920" y="3600000"/>
                <a:ext cx="1351080" cy="54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3" name="直線コネクタ 105602">
                <a:extLst>
                  <a:ext uri="{FF2B5EF4-FFF2-40B4-BE49-F238E27FC236}">
                    <a16:creationId xmlns:a16="http://schemas.microsoft.com/office/drawing/2014/main" id="{4B2DFA0D-112B-4658-B90F-8D28B55B16FF}"/>
                  </a:ext>
                </a:extLst>
              </p:cNvPr>
              <p:cNvCxnSpPr/>
              <p:nvPr/>
            </p:nvCxnSpPr>
            <p:spPr>
              <a:xfrm flipH="1">
                <a:off x="5832360" y="3600000"/>
                <a:ext cx="1367640" cy="4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4" name="直線コネクタ 105603">
                <a:extLst>
                  <a:ext uri="{FF2B5EF4-FFF2-40B4-BE49-F238E27FC236}">
                    <a16:creationId xmlns:a16="http://schemas.microsoft.com/office/drawing/2014/main" id="{804C0D0A-7F2D-4793-871D-B7E46053DB2C}"/>
                  </a:ext>
                </a:extLst>
              </p:cNvPr>
              <p:cNvCxnSpPr/>
              <p:nvPr/>
            </p:nvCxnSpPr>
            <p:spPr>
              <a:xfrm flipH="1">
                <a:off x="5815800" y="3600000"/>
                <a:ext cx="1384200" cy="43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5" name="直線コネクタ 105604">
                <a:extLst>
                  <a:ext uri="{FF2B5EF4-FFF2-40B4-BE49-F238E27FC236}">
                    <a16:creationId xmlns:a16="http://schemas.microsoft.com/office/drawing/2014/main" id="{DBAF0875-8C85-4700-8D50-D3932A2B848D}"/>
                  </a:ext>
                </a:extLst>
              </p:cNvPr>
              <p:cNvCxnSpPr/>
              <p:nvPr/>
            </p:nvCxnSpPr>
            <p:spPr>
              <a:xfrm flipH="1">
                <a:off x="5798520" y="3600000"/>
                <a:ext cx="1401480" cy="4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6" name="直線コネクタ 105605">
                <a:extLst>
                  <a:ext uri="{FF2B5EF4-FFF2-40B4-BE49-F238E27FC236}">
                    <a16:creationId xmlns:a16="http://schemas.microsoft.com/office/drawing/2014/main" id="{A6CE48D9-B290-43AD-BF25-C23C49B95A8D}"/>
                  </a:ext>
                </a:extLst>
              </p:cNvPr>
              <p:cNvCxnSpPr/>
              <p:nvPr/>
            </p:nvCxnSpPr>
            <p:spPr>
              <a:xfrm flipH="1">
                <a:off x="5781600" y="3600000"/>
                <a:ext cx="141840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7" name="直線コネクタ 105606">
                <a:extLst>
                  <a:ext uri="{FF2B5EF4-FFF2-40B4-BE49-F238E27FC236}">
                    <a16:creationId xmlns:a16="http://schemas.microsoft.com/office/drawing/2014/main" id="{BC8ECED3-1A26-4EA6-ACC7-64FC11547355}"/>
                  </a:ext>
                </a:extLst>
              </p:cNvPr>
              <p:cNvCxnSpPr/>
              <p:nvPr/>
            </p:nvCxnSpPr>
            <p:spPr>
              <a:xfrm flipH="1">
                <a:off x="5764320" y="3600000"/>
                <a:ext cx="1435680" cy="32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8" name="直線コネクタ 105607">
                <a:extLst>
                  <a:ext uri="{FF2B5EF4-FFF2-40B4-BE49-F238E27FC236}">
                    <a16:creationId xmlns:a16="http://schemas.microsoft.com/office/drawing/2014/main" id="{F8F52FB5-A420-4695-9815-865AFA0328DC}"/>
                  </a:ext>
                </a:extLst>
              </p:cNvPr>
              <p:cNvCxnSpPr/>
              <p:nvPr/>
            </p:nvCxnSpPr>
            <p:spPr>
              <a:xfrm flipH="1">
                <a:off x="5747040" y="3600000"/>
                <a:ext cx="1452960" cy="3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09" name="直線コネクタ 105608">
                <a:extLst>
                  <a:ext uri="{FF2B5EF4-FFF2-40B4-BE49-F238E27FC236}">
                    <a16:creationId xmlns:a16="http://schemas.microsoft.com/office/drawing/2014/main" id="{655B7346-F7EB-4898-9150-B8B6146F8789}"/>
                  </a:ext>
                </a:extLst>
              </p:cNvPr>
              <p:cNvCxnSpPr/>
              <p:nvPr/>
            </p:nvCxnSpPr>
            <p:spPr>
              <a:xfrm flipH="1">
                <a:off x="5729760" y="3600000"/>
                <a:ext cx="1470240" cy="27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0" name="直線コネクタ 105609">
                <a:extLst>
                  <a:ext uri="{FF2B5EF4-FFF2-40B4-BE49-F238E27FC236}">
                    <a16:creationId xmlns:a16="http://schemas.microsoft.com/office/drawing/2014/main" id="{6C398C0B-DC7D-4AE8-888E-30F0DA53962F}"/>
                  </a:ext>
                </a:extLst>
              </p:cNvPr>
              <p:cNvCxnSpPr/>
              <p:nvPr/>
            </p:nvCxnSpPr>
            <p:spPr>
              <a:xfrm flipH="1">
                <a:off x="5712480" y="3600000"/>
                <a:ext cx="1487520" cy="2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1" name="直線コネクタ 105610">
                <a:extLst>
                  <a:ext uri="{FF2B5EF4-FFF2-40B4-BE49-F238E27FC236}">
                    <a16:creationId xmlns:a16="http://schemas.microsoft.com/office/drawing/2014/main" id="{86BF860B-07D5-4819-B3A2-3FFA42DEB03E}"/>
                  </a:ext>
                </a:extLst>
              </p:cNvPr>
              <p:cNvCxnSpPr/>
              <p:nvPr/>
            </p:nvCxnSpPr>
            <p:spPr>
              <a:xfrm flipH="1">
                <a:off x="5694840" y="3600000"/>
                <a:ext cx="1505160" cy="20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2" name="直線コネクタ 105611">
                <a:extLst>
                  <a:ext uri="{FF2B5EF4-FFF2-40B4-BE49-F238E27FC236}">
                    <a16:creationId xmlns:a16="http://schemas.microsoft.com/office/drawing/2014/main" id="{03A9B744-CE2A-4C7F-8C39-6E769EDBEF7B}"/>
                  </a:ext>
                </a:extLst>
              </p:cNvPr>
              <p:cNvCxnSpPr/>
              <p:nvPr/>
            </p:nvCxnSpPr>
            <p:spPr>
              <a:xfrm flipH="1">
                <a:off x="5677200" y="3600000"/>
                <a:ext cx="152280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3" name="直線コネクタ 105612">
                <a:extLst>
                  <a:ext uri="{FF2B5EF4-FFF2-40B4-BE49-F238E27FC236}">
                    <a16:creationId xmlns:a16="http://schemas.microsoft.com/office/drawing/2014/main" id="{03F1C7FC-AC6E-4354-9412-E5A5A7610028}"/>
                  </a:ext>
                </a:extLst>
              </p:cNvPr>
              <p:cNvCxnSpPr/>
              <p:nvPr/>
            </p:nvCxnSpPr>
            <p:spPr>
              <a:xfrm flipH="1">
                <a:off x="5659200" y="3600000"/>
                <a:ext cx="1540800" cy="15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4" name="直線コネクタ 105613">
                <a:extLst>
                  <a:ext uri="{FF2B5EF4-FFF2-40B4-BE49-F238E27FC236}">
                    <a16:creationId xmlns:a16="http://schemas.microsoft.com/office/drawing/2014/main" id="{EF288D55-BBFD-4EF5-AAA4-285E8BBB6913}"/>
                  </a:ext>
                </a:extLst>
              </p:cNvPr>
              <p:cNvCxnSpPr/>
              <p:nvPr/>
            </p:nvCxnSpPr>
            <p:spPr>
              <a:xfrm flipH="1">
                <a:off x="5641560" y="3600000"/>
                <a:ext cx="1558440" cy="1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5" name="直線コネクタ 105614">
                <a:extLst>
                  <a:ext uri="{FF2B5EF4-FFF2-40B4-BE49-F238E27FC236}">
                    <a16:creationId xmlns:a16="http://schemas.microsoft.com/office/drawing/2014/main" id="{B50F3507-46B0-4F86-B25E-C547B7BDAE7B}"/>
                  </a:ext>
                </a:extLst>
              </p:cNvPr>
              <p:cNvCxnSpPr/>
              <p:nvPr/>
            </p:nvCxnSpPr>
            <p:spPr>
              <a:xfrm flipH="1">
                <a:off x="5623560" y="3600000"/>
                <a:ext cx="1576440" cy="1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6" name="直線コネクタ 105615">
                <a:extLst>
                  <a:ext uri="{FF2B5EF4-FFF2-40B4-BE49-F238E27FC236}">
                    <a16:creationId xmlns:a16="http://schemas.microsoft.com/office/drawing/2014/main" id="{E6165F24-F645-4439-832A-08C48DFEA6D8}"/>
                  </a:ext>
                </a:extLst>
              </p:cNvPr>
              <p:cNvCxnSpPr/>
              <p:nvPr/>
            </p:nvCxnSpPr>
            <p:spPr>
              <a:xfrm flipH="1">
                <a:off x="5605560" y="3600000"/>
                <a:ext cx="1594440" cy="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7" name="直線コネクタ 105616">
                <a:extLst>
                  <a:ext uri="{FF2B5EF4-FFF2-40B4-BE49-F238E27FC236}">
                    <a16:creationId xmlns:a16="http://schemas.microsoft.com/office/drawing/2014/main" id="{49F38658-49C4-4D22-BAD3-345B286A27EB}"/>
                  </a:ext>
                </a:extLst>
              </p:cNvPr>
              <p:cNvCxnSpPr/>
              <p:nvPr/>
            </p:nvCxnSpPr>
            <p:spPr>
              <a:xfrm flipH="1">
                <a:off x="5913000" y="3600000"/>
                <a:ext cx="1287000" cy="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8" name="直線コネクタ 105617">
                <a:extLst>
                  <a:ext uri="{FF2B5EF4-FFF2-40B4-BE49-F238E27FC236}">
                    <a16:creationId xmlns:a16="http://schemas.microsoft.com/office/drawing/2014/main" id="{00F4E7C1-D5CF-4034-A2C9-45BC6E4B854B}"/>
                  </a:ext>
                </a:extLst>
              </p:cNvPr>
              <p:cNvCxnSpPr/>
              <p:nvPr/>
            </p:nvCxnSpPr>
            <p:spPr>
              <a:xfrm flipH="1">
                <a:off x="5895720" y="3600000"/>
                <a:ext cx="1304280" cy="6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19" name="直線コネクタ 105618">
                <a:extLst>
                  <a:ext uri="{FF2B5EF4-FFF2-40B4-BE49-F238E27FC236}">
                    <a16:creationId xmlns:a16="http://schemas.microsoft.com/office/drawing/2014/main" id="{91654707-E32E-4415-B75C-14A83688C428}"/>
                  </a:ext>
                </a:extLst>
              </p:cNvPr>
              <p:cNvCxnSpPr/>
              <p:nvPr/>
            </p:nvCxnSpPr>
            <p:spPr>
              <a:xfrm flipH="1">
                <a:off x="5878440" y="3600000"/>
                <a:ext cx="1321560" cy="6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0" name="直線コネクタ 105619">
                <a:extLst>
                  <a:ext uri="{FF2B5EF4-FFF2-40B4-BE49-F238E27FC236}">
                    <a16:creationId xmlns:a16="http://schemas.microsoft.com/office/drawing/2014/main" id="{9AA08473-DC68-41BE-B25F-8806B43C8439}"/>
                  </a:ext>
                </a:extLst>
              </p:cNvPr>
              <p:cNvCxnSpPr/>
              <p:nvPr/>
            </p:nvCxnSpPr>
            <p:spPr>
              <a:xfrm flipH="1">
                <a:off x="5860800" y="3600000"/>
                <a:ext cx="1339200" cy="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1" name="直線コネクタ 105620">
                <a:extLst>
                  <a:ext uri="{FF2B5EF4-FFF2-40B4-BE49-F238E27FC236}">
                    <a16:creationId xmlns:a16="http://schemas.microsoft.com/office/drawing/2014/main" id="{E5598ECC-6696-4A0F-B6AE-46361DB04BE6}"/>
                  </a:ext>
                </a:extLst>
              </p:cNvPr>
              <p:cNvCxnSpPr/>
              <p:nvPr/>
            </p:nvCxnSpPr>
            <p:spPr>
              <a:xfrm flipH="1">
                <a:off x="5843520" y="3600000"/>
                <a:ext cx="1356480" cy="5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2" name="直線コネクタ 105621">
                <a:extLst>
                  <a:ext uri="{FF2B5EF4-FFF2-40B4-BE49-F238E27FC236}">
                    <a16:creationId xmlns:a16="http://schemas.microsoft.com/office/drawing/2014/main" id="{DBC446C0-31EF-4B13-82D0-BEDA5BC013E4}"/>
                  </a:ext>
                </a:extLst>
              </p:cNvPr>
              <p:cNvCxnSpPr/>
              <p:nvPr/>
            </p:nvCxnSpPr>
            <p:spPr>
              <a:xfrm flipH="1">
                <a:off x="5825880" y="3600000"/>
                <a:ext cx="1374120" cy="4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3" name="直線コネクタ 105622">
                <a:extLst>
                  <a:ext uri="{FF2B5EF4-FFF2-40B4-BE49-F238E27FC236}">
                    <a16:creationId xmlns:a16="http://schemas.microsoft.com/office/drawing/2014/main" id="{83822287-2825-448A-8101-97040D26B2A3}"/>
                  </a:ext>
                </a:extLst>
              </p:cNvPr>
              <p:cNvCxnSpPr/>
              <p:nvPr/>
            </p:nvCxnSpPr>
            <p:spPr>
              <a:xfrm flipH="1">
                <a:off x="5808600" y="3600000"/>
                <a:ext cx="1391400" cy="4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4" name="直線コネクタ 105623">
                <a:extLst>
                  <a:ext uri="{FF2B5EF4-FFF2-40B4-BE49-F238E27FC236}">
                    <a16:creationId xmlns:a16="http://schemas.microsoft.com/office/drawing/2014/main" id="{E4B01710-13E5-47AC-8121-3752CA39013C}"/>
                  </a:ext>
                </a:extLst>
              </p:cNvPr>
              <p:cNvCxnSpPr/>
              <p:nvPr/>
            </p:nvCxnSpPr>
            <p:spPr>
              <a:xfrm flipH="1">
                <a:off x="5790960" y="3600000"/>
                <a:ext cx="1409040" cy="39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5" name="直線コネクタ 105624">
                <a:extLst>
                  <a:ext uri="{FF2B5EF4-FFF2-40B4-BE49-F238E27FC236}">
                    <a16:creationId xmlns:a16="http://schemas.microsoft.com/office/drawing/2014/main" id="{D7A8FA80-82B3-4C49-B8C3-0B20A54027A4}"/>
                  </a:ext>
                </a:extLst>
              </p:cNvPr>
              <p:cNvCxnSpPr/>
              <p:nvPr/>
            </p:nvCxnSpPr>
            <p:spPr>
              <a:xfrm flipH="1">
                <a:off x="5773680" y="3600000"/>
                <a:ext cx="142632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6" name="直線コネクタ 105625">
                <a:extLst>
                  <a:ext uri="{FF2B5EF4-FFF2-40B4-BE49-F238E27FC236}">
                    <a16:creationId xmlns:a16="http://schemas.microsoft.com/office/drawing/2014/main" id="{F0A95508-556D-4D11-B1C6-6C11B4CD61C0}"/>
                  </a:ext>
                </a:extLst>
              </p:cNvPr>
              <p:cNvCxnSpPr/>
              <p:nvPr/>
            </p:nvCxnSpPr>
            <p:spPr>
              <a:xfrm flipH="1">
                <a:off x="5756040" y="3600000"/>
                <a:ext cx="1443960" cy="33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7" name="直線コネクタ 105626">
                <a:extLst>
                  <a:ext uri="{FF2B5EF4-FFF2-40B4-BE49-F238E27FC236}">
                    <a16:creationId xmlns:a16="http://schemas.microsoft.com/office/drawing/2014/main" id="{94E2B64A-F46A-40BB-8BDC-FF7F99DC4D1E}"/>
                  </a:ext>
                </a:extLst>
              </p:cNvPr>
              <p:cNvCxnSpPr/>
              <p:nvPr/>
            </p:nvCxnSpPr>
            <p:spPr>
              <a:xfrm flipH="1">
                <a:off x="5739840" y="3600000"/>
                <a:ext cx="1460160" cy="27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8" name="直線コネクタ 105627">
                <a:extLst>
                  <a:ext uri="{FF2B5EF4-FFF2-40B4-BE49-F238E27FC236}">
                    <a16:creationId xmlns:a16="http://schemas.microsoft.com/office/drawing/2014/main" id="{9342445F-1093-41F0-9416-DDD2F3CD1842}"/>
                  </a:ext>
                </a:extLst>
              </p:cNvPr>
              <p:cNvCxnSpPr/>
              <p:nvPr/>
            </p:nvCxnSpPr>
            <p:spPr>
              <a:xfrm flipH="1">
                <a:off x="5722200" y="3600000"/>
                <a:ext cx="1477800" cy="2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29" name="直線コネクタ 105628">
                <a:extLst>
                  <a:ext uri="{FF2B5EF4-FFF2-40B4-BE49-F238E27FC236}">
                    <a16:creationId xmlns:a16="http://schemas.microsoft.com/office/drawing/2014/main" id="{0EE0211C-1FA3-4943-A386-2742686E8EB5}"/>
                  </a:ext>
                </a:extLst>
              </p:cNvPr>
              <p:cNvCxnSpPr/>
              <p:nvPr/>
            </p:nvCxnSpPr>
            <p:spPr>
              <a:xfrm flipH="1">
                <a:off x="5704920" y="3600000"/>
                <a:ext cx="1495080" cy="23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0" name="直線コネクタ 105629">
                <a:extLst>
                  <a:ext uri="{FF2B5EF4-FFF2-40B4-BE49-F238E27FC236}">
                    <a16:creationId xmlns:a16="http://schemas.microsoft.com/office/drawing/2014/main" id="{C069D42C-25B6-4188-B758-8783035B8DDF}"/>
                  </a:ext>
                </a:extLst>
              </p:cNvPr>
              <p:cNvCxnSpPr/>
              <p:nvPr/>
            </p:nvCxnSpPr>
            <p:spPr>
              <a:xfrm flipH="1">
                <a:off x="5688360" y="3600000"/>
                <a:ext cx="151164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1" name="直線コネクタ 105630">
                <a:extLst>
                  <a:ext uri="{FF2B5EF4-FFF2-40B4-BE49-F238E27FC236}">
                    <a16:creationId xmlns:a16="http://schemas.microsoft.com/office/drawing/2014/main" id="{4E6F822C-4567-4F56-8958-0B3C8F72D7D0}"/>
                  </a:ext>
                </a:extLst>
              </p:cNvPr>
              <p:cNvCxnSpPr/>
              <p:nvPr/>
            </p:nvCxnSpPr>
            <p:spPr>
              <a:xfrm flipH="1">
                <a:off x="5670720" y="3600000"/>
                <a:ext cx="1529280" cy="1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2" name="直線コネクタ 105631">
                <a:extLst>
                  <a:ext uri="{FF2B5EF4-FFF2-40B4-BE49-F238E27FC236}">
                    <a16:creationId xmlns:a16="http://schemas.microsoft.com/office/drawing/2014/main" id="{1B633F72-6811-4E35-9D7A-CB226EDD3288}"/>
                  </a:ext>
                </a:extLst>
              </p:cNvPr>
              <p:cNvCxnSpPr/>
              <p:nvPr/>
            </p:nvCxnSpPr>
            <p:spPr>
              <a:xfrm flipH="1">
                <a:off x="5653440" y="3600000"/>
                <a:ext cx="1546560" cy="1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3" name="直線コネクタ 105632">
                <a:extLst>
                  <a:ext uri="{FF2B5EF4-FFF2-40B4-BE49-F238E27FC236}">
                    <a16:creationId xmlns:a16="http://schemas.microsoft.com/office/drawing/2014/main" id="{986409CA-8C44-4EC3-8164-7353F5CF62AC}"/>
                  </a:ext>
                </a:extLst>
              </p:cNvPr>
              <p:cNvCxnSpPr/>
              <p:nvPr/>
            </p:nvCxnSpPr>
            <p:spPr>
              <a:xfrm flipH="1">
                <a:off x="5636160" y="3600000"/>
                <a:ext cx="1563840" cy="14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4" name="直線コネクタ 105633">
                <a:extLst>
                  <a:ext uri="{FF2B5EF4-FFF2-40B4-BE49-F238E27FC236}">
                    <a16:creationId xmlns:a16="http://schemas.microsoft.com/office/drawing/2014/main" id="{D570CFD5-8821-4FAD-9EC1-4A3E7436837A}"/>
                  </a:ext>
                </a:extLst>
              </p:cNvPr>
              <p:cNvCxnSpPr/>
              <p:nvPr/>
            </p:nvCxnSpPr>
            <p:spPr>
              <a:xfrm flipH="1">
                <a:off x="5619600" y="3600000"/>
                <a:ext cx="158040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5" name="直線コネクタ 105634">
                <a:extLst>
                  <a:ext uri="{FF2B5EF4-FFF2-40B4-BE49-F238E27FC236}">
                    <a16:creationId xmlns:a16="http://schemas.microsoft.com/office/drawing/2014/main" id="{F41722E5-A1A0-4937-9ECD-93835A67D095}"/>
                  </a:ext>
                </a:extLst>
              </p:cNvPr>
              <p:cNvCxnSpPr/>
              <p:nvPr/>
            </p:nvCxnSpPr>
            <p:spPr>
              <a:xfrm flipH="1">
                <a:off x="5601960" y="3600000"/>
                <a:ext cx="159804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6" name="直線コネクタ 105635">
                <a:extLst>
                  <a:ext uri="{FF2B5EF4-FFF2-40B4-BE49-F238E27FC236}">
                    <a16:creationId xmlns:a16="http://schemas.microsoft.com/office/drawing/2014/main" id="{DDF55125-5259-419E-B531-85957063B533}"/>
                  </a:ext>
                </a:extLst>
              </p:cNvPr>
              <p:cNvCxnSpPr/>
              <p:nvPr/>
            </p:nvCxnSpPr>
            <p:spPr>
              <a:xfrm flipH="1">
                <a:off x="5585400" y="3600000"/>
                <a:ext cx="1614600" cy="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7" name="直線コネクタ 105636">
                <a:extLst>
                  <a:ext uri="{FF2B5EF4-FFF2-40B4-BE49-F238E27FC236}">
                    <a16:creationId xmlns:a16="http://schemas.microsoft.com/office/drawing/2014/main" id="{B137E62B-25CD-40AC-A92B-80BA082547D9}"/>
                  </a:ext>
                </a:extLst>
              </p:cNvPr>
              <p:cNvCxnSpPr/>
              <p:nvPr/>
            </p:nvCxnSpPr>
            <p:spPr>
              <a:xfrm flipH="1">
                <a:off x="5568840" y="3600000"/>
                <a:ext cx="1631160" cy="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8" name="直線コネクタ 105637">
                <a:extLst>
                  <a:ext uri="{FF2B5EF4-FFF2-40B4-BE49-F238E27FC236}">
                    <a16:creationId xmlns:a16="http://schemas.microsoft.com/office/drawing/2014/main" id="{944509D6-72AE-4710-91B2-566DAF8E9777}"/>
                  </a:ext>
                </a:extLst>
              </p:cNvPr>
              <p:cNvCxnSpPr/>
              <p:nvPr/>
            </p:nvCxnSpPr>
            <p:spPr>
              <a:xfrm flipH="1">
                <a:off x="5551560" y="3600000"/>
                <a:ext cx="1648440" cy="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39" name="直線コネクタ 105638">
                <a:extLst>
                  <a:ext uri="{FF2B5EF4-FFF2-40B4-BE49-F238E27FC236}">
                    <a16:creationId xmlns:a16="http://schemas.microsoft.com/office/drawing/2014/main" id="{6B134453-D30A-48E0-A80D-ED7C05B72D24}"/>
                  </a:ext>
                </a:extLst>
              </p:cNvPr>
              <p:cNvCxnSpPr/>
              <p:nvPr/>
            </p:nvCxnSpPr>
            <p:spPr>
              <a:xfrm flipH="1">
                <a:off x="5534640" y="3600000"/>
                <a:ext cx="1665360" cy="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0" name="直線コネクタ 105639">
                <a:extLst>
                  <a:ext uri="{FF2B5EF4-FFF2-40B4-BE49-F238E27FC236}">
                    <a16:creationId xmlns:a16="http://schemas.microsoft.com/office/drawing/2014/main" id="{7CB7DEE2-E567-40F9-AEF9-75893A897581}"/>
                  </a:ext>
                </a:extLst>
              </p:cNvPr>
              <p:cNvCxnSpPr/>
              <p:nvPr/>
            </p:nvCxnSpPr>
            <p:spPr>
              <a:xfrm flipH="1">
                <a:off x="5518080" y="3600000"/>
                <a:ext cx="168192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1" name="直線コネクタ 105640">
                <a:extLst>
                  <a:ext uri="{FF2B5EF4-FFF2-40B4-BE49-F238E27FC236}">
                    <a16:creationId xmlns:a16="http://schemas.microsoft.com/office/drawing/2014/main" id="{BFBEE86B-E504-4477-85F3-AC164C4C606C}"/>
                  </a:ext>
                </a:extLst>
              </p:cNvPr>
              <p:cNvCxnSpPr/>
              <p:nvPr/>
            </p:nvCxnSpPr>
            <p:spPr>
              <a:xfrm flipH="1">
                <a:off x="5500800" y="3600000"/>
                <a:ext cx="1699200" cy="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2" name="直線コネクタ 105641">
                <a:extLst>
                  <a:ext uri="{FF2B5EF4-FFF2-40B4-BE49-F238E27FC236}">
                    <a16:creationId xmlns:a16="http://schemas.microsoft.com/office/drawing/2014/main" id="{E4A8BB8C-3B26-404B-92F6-6329C78CF4FF}"/>
                  </a:ext>
                </a:extLst>
              </p:cNvPr>
              <p:cNvCxnSpPr/>
              <p:nvPr/>
            </p:nvCxnSpPr>
            <p:spPr>
              <a:xfrm flipH="1">
                <a:off x="5484240" y="3600000"/>
                <a:ext cx="171576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3" name="直線コネクタ 105642">
                <a:extLst>
                  <a:ext uri="{FF2B5EF4-FFF2-40B4-BE49-F238E27FC236}">
                    <a16:creationId xmlns:a16="http://schemas.microsoft.com/office/drawing/2014/main" id="{27298E25-A1A7-4AB4-8AE7-7F822A50FE2C}"/>
                  </a:ext>
                </a:extLst>
              </p:cNvPr>
              <p:cNvCxnSpPr/>
              <p:nvPr/>
            </p:nvCxnSpPr>
            <p:spPr>
              <a:xfrm flipH="1" flipV="1">
                <a:off x="5467320" y="3598920"/>
                <a:ext cx="1732680" cy="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4" name="直線コネクタ 105643">
                <a:extLst>
                  <a:ext uri="{FF2B5EF4-FFF2-40B4-BE49-F238E27FC236}">
                    <a16:creationId xmlns:a16="http://schemas.microsoft.com/office/drawing/2014/main" id="{5AC82647-FF82-476D-B0BF-E33D4AA0C1F6}"/>
                  </a:ext>
                </a:extLst>
              </p:cNvPr>
              <p:cNvCxnSpPr/>
              <p:nvPr/>
            </p:nvCxnSpPr>
            <p:spPr>
              <a:xfrm flipH="1">
                <a:off x="5450400" y="3600000"/>
                <a:ext cx="1749600" cy="1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5" name="直線コネクタ 105644">
                <a:extLst>
                  <a:ext uri="{FF2B5EF4-FFF2-40B4-BE49-F238E27FC236}">
                    <a16:creationId xmlns:a16="http://schemas.microsoft.com/office/drawing/2014/main" id="{EC4EE8C0-8A1C-4814-BDE3-C6673FE25869}"/>
                  </a:ext>
                </a:extLst>
              </p:cNvPr>
              <p:cNvCxnSpPr/>
              <p:nvPr/>
            </p:nvCxnSpPr>
            <p:spPr>
              <a:xfrm flipH="1">
                <a:off x="5433480" y="3600000"/>
                <a:ext cx="1766520" cy="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6" name="直線コネクタ 105645">
                <a:extLst>
                  <a:ext uri="{FF2B5EF4-FFF2-40B4-BE49-F238E27FC236}">
                    <a16:creationId xmlns:a16="http://schemas.microsoft.com/office/drawing/2014/main" id="{4E090BFE-EB9F-48D2-8306-A8AB091BBAB6}"/>
                  </a:ext>
                </a:extLst>
              </p:cNvPr>
              <p:cNvCxnSpPr/>
              <p:nvPr/>
            </p:nvCxnSpPr>
            <p:spPr>
              <a:xfrm flipH="1">
                <a:off x="5416920" y="3600000"/>
                <a:ext cx="178308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647" name="直線コネクタ 105646">
                <a:extLst>
                  <a:ext uri="{FF2B5EF4-FFF2-40B4-BE49-F238E27FC236}">
                    <a16:creationId xmlns:a16="http://schemas.microsoft.com/office/drawing/2014/main" id="{7462C04B-8D14-4774-B5F5-19685CCA0CF0}"/>
                  </a:ext>
                </a:extLst>
              </p:cNvPr>
              <p:cNvCxnSpPr/>
              <p:nvPr/>
            </p:nvCxnSpPr>
            <p:spPr>
              <a:xfrm flipH="1">
                <a:off x="5400000" y="3600000"/>
                <a:ext cx="180000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923" name="グループ化 104922">
              <a:extLst>
                <a:ext uri="{FF2B5EF4-FFF2-40B4-BE49-F238E27FC236}">
                  <a16:creationId xmlns:a16="http://schemas.microsoft.com/office/drawing/2014/main" id="{62E1BE81-D95B-4297-A9CB-748229DF53CC}"/>
                </a:ext>
              </a:extLst>
            </p:cNvPr>
            <p:cNvGrpSpPr/>
            <p:nvPr/>
          </p:nvGrpSpPr>
          <p:grpSpPr>
            <a:xfrm flipH="1">
              <a:off x="3600000" y="7200000"/>
              <a:ext cx="1801080" cy="1801080"/>
              <a:chOff x="5400000" y="3598920"/>
              <a:chExt cx="1801080" cy="1801080"/>
            </a:xfrm>
          </p:grpSpPr>
          <p:cxnSp>
            <p:nvCxnSpPr>
              <p:cNvPr id="105166" name="直線コネクタ 105165">
                <a:extLst>
                  <a:ext uri="{FF2B5EF4-FFF2-40B4-BE49-F238E27FC236}">
                    <a16:creationId xmlns:a16="http://schemas.microsoft.com/office/drawing/2014/main" id="{DFED5DBB-585B-4641-8C49-A007B2EE3567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800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7" name="直線コネクタ 105166">
                <a:extLst>
                  <a:ext uri="{FF2B5EF4-FFF2-40B4-BE49-F238E27FC236}">
                    <a16:creationId xmlns:a16="http://schemas.microsoft.com/office/drawing/2014/main" id="{BFC13CEA-E0B1-4B69-9450-B7E347C70212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83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8" name="直線コネクタ 105167">
                <a:extLst>
                  <a:ext uri="{FF2B5EF4-FFF2-40B4-BE49-F238E27FC236}">
                    <a16:creationId xmlns:a16="http://schemas.microsoft.com/office/drawing/2014/main" id="{440A6452-4AB6-4C82-932A-CF1C243707B6}"/>
                  </a:ext>
                </a:extLst>
              </p:cNvPr>
              <p:cNvCxnSpPr/>
              <p:nvPr/>
            </p:nvCxnSpPr>
            <p:spPr>
              <a:xfrm flipH="1">
                <a:off x="7199280" y="3600000"/>
                <a:ext cx="720" cy="176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9" name="直線コネクタ 105168">
                <a:extLst>
                  <a:ext uri="{FF2B5EF4-FFF2-40B4-BE49-F238E27FC236}">
                    <a16:creationId xmlns:a16="http://schemas.microsoft.com/office/drawing/2014/main" id="{5B5C90FE-1D8D-46ED-B30B-EEB674179026}"/>
                  </a:ext>
                </a:extLst>
              </p:cNvPr>
              <p:cNvCxnSpPr/>
              <p:nvPr/>
            </p:nvCxnSpPr>
            <p:spPr>
              <a:xfrm flipH="1">
                <a:off x="7198560" y="3600000"/>
                <a:ext cx="1440" cy="1749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0" name="直線コネクタ 105169">
                <a:extLst>
                  <a:ext uri="{FF2B5EF4-FFF2-40B4-BE49-F238E27FC236}">
                    <a16:creationId xmlns:a16="http://schemas.microsoft.com/office/drawing/2014/main" id="{D4A48B5F-8BE6-4EB5-81DE-BFC8F89AE11A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1080" cy="1732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1" name="直線コネクタ 105170">
                <a:extLst>
                  <a:ext uri="{FF2B5EF4-FFF2-40B4-BE49-F238E27FC236}">
                    <a16:creationId xmlns:a16="http://schemas.microsoft.com/office/drawing/2014/main" id="{B5C0BAA6-E7C4-41A2-95B5-A194A10AF442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1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2" name="直線コネクタ 105171">
                <a:extLst>
                  <a:ext uri="{FF2B5EF4-FFF2-40B4-BE49-F238E27FC236}">
                    <a16:creationId xmlns:a16="http://schemas.microsoft.com/office/drawing/2014/main" id="{FE0A0F9E-6CA0-4B05-A593-15C01988FFC7}"/>
                  </a:ext>
                </a:extLst>
              </p:cNvPr>
              <p:cNvCxnSpPr/>
              <p:nvPr/>
            </p:nvCxnSpPr>
            <p:spPr>
              <a:xfrm flipH="1">
                <a:off x="7198200" y="3600000"/>
                <a:ext cx="1800" cy="169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3" name="直線コネクタ 105172">
                <a:extLst>
                  <a:ext uri="{FF2B5EF4-FFF2-40B4-BE49-F238E27FC236}">
                    <a16:creationId xmlns:a16="http://schemas.microsoft.com/office/drawing/2014/main" id="{047CB97C-289A-4405-8BFB-76CA684632DC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681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4" name="直線コネクタ 105173">
                <a:extLst>
                  <a:ext uri="{FF2B5EF4-FFF2-40B4-BE49-F238E27FC236}">
                    <a16:creationId xmlns:a16="http://schemas.microsoft.com/office/drawing/2014/main" id="{6159B196-D41A-47A8-A74B-A9DA71E990BE}"/>
                  </a:ext>
                </a:extLst>
              </p:cNvPr>
              <p:cNvCxnSpPr/>
              <p:nvPr/>
            </p:nvCxnSpPr>
            <p:spPr>
              <a:xfrm flipH="1">
                <a:off x="7197840" y="3600000"/>
                <a:ext cx="2160" cy="1665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5" name="直線コネクタ 105174">
                <a:extLst>
                  <a:ext uri="{FF2B5EF4-FFF2-40B4-BE49-F238E27FC236}">
                    <a16:creationId xmlns:a16="http://schemas.microsoft.com/office/drawing/2014/main" id="{5D745C8D-2164-4D09-BA5D-0735AA8FBA6F}"/>
                  </a:ext>
                </a:extLst>
              </p:cNvPr>
              <p:cNvCxnSpPr/>
              <p:nvPr/>
            </p:nvCxnSpPr>
            <p:spPr>
              <a:xfrm flipH="1">
                <a:off x="7195320" y="3600000"/>
                <a:ext cx="4680" cy="164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6" name="直線コネクタ 105175">
                <a:extLst>
                  <a:ext uri="{FF2B5EF4-FFF2-40B4-BE49-F238E27FC236}">
                    <a16:creationId xmlns:a16="http://schemas.microsoft.com/office/drawing/2014/main" id="{0CC150D0-07F2-4ACC-A53D-744D8C3CB003}"/>
                  </a:ext>
                </a:extLst>
              </p:cNvPr>
              <p:cNvCxnSpPr/>
              <p:nvPr/>
            </p:nvCxnSpPr>
            <p:spPr>
              <a:xfrm flipH="1">
                <a:off x="7196040" y="3600000"/>
                <a:ext cx="3960" cy="163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7" name="直線コネクタ 105176">
                <a:extLst>
                  <a:ext uri="{FF2B5EF4-FFF2-40B4-BE49-F238E27FC236}">
                    <a16:creationId xmlns:a16="http://schemas.microsoft.com/office/drawing/2014/main" id="{10FA019B-2A94-479B-9A62-220C22CA62C6}"/>
                  </a:ext>
                </a:extLst>
              </p:cNvPr>
              <p:cNvCxnSpPr/>
              <p:nvPr/>
            </p:nvCxnSpPr>
            <p:spPr>
              <a:xfrm flipH="1">
                <a:off x="7192800" y="3600000"/>
                <a:ext cx="7200" cy="161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8" name="直線コネクタ 105177">
                <a:extLst>
                  <a:ext uri="{FF2B5EF4-FFF2-40B4-BE49-F238E27FC236}">
                    <a16:creationId xmlns:a16="http://schemas.microsoft.com/office/drawing/2014/main" id="{1E874245-CFCA-41CA-9FFE-81FDFE790EAA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9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79" name="直線コネクタ 105178">
                <a:extLst>
                  <a:ext uri="{FF2B5EF4-FFF2-40B4-BE49-F238E27FC236}">
                    <a16:creationId xmlns:a16="http://schemas.microsoft.com/office/drawing/2014/main" id="{C0126C4F-DEAF-4FF4-A51F-2A20888D112A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8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0" name="直線コネクタ 105179">
                <a:extLst>
                  <a:ext uri="{FF2B5EF4-FFF2-40B4-BE49-F238E27FC236}">
                    <a16:creationId xmlns:a16="http://schemas.microsoft.com/office/drawing/2014/main" id="{5F51699F-71C1-459C-ADAB-365E3A8C93A8}"/>
                  </a:ext>
                </a:extLst>
              </p:cNvPr>
              <p:cNvCxnSpPr/>
              <p:nvPr/>
            </p:nvCxnSpPr>
            <p:spPr>
              <a:xfrm flipH="1">
                <a:off x="7185600" y="3600000"/>
                <a:ext cx="14400" cy="156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1" name="直線コネクタ 105180">
                <a:extLst>
                  <a:ext uri="{FF2B5EF4-FFF2-40B4-BE49-F238E27FC236}">
                    <a16:creationId xmlns:a16="http://schemas.microsoft.com/office/drawing/2014/main" id="{6B41CEC3-E6BB-4C93-ADAB-49BA048CB1C5}"/>
                  </a:ext>
                </a:extLst>
              </p:cNvPr>
              <p:cNvCxnSpPr/>
              <p:nvPr/>
            </p:nvCxnSpPr>
            <p:spPr>
              <a:xfrm flipH="1">
                <a:off x="7184520" y="3600000"/>
                <a:ext cx="15480" cy="154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2" name="直線コネクタ 105181">
                <a:extLst>
                  <a:ext uri="{FF2B5EF4-FFF2-40B4-BE49-F238E27FC236}">
                    <a16:creationId xmlns:a16="http://schemas.microsoft.com/office/drawing/2014/main" id="{BDFD869F-BCDF-4B9B-A03A-B3832177878F}"/>
                  </a:ext>
                </a:extLst>
              </p:cNvPr>
              <p:cNvCxnSpPr/>
              <p:nvPr/>
            </p:nvCxnSpPr>
            <p:spPr>
              <a:xfrm flipH="1">
                <a:off x="7183440" y="3600000"/>
                <a:ext cx="16560" cy="1529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3" name="直線コネクタ 105182">
                <a:extLst>
                  <a:ext uri="{FF2B5EF4-FFF2-40B4-BE49-F238E27FC236}">
                    <a16:creationId xmlns:a16="http://schemas.microsoft.com/office/drawing/2014/main" id="{8B7F4D9B-0127-4D71-9C68-7FD28369A607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1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4" name="直線コネクタ 105183">
                <a:extLst>
                  <a:ext uri="{FF2B5EF4-FFF2-40B4-BE49-F238E27FC236}">
                    <a16:creationId xmlns:a16="http://schemas.microsoft.com/office/drawing/2014/main" id="{10916159-0AA8-46DC-82EA-C1CF5D46D1C3}"/>
                  </a:ext>
                </a:extLst>
              </p:cNvPr>
              <p:cNvCxnSpPr/>
              <p:nvPr/>
            </p:nvCxnSpPr>
            <p:spPr>
              <a:xfrm flipH="1">
                <a:off x="7176960" y="3600000"/>
                <a:ext cx="23040" cy="1495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5" name="直線コネクタ 105184">
                <a:extLst>
                  <a:ext uri="{FF2B5EF4-FFF2-40B4-BE49-F238E27FC236}">
                    <a16:creationId xmlns:a16="http://schemas.microsoft.com/office/drawing/2014/main" id="{54D15C56-B193-4B8A-8226-CED711CD99BD}"/>
                  </a:ext>
                </a:extLst>
              </p:cNvPr>
              <p:cNvCxnSpPr/>
              <p:nvPr/>
            </p:nvCxnSpPr>
            <p:spPr>
              <a:xfrm flipH="1">
                <a:off x="7174800" y="3600000"/>
                <a:ext cx="25200" cy="1477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6" name="直線コネクタ 105185">
                <a:extLst>
                  <a:ext uri="{FF2B5EF4-FFF2-40B4-BE49-F238E27FC236}">
                    <a16:creationId xmlns:a16="http://schemas.microsoft.com/office/drawing/2014/main" id="{0308AB42-6609-4740-8DD9-3B3A89635F8C}"/>
                  </a:ext>
                </a:extLst>
              </p:cNvPr>
              <p:cNvCxnSpPr/>
              <p:nvPr/>
            </p:nvCxnSpPr>
            <p:spPr>
              <a:xfrm flipH="1">
                <a:off x="7172640" y="3600000"/>
                <a:ext cx="27360" cy="1460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7" name="直線コネクタ 105186">
                <a:extLst>
                  <a:ext uri="{FF2B5EF4-FFF2-40B4-BE49-F238E27FC236}">
                    <a16:creationId xmlns:a16="http://schemas.microsoft.com/office/drawing/2014/main" id="{8F212A79-B7AF-4AC8-936C-08355FF9397D}"/>
                  </a:ext>
                </a:extLst>
              </p:cNvPr>
              <p:cNvCxnSpPr/>
              <p:nvPr/>
            </p:nvCxnSpPr>
            <p:spPr>
              <a:xfrm flipH="1">
                <a:off x="7166520" y="3600000"/>
                <a:ext cx="33480" cy="144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8" name="直線コネクタ 105187">
                <a:extLst>
                  <a:ext uri="{FF2B5EF4-FFF2-40B4-BE49-F238E27FC236}">
                    <a16:creationId xmlns:a16="http://schemas.microsoft.com/office/drawing/2014/main" id="{948F259E-8F39-4C66-9094-842D5B3BDD4C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26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89" name="直線コネクタ 105188">
                <a:extLst>
                  <a:ext uri="{FF2B5EF4-FFF2-40B4-BE49-F238E27FC236}">
                    <a16:creationId xmlns:a16="http://schemas.microsoft.com/office/drawing/2014/main" id="{5205284F-93DA-483F-8880-B97860656602}"/>
                  </a:ext>
                </a:extLst>
              </p:cNvPr>
              <p:cNvCxnSpPr/>
              <p:nvPr/>
            </p:nvCxnSpPr>
            <p:spPr>
              <a:xfrm flipH="1">
                <a:off x="7160040" y="3600000"/>
                <a:ext cx="39960" cy="1409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0" name="直線コネクタ 105189">
                <a:extLst>
                  <a:ext uri="{FF2B5EF4-FFF2-40B4-BE49-F238E27FC236}">
                    <a16:creationId xmlns:a16="http://schemas.microsoft.com/office/drawing/2014/main" id="{A055C685-DC27-4021-AFFA-29FF5F834A1A}"/>
                  </a:ext>
                </a:extLst>
              </p:cNvPr>
              <p:cNvCxnSpPr/>
              <p:nvPr/>
            </p:nvCxnSpPr>
            <p:spPr>
              <a:xfrm flipH="1">
                <a:off x="7156440" y="3600000"/>
                <a:ext cx="43560" cy="139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1" name="直線コネクタ 105190">
                <a:extLst>
                  <a:ext uri="{FF2B5EF4-FFF2-40B4-BE49-F238E27FC236}">
                    <a16:creationId xmlns:a16="http://schemas.microsoft.com/office/drawing/2014/main" id="{D8A7A936-1478-42AB-8156-1497C9549BB8}"/>
                  </a:ext>
                </a:extLst>
              </p:cNvPr>
              <p:cNvCxnSpPr/>
              <p:nvPr/>
            </p:nvCxnSpPr>
            <p:spPr>
              <a:xfrm flipH="1">
                <a:off x="7152480" y="3600000"/>
                <a:ext cx="47520" cy="137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2" name="直線コネクタ 105191">
                <a:extLst>
                  <a:ext uri="{FF2B5EF4-FFF2-40B4-BE49-F238E27FC236}">
                    <a16:creationId xmlns:a16="http://schemas.microsoft.com/office/drawing/2014/main" id="{7C499FF4-163A-4C19-9F06-22D677A63B63}"/>
                  </a:ext>
                </a:extLst>
              </p:cNvPr>
              <p:cNvCxnSpPr/>
              <p:nvPr/>
            </p:nvCxnSpPr>
            <p:spPr>
              <a:xfrm flipH="1">
                <a:off x="7148160" y="3600000"/>
                <a:ext cx="51840" cy="1356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3" name="直線コネクタ 105192">
                <a:extLst>
                  <a:ext uri="{FF2B5EF4-FFF2-40B4-BE49-F238E27FC236}">
                    <a16:creationId xmlns:a16="http://schemas.microsoft.com/office/drawing/2014/main" id="{C631C3D5-05A5-4EA0-A1B0-3E65417C56F1}"/>
                  </a:ext>
                </a:extLst>
              </p:cNvPr>
              <p:cNvCxnSpPr/>
              <p:nvPr/>
            </p:nvCxnSpPr>
            <p:spPr>
              <a:xfrm flipH="1">
                <a:off x="7143480" y="3600000"/>
                <a:ext cx="56520" cy="133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4" name="直線コネクタ 105193">
                <a:extLst>
                  <a:ext uri="{FF2B5EF4-FFF2-40B4-BE49-F238E27FC236}">
                    <a16:creationId xmlns:a16="http://schemas.microsoft.com/office/drawing/2014/main" id="{50F2F49A-DFA4-40D7-BEB8-CD398789F60E}"/>
                  </a:ext>
                </a:extLst>
              </p:cNvPr>
              <p:cNvCxnSpPr/>
              <p:nvPr/>
            </p:nvCxnSpPr>
            <p:spPr>
              <a:xfrm flipH="1">
                <a:off x="7138440" y="3600000"/>
                <a:ext cx="61560" cy="132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5" name="直線コネクタ 105194">
                <a:extLst>
                  <a:ext uri="{FF2B5EF4-FFF2-40B4-BE49-F238E27FC236}">
                    <a16:creationId xmlns:a16="http://schemas.microsoft.com/office/drawing/2014/main" id="{0A56389F-9D92-47A1-8387-BBDD2D06C74D}"/>
                  </a:ext>
                </a:extLst>
              </p:cNvPr>
              <p:cNvCxnSpPr/>
              <p:nvPr/>
            </p:nvCxnSpPr>
            <p:spPr>
              <a:xfrm flipH="1">
                <a:off x="7133040" y="3600000"/>
                <a:ext cx="66960" cy="1304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6" name="直線コネクタ 105195">
                <a:extLst>
                  <a:ext uri="{FF2B5EF4-FFF2-40B4-BE49-F238E27FC236}">
                    <a16:creationId xmlns:a16="http://schemas.microsoft.com/office/drawing/2014/main" id="{D4D846D3-E840-4813-BEC4-6D445A875585}"/>
                  </a:ext>
                </a:extLst>
              </p:cNvPr>
              <p:cNvCxnSpPr/>
              <p:nvPr/>
            </p:nvCxnSpPr>
            <p:spPr>
              <a:xfrm flipH="1">
                <a:off x="7192440" y="3600000"/>
                <a:ext cx="7560" cy="161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7" name="直線コネクタ 105196">
                <a:extLst>
                  <a:ext uri="{FF2B5EF4-FFF2-40B4-BE49-F238E27FC236}">
                    <a16:creationId xmlns:a16="http://schemas.microsoft.com/office/drawing/2014/main" id="{6A4F7E0A-3D08-49D9-8228-BF3AEDA7B6A7}"/>
                  </a:ext>
                </a:extLst>
              </p:cNvPr>
              <p:cNvCxnSpPr/>
              <p:nvPr/>
            </p:nvCxnSpPr>
            <p:spPr>
              <a:xfrm flipH="1">
                <a:off x="7191000" y="3600000"/>
                <a:ext cx="9000" cy="1594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8" name="直線コネクタ 105197">
                <a:extLst>
                  <a:ext uri="{FF2B5EF4-FFF2-40B4-BE49-F238E27FC236}">
                    <a16:creationId xmlns:a16="http://schemas.microsoft.com/office/drawing/2014/main" id="{3AFC0CB0-662F-4F24-AD4A-1534682D3983}"/>
                  </a:ext>
                </a:extLst>
              </p:cNvPr>
              <p:cNvCxnSpPr/>
              <p:nvPr/>
            </p:nvCxnSpPr>
            <p:spPr>
              <a:xfrm flipH="1">
                <a:off x="7189200" y="3600000"/>
                <a:ext cx="10800" cy="157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99" name="直線コネクタ 105198">
                <a:extLst>
                  <a:ext uri="{FF2B5EF4-FFF2-40B4-BE49-F238E27FC236}">
                    <a16:creationId xmlns:a16="http://schemas.microsoft.com/office/drawing/2014/main" id="{EE7A2465-18AE-4AA1-A4CB-FC1E88FF3331}"/>
                  </a:ext>
                </a:extLst>
              </p:cNvPr>
              <p:cNvCxnSpPr/>
              <p:nvPr/>
            </p:nvCxnSpPr>
            <p:spPr>
              <a:xfrm flipH="1">
                <a:off x="7187040" y="3600000"/>
                <a:ext cx="12960" cy="155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0" name="直線コネクタ 105199">
                <a:extLst>
                  <a:ext uri="{FF2B5EF4-FFF2-40B4-BE49-F238E27FC236}">
                    <a16:creationId xmlns:a16="http://schemas.microsoft.com/office/drawing/2014/main" id="{AA9C2468-4968-4B62-AE44-705DE2D09A58}"/>
                  </a:ext>
                </a:extLst>
              </p:cNvPr>
              <p:cNvCxnSpPr/>
              <p:nvPr/>
            </p:nvCxnSpPr>
            <p:spPr>
              <a:xfrm flipH="1">
                <a:off x="7184880" y="3600000"/>
                <a:ext cx="15120" cy="154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1" name="直線コネクタ 105200">
                <a:extLst>
                  <a:ext uri="{FF2B5EF4-FFF2-40B4-BE49-F238E27FC236}">
                    <a16:creationId xmlns:a16="http://schemas.microsoft.com/office/drawing/2014/main" id="{6BD1E8E0-140D-4331-B20F-CC15858D3B5D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2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2" name="直線コネクタ 105201">
                <a:extLst>
                  <a:ext uri="{FF2B5EF4-FFF2-40B4-BE49-F238E27FC236}">
                    <a16:creationId xmlns:a16="http://schemas.microsoft.com/office/drawing/2014/main" id="{65B5AD7C-1934-47C9-BBAE-F5E5444DBF05}"/>
                  </a:ext>
                </a:extLst>
              </p:cNvPr>
              <p:cNvCxnSpPr/>
              <p:nvPr/>
            </p:nvCxnSpPr>
            <p:spPr>
              <a:xfrm flipH="1">
                <a:off x="7179120" y="3600000"/>
                <a:ext cx="20880" cy="150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3" name="直線コネクタ 105202">
                <a:extLst>
                  <a:ext uri="{FF2B5EF4-FFF2-40B4-BE49-F238E27FC236}">
                    <a16:creationId xmlns:a16="http://schemas.microsoft.com/office/drawing/2014/main" id="{7E5D6C07-0257-48A5-8F69-3FD89537F756}"/>
                  </a:ext>
                </a:extLst>
              </p:cNvPr>
              <p:cNvCxnSpPr/>
              <p:nvPr/>
            </p:nvCxnSpPr>
            <p:spPr>
              <a:xfrm flipH="1">
                <a:off x="7175880" y="3600000"/>
                <a:ext cx="24120" cy="148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4" name="直線コネクタ 105203">
                <a:extLst>
                  <a:ext uri="{FF2B5EF4-FFF2-40B4-BE49-F238E27FC236}">
                    <a16:creationId xmlns:a16="http://schemas.microsoft.com/office/drawing/2014/main" id="{3AB7FA84-6F71-4F70-AAA4-E4BEB13D202B}"/>
                  </a:ext>
                </a:extLst>
              </p:cNvPr>
              <p:cNvCxnSpPr/>
              <p:nvPr/>
            </p:nvCxnSpPr>
            <p:spPr>
              <a:xfrm flipH="1">
                <a:off x="7172280" y="3600000"/>
                <a:ext cx="27720" cy="147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5" name="直線コネクタ 105204">
                <a:extLst>
                  <a:ext uri="{FF2B5EF4-FFF2-40B4-BE49-F238E27FC236}">
                    <a16:creationId xmlns:a16="http://schemas.microsoft.com/office/drawing/2014/main" id="{190976D1-6FC8-4707-B77B-DE5CE2527EFA}"/>
                  </a:ext>
                </a:extLst>
              </p:cNvPr>
              <p:cNvCxnSpPr/>
              <p:nvPr/>
            </p:nvCxnSpPr>
            <p:spPr>
              <a:xfrm flipH="1">
                <a:off x="7168320" y="3600000"/>
                <a:ext cx="31680" cy="145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6" name="直線コネクタ 105205">
                <a:extLst>
                  <a:ext uri="{FF2B5EF4-FFF2-40B4-BE49-F238E27FC236}">
                    <a16:creationId xmlns:a16="http://schemas.microsoft.com/office/drawing/2014/main" id="{77187193-6686-40D9-96C2-0BB1310AAADC}"/>
                  </a:ext>
                </a:extLst>
              </p:cNvPr>
              <p:cNvCxnSpPr/>
              <p:nvPr/>
            </p:nvCxnSpPr>
            <p:spPr>
              <a:xfrm flipH="1">
                <a:off x="7167600" y="3600000"/>
                <a:ext cx="32400" cy="1435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7" name="直線コネクタ 105206">
                <a:extLst>
                  <a:ext uri="{FF2B5EF4-FFF2-40B4-BE49-F238E27FC236}">
                    <a16:creationId xmlns:a16="http://schemas.microsoft.com/office/drawing/2014/main" id="{1E2DCD41-E8C9-4516-AC3C-6C73F0B1CBC5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18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8" name="直線コネクタ 105207">
                <a:extLst>
                  <a:ext uri="{FF2B5EF4-FFF2-40B4-BE49-F238E27FC236}">
                    <a16:creationId xmlns:a16="http://schemas.microsoft.com/office/drawing/2014/main" id="{B594FB0F-AC56-43AF-95AE-7056C87FBA34}"/>
                  </a:ext>
                </a:extLst>
              </p:cNvPr>
              <p:cNvCxnSpPr/>
              <p:nvPr/>
            </p:nvCxnSpPr>
            <p:spPr>
              <a:xfrm flipH="1">
                <a:off x="7158600" y="3600000"/>
                <a:ext cx="41400" cy="1401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09" name="直線コネクタ 105208">
                <a:extLst>
                  <a:ext uri="{FF2B5EF4-FFF2-40B4-BE49-F238E27FC236}">
                    <a16:creationId xmlns:a16="http://schemas.microsoft.com/office/drawing/2014/main" id="{021EC400-B3C3-4FC0-8E5C-4F804F953230}"/>
                  </a:ext>
                </a:extLst>
              </p:cNvPr>
              <p:cNvCxnSpPr/>
              <p:nvPr/>
            </p:nvCxnSpPr>
            <p:spPr>
              <a:xfrm flipH="1">
                <a:off x="7156800" y="3600000"/>
                <a:ext cx="43200" cy="138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0" name="直線コネクタ 105209">
                <a:extLst>
                  <a:ext uri="{FF2B5EF4-FFF2-40B4-BE49-F238E27FC236}">
                    <a16:creationId xmlns:a16="http://schemas.microsoft.com/office/drawing/2014/main" id="{DE15ABFD-4F67-47BE-9C28-7C6CAEC02476}"/>
                  </a:ext>
                </a:extLst>
              </p:cNvPr>
              <p:cNvCxnSpPr/>
              <p:nvPr/>
            </p:nvCxnSpPr>
            <p:spPr>
              <a:xfrm flipH="1">
                <a:off x="7151400" y="3600000"/>
                <a:ext cx="48600" cy="13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1" name="直線コネクタ 105210">
                <a:extLst>
                  <a:ext uri="{FF2B5EF4-FFF2-40B4-BE49-F238E27FC236}">
                    <a16:creationId xmlns:a16="http://schemas.microsoft.com/office/drawing/2014/main" id="{011BBB69-5864-4702-8CEE-9C59F7D9D3BF}"/>
                  </a:ext>
                </a:extLst>
              </p:cNvPr>
              <p:cNvCxnSpPr/>
              <p:nvPr/>
            </p:nvCxnSpPr>
            <p:spPr>
              <a:xfrm flipH="1">
                <a:off x="7146000" y="3600000"/>
                <a:ext cx="54000" cy="135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2" name="直線コネクタ 105211">
                <a:extLst>
                  <a:ext uri="{FF2B5EF4-FFF2-40B4-BE49-F238E27FC236}">
                    <a16:creationId xmlns:a16="http://schemas.microsoft.com/office/drawing/2014/main" id="{08546443-353C-4111-9502-49D65A372570}"/>
                  </a:ext>
                </a:extLst>
              </p:cNvPr>
              <p:cNvCxnSpPr/>
              <p:nvPr/>
            </p:nvCxnSpPr>
            <p:spPr>
              <a:xfrm flipH="1">
                <a:off x="7139880" y="3600000"/>
                <a:ext cx="60120" cy="1334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3" name="直線コネクタ 105212">
                <a:extLst>
                  <a:ext uri="{FF2B5EF4-FFF2-40B4-BE49-F238E27FC236}">
                    <a16:creationId xmlns:a16="http://schemas.microsoft.com/office/drawing/2014/main" id="{9B081559-AECC-4C86-A483-5C3AEF3087FC}"/>
                  </a:ext>
                </a:extLst>
              </p:cNvPr>
              <p:cNvCxnSpPr/>
              <p:nvPr/>
            </p:nvCxnSpPr>
            <p:spPr>
              <a:xfrm flipH="1">
                <a:off x="7137360" y="3600000"/>
                <a:ext cx="62640" cy="131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4" name="直線コネクタ 105213">
                <a:extLst>
                  <a:ext uri="{FF2B5EF4-FFF2-40B4-BE49-F238E27FC236}">
                    <a16:creationId xmlns:a16="http://schemas.microsoft.com/office/drawing/2014/main" id="{30391499-7632-40C8-A2EA-8B64587F90C1}"/>
                  </a:ext>
                </a:extLst>
              </p:cNvPr>
              <p:cNvCxnSpPr/>
              <p:nvPr/>
            </p:nvCxnSpPr>
            <p:spPr>
              <a:xfrm flipH="1">
                <a:off x="7130880" y="3600000"/>
                <a:ext cx="69120" cy="1301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5" name="直線コネクタ 105214">
                <a:extLst>
                  <a:ext uri="{FF2B5EF4-FFF2-40B4-BE49-F238E27FC236}">
                    <a16:creationId xmlns:a16="http://schemas.microsoft.com/office/drawing/2014/main" id="{5963589A-0A91-4FA5-8FC9-5FFAF80BD6C9}"/>
                  </a:ext>
                </a:extLst>
              </p:cNvPr>
              <p:cNvCxnSpPr/>
              <p:nvPr/>
            </p:nvCxnSpPr>
            <p:spPr>
              <a:xfrm flipH="1">
                <a:off x="7127640" y="3600000"/>
                <a:ext cx="72360" cy="128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6" name="直線コネクタ 105215">
                <a:extLst>
                  <a:ext uri="{FF2B5EF4-FFF2-40B4-BE49-F238E27FC236}">
                    <a16:creationId xmlns:a16="http://schemas.microsoft.com/office/drawing/2014/main" id="{14358899-34C7-4493-BA99-1CB4628F2057}"/>
                  </a:ext>
                </a:extLst>
              </p:cNvPr>
              <p:cNvCxnSpPr/>
              <p:nvPr/>
            </p:nvCxnSpPr>
            <p:spPr>
              <a:xfrm flipH="1">
                <a:off x="7124040" y="3600000"/>
                <a:ext cx="75960" cy="126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7" name="直線コネクタ 105216">
                <a:extLst>
                  <a:ext uri="{FF2B5EF4-FFF2-40B4-BE49-F238E27FC236}">
                    <a16:creationId xmlns:a16="http://schemas.microsoft.com/office/drawing/2014/main" id="{8DCEB053-C97E-4E83-9A64-92A665E6B18E}"/>
                  </a:ext>
                </a:extLst>
              </p:cNvPr>
              <p:cNvCxnSpPr/>
              <p:nvPr/>
            </p:nvCxnSpPr>
            <p:spPr>
              <a:xfrm flipH="1">
                <a:off x="7116840" y="3600000"/>
                <a:ext cx="83160" cy="125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8" name="直線コネクタ 105217">
                <a:extLst>
                  <a:ext uri="{FF2B5EF4-FFF2-40B4-BE49-F238E27FC236}">
                    <a16:creationId xmlns:a16="http://schemas.microsoft.com/office/drawing/2014/main" id="{6EFCDDEA-05A9-41CA-95E1-7940210BE62F}"/>
                  </a:ext>
                </a:extLst>
              </p:cNvPr>
              <p:cNvCxnSpPr/>
              <p:nvPr/>
            </p:nvCxnSpPr>
            <p:spPr>
              <a:xfrm flipH="1">
                <a:off x="7112520" y="3600000"/>
                <a:ext cx="87480" cy="1236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19" name="直線コネクタ 105218">
                <a:extLst>
                  <a:ext uri="{FF2B5EF4-FFF2-40B4-BE49-F238E27FC236}">
                    <a16:creationId xmlns:a16="http://schemas.microsoft.com/office/drawing/2014/main" id="{3C7AE317-42E2-4AB5-B39C-A8BE858EC952}"/>
                  </a:ext>
                </a:extLst>
              </p:cNvPr>
              <p:cNvCxnSpPr/>
              <p:nvPr/>
            </p:nvCxnSpPr>
            <p:spPr>
              <a:xfrm flipH="1">
                <a:off x="7108200" y="3600000"/>
                <a:ext cx="91800" cy="1220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0" name="直線コネクタ 105219">
                <a:extLst>
                  <a:ext uri="{FF2B5EF4-FFF2-40B4-BE49-F238E27FC236}">
                    <a16:creationId xmlns:a16="http://schemas.microsoft.com/office/drawing/2014/main" id="{DA83F953-97D3-4CA9-8D3B-C8DC1E5C697D}"/>
                  </a:ext>
                </a:extLst>
              </p:cNvPr>
              <p:cNvCxnSpPr/>
              <p:nvPr/>
            </p:nvCxnSpPr>
            <p:spPr>
              <a:xfrm flipH="1">
                <a:off x="7100280" y="3600000"/>
                <a:ext cx="99720" cy="1204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1" name="直線コネクタ 105220">
                <a:extLst>
                  <a:ext uri="{FF2B5EF4-FFF2-40B4-BE49-F238E27FC236}">
                    <a16:creationId xmlns:a16="http://schemas.microsoft.com/office/drawing/2014/main" id="{432CC8D6-EF1A-4228-9BBD-A9FB29721A57}"/>
                  </a:ext>
                </a:extLst>
              </p:cNvPr>
              <p:cNvCxnSpPr/>
              <p:nvPr/>
            </p:nvCxnSpPr>
            <p:spPr>
              <a:xfrm flipH="1">
                <a:off x="7095240" y="3600000"/>
                <a:ext cx="104760" cy="11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2" name="直線コネクタ 105221">
                <a:extLst>
                  <a:ext uri="{FF2B5EF4-FFF2-40B4-BE49-F238E27FC236}">
                    <a16:creationId xmlns:a16="http://schemas.microsoft.com/office/drawing/2014/main" id="{A11B19BE-A0DC-41AA-BCDA-95A31942E282}"/>
                  </a:ext>
                </a:extLst>
              </p:cNvPr>
              <p:cNvCxnSpPr/>
              <p:nvPr/>
            </p:nvCxnSpPr>
            <p:spPr>
              <a:xfrm flipH="1">
                <a:off x="7090200" y="3600000"/>
                <a:ext cx="109800" cy="1172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3" name="直線コネクタ 105222">
                <a:extLst>
                  <a:ext uri="{FF2B5EF4-FFF2-40B4-BE49-F238E27FC236}">
                    <a16:creationId xmlns:a16="http://schemas.microsoft.com/office/drawing/2014/main" id="{9DFCF6FF-F609-4FDC-A905-1056199B4789}"/>
                  </a:ext>
                </a:extLst>
              </p:cNvPr>
              <p:cNvCxnSpPr/>
              <p:nvPr/>
            </p:nvCxnSpPr>
            <p:spPr>
              <a:xfrm flipH="1">
                <a:off x="7081200" y="3600000"/>
                <a:ext cx="118800" cy="1158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4" name="直線コネクタ 105223">
                <a:extLst>
                  <a:ext uri="{FF2B5EF4-FFF2-40B4-BE49-F238E27FC236}">
                    <a16:creationId xmlns:a16="http://schemas.microsoft.com/office/drawing/2014/main" id="{D7304E99-F177-4DC7-9544-F8C92DF30966}"/>
                  </a:ext>
                </a:extLst>
              </p:cNvPr>
              <p:cNvCxnSpPr/>
              <p:nvPr/>
            </p:nvCxnSpPr>
            <p:spPr>
              <a:xfrm flipH="1">
                <a:off x="7075440" y="3600000"/>
                <a:ext cx="124560" cy="1142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5" name="直線コネクタ 105224">
                <a:extLst>
                  <a:ext uri="{FF2B5EF4-FFF2-40B4-BE49-F238E27FC236}">
                    <a16:creationId xmlns:a16="http://schemas.microsoft.com/office/drawing/2014/main" id="{75242BB3-4E3F-4920-A228-0D2AF1380316}"/>
                  </a:ext>
                </a:extLst>
              </p:cNvPr>
              <p:cNvCxnSpPr/>
              <p:nvPr/>
            </p:nvCxnSpPr>
            <p:spPr>
              <a:xfrm flipH="1">
                <a:off x="7069320" y="3600000"/>
                <a:ext cx="130680" cy="112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6" name="直線コネクタ 105225">
                <a:extLst>
                  <a:ext uri="{FF2B5EF4-FFF2-40B4-BE49-F238E27FC236}">
                    <a16:creationId xmlns:a16="http://schemas.microsoft.com/office/drawing/2014/main" id="{81CD7F0E-EDA6-4FDF-AE08-DF2F4D414ED8}"/>
                  </a:ext>
                </a:extLst>
              </p:cNvPr>
              <p:cNvCxnSpPr/>
              <p:nvPr/>
            </p:nvCxnSpPr>
            <p:spPr>
              <a:xfrm flipH="1">
                <a:off x="7063200" y="3600000"/>
                <a:ext cx="136800" cy="1110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7" name="直線コネクタ 105226">
                <a:extLst>
                  <a:ext uri="{FF2B5EF4-FFF2-40B4-BE49-F238E27FC236}">
                    <a16:creationId xmlns:a16="http://schemas.microsoft.com/office/drawing/2014/main" id="{4E1A0832-4A0B-475B-9F28-AE79AA9FA7AD}"/>
                  </a:ext>
                </a:extLst>
              </p:cNvPr>
              <p:cNvCxnSpPr/>
              <p:nvPr/>
            </p:nvCxnSpPr>
            <p:spPr>
              <a:xfrm flipH="1">
                <a:off x="7056720" y="3600000"/>
                <a:ext cx="143280" cy="109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8" name="直線コネクタ 105227">
                <a:extLst>
                  <a:ext uri="{FF2B5EF4-FFF2-40B4-BE49-F238E27FC236}">
                    <a16:creationId xmlns:a16="http://schemas.microsoft.com/office/drawing/2014/main" id="{B7318B3B-0C2E-45F8-BFC7-AB9F71724FF3}"/>
                  </a:ext>
                </a:extLst>
              </p:cNvPr>
              <p:cNvCxnSpPr/>
              <p:nvPr/>
            </p:nvCxnSpPr>
            <p:spPr>
              <a:xfrm flipH="1">
                <a:off x="7049880" y="3600000"/>
                <a:ext cx="150120" cy="1080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29" name="直線コネクタ 105228">
                <a:extLst>
                  <a:ext uri="{FF2B5EF4-FFF2-40B4-BE49-F238E27FC236}">
                    <a16:creationId xmlns:a16="http://schemas.microsoft.com/office/drawing/2014/main" id="{F5C467D5-757B-480F-A278-6EABA3EA7027}"/>
                  </a:ext>
                </a:extLst>
              </p:cNvPr>
              <p:cNvCxnSpPr/>
              <p:nvPr/>
            </p:nvCxnSpPr>
            <p:spPr>
              <a:xfrm flipH="1">
                <a:off x="7042680" y="3600000"/>
                <a:ext cx="157320" cy="1065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0" name="直線コネクタ 105229">
                <a:extLst>
                  <a:ext uri="{FF2B5EF4-FFF2-40B4-BE49-F238E27FC236}">
                    <a16:creationId xmlns:a16="http://schemas.microsoft.com/office/drawing/2014/main" id="{61C7E074-FB31-421E-9429-81EC4086A4AC}"/>
                  </a:ext>
                </a:extLst>
              </p:cNvPr>
              <p:cNvCxnSpPr/>
              <p:nvPr/>
            </p:nvCxnSpPr>
            <p:spPr>
              <a:xfrm flipH="1">
                <a:off x="7038360" y="3600000"/>
                <a:ext cx="161640" cy="1048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1" name="直線コネクタ 105230">
                <a:extLst>
                  <a:ext uri="{FF2B5EF4-FFF2-40B4-BE49-F238E27FC236}">
                    <a16:creationId xmlns:a16="http://schemas.microsoft.com/office/drawing/2014/main" id="{5B264514-613F-4C6F-8410-8F420C6F60C3}"/>
                  </a:ext>
                </a:extLst>
              </p:cNvPr>
              <p:cNvCxnSpPr/>
              <p:nvPr/>
            </p:nvCxnSpPr>
            <p:spPr>
              <a:xfrm flipH="1">
                <a:off x="7030800" y="3600000"/>
                <a:ext cx="169200" cy="103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2" name="直線コネクタ 105231">
                <a:extLst>
                  <a:ext uri="{FF2B5EF4-FFF2-40B4-BE49-F238E27FC236}">
                    <a16:creationId xmlns:a16="http://schemas.microsoft.com/office/drawing/2014/main" id="{417CC4EC-C280-41DD-BB6B-4C7E5D12AF2D}"/>
                  </a:ext>
                </a:extLst>
              </p:cNvPr>
              <p:cNvCxnSpPr/>
              <p:nvPr/>
            </p:nvCxnSpPr>
            <p:spPr>
              <a:xfrm flipH="1">
                <a:off x="7022880" y="3600000"/>
                <a:ext cx="177120" cy="101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3" name="直線コネクタ 105232">
                <a:extLst>
                  <a:ext uri="{FF2B5EF4-FFF2-40B4-BE49-F238E27FC236}">
                    <a16:creationId xmlns:a16="http://schemas.microsoft.com/office/drawing/2014/main" id="{99B57A7F-3C13-43C7-B078-9D97142FED4F}"/>
                  </a:ext>
                </a:extLst>
              </p:cNvPr>
              <p:cNvCxnSpPr/>
              <p:nvPr/>
            </p:nvCxnSpPr>
            <p:spPr>
              <a:xfrm flipH="1">
                <a:off x="7017840" y="3600000"/>
                <a:ext cx="182160" cy="1001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4" name="直線コネクタ 105233">
                <a:extLst>
                  <a:ext uri="{FF2B5EF4-FFF2-40B4-BE49-F238E27FC236}">
                    <a16:creationId xmlns:a16="http://schemas.microsoft.com/office/drawing/2014/main" id="{7FB5F2AA-D7DB-4509-B0BE-5BD2419617D2}"/>
                  </a:ext>
                </a:extLst>
              </p:cNvPr>
              <p:cNvCxnSpPr/>
              <p:nvPr/>
            </p:nvCxnSpPr>
            <p:spPr>
              <a:xfrm flipH="1">
                <a:off x="7009560" y="3600000"/>
                <a:ext cx="190440" cy="9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5" name="直線コネクタ 105234">
                <a:extLst>
                  <a:ext uri="{FF2B5EF4-FFF2-40B4-BE49-F238E27FC236}">
                    <a16:creationId xmlns:a16="http://schemas.microsoft.com/office/drawing/2014/main" id="{3519946C-6C58-4421-99EE-F9E31FE1D690}"/>
                  </a:ext>
                </a:extLst>
              </p:cNvPr>
              <p:cNvCxnSpPr/>
              <p:nvPr/>
            </p:nvCxnSpPr>
            <p:spPr>
              <a:xfrm flipH="1">
                <a:off x="7000920" y="3600000"/>
                <a:ext cx="199080" cy="9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6" name="直線コネクタ 105235">
                <a:extLst>
                  <a:ext uri="{FF2B5EF4-FFF2-40B4-BE49-F238E27FC236}">
                    <a16:creationId xmlns:a16="http://schemas.microsoft.com/office/drawing/2014/main" id="{76BCC512-373A-4CE1-9FF8-641F932C7E21}"/>
                  </a:ext>
                </a:extLst>
              </p:cNvPr>
              <p:cNvCxnSpPr/>
              <p:nvPr/>
            </p:nvCxnSpPr>
            <p:spPr>
              <a:xfrm flipH="1">
                <a:off x="6994800" y="3600000"/>
                <a:ext cx="205200" cy="9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7" name="直線コネクタ 105236">
                <a:extLst>
                  <a:ext uri="{FF2B5EF4-FFF2-40B4-BE49-F238E27FC236}">
                    <a16:creationId xmlns:a16="http://schemas.microsoft.com/office/drawing/2014/main" id="{E80E3932-495D-4BED-B40B-512B76255E6C}"/>
                  </a:ext>
                </a:extLst>
              </p:cNvPr>
              <p:cNvCxnSpPr/>
              <p:nvPr/>
            </p:nvCxnSpPr>
            <p:spPr>
              <a:xfrm flipH="1">
                <a:off x="6985440" y="3600000"/>
                <a:ext cx="214560" cy="94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8" name="直線コネクタ 105237">
                <a:extLst>
                  <a:ext uri="{FF2B5EF4-FFF2-40B4-BE49-F238E27FC236}">
                    <a16:creationId xmlns:a16="http://schemas.microsoft.com/office/drawing/2014/main" id="{9CDB74E3-C67F-4044-A7E7-AE722F864E49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39" name="直線コネクタ 105238">
                <a:extLst>
                  <a:ext uri="{FF2B5EF4-FFF2-40B4-BE49-F238E27FC236}">
                    <a16:creationId xmlns:a16="http://schemas.microsoft.com/office/drawing/2014/main" id="{5872F49D-5E33-4C1C-B5D9-79B7039263CE}"/>
                  </a:ext>
                </a:extLst>
              </p:cNvPr>
              <p:cNvCxnSpPr/>
              <p:nvPr/>
            </p:nvCxnSpPr>
            <p:spPr>
              <a:xfrm flipH="1">
                <a:off x="6969240" y="3600000"/>
                <a:ext cx="230760" cy="912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0" name="直線コネクタ 105239">
                <a:extLst>
                  <a:ext uri="{FF2B5EF4-FFF2-40B4-BE49-F238E27FC236}">
                    <a16:creationId xmlns:a16="http://schemas.microsoft.com/office/drawing/2014/main" id="{8F38C181-0EE5-4C82-9F56-9C72AB247AF7}"/>
                  </a:ext>
                </a:extLst>
              </p:cNvPr>
              <p:cNvCxnSpPr/>
              <p:nvPr/>
            </p:nvCxnSpPr>
            <p:spPr>
              <a:xfrm flipH="1">
                <a:off x="6959160" y="3600000"/>
                <a:ext cx="240840" cy="89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1" name="直線コネクタ 105240">
                <a:extLst>
                  <a:ext uri="{FF2B5EF4-FFF2-40B4-BE49-F238E27FC236}">
                    <a16:creationId xmlns:a16="http://schemas.microsoft.com/office/drawing/2014/main" id="{02F14C0F-7D7C-428D-B249-7821ECC5FEB2}"/>
                  </a:ext>
                </a:extLst>
              </p:cNvPr>
              <p:cNvCxnSpPr/>
              <p:nvPr/>
            </p:nvCxnSpPr>
            <p:spPr>
              <a:xfrm flipH="1">
                <a:off x="6951960" y="3600000"/>
                <a:ext cx="248040" cy="88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2" name="直線コネクタ 105241">
                <a:extLst>
                  <a:ext uri="{FF2B5EF4-FFF2-40B4-BE49-F238E27FC236}">
                    <a16:creationId xmlns:a16="http://schemas.microsoft.com/office/drawing/2014/main" id="{3659F632-A576-4559-B895-E88658057AAE}"/>
                  </a:ext>
                </a:extLst>
              </p:cNvPr>
              <p:cNvCxnSpPr/>
              <p:nvPr/>
            </p:nvCxnSpPr>
            <p:spPr>
              <a:xfrm flipH="1">
                <a:off x="6944400" y="3600000"/>
                <a:ext cx="255600" cy="867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3" name="直線コネクタ 105242">
                <a:extLst>
                  <a:ext uri="{FF2B5EF4-FFF2-40B4-BE49-F238E27FC236}">
                    <a16:creationId xmlns:a16="http://schemas.microsoft.com/office/drawing/2014/main" id="{C85DA8AC-34BF-40FF-BD56-A6089F86196F}"/>
                  </a:ext>
                </a:extLst>
              </p:cNvPr>
              <p:cNvCxnSpPr/>
              <p:nvPr/>
            </p:nvCxnSpPr>
            <p:spPr>
              <a:xfrm flipH="1">
                <a:off x="6936120" y="3600000"/>
                <a:ext cx="263880" cy="85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4" name="直線コネクタ 105243">
                <a:extLst>
                  <a:ext uri="{FF2B5EF4-FFF2-40B4-BE49-F238E27FC236}">
                    <a16:creationId xmlns:a16="http://schemas.microsoft.com/office/drawing/2014/main" id="{33F3B296-7F91-4F5D-97E1-B30CC9CF4582}"/>
                  </a:ext>
                </a:extLst>
              </p:cNvPr>
              <p:cNvCxnSpPr/>
              <p:nvPr/>
            </p:nvCxnSpPr>
            <p:spPr>
              <a:xfrm flipH="1">
                <a:off x="6925320" y="3600000"/>
                <a:ext cx="274680" cy="83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5" name="直線コネクタ 105244">
                <a:extLst>
                  <a:ext uri="{FF2B5EF4-FFF2-40B4-BE49-F238E27FC236}">
                    <a16:creationId xmlns:a16="http://schemas.microsoft.com/office/drawing/2014/main" id="{E4349E53-1510-4EEA-9BAE-F60A1A5F1306}"/>
                  </a:ext>
                </a:extLst>
              </p:cNvPr>
              <p:cNvCxnSpPr/>
              <p:nvPr/>
            </p:nvCxnSpPr>
            <p:spPr>
              <a:xfrm flipH="1">
                <a:off x="6916680" y="3600000"/>
                <a:ext cx="283320" cy="82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6" name="直線コネクタ 105245">
                <a:extLst>
                  <a:ext uri="{FF2B5EF4-FFF2-40B4-BE49-F238E27FC236}">
                    <a16:creationId xmlns:a16="http://schemas.microsoft.com/office/drawing/2014/main" id="{507C3FB8-B25B-4722-9743-C2C9DC569558}"/>
                  </a:ext>
                </a:extLst>
              </p:cNvPr>
              <p:cNvCxnSpPr/>
              <p:nvPr/>
            </p:nvCxnSpPr>
            <p:spPr>
              <a:xfrm flipH="1">
                <a:off x="6907680" y="3600000"/>
                <a:ext cx="292320" cy="80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7" name="直線コネクタ 105246">
                <a:extLst>
                  <a:ext uri="{FF2B5EF4-FFF2-40B4-BE49-F238E27FC236}">
                    <a16:creationId xmlns:a16="http://schemas.microsoft.com/office/drawing/2014/main" id="{4B7153BB-7014-429C-BFF4-FDA199098D74}"/>
                  </a:ext>
                </a:extLst>
              </p:cNvPr>
              <p:cNvCxnSpPr/>
              <p:nvPr/>
            </p:nvCxnSpPr>
            <p:spPr>
              <a:xfrm flipH="1">
                <a:off x="6895800" y="3600000"/>
                <a:ext cx="304200" cy="794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8" name="直線コネクタ 105247">
                <a:extLst>
                  <a:ext uri="{FF2B5EF4-FFF2-40B4-BE49-F238E27FC236}">
                    <a16:creationId xmlns:a16="http://schemas.microsoft.com/office/drawing/2014/main" id="{4AEFA13F-C791-473D-BD7E-00B9400E0AC8}"/>
                  </a:ext>
                </a:extLst>
              </p:cNvPr>
              <p:cNvCxnSpPr/>
              <p:nvPr/>
            </p:nvCxnSpPr>
            <p:spPr>
              <a:xfrm flipH="1">
                <a:off x="6886440" y="3600000"/>
                <a:ext cx="313560" cy="77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49" name="直線コネクタ 105248">
                <a:extLst>
                  <a:ext uri="{FF2B5EF4-FFF2-40B4-BE49-F238E27FC236}">
                    <a16:creationId xmlns:a16="http://schemas.microsoft.com/office/drawing/2014/main" id="{0171851B-FD73-4860-82D1-AC0C1BD8C3EB}"/>
                  </a:ext>
                </a:extLst>
              </p:cNvPr>
              <p:cNvCxnSpPr/>
              <p:nvPr/>
            </p:nvCxnSpPr>
            <p:spPr>
              <a:xfrm flipH="1">
                <a:off x="6876720" y="3600000"/>
                <a:ext cx="323280" cy="765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0" name="直線コネクタ 105249">
                <a:extLst>
                  <a:ext uri="{FF2B5EF4-FFF2-40B4-BE49-F238E27FC236}">
                    <a16:creationId xmlns:a16="http://schemas.microsoft.com/office/drawing/2014/main" id="{6B3E9394-7110-48FB-85E9-32EE5CAFA798}"/>
                  </a:ext>
                </a:extLst>
              </p:cNvPr>
              <p:cNvCxnSpPr/>
              <p:nvPr/>
            </p:nvCxnSpPr>
            <p:spPr>
              <a:xfrm flipH="1">
                <a:off x="6866640" y="3600000"/>
                <a:ext cx="333360" cy="75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1" name="直線コネクタ 105250">
                <a:extLst>
                  <a:ext uri="{FF2B5EF4-FFF2-40B4-BE49-F238E27FC236}">
                    <a16:creationId xmlns:a16="http://schemas.microsoft.com/office/drawing/2014/main" id="{4FAAA558-9157-436C-9C54-6A06C06613C0}"/>
                  </a:ext>
                </a:extLst>
              </p:cNvPr>
              <p:cNvCxnSpPr/>
              <p:nvPr/>
            </p:nvCxnSpPr>
            <p:spPr>
              <a:xfrm flipH="1">
                <a:off x="6856200" y="3600000"/>
                <a:ext cx="343800" cy="735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2" name="直線コネクタ 105251">
                <a:extLst>
                  <a:ext uri="{FF2B5EF4-FFF2-40B4-BE49-F238E27FC236}">
                    <a16:creationId xmlns:a16="http://schemas.microsoft.com/office/drawing/2014/main" id="{E65173D3-97C4-46D9-B650-166F084075F0}"/>
                  </a:ext>
                </a:extLst>
              </p:cNvPr>
              <p:cNvCxnSpPr/>
              <p:nvPr/>
            </p:nvCxnSpPr>
            <p:spPr>
              <a:xfrm flipH="1">
                <a:off x="6845400" y="3600000"/>
                <a:ext cx="354600" cy="72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3" name="直線コネクタ 105252">
                <a:extLst>
                  <a:ext uri="{FF2B5EF4-FFF2-40B4-BE49-F238E27FC236}">
                    <a16:creationId xmlns:a16="http://schemas.microsoft.com/office/drawing/2014/main" id="{AA90F298-D1DC-4D1C-B1A1-EAD05CA85812}"/>
                  </a:ext>
                </a:extLst>
              </p:cNvPr>
              <p:cNvCxnSpPr/>
              <p:nvPr/>
            </p:nvCxnSpPr>
            <p:spPr>
              <a:xfrm flipH="1">
                <a:off x="6834240" y="3600000"/>
                <a:ext cx="365760" cy="70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4" name="直線コネクタ 105253">
                <a:extLst>
                  <a:ext uri="{FF2B5EF4-FFF2-40B4-BE49-F238E27FC236}">
                    <a16:creationId xmlns:a16="http://schemas.microsoft.com/office/drawing/2014/main" id="{81515D79-8751-4504-960F-48399BE3EB42}"/>
                  </a:ext>
                </a:extLst>
              </p:cNvPr>
              <p:cNvCxnSpPr/>
              <p:nvPr/>
            </p:nvCxnSpPr>
            <p:spPr>
              <a:xfrm flipH="1">
                <a:off x="6823080" y="3600000"/>
                <a:ext cx="376920" cy="69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5" name="直線コネクタ 105254">
                <a:extLst>
                  <a:ext uri="{FF2B5EF4-FFF2-40B4-BE49-F238E27FC236}">
                    <a16:creationId xmlns:a16="http://schemas.microsoft.com/office/drawing/2014/main" id="{4D459043-C768-49C3-9EB8-081B312F00CA}"/>
                  </a:ext>
                </a:extLst>
              </p:cNvPr>
              <p:cNvCxnSpPr/>
              <p:nvPr/>
            </p:nvCxnSpPr>
            <p:spPr>
              <a:xfrm flipH="1">
                <a:off x="6811560" y="3600000"/>
                <a:ext cx="388440" cy="67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6" name="直線コネクタ 105255">
                <a:extLst>
                  <a:ext uri="{FF2B5EF4-FFF2-40B4-BE49-F238E27FC236}">
                    <a16:creationId xmlns:a16="http://schemas.microsoft.com/office/drawing/2014/main" id="{CE8304D5-1DE2-4E3E-B16A-3786EAA74AC9}"/>
                  </a:ext>
                </a:extLst>
              </p:cNvPr>
              <p:cNvCxnSpPr/>
              <p:nvPr/>
            </p:nvCxnSpPr>
            <p:spPr>
              <a:xfrm flipH="1">
                <a:off x="6984360" y="3600000"/>
                <a:ext cx="215640" cy="94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7" name="直線コネクタ 105256">
                <a:extLst>
                  <a:ext uri="{FF2B5EF4-FFF2-40B4-BE49-F238E27FC236}">
                    <a16:creationId xmlns:a16="http://schemas.microsoft.com/office/drawing/2014/main" id="{2DBB2072-F0D8-4D4B-BCA6-FFF038E61890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4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8" name="直線コネクタ 105257">
                <a:extLst>
                  <a:ext uri="{FF2B5EF4-FFF2-40B4-BE49-F238E27FC236}">
                    <a16:creationId xmlns:a16="http://schemas.microsoft.com/office/drawing/2014/main" id="{ED306717-224F-4369-BF5B-0A2808788FDC}"/>
                  </a:ext>
                </a:extLst>
              </p:cNvPr>
              <p:cNvCxnSpPr/>
              <p:nvPr/>
            </p:nvCxnSpPr>
            <p:spPr>
              <a:xfrm flipH="1">
                <a:off x="6967440" y="3600000"/>
                <a:ext cx="232560" cy="90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59" name="直線コネクタ 105258">
                <a:extLst>
                  <a:ext uri="{FF2B5EF4-FFF2-40B4-BE49-F238E27FC236}">
                    <a16:creationId xmlns:a16="http://schemas.microsoft.com/office/drawing/2014/main" id="{C82E9107-B1B6-4712-8F57-E9DD7D2DF0C3}"/>
                  </a:ext>
                </a:extLst>
              </p:cNvPr>
              <p:cNvCxnSpPr/>
              <p:nvPr/>
            </p:nvCxnSpPr>
            <p:spPr>
              <a:xfrm flipH="1">
                <a:off x="6958800" y="3600000"/>
                <a:ext cx="241200" cy="89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0" name="直線コネクタ 105259">
                <a:extLst>
                  <a:ext uri="{FF2B5EF4-FFF2-40B4-BE49-F238E27FC236}">
                    <a16:creationId xmlns:a16="http://schemas.microsoft.com/office/drawing/2014/main" id="{FDEC3D7A-C3B9-475A-863F-4F11978F1F3D}"/>
                  </a:ext>
                </a:extLst>
              </p:cNvPr>
              <p:cNvCxnSpPr/>
              <p:nvPr/>
            </p:nvCxnSpPr>
            <p:spPr>
              <a:xfrm flipH="1">
                <a:off x="6949800" y="3600000"/>
                <a:ext cx="250200" cy="87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1" name="直線コネクタ 105260">
                <a:extLst>
                  <a:ext uri="{FF2B5EF4-FFF2-40B4-BE49-F238E27FC236}">
                    <a16:creationId xmlns:a16="http://schemas.microsoft.com/office/drawing/2014/main" id="{5AA1642A-F1A2-418F-A894-4D17E2A55754}"/>
                  </a:ext>
                </a:extLst>
              </p:cNvPr>
              <p:cNvCxnSpPr/>
              <p:nvPr/>
            </p:nvCxnSpPr>
            <p:spPr>
              <a:xfrm flipH="1">
                <a:off x="6940440" y="3600000"/>
                <a:ext cx="259560" cy="86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2" name="直線コネクタ 105261">
                <a:extLst>
                  <a:ext uri="{FF2B5EF4-FFF2-40B4-BE49-F238E27FC236}">
                    <a16:creationId xmlns:a16="http://schemas.microsoft.com/office/drawing/2014/main" id="{2491C226-0AAB-40E7-979A-578F4F7601A0}"/>
                  </a:ext>
                </a:extLst>
              </p:cNvPr>
              <p:cNvCxnSpPr/>
              <p:nvPr/>
            </p:nvCxnSpPr>
            <p:spPr>
              <a:xfrm flipH="1">
                <a:off x="6931080" y="3600000"/>
                <a:ext cx="268920" cy="84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3" name="直線コネクタ 105262">
                <a:extLst>
                  <a:ext uri="{FF2B5EF4-FFF2-40B4-BE49-F238E27FC236}">
                    <a16:creationId xmlns:a16="http://schemas.microsoft.com/office/drawing/2014/main" id="{A1318A40-B125-49EF-81EC-63629F681F37}"/>
                  </a:ext>
                </a:extLst>
              </p:cNvPr>
              <p:cNvCxnSpPr/>
              <p:nvPr/>
            </p:nvCxnSpPr>
            <p:spPr>
              <a:xfrm flipH="1">
                <a:off x="6921360" y="3600000"/>
                <a:ext cx="278640" cy="831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4" name="直線コネクタ 105263">
                <a:extLst>
                  <a:ext uri="{FF2B5EF4-FFF2-40B4-BE49-F238E27FC236}">
                    <a16:creationId xmlns:a16="http://schemas.microsoft.com/office/drawing/2014/main" id="{099A9478-4904-4F0F-90BA-3E98F6BB6E17}"/>
                  </a:ext>
                </a:extLst>
              </p:cNvPr>
              <p:cNvCxnSpPr/>
              <p:nvPr/>
            </p:nvCxnSpPr>
            <p:spPr>
              <a:xfrm flipH="1">
                <a:off x="6911280" y="3600000"/>
                <a:ext cx="288720" cy="81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5" name="直線コネクタ 105264">
                <a:extLst>
                  <a:ext uri="{FF2B5EF4-FFF2-40B4-BE49-F238E27FC236}">
                    <a16:creationId xmlns:a16="http://schemas.microsoft.com/office/drawing/2014/main" id="{B022078A-5E50-4B98-A39C-76C0D2934A8F}"/>
                  </a:ext>
                </a:extLst>
              </p:cNvPr>
              <p:cNvCxnSpPr/>
              <p:nvPr/>
            </p:nvCxnSpPr>
            <p:spPr>
              <a:xfrm flipH="1">
                <a:off x="6900840" y="3600000"/>
                <a:ext cx="299160" cy="802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6" name="直線コネクタ 105265">
                <a:extLst>
                  <a:ext uri="{FF2B5EF4-FFF2-40B4-BE49-F238E27FC236}">
                    <a16:creationId xmlns:a16="http://schemas.microsoft.com/office/drawing/2014/main" id="{28503B3F-86A5-4348-B7CE-456E2B050892}"/>
                  </a:ext>
                </a:extLst>
              </p:cNvPr>
              <p:cNvCxnSpPr/>
              <p:nvPr/>
            </p:nvCxnSpPr>
            <p:spPr>
              <a:xfrm flipH="1">
                <a:off x="6893640" y="3600000"/>
                <a:ext cx="306360" cy="78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7" name="直線コネクタ 105266">
                <a:extLst>
                  <a:ext uri="{FF2B5EF4-FFF2-40B4-BE49-F238E27FC236}">
                    <a16:creationId xmlns:a16="http://schemas.microsoft.com/office/drawing/2014/main" id="{E678ABE6-9C49-47B4-B20C-C61F26EAD083}"/>
                  </a:ext>
                </a:extLst>
              </p:cNvPr>
              <p:cNvCxnSpPr/>
              <p:nvPr/>
            </p:nvCxnSpPr>
            <p:spPr>
              <a:xfrm flipH="1">
                <a:off x="6883200" y="3600000"/>
                <a:ext cx="316800" cy="77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8" name="直線コネクタ 105267">
                <a:extLst>
                  <a:ext uri="{FF2B5EF4-FFF2-40B4-BE49-F238E27FC236}">
                    <a16:creationId xmlns:a16="http://schemas.microsoft.com/office/drawing/2014/main" id="{EB5B004C-4FCA-46F8-9E86-B282162F1486}"/>
                  </a:ext>
                </a:extLst>
              </p:cNvPr>
              <p:cNvCxnSpPr/>
              <p:nvPr/>
            </p:nvCxnSpPr>
            <p:spPr>
              <a:xfrm flipH="1">
                <a:off x="6872040" y="3600000"/>
                <a:ext cx="327960" cy="758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69" name="直線コネクタ 105268">
                <a:extLst>
                  <a:ext uri="{FF2B5EF4-FFF2-40B4-BE49-F238E27FC236}">
                    <a16:creationId xmlns:a16="http://schemas.microsoft.com/office/drawing/2014/main" id="{C6EDE678-9ABB-434C-8711-9FBDC6131676}"/>
                  </a:ext>
                </a:extLst>
              </p:cNvPr>
              <p:cNvCxnSpPr/>
              <p:nvPr/>
            </p:nvCxnSpPr>
            <p:spPr>
              <a:xfrm flipH="1">
                <a:off x="6864120" y="3600000"/>
                <a:ext cx="335880" cy="743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0" name="直線コネクタ 105269">
                <a:extLst>
                  <a:ext uri="{FF2B5EF4-FFF2-40B4-BE49-F238E27FC236}">
                    <a16:creationId xmlns:a16="http://schemas.microsoft.com/office/drawing/2014/main" id="{E4682D22-0876-4D09-BE01-3A61F8709DA6}"/>
                  </a:ext>
                </a:extLst>
              </p:cNvPr>
              <p:cNvCxnSpPr/>
              <p:nvPr/>
            </p:nvCxnSpPr>
            <p:spPr>
              <a:xfrm flipH="1">
                <a:off x="6852960" y="3600000"/>
                <a:ext cx="347040" cy="730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1" name="直線コネクタ 105270">
                <a:extLst>
                  <a:ext uri="{FF2B5EF4-FFF2-40B4-BE49-F238E27FC236}">
                    <a16:creationId xmlns:a16="http://schemas.microsoft.com/office/drawing/2014/main" id="{F982BCA8-0D3F-45F0-B244-583F98B851F9}"/>
                  </a:ext>
                </a:extLst>
              </p:cNvPr>
              <p:cNvCxnSpPr/>
              <p:nvPr/>
            </p:nvCxnSpPr>
            <p:spPr>
              <a:xfrm flipH="1">
                <a:off x="6841440" y="3600000"/>
                <a:ext cx="358560" cy="71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2" name="直線コネクタ 105271">
                <a:extLst>
                  <a:ext uri="{FF2B5EF4-FFF2-40B4-BE49-F238E27FC236}">
                    <a16:creationId xmlns:a16="http://schemas.microsoft.com/office/drawing/2014/main" id="{74DC3A6A-662B-4919-A266-CCDDCEBD0B26}"/>
                  </a:ext>
                </a:extLst>
              </p:cNvPr>
              <p:cNvCxnSpPr/>
              <p:nvPr/>
            </p:nvCxnSpPr>
            <p:spPr>
              <a:xfrm flipH="1">
                <a:off x="6829560" y="3600000"/>
                <a:ext cx="370440" cy="704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3" name="直線コネクタ 105272">
                <a:extLst>
                  <a:ext uri="{FF2B5EF4-FFF2-40B4-BE49-F238E27FC236}">
                    <a16:creationId xmlns:a16="http://schemas.microsoft.com/office/drawing/2014/main" id="{37EF0EFF-46C1-48C4-AA4C-ADE9F7E08B8C}"/>
                  </a:ext>
                </a:extLst>
              </p:cNvPr>
              <p:cNvCxnSpPr/>
              <p:nvPr/>
            </p:nvCxnSpPr>
            <p:spPr>
              <a:xfrm flipH="1">
                <a:off x="6820560" y="3600000"/>
                <a:ext cx="379440" cy="68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4" name="直線コネクタ 105273">
                <a:extLst>
                  <a:ext uri="{FF2B5EF4-FFF2-40B4-BE49-F238E27FC236}">
                    <a16:creationId xmlns:a16="http://schemas.microsoft.com/office/drawing/2014/main" id="{F3E76164-B787-478D-8471-60F0C76C17C2}"/>
                  </a:ext>
                </a:extLst>
              </p:cNvPr>
              <p:cNvCxnSpPr/>
              <p:nvPr/>
            </p:nvCxnSpPr>
            <p:spPr>
              <a:xfrm flipH="1">
                <a:off x="6808320" y="3600000"/>
                <a:ext cx="391680" cy="677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5" name="直線コネクタ 105274">
                <a:extLst>
                  <a:ext uri="{FF2B5EF4-FFF2-40B4-BE49-F238E27FC236}">
                    <a16:creationId xmlns:a16="http://schemas.microsoft.com/office/drawing/2014/main" id="{3968F13D-648E-45AA-AD5D-77E1CFF05E01}"/>
                  </a:ext>
                </a:extLst>
              </p:cNvPr>
              <p:cNvCxnSpPr/>
              <p:nvPr/>
            </p:nvCxnSpPr>
            <p:spPr>
              <a:xfrm flipH="1">
                <a:off x="6798960" y="3600000"/>
                <a:ext cx="401040" cy="663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6" name="直線コネクタ 105275">
                <a:extLst>
                  <a:ext uri="{FF2B5EF4-FFF2-40B4-BE49-F238E27FC236}">
                    <a16:creationId xmlns:a16="http://schemas.microsoft.com/office/drawing/2014/main" id="{8CD859BE-3929-4C04-858C-F37AE3AB3962}"/>
                  </a:ext>
                </a:extLst>
              </p:cNvPr>
              <p:cNvCxnSpPr/>
              <p:nvPr/>
            </p:nvCxnSpPr>
            <p:spPr>
              <a:xfrm flipH="1">
                <a:off x="6789600" y="3600000"/>
                <a:ext cx="410400" cy="64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7" name="直線コネクタ 105276">
                <a:extLst>
                  <a:ext uri="{FF2B5EF4-FFF2-40B4-BE49-F238E27FC236}">
                    <a16:creationId xmlns:a16="http://schemas.microsoft.com/office/drawing/2014/main" id="{819E522C-8116-4CEC-9C9E-2928A4D89AF1}"/>
                  </a:ext>
                </a:extLst>
              </p:cNvPr>
              <p:cNvCxnSpPr/>
              <p:nvPr/>
            </p:nvCxnSpPr>
            <p:spPr>
              <a:xfrm flipH="1">
                <a:off x="6776640" y="3600000"/>
                <a:ext cx="423360" cy="637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8" name="直線コネクタ 105277">
                <a:extLst>
                  <a:ext uri="{FF2B5EF4-FFF2-40B4-BE49-F238E27FC236}">
                    <a16:creationId xmlns:a16="http://schemas.microsoft.com/office/drawing/2014/main" id="{514D94CD-B96D-4CCB-A93D-0EAF4486AA0F}"/>
                  </a:ext>
                </a:extLst>
              </p:cNvPr>
              <p:cNvCxnSpPr/>
              <p:nvPr/>
            </p:nvCxnSpPr>
            <p:spPr>
              <a:xfrm flipH="1">
                <a:off x="6766560" y="3600000"/>
                <a:ext cx="433440" cy="62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79" name="直線コネクタ 105278">
                <a:extLst>
                  <a:ext uri="{FF2B5EF4-FFF2-40B4-BE49-F238E27FC236}">
                    <a16:creationId xmlns:a16="http://schemas.microsoft.com/office/drawing/2014/main" id="{013140EC-D96E-47D1-AAA3-6D5D5BE54529}"/>
                  </a:ext>
                </a:extLst>
              </p:cNvPr>
              <p:cNvCxnSpPr/>
              <p:nvPr/>
            </p:nvCxnSpPr>
            <p:spPr>
              <a:xfrm flipH="1">
                <a:off x="6756480" y="3600000"/>
                <a:ext cx="443520" cy="610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0" name="直線コネクタ 105279">
                <a:extLst>
                  <a:ext uri="{FF2B5EF4-FFF2-40B4-BE49-F238E27FC236}">
                    <a16:creationId xmlns:a16="http://schemas.microsoft.com/office/drawing/2014/main" id="{1A4914CC-A586-4803-93F6-CE4312065900}"/>
                  </a:ext>
                </a:extLst>
              </p:cNvPr>
              <p:cNvCxnSpPr/>
              <p:nvPr/>
            </p:nvCxnSpPr>
            <p:spPr>
              <a:xfrm flipH="1">
                <a:off x="6743160" y="3600000"/>
                <a:ext cx="456840" cy="599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1" name="直線コネクタ 105280">
                <a:extLst>
                  <a:ext uri="{FF2B5EF4-FFF2-40B4-BE49-F238E27FC236}">
                    <a16:creationId xmlns:a16="http://schemas.microsoft.com/office/drawing/2014/main" id="{6159598B-5368-4E83-A36F-B8D93C99D2E1}"/>
                  </a:ext>
                </a:extLst>
              </p:cNvPr>
              <p:cNvCxnSpPr/>
              <p:nvPr/>
            </p:nvCxnSpPr>
            <p:spPr>
              <a:xfrm flipH="1">
                <a:off x="6732360" y="3600000"/>
                <a:ext cx="467640" cy="58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2" name="直線コネクタ 105281">
                <a:extLst>
                  <a:ext uri="{FF2B5EF4-FFF2-40B4-BE49-F238E27FC236}">
                    <a16:creationId xmlns:a16="http://schemas.microsoft.com/office/drawing/2014/main" id="{52C713F7-BE07-4728-BFAF-25BB6787538C}"/>
                  </a:ext>
                </a:extLst>
              </p:cNvPr>
              <p:cNvCxnSpPr/>
              <p:nvPr/>
            </p:nvCxnSpPr>
            <p:spPr>
              <a:xfrm flipH="1">
                <a:off x="6721560" y="3600000"/>
                <a:ext cx="478440" cy="57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3" name="直線コネクタ 105282">
                <a:extLst>
                  <a:ext uri="{FF2B5EF4-FFF2-40B4-BE49-F238E27FC236}">
                    <a16:creationId xmlns:a16="http://schemas.microsoft.com/office/drawing/2014/main" id="{0B34FEBF-84BE-4265-9F6F-EFF970A3308A}"/>
                  </a:ext>
                </a:extLst>
              </p:cNvPr>
              <p:cNvCxnSpPr/>
              <p:nvPr/>
            </p:nvCxnSpPr>
            <p:spPr>
              <a:xfrm flipH="1">
                <a:off x="6707520" y="3600000"/>
                <a:ext cx="492480" cy="563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4" name="直線コネクタ 105283">
                <a:extLst>
                  <a:ext uri="{FF2B5EF4-FFF2-40B4-BE49-F238E27FC236}">
                    <a16:creationId xmlns:a16="http://schemas.microsoft.com/office/drawing/2014/main" id="{88A84636-E8FD-43AE-A0EF-47D330E1F44A}"/>
                  </a:ext>
                </a:extLst>
              </p:cNvPr>
              <p:cNvCxnSpPr/>
              <p:nvPr/>
            </p:nvCxnSpPr>
            <p:spPr>
              <a:xfrm flipH="1">
                <a:off x="6696360" y="3600000"/>
                <a:ext cx="503640" cy="55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5" name="直線コネクタ 105284">
                <a:extLst>
                  <a:ext uri="{FF2B5EF4-FFF2-40B4-BE49-F238E27FC236}">
                    <a16:creationId xmlns:a16="http://schemas.microsoft.com/office/drawing/2014/main" id="{137B5A5A-C8D4-424D-A6FA-A734C7643FD3}"/>
                  </a:ext>
                </a:extLst>
              </p:cNvPr>
              <p:cNvCxnSpPr/>
              <p:nvPr/>
            </p:nvCxnSpPr>
            <p:spPr>
              <a:xfrm flipH="1">
                <a:off x="6684840" y="3600000"/>
                <a:ext cx="515160" cy="53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6" name="直線コネクタ 105285">
                <a:extLst>
                  <a:ext uri="{FF2B5EF4-FFF2-40B4-BE49-F238E27FC236}">
                    <a16:creationId xmlns:a16="http://schemas.microsoft.com/office/drawing/2014/main" id="{9C678DAE-A369-4F5B-9AA1-689F836F5A17}"/>
                  </a:ext>
                </a:extLst>
              </p:cNvPr>
              <p:cNvCxnSpPr/>
              <p:nvPr/>
            </p:nvCxnSpPr>
            <p:spPr>
              <a:xfrm flipH="1">
                <a:off x="6672960" y="3600000"/>
                <a:ext cx="527040" cy="52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7" name="直線コネクタ 105286">
                <a:extLst>
                  <a:ext uri="{FF2B5EF4-FFF2-40B4-BE49-F238E27FC236}">
                    <a16:creationId xmlns:a16="http://schemas.microsoft.com/office/drawing/2014/main" id="{8BFFE3BB-2D24-4039-A33F-C05B0FF65A02}"/>
                  </a:ext>
                </a:extLst>
              </p:cNvPr>
              <p:cNvCxnSpPr/>
              <p:nvPr/>
            </p:nvCxnSpPr>
            <p:spPr>
              <a:xfrm flipH="1">
                <a:off x="6661080" y="3600000"/>
                <a:ext cx="538920" cy="51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8" name="直線コネクタ 105287">
                <a:extLst>
                  <a:ext uri="{FF2B5EF4-FFF2-40B4-BE49-F238E27FC236}">
                    <a16:creationId xmlns:a16="http://schemas.microsoft.com/office/drawing/2014/main" id="{E74B04DB-0EF2-4E5D-8D4E-9B236323A4FE}"/>
                  </a:ext>
                </a:extLst>
              </p:cNvPr>
              <p:cNvCxnSpPr/>
              <p:nvPr/>
            </p:nvCxnSpPr>
            <p:spPr>
              <a:xfrm flipH="1">
                <a:off x="6648840" y="3600000"/>
                <a:ext cx="551160" cy="503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89" name="直線コネクタ 105288">
                <a:extLst>
                  <a:ext uri="{FF2B5EF4-FFF2-40B4-BE49-F238E27FC236}">
                    <a16:creationId xmlns:a16="http://schemas.microsoft.com/office/drawing/2014/main" id="{4FE9FF34-6F5F-488A-8190-4AED12F0C15B}"/>
                  </a:ext>
                </a:extLst>
              </p:cNvPr>
              <p:cNvCxnSpPr/>
              <p:nvPr/>
            </p:nvCxnSpPr>
            <p:spPr>
              <a:xfrm flipH="1">
                <a:off x="6636600" y="3600000"/>
                <a:ext cx="563400" cy="49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0" name="直線コネクタ 105289">
                <a:extLst>
                  <a:ext uri="{FF2B5EF4-FFF2-40B4-BE49-F238E27FC236}">
                    <a16:creationId xmlns:a16="http://schemas.microsoft.com/office/drawing/2014/main" id="{D6E25F12-F31C-4AD4-AD36-3A64EFA1C98B}"/>
                  </a:ext>
                </a:extLst>
              </p:cNvPr>
              <p:cNvCxnSpPr/>
              <p:nvPr/>
            </p:nvCxnSpPr>
            <p:spPr>
              <a:xfrm flipH="1">
                <a:off x="6626160" y="3600000"/>
                <a:ext cx="573840" cy="47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1" name="直線コネクタ 105290">
                <a:extLst>
                  <a:ext uri="{FF2B5EF4-FFF2-40B4-BE49-F238E27FC236}">
                    <a16:creationId xmlns:a16="http://schemas.microsoft.com/office/drawing/2014/main" id="{A21B58E0-02FC-46C4-ADD3-2A0E4D39B0D0}"/>
                  </a:ext>
                </a:extLst>
              </p:cNvPr>
              <p:cNvCxnSpPr/>
              <p:nvPr/>
            </p:nvCxnSpPr>
            <p:spPr>
              <a:xfrm flipH="1">
                <a:off x="6613560" y="3600000"/>
                <a:ext cx="586440" cy="4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2" name="直線コネクタ 105291">
                <a:extLst>
                  <a:ext uri="{FF2B5EF4-FFF2-40B4-BE49-F238E27FC236}">
                    <a16:creationId xmlns:a16="http://schemas.microsoft.com/office/drawing/2014/main" id="{74B54C9F-891F-4F2B-BD17-1D2A8A844637}"/>
                  </a:ext>
                </a:extLst>
              </p:cNvPr>
              <p:cNvCxnSpPr/>
              <p:nvPr/>
            </p:nvCxnSpPr>
            <p:spPr>
              <a:xfrm flipH="1">
                <a:off x="6600600" y="3600000"/>
                <a:ext cx="599400" cy="456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3" name="直線コネクタ 105292">
                <a:extLst>
                  <a:ext uri="{FF2B5EF4-FFF2-40B4-BE49-F238E27FC236}">
                    <a16:creationId xmlns:a16="http://schemas.microsoft.com/office/drawing/2014/main" id="{26EC16B8-6905-49B1-866E-EFD443BDF985}"/>
                  </a:ext>
                </a:extLst>
              </p:cNvPr>
              <p:cNvCxnSpPr/>
              <p:nvPr/>
            </p:nvCxnSpPr>
            <p:spPr>
              <a:xfrm flipH="1">
                <a:off x="6589440" y="3600000"/>
                <a:ext cx="610560" cy="443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4" name="直線コネクタ 105293">
                <a:extLst>
                  <a:ext uri="{FF2B5EF4-FFF2-40B4-BE49-F238E27FC236}">
                    <a16:creationId xmlns:a16="http://schemas.microsoft.com/office/drawing/2014/main" id="{B8A76674-05FB-475B-8E58-42B54552F2CC}"/>
                  </a:ext>
                </a:extLst>
              </p:cNvPr>
              <p:cNvCxnSpPr/>
              <p:nvPr/>
            </p:nvCxnSpPr>
            <p:spPr>
              <a:xfrm flipH="1">
                <a:off x="6576120" y="3600000"/>
                <a:ext cx="623880" cy="433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5" name="直線コネクタ 105294">
                <a:extLst>
                  <a:ext uri="{FF2B5EF4-FFF2-40B4-BE49-F238E27FC236}">
                    <a16:creationId xmlns:a16="http://schemas.microsoft.com/office/drawing/2014/main" id="{52E94412-56E1-40B9-AFFF-3564D7B4F097}"/>
                  </a:ext>
                </a:extLst>
              </p:cNvPr>
              <p:cNvCxnSpPr/>
              <p:nvPr/>
            </p:nvCxnSpPr>
            <p:spPr>
              <a:xfrm flipH="1">
                <a:off x="6562440" y="3600000"/>
                <a:ext cx="637560" cy="42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6" name="直線コネクタ 105295">
                <a:extLst>
                  <a:ext uri="{FF2B5EF4-FFF2-40B4-BE49-F238E27FC236}">
                    <a16:creationId xmlns:a16="http://schemas.microsoft.com/office/drawing/2014/main" id="{F6FE6DDC-9C71-47EE-968A-EF93879D4FD8}"/>
                  </a:ext>
                </a:extLst>
              </p:cNvPr>
              <p:cNvCxnSpPr/>
              <p:nvPr/>
            </p:nvCxnSpPr>
            <p:spPr>
              <a:xfrm flipH="1">
                <a:off x="6550920" y="3600000"/>
                <a:ext cx="649080" cy="41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7" name="直線コネクタ 105296">
                <a:extLst>
                  <a:ext uri="{FF2B5EF4-FFF2-40B4-BE49-F238E27FC236}">
                    <a16:creationId xmlns:a16="http://schemas.microsoft.com/office/drawing/2014/main" id="{50C197FC-408B-4828-81D5-52910B1EF770}"/>
                  </a:ext>
                </a:extLst>
              </p:cNvPr>
              <p:cNvCxnSpPr/>
              <p:nvPr/>
            </p:nvCxnSpPr>
            <p:spPr>
              <a:xfrm flipH="1">
                <a:off x="6536880" y="3600000"/>
                <a:ext cx="663120" cy="40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8" name="直線コネクタ 105297">
                <a:extLst>
                  <a:ext uri="{FF2B5EF4-FFF2-40B4-BE49-F238E27FC236}">
                    <a16:creationId xmlns:a16="http://schemas.microsoft.com/office/drawing/2014/main" id="{6F09CA26-6789-43BC-958A-86D7290CCA9C}"/>
                  </a:ext>
                </a:extLst>
              </p:cNvPr>
              <p:cNvCxnSpPr/>
              <p:nvPr/>
            </p:nvCxnSpPr>
            <p:spPr>
              <a:xfrm flipH="1">
                <a:off x="6522840" y="3600000"/>
                <a:ext cx="677160" cy="39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299" name="直線コネクタ 105298">
                <a:extLst>
                  <a:ext uri="{FF2B5EF4-FFF2-40B4-BE49-F238E27FC236}">
                    <a16:creationId xmlns:a16="http://schemas.microsoft.com/office/drawing/2014/main" id="{73AD24E7-4B95-4B23-8AD7-73CA7791A8A9}"/>
                  </a:ext>
                </a:extLst>
              </p:cNvPr>
              <p:cNvCxnSpPr/>
              <p:nvPr/>
            </p:nvCxnSpPr>
            <p:spPr>
              <a:xfrm flipH="1">
                <a:off x="6510240" y="3600000"/>
                <a:ext cx="689760" cy="379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0" name="直線コネクタ 105299">
                <a:extLst>
                  <a:ext uri="{FF2B5EF4-FFF2-40B4-BE49-F238E27FC236}">
                    <a16:creationId xmlns:a16="http://schemas.microsoft.com/office/drawing/2014/main" id="{4CD2ECE8-971E-4FAD-B583-11F4E474943E}"/>
                  </a:ext>
                </a:extLst>
              </p:cNvPr>
              <p:cNvCxnSpPr/>
              <p:nvPr/>
            </p:nvCxnSpPr>
            <p:spPr>
              <a:xfrm flipH="1">
                <a:off x="6495840" y="3600000"/>
                <a:ext cx="704160" cy="37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1" name="直線コネクタ 105300">
                <a:extLst>
                  <a:ext uri="{FF2B5EF4-FFF2-40B4-BE49-F238E27FC236}">
                    <a16:creationId xmlns:a16="http://schemas.microsoft.com/office/drawing/2014/main" id="{2179B534-601D-46B7-860F-792CD0801893}"/>
                  </a:ext>
                </a:extLst>
              </p:cNvPr>
              <p:cNvCxnSpPr/>
              <p:nvPr/>
            </p:nvCxnSpPr>
            <p:spPr>
              <a:xfrm flipH="1">
                <a:off x="6482880" y="3600000"/>
                <a:ext cx="717120" cy="35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2" name="直線コネクタ 105301">
                <a:extLst>
                  <a:ext uri="{FF2B5EF4-FFF2-40B4-BE49-F238E27FC236}">
                    <a16:creationId xmlns:a16="http://schemas.microsoft.com/office/drawing/2014/main" id="{9AE4168C-2447-4E7C-924A-FA5BF3168A1D}"/>
                  </a:ext>
                </a:extLst>
              </p:cNvPr>
              <p:cNvCxnSpPr/>
              <p:nvPr/>
            </p:nvCxnSpPr>
            <p:spPr>
              <a:xfrm flipH="1">
                <a:off x="6469920" y="3600000"/>
                <a:ext cx="730080" cy="34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3" name="直線コネクタ 105302">
                <a:extLst>
                  <a:ext uri="{FF2B5EF4-FFF2-40B4-BE49-F238E27FC236}">
                    <a16:creationId xmlns:a16="http://schemas.microsoft.com/office/drawing/2014/main" id="{6DB62C79-16FA-4FFC-B686-742CAD1E8F83}"/>
                  </a:ext>
                </a:extLst>
              </p:cNvPr>
              <p:cNvCxnSpPr/>
              <p:nvPr/>
            </p:nvCxnSpPr>
            <p:spPr>
              <a:xfrm flipH="1">
                <a:off x="6456240" y="3600000"/>
                <a:ext cx="743760" cy="335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4" name="直線コネクタ 105303">
                <a:extLst>
                  <a:ext uri="{FF2B5EF4-FFF2-40B4-BE49-F238E27FC236}">
                    <a16:creationId xmlns:a16="http://schemas.microsoft.com/office/drawing/2014/main" id="{6CE75B6E-DB91-4746-811B-E3515B6FD164}"/>
                  </a:ext>
                </a:extLst>
              </p:cNvPr>
              <p:cNvCxnSpPr/>
              <p:nvPr/>
            </p:nvCxnSpPr>
            <p:spPr>
              <a:xfrm flipH="1">
                <a:off x="6441120" y="3600000"/>
                <a:ext cx="758880" cy="32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5" name="直線コネクタ 105304">
                <a:extLst>
                  <a:ext uri="{FF2B5EF4-FFF2-40B4-BE49-F238E27FC236}">
                    <a16:creationId xmlns:a16="http://schemas.microsoft.com/office/drawing/2014/main" id="{2864FE39-2F40-4CBA-947F-CEE454FF482E}"/>
                  </a:ext>
                </a:extLst>
              </p:cNvPr>
              <p:cNvCxnSpPr/>
              <p:nvPr/>
            </p:nvCxnSpPr>
            <p:spPr>
              <a:xfrm flipH="1">
                <a:off x="6427440" y="3600000"/>
                <a:ext cx="772560" cy="31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6" name="直線コネクタ 105305">
                <a:extLst>
                  <a:ext uri="{FF2B5EF4-FFF2-40B4-BE49-F238E27FC236}">
                    <a16:creationId xmlns:a16="http://schemas.microsoft.com/office/drawing/2014/main" id="{487D4D2A-66C3-4F32-BDE1-C34FA9E9D52F}"/>
                  </a:ext>
                </a:extLst>
              </p:cNvPr>
              <p:cNvCxnSpPr/>
              <p:nvPr/>
            </p:nvCxnSpPr>
            <p:spPr>
              <a:xfrm flipH="1">
                <a:off x="6413040" y="3600000"/>
                <a:ext cx="786960" cy="306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7" name="直線コネクタ 105306">
                <a:extLst>
                  <a:ext uri="{FF2B5EF4-FFF2-40B4-BE49-F238E27FC236}">
                    <a16:creationId xmlns:a16="http://schemas.microsoft.com/office/drawing/2014/main" id="{F8DC3AF6-2688-4C12-BB04-9CE927D0D14D}"/>
                  </a:ext>
                </a:extLst>
              </p:cNvPr>
              <p:cNvCxnSpPr/>
              <p:nvPr/>
            </p:nvCxnSpPr>
            <p:spPr>
              <a:xfrm flipH="1">
                <a:off x="6397560" y="3600000"/>
                <a:ext cx="802440" cy="299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8" name="直線コネクタ 105307">
                <a:extLst>
                  <a:ext uri="{FF2B5EF4-FFF2-40B4-BE49-F238E27FC236}">
                    <a16:creationId xmlns:a16="http://schemas.microsoft.com/office/drawing/2014/main" id="{3DC308BF-AE1F-40F8-B010-8AE806FADCE4}"/>
                  </a:ext>
                </a:extLst>
              </p:cNvPr>
              <p:cNvCxnSpPr/>
              <p:nvPr/>
            </p:nvCxnSpPr>
            <p:spPr>
              <a:xfrm flipH="1">
                <a:off x="6382800" y="3600000"/>
                <a:ext cx="817200" cy="2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09" name="直線コネクタ 105308">
                <a:extLst>
                  <a:ext uri="{FF2B5EF4-FFF2-40B4-BE49-F238E27FC236}">
                    <a16:creationId xmlns:a16="http://schemas.microsoft.com/office/drawing/2014/main" id="{E8C6E141-D80E-4201-B075-1100A4BFAC99}"/>
                  </a:ext>
                </a:extLst>
              </p:cNvPr>
              <p:cNvCxnSpPr/>
              <p:nvPr/>
            </p:nvCxnSpPr>
            <p:spPr>
              <a:xfrm flipH="1">
                <a:off x="6368040" y="3600000"/>
                <a:ext cx="831960" cy="27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0" name="直線コネクタ 105309">
                <a:extLst>
                  <a:ext uri="{FF2B5EF4-FFF2-40B4-BE49-F238E27FC236}">
                    <a16:creationId xmlns:a16="http://schemas.microsoft.com/office/drawing/2014/main" id="{917D1693-BDA3-45B8-BF3B-EDD9CE78BFC4}"/>
                  </a:ext>
                </a:extLst>
              </p:cNvPr>
              <p:cNvCxnSpPr/>
              <p:nvPr/>
            </p:nvCxnSpPr>
            <p:spPr>
              <a:xfrm flipH="1">
                <a:off x="6353280" y="3600000"/>
                <a:ext cx="846720" cy="26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1" name="直線コネクタ 105310">
                <a:extLst>
                  <a:ext uri="{FF2B5EF4-FFF2-40B4-BE49-F238E27FC236}">
                    <a16:creationId xmlns:a16="http://schemas.microsoft.com/office/drawing/2014/main" id="{DF772924-1E98-4602-ADA9-26B10A8A33DF}"/>
                  </a:ext>
                </a:extLst>
              </p:cNvPr>
              <p:cNvCxnSpPr/>
              <p:nvPr/>
            </p:nvCxnSpPr>
            <p:spPr>
              <a:xfrm flipH="1">
                <a:off x="6338160" y="3600000"/>
                <a:ext cx="861840" cy="259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2" name="直線コネクタ 105311">
                <a:extLst>
                  <a:ext uri="{FF2B5EF4-FFF2-40B4-BE49-F238E27FC236}">
                    <a16:creationId xmlns:a16="http://schemas.microsoft.com/office/drawing/2014/main" id="{5A8D8B37-9C11-448B-BEA0-81EDC11C8ECE}"/>
                  </a:ext>
                </a:extLst>
              </p:cNvPr>
              <p:cNvCxnSpPr/>
              <p:nvPr/>
            </p:nvCxnSpPr>
            <p:spPr>
              <a:xfrm flipH="1">
                <a:off x="6322680" y="3600000"/>
                <a:ext cx="877320" cy="250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3" name="直線コネクタ 105312">
                <a:extLst>
                  <a:ext uri="{FF2B5EF4-FFF2-40B4-BE49-F238E27FC236}">
                    <a16:creationId xmlns:a16="http://schemas.microsoft.com/office/drawing/2014/main" id="{9F504EC2-C1CE-49E5-B4B5-3E1281C60531}"/>
                  </a:ext>
                </a:extLst>
              </p:cNvPr>
              <p:cNvCxnSpPr/>
              <p:nvPr/>
            </p:nvCxnSpPr>
            <p:spPr>
              <a:xfrm flipH="1">
                <a:off x="6306840" y="3600000"/>
                <a:ext cx="893160" cy="241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4" name="直線コネクタ 105313">
                <a:extLst>
                  <a:ext uri="{FF2B5EF4-FFF2-40B4-BE49-F238E27FC236}">
                    <a16:creationId xmlns:a16="http://schemas.microsoft.com/office/drawing/2014/main" id="{1D9E5B0C-C36A-400A-8F99-B3B521EEA246}"/>
                  </a:ext>
                </a:extLst>
              </p:cNvPr>
              <p:cNvCxnSpPr/>
              <p:nvPr/>
            </p:nvCxnSpPr>
            <p:spPr>
              <a:xfrm flipH="1">
                <a:off x="6291000" y="3600000"/>
                <a:ext cx="909000" cy="23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5" name="直線コネクタ 105314">
                <a:extLst>
                  <a:ext uri="{FF2B5EF4-FFF2-40B4-BE49-F238E27FC236}">
                    <a16:creationId xmlns:a16="http://schemas.microsoft.com/office/drawing/2014/main" id="{4B3FBD3D-8582-4733-ABC3-DF25F0F23019}"/>
                  </a:ext>
                </a:extLst>
              </p:cNvPr>
              <p:cNvCxnSpPr/>
              <p:nvPr/>
            </p:nvCxnSpPr>
            <p:spPr>
              <a:xfrm flipH="1">
                <a:off x="6275160" y="3600000"/>
                <a:ext cx="9248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6" name="直線コネクタ 105315">
                <a:extLst>
                  <a:ext uri="{FF2B5EF4-FFF2-40B4-BE49-F238E27FC236}">
                    <a16:creationId xmlns:a16="http://schemas.microsoft.com/office/drawing/2014/main" id="{1486555A-77EB-4EC7-8A23-1B296F447C75}"/>
                  </a:ext>
                </a:extLst>
              </p:cNvPr>
              <p:cNvCxnSpPr/>
              <p:nvPr/>
            </p:nvCxnSpPr>
            <p:spPr>
              <a:xfrm flipH="1">
                <a:off x="6535080" y="3600000"/>
                <a:ext cx="664920" cy="400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7" name="直線コネクタ 105316">
                <a:extLst>
                  <a:ext uri="{FF2B5EF4-FFF2-40B4-BE49-F238E27FC236}">
                    <a16:creationId xmlns:a16="http://schemas.microsoft.com/office/drawing/2014/main" id="{32F65935-FE72-49F4-BA72-F9364850D9F0}"/>
                  </a:ext>
                </a:extLst>
              </p:cNvPr>
              <p:cNvCxnSpPr/>
              <p:nvPr/>
            </p:nvCxnSpPr>
            <p:spPr>
              <a:xfrm flipH="1">
                <a:off x="6521400" y="3600000"/>
                <a:ext cx="678600" cy="38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8" name="直線コネクタ 105317">
                <a:extLst>
                  <a:ext uri="{FF2B5EF4-FFF2-40B4-BE49-F238E27FC236}">
                    <a16:creationId xmlns:a16="http://schemas.microsoft.com/office/drawing/2014/main" id="{39F26098-3AAD-4D29-8322-92389DA2D5BA}"/>
                  </a:ext>
                </a:extLst>
              </p:cNvPr>
              <p:cNvCxnSpPr/>
              <p:nvPr/>
            </p:nvCxnSpPr>
            <p:spPr>
              <a:xfrm flipH="1">
                <a:off x="6507360" y="3600000"/>
                <a:ext cx="692640" cy="376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19" name="直線コネクタ 105318">
                <a:extLst>
                  <a:ext uri="{FF2B5EF4-FFF2-40B4-BE49-F238E27FC236}">
                    <a16:creationId xmlns:a16="http://schemas.microsoft.com/office/drawing/2014/main" id="{3BB83C1C-9A14-4C4A-BA23-23CDE1A1BF51}"/>
                  </a:ext>
                </a:extLst>
              </p:cNvPr>
              <p:cNvCxnSpPr/>
              <p:nvPr/>
            </p:nvCxnSpPr>
            <p:spPr>
              <a:xfrm flipH="1">
                <a:off x="6492960" y="3600000"/>
                <a:ext cx="707040" cy="36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0" name="直線コネクタ 105319">
                <a:extLst>
                  <a:ext uri="{FF2B5EF4-FFF2-40B4-BE49-F238E27FC236}">
                    <a16:creationId xmlns:a16="http://schemas.microsoft.com/office/drawing/2014/main" id="{5F407688-DF7B-4DC0-B9F3-9FCB3714DF30}"/>
                  </a:ext>
                </a:extLst>
              </p:cNvPr>
              <p:cNvCxnSpPr/>
              <p:nvPr/>
            </p:nvCxnSpPr>
            <p:spPr>
              <a:xfrm flipH="1">
                <a:off x="6478920" y="3600000"/>
                <a:ext cx="721080" cy="35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1" name="直線コネクタ 105320">
                <a:extLst>
                  <a:ext uri="{FF2B5EF4-FFF2-40B4-BE49-F238E27FC236}">
                    <a16:creationId xmlns:a16="http://schemas.microsoft.com/office/drawing/2014/main" id="{40509C9F-FEFE-428B-8A89-235125B61437}"/>
                  </a:ext>
                </a:extLst>
              </p:cNvPr>
              <p:cNvCxnSpPr/>
              <p:nvPr/>
            </p:nvCxnSpPr>
            <p:spPr>
              <a:xfrm flipH="1">
                <a:off x="6464160" y="3600000"/>
                <a:ext cx="735840" cy="343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2" name="直線コネクタ 105321">
                <a:extLst>
                  <a:ext uri="{FF2B5EF4-FFF2-40B4-BE49-F238E27FC236}">
                    <a16:creationId xmlns:a16="http://schemas.microsoft.com/office/drawing/2014/main" id="{A572B255-13C2-4915-A48F-8F634DE36C04}"/>
                  </a:ext>
                </a:extLst>
              </p:cNvPr>
              <p:cNvCxnSpPr/>
              <p:nvPr/>
            </p:nvCxnSpPr>
            <p:spPr>
              <a:xfrm flipH="1">
                <a:off x="6449760" y="3600000"/>
                <a:ext cx="750240" cy="33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3" name="直線コネクタ 105322">
                <a:extLst>
                  <a:ext uri="{FF2B5EF4-FFF2-40B4-BE49-F238E27FC236}">
                    <a16:creationId xmlns:a16="http://schemas.microsoft.com/office/drawing/2014/main" id="{DEA03028-70DD-472E-9B6A-DD7AD8C8CB6C}"/>
                  </a:ext>
                </a:extLst>
              </p:cNvPr>
              <p:cNvCxnSpPr/>
              <p:nvPr/>
            </p:nvCxnSpPr>
            <p:spPr>
              <a:xfrm flipH="1">
                <a:off x="6435000" y="3600000"/>
                <a:ext cx="765000" cy="32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4" name="直線コネクタ 105323">
                <a:extLst>
                  <a:ext uri="{FF2B5EF4-FFF2-40B4-BE49-F238E27FC236}">
                    <a16:creationId xmlns:a16="http://schemas.microsoft.com/office/drawing/2014/main" id="{F8A4DEC0-6A49-429D-A1E4-B8915656DBF9}"/>
                  </a:ext>
                </a:extLst>
              </p:cNvPr>
              <p:cNvCxnSpPr/>
              <p:nvPr/>
            </p:nvCxnSpPr>
            <p:spPr>
              <a:xfrm flipH="1">
                <a:off x="6420240" y="3600000"/>
                <a:ext cx="779760" cy="31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5" name="直線コネクタ 105324">
                <a:extLst>
                  <a:ext uri="{FF2B5EF4-FFF2-40B4-BE49-F238E27FC236}">
                    <a16:creationId xmlns:a16="http://schemas.microsoft.com/office/drawing/2014/main" id="{01C95346-3E81-4635-B56B-33B78B2A8BED}"/>
                  </a:ext>
                </a:extLst>
              </p:cNvPr>
              <p:cNvCxnSpPr/>
              <p:nvPr/>
            </p:nvCxnSpPr>
            <p:spPr>
              <a:xfrm flipH="1">
                <a:off x="6405120" y="3600000"/>
                <a:ext cx="794880" cy="30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6" name="直線コネクタ 105325">
                <a:extLst>
                  <a:ext uri="{FF2B5EF4-FFF2-40B4-BE49-F238E27FC236}">
                    <a16:creationId xmlns:a16="http://schemas.microsoft.com/office/drawing/2014/main" id="{DB66A374-0E82-4020-95E4-BB216C652631}"/>
                  </a:ext>
                </a:extLst>
              </p:cNvPr>
              <p:cNvCxnSpPr/>
              <p:nvPr/>
            </p:nvCxnSpPr>
            <p:spPr>
              <a:xfrm flipH="1">
                <a:off x="6392520" y="3600000"/>
                <a:ext cx="807480" cy="292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7" name="直線コネクタ 105326">
                <a:extLst>
                  <a:ext uri="{FF2B5EF4-FFF2-40B4-BE49-F238E27FC236}">
                    <a16:creationId xmlns:a16="http://schemas.microsoft.com/office/drawing/2014/main" id="{BE524CF9-97DE-4016-8044-0B340B9DD673}"/>
                  </a:ext>
                </a:extLst>
              </p:cNvPr>
              <p:cNvCxnSpPr/>
              <p:nvPr/>
            </p:nvCxnSpPr>
            <p:spPr>
              <a:xfrm flipH="1">
                <a:off x="6377040" y="3600000"/>
                <a:ext cx="822960" cy="283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8" name="直線コネクタ 105327">
                <a:extLst>
                  <a:ext uri="{FF2B5EF4-FFF2-40B4-BE49-F238E27FC236}">
                    <a16:creationId xmlns:a16="http://schemas.microsoft.com/office/drawing/2014/main" id="{7EB8D4FD-A09E-4F39-B8CE-F4A9F7873AF6}"/>
                  </a:ext>
                </a:extLst>
              </p:cNvPr>
              <p:cNvCxnSpPr/>
              <p:nvPr/>
            </p:nvCxnSpPr>
            <p:spPr>
              <a:xfrm flipH="1">
                <a:off x="6361560" y="3600000"/>
                <a:ext cx="838440" cy="27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29" name="直線コネクタ 105328">
                <a:extLst>
                  <a:ext uri="{FF2B5EF4-FFF2-40B4-BE49-F238E27FC236}">
                    <a16:creationId xmlns:a16="http://schemas.microsoft.com/office/drawing/2014/main" id="{B96951E5-E3F2-40A0-B008-619F76CFE508}"/>
                  </a:ext>
                </a:extLst>
              </p:cNvPr>
              <p:cNvCxnSpPr/>
              <p:nvPr/>
            </p:nvCxnSpPr>
            <p:spPr>
              <a:xfrm flipH="1">
                <a:off x="6348600" y="3600000"/>
                <a:ext cx="851400" cy="26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0" name="直線コネクタ 105329">
                <a:extLst>
                  <a:ext uri="{FF2B5EF4-FFF2-40B4-BE49-F238E27FC236}">
                    <a16:creationId xmlns:a16="http://schemas.microsoft.com/office/drawing/2014/main" id="{E054650C-04ED-42BA-9ACF-85ED46ECCFB2}"/>
                  </a:ext>
                </a:extLst>
              </p:cNvPr>
              <p:cNvCxnSpPr/>
              <p:nvPr/>
            </p:nvCxnSpPr>
            <p:spPr>
              <a:xfrm flipH="1">
                <a:off x="6332760" y="3600000"/>
                <a:ext cx="867240" cy="255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1" name="直線コネクタ 105330">
                <a:extLst>
                  <a:ext uri="{FF2B5EF4-FFF2-40B4-BE49-F238E27FC236}">
                    <a16:creationId xmlns:a16="http://schemas.microsoft.com/office/drawing/2014/main" id="{04196D36-4893-484B-A248-9DF4DDEA6F7F}"/>
                  </a:ext>
                </a:extLst>
              </p:cNvPr>
              <p:cNvCxnSpPr/>
              <p:nvPr/>
            </p:nvCxnSpPr>
            <p:spPr>
              <a:xfrm flipH="1">
                <a:off x="6317280" y="3600000"/>
                <a:ext cx="882720" cy="24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2" name="直線コネクタ 105331">
                <a:extLst>
                  <a:ext uri="{FF2B5EF4-FFF2-40B4-BE49-F238E27FC236}">
                    <a16:creationId xmlns:a16="http://schemas.microsoft.com/office/drawing/2014/main" id="{DE1EA38E-5B5F-47DD-B5FA-1BB8A894B66C}"/>
                  </a:ext>
                </a:extLst>
              </p:cNvPr>
              <p:cNvCxnSpPr/>
              <p:nvPr/>
            </p:nvCxnSpPr>
            <p:spPr>
              <a:xfrm flipH="1">
                <a:off x="6301440" y="3600000"/>
                <a:ext cx="898560" cy="240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3" name="直線コネクタ 105332">
                <a:extLst>
                  <a:ext uri="{FF2B5EF4-FFF2-40B4-BE49-F238E27FC236}">
                    <a16:creationId xmlns:a16="http://schemas.microsoft.com/office/drawing/2014/main" id="{33FA9A86-14D7-44B8-8A64-2CB1DE7B21F5}"/>
                  </a:ext>
                </a:extLst>
              </p:cNvPr>
              <p:cNvCxnSpPr/>
              <p:nvPr/>
            </p:nvCxnSpPr>
            <p:spPr>
              <a:xfrm flipH="1">
                <a:off x="6287760" y="3600000"/>
                <a:ext cx="912240" cy="230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4" name="直線コネクタ 105333">
                <a:extLst>
                  <a:ext uri="{FF2B5EF4-FFF2-40B4-BE49-F238E27FC236}">
                    <a16:creationId xmlns:a16="http://schemas.microsoft.com/office/drawing/2014/main" id="{E7E44C5D-43D1-4945-98F7-B90C25A63EAA}"/>
                  </a:ext>
                </a:extLst>
              </p:cNvPr>
              <p:cNvCxnSpPr/>
              <p:nvPr/>
            </p:nvCxnSpPr>
            <p:spPr>
              <a:xfrm flipH="1">
                <a:off x="6271560" y="3600000"/>
                <a:ext cx="9284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5" name="直線コネクタ 105334">
                <a:extLst>
                  <a:ext uri="{FF2B5EF4-FFF2-40B4-BE49-F238E27FC236}">
                    <a16:creationId xmlns:a16="http://schemas.microsoft.com/office/drawing/2014/main" id="{11BFDDFC-096A-4EAC-881E-F4E2FA1ED4B3}"/>
                  </a:ext>
                </a:extLst>
              </p:cNvPr>
              <p:cNvCxnSpPr/>
              <p:nvPr/>
            </p:nvCxnSpPr>
            <p:spPr>
              <a:xfrm flipH="1">
                <a:off x="6257520" y="3600000"/>
                <a:ext cx="942480" cy="21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6" name="直線コネクタ 105335">
                <a:extLst>
                  <a:ext uri="{FF2B5EF4-FFF2-40B4-BE49-F238E27FC236}">
                    <a16:creationId xmlns:a16="http://schemas.microsoft.com/office/drawing/2014/main" id="{7CE29F40-3993-4697-BDDA-89F5FD239C67}"/>
                  </a:ext>
                </a:extLst>
              </p:cNvPr>
              <p:cNvCxnSpPr/>
              <p:nvPr/>
            </p:nvCxnSpPr>
            <p:spPr>
              <a:xfrm flipH="1">
                <a:off x="6243480" y="3600000"/>
                <a:ext cx="956520" cy="20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7" name="直線コネクタ 105336">
                <a:extLst>
                  <a:ext uri="{FF2B5EF4-FFF2-40B4-BE49-F238E27FC236}">
                    <a16:creationId xmlns:a16="http://schemas.microsoft.com/office/drawing/2014/main" id="{E7BA4AD3-690A-4666-8AF5-D3DDF087C392}"/>
                  </a:ext>
                </a:extLst>
              </p:cNvPr>
              <p:cNvCxnSpPr/>
              <p:nvPr/>
            </p:nvCxnSpPr>
            <p:spPr>
              <a:xfrm flipH="1">
                <a:off x="6227280" y="3600000"/>
                <a:ext cx="972720" cy="19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8" name="直線コネクタ 105337">
                <a:extLst>
                  <a:ext uri="{FF2B5EF4-FFF2-40B4-BE49-F238E27FC236}">
                    <a16:creationId xmlns:a16="http://schemas.microsoft.com/office/drawing/2014/main" id="{5A80CC6F-02D2-4FD4-960B-EA7022679034}"/>
                  </a:ext>
                </a:extLst>
              </p:cNvPr>
              <p:cNvCxnSpPr/>
              <p:nvPr/>
            </p:nvCxnSpPr>
            <p:spPr>
              <a:xfrm flipH="1">
                <a:off x="6212520" y="3600000"/>
                <a:ext cx="987480" cy="19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39" name="直線コネクタ 105338">
                <a:extLst>
                  <a:ext uri="{FF2B5EF4-FFF2-40B4-BE49-F238E27FC236}">
                    <a16:creationId xmlns:a16="http://schemas.microsoft.com/office/drawing/2014/main" id="{44A44162-4F1A-4686-9D0A-2373F4EE2EA1}"/>
                  </a:ext>
                </a:extLst>
              </p:cNvPr>
              <p:cNvCxnSpPr/>
              <p:nvPr/>
            </p:nvCxnSpPr>
            <p:spPr>
              <a:xfrm flipH="1">
                <a:off x="6198120" y="3600000"/>
                <a:ext cx="1001880" cy="18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0" name="直線コネクタ 105339">
                <a:extLst>
                  <a:ext uri="{FF2B5EF4-FFF2-40B4-BE49-F238E27FC236}">
                    <a16:creationId xmlns:a16="http://schemas.microsoft.com/office/drawing/2014/main" id="{C07197DF-16AF-4904-B971-634193AC48ED}"/>
                  </a:ext>
                </a:extLst>
              </p:cNvPr>
              <p:cNvCxnSpPr/>
              <p:nvPr/>
            </p:nvCxnSpPr>
            <p:spPr>
              <a:xfrm flipH="1">
                <a:off x="6181560" y="3600000"/>
                <a:ext cx="1018440" cy="17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1" name="直線コネクタ 105340">
                <a:extLst>
                  <a:ext uri="{FF2B5EF4-FFF2-40B4-BE49-F238E27FC236}">
                    <a16:creationId xmlns:a16="http://schemas.microsoft.com/office/drawing/2014/main" id="{5CCD8CC1-6C73-4A57-9BE4-0001DE230797}"/>
                  </a:ext>
                </a:extLst>
              </p:cNvPr>
              <p:cNvCxnSpPr/>
              <p:nvPr/>
            </p:nvCxnSpPr>
            <p:spPr>
              <a:xfrm flipH="1">
                <a:off x="6166440" y="3600000"/>
                <a:ext cx="1033560" cy="16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2" name="直線コネクタ 105341">
                <a:extLst>
                  <a:ext uri="{FF2B5EF4-FFF2-40B4-BE49-F238E27FC236}">
                    <a16:creationId xmlns:a16="http://schemas.microsoft.com/office/drawing/2014/main" id="{606AAC87-79A9-4053-8241-ACA913C96192}"/>
                  </a:ext>
                </a:extLst>
              </p:cNvPr>
              <p:cNvCxnSpPr/>
              <p:nvPr/>
            </p:nvCxnSpPr>
            <p:spPr>
              <a:xfrm flipH="1">
                <a:off x="6151680" y="3600000"/>
                <a:ext cx="1048320" cy="16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3" name="直線コネクタ 105342">
                <a:extLst>
                  <a:ext uri="{FF2B5EF4-FFF2-40B4-BE49-F238E27FC236}">
                    <a16:creationId xmlns:a16="http://schemas.microsoft.com/office/drawing/2014/main" id="{4E38A0F5-6C77-4559-9C5C-D6103A8E518A}"/>
                  </a:ext>
                </a:extLst>
              </p:cNvPr>
              <p:cNvCxnSpPr/>
              <p:nvPr/>
            </p:nvCxnSpPr>
            <p:spPr>
              <a:xfrm flipH="1">
                <a:off x="6134760" y="3600000"/>
                <a:ext cx="1065240" cy="15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4" name="直線コネクタ 105343">
                <a:extLst>
                  <a:ext uri="{FF2B5EF4-FFF2-40B4-BE49-F238E27FC236}">
                    <a16:creationId xmlns:a16="http://schemas.microsoft.com/office/drawing/2014/main" id="{2A173783-637B-483A-8DE1-2337349EC247}"/>
                  </a:ext>
                </a:extLst>
              </p:cNvPr>
              <p:cNvCxnSpPr/>
              <p:nvPr/>
            </p:nvCxnSpPr>
            <p:spPr>
              <a:xfrm flipH="1">
                <a:off x="6119640" y="3600000"/>
                <a:ext cx="1080360" cy="15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5" name="直線コネクタ 105344">
                <a:extLst>
                  <a:ext uri="{FF2B5EF4-FFF2-40B4-BE49-F238E27FC236}">
                    <a16:creationId xmlns:a16="http://schemas.microsoft.com/office/drawing/2014/main" id="{E96DDDB7-C4C8-4911-BD27-F0D3198B9E58}"/>
                  </a:ext>
                </a:extLst>
              </p:cNvPr>
              <p:cNvCxnSpPr/>
              <p:nvPr/>
            </p:nvCxnSpPr>
            <p:spPr>
              <a:xfrm flipH="1">
                <a:off x="6104520" y="3600000"/>
                <a:ext cx="1095480" cy="14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6" name="直線コネクタ 105345">
                <a:extLst>
                  <a:ext uri="{FF2B5EF4-FFF2-40B4-BE49-F238E27FC236}">
                    <a16:creationId xmlns:a16="http://schemas.microsoft.com/office/drawing/2014/main" id="{CB655947-25F6-4B6D-A1D4-573B9850F53D}"/>
                  </a:ext>
                </a:extLst>
              </p:cNvPr>
              <p:cNvCxnSpPr/>
              <p:nvPr/>
            </p:nvCxnSpPr>
            <p:spPr>
              <a:xfrm flipH="1">
                <a:off x="6089040" y="3600000"/>
                <a:ext cx="1110960" cy="13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7" name="直線コネクタ 105346">
                <a:extLst>
                  <a:ext uri="{FF2B5EF4-FFF2-40B4-BE49-F238E27FC236}">
                    <a16:creationId xmlns:a16="http://schemas.microsoft.com/office/drawing/2014/main" id="{D14D7FE8-53BD-4AA0-9C42-37BE18FA9D3C}"/>
                  </a:ext>
                </a:extLst>
              </p:cNvPr>
              <p:cNvCxnSpPr/>
              <p:nvPr/>
            </p:nvCxnSpPr>
            <p:spPr>
              <a:xfrm flipH="1">
                <a:off x="6073560" y="3600000"/>
                <a:ext cx="1126440" cy="130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8" name="直線コネクタ 105347">
                <a:extLst>
                  <a:ext uri="{FF2B5EF4-FFF2-40B4-BE49-F238E27FC236}">
                    <a16:creationId xmlns:a16="http://schemas.microsoft.com/office/drawing/2014/main" id="{EDEF3403-03D9-42F3-A1A6-8A8169243463}"/>
                  </a:ext>
                </a:extLst>
              </p:cNvPr>
              <p:cNvCxnSpPr/>
              <p:nvPr/>
            </p:nvCxnSpPr>
            <p:spPr>
              <a:xfrm flipH="1">
                <a:off x="6057720" y="3600000"/>
                <a:ext cx="1142280" cy="12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49" name="直線コネクタ 105348">
                <a:extLst>
                  <a:ext uri="{FF2B5EF4-FFF2-40B4-BE49-F238E27FC236}">
                    <a16:creationId xmlns:a16="http://schemas.microsoft.com/office/drawing/2014/main" id="{61FFB497-E622-444D-8D87-A51811465AD6}"/>
                  </a:ext>
                </a:extLst>
              </p:cNvPr>
              <p:cNvCxnSpPr/>
              <p:nvPr/>
            </p:nvCxnSpPr>
            <p:spPr>
              <a:xfrm flipH="1">
                <a:off x="6041880" y="3600000"/>
                <a:ext cx="1158120" cy="118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0" name="直線コネクタ 105349">
                <a:extLst>
                  <a:ext uri="{FF2B5EF4-FFF2-40B4-BE49-F238E27FC236}">
                    <a16:creationId xmlns:a16="http://schemas.microsoft.com/office/drawing/2014/main" id="{DC0D943F-E466-4A6A-B11B-ED5BFBBE9016}"/>
                  </a:ext>
                </a:extLst>
              </p:cNvPr>
              <p:cNvCxnSpPr/>
              <p:nvPr/>
            </p:nvCxnSpPr>
            <p:spPr>
              <a:xfrm flipH="1">
                <a:off x="6027120" y="3600000"/>
                <a:ext cx="1172880" cy="109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1" name="直線コネクタ 105350">
                <a:extLst>
                  <a:ext uri="{FF2B5EF4-FFF2-40B4-BE49-F238E27FC236}">
                    <a16:creationId xmlns:a16="http://schemas.microsoft.com/office/drawing/2014/main" id="{981D360E-9C16-4F6E-B70C-E7E3C2387FC1}"/>
                  </a:ext>
                </a:extLst>
              </p:cNvPr>
              <p:cNvCxnSpPr/>
              <p:nvPr/>
            </p:nvCxnSpPr>
            <p:spPr>
              <a:xfrm flipH="1">
                <a:off x="6011280" y="3600000"/>
                <a:ext cx="1188720" cy="104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2" name="直線コネクタ 105351">
                <a:extLst>
                  <a:ext uri="{FF2B5EF4-FFF2-40B4-BE49-F238E27FC236}">
                    <a16:creationId xmlns:a16="http://schemas.microsoft.com/office/drawing/2014/main" id="{A346F6FA-320D-45FB-A775-FADB00AE1C08}"/>
                  </a:ext>
                </a:extLst>
              </p:cNvPr>
              <p:cNvCxnSpPr/>
              <p:nvPr/>
            </p:nvCxnSpPr>
            <p:spPr>
              <a:xfrm flipH="1">
                <a:off x="5995080" y="3600000"/>
                <a:ext cx="1204920" cy="99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3" name="直線コネクタ 105352">
                <a:extLst>
                  <a:ext uri="{FF2B5EF4-FFF2-40B4-BE49-F238E27FC236}">
                    <a16:creationId xmlns:a16="http://schemas.microsoft.com/office/drawing/2014/main" id="{90BEF0BC-D53F-4771-87BC-18E3EEB95656}"/>
                  </a:ext>
                </a:extLst>
              </p:cNvPr>
              <p:cNvCxnSpPr/>
              <p:nvPr/>
            </p:nvCxnSpPr>
            <p:spPr>
              <a:xfrm flipH="1">
                <a:off x="5979960" y="3600000"/>
                <a:ext cx="1220040" cy="9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4" name="直線コネクタ 105353">
                <a:extLst>
                  <a:ext uri="{FF2B5EF4-FFF2-40B4-BE49-F238E27FC236}">
                    <a16:creationId xmlns:a16="http://schemas.microsoft.com/office/drawing/2014/main" id="{6DD90ACA-176F-416D-9235-9E0CD266BEE7}"/>
                  </a:ext>
                </a:extLst>
              </p:cNvPr>
              <p:cNvCxnSpPr/>
              <p:nvPr/>
            </p:nvCxnSpPr>
            <p:spPr>
              <a:xfrm flipH="1">
                <a:off x="5963760" y="3600000"/>
                <a:ext cx="1236240" cy="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5" name="直線コネクタ 105354">
                <a:extLst>
                  <a:ext uri="{FF2B5EF4-FFF2-40B4-BE49-F238E27FC236}">
                    <a16:creationId xmlns:a16="http://schemas.microsoft.com/office/drawing/2014/main" id="{86858D5E-BCEF-41A6-98C0-47037232C042}"/>
                  </a:ext>
                </a:extLst>
              </p:cNvPr>
              <p:cNvCxnSpPr/>
              <p:nvPr/>
            </p:nvCxnSpPr>
            <p:spPr>
              <a:xfrm flipH="1">
                <a:off x="5947200" y="3600000"/>
                <a:ext cx="1252800" cy="8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6" name="直線コネクタ 105355">
                <a:extLst>
                  <a:ext uri="{FF2B5EF4-FFF2-40B4-BE49-F238E27FC236}">
                    <a16:creationId xmlns:a16="http://schemas.microsoft.com/office/drawing/2014/main" id="{01482482-1018-451D-AF87-EAD6924B941A}"/>
                  </a:ext>
                </a:extLst>
              </p:cNvPr>
              <p:cNvCxnSpPr/>
              <p:nvPr/>
            </p:nvCxnSpPr>
            <p:spPr>
              <a:xfrm flipH="1">
                <a:off x="5931360" y="3600000"/>
                <a:ext cx="1268640" cy="75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7" name="直線コネクタ 105356">
                <a:extLst>
                  <a:ext uri="{FF2B5EF4-FFF2-40B4-BE49-F238E27FC236}">
                    <a16:creationId xmlns:a16="http://schemas.microsoft.com/office/drawing/2014/main" id="{C9A278FB-EA42-48D7-A83D-6E3964338F5F}"/>
                  </a:ext>
                </a:extLst>
              </p:cNvPr>
              <p:cNvCxnSpPr/>
              <p:nvPr/>
            </p:nvCxnSpPr>
            <p:spPr>
              <a:xfrm flipH="1">
                <a:off x="5914800" y="3600000"/>
                <a:ext cx="1285200" cy="72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8" name="直線コネクタ 105357">
                <a:extLst>
                  <a:ext uri="{FF2B5EF4-FFF2-40B4-BE49-F238E27FC236}">
                    <a16:creationId xmlns:a16="http://schemas.microsoft.com/office/drawing/2014/main" id="{44D3A2D7-B0D6-4A1B-AE97-EFC53916C0A9}"/>
                  </a:ext>
                </a:extLst>
              </p:cNvPr>
              <p:cNvCxnSpPr/>
              <p:nvPr/>
            </p:nvCxnSpPr>
            <p:spPr>
              <a:xfrm flipH="1">
                <a:off x="5898240" y="3600000"/>
                <a:ext cx="1301760" cy="69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59" name="直線コネクタ 105358">
                <a:extLst>
                  <a:ext uri="{FF2B5EF4-FFF2-40B4-BE49-F238E27FC236}">
                    <a16:creationId xmlns:a16="http://schemas.microsoft.com/office/drawing/2014/main" id="{1AC8CA8E-18A5-45BC-8423-B21A09021260}"/>
                  </a:ext>
                </a:extLst>
              </p:cNvPr>
              <p:cNvCxnSpPr/>
              <p:nvPr/>
            </p:nvCxnSpPr>
            <p:spPr>
              <a:xfrm flipH="1">
                <a:off x="5882040" y="3600000"/>
                <a:ext cx="1317960" cy="6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0" name="直線コネクタ 105359">
                <a:extLst>
                  <a:ext uri="{FF2B5EF4-FFF2-40B4-BE49-F238E27FC236}">
                    <a16:creationId xmlns:a16="http://schemas.microsoft.com/office/drawing/2014/main" id="{A547DF6B-3243-4FDE-9667-2A553E4CBC3C}"/>
                  </a:ext>
                </a:extLst>
              </p:cNvPr>
              <p:cNvCxnSpPr/>
              <p:nvPr/>
            </p:nvCxnSpPr>
            <p:spPr>
              <a:xfrm flipH="1">
                <a:off x="5865480" y="3600000"/>
                <a:ext cx="1334520" cy="6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1" name="直線コネクタ 105360">
                <a:extLst>
                  <a:ext uri="{FF2B5EF4-FFF2-40B4-BE49-F238E27FC236}">
                    <a16:creationId xmlns:a16="http://schemas.microsoft.com/office/drawing/2014/main" id="{6C5773D2-CA4C-4965-82C3-79E38B06F3B1}"/>
                  </a:ext>
                </a:extLst>
              </p:cNvPr>
              <p:cNvCxnSpPr/>
              <p:nvPr/>
            </p:nvCxnSpPr>
            <p:spPr>
              <a:xfrm flipH="1">
                <a:off x="5848920" y="3600000"/>
                <a:ext cx="1351080" cy="54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2" name="直線コネクタ 105361">
                <a:extLst>
                  <a:ext uri="{FF2B5EF4-FFF2-40B4-BE49-F238E27FC236}">
                    <a16:creationId xmlns:a16="http://schemas.microsoft.com/office/drawing/2014/main" id="{B16AB66F-4033-4802-99FA-5DB82E117C27}"/>
                  </a:ext>
                </a:extLst>
              </p:cNvPr>
              <p:cNvCxnSpPr/>
              <p:nvPr/>
            </p:nvCxnSpPr>
            <p:spPr>
              <a:xfrm flipH="1">
                <a:off x="5832360" y="3600000"/>
                <a:ext cx="1367640" cy="4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3" name="直線コネクタ 105362">
                <a:extLst>
                  <a:ext uri="{FF2B5EF4-FFF2-40B4-BE49-F238E27FC236}">
                    <a16:creationId xmlns:a16="http://schemas.microsoft.com/office/drawing/2014/main" id="{758ADBD1-CA81-486C-BFBB-B4FA80259C02}"/>
                  </a:ext>
                </a:extLst>
              </p:cNvPr>
              <p:cNvCxnSpPr/>
              <p:nvPr/>
            </p:nvCxnSpPr>
            <p:spPr>
              <a:xfrm flipH="1">
                <a:off x="5815800" y="3600000"/>
                <a:ext cx="1384200" cy="43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4" name="直線コネクタ 105363">
                <a:extLst>
                  <a:ext uri="{FF2B5EF4-FFF2-40B4-BE49-F238E27FC236}">
                    <a16:creationId xmlns:a16="http://schemas.microsoft.com/office/drawing/2014/main" id="{5AEE9FD8-3688-4BE9-82B9-46CE4F4A1FB4}"/>
                  </a:ext>
                </a:extLst>
              </p:cNvPr>
              <p:cNvCxnSpPr/>
              <p:nvPr/>
            </p:nvCxnSpPr>
            <p:spPr>
              <a:xfrm flipH="1">
                <a:off x="5798520" y="3600000"/>
                <a:ext cx="1401480" cy="4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5" name="直線コネクタ 105364">
                <a:extLst>
                  <a:ext uri="{FF2B5EF4-FFF2-40B4-BE49-F238E27FC236}">
                    <a16:creationId xmlns:a16="http://schemas.microsoft.com/office/drawing/2014/main" id="{D664D6DC-AA6F-45A6-BF53-32C621E86E08}"/>
                  </a:ext>
                </a:extLst>
              </p:cNvPr>
              <p:cNvCxnSpPr/>
              <p:nvPr/>
            </p:nvCxnSpPr>
            <p:spPr>
              <a:xfrm flipH="1">
                <a:off x="5781600" y="3600000"/>
                <a:ext cx="141840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6" name="直線コネクタ 105365">
                <a:extLst>
                  <a:ext uri="{FF2B5EF4-FFF2-40B4-BE49-F238E27FC236}">
                    <a16:creationId xmlns:a16="http://schemas.microsoft.com/office/drawing/2014/main" id="{549365A0-4A20-46F2-8693-FE15916C155E}"/>
                  </a:ext>
                </a:extLst>
              </p:cNvPr>
              <p:cNvCxnSpPr/>
              <p:nvPr/>
            </p:nvCxnSpPr>
            <p:spPr>
              <a:xfrm flipH="1">
                <a:off x="5764320" y="3600000"/>
                <a:ext cx="1435680" cy="32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7" name="直線コネクタ 105366">
                <a:extLst>
                  <a:ext uri="{FF2B5EF4-FFF2-40B4-BE49-F238E27FC236}">
                    <a16:creationId xmlns:a16="http://schemas.microsoft.com/office/drawing/2014/main" id="{922C81FB-72B1-426F-BB04-3160BAB617F3}"/>
                  </a:ext>
                </a:extLst>
              </p:cNvPr>
              <p:cNvCxnSpPr/>
              <p:nvPr/>
            </p:nvCxnSpPr>
            <p:spPr>
              <a:xfrm flipH="1">
                <a:off x="5747040" y="3600000"/>
                <a:ext cx="1452960" cy="3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8" name="直線コネクタ 105367">
                <a:extLst>
                  <a:ext uri="{FF2B5EF4-FFF2-40B4-BE49-F238E27FC236}">
                    <a16:creationId xmlns:a16="http://schemas.microsoft.com/office/drawing/2014/main" id="{496CB851-7FCE-4268-847D-08F1AC05BB43}"/>
                  </a:ext>
                </a:extLst>
              </p:cNvPr>
              <p:cNvCxnSpPr/>
              <p:nvPr/>
            </p:nvCxnSpPr>
            <p:spPr>
              <a:xfrm flipH="1">
                <a:off x="5729760" y="3600000"/>
                <a:ext cx="1470240" cy="27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69" name="直線コネクタ 105368">
                <a:extLst>
                  <a:ext uri="{FF2B5EF4-FFF2-40B4-BE49-F238E27FC236}">
                    <a16:creationId xmlns:a16="http://schemas.microsoft.com/office/drawing/2014/main" id="{C1115D72-1ED9-46F9-A6A3-60D036402E6D}"/>
                  </a:ext>
                </a:extLst>
              </p:cNvPr>
              <p:cNvCxnSpPr/>
              <p:nvPr/>
            </p:nvCxnSpPr>
            <p:spPr>
              <a:xfrm flipH="1">
                <a:off x="5712480" y="3600000"/>
                <a:ext cx="1487520" cy="2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0" name="直線コネクタ 105369">
                <a:extLst>
                  <a:ext uri="{FF2B5EF4-FFF2-40B4-BE49-F238E27FC236}">
                    <a16:creationId xmlns:a16="http://schemas.microsoft.com/office/drawing/2014/main" id="{39380476-1376-4AD2-BF2C-A2C67D41C158}"/>
                  </a:ext>
                </a:extLst>
              </p:cNvPr>
              <p:cNvCxnSpPr/>
              <p:nvPr/>
            </p:nvCxnSpPr>
            <p:spPr>
              <a:xfrm flipH="1">
                <a:off x="5694840" y="3600000"/>
                <a:ext cx="1505160" cy="20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1" name="直線コネクタ 105370">
                <a:extLst>
                  <a:ext uri="{FF2B5EF4-FFF2-40B4-BE49-F238E27FC236}">
                    <a16:creationId xmlns:a16="http://schemas.microsoft.com/office/drawing/2014/main" id="{D81AA90E-C7ED-41B4-B13C-505BD5533978}"/>
                  </a:ext>
                </a:extLst>
              </p:cNvPr>
              <p:cNvCxnSpPr/>
              <p:nvPr/>
            </p:nvCxnSpPr>
            <p:spPr>
              <a:xfrm flipH="1">
                <a:off x="5677200" y="3600000"/>
                <a:ext cx="152280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2" name="直線コネクタ 105371">
                <a:extLst>
                  <a:ext uri="{FF2B5EF4-FFF2-40B4-BE49-F238E27FC236}">
                    <a16:creationId xmlns:a16="http://schemas.microsoft.com/office/drawing/2014/main" id="{52AEA8CF-7E33-4122-95DB-D965DF9D523E}"/>
                  </a:ext>
                </a:extLst>
              </p:cNvPr>
              <p:cNvCxnSpPr/>
              <p:nvPr/>
            </p:nvCxnSpPr>
            <p:spPr>
              <a:xfrm flipH="1">
                <a:off x="5659200" y="3600000"/>
                <a:ext cx="1540800" cy="15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3" name="直線コネクタ 105372">
                <a:extLst>
                  <a:ext uri="{FF2B5EF4-FFF2-40B4-BE49-F238E27FC236}">
                    <a16:creationId xmlns:a16="http://schemas.microsoft.com/office/drawing/2014/main" id="{2B450F1E-84F0-4C19-9E7B-F083FD5E351F}"/>
                  </a:ext>
                </a:extLst>
              </p:cNvPr>
              <p:cNvCxnSpPr/>
              <p:nvPr/>
            </p:nvCxnSpPr>
            <p:spPr>
              <a:xfrm flipH="1">
                <a:off x="5641560" y="3600000"/>
                <a:ext cx="1558440" cy="1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4" name="直線コネクタ 105373">
                <a:extLst>
                  <a:ext uri="{FF2B5EF4-FFF2-40B4-BE49-F238E27FC236}">
                    <a16:creationId xmlns:a16="http://schemas.microsoft.com/office/drawing/2014/main" id="{9F2139F4-5D3C-489C-B163-7611AC5C00EA}"/>
                  </a:ext>
                </a:extLst>
              </p:cNvPr>
              <p:cNvCxnSpPr/>
              <p:nvPr/>
            </p:nvCxnSpPr>
            <p:spPr>
              <a:xfrm flipH="1">
                <a:off x="5623560" y="3600000"/>
                <a:ext cx="1576440" cy="1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5" name="直線コネクタ 105374">
                <a:extLst>
                  <a:ext uri="{FF2B5EF4-FFF2-40B4-BE49-F238E27FC236}">
                    <a16:creationId xmlns:a16="http://schemas.microsoft.com/office/drawing/2014/main" id="{B62FA762-475E-40B0-8EC0-C5F1C41CFCC0}"/>
                  </a:ext>
                </a:extLst>
              </p:cNvPr>
              <p:cNvCxnSpPr/>
              <p:nvPr/>
            </p:nvCxnSpPr>
            <p:spPr>
              <a:xfrm flipH="1">
                <a:off x="5605560" y="3600000"/>
                <a:ext cx="1594440" cy="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6" name="直線コネクタ 105375">
                <a:extLst>
                  <a:ext uri="{FF2B5EF4-FFF2-40B4-BE49-F238E27FC236}">
                    <a16:creationId xmlns:a16="http://schemas.microsoft.com/office/drawing/2014/main" id="{03C8D1FB-F892-4786-B87D-4331ED4A3F33}"/>
                  </a:ext>
                </a:extLst>
              </p:cNvPr>
              <p:cNvCxnSpPr/>
              <p:nvPr/>
            </p:nvCxnSpPr>
            <p:spPr>
              <a:xfrm flipH="1">
                <a:off x="5913000" y="3600000"/>
                <a:ext cx="1287000" cy="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7" name="直線コネクタ 105376">
                <a:extLst>
                  <a:ext uri="{FF2B5EF4-FFF2-40B4-BE49-F238E27FC236}">
                    <a16:creationId xmlns:a16="http://schemas.microsoft.com/office/drawing/2014/main" id="{8D655E8D-0834-41A9-AE68-E4AB9982D115}"/>
                  </a:ext>
                </a:extLst>
              </p:cNvPr>
              <p:cNvCxnSpPr/>
              <p:nvPr/>
            </p:nvCxnSpPr>
            <p:spPr>
              <a:xfrm flipH="1">
                <a:off x="5895720" y="3600000"/>
                <a:ext cx="1304280" cy="6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8" name="直線コネクタ 105377">
                <a:extLst>
                  <a:ext uri="{FF2B5EF4-FFF2-40B4-BE49-F238E27FC236}">
                    <a16:creationId xmlns:a16="http://schemas.microsoft.com/office/drawing/2014/main" id="{C59065B8-75DC-442F-AD1F-9062E3C00244}"/>
                  </a:ext>
                </a:extLst>
              </p:cNvPr>
              <p:cNvCxnSpPr/>
              <p:nvPr/>
            </p:nvCxnSpPr>
            <p:spPr>
              <a:xfrm flipH="1">
                <a:off x="5878440" y="3600000"/>
                <a:ext cx="1321560" cy="6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79" name="直線コネクタ 105378">
                <a:extLst>
                  <a:ext uri="{FF2B5EF4-FFF2-40B4-BE49-F238E27FC236}">
                    <a16:creationId xmlns:a16="http://schemas.microsoft.com/office/drawing/2014/main" id="{84C52B62-1D8E-4CE4-8102-F5904CC2FA82}"/>
                  </a:ext>
                </a:extLst>
              </p:cNvPr>
              <p:cNvCxnSpPr/>
              <p:nvPr/>
            </p:nvCxnSpPr>
            <p:spPr>
              <a:xfrm flipH="1">
                <a:off x="5860800" y="3600000"/>
                <a:ext cx="1339200" cy="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0" name="直線コネクタ 105379">
                <a:extLst>
                  <a:ext uri="{FF2B5EF4-FFF2-40B4-BE49-F238E27FC236}">
                    <a16:creationId xmlns:a16="http://schemas.microsoft.com/office/drawing/2014/main" id="{05A29191-D1A7-494C-9A2F-36FA962BC9E6}"/>
                  </a:ext>
                </a:extLst>
              </p:cNvPr>
              <p:cNvCxnSpPr/>
              <p:nvPr/>
            </p:nvCxnSpPr>
            <p:spPr>
              <a:xfrm flipH="1">
                <a:off x="5843520" y="3600000"/>
                <a:ext cx="1356480" cy="5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1" name="直線コネクタ 105380">
                <a:extLst>
                  <a:ext uri="{FF2B5EF4-FFF2-40B4-BE49-F238E27FC236}">
                    <a16:creationId xmlns:a16="http://schemas.microsoft.com/office/drawing/2014/main" id="{2B88E049-5CB0-4387-A065-4625C356A410}"/>
                  </a:ext>
                </a:extLst>
              </p:cNvPr>
              <p:cNvCxnSpPr/>
              <p:nvPr/>
            </p:nvCxnSpPr>
            <p:spPr>
              <a:xfrm flipH="1">
                <a:off x="5825880" y="3600000"/>
                <a:ext cx="1374120" cy="4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2" name="直線コネクタ 105381">
                <a:extLst>
                  <a:ext uri="{FF2B5EF4-FFF2-40B4-BE49-F238E27FC236}">
                    <a16:creationId xmlns:a16="http://schemas.microsoft.com/office/drawing/2014/main" id="{4A4A5F58-7DCB-4DC6-84F8-C870A981FA3B}"/>
                  </a:ext>
                </a:extLst>
              </p:cNvPr>
              <p:cNvCxnSpPr/>
              <p:nvPr/>
            </p:nvCxnSpPr>
            <p:spPr>
              <a:xfrm flipH="1">
                <a:off x="5808600" y="3600000"/>
                <a:ext cx="1391400" cy="4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3" name="直線コネクタ 105382">
                <a:extLst>
                  <a:ext uri="{FF2B5EF4-FFF2-40B4-BE49-F238E27FC236}">
                    <a16:creationId xmlns:a16="http://schemas.microsoft.com/office/drawing/2014/main" id="{7070C75A-5015-4F42-B343-6F8ADF37C081}"/>
                  </a:ext>
                </a:extLst>
              </p:cNvPr>
              <p:cNvCxnSpPr/>
              <p:nvPr/>
            </p:nvCxnSpPr>
            <p:spPr>
              <a:xfrm flipH="1">
                <a:off x="5790960" y="3600000"/>
                <a:ext cx="1409040" cy="39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4" name="直線コネクタ 105383">
                <a:extLst>
                  <a:ext uri="{FF2B5EF4-FFF2-40B4-BE49-F238E27FC236}">
                    <a16:creationId xmlns:a16="http://schemas.microsoft.com/office/drawing/2014/main" id="{ACB779F7-528D-4861-AFD6-BF1E453BB9B0}"/>
                  </a:ext>
                </a:extLst>
              </p:cNvPr>
              <p:cNvCxnSpPr/>
              <p:nvPr/>
            </p:nvCxnSpPr>
            <p:spPr>
              <a:xfrm flipH="1">
                <a:off x="5773680" y="3600000"/>
                <a:ext cx="142632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5" name="直線コネクタ 105384">
                <a:extLst>
                  <a:ext uri="{FF2B5EF4-FFF2-40B4-BE49-F238E27FC236}">
                    <a16:creationId xmlns:a16="http://schemas.microsoft.com/office/drawing/2014/main" id="{071FE155-DADF-4607-881A-B94DA6B463A5}"/>
                  </a:ext>
                </a:extLst>
              </p:cNvPr>
              <p:cNvCxnSpPr/>
              <p:nvPr/>
            </p:nvCxnSpPr>
            <p:spPr>
              <a:xfrm flipH="1">
                <a:off x="5756040" y="3600000"/>
                <a:ext cx="1443960" cy="33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6" name="直線コネクタ 105385">
                <a:extLst>
                  <a:ext uri="{FF2B5EF4-FFF2-40B4-BE49-F238E27FC236}">
                    <a16:creationId xmlns:a16="http://schemas.microsoft.com/office/drawing/2014/main" id="{28171577-924F-4DC9-8689-3510FAD9343D}"/>
                  </a:ext>
                </a:extLst>
              </p:cNvPr>
              <p:cNvCxnSpPr/>
              <p:nvPr/>
            </p:nvCxnSpPr>
            <p:spPr>
              <a:xfrm flipH="1">
                <a:off x="5739840" y="3600000"/>
                <a:ext cx="1460160" cy="27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7" name="直線コネクタ 105386">
                <a:extLst>
                  <a:ext uri="{FF2B5EF4-FFF2-40B4-BE49-F238E27FC236}">
                    <a16:creationId xmlns:a16="http://schemas.microsoft.com/office/drawing/2014/main" id="{B32A9FE3-8A84-47B3-80AD-C7DC582CC35F}"/>
                  </a:ext>
                </a:extLst>
              </p:cNvPr>
              <p:cNvCxnSpPr/>
              <p:nvPr/>
            </p:nvCxnSpPr>
            <p:spPr>
              <a:xfrm flipH="1">
                <a:off x="5722200" y="3600000"/>
                <a:ext cx="1477800" cy="2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8" name="直線コネクタ 105387">
                <a:extLst>
                  <a:ext uri="{FF2B5EF4-FFF2-40B4-BE49-F238E27FC236}">
                    <a16:creationId xmlns:a16="http://schemas.microsoft.com/office/drawing/2014/main" id="{E29F6980-A911-492D-A4B6-4B8355FE23E2}"/>
                  </a:ext>
                </a:extLst>
              </p:cNvPr>
              <p:cNvCxnSpPr/>
              <p:nvPr/>
            </p:nvCxnSpPr>
            <p:spPr>
              <a:xfrm flipH="1">
                <a:off x="5704920" y="3600000"/>
                <a:ext cx="1495080" cy="23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89" name="直線コネクタ 105388">
                <a:extLst>
                  <a:ext uri="{FF2B5EF4-FFF2-40B4-BE49-F238E27FC236}">
                    <a16:creationId xmlns:a16="http://schemas.microsoft.com/office/drawing/2014/main" id="{1FFF8F70-1806-4821-B2A9-A23B2F49598D}"/>
                  </a:ext>
                </a:extLst>
              </p:cNvPr>
              <p:cNvCxnSpPr/>
              <p:nvPr/>
            </p:nvCxnSpPr>
            <p:spPr>
              <a:xfrm flipH="1">
                <a:off x="5688360" y="3600000"/>
                <a:ext cx="151164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0" name="直線コネクタ 105389">
                <a:extLst>
                  <a:ext uri="{FF2B5EF4-FFF2-40B4-BE49-F238E27FC236}">
                    <a16:creationId xmlns:a16="http://schemas.microsoft.com/office/drawing/2014/main" id="{630B79F0-E159-4278-8273-8845DC80322F}"/>
                  </a:ext>
                </a:extLst>
              </p:cNvPr>
              <p:cNvCxnSpPr/>
              <p:nvPr/>
            </p:nvCxnSpPr>
            <p:spPr>
              <a:xfrm flipH="1">
                <a:off x="5670720" y="3600000"/>
                <a:ext cx="1529280" cy="1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1" name="直線コネクタ 105390">
                <a:extLst>
                  <a:ext uri="{FF2B5EF4-FFF2-40B4-BE49-F238E27FC236}">
                    <a16:creationId xmlns:a16="http://schemas.microsoft.com/office/drawing/2014/main" id="{C4903162-AD91-464A-8E5B-3319F2DE93C8}"/>
                  </a:ext>
                </a:extLst>
              </p:cNvPr>
              <p:cNvCxnSpPr/>
              <p:nvPr/>
            </p:nvCxnSpPr>
            <p:spPr>
              <a:xfrm flipH="1">
                <a:off x="5653440" y="3600000"/>
                <a:ext cx="1546560" cy="1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2" name="直線コネクタ 105391">
                <a:extLst>
                  <a:ext uri="{FF2B5EF4-FFF2-40B4-BE49-F238E27FC236}">
                    <a16:creationId xmlns:a16="http://schemas.microsoft.com/office/drawing/2014/main" id="{7FAD819D-A0A9-4AC2-8C6B-04EDBDC557E1}"/>
                  </a:ext>
                </a:extLst>
              </p:cNvPr>
              <p:cNvCxnSpPr/>
              <p:nvPr/>
            </p:nvCxnSpPr>
            <p:spPr>
              <a:xfrm flipH="1">
                <a:off x="5636160" y="3600000"/>
                <a:ext cx="1563840" cy="14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3" name="直線コネクタ 105392">
                <a:extLst>
                  <a:ext uri="{FF2B5EF4-FFF2-40B4-BE49-F238E27FC236}">
                    <a16:creationId xmlns:a16="http://schemas.microsoft.com/office/drawing/2014/main" id="{04B5EAD4-8268-401E-96AA-7FCE4167F728}"/>
                  </a:ext>
                </a:extLst>
              </p:cNvPr>
              <p:cNvCxnSpPr/>
              <p:nvPr/>
            </p:nvCxnSpPr>
            <p:spPr>
              <a:xfrm flipH="1">
                <a:off x="5619600" y="3600000"/>
                <a:ext cx="158040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4" name="直線コネクタ 105393">
                <a:extLst>
                  <a:ext uri="{FF2B5EF4-FFF2-40B4-BE49-F238E27FC236}">
                    <a16:creationId xmlns:a16="http://schemas.microsoft.com/office/drawing/2014/main" id="{536C1759-90EB-405D-8F11-B8923EB60E45}"/>
                  </a:ext>
                </a:extLst>
              </p:cNvPr>
              <p:cNvCxnSpPr/>
              <p:nvPr/>
            </p:nvCxnSpPr>
            <p:spPr>
              <a:xfrm flipH="1">
                <a:off x="5601960" y="3600000"/>
                <a:ext cx="159804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5" name="直線コネクタ 105394">
                <a:extLst>
                  <a:ext uri="{FF2B5EF4-FFF2-40B4-BE49-F238E27FC236}">
                    <a16:creationId xmlns:a16="http://schemas.microsoft.com/office/drawing/2014/main" id="{11592647-1E64-493B-8D1D-03C93DA7505C}"/>
                  </a:ext>
                </a:extLst>
              </p:cNvPr>
              <p:cNvCxnSpPr/>
              <p:nvPr/>
            </p:nvCxnSpPr>
            <p:spPr>
              <a:xfrm flipH="1">
                <a:off x="5585400" y="3600000"/>
                <a:ext cx="1614600" cy="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6" name="直線コネクタ 105395">
                <a:extLst>
                  <a:ext uri="{FF2B5EF4-FFF2-40B4-BE49-F238E27FC236}">
                    <a16:creationId xmlns:a16="http://schemas.microsoft.com/office/drawing/2014/main" id="{E02BF442-D9AD-4B4D-BC6D-11FD8D9C74C4}"/>
                  </a:ext>
                </a:extLst>
              </p:cNvPr>
              <p:cNvCxnSpPr/>
              <p:nvPr/>
            </p:nvCxnSpPr>
            <p:spPr>
              <a:xfrm flipH="1">
                <a:off x="5568840" y="3600000"/>
                <a:ext cx="1631160" cy="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7" name="直線コネクタ 105396">
                <a:extLst>
                  <a:ext uri="{FF2B5EF4-FFF2-40B4-BE49-F238E27FC236}">
                    <a16:creationId xmlns:a16="http://schemas.microsoft.com/office/drawing/2014/main" id="{09140202-FFB8-42B8-8E9D-0199FA8E4E9E}"/>
                  </a:ext>
                </a:extLst>
              </p:cNvPr>
              <p:cNvCxnSpPr/>
              <p:nvPr/>
            </p:nvCxnSpPr>
            <p:spPr>
              <a:xfrm flipH="1">
                <a:off x="5551560" y="3600000"/>
                <a:ext cx="1648440" cy="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8" name="直線コネクタ 105397">
                <a:extLst>
                  <a:ext uri="{FF2B5EF4-FFF2-40B4-BE49-F238E27FC236}">
                    <a16:creationId xmlns:a16="http://schemas.microsoft.com/office/drawing/2014/main" id="{B7F10EAE-3B79-4AE3-B6CB-72D376F2AFD5}"/>
                  </a:ext>
                </a:extLst>
              </p:cNvPr>
              <p:cNvCxnSpPr/>
              <p:nvPr/>
            </p:nvCxnSpPr>
            <p:spPr>
              <a:xfrm flipH="1">
                <a:off x="5534640" y="3600000"/>
                <a:ext cx="1665360" cy="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399" name="直線コネクタ 105398">
                <a:extLst>
                  <a:ext uri="{FF2B5EF4-FFF2-40B4-BE49-F238E27FC236}">
                    <a16:creationId xmlns:a16="http://schemas.microsoft.com/office/drawing/2014/main" id="{12149391-4D22-4558-9CCA-0C8757FBF26D}"/>
                  </a:ext>
                </a:extLst>
              </p:cNvPr>
              <p:cNvCxnSpPr/>
              <p:nvPr/>
            </p:nvCxnSpPr>
            <p:spPr>
              <a:xfrm flipH="1">
                <a:off x="5518080" y="3600000"/>
                <a:ext cx="168192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0" name="直線コネクタ 105399">
                <a:extLst>
                  <a:ext uri="{FF2B5EF4-FFF2-40B4-BE49-F238E27FC236}">
                    <a16:creationId xmlns:a16="http://schemas.microsoft.com/office/drawing/2014/main" id="{27A3CFAD-CDFC-44C7-BA1F-B80189E6703C}"/>
                  </a:ext>
                </a:extLst>
              </p:cNvPr>
              <p:cNvCxnSpPr/>
              <p:nvPr/>
            </p:nvCxnSpPr>
            <p:spPr>
              <a:xfrm flipH="1">
                <a:off x="5500800" y="3600000"/>
                <a:ext cx="1699200" cy="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1" name="直線コネクタ 105400">
                <a:extLst>
                  <a:ext uri="{FF2B5EF4-FFF2-40B4-BE49-F238E27FC236}">
                    <a16:creationId xmlns:a16="http://schemas.microsoft.com/office/drawing/2014/main" id="{25C5570B-5488-40C1-987D-41D6252D5B27}"/>
                  </a:ext>
                </a:extLst>
              </p:cNvPr>
              <p:cNvCxnSpPr/>
              <p:nvPr/>
            </p:nvCxnSpPr>
            <p:spPr>
              <a:xfrm flipH="1">
                <a:off x="5484240" y="3600000"/>
                <a:ext cx="171576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2" name="直線コネクタ 105401">
                <a:extLst>
                  <a:ext uri="{FF2B5EF4-FFF2-40B4-BE49-F238E27FC236}">
                    <a16:creationId xmlns:a16="http://schemas.microsoft.com/office/drawing/2014/main" id="{6BAE0FFC-FA81-4EEF-A96D-E2CD8B47739A}"/>
                  </a:ext>
                </a:extLst>
              </p:cNvPr>
              <p:cNvCxnSpPr/>
              <p:nvPr/>
            </p:nvCxnSpPr>
            <p:spPr>
              <a:xfrm flipH="1" flipV="1">
                <a:off x="5467320" y="3598920"/>
                <a:ext cx="1732680" cy="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3" name="直線コネクタ 105402">
                <a:extLst>
                  <a:ext uri="{FF2B5EF4-FFF2-40B4-BE49-F238E27FC236}">
                    <a16:creationId xmlns:a16="http://schemas.microsoft.com/office/drawing/2014/main" id="{B4B7D4CA-D2FF-481B-96F5-474B84A40491}"/>
                  </a:ext>
                </a:extLst>
              </p:cNvPr>
              <p:cNvCxnSpPr/>
              <p:nvPr/>
            </p:nvCxnSpPr>
            <p:spPr>
              <a:xfrm flipH="1">
                <a:off x="5450400" y="3600000"/>
                <a:ext cx="1749600" cy="1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4" name="直線コネクタ 105403">
                <a:extLst>
                  <a:ext uri="{FF2B5EF4-FFF2-40B4-BE49-F238E27FC236}">
                    <a16:creationId xmlns:a16="http://schemas.microsoft.com/office/drawing/2014/main" id="{95BB0AD6-E11E-4F89-A62B-815BBBD1AF7C}"/>
                  </a:ext>
                </a:extLst>
              </p:cNvPr>
              <p:cNvCxnSpPr/>
              <p:nvPr/>
            </p:nvCxnSpPr>
            <p:spPr>
              <a:xfrm flipH="1">
                <a:off x="5433480" y="3600000"/>
                <a:ext cx="1766520" cy="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5" name="直線コネクタ 105404">
                <a:extLst>
                  <a:ext uri="{FF2B5EF4-FFF2-40B4-BE49-F238E27FC236}">
                    <a16:creationId xmlns:a16="http://schemas.microsoft.com/office/drawing/2014/main" id="{878F75EE-6AF8-4503-B423-49BC55BE3489}"/>
                  </a:ext>
                </a:extLst>
              </p:cNvPr>
              <p:cNvCxnSpPr/>
              <p:nvPr/>
            </p:nvCxnSpPr>
            <p:spPr>
              <a:xfrm flipH="1">
                <a:off x="5416920" y="3600000"/>
                <a:ext cx="178308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406" name="直線コネクタ 105405">
                <a:extLst>
                  <a:ext uri="{FF2B5EF4-FFF2-40B4-BE49-F238E27FC236}">
                    <a16:creationId xmlns:a16="http://schemas.microsoft.com/office/drawing/2014/main" id="{17979170-9D82-490E-BC92-FFD3D2511DD4}"/>
                  </a:ext>
                </a:extLst>
              </p:cNvPr>
              <p:cNvCxnSpPr/>
              <p:nvPr/>
            </p:nvCxnSpPr>
            <p:spPr>
              <a:xfrm flipH="1">
                <a:off x="5400000" y="3600000"/>
                <a:ext cx="180000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924" name="グループ化 104923">
              <a:extLst>
                <a:ext uri="{FF2B5EF4-FFF2-40B4-BE49-F238E27FC236}">
                  <a16:creationId xmlns:a16="http://schemas.microsoft.com/office/drawing/2014/main" id="{C34DAF61-C85C-4156-85B3-E107EA6AF275}"/>
                </a:ext>
              </a:extLst>
            </p:cNvPr>
            <p:cNvGrpSpPr/>
            <p:nvPr/>
          </p:nvGrpSpPr>
          <p:grpSpPr>
            <a:xfrm>
              <a:off x="5399881" y="7200000"/>
              <a:ext cx="1801080" cy="1801080"/>
              <a:chOff x="5400000" y="3598920"/>
              <a:chExt cx="1801080" cy="1801080"/>
            </a:xfrm>
          </p:grpSpPr>
          <p:cxnSp>
            <p:nvCxnSpPr>
              <p:cNvPr id="104925" name="直線コネクタ 104924">
                <a:extLst>
                  <a:ext uri="{FF2B5EF4-FFF2-40B4-BE49-F238E27FC236}">
                    <a16:creationId xmlns:a16="http://schemas.microsoft.com/office/drawing/2014/main" id="{FA0D4404-BEEB-46D3-B30F-BC6269509BE7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800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26" name="直線コネクタ 104925">
                <a:extLst>
                  <a:ext uri="{FF2B5EF4-FFF2-40B4-BE49-F238E27FC236}">
                    <a16:creationId xmlns:a16="http://schemas.microsoft.com/office/drawing/2014/main" id="{23F0F856-4D02-4739-A44D-513EEB9E72C2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83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27" name="直線コネクタ 104926">
                <a:extLst>
                  <a:ext uri="{FF2B5EF4-FFF2-40B4-BE49-F238E27FC236}">
                    <a16:creationId xmlns:a16="http://schemas.microsoft.com/office/drawing/2014/main" id="{96C2FE57-64CC-4138-A6A9-ECF0ECB947FF}"/>
                  </a:ext>
                </a:extLst>
              </p:cNvPr>
              <p:cNvCxnSpPr/>
              <p:nvPr/>
            </p:nvCxnSpPr>
            <p:spPr>
              <a:xfrm flipH="1">
                <a:off x="7199280" y="3600000"/>
                <a:ext cx="720" cy="176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28" name="直線コネクタ 104927">
                <a:extLst>
                  <a:ext uri="{FF2B5EF4-FFF2-40B4-BE49-F238E27FC236}">
                    <a16:creationId xmlns:a16="http://schemas.microsoft.com/office/drawing/2014/main" id="{6E058F4A-3EF8-41C6-85B9-9E3D7577BD80}"/>
                  </a:ext>
                </a:extLst>
              </p:cNvPr>
              <p:cNvCxnSpPr/>
              <p:nvPr/>
            </p:nvCxnSpPr>
            <p:spPr>
              <a:xfrm flipH="1">
                <a:off x="7198560" y="3600000"/>
                <a:ext cx="1440" cy="1749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29" name="直線コネクタ 104928">
                <a:extLst>
                  <a:ext uri="{FF2B5EF4-FFF2-40B4-BE49-F238E27FC236}">
                    <a16:creationId xmlns:a16="http://schemas.microsoft.com/office/drawing/2014/main" id="{1E199A66-8FBD-4945-9732-5E53E0D42996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1080" cy="1732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0" name="直線コネクタ 104929">
                <a:extLst>
                  <a:ext uri="{FF2B5EF4-FFF2-40B4-BE49-F238E27FC236}">
                    <a16:creationId xmlns:a16="http://schemas.microsoft.com/office/drawing/2014/main" id="{8D72A2CC-A5EC-4BE0-B1B7-C80C824EF3E1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71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1" name="直線コネクタ 104930">
                <a:extLst>
                  <a:ext uri="{FF2B5EF4-FFF2-40B4-BE49-F238E27FC236}">
                    <a16:creationId xmlns:a16="http://schemas.microsoft.com/office/drawing/2014/main" id="{51B789B6-276D-44DC-9BA1-DB7978B3270A}"/>
                  </a:ext>
                </a:extLst>
              </p:cNvPr>
              <p:cNvCxnSpPr/>
              <p:nvPr/>
            </p:nvCxnSpPr>
            <p:spPr>
              <a:xfrm flipH="1">
                <a:off x="7198200" y="3600000"/>
                <a:ext cx="1800" cy="169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2" name="直線コネクタ 104931">
                <a:extLst>
                  <a:ext uri="{FF2B5EF4-FFF2-40B4-BE49-F238E27FC236}">
                    <a16:creationId xmlns:a16="http://schemas.microsoft.com/office/drawing/2014/main" id="{B27D5C6D-6D94-43F4-BCFB-729861E7FD17}"/>
                  </a:ext>
                </a:extLst>
              </p:cNvPr>
              <p:cNvCxnSpPr/>
              <p:nvPr/>
            </p:nvCxnSpPr>
            <p:spPr>
              <a:xfrm>
                <a:off x="7200000" y="3600000"/>
                <a:ext cx="0" cy="1681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3" name="直線コネクタ 104932">
                <a:extLst>
                  <a:ext uri="{FF2B5EF4-FFF2-40B4-BE49-F238E27FC236}">
                    <a16:creationId xmlns:a16="http://schemas.microsoft.com/office/drawing/2014/main" id="{58AF25E5-2AE0-402E-932C-511DAE3B2315}"/>
                  </a:ext>
                </a:extLst>
              </p:cNvPr>
              <p:cNvCxnSpPr/>
              <p:nvPr/>
            </p:nvCxnSpPr>
            <p:spPr>
              <a:xfrm flipH="1">
                <a:off x="7197840" y="3600000"/>
                <a:ext cx="2160" cy="1665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4" name="直線コネクタ 104933">
                <a:extLst>
                  <a:ext uri="{FF2B5EF4-FFF2-40B4-BE49-F238E27FC236}">
                    <a16:creationId xmlns:a16="http://schemas.microsoft.com/office/drawing/2014/main" id="{E53C52CE-8BCE-43B4-AA12-8CD8C76D8BC1}"/>
                  </a:ext>
                </a:extLst>
              </p:cNvPr>
              <p:cNvCxnSpPr/>
              <p:nvPr/>
            </p:nvCxnSpPr>
            <p:spPr>
              <a:xfrm flipH="1">
                <a:off x="7195320" y="3600000"/>
                <a:ext cx="4680" cy="164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5" name="直線コネクタ 104934">
                <a:extLst>
                  <a:ext uri="{FF2B5EF4-FFF2-40B4-BE49-F238E27FC236}">
                    <a16:creationId xmlns:a16="http://schemas.microsoft.com/office/drawing/2014/main" id="{DE7F4C35-B0C0-472D-8D5A-0DBCFB2219F9}"/>
                  </a:ext>
                </a:extLst>
              </p:cNvPr>
              <p:cNvCxnSpPr/>
              <p:nvPr/>
            </p:nvCxnSpPr>
            <p:spPr>
              <a:xfrm flipH="1">
                <a:off x="7196040" y="3600000"/>
                <a:ext cx="3960" cy="163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6" name="直線コネクタ 104935">
                <a:extLst>
                  <a:ext uri="{FF2B5EF4-FFF2-40B4-BE49-F238E27FC236}">
                    <a16:creationId xmlns:a16="http://schemas.microsoft.com/office/drawing/2014/main" id="{FAB0266C-CF91-4CF1-9D4B-F9E10622954F}"/>
                  </a:ext>
                </a:extLst>
              </p:cNvPr>
              <p:cNvCxnSpPr/>
              <p:nvPr/>
            </p:nvCxnSpPr>
            <p:spPr>
              <a:xfrm flipH="1">
                <a:off x="7192800" y="3600000"/>
                <a:ext cx="7200" cy="161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7" name="直線コネクタ 104936">
                <a:extLst>
                  <a:ext uri="{FF2B5EF4-FFF2-40B4-BE49-F238E27FC236}">
                    <a16:creationId xmlns:a16="http://schemas.microsoft.com/office/drawing/2014/main" id="{FADB9504-F671-4A03-94AC-3DA159DBCF72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9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8" name="直線コネクタ 104937">
                <a:extLst>
                  <a:ext uri="{FF2B5EF4-FFF2-40B4-BE49-F238E27FC236}">
                    <a16:creationId xmlns:a16="http://schemas.microsoft.com/office/drawing/2014/main" id="{D84B4993-0182-46D7-BB38-5EEAD54E19BC}"/>
                  </a:ext>
                </a:extLst>
              </p:cNvPr>
              <p:cNvCxnSpPr/>
              <p:nvPr/>
            </p:nvCxnSpPr>
            <p:spPr>
              <a:xfrm flipH="1">
                <a:off x="7189560" y="3600000"/>
                <a:ext cx="10440" cy="158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39" name="直線コネクタ 104938">
                <a:extLst>
                  <a:ext uri="{FF2B5EF4-FFF2-40B4-BE49-F238E27FC236}">
                    <a16:creationId xmlns:a16="http://schemas.microsoft.com/office/drawing/2014/main" id="{E3D48F4E-EAD5-4A7E-98D3-DB2A78D623C5}"/>
                  </a:ext>
                </a:extLst>
              </p:cNvPr>
              <p:cNvCxnSpPr/>
              <p:nvPr/>
            </p:nvCxnSpPr>
            <p:spPr>
              <a:xfrm flipH="1">
                <a:off x="7185600" y="3600000"/>
                <a:ext cx="14400" cy="156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0" name="直線コネクタ 104939">
                <a:extLst>
                  <a:ext uri="{FF2B5EF4-FFF2-40B4-BE49-F238E27FC236}">
                    <a16:creationId xmlns:a16="http://schemas.microsoft.com/office/drawing/2014/main" id="{FF49D02B-469B-4601-A7FD-4C9B5626EC85}"/>
                  </a:ext>
                </a:extLst>
              </p:cNvPr>
              <p:cNvCxnSpPr/>
              <p:nvPr/>
            </p:nvCxnSpPr>
            <p:spPr>
              <a:xfrm flipH="1">
                <a:off x="7184520" y="3600000"/>
                <a:ext cx="15480" cy="154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1" name="直線コネクタ 104940">
                <a:extLst>
                  <a:ext uri="{FF2B5EF4-FFF2-40B4-BE49-F238E27FC236}">
                    <a16:creationId xmlns:a16="http://schemas.microsoft.com/office/drawing/2014/main" id="{27C0DF58-849A-4DC7-93D4-D14EC6139126}"/>
                  </a:ext>
                </a:extLst>
              </p:cNvPr>
              <p:cNvCxnSpPr/>
              <p:nvPr/>
            </p:nvCxnSpPr>
            <p:spPr>
              <a:xfrm flipH="1">
                <a:off x="7183440" y="3600000"/>
                <a:ext cx="16560" cy="1529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2" name="直線コネクタ 104941">
                <a:extLst>
                  <a:ext uri="{FF2B5EF4-FFF2-40B4-BE49-F238E27FC236}">
                    <a16:creationId xmlns:a16="http://schemas.microsoft.com/office/drawing/2014/main" id="{20103021-76A0-4B8D-9DE9-F0D59859B7D4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1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3" name="直線コネクタ 104942">
                <a:extLst>
                  <a:ext uri="{FF2B5EF4-FFF2-40B4-BE49-F238E27FC236}">
                    <a16:creationId xmlns:a16="http://schemas.microsoft.com/office/drawing/2014/main" id="{5377FFB8-BBBB-463F-B1AC-D8C17425DC92}"/>
                  </a:ext>
                </a:extLst>
              </p:cNvPr>
              <p:cNvCxnSpPr/>
              <p:nvPr/>
            </p:nvCxnSpPr>
            <p:spPr>
              <a:xfrm flipH="1">
                <a:off x="7176960" y="3600000"/>
                <a:ext cx="23040" cy="1495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4" name="直線コネクタ 104943">
                <a:extLst>
                  <a:ext uri="{FF2B5EF4-FFF2-40B4-BE49-F238E27FC236}">
                    <a16:creationId xmlns:a16="http://schemas.microsoft.com/office/drawing/2014/main" id="{02D4FA84-7373-4C8E-B81C-6A622508E9FC}"/>
                  </a:ext>
                </a:extLst>
              </p:cNvPr>
              <p:cNvCxnSpPr/>
              <p:nvPr/>
            </p:nvCxnSpPr>
            <p:spPr>
              <a:xfrm flipH="1">
                <a:off x="7174800" y="3600000"/>
                <a:ext cx="25200" cy="1477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5" name="直線コネクタ 104944">
                <a:extLst>
                  <a:ext uri="{FF2B5EF4-FFF2-40B4-BE49-F238E27FC236}">
                    <a16:creationId xmlns:a16="http://schemas.microsoft.com/office/drawing/2014/main" id="{02E96AC1-CAE5-4961-B5C8-D10C47F4C357}"/>
                  </a:ext>
                </a:extLst>
              </p:cNvPr>
              <p:cNvCxnSpPr/>
              <p:nvPr/>
            </p:nvCxnSpPr>
            <p:spPr>
              <a:xfrm flipH="1">
                <a:off x="7172640" y="3600000"/>
                <a:ext cx="27360" cy="1460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6" name="直線コネクタ 104945">
                <a:extLst>
                  <a:ext uri="{FF2B5EF4-FFF2-40B4-BE49-F238E27FC236}">
                    <a16:creationId xmlns:a16="http://schemas.microsoft.com/office/drawing/2014/main" id="{DA062D68-A45F-451F-8871-C7814CAAD874}"/>
                  </a:ext>
                </a:extLst>
              </p:cNvPr>
              <p:cNvCxnSpPr/>
              <p:nvPr/>
            </p:nvCxnSpPr>
            <p:spPr>
              <a:xfrm flipH="1">
                <a:off x="7166520" y="3600000"/>
                <a:ext cx="33480" cy="144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7" name="直線コネクタ 104946">
                <a:extLst>
                  <a:ext uri="{FF2B5EF4-FFF2-40B4-BE49-F238E27FC236}">
                    <a16:creationId xmlns:a16="http://schemas.microsoft.com/office/drawing/2014/main" id="{47652CDF-B242-40FD-83F0-2EE34DFE5EF1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26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8" name="直線コネクタ 104947">
                <a:extLst>
                  <a:ext uri="{FF2B5EF4-FFF2-40B4-BE49-F238E27FC236}">
                    <a16:creationId xmlns:a16="http://schemas.microsoft.com/office/drawing/2014/main" id="{30372C13-1403-48D2-A4C1-7980BE0EDFC8}"/>
                  </a:ext>
                </a:extLst>
              </p:cNvPr>
              <p:cNvCxnSpPr/>
              <p:nvPr/>
            </p:nvCxnSpPr>
            <p:spPr>
              <a:xfrm flipH="1">
                <a:off x="7160040" y="3600000"/>
                <a:ext cx="39960" cy="1409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49" name="直線コネクタ 104948">
                <a:extLst>
                  <a:ext uri="{FF2B5EF4-FFF2-40B4-BE49-F238E27FC236}">
                    <a16:creationId xmlns:a16="http://schemas.microsoft.com/office/drawing/2014/main" id="{9BD3A170-57EC-4B52-A719-051898040793}"/>
                  </a:ext>
                </a:extLst>
              </p:cNvPr>
              <p:cNvCxnSpPr/>
              <p:nvPr/>
            </p:nvCxnSpPr>
            <p:spPr>
              <a:xfrm flipH="1">
                <a:off x="7156440" y="3600000"/>
                <a:ext cx="43560" cy="139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0" name="直線コネクタ 104949">
                <a:extLst>
                  <a:ext uri="{FF2B5EF4-FFF2-40B4-BE49-F238E27FC236}">
                    <a16:creationId xmlns:a16="http://schemas.microsoft.com/office/drawing/2014/main" id="{8916C88D-7143-4C2C-B94B-7F8A0EDCF1AA}"/>
                  </a:ext>
                </a:extLst>
              </p:cNvPr>
              <p:cNvCxnSpPr/>
              <p:nvPr/>
            </p:nvCxnSpPr>
            <p:spPr>
              <a:xfrm flipH="1">
                <a:off x="7152480" y="3600000"/>
                <a:ext cx="47520" cy="137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1" name="直線コネクタ 104950">
                <a:extLst>
                  <a:ext uri="{FF2B5EF4-FFF2-40B4-BE49-F238E27FC236}">
                    <a16:creationId xmlns:a16="http://schemas.microsoft.com/office/drawing/2014/main" id="{E57F8C90-8E69-4E20-AE0F-F01D9E8C75DF}"/>
                  </a:ext>
                </a:extLst>
              </p:cNvPr>
              <p:cNvCxnSpPr/>
              <p:nvPr/>
            </p:nvCxnSpPr>
            <p:spPr>
              <a:xfrm flipH="1">
                <a:off x="7148160" y="3600000"/>
                <a:ext cx="51840" cy="1356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2" name="直線コネクタ 104951">
                <a:extLst>
                  <a:ext uri="{FF2B5EF4-FFF2-40B4-BE49-F238E27FC236}">
                    <a16:creationId xmlns:a16="http://schemas.microsoft.com/office/drawing/2014/main" id="{93D435F2-6156-4304-B2F3-A59ED1AA1790}"/>
                  </a:ext>
                </a:extLst>
              </p:cNvPr>
              <p:cNvCxnSpPr/>
              <p:nvPr/>
            </p:nvCxnSpPr>
            <p:spPr>
              <a:xfrm flipH="1">
                <a:off x="7143480" y="3600000"/>
                <a:ext cx="56520" cy="133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3" name="直線コネクタ 104952">
                <a:extLst>
                  <a:ext uri="{FF2B5EF4-FFF2-40B4-BE49-F238E27FC236}">
                    <a16:creationId xmlns:a16="http://schemas.microsoft.com/office/drawing/2014/main" id="{2F6DDBB1-9636-40C9-B747-3770413E1BD0}"/>
                  </a:ext>
                </a:extLst>
              </p:cNvPr>
              <p:cNvCxnSpPr/>
              <p:nvPr/>
            </p:nvCxnSpPr>
            <p:spPr>
              <a:xfrm flipH="1">
                <a:off x="7138440" y="3600000"/>
                <a:ext cx="61560" cy="132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4" name="直線コネクタ 104953">
                <a:extLst>
                  <a:ext uri="{FF2B5EF4-FFF2-40B4-BE49-F238E27FC236}">
                    <a16:creationId xmlns:a16="http://schemas.microsoft.com/office/drawing/2014/main" id="{019DB819-4533-46F5-B45E-1F5322885C88}"/>
                  </a:ext>
                </a:extLst>
              </p:cNvPr>
              <p:cNvCxnSpPr/>
              <p:nvPr/>
            </p:nvCxnSpPr>
            <p:spPr>
              <a:xfrm flipH="1">
                <a:off x="7133040" y="3600000"/>
                <a:ext cx="66960" cy="1304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5" name="直線コネクタ 104954">
                <a:extLst>
                  <a:ext uri="{FF2B5EF4-FFF2-40B4-BE49-F238E27FC236}">
                    <a16:creationId xmlns:a16="http://schemas.microsoft.com/office/drawing/2014/main" id="{55CAED82-FD93-49D5-9A1A-C74942E9A3BF}"/>
                  </a:ext>
                </a:extLst>
              </p:cNvPr>
              <p:cNvCxnSpPr/>
              <p:nvPr/>
            </p:nvCxnSpPr>
            <p:spPr>
              <a:xfrm flipH="1">
                <a:off x="7192440" y="3600000"/>
                <a:ext cx="7560" cy="161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6" name="直線コネクタ 104955">
                <a:extLst>
                  <a:ext uri="{FF2B5EF4-FFF2-40B4-BE49-F238E27FC236}">
                    <a16:creationId xmlns:a16="http://schemas.microsoft.com/office/drawing/2014/main" id="{ECFBE889-01BC-452B-A3E4-D8F0ABE7CEEA}"/>
                  </a:ext>
                </a:extLst>
              </p:cNvPr>
              <p:cNvCxnSpPr/>
              <p:nvPr/>
            </p:nvCxnSpPr>
            <p:spPr>
              <a:xfrm flipH="1">
                <a:off x="7191000" y="3600000"/>
                <a:ext cx="9000" cy="1594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7" name="直線コネクタ 104956">
                <a:extLst>
                  <a:ext uri="{FF2B5EF4-FFF2-40B4-BE49-F238E27FC236}">
                    <a16:creationId xmlns:a16="http://schemas.microsoft.com/office/drawing/2014/main" id="{49280979-3D45-4293-8D3D-DCD40916695E}"/>
                  </a:ext>
                </a:extLst>
              </p:cNvPr>
              <p:cNvCxnSpPr/>
              <p:nvPr/>
            </p:nvCxnSpPr>
            <p:spPr>
              <a:xfrm flipH="1">
                <a:off x="7189200" y="3600000"/>
                <a:ext cx="10800" cy="157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8" name="直線コネクタ 104957">
                <a:extLst>
                  <a:ext uri="{FF2B5EF4-FFF2-40B4-BE49-F238E27FC236}">
                    <a16:creationId xmlns:a16="http://schemas.microsoft.com/office/drawing/2014/main" id="{5CFA01C6-31A6-4C51-83FD-0BE1A54D834B}"/>
                  </a:ext>
                </a:extLst>
              </p:cNvPr>
              <p:cNvCxnSpPr/>
              <p:nvPr/>
            </p:nvCxnSpPr>
            <p:spPr>
              <a:xfrm flipH="1">
                <a:off x="7187040" y="3600000"/>
                <a:ext cx="12960" cy="155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59" name="直線コネクタ 104958">
                <a:extLst>
                  <a:ext uri="{FF2B5EF4-FFF2-40B4-BE49-F238E27FC236}">
                    <a16:creationId xmlns:a16="http://schemas.microsoft.com/office/drawing/2014/main" id="{F0053A4B-5BFE-4A85-9ACE-D0C1D049F837}"/>
                  </a:ext>
                </a:extLst>
              </p:cNvPr>
              <p:cNvCxnSpPr/>
              <p:nvPr/>
            </p:nvCxnSpPr>
            <p:spPr>
              <a:xfrm flipH="1">
                <a:off x="7184880" y="3600000"/>
                <a:ext cx="15120" cy="154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0" name="直線コネクタ 104959">
                <a:extLst>
                  <a:ext uri="{FF2B5EF4-FFF2-40B4-BE49-F238E27FC236}">
                    <a16:creationId xmlns:a16="http://schemas.microsoft.com/office/drawing/2014/main" id="{6E90D619-E58E-4F56-B164-0A4E599082C7}"/>
                  </a:ext>
                </a:extLst>
              </p:cNvPr>
              <p:cNvCxnSpPr/>
              <p:nvPr/>
            </p:nvCxnSpPr>
            <p:spPr>
              <a:xfrm flipH="1">
                <a:off x="7182000" y="3600000"/>
                <a:ext cx="18000" cy="152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1" name="直線コネクタ 104960">
                <a:extLst>
                  <a:ext uri="{FF2B5EF4-FFF2-40B4-BE49-F238E27FC236}">
                    <a16:creationId xmlns:a16="http://schemas.microsoft.com/office/drawing/2014/main" id="{701DB1F6-EC24-40C7-851D-DAA4665B06CA}"/>
                  </a:ext>
                </a:extLst>
              </p:cNvPr>
              <p:cNvCxnSpPr/>
              <p:nvPr/>
            </p:nvCxnSpPr>
            <p:spPr>
              <a:xfrm flipH="1">
                <a:off x="7179120" y="3600000"/>
                <a:ext cx="20880" cy="150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2" name="直線コネクタ 104961">
                <a:extLst>
                  <a:ext uri="{FF2B5EF4-FFF2-40B4-BE49-F238E27FC236}">
                    <a16:creationId xmlns:a16="http://schemas.microsoft.com/office/drawing/2014/main" id="{097C11BC-44B9-4B45-B890-0AE029AFA45E}"/>
                  </a:ext>
                </a:extLst>
              </p:cNvPr>
              <p:cNvCxnSpPr/>
              <p:nvPr/>
            </p:nvCxnSpPr>
            <p:spPr>
              <a:xfrm flipH="1">
                <a:off x="7175880" y="3600000"/>
                <a:ext cx="24120" cy="148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3" name="直線コネクタ 104962">
                <a:extLst>
                  <a:ext uri="{FF2B5EF4-FFF2-40B4-BE49-F238E27FC236}">
                    <a16:creationId xmlns:a16="http://schemas.microsoft.com/office/drawing/2014/main" id="{A91A4F3F-A4AD-4383-BFE8-D0B8F641F511}"/>
                  </a:ext>
                </a:extLst>
              </p:cNvPr>
              <p:cNvCxnSpPr/>
              <p:nvPr/>
            </p:nvCxnSpPr>
            <p:spPr>
              <a:xfrm flipH="1">
                <a:off x="7172280" y="3600000"/>
                <a:ext cx="27720" cy="147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4" name="直線コネクタ 104963">
                <a:extLst>
                  <a:ext uri="{FF2B5EF4-FFF2-40B4-BE49-F238E27FC236}">
                    <a16:creationId xmlns:a16="http://schemas.microsoft.com/office/drawing/2014/main" id="{A246AE73-BAD6-4ED1-A279-F86FD93EABCB}"/>
                  </a:ext>
                </a:extLst>
              </p:cNvPr>
              <p:cNvCxnSpPr/>
              <p:nvPr/>
            </p:nvCxnSpPr>
            <p:spPr>
              <a:xfrm flipH="1">
                <a:off x="7168320" y="3600000"/>
                <a:ext cx="31680" cy="145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5" name="直線コネクタ 104964">
                <a:extLst>
                  <a:ext uri="{FF2B5EF4-FFF2-40B4-BE49-F238E27FC236}">
                    <a16:creationId xmlns:a16="http://schemas.microsoft.com/office/drawing/2014/main" id="{77BC0D42-1EDF-49CE-A4CA-67CB50982DEF}"/>
                  </a:ext>
                </a:extLst>
              </p:cNvPr>
              <p:cNvCxnSpPr/>
              <p:nvPr/>
            </p:nvCxnSpPr>
            <p:spPr>
              <a:xfrm flipH="1">
                <a:off x="7167600" y="3600000"/>
                <a:ext cx="32400" cy="1435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6" name="直線コネクタ 104965">
                <a:extLst>
                  <a:ext uri="{FF2B5EF4-FFF2-40B4-BE49-F238E27FC236}">
                    <a16:creationId xmlns:a16="http://schemas.microsoft.com/office/drawing/2014/main" id="{9E0D0970-DDBC-498C-9689-3D8528C90184}"/>
                  </a:ext>
                </a:extLst>
              </p:cNvPr>
              <p:cNvCxnSpPr/>
              <p:nvPr/>
            </p:nvCxnSpPr>
            <p:spPr>
              <a:xfrm flipH="1">
                <a:off x="7163280" y="3600000"/>
                <a:ext cx="36720" cy="1418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7" name="直線コネクタ 104966">
                <a:extLst>
                  <a:ext uri="{FF2B5EF4-FFF2-40B4-BE49-F238E27FC236}">
                    <a16:creationId xmlns:a16="http://schemas.microsoft.com/office/drawing/2014/main" id="{64D682DF-426A-4E56-9B50-E51196260F75}"/>
                  </a:ext>
                </a:extLst>
              </p:cNvPr>
              <p:cNvCxnSpPr/>
              <p:nvPr/>
            </p:nvCxnSpPr>
            <p:spPr>
              <a:xfrm flipH="1">
                <a:off x="7158600" y="3600000"/>
                <a:ext cx="41400" cy="1401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8" name="直線コネクタ 104967">
                <a:extLst>
                  <a:ext uri="{FF2B5EF4-FFF2-40B4-BE49-F238E27FC236}">
                    <a16:creationId xmlns:a16="http://schemas.microsoft.com/office/drawing/2014/main" id="{1F1A223C-113A-45C2-8CB7-E53177AD08FF}"/>
                  </a:ext>
                </a:extLst>
              </p:cNvPr>
              <p:cNvCxnSpPr/>
              <p:nvPr/>
            </p:nvCxnSpPr>
            <p:spPr>
              <a:xfrm flipH="1">
                <a:off x="7156800" y="3600000"/>
                <a:ext cx="43200" cy="138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69" name="直線コネクタ 104968">
                <a:extLst>
                  <a:ext uri="{FF2B5EF4-FFF2-40B4-BE49-F238E27FC236}">
                    <a16:creationId xmlns:a16="http://schemas.microsoft.com/office/drawing/2014/main" id="{B81C4A5D-86AE-4476-9A6D-7D32120C064E}"/>
                  </a:ext>
                </a:extLst>
              </p:cNvPr>
              <p:cNvCxnSpPr/>
              <p:nvPr/>
            </p:nvCxnSpPr>
            <p:spPr>
              <a:xfrm flipH="1">
                <a:off x="7151400" y="3600000"/>
                <a:ext cx="48600" cy="13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0" name="直線コネクタ 104969">
                <a:extLst>
                  <a:ext uri="{FF2B5EF4-FFF2-40B4-BE49-F238E27FC236}">
                    <a16:creationId xmlns:a16="http://schemas.microsoft.com/office/drawing/2014/main" id="{F67CFC26-F204-4F37-B7D8-FFA1A74F9C8B}"/>
                  </a:ext>
                </a:extLst>
              </p:cNvPr>
              <p:cNvCxnSpPr/>
              <p:nvPr/>
            </p:nvCxnSpPr>
            <p:spPr>
              <a:xfrm flipH="1">
                <a:off x="7146000" y="3600000"/>
                <a:ext cx="54000" cy="135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1" name="直線コネクタ 104970">
                <a:extLst>
                  <a:ext uri="{FF2B5EF4-FFF2-40B4-BE49-F238E27FC236}">
                    <a16:creationId xmlns:a16="http://schemas.microsoft.com/office/drawing/2014/main" id="{816AE2A8-0F4A-497F-BED5-16A80A1D730E}"/>
                  </a:ext>
                </a:extLst>
              </p:cNvPr>
              <p:cNvCxnSpPr/>
              <p:nvPr/>
            </p:nvCxnSpPr>
            <p:spPr>
              <a:xfrm flipH="1">
                <a:off x="7139880" y="3600000"/>
                <a:ext cx="60120" cy="1334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2" name="直線コネクタ 104971">
                <a:extLst>
                  <a:ext uri="{FF2B5EF4-FFF2-40B4-BE49-F238E27FC236}">
                    <a16:creationId xmlns:a16="http://schemas.microsoft.com/office/drawing/2014/main" id="{E5FEA734-5E39-4206-87F5-8DC92C5770AB}"/>
                  </a:ext>
                </a:extLst>
              </p:cNvPr>
              <p:cNvCxnSpPr/>
              <p:nvPr/>
            </p:nvCxnSpPr>
            <p:spPr>
              <a:xfrm flipH="1">
                <a:off x="7137360" y="3600000"/>
                <a:ext cx="62640" cy="131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3" name="直線コネクタ 104972">
                <a:extLst>
                  <a:ext uri="{FF2B5EF4-FFF2-40B4-BE49-F238E27FC236}">
                    <a16:creationId xmlns:a16="http://schemas.microsoft.com/office/drawing/2014/main" id="{BA1B50E8-168C-4EED-8C57-13CE79B67C8D}"/>
                  </a:ext>
                </a:extLst>
              </p:cNvPr>
              <p:cNvCxnSpPr/>
              <p:nvPr/>
            </p:nvCxnSpPr>
            <p:spPr>
              <a:xfrm flipH="1">
                <a:off x="7130880" y="3600000"/>
                <a:ext cx="69120" cy="1301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4" name="直線コネクタ 104973">
                <a:extLst>
                  <a:ext uri="{FF2B5EF4-FFF2-40B4-BE49-F238E27FC236}">
                    <a16:creationId xmlns:a16="http://schemas.microsoft.com/office/drawing/2014/main" id="{83BCD3CC-77E9-4DD1-9ACE-7B8B0996EAD5}"/>
                  </a:ext>
                </a:extLst>
              </p:cNvPr>
              <p:cNvCxnSpPr/>
              <p:nvPr/>
            </p:nvCxnSpPr>
            <p:spPr>
              <a:xfrm flipH="1">
                <a:off x="7127640" y="3600000"/>
                <a:ext cx="72360" cy="128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5" name="直線コネクタ 104974">
                <a:extLst>
                  <a:ext uri="{FF2B5EF4-FFF2-40B4-BE49-F238E27FC236}">
                    <a16:creationId xmlns:a16="http://schemas.microsoft.com/office/drawing/2014/main" id="{B42579C1-925F-45AA-A084-012FF8436549}"/>
                  </a:ext>
                </a:extLst>
              </p:cNvPr>
              <p:cNvCxnSpPr/>
              <p:nvPr/>
            </p:nvCxnSpPr>
            <p:spPr>
              <a:xfrm flipH="1">
                <a:off x="7124040" y="3600000"/>
                <a:ext cx="75960" cy="126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6" name="直線コネクタ 104975">
                <a:extLst>
                  <a:ext uri="{FF2B5EF4-FFF2-40B4-BE49-F238E27FC236}">
                    <a16:creationId xmlns:a16="http://schemas.microsoft.com/office/drawing/2014/main" id="{D0182006-1B51-40BE-A939-34E3E687BCEF}"/>
                  </a:ext>
                </a:extLst>
              </p:cNvPr>
              <p:cNvCxnSpPr/>
              <p:nvPr/>
            </p:nvCxnSpPr>
            <p:spPr>
              <a:xfrm flipH="1">
                <a:off x="7116840" y="3600000"/>
                <a:ext cx="83160" cy="1252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7" name="直線コネクタ 104976">
                <a:extLst>
                  <a:ext uri="{FF2B5EF4-FFF2-40B4-BE49-F238E27FC236}">
                    <a16:creationId xmlns:a16="http://schemas.microsoft.com/office/drawing/2014/main" id="{24B3B70D-D63D-4416-8AED-D7107AE5175E}"/>
                  </a:ext>
                </a:extLst>
              </p:cNvPr>
              <p:cNvCxnSpPr/>
              <p:nvPr/>
            </p:nvCxnSpPr>
            <p:spPr>
              <a:xfrm flipH="1">
                <a:off x="7112520" y="3600000"/>
                <a:ext cx="87480" cy="1236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8" name="直線コネクタ 104977">
                <a:extLst>
                  <a:ext uri="{FF2B5EF4-FFF2-40B4-BE49-F238E27FC236}">
                    <a16:creationId xmlns:a16="http://schemas.microsoft.com/office/drawing/2014/main" id="{D2F94220-B7EA-422B-B4B5-866796973CAB}"/>
                  </a:ext>
                </a:extLst>
              </p:cNvPr>
              <p:cNvCxnSpPr/>
              <p:nvPr/>
            </p:nvCxnSpPr>
            <p:spPr>
              <a:xfrm flipH="1">
                <a:off x="7108200" y="3600000"/>
                <a:ext cx="91800" cy="1220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79" name="直線コネクタ 104978">
                <a:extLst>
                  <a:ext uri="{FF2B5EF4-FFF2-40B4-BE49-F238E27FC236}">
                    <a16:creationId xmlns:a16="http://schemas.microsoft.com/office/drawing/2014/main" id="{76DEF9DB-FE7D-4B7D-A5C0-57D2C9CAF047}"/>
                  </a:ext>
                </a:extLst>
              </p:cNvPr>
              <p:cNvCxnSpPr/>
              <p:nvPr/>
            </p:nvCxnSpPr>
            <p:spPr>
              <a:xfrm flipH="1">
                <a:off x="7100280" y="3600000"/>
                <a:ext cx="99720" cy="1204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0" name="直線コネクタ 104979">
                <a:extLst>
                  <a:ext uri="{FF2B5EF4-FFF2-40B4-BE49-F238E27FC236}">
                    <a16:creationId xmlns:a16="http://schemas.microsoft.com/office/drawing/2014/main" id="{2F09A04B-1F7B-4C61-A6E7-F8718D07F849}"/>
                  </a:ext>
                </a:extLst>
              </p:cNvPr>
              <p:cNvCxnSpPr/>
              <p:nvPr/>
            </p:nvCxnSpPr>
            <p:spPr>
              <a:xfrm flipH="1">
                <a:off x="7095240" y="3600000"/>
                <a:ext cx="104760" cy="11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1" name="直線コネクタ 104980">
                <a:extLst>
                  <a:ext uri="{FF2B5EF4-FFF2-40B4-BE49-F238E27FC236}">
                    <a16:creationId xmlns:a16="http://schemas.microsoft.com/office/drawing/2014/main" id="{58FE64B7-E924-4887-B2CE-1984064F823B}"/>
                  </a:ext>
                </a:extLst>
              </p:cNvPr>
              <p:cNvCxnSpPr/>
              <p:nvPr/>
            </p:nvCxnSpPr>
            <p:spPr>
              <a:xfrm flipH="1">
                <a:off x="7090200" y="3600000"/>
                <a:ext cx="109800" cy="1172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2" name="直線コネクタ 104981">
                <a:extLst>
                  <a:ext uri="{FF2B5EF4-FFF2-40B4-BE49-F238E27FC236}">
                    <a16:creationId xmlns:a16="http://schemas.microsoft.com/office/drawing/2014/main" id="{1FBB6F81-C898-4B98-95B0-84CACAB3C878}"/>
                  </a:ext>
                </a:extLst>
              </p:cNvPr>
              <p:cNvCxnSpPr/>
              <p:nvPr/>
            </p:nvCxnSpPr>
            <p:spPr>
              <a:xfrm flipH="1">
                <a:off x="7081200" y="3600000"/>
                <a:ext cx="118800" cy="1158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3" name="直線コネクタ 104982">
                <a:extLst>
                  <a:ext uri="{FF2B5EF4-FFF2-40B4-BE49-F238E27FC236}">
                    <a16:creationId xmlns:a16="http://schemas.microsoft.com/office/drawing/2014/main" id="{C20C9E71-9D43-4276-BCF9-F5B33D27388C}"/>
                  </a:ext>
                </a:extLst>
              </p:cNvPr>
              <p:cNvCxnSpPr/>
              <p:nvPr/>
            </p:nvCxnSpPr>
            <p:spPr>
              <a:xfrm flipH="1">
                <a:off x="7075440" y="3600000"/>
                <a:ext cx="124560" cy="1142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4" name="直線コネクタ 104983">
                <a:extLst>
                  <a:ext uri="{FF2B5EF4-FFF2-40B4-BE49-F238E27FC236}">
                    <a16:creationId xmlns:a16="http://schemas.microsoft.com/office/drawing/2014/main" id="{49531876-D35E-4E98-A33A-B329741AA916}"/>
                  </a:ext>
                </a:extLst>
              </p:cNvPr>
              <p:cNvCxnSpPr/>
              <p:nvPr/>
            </p:nvCxnSpPr>
            <p:spPr>
              <a:xfrm flipH="1">
                <a:off x="7069320" y="3600000"/>
                <a:ext cx="130680" cy="112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5" name="直線コネクタ 104984">
                <a:extLst>
                  <a:ext uri="{FF2B5EF4-FFF2-40B4-BE49-F238E27FC236}">
                    <a16:creationId xmlns:a16="http://schemas.microsoft.com/office/drawing/2014/main" id="{65D4EBB5-699C-43E1-B079-FFA0FC34FD56}"/>
                  </a:ext>
                </a:extLst>
              </p:cNvPr>
              <p:cNvCxnSpPr/>
              <p:nvPr/>
            </p:nvCxnSpPr>
            <p:spPr>
              <a:xfrm flipH="1">
                <a:off x="7063200" y="3600000"/>
                <a:ext cx="136800" cy="1110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6" name="直線コネクタ 104985">
                <a:extLst>
                  <a:ext uri="{FF2B5EF4-FFF2-40B4-BE49-F238E27FC236}">
                    <a16:creationId xmlns:a16="http://schemas.microsoft.com/office/drawing/2014/main" id="{20D7A2FB-2DBA-403D-8FCC-DEE580A0938B}"/>
                  </a:ext>
                </a:extLst>
              </p:cNvPr>
              <p:cNvCxnSpPr/>
              <p:nvPr/>
            </p:nvCxnSpPr>
            <p:spPr>
              <a:xfrm flipH="1">
                <a:off x="7056720" y="3600000"/>
                <a:ext cx="143280" cy="109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7" name="直線コネクタ 104986">
                <a:extLst>
                  <a:ext uri="{FF2B5EF4-FFF2-40B4-BE49-F238E27FC236}">
                    <a16:creationId xmlns:a16="http://schemas.microsoft.com/office/drawing/2014/main" id="{645D26C4-AF8B-4DDB-9CA6-F7796FDC55CC}"/>
                  </a:ext>
                </a:extLst>
              </p:cNvPr>
              <p:cNvCxnSpPr/>
              <p:nvPr/>
            </p:nvCxnSpPr>
            <p:spPr>
              <a:xfrm flipH="1">
                <a:off x="7049880" y="3600000"/>
                <a:ext cx="150120" cy="1080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8" name="直線コネクタ 104987">
                <a:extLst>
                  <a:ext uri="{FF2B5EF4-FFF2-40B4-BE49-F238E27FC236}">
                    <a16:creationId xmlns:a16="http://schemas.microsoft.com/office/drawing/2014/main" id="{6A64DF45-DE22-42B2-BB19-62785E37F32A}"/>
                  </a:ext>
                </a:extLst>
              </p:cNvPr>
              <p:cNvCxnSpPr/>
              <p:nvPr/>
            </p:nvCxnSpPr>
            <p:spPr>
              <a:xfrm flipH="1">
                <a:off x="7042680" y="3600000"/>
                <a:ext cx="157320" cy="1065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89" name="直線コネクタ 104988">
                <a:extLst>
                  <a:ext uri="{FF2B5EF4-FFF2-40B4-BE49-F238E27FC236}">
                    <a16:creationId xmlns:a16="http://schemas.microsoft.com/office/drawing/2014/main" id="{47297E09-8518-4160-B8CC-7993816D53EC}"/>
                  </a:ext>
                </a:extLst>
              </p:cNvPr>
              <p:cNvCxnSpPr/>
              <p:nvPr/>
            </p:nvCxnSpPr>
            <p:spPr>
              <a:xfrm flipH="1">
                <a:off x="7038360" y="3600000"/>
                <a:ext cx="161640" cy="1048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0" name="直線コネクタ 104989">
                <a:extLst>
                  <a:ext uri="{FF2B5EF4-FFF2-40B4-BE49-F238E27FC236}">
                    <a16:creationId xmlns:a16="http://schemas.microsoft.com/office/drawing/2014/main" id="{2768B13B-5F1F-4FAB-AAD2-A210FED0FCA5}"/>
                  </a:ext>
                </a:extLst>
              </p:cNvPr>
              <p:cNvCxnSpPr/>
              <p:nvPr/>
            </p:nvCxnSpPr>
            <p:spPr>
              <a:xfrm flipH="1">
                <a:off x="7030800" y="3600000"/>
                <a:ext cx="169200" cy="103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1" name="直線コネクタ 104990">
                <a:extLst>
                  <a:ext uri="{FF2B5EF4-FFF2-40B4-BE49-F238E27FC236}">
                    <a16:creationId xmlns:a16="http://schemas.microsoft.com/office/drawing/2014/main" id="{2A660881-037D-4C21-AC62-2AF7B2089D17}"/>
                  </a:ext>
                </a:extLst>
              </p:cNvPr>
              <p:cNvCxnSpPr/>
              <p:nvPr/>
            </p:nvCxnSpPr>
            <p:spPr>
              <a:xfrm flipH="1">
                <a:off x="7022880" y="3600000"/>
                <a:ext cx="177120" cy="101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2" name="直線コネクタ 104991">
                <a:extLst>
                  <a:ext uri="{FF2B5EF4-FFF2-40B4-BE49-F238E27FC236}">
                    <a16:creationId xmlns:a16="http://schemas.microsoft.com/office/drawing/2014/main" id="{6DDB0E8E-D464-4FD4-89CB-D4EC92465938}"/>
                  </a:ext>
                </a:extLst>
              </p:cNvPr>
              <p:cNvCxnSpPr/>
              <p:nvPr/>
            </p:nvCxnSpPr>
            <p:spPr>
              <a:xfrm flipH="1">
                <a:off x="7017840" y="3600000"/>
                <a:ext cx="182160" cy="1001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3" name="直線コネクタ 104992">
                <a:extLst>
                  <a:ext uri="{FF2B5EF4-FFF2-40B4-BE49-F238E27FC236}">
                    <a16:creationId xmlns:a16="http://schemas.microsoft.com/office/drawing/2014/main" id="{22B697A1-7080-499A-883C-13686EF4C8F4}"/>
                  </a:ext>
                </a:extLst>
              </p:cNvPr>
              <p:cNvCxnSpPr/>
              <p:nvPr/>
            </p:nvCxnSpPr>
            <p:spPr>
              <a:xfrm flipH="1">
                <a:off x="7009560" y="3600000"/>
                <a:ext cx="190440" cy="9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4" name="直線コネクタ 104993">
                <a:extLst>
                  <a:ext uri="{FF2B5EF4-FFF2-40B4-BE49-F238E27FC236}">
                    <a16:creationId xmlns:a16="http://schemas.microsoft.com/office/drawing/2014/main" id="{8DAF1EEF-83F1-4469-ABF2-77FB4CC56776}"/>
                  </a:ext>
                </a:extLst>
              </p:cNvPr>
              <p:cNvCxnSpPr/>
              <p:nvPr/>
            </p:nvCxnSpPr>
            <p:spPr>
              <a:xfrm flipH="1">
                <a:off x="7000920" y="3600000"/>
                <a:ext cx="199080" cy="9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5" name="直線コネクタ 104994">
                <a:extLst>
                  <a:ext uri="{FF2B5EF4-FFF2-40B4-BE49-F238E27FC236}">
                    <a16:creationId xmlns:a16="http://schemas.microsoft.com/office/drawing/2014/main" id="{C6E69CAF-CE33-4A86-AED1-25F56B9B63AD}"/>
                  </a:ext>
                </a:extLst>
              </p:cNvPr>
              <p:cNvCxnSpPr/>
              <p:nvPr/>
            </p:nvCxnSpPr>
            <p:spPr>
              <a:xfrm flipH="1">
                <a:off x="6994800" y="3600000"/>
                <a:ext cx="205200" cy="9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6" name="直線コネクタ 104995">
                <a:extLst>
                  <a:ext uri="{FF2B5EF4-FFF2-40B4-BE49-F238E27FC236}">
                    <a16:creationId xmlns:a16="http://schemas.microsoft.com/office/drawing/2014/main" id="{C70BFDFE-B303-4BBF-82C5-9131607334E0}"/>
                  </a:ext>
                </a:extLst>
              </p:cNvPr>
              <p:cNvCxnSpPr/>
              <p:nvPr/>
            </p:nvCxnSpPr>
            <p:spPr>
              <a:xfrm flipH="1">
                <a:off x="6985440" y="3600000"/>
                <a:ext cx="214560" cy="94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7" name="直線コネクタ 104996">
                <a:extLst>
                  <a:ext uri="{FF2B5EF4-FFF2-40B4-BE49-F238E27FC236}">
                    <a16:creationId xmlns:a16="http://schemas.microsoft.com/office/drawing/2014/main" id="{19F86010-6B57-44AC-AF5C-E88B6C607541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8" name="直線コネクタ 104997">
                <a:extLst>
                  <a:ext uri="{FF2B5EF4-FFF2-40B4-BE49-F238E27FC236}">
                    <a16:creationId xmlns:a16="http://schemas.microsoft.com/office/drawing/2014/main" id="{17E5C767-E839-49D5-AC49-6958AEBD2F36}"/>
                  </a:ext>
                </a:extLst>
              </p:cNvPr>
              <p:cNvCxnSpPr/>
              <p:nvPr/>
            </p:nvCxnSpPr>
            <p:spPr>
              <a:xfrm flipH="1">
                <a:off x="6969240" y="3600000"/>
                <a:ext cx="230760" cy="912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999" name="直線コネクタ 104998">
                <a:extLst>
                  <a:ext uri="{FF2B5EF4-FFF2-40B4-BE49-F238E27FC236}">
                    <a16:creationId xmlns:a16="http://schemas.microsoft.com/office/drawing/2014/main" id="{24FB2A54-206B-4AFF-AFD0-495D7C370A02}"/>
                  </a:ext>
                </a:extLst>
              </p:cNvPr>
              <p:cNvCxnSpPr/>
              <p:nvPr/>
            </p:nvCxnSpPr>
            <p:spPr>
              <a:xfrm flipH="1">
                <a:off x="6959160" y="3600000"/>
                <a:ext cx="240840" cy="89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0" name="直線コネクタ 104999">
                <a:extLst>
                  <a:ext uri="{FF2B5EF4-FFF2-40B4-BE49-F238E27FC236}">
                    <a16:creationId xmlns:a16="http://schemas.microsoft.com/office/drawing/2014/main" id="{BA317C75-6635-4213-B883-6139FF5423F8}"/>
                  </a:ext>
                </a:extLst>
              </p:cNvPr>
              <p:cNvCxnSpPr/>
              <p:nvPr/>
            </p:nvCxnSpPr>
            <p:spPr>
              <a:xfrm flipH="1">
                <a:off x="6951960" y="3600000"/>
                <a:ext cx="248040" cy="88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1" name="直線コネクタ 105000">
                <a:extLst>
                  <a:ext uri="{FF2B5EF4-FFF2-40B4-BE49-F238E27FC236}">
                    <a16:creationId xmlns:a16="http://schemas.microsoft.com/office/drawing/2014/main" id="{9F5ED8AB-19E9-401D-984B-96D6717D18B3}"/>
                  </a:ext>
                </a:extLst>
              </p:cNvPr>
              <p:cNvCxnSpPr/>
              <p:nvPr/>
            </p:nvCxnSpPr>
            <p:spPr>
              <a:xfrm flipH="1">
                <a:off x="6944400" y="3600000"/>
                <a:ext cx="255600" cy="867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2" name="直線コネクタ 105001">
                <a:extLst>
                  <a:ext uri="{FF2B5EF4-FFF2-40B4-BE49-F238E27FC236}">
                    <a16:creationId xmlns:a16="http://schemas.microsoft.com/office/drawing/2014/main" id="{BFB43A55-8784-47FC-A235-CC3437256097}"/>
                  </a:ext>
                </a:extLst>
              </p:cNvPr>
              <p:cNvCxnSpPr/>
              <p:nvPr/>
            </p:nvCxnSpPr>
            <p:spPr>
              <a:xfrm flipH="1">
                <a:off x="6936120" y="3600000"/>
                <a:ext cx="263880" cy="85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3" name="直線コネクタ 105002">
                <a:extLst>
                  <a:ext uri="{FF2B5EF4-FFF2-40B4-BE49-F238E27FC236}">
                    <a16:creationId xmlns:a16="http://schemas.microsoft.com/office/drawing/2014/main" id="{85B81254-71B8-4AD3-96D2-F3B9C07E1655}"/>
                  </a:ext>
                </a:extLst>
              </p:cNvPr>
              <p:cNvCxnSpPr/>
              <p:nvPr/>
            </p:nvCxnSpPr>
            <p:spPr>
              <a:xfrm flipH="1">
                <a:off x="6925320" y="3600000"/>
                <a:ext cx="274680" cy="83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4" name="直線コネクタ 105003">
                <a:extLst>
                  <a:ext uri="{FF2B5EF4-FFF2-40B4-BE49-F238E27FC236}">
                    <a16:creationId xmlns:a16="http://schemas.microsoft.com/office/drawing/2014/main" id="{2F4ED0B2-323C-414C-80A4-57A3BA000388}"/>
                  </a:ext>
                </a:extLst>
              </p:cNvPr>
              <p:cNvCxnSpPr/>
              <p:nvPr/>
            </p:nvCxnSpPr>
            <p:spPr>
              <a:xfrm flipH="1">
                <a:off x="6916680" y="3600000"/>
                <a:ext cx="283320" cy="82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5" name="直線コネクタ 105004">
                <a:extLst>
                  <a:ext uri="{FF2B5EF4-FFF2-40B4-BE49-F238E27FC236}">
                    <a16:creationId xmlns:a16="http://schemas.microsoft.com/office/drawing/2014/main" id="{9C8126D7-88F2-4007-8336-D9219DF0C001}"/>
                  </a:ext>
                </a:extLst>
              </p:cNvPr>
              <p:cNvCxnSpPr/>
              <p:nvPr/>
            </p:nvCxnSpPr>
            <p:spPr>
              <a:xfrm flipH="1">
                <a:off x="6907680" y="3600000"/>
                <a:ext cx="292320" cy="80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6" name="直線コネクタ 105005">
                <a:extLst>
                  <a:ext uri="{FF2B5EF4-FFF2-40B4-BE49-F238E27FC236}">
                    <a16:creationId xmlns:a16="http://schemas.microsoft.com/office/drawing/2014/main" id="{976E0CA1-21B4-441B-A71C-C29D9C2716A1}"/>
                  </a:ext>
                </a:extLst>
              </p:cNvPr>
              <p:cNvCxnSpPr/>
              <p:nvPr/>
            </p:nvCxnSpPr>
            <p:spPr>
              <a:xfrm flipH="1">
                <a:off x="6895800" y="3600000"/>
                <a:ext cx="304200" cy="794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7" name="直線コネクタ 105006">
                <a:extLst>
                  <a:ext uri="{FF2B5EF4-FFF2-40B4-BE49-F238E27FC236}">
                    <a16:creationId xmlns:a16="http://schemas.microsoft.com/office/drawing/2014/main" id="{A50A79BF-97BD-4604-AE43-F22FBACAA300}"/>
                  </a:ext>
                </a:extLst>
              </p:cNvPr>
              <p:cNvCxnSpPr/>
              <p:nvPr/>
            </p:nvCxnSpPr>
            <p:spPr>
              <a:xfrm flipH="1">
                <a:off x="6886440" y="3600000"/>
                <a:ext cx="313560" cy="77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8" name="直線コネクタ 105007">
                <a:extLst>
                  <a:ext uri="{FF2B5EF4-FFF2-40B4-BE49-F238E27FC236}">
                    <a16:creationId xmlns:a16="http://schemas.microsoft.com/office/drawing/2014/main" id="{87C4584C-D0B1-47A5-9086-D63DA09CB4A0}"/>
                  </a:ext>
                </a:extLst>
              </p:cNvPr>
              <p:cNvCxnSpPr/>
              <p:nvPr/>
            </p:nvCxnSpPr>
            <p:spPr>
              <a:xfrm flipH="1">
                <a:off x="6876720" y="3600000"/>
                <a:ext cx="323280" cy="765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09" name="直線コネクタ 105008">
                <a:extLst>
                  <a:ext uri="{FF2B5EF4-FFF2-40B4-BE49-F238E27FC236}">
                    <a16:creationId xmlns:a16="http://schemas.microsoft.com/office/drawing/2014/main" id="{9843E128-26AD-45BA-B5A1-F006661C005D}"/>
                  </a:ext>
                </a:extLst>
              </p:cNvPr>
              <p:cNvCxnSpPr/>
              <p:nvPr/>
            </p:nvCxnSpPr>
            <p:spPr>
              <a:xfrm flipH="1">
                <a:off x="6866640" y="3600000"/>
                <a:ext cx="333360" cy="7502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0" name="直線コネクタ 105009">
                <a:extLst>
                  <a:ext uri="{FF2B5EF4-FFF2-40B4-BE49-F238E27FC236}">
                    <a16:creationId xmlns:a16="http://schemas.microsoft.com/office/drawing/2014/main" id="{28BBA99B-0AE0-496A-96B6-B42796F48FD1}"/>
                  </a:ext>
                </a:extLst>
              </p:cNvPr>
              <p:cNvCxnSpPr/>
              <p:nvPr/>
            </p:nvCxnSpPr>
            <p:spPr>
              <a:xfrm flipH="1">
                <a:off x="6856200" y="3600000"/>
                <a:ext cx="343800" cy="735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1" name="直線コネクタ 105010">
                <a:extLst>
                  <a:ext uri="{FF2B5EF4-FFF2-40B4-BE49-F238E27FC236}">
                    <a16:creationId xmlns:a16="http://schemas.microsoft.com/office/drawing/2014/main" id="{07B60F61-24E7-4C4E-B3C9-DAB789BEC82D}"/>
                  </a:ext>
                </a:extLst>
              </p:cNvPr>
              <p:cNvCxnSpPr/>
              <p:nvPr/>
            </p:nvCxnSpPr>
            <p:spPr>
              <a:xfrm flipH="1">
                <a:off x="6845400" y="3600000"/>
                <a:ext cx="354600" cy="72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2" name="直線コネクタ 105011">
                <a:extLst>
                  <a:ext uri="{FF2B5EF4-FFF2-40B4-BE49-F238E27FC236}">
                    <a16:creationId xmlns:a16="http://schemas.microsoft.com/office/drawing/2014/main" id="{F1A7C858-A603-4C23-A2D8-D84FF3CC556D}"/>
                  </a:ext>
                </a:extLst>
              </p:cNvPr>
              <p:cNvCxnSpPr/>
              <p:nvPr/>
            </p:nvCxnSpPr>
            <p:spPr>
              <a:xfrm flipH="1">
                <a:off x="6834240" y="3600000"/>
                <a:ext cx="365760" cy="70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3" name="直線コネクタ 105012">
                <a:extLst>
                  <a:ext uri="{FF2B5EF4-FFF2-40B4-BE49-F238E27FC236}">
                    <a16:creationId xmlns:a16="http://schemas.microsoft.com/office/drawing/2014/main" id="{886EF07E-A787-473D-ACF3-3B9EDD4BFEE7}"/>
                  </a:ext>
                </a:extLst>
              </p:cNvPr>
              <p:cNvCxnSpPr/>
              <p:nvPr/>
            </p:nvCxnSpPr>
            <p:spPr>
              <a:xfrm flipH="1">
                <a:off x="6823080" y="3600000"/>
                <a:ext cx="376920" cy="69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4" name="直線コネクタ 105013">
                <a:extLst>
                  <a:ext uri="{FF2B5EF4-FFF2-40B4-BE49-F238E27FC236}">
                    <a16:creationId xmlns:a16="http://schemas.microsoft.com/office/drawing/2014/main" id="{4B149EA1-094B-443B-934D-1435109AAF4E}"/>
                  </a:ext>
                </a:extLst>
              </p:cNvPr>
              <p:cNvCxnSpPr/>
              <p:nvPr/>
            </p:nvCxnSpPr>
            <p:spPr>
              <a:xfrm flipH="1">
                <a:off x="6811560" y="3600000"/>
                <a:ext cx="388440" cy="67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5" name="直線コネクタ 105014">
                <a:extLst>
                  <a:ext uri="{FF2B5EF4-FFF2-40B4-BE49-F238E27FC236}">
                    <a16:creationId xmlns:a16="http://schemas.microsoft.com/office/drawing/2014/main" id="{FC30EA4A-93B0-4179-BB96-1A1C95F368B4}"/>
                  </a:ext>
                </a:extLst>
              </p:cNvPr>
              <p:cNvCxnSpPr/>
              <p:nvPr/>
            </p:nvCxnSpPr>
            <p:spPr>
              <a:xfrm flipH="1">
                <a:off x="6984360" y="3600000"/>
                <a:ext cx="215640" cy="94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6" name="直線コネクタ 105015">
                <a:extLst>
                  <a:ext uri="{FF2B5EF4-FFF2-40B4-BE49-F238E27FC236}">
                    <a16:creationId xmlns:a16="http://schemas.microsoft.com/office/drawing/2014/main" id="{F3DD7AAB-E7A4-4414-BB66-00CE64731A39}"/>
                  </a:ext>
                </a:extLst>
              </p:cNvPr>
              <p:cNvCxnSpPr/>
              <p:nvPr/>
            </p:nvCxnSpPr>
            <p:spPr>
              <a:xfrm flipH="1">
                <a:off x="6976080" y="3600000"/>
                <a:ext cx="223920" cy="924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7" name="直線コネクタ 105016">
                <a:extLst>
                  <a:ext uri="{FF2B5EF4-FFF2-40B4-BE49-F238E27FC236}">
                    <a16:creationId xmlns:a16="http://schemas.microsoft.com/office/drawing/2014/main" id="{CF2AB363-77D9-4009-8F1F-76F4733ED6F4}"/>
                  </a:ext>
                </a:extLst>
              </p:cNvPr>
              <p:cNvCxnSpPr/>
              <p:nvPr/>
            </p:nvCxnSpPr>
            <p:spPr>
              <a:xfrm flipH="1">
                <a:off x="6967440" y="3600000"/>
                <a:ext cx="232560" cy="90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8" name="直線コネクタ 105017">
                <a:extLst>
                  <a:ext uri="{FF2B5EF4-FFF2-40B4-BE49-F238E27FC236}">
                    <a16:creationId xmlns:a16="http://schemas.microsoft.com/office/drawing/2014/main" id="{CA72EB08-0810-4906-A299-CE5E91FBA640}"/>
                  </a:ext>
                </a:extLst>
              </p:cNvPr>
              <p:cNvCxnSpPr/>
              <p:nvPr/>
            </p:nvCxnSpPr>
            <p:spPr>
              <a:xfrm flipH="1">
                <a:off x="6958800" y="3600000"/>
                <a:ext cx="241200" cy="89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19" name="直線コネクタ 105018">
                <a:extLst>
                  <a:ext uri="{FF2B5EF4-FFF2-40B4-BE49-F238E27FC236}">
                    <a16:creationId xmlns:a16="http://schemas.microsoft.com/office/drawing/2014/main" id="{BE6B45E3-2DC8-4BC3-A080-17E0DBBA094D}"/>
                  </a:ext>
                </a:extLst>
              </p:cNvPr>
              <p:cNvCxnSpPr/>
              <p:nvPr/>
            </p:nvCxnSpPr>
            <p:spPr>
              <a:xfrm flipH="1">
                <a:off x="6949800" y="3600000"/>
                <a:ext cx="250200" cy="87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0" name="直線コネクタ 105019">
                <a:extLst>
                  <a:ext uri="{FF2B5EF4-FFF2-40B4-BE49-F238E27FC236}">
                    <a16:creationId xmlns:a16="http://schemas.microsoft.com/office/drawing/2014/main" id="{750E5BEF-5EEC-4376-A738-5E3C547BF26A}"/>
                  </a:ext>
                </a:extLst>
              </p:cNvPr>
              <p:cNvCxnSpPr/>
              <p:nvPr/>
            </p:nvCxnSpPr>
            <p:spPr>
              <a:xfrm flipH="1">
                <a:off x="6940440" y="3600000"/>
                <a:ext cx="259560" cy="86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1" name="直線コネクタ 105020">
                <a:extLst>
                  <a:ext uri="{FF2B5EF4-FFF2-40B4-BE49-F238E27FC236}">
                    <a16:creationId xmlns:a16="http://schemas.microsoft.com/office/drawing/2014/main" id="{08F60472-D206-4461-8F07-5AF38A7032BF}"/>
                  </a:ext>
                </a:extLst>
              </p:cNvPr>
              <p:cNvCxnSpPr/>
              <p:nvPr/>
            </p:nvCxnSpPr>
            <p:spPr>
              <a:xfrm flipH="1">
                <a:off x="6931080" y="3600000"/>
                <a:ext cx="268920" cy="84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2" name="直線コネクタ 105021">
                <a:extLst>
                  <a:ext uri="{FF2B5EF4-FFF2-40B4-BE49-F238E27FC236}">
                    <a16:creationId xmlns:a16="http://schemas.microsoft.com/office/drawing/2014/main" id="{585EE965-CAFD-4AE3-9585-31EF3FF1C93D}"/>
                  </a:ext>
                </a:extLst>
              </p:cNvPr>
              <p:cNvCxnSpPr/>
              <p:nvPr/>
            </p:nvCxnSpPr>
            <p:spPr>
              <a:xfrm flipH="1">
                <a:off x="6921360" y="3600000"/>
                <a:ext cx="278640" cy="831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3" name="直線コネクタ 105022">
                <a:extLst>
                  <a:ext uri="{FF2B5EF4-FFF2-40B4-BE49-F238E27FC236}">
                    <a16:creationId xmlns:a16="http://schemas.microsoft.com/office/drawing/2014/main" id="{6230A0A7-B165-4160-AD31-948D5A0B807F}"/>
                  </a:ext>
                </a:extLst>
              </p:cNvPr>
              <p:cNvCxnSpPr/>
              <p:nvPr/>
            </p:nvCxnSpPr>
            <p:spPr>
              <a:xfrm flipH="1">
                <a:off x="6911280" y="3600000"/>
                <a:ext cx="288720" cy="81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4" name="直線コネクタ 105023">
                <a:extLst>
                  <a:ext uri="{FF2B5EF4-FFF2-40B4-BE49-F238E27FC236}">
                    <a16:creationId xmlns:a16="http://schemas.microsoft.com/office/drawing/2014/main" id="{3977B280-0046-4BFF-9CAE-41D4E248953A}"/>
                  </a:ext>
                </a:extLst>
              </p:cNvPr>
              <p:cNvCxnSpPr/>
              <p:nvPr/>
            </p:nvCxnSpPr>
            <p:spPr>
              <a:xfrm flipH="1">
                <a:off x="6900840" y="3600000"/>
                <a:ext cx="299160" cy="802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5" name="直線コネクタ 105024">
                <a:extLst>
                  <a:ext uri="{FF2B5EF4-FFF2-40B4-BE49-F238E27FC236}">
                    <a16:creationId xmlns:a16="http://schemas.microsoft.com/office/drawing/2014/main" id="{0E6BF39F-4586-4191-BC0A-F15ADCFB2BA6}"/>
                  </a:ext>
                </a:extLst>
              </p:cNvPr>
              <p:cNvCxnSpPr/>
              <p:nvPr/>
            </p:nvCxnSpPr>
            <p:spPr>
              <a:xfrm flipH="1">
                <a:off x="6893640" y="3600000"/>
                <a:ext cx="306360" cy="78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6" name="直線コネクタ 105025">
                <a:extLst>
                  <a:ext uri="{FF2B5EF4-FFF2-40B4-BE49-F238E27FC236}">
                    <a16:creationId xmlns:a16="http://schemas.microsoft.com/office/drawing/2014/main" id="{0C7F5613-79D9-49E1-A2E7-CF95A091FD2D}"/>
                  </a:ext>
                </a:extLst>
              </p:cNvPr>
              <p:cNvCxnSpPr/>
              <p:nvPr/>
            </p:nvCxnSpPr>
            <p:spPr>
              <a:xfrm flipH="1">
                <a:off x="6883200" y="3600000"/>
                <a:ext cx="316800" cy="77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7" name="直線コネクタ 105026">
                <a:extLst>
                  <a:ext uri="{FF2B5EF4-FFF2-40B4-BE49-F238E27FC236}">
                    <a16:creationId xmlns:a16="http://schemas.microsoft.com/office/drawing/2014/main" id="{623F934D-2C67-4C43-B3AE-14AF669F3FAE}"/>
                  </a:ext>
                </a:extLst>
              </p:cNvPr>
              <p:cNvCxnSpPr/>
              <p:nvPr/>
            </p:nvCxnSpPr>
            <p:spPr>
              <a:xfrm flipH="1">
                <a:off x="6872040" y="3600000"/>
                <a:ext cx="327960" cy="758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8" name="直線コネクタ 105027">
                <a:extLst>
                  <a:ext uri="{FF2B5EF4-FFF2-40B4-BE49-F238E27FC236}">
                    <a16:creationId xmlns:a16="http://schemas.microsoft.com/office/drawing/2014/main" id="{0AAFA5D5-175C-468E-A8D0-59BBE8D8042F}"/>
                  </a:ext>
                </a:extLst>
              </p:cNvPr>
              <p:cNvCxnSpPr/>
              <p:nvPr/>
            </p:nvCxnSpPr>
            <p:spPr>
              <a:xfrm flipH="1">
                <a:off x="6864120" y="3600000"/>
                <a:ext cx="335880" cy="743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29" name="直線コネクタ 105028">
                <a:extLst>
                  <a:ext uri="{FF2B5EF4-FFF2-40B4-BE49-F238E27FC236}">
                    <a16:creationId xmlns:a16="http://schemas.microsoft.com/office/drawing/2014/main" id="{C3D50F49-BE30-4789-B2E4-94F938B48E03}"/>
                  </a:ext>
                </a:extLst>
              </p:cNvPr>
              <p:cNvCxnSpPr/>
              <p:nvPr/>
            </p:nvCxnSpPr>
            <p:spPr>
              <a:xfrm flipH="1">
                <a:off x="6852960" y="3600000"/>
                <a:ext cx="347040" cy="730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0" name="直線コネクタ 105029">
                <a:extLst>
                  <a:ext uri="{FF2B5EF4-FFF2-40B4-BE49-F238E27FC236}">
                    <a16:creationId xmlns:a16="http://schemas.microsoft.com/office/drawing/2014/main" id="{64C795E2-875D-45CC-B2F0-951900096902}"/>
                  </a:ext>
                </a:extLst>
              </p:cNvPr>
              <p:cNvCxnSpPr/>
              <p:nvPr/>
            </p:nvCxnSpPr>
            <p:spPr>
              <a:xfrm flipH="1">
                <a:off x="6841440" y="3600000"/>
                <a:ext cx="358560" cy="71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1" name="直線コネクタ 105030">
                <a:extLst>
                  <a:ext uri="{FF2B5EF4-FFF2-40B4-BE49-F238E27FC236}">
                    <a16:creationId xmlns:a16="http://schemas.microsoft.com/office/drawing/2014/main" id="{D836D39A-A742-4B52-A8CA-B823056BD39E}"/>
                  </a:ext>
                </a:extLst>
              </p:cNvPr>
              <p:cNvCxnSpPr/>
              <p:nvPr/>
            </p:nvCxnSpPr>
            <p:spPr>
              <a:xfrm flipH="1">
                <a:off x="6829560" y="3600000"/>
                <a:ext cx="370440" cy="704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2" name="直線コネクタ 105031">
                <a:extLst>
                  <a:ext uri="{FF2B5EF4-FFF2-40B4-BE49-F238E27FC236}">
                    <a16:creationId xmlns:a16="http://schemas.microsoft.com/office/drawing/2014/main" id="{03184197-EA15-4CB6-911C-EDBCBBC93078}"/>
                  </a:ext>
                </a:extLst>
              </p:cNvPr>
              <p:cNvCxnSpPr/>
              <p:nvPr/>
            </p:nvCxnSpPr>
            <p:spPr>
              <a:xfrm flipH="1">
                <a:off x="6820560" y="3600000"/>
                <a:ext cx="379440" cy="689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3" name="直線コネクタ 105032">
                <a:extLst>
                  <a:ext uri="{FF2B5EF4-FFF2-40B4-BE49-F238E27FC236}">
                    <a16:creationId xmlns:a16="http://schemas.microsoft.com/office/drawing/2014/main" id="{2A32CECA-25A5-4D64-A5B2-14B2B633FC8E}"/>
                  </a:ext>
                </a:extLst>
              </p:cNvPr>
              <p:cNvCxnSpPr/>
              <p:nvPr/>
            </p:nvCxnSpPr>
            <p:spPr>
              <a:xfrm flipH="1">
                <a:off x="6808320" y="3600000"/>
                <a:ext cx="391680" cy="677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4" name="直線コネクタ 105033">
                <a:extLst>
                  <a:ext uri="{FF2B5EF4-FFF2-40B4-BE49-F238E27FC236}">
                    <a16:creationId xmlns:a16="http://schemas.microsoft.com/office/drawing/2014/main" id="{F3179656-EF4A-4AAE-BCA9-A32B9CBA9B60}"/>
                  </a:ext>
                </a:extLst>
              </p:cNvPr>
              <p:cNvCxnSpPr/>
              <p:nvPr/>
            </p:nvCxnSpPr>
            <p:spPr>
              <a:xfrm flipH="1">
                <a:off x="6798960" y="3600000"/>
                <a:ext cx="401040" cy="663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5" name="直線コネクタ 105034">
                <a:extLst>
                  <a:ext uri="{FF2B5EF4-FFF2-40B4-BE49-F238E27FC236}">
                    <a16:creationId xmlns:a16="http://schemas.microsoft.com/office/drawing/2014/main" id="{60A8783E-2375-4175-BC8D-91A9D7B82EBE}"/>
                  </a:ext>
                </a:extLst>
              </p:cNvPr>
              <p:cNvCxnSpPr/>
              <p:nvPr/>
            </p:nvCxnSpPr>
            <p:spPr>
              <a:xfrm flipH="1">
                <a:off x="6789600" y="3600000"/>
                <a:ext cx="410400" cy="64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6" name="直線コネクタ 105035">
                <a:extLst>
                  <a:ext uri="{FF2B5EF4-FFF2-40B4-BE49-F238E27FC236}">
                    <a16:creationId xmlns:a16="http://schemas.microsoft.com/office/drawing/2014/main" id="{E739C25B-E6F1-4B65-A172-D9B88A9EE9CD}"/>
                  </a:ext>
                </a:extLst>
              </p:cNvPr>
              <p:cNvCxnSpPr/>
              <p:nvPr/>
            </p:nvCxnSpPr>
            <p:spPr>
              <a:xfrm flipH="1">
                <a:off x="6776640" y="3600000"/>
                <a:ext cx="423360" cy="637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7" name="直線コネクタ 105036">
                <a:extLst>
                  <a:ext uri="{FF2B5EF4-FFF2-40B4-BE49-F238E27FC236}">
                    <a16:creationId xmlns:a16="http://schemas.microsoft.com/office/drawing/2014/main" id="{8CB45EBA-7A70-4AA8-A18F-7F2E358B9685}"/>
                  </a:ext>
                </a:extLst>
              </p:cNvPr>
              <p:cNvCxnSpPr/>
              <p:nvPr/>
            </p:nvCxnSpPr>
            <p:spPr>
              <a:xfrm flipH="1">
                <a:off x="6766560" y="3600000"/>
                <a:ext cx="433440" cy="62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8" name="直線コネクタ 105037">
                <a:extLst>
                  <a:ext uri="{FF2B5EF4-FFF2-40B4-BE49-F238E27FC236}">
                    <a16:creationId xmlns:a16="http://schemas.microsoft.com/office/drawing/2014/main" id="{02085424-08A4-4D81-AEE2-E0715464265F}"/>
                  </a:ext>
                </a:extLst>
              </p:cNvPr>
              <p:cNvCxnSpPr/>
              <p:nvPr/>
            </p:nvCxnSpPr>
            <p:spPr>
              <a:xfrm flipH="1">
                <a:off x="6756480" y="3600000"/>
                <a:ext cx="443520" cy="610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39" name="直線コネクタ 105038">
                <a:extLst>
                  <a:ext uri="{FF2B5EF4-FFF2-40B4-BE49-F238E27FC236}">
                    <a16:creationId xmlns:a16="http://schemas.microsoft.com/office/drawing/2014/main" id="{07F06D4C-3ADC-42A9-8E3C-3C51DD2DDD65}"/>
                  </a:ext>
                </a:extLst>
              </p:cNvPr>
              <p:cNvCxnSpPr/>
              <p:nvPr/>
            </p:nvCxnSpPr>
            <p:spPr>
              <a:xfrm flipH="1">
                <a:off x="6743160" y="3600000"/>
                <a:ext cx="456840" cy="599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0" name="直線コネクタ 105039">
                <a:extLst>
                  <a:ext uri="{FF2B5EF4-FFF2-40B4-BE49-F238E27FC236}">
                    <a16:creationId xmlns:a16="http://schemas.microsoft.com/office/drawing/2014/main" id="{993A078D-6816-41EA-85C1-A112F7AFB9A0}"/>
                  </a:ext>
                </a:extLst>
              </p:cNvPr>
              <p:cNvCxnSpPr/>
              <p:nvPr/>
            </p:nvCxnSpPr>
            <p:spPr>
              <a:xfrm flipH="1">
                <a:off x="6732360" y="3600000"/>
                <a:ext cx="467640" cy="586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1" name="直線コネクタ 105040">
                <a:extLst>
                  <a:ext uri="{FF2B5EF4-FFF2-40B4-BE49-F238E27FC236}">
                    <a16:creationId xmlns:a16="http://schemas.microsoft.com/office/drawing/2014/main" id="{C286E58A-3111-4357-9B1E-78182B266CD5}"/>
                  </a:ext>
                </a:extLst>
              </p:cNvPr>
              <p:cNvCxnSpPr/>
              <p:nvPr/>
            </p:nvCxnSpPr>
            <p:spPr>
              <a:xfrm flipH="1">
                <a:off x="6721560" y="3600000"/>
                <a:ext cx="478440" cy="573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2" name="直線コネクタ 105041">
                <a:extLst>
                  <a:ext uri="{FF2B5EF4-FFF2-40B4-BE49-F238E27FC236}">
                    <a16:creationId xmlns:a16="http://schemas.microsoft.com/office/drawing/2014/main" id="{1EB390EF-995C-414C-893A-F5DD09E07DB0}"/>
                  </a:ext>
                </a:extLst>
              </p:cNvPr>
              <p:cNvCxnSpPr/>
              <p:nvPr/>
            </p:nvCxnSpPr>
            <p:spPr>
              <a:xfrm flipH="1">
                <a:off x="6707520" y="3600000"/>
                <a:ext cx="492480" cy="563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3" name="直線コネクタ 105042">
                <a:extLst>
                  <a:ext uri="{FF2B5EF4-FFF2-40B4-BE49-F238E27FC236}">
                    <a16:creationId xmlns:a16="http://schemas.microsoft.com/office/drawing/2014/main" id="{10B0F3B5-C299-44AC-9C13-E31D2252234E}"/>
                  </a:ext>
                </a:extLst>
              </p:cNvPr>
              <p:cNvCxnSpPr/>
              <p:nvPr/>
            </p:nvCxnSpPr>
            <p:spPr>
              <a:xfrm flipH="1">
                <a:off x="6696360" y="3600000"/>
                <a:ext cx="503640" cy="551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4" name="直線コネクタ 105043">
                <a:extLst>
                  <a:ext uri="{FF2B5EF4-FFF2-40B4-BE49-F238E27FC236}">
                    <a16:creationId xmlns:a16="http://schemas.microsoft.com/office/drawing/2014/main" id="{CD0714CE-6C4A-4BE6-90B4-0527BFBF51CB}"/>
                  </a:ext>
                </a:extLst>
              </p:cNvPr>
              <p:cNvCxnSpPr/>
              <p:nvPr/>
            </p:nvCxnSpPr>
            <p:spPr>
              <a:xfrm flipH="1">
                <a:off x="6684840" y="3600000"/>
                <a:ext cx="515160" cy="53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5" name="直線コネクタ 105044">
                <a:extLst>
                  <a:ext uri="{FF2B5EF4-FFF2-40B4-BE49-F238E27FC236}">
                    <a16:creationId xmlns:a16="http://schemas.microsoft.com/office/drawing/2014/main" id="{4934E898-0A0F-49A7-BBF6-616947BF990A}"/>
                  </a:ext>
                </a:extLst>
              </p:cNvPr>
              <p:cNvCxnSpPr/>
              <p:nvPr/>
            </p:nvCxnSpPr>
            <p:spPr>
              <a:xfrm flipH="1">
                <a:off x="6672960" y="3600000"/>
                <a:ext cx="527040" cy="52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6" name="直線コネクタ 105045">
                <a:extLst>
                  <a:ext uri="{FF2B5EF4-FFF2-40B4-BE49-F238E27FC236}">
                    <a16:creationId xmlns:a16="http://schemas.microsoft.com/office/drawing/2014/main" id="{399A3CF9-E376-44AD-90E0-C1A951093D0E}"/>
                  </a:ext>
                </a:extLst>
              </p:cNvPr>
              <p:cNvCxnSpPr/>
              <p:nvPr/>
            </p:nvCxnSpPr>
            <p:spPr>
              <a:xfrm flipH="1">
                <a:off x="6661080" y="3600000"/>
                <a:ext cx="538920" cy="515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7" name="直線コネクタ 105046">
                <a:extLst>
                  <a:ext uri="{FF2B5EF4-FFF2-40B4-BE49-F238E27FC236}">
                    <a16:creationId xmlns:a16="http://schemas.microsoft.com/office/drawing/2014/main" id="{4287BCCE-37EC-4D0A-B8FC-A613285E5D12}"/>
                  </a:ext>
                </a:extLst>
              </p:cNvPr>
              <p:cNvCxnSpPr/>
              <p:nvPr/>
            </p:nvCxnSpPr>
            <p:spPr>
              <a:xfrm flipH="1">
                <a:off x="6648840" y="3600000"/>
                <a:ext cx="551160" cy="503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8" name="直線コネクタ 105047">
                <a:extLst>
                  <a:ext uri="{FF2B5EF4-FFF2-40B4-BE49-F238E27FC236}">
                    <a16:creationId xmlns:a16="http://schemas.microsoft.com/office/drawing/2014/main" id="{F47F6CA9-986A-4B91-8415-B6877EDC5AE0}"/>
                  </a:ext>
                </a:extLst>
              </p:cNvPr>
              <p:cNvCxnSpPr/>
              <p:nvPr/>
            </p:nvCxnSpPr>
            <p:spPr>
              <a:xfrm flipH="1">
                <a:off x="6636600" y="3600000"/>
                <a:ext cx="563400" cy="492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49" name="直線コネクタ 105048">
                <a:extLst>
                  <a:ext uri="{FF2B5EF4-FFF2-40B4-BE49-F238E27FC236}">
                    <a16:creationId xmlns:a16="http://schemas.microsoft.com/office/drawing/2014/main" id="{08E21472-C565-4034-96A6-954A48121DD5}"/>
                  </a:ext>
                </a:extLst>
              </p:cNvPr>
              <p:cNvCxnSpPr/>
              <p:nvPr/>
            </p:nvCxnSpPr>
            <p:spPr>
              <a:xfrm flipH="1">
                <a:off x="6626160" y="3600000"/>
                <a:ext cx="573840" cy="47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0" name="直線コネクタ 105049">
                <a:extLst>
                  <a:ext uri="{FF2B5EF4-FFF2-40B4-BE49-F238E27FC236}">
                    <a16:creationId xmlns:a16="http://schemas.microsoft.com/office/drawing/2014/main" id="{91A3688B-0199-45C0-96EC-2138BD7517D4}"/>
                  </a:ext>
                </a:extLst>
              </p:cNvPr>
              <p:cNvCxnSpPr/>
              <p:nvPr/>
            </p:nvCxnSpPr>
            <p:spPr>
              <a:xfrm flipH="1">
                <a:off x="6613560" y="3600000"/>
                <a:ext cx="586440" cy="467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1" name="直線コネクタ 105050">
                <a:extLst>
                  <a:ext uri="{FF2B5EF4-FFF2-40B4-BE49-F238E27FC236}">
                    <a16:creationId xmlns:a16="http://schemas.microsoft.com/office/drawing/2014/main" id="{31658A38-04F1-4B4F-A379-B6F8E0DE63F7}"/>
                  </a:ext>
                </a:extLst>
              </p:cNvPr>
              <p:cNvCxnSpPr/>
              <p:nvPr/>
            </p:nvCxnSpPr>
            <p:spPr>
              <a:xfrm flipH="1">
                <a:off x="6600600" y="3600000"/>
                <a:ext cx="599400" cy="456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2" name="直線コネクタ 105051">
                <a:extLst>
                  <a:ext uri="{FF2B5EF4-FFF2-40B4-BE49-F238E27FC236}">
                    <a16:creationId xmlns:a16="http://schemas.microsoft.com/office/drawing/2014/main" id="{C0F71BD9-5DC2-466C-91B7-D4C3B98F44E3}"/>
                  </a:ext>
                </a:extLst>
              </p:cNvPr>
              <p:cNvCxnSpPr/>
              <p:nvPr/>
            </p:nvCxnSpPr>
            <p:spPr>
              <a:xfrm flipH="1">
                <a:off x="6589440" y="3600000"/>
                <a:ext cx="610560" cy="443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3" name="直線コネクタ 105052">
                <a:extLst>
                  <a:ext uri="{FF2B5EF4-FFF2-40B4-BE49-F238E27FC236}">
                    <a16:creationId xmlns:a16="http://schemas.microsoft.com/office/drawing/2014/main" id="{BF57A62E-41D0-4C97-A1FB-FCA8BE2A3D0D}"/>
                  </a:ext>
                </a:extLst>
              </p:cNvPr>
              <p:cNvCxnSpPr/>
              <p:nvPr/>
            </p:nvCxnSpPr>
            <p:spPr>
              <a:xfrm flipH="1">
                <a:off x="6576120" y="3600000"/>
                <a:ext cx="623880" cy="433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4" name="直線コネクタ 105053">
                <a:extLst>
                  <a:ext uri="{FF2B5EF4-FFF2-40B4-BE49-F238E27FC236}">
                    <a16:creationId xmlns:a16="http://schemas.microsoft.com/office/drawing/2014/main" id="{2B439649-F4FD-4219-8D01-2751F996E77D}"/>
                  </a:ext>
                </a:extLst>
              </p:cNvPr>
              <p:cNvCxnSpPr/>
              <p:nvPr/>
            </p:nvCxnSpPr>
            <p:spPr>
              <a:xfrm flipH="1">
                <a:off x="6562440" y="3600000"/>
                <a:ext cx="637560" cy="42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5" name="直線コネクタ 105054">
                <a:extLst>
                  <a:ext uri="{FF2B5EF4-FFF2-40B4-BE49-F238E27FC236}">
                    <a16:creationId xmlns:a16="http://schemas.microsoft.com/office/drawing/2014/main" id="{47DB2ED0-077A-4EA3-A923-0F8DEA4EE1AD}"/>
                  </a:ext>
                </a:extLst>
              </p:cNvPr>
              <p:cNvCxnSpPr/>
              <p:nvPr/>
            </p:nvCxnSpPr>
            <p:spPr>
              <a:xfrm flipH="1">
                <a:off x="6550920" y="3600000"/>
                <a:ext cx="649080" cy="410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6" name="直線コネクタ 105055">
                <a:extLst>
                  <a:ext uri="{FF2B5EF4-FFF2-40B4-BE49-F238E27FC236}">
                    <a16:creationId xmlns:a16="http://schemas.microsoft.com/office/drawing/2014/main" id="{0595A72D-0BAF-4AB9-A34A-D0B52D7B6E46}"/>
                  </a:ext>
                </a:extLst>
              </p:cNvPr>
              <p:cNvCxnSpPr/>
              <p:nvPr/>
            </p:nvCxnSpPr>
            <p:spPr>
              <a:xfrm flipH="1">
                <a:off x="6536880" y="3600000"/>
                <a:ext cx="663120" cy="401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7" name="直線コネクタ 105056">
                <a:extLst>
                  <a:ext uri="{FF2B5EF4-FFF2-40B4-BE49-F238E27FC236}">
                    <a16:creationId xmlns:a16="http://schemas.microsoft.com/office/drawing/2014/main" id="{13FF79CF-1E9B-412E-8B29-107160A20EA4}"/>
                  </a:ext>
                </a:extLst>
              </p:cNvPr>
              <p:cNvCxnSpPr/>
              <p:nvPr/>
            </p:nvCxnSpPr>
            <p:spPr>
              <a:xfrm flipH="1">
                <a:off x="6522840" y="3600000"/>
                <a:ext cx="677160" cy="39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8" name="直線コネクタ 105057">
                <a:extLst>
                  <a:ext uri="{FF2B5EF4-FFF2-40B4-BE49-F238E27FC236}">
                    <a16:creationId xmlns:a16="http://schemas.microsoft.com/office/drawing/2014/main" id="{7E8F43EB-3AD4-4071-AD8A-116BD7347E7B}"/>
                  </a:ext>
                </a:extLst>
              </p:cNvPr>
              <p:cNvCxnSpPr/>
              <p:nvPr/>
            </p:nvCxnSpPr>
            <p:spPr>
              <a:xfrm flipH="1">
                <a:off x="6510240" y="3600000"/>
                <a:ext cx="689760" cy="379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59" name="直線コネクタ 105058">
                <a:extLst>
                  <a:ext uri="{FF2B5EF4-FFF2-40B4-BE49-F238E27FC236}">
                    <a16:creationId xmlns:a16="http://schemas.microsoft.com/office/drawing/2014/main" id="{2F81A328-1778-4ACA-A9C5-3C4CD43FF4D1}"/>
                  </a:ext>
                </a:extLst>
              </p:cNvPr>
              <p:cNvCxnSpPr/>
              <p:nvPr/>
            </p:nvCxnSpPr>
            <p:spPr>
              <a:xfrm flipH="1">
                <a:off x="6495840" y="3600000"/>
                <a:ext cx="704160" cy="37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0" name="直線コネクタ 105059">
                <a:extLst>
                  <a:ext uri="{FF2B5EF4-FFF2-40B4-BE49-F238E27FC236}">
                    <a16:creationId xmlns:a16="http://schemas.microsoft.com/office/drawing/2014/main" id="{BF8CF7D5-1E22-46BD-B4D2-DAA9E410236F}"/>
                  </a:ext>
                </a:extLst>
              </p:cNvPr>
              <p:cNvCxnSpPr/>
              <p:nvPr/>
            </p:nvCxnSpPr>
            <p:spPr>
              <a:xfrm flipH="1">
                <a:off x="6482880" y="3600000"/>
                <a:ext cx="717120" cy="358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1" name="直線コネクタ 105060">
                <a:extLst>
                  <a:ext uri="{FF2B5EF4-FFF2-40B4-BE49-F238E27FC236}">
                    <a16:creationId xmlns:a16="http://schemas.microsoft.com/office/drawing/2014/main" id="{9BD112A0-F4DD-418C-A12C-175844A86943}"/>
                  </a:ext>
                </a:extLst>
              </p:cNvPr>
              <p:cNvCxnSpPr/>
              <p:nvPr/>
            </p:nvCxnSpPr>
            <p:spPr>
              <a:xfrm flipH="1">
                <a:off x="6469920" y="3600000"/>
                <a:ext cx="730080" cy="347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2" name="直線コネクタ 105061">
                <a:extLst>
                  <a:ext uri="{FF2B5EF4-FFF2-40B4-BE49-F238E27FC236}">
                    <a16:creationId xmlns:a16="http://schemas.microsoft.com/office/drawing/2014/main" id="{AD998C91-1642-400B-A60A-40B460BB3172}"/>
                  </a:ext>
                </a:extLst>
              </p:cNvPr>
              <p:cNvCxnSpPr/>
              <p:nvPr/>
            </p:nvCxnSpPr>
            <p:spPr>
              <a:xfrm flipH="1">
                <a:off x="6456240" y="3600000"/>
                <a:ext cx="743760" cy="335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3" name="直線コネクタ 105062">
                <a:extLst>
                  <a:ext uri="{FF2B5EF4-FFF2-40B4-BE49-F238E27FC236}">
                    <a16:creationId xmlns:a16="http://schemas.microsoft.com/office/drawing/2014/main" id="{3DBB5A32-8E4F-4D72-87C4-577C5648367E}"/>
                  </a:ext>
                </a:extLst>
              </p:cNvPr>
              <p:cNvCxnSpPr/>
              <p:nvPr/>
            </p:nvCxnSpPr>
            <p:spPr>
              <a:xfrm flipH="1">
                <a:off x="6441120" y="3600000"/>
                <a:ext cx="758880" cy="327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4" name="直線コネクタ 105063">
                <a:extLst>
                  <a:ext uri="{FF2B5EF4-FFF2-40B4-BE49-F238E27FC236}">
                    <a16:creationId xmlns:a16="http://schemas.microsoft.com/office/drawing/2014/main" id="{4F597E95-52CE-4951-AB61-7C11BD278240}"/>
                  </a:ext>
                </a:extLst>
              </p:cNvPr>
              <p:cNvCxnSpPr/>
              <p:nvPr/>
            </p:nvCxnSpPr>
            <p:spPr>
              <a:xfrm flipH="1">
                <a:off x="6427440" y="3600000"/>
                <a:ext cx="772560" cy="31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5" name="直線コネクタ 105064">
                <a:extLst>
                  <a:ext uri="{FF2B5EF4-FFF2-40B4-BE49-F238E27FC236}">
                    <a16:creationId xmlns:a16="http://schemas.microsoft.com/office/drawing/2014/main" id="{19F44028-60D4-4309-ACB5-19B66A914451}"/>
                  </a:ext>
                </a:extLst>
              </p:cNvPr>
              <p:cNvCxnSpPr/>
              <p:nvPr/>
            </p:nvCxnSpPr>
            <p:spPr>
              <a:xfrm flipH="1">
                <a:off x="6413040" y="3600000"/>
                <a:ext cx="786960" cy="306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6" name="直線コネクタ 105065">
                <a:extLst>
                  <a:ext uri="{FF2B5EF4-FFF2-40B4-BE49-F238E27FC236}">
                    <a16:creationId xmlns:a16="http://schemas.microsoft.com/office/drawing/2014/main" id="{F65910C3-9F67-489B-BF5F-B863A4043333}"/>
                  </a:ext>
                </a:extLst>
              </p:cNvPr>
              <p:cNvCxnSpPr/>
              <p:nvPr/>
            </p:nvCxnSpPr>
            <p:spPr>
              <a:xfrm flipH="1">
                <a:off x="6397560" y="3600000"/>
                <a:ext cx="802440" cy="299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7" name="直線コネクタ 105066">
                <a:extLst>
                  <a:ext uri="{FF2B5EF4-FFF2-40B4-BE49-F238E27FC236}">
                    <a16:creationId xmlns:a16="http://schemas.microsoft.com/office/drawing/2014/main" id="{D0B943E6-C0E2-43A3-A33F-B93E6FD420FF}"/>
                  </a:ext>
                </a:extLst>
              </p:cNvPr>
              <p:cNvCxnSpPr/>
              <p:nvPr/>
            </p:nvCxnSpPr>
            <p:spPr>
              <a:xfrm flipH="1">
                <a:off x="6382800" y="3600000"/>
                <a:ext cx="817200" cy="288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8" name="直線コネクタ 105067">
                <a:extLst>
                  <a:ext uri="{FF2B5EF4-FFF2-40B4-BE49-F238E27FC236}">
                    <a16:creationId xmlns:a16="http://schemas.microsoft.com/office/drawing/2014/main" id="{BC14CDD2-2776-482E-B8C2-14D521755FC0}"/>
                  </a:ext>
                </a:extLst>
              </p:cNvPr>
              <p:cNvCxnSpPr/>
              <p:nvPr/>
            </p:nvCxnSpPr>
            <p:spPr>
              <a:xfrm flipH="1">
                <a:off x="6368040" y="3600000"/>
                <a:ext cx="831960" cy="278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69" name="直線コネクタ 105068">
                <a:extLst>
                  <a:ext uri="{FF2B5EF4-FFF2-40B4-BE49-F238E27FC236}">
                    <a16:creationId xmlns:a16="http://schemas.microsoft.com/office/drawing/2014/main" id="{6F9A20CC-69F8-4187-8979-2EE8CE4B5C45}"/>
                  </a:ext>
                </a:extLst>
              </p:cNvPr>
              <p:cNvCxnSpPr/>
              <p:nvPr/>
            </p:nvCxnSpPr>
            <p:spPr>
              <a:xfrm flipH="1">
                <a:off x="6353280" y="3600000"/>
                <a:ext cx="846720" cy="268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0" name="直線コネクタ 105069">
                <a:extLst>
                  <a:ext uri="{FF2B5EF4-FFF2-40B4-BE49-F238E27FC236}">
                    <a16:creationId xmlns:a16="http://schemas.microsoft.com/office/drawing/2014/main" id="{51E2FEBE-A22D-4B12-A921-E09B485220D2}"/>
                  </a:ext>
                </a:extLst>
              </p:cNvPr>
              <p:cNvCxnSpPr/>
              <p:nvPr/>
            </p:nvCxnSpPr>
            <p:spPr>
              <a:xfrm flipH="1">
                <a:off x="6338160" y="3600000"/>
                <a:ext cx="861840" cy="259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1" name="直線コネクタ 105070">
                <a:extLst>
                  <a:ext uri="{FF2B5EF4-FFF2-40B4-BE49-F238E27FC236}">
                    <a16:creationId xmlns:a16="http://schemas.microsoft.com/office/drawing/2014/main" id="{40C7BA9B-A2EA-4413-8414-100462941F3C}"/>
                  </a:ext>
                </a:extLst>
              </p:cNvPr>
              <p:cNvCxnSpPr/>
              <p:nvPr/>
            </p:nvCxnSpPr>
            <p:spPr>
              <a:xfrm flipH="1">
                <a:off x="6322680" y="3600000"/>
                <a:ext cx="877320" cy="250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2" name="直線コネクタ 105071">
                <a:extLst>
                  <a:ext uri="{FF2B5EF4-FFF2-40B4-BE49-F238E27FC236}">
                    <a16:creationId xmlns:a16="http://schemas.microsoft.com/office/drawing/2014/main" id="{F5AB146A-AD24-4543-9683-11DF8B3E3EE4}"/>
                  </a:ext>
                </a:extLst>
              </p:cNvPr>
              <p:cNvCxnSpPr/>
              <p:nvPr/>
            </p:nvCxnSpPr>
            <p:spPr>
              <a:xfrm flipH="1">
                <a:off x="6306840" y="3600000"/>
                <a:ext cx="893160" cy="241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3" name="直線コネクタ 105072">
                <a:extLst>
                  <a:ext uri="{FF2B5EF4-FFF2-40B4-BE49-F238E27FC236}">
                    <a16:creationId xmlns:a16="http://schemas.microsoft.com/office/drawing/2014/main" id="{D0D4B2AA-9341-4CE8-947A-B82F6F3AE864}"/>
                  </a:ext>
                </a:extLst>
              </p:cNvPr>
              <p:cNvCxnSpPr/>
              <p:nvPr/>
            </p:nvCxnSpPr>
            <p:spPr>
              <a:xfrm flipH="1">
                <a:off x="6291000" y="3600000"/>
                <a:ext cx="909000" cy="232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4" name="直線コネクタ 105073">
                <a:extLst>
                  <a:ext uri="{FF2B5EF4-FFF2-40B4-BE49-F238E27FC236}">
                    <a16:creationId xmlns:a16="http://schemas.microsoft.com/office/drawing/2014/main" id="{F4BB44E3-5E13-4A04-8728-1781FD6FEBA2}"/>
                  </a:ext>
                </a:extLst>
              </p:cNvPr>
              <p:cNvCxnSpPr/>
              <p:nvPr/>
            </p:nvCxnSpPr>
            <p:spPr>
              <a:xfrm flipH="1">
                <a:off x="6275160" y="3600000"/>
                <a:ext cx="9248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5" name="直線コネクタ 105074">
                <a:extLst>
                  <a:ext uri="{FF2B5EF4-FFF2-40B4-BE49-F238E27FC236}">
                    <a16:creationId xmlns:a16="http://schemas.microsoft.com/office/drawing/2014/main" id="{99AE2D1E-C086-4CD3-8BF0-D942E0847CA4}"/>
                  </a:ext>
                </a:extLst>
              </p:cNvPr>
              <p:cNvCxnSpPr/>
              <p:nvPr/>
            </p:nvCxnSpPr>
            <p:spPr>
              <a:xfrm flipH="1">
                <a:off x="6535080" y="3600000"/>
                <a:ext cx="664920" cy="400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6" name="直線コネクタ 105075">
                <a:extLst>
                  <a:ext uri="{FF2B5EF4-FFF2-40B4-BE49-F238E27FC236}">
                    <a16:creationId xmlns:a16="http://schemas.microsoft.com/office/drawing/2014/main" id="{A4B6813E-EF1E-4DE6-93EE-99868EEBECB5}"/>
                  </a:ext>
                </a:extLst>
              </p:cNvPr>
              <p:cNvCxnSpPr/>
              <p:nvPr/>
            </p:nvCxnSpPr>
            <p:spPr>
              <a:xfrm flipH="1">
                <a:off x="6521400" y="3600000"/>
                <a:ext cx="678600" cy="388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7" name="直線コネクタ 105076">
                <a:extLst>
                  <a:ext uri="{FF2B5EF4-FFF2-40B4-BE49-F238E27FC236}">
                    <a16:creationId xmlns:a16="http://schemas.microsoft.com/office/drawing/2014/main" id="{CCDFE6D2-73A2-4494-B97C-BEA84DDB6980}"/>
                  </a:ext>
                </a:extLst>
              </p:cNvPr>
              <p:cNvCxnSpPr/>
              <p:nvPr/>
            </p:nvCxnSpPr>
            <p:spPr>
              <a:xfrm flipH="1">
                <a:off x="6507360" y="3600000"/>
                <a:ext cx="692640" cy="376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8" name="直線コネクタ 105077">
                <a:extLst>
                  <a:ext uri="{FF2B5EF4-FFF2-40B4-BE49-F238E27FC236}">
                    <a16:creationId xmlns:a16="http://schemas.microsoft.com/office/drawing/2014/main" id="{0B6D546D-E0CD-4C16-8A9B-0B132BDE5108}"/>
                  </a:ext>
                </a:extLst>
              </p:cNvPr>
              <p:cNvCxnSpPr/>
              <p:nvPr/>
            </p:nvCxnSpPr>
            <p:spPr>
              <a:xfrm flipH="1">
                <a:off x="6492960" y="3600000"/>
                <a:ext cx="707040" cy="365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79" name="直線コネクタ 105078">
                <a:extLst>
                  <a:ext uri="{FF2B5EF4-FFF2-40B4-BE49-F238E27FC236}">
                    <a16:creationId xmlns:a16="http://schemas.microsoft.com/office/drawing/2014/main" id="{7D8C80C7-6729-4841-A4F1-D3FA1F79B0DD}"/>
                  </a:ext>
                </a:extLst>
              </p:cNvPr>
              <p:cNvCxnSpPr/>
              <p:nvPr/>
            </p:nvCxnSpPr>
            <p:spPr>
              <a:xfrm flipH="1">
                <a:off x="6478920" y="3600000"/>
                <a:ext cx="721080" cy="354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0" name="直線コネクタ 105079">
                <a:extLst>
                  <a:ext uri="{FF2B5EF4-FFF2-40B4-BE49-F238E27FC236}">
                    <a16:creationId xmlns:a16="http://schemas.microsoft.com/office/drawing/2014/main" id="{49108CD2-AEE6-44E8-861B-84F0D0E6CE90}"/>
                  </a:ext>
                </a:extLst>
              </p:cNvPr>
              <p:cNvCxnSpPr/>
              <p:nvPr/>
            </p:nvCxnSpPr>
            <p:spPr>
              <a:xfrm flipH="1">
                <a:off x="6464160" y="3600000"/>
                <a:ext cx="735840" cy="343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1" name="直線コネクタ 105080">
                <a:extLst>
                  <a:ext uri="{FF2B5EF4-FFF2-40B4-BE49-F238E27FC236}">
                    <a16:creationId xmlns:a16="http://schemas.microsoft.com/office/drawing/2014/main" id="{FBCE7478-851B-4186-BAE9-E314A8278877}"/>
                  </a:ext>
                </a:extLst>
              </p:cNvPr>
              <p:cNvCxnSpPr/>
              <p:nvPr/>
            </p:nvCxnSpPr>
            <p:spPr>
              <a:xfrm flipH="1">
                <a:off x="6449760" y="3600000"/>
                <a:ext cx="750240" cy="333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2" name="直線コネクタ 105081">
                <a:extLst>
                  <a:ext uri="{FF2B5EF4-FFF2-40B4-BE49-F238E27FC236}">
                    <a16:creationId xmlns:a16="http://schemas.microsoft.com/office/drawing/2014/main" id="{79082B83-FCCA-4D01-B373-1BB1AE629A04}"/>
                  </a:ext>
                </a:extLst>
              </p:cNvPr>
              <p:cNvCxnSpPr/>
              <p:nvPr/>
            </p:nvCxnSpPr>
            <p:spPr>
              <a:xfrm flipH="1">
                <a:off x="6435000" y="3600000"/>
                <a:ext cx="765000" cy="32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3" name="直線コネクタ 105082">
                <a:extLst>
                  <a:ext uri="{FF2B5EF4-FFF2-40B4-BE49-F238E27FC236}">
                    <a16:creationId xmlns:a16="http://schemas.microsoft.com/office/drawing/2014/main" id="{27EBC65E-C54A-4364-A7EE-A50AD88B896F}"/>
                  </a:ext>
                </a:extLst>
              </p:cNvPr>
              <p:cNvCxnSpPr/>
              <p:nvPr/>
            </p:nvCxnSpPr>
            <p:spPr>
              <a:xfrm flipH="1">
                <a:off x="6420240" y="3600000"/>
                <a:ext cx="779760" cy="31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4" name="直線コネクタ 105083">
                <a:extLst>
                  <a:ext uri="{FF2B5EF4-FFF2-40B4-BE49-F238E27FC236}">
                    <a16:creationId xmlns:a16="http://schemas.microsoft.com/office/drawing/2014/main" id="{A25FC4AB-DE41-475A-BDC8-952B37443406}"/>
                  </a:ext>
                </a:extLst>
              </p:cNvPr>
              <p:cNvCxnSpPr/>
              <p:nvPr/>
            </p:nvCxnSpPr>
            <p:spPr>
              <a:xfrm flipH="1">
                <a:off x="6405120" y="3600000"/>
                <a:ext cx="794880" cy="304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5" name="直線コネクタ 105084">
                <a:extLst>
                  <a:ext uri="{FF2B5EF4-FFF2-40B4-BE49-F238E27FC236}">
                    <a16:creationId xmlns:a16="http://schemas.microsoft.com/office/drawing/2014/main" id="{28057EF0-DD71-4E76-AF9E-5BA48CDC1956}"/>
                  </a:ext>
                </a:extLst>
              </p:cNvPr>
              <p:cNvCxnSpPr/>
              <p:nvPr/>
            </p:nvCxnSpPr>
            <p:spPr>
              <a:xfrm flipH="1">
                <a:off x="6392520" y="3600000"/>
                <a:ext cx="807480" cy="292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6" name="直線コネクタ 105085">
                <a:extLst>
                  <a:ext uri="{FF2B5EF4-FFF2-40B4-BE49-F238E27FC236}">
                    <a16:creationId xmlns:a16="http://schemas.microsoft.com/office/drawing/2014/main" id="{E62C614F-382A-4AAF-9DA5-E807FC3399FE}"/>
                  </a:ext>
                </a:extLst>
              </p:cNvPr>
              <p:cNvCxnSpPr/>
              <p:nvPr/>
            </p:nvCxnSpPr>
            <p:spPr>
              <a:xfrm flipH="1">
                <a:off x="6377040" y="3600000"/>
                <a:ext cx="822960" cy="283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7" name="直線コネクタ 105086">
                <a:extLst>
                  <a:ext uri="{FF2B5EF4-FFF2-40B4-BE49-F238E27FC236}">
                    <a16:creationId xmlns:a16="http://schemas.microsoft.com/office/drawing/2014/main" id="{CA2D1007-CD1F-4449-A1A3-4F520C23966D}"/>
                  </a:ext>
                </a:extLst>
              </p:cNvPr>
              <p:cNvCxnSpPr/>
              <p:nvPr/>
            </p:nvCxnSpPr>
            <p:spPr>
              <a:xfrm flipH="1">
                <a:off x="6361560" y="3600000"/>
                <a:ext cx="838440" cy="27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8" name="直線コネクタ 105087">
                <a:extLst>
                  <a:ext uri="{FF2B5EF4-FFF2-40B4-BE49-F238E27FC236}">
                    <a16:creationId xmlns:a16="http://schemas.microsoft.com/office/drawing/2014/main" id="{EC7FC00C-78DF-4EDB-8F93-F794852E7DE5}"/>
                  </a:ext>
                </a:extLst>
              </p:cNvPr>
              <p:cNvCxnSpPr/>
              <p:nvPr/>
            </p:nvCxnSpPr>
            <p:spPr>
              <a:xfrm flipH="1">
                <a:off x="6348600" y="3600000"/>
                <a:ext cx="851400" cy="263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89" name="直線コネクタ 105088">
                <a:extLst>
                  <a:ext uri="{FF2B5EF4-FFF2-40B4-BE49-F238E27FC236}">
                    <a16:creationId xmlns:a16="http://schemas.microsoft.com/office/drawing/2014/main" id="{34014192-A921-40FF-B740-BAA2BC3FF9AB}"/>
                  </a:ext>
                </a:extLst>
              </p:cNvPr>
              <p:cNvCxnSpPr/>
              <p:nvPr/>
            </p:nvCxnSpPr>
            <p:spPr>
              <a:xfrm flipH="1">
                <a:off x="6332760" y="3600000"/>
                <a:ext cx="867240" cy="255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0" name="直線コネクタ 105089">
                <a:extLst>
                  <a:ext uri="{FF2B5EF4-FFF2-40B4-BE49-F238E27FC236}">
                    <a16:creationId xmlns:a16="http://schemas.microsoft.com/office/drawing/2014/main" id="{F8FE6EC4-AEB8-422E-880E-4F4AF489D468}"/>
                  </a:ext>
                </a:extLst>
              </p:cNvPr>
              <p:cNvCxnSpPr/>
              <p:nvPr/>
            </p:nvCxnSpPr>
            <p:spPr>
              <a:xfrm flipH="1">
                <a:off x="6317280" y="3600000"/>
                <a:ext cx="882720" cy="248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1" name="直線コネクタ 105090">
                <a:extLst>
                  <a:ext uri="{FF2B5EF4-FFF2-40B4-BE49-F238E27FC236}">
                    <a16:creationId xmlns:a16="http://schemas.microsoft.com/office/drawing/2014/main" id="{38B38148-F942-483C-972D-7B801CA11DC8}"/>
                  </a:ext>
                </a:extLst>
              </p:cNvPr>
              <p:cNvCxnSpPr/>
              <p:nvPr/>
            </p:nvCxnSpPr>
            <p:spPr>
              <a:xfrm flipH="1">
                <a:off x="6301440" y="3600000"/>
                <a:ext cx="898560" cy="240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2" name="直線コネクタ 105091">
                <a:extLst>
                  <a:ext uri="{FF2B5EF4-FFF2-40B4-BE49-F238E27FC236}">
                    <a16:creationId xmlns:a16="http://schemas.microsoft.com/office/drawing/2014/main" id="{3A224111-F05C-4754-BACE-463CBBE94E56}"/>
                  </a:ext>
                </a:extLst>
              </p:cNvPr>
              <p:cNvCxnSpPr/>
              <p:nvPr/>
            </p:nvCxnSpPr>
            <p:spPr>
              <a:xfrm flipH="1">
                <a:off x="6287760" y="3600000"/>
                <a:ext cx="912240" cy="230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3" name="直線コネクタ 105092">
                <a:extLst>
                  <a:ext uri="{FF2B5EF4-FFF2-40B4-BE49-F238E27FC236}">
                    <a16:creationId xmlns:a16="http://schemas.microsoft.com/office/drawing/2014/main" id="{4D99E3E0-9221-4642-9891-C0DB75F51615}"/>
                  </a:ext>
                </a:extLst>
              </p:cNvPr>
              <p:cNvCxnSpPr/>
              <p:nvPr/>
            </p:nvCxnSpPr>
            <p:spPr>
              <a:xfrm flipH="1">
                <a:off x="6271560" y="3600000"/>
                <a:ext cx="928440" cy="2239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4" name="直線コネクタ 105093">
                <a:extLst>
                  <a:ext uri="{FF2B5EF4-FFF2-40B4-BE49-F238E27FC236}">
                    <a16:creationId xmlns:a16="http://schemas.microsoft.com/office/drawing/2014/main" id="{01279D3A-DDC0-4271-98A3-DF256FF592E2}"/>
                  </a:ext>
                </a:extLst>
              </p:cNvPr>
              <p:cNvCxnSpPr/>
              <p:nvPr/>
            </p:nvCxnSpPr>
            <p:spPr>
              <a:xfrm flipH="1">
                <a:off x="6257520" y="3600000"/>
                <a:ext cx="942480" cy="21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5" name="直線コネクタ 105094">
                <a:extLst>
                  <a:ext uri="{FF2B5EF4-FFF2-40B4-BE49-F238E27FC236}">
                    <a16:creationId xmlns:a16="http://schemas.microsoft.com/office/drawing/2014/main" id="{4A513226-2B5D-4043-AAEC-B82C33CF2554}"/>
                  </a:ext>
                </a:extLst>
              </p:cNvPr>
              <p:cNvCxnSpPr/>
              <p:nvPr/>
            </p:nvCxnSpPr>
            <p:spPr>
              <a:xfrm flipH="1">
                <a:off x="6243480" y="3600000"/>
                <a:ext cx="956520" cy="20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6" name="直線コネクタ 105095">
                <a:extLst>
                  <a:ext uri="{FF2B5EF4-FFF2-40B4-BE49-F238E27FC236}">
                    <a16:creationId xmlns:a16="http://schemas.microsoft.com/office/drawing/2014/main" id="{9369E838-A19F-420C-BCA7-F7A0A317F332}"/>
                  </a:ext>
                </a:extLst>
              </p:cNvPr>
              <p:cNvCxnSpPr/>
              <p:nvPr/>
            </p:nvCxnSpPr>
            <p:spPr>
              <a:xfrm flipH="1">
                <a:off x="6227280" y="3600000"/>
                <a:ext cx="972720" cy="199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7" name="直線コネクタ 105096">
                <a:extLst>
                  <a:ext uri="{FF2B5EF4-FFF2-40B4-BE49-F238E27FC236}">
                    <a16:creationId xmlns:a16="http://schemas.microsoft.com/office/drawing/2014/main" id="{4B6F95F9-F4F6-46C6-BCB0-E5EC808D458C}"/>
                  </a:ext>
                </a:extLst>
              </p:cNvPr>
              <p:cNvCxnSpPr/>
              <p:nvPr/>
            </p:nvCxnSpPr>
            <p:spPr>
              <a:xfrm flipH="1">
                <a:off x="6212520" y="3600000"/>
                <a:ext cx="987480" cy="19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8" name="直線コネクタ 105097">
                <a:extLst>
                  <a:ext uri="{FF2B5EF4-FFF2-40B4-BE49-F238E27FC236}">
                    <a16:creationId xmlns:a16="http://schemas.microsoft.com/office/drawing/2014/main" id="{877F4585-2DDB-4AC3-BEF8-4A01B516FFB5}"/>
                  </a:ext>
                </a:extLst>
              </p:cNvPr>
              <p:cNvCxnSpPr/>
              <p:nvPr/>
            </p:nvCxnSpPr>
            <p:spPr>
              <a:xfrm flipH="1">
                <a:off x="6198120" y="3600000"/>
                <a:ext cx="1001880" cy="18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099" name="直線コネクタ 105098">
                <a:extLst>
                  <a:ext uri="{FF2B5EF4-FFF2-40B4-BE49-F238E27FC236}">
                    <a16:creationId xmlns:a16="http://schemas.microsoft.com/office/drawing/2014/main" id="{0B201EED-2988-4AA5-A113-CCA304CE89DA}"/>
                  </a:ext>
                </a:extLst>
              </p:cNvPr>
              <p:cNvCxnSpPr/>
              <p:nvPr/>
            </p:nvCxnSpPr>
            <p:spPr>
              <a:xfrm flipH="1">
                <a:off x="6181560" y="3600000"/>
                <a:ext cx="1018440" cy="177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0" name="直線コネクタ 105099">
                <a:extLst>
                  <a:ext uri="{FF2B5EF4-FFF2-40B4-BE49-F238E27FC236}">
                    <a16:creationId xmlns:a16="http://schemas.microsoft.com/office/drawing/2014/main" id="{42FDE0E1-2BE5-4E3F-AAB0-732EB2E98509}"/>
                  </a:ext>
                </a:extLst>
              </p:cNvPr>
              <p:cNvCxnSpPr/>
              <p:nvPr/>
            </p:nvCxnSpPr>
            <p:spPr>
              <a:xfrm flipH="1">
                <a:off x="6166440" y="3600000"/>
                <a:ext cx="1033560" cy="169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1" name="直線コネクタ 105100">
                <a:extLst>
                  <a:ext uri="{FF2B5EF4-FFF2-40B4-BE49-F238E27FC236}">
                    <a16:creationId xmlns:a16="http://schemas.microsoft.com/office/drawing/2014/main" id="{C4376403-0C57-4170-9571-92675E1585DB}"/>
                  </a:ext>
                </a:extLst>
              </p:cNvPr>
              <p:cNvCxnSpPr/>
              <p:nvPr/>
            </p:nvCxnSpPr>
            <p:spPr>
              <a:xfrm flipH="1">
                <a:off x="6151680" y="3600000"/>
                <a:ext cx="1048320" cy="161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2" name="直線コネクタ 105101">
                <a:extLst>
                  <a:ext uri="{FF2B5EF4-FFF2-40B4-BE49-F238E27FC236}">
                    <a16:creationId xmlns:a16="http://schemas.microsoft.com/office/drawing/2014/main" id="{C7E9FB7E-70F3-4B85-9608-722B83890BF6}"/>
                  </a:ext>
                </a:extLst>
              </p:cNvPr>
              <p:cNvCxnSpPr/>
              <p:nvPr/>
            </p:nvCxnSpPr>
            <p:spPr>
              <a:xfrm flipH="1">
                <a:off x="6134760" y="3600000"/>
                <a:ext cx="1065240" cy="1573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3" name="直線コネクタ 105102">
                <a:extLst>
                  <a:ext uri="{FF2B5EF4-FFF2-40B4-BE49-F238E27FC236}">
                    <a16:creationId xmlns:a16="http://schemas.microsoft.com/office/drawing/2014/main" id="{623F6322-E42D-4CD6-BBBE-325923060489}"/>
                  </a:ext>
                </a:extLst>
              </p:cNvPr>
              <p:cNvCxnSpPr/>
              <p:nvPr/>
            </p:nvCxnSpPr>
            <p:spPr>
              <a:xfrm flipH="1">
                <a:off x="6119640" y="3600000"/>
                <a:ext cx="1080360" cy="15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4" name="直線コネクタ 105103">
                <a:extLst>
                  <a:ext uri="{FF2B5EF4-FFF2-40B4-BE49-F238E27FC236}">
                    <a16:creationId xmlns:a16="http://schemas.microsoft.com/office/drawing/2014/main" id="{5E595DC7-3269-4E06-947D-021BDB921756}"/>
                  </a:ext>
                </a:extLst>
              </p:cNvPr>
              <p:cNvCxnSpPr/>
              <p:nvPr/>
            </p:nvCxnSpPr>
            <p:spPr>
              <a:xfrm flipH="1">
                <a:off x="6104520" y="3600000"/>
                <a:ext cx="1095480" cy="1432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5" name="直線コネクタ 105104">
                <a:extLst>
                  <a:ext uri="{FF2B5EF4-FFF2-40B4-BE49-F238E27FC236}">
                    <a16:creationId xmlns:a16="http://schemas.microsoft.com/office/drawing/2014/main" id="{B7E5530D-D098-43DC-9AFD-4B18D958FE7C}"/>
                  </a:ext>
                </a:extLst>
              </p:cNvPr>
              <p:cNvCxnSpPr/>
              <p:nvPr/>
            </p:nvCxnSpPr>
            <p:spPr>
              <a:xfrm flipH="1">
                <a:off x="6089040" y="3600000"/>
                <a:ext cx="1110960" cy="136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6" name="直線コネクタ 105105">
                <a:extLst>
                  <a:ext uri="{FF2B5EF4-FFF2-40B4-BE49-F238E27FC236}">
                    <a16:creationId xmlns:a16="http://schemas.microsoft.com/office/drawing/2014/main" id="{35111E18-FA36-4F4F-8CEF-92459B0D50F0}"/>
                  </a:ext>
                </a:extLst>
              </p:cNvPr>
              <p:cNvCxnSpPr/>
              <p:nvPr/>
            </p:nvCxnSpPr>
            <p:spPr>
              <a:xfrm flipH="1">
                <a:off x="6073560" y="3600000"/>
                <a:ext cx="1126440" cy="130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7" name="直線コネクタ 105106">
                <a:extLst>
                  <a:ext uri="{FF2B5EF4-FFF2-40B4-BE49-F238E27FC236}">
                    <a16:creationId xmlns:a16="http://schemas.microsoft.com/office/drawing/2014/main" id="{42A6DC79-02D0-46B7-A668-7DCDDE7A6DED}"/>
                  </a:ext>
                </a:extLst>
              </p:cNvPr>
              <p:cNvCxnSpPr/>
              <p:nvPr/>
            </p:nvCxnSpPr>
            <p:spPr>
              <a:xfrm flipH="1">
                <a:off x="6057720" y="3600000"/>
                <a:ext cx="1142280" cy="124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8" name="直線コネクタ 105107">
                <a:extLst>
                  <a:ext uri="{FF2B5EF4-FFF2-40B4-BE49-F238E27FC236}">
                    <a16:creationId xmlns:a16="http://schemas.microsoft.com/office/drawing/2014/main" id="{E5B4CBEA-57DE-4A98-8859-06DF04AD9637}"/>
                  </a:ext>
                </a:extLst>
              </p:cNvPr>
              <p:cNvCxnSpPr/>
              <p:nvPr/>
            </p:nvCxnSpPr>
            <p:spPr>
              <a:xfrm flipH="1">
                <a:off x="6041880" y="3600000"/>
                <a:ext cx="1158120" cy="118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09" name="直線コネクタ 105108">
                <a:extLst>
                  <a:ext uri="{FF2B5EF4-FFF2-40B4-BE49-F238E27FC236}">
                    <a16:creationId xmlns:a16="http://schemas.microsoft.com/office/drawing/2014/main" id="{9542F6F5-4AB6-4877-8108-EBF6B1CDCD68}"/>
                  </a:ext>
                </a:extLst>
              </p:cNvPr>
              <p:cNvCxnSpPr/>
              <p:nvPr/>
            </p:nvCxnSpPr>
            <p:spPr>
              <a:xfrm flipH="1">
                <a:off x="6027120" y="3600000"/>
                <a:ext cx="1172880" cy="109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0" name="直線コネクタ 105109">
                <a:extLst>
                  <a:ext uri="{FF2B5EF4-FFF2-40B4-BE49-F238E27FC236}">
                    <a16:creationId xmlns:a16="http://schemas.microsoft.com/office/drawing/2014/main" id="{BA5429A2-A05A-4D49-8883-49165D18F1D2}"/>
                  </a:ext>
                </a:extLst>
              </p:cNvPr>
              <p:cNvCxnSpPr/>
              <p:nvPr/>
            </p:nvCxnSpPr>
            <p:spPr>
              <a:xfrm flipH="1">
                <a:off x="6011280" y="3600000"/>
                <a:ext cx="1188720" cy="1047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1" name="直線コネクタ 105110">
                <a:extLst>
                  <a:ext uri="{FF2B5EF4-FFF2-40B4-BE49-F238E27FC236}">
                    <a16:creationId xmlns:a16="http://schemas.microsoft.com/office/drawing/2014/main" id="{9B40DBB0-580D-4AB9-8DB2-3937125146EA}"/>
                  </a:ext>
                </a:extLst>
              </p:cNvPr>
              <p:cNvCxnSpPr/>
              <p:nvPr/>
            </p:nvCxnSpPr>
            <p:spPr>
              <a:xfrm flipH="1">
                <a:off x="5995080" y="3600000"/>
                <a:ext cx="1204920" cy="99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2" name="直線コネクタ 105111">
                <a:extLst>
                  <a:ext uri="{FF2B5EF4-FFF2-40B4-BE49-F238E27FC236}">
                    <a16:creationId xmlns:a16="http://schemas.microsoft.com/office/drawing/2014/main" id="{4EEF1231-332E-4D56-948C-DA86DFDF877B}"/>
                  </a:ext>
                </a:extLst>
              </p:cNvPr>
              <p:cNvCxnSpPr/>
              <p:nvPr/>
            </p:nvCxnSpPr>
            <p:spPr>
              <a:xfrm flipH="1">
                <a:off x="5979960" y="3600000"/>
                <a:ext cx="1220040" cy="9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3" name="直線コネクタ 105112">
                <a:extLst>
                  <a:ext uri="{FF2B5EF4-FFF2-40B4-BE49-F238E27FC236}">
                    <a16:creationId xmlns:a16="http://schemas.microsoft.com/office/drawing/2014/main" id="{63A625BF-F025-48A2-BD75-F0D9050C56C7}"/>
                  </a:ext>
                </a:extLst>
              </p:cNvPr>
              <p:cNvCxnSpPr/>
              <p:nvPr/>
            </p:nvCxnSpPr>
            <p:spPr>
              <a:xfrm flipH="1">
                <a:off x="5963760" y="3600000"/>
                <a:ext cx="1236240" cy="87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4" name="直線コネクタ 105113">
                <a:extLst>
                  <a:ext uri="{FF2B5EF4-FFF2-40B4-BE49-F238E27FC236}">
                    <a16:creationId xmlns:a16="http://schemas.microsoft.com/office/drawing/2014/main" id="{AFBF9FE6-698B-43E9-A656-15B4EB4FC530}"/>
                  </a:ext>
                </a:extLst>
              </p:cNvPr>
              <p:cNvCxnSpPr/>
              <p:nvPr/>
            </p:nvCxnSpPr>
            <p:spPr>
              <a:xfrm flipH="1">
                <a:off x="5947200" y="3600000"/>
                <a:ext cx="1252800" cy="83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5" name="直線コネクタ 105114">
                <a:extLst>
                  <a:ext uri="{FF2B5EF4-FFF2-40B4-BE49-F238E27FC236}">
                    <a16:creationId xmlns:a16="http://schemas.microsoft.com/office/drawing/2014/main" id="{B3C24F31-14E7-4D45-807A-E8CCFEC4072F}"/>
                  </a:ext>
                </a:extLst>
              </p:cNvPr>
              <p:cNvCxnSpPr/>
              <p:nvPr/>
            </p:nvCxnSpPr>
            <p:spPr>
              <a:xfrm flipH="1">
                <a:off x="5931360" y="3600000"/>
                <a:ext cx="1268640" cy="75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6" name="直線コネクタ 105115">
                <a:extLst>
                  <a:ext uri="{FF2B5EF4-FFF2-40B4-BE49-F238E27FC236}">
                    <a16:creationId xmlns:a16="http://schemas.microsoft.com/office/drawing/2014/main" id="{2FFC78CF-8BAE-4D50-8C09-4FD049E835C4}"/>
                  </a:ext>
                </a:extLst>
              </p:cNvPr>
              <p:cNvCxnSpPr/>
              <p:nvPr/>
            </p:nvCxnSpPr>
            <p:spPr>
              <a:xfrm flipH="1">
                <a:off x="5914800" y="3600000"/>
                <a:ext cx="1285200" cy="72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7" name="直線コネクタ 105116">
                <a:extLst>
                  <a:ext uri="{FF2B5EF4-FFF2-40B4-BE49-F238E27FC236}">
                    <a16:creationId xmlns:a16="http://schemas.microsoft.com/office/drawing/2014/main" id="{B0211384-A7EE-4119-B1D1-04171A7A7363}"/>
                  </a:ext>
                </a:extLst>
              </p:cNvPr>
              <p:cNvCxnSpPr/>
              <p:nvPr/>
            </p:nvCxnSpPr>
            <p:spPr>
              <a:xfrm flipH="1">
                <a:off x="5898240" y="3600000"/>
                <a:ext cx="1301760" cy="69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8" name="直線コネクタ 105117">
                <a:extLst>
                  <a:ext uri="{FF2B5EF4-FFF2-40B4-BE49-F238E27FC236}">
                    <a16:creationId xmlns:a16="http://schemas.microsoft.com/office/drawing/2014/main" id="{B1AAA1FB-C4B4-4A1F-92A1-B29B7DFC51BC}"/>
                  </a:ext>
                </a:extLst>
              </p:cNvPr>
              <p:cNvCxnSpPr/>
              <p:nvPr/>
            </p:nvCxnSpPr>
            <p:spPr>
              <a:xfrm flipH="1">
                <a:off x="5882040" y="3600000"/>
                <a:ext cx="1317960" cy="626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19" name="直線コネクタ 105118">
                <a:extLst>
                  <a:ext uri="{FF2B5EF4-FFF2-40B4-BE49-F238E27FC236}">
                    <a16:creationId xmlns:a16="http://schemas.microsoft.com/office/drawing/2014/main" id="{A52D5C8C-A6A4-4DD3-8FF5-9C963B06F9C9}"/>
                  </a:ext>
                </a:extLst>
              </p:cNvPr>
              <p:cNvCxnSpPr/>
              <p:nvPr/>
            </p:nvCxnSpPr>
            <p:spPr>
              <a:xfrm flipH="1">
                <a:off x="5865480" y="3600000"/>
                <a:ext cx="1334520" cy="60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0" name="直線コネクタ 105119">
                <a:extLst>
                  <a:ext uri="{FF2B5EF4-FFF2-40B4-BE49-F238E27FC236}">
                    <a16:creationId xmlns:a16="http://schemas.microsoft.com/office/drawing/2014/main" id="{515EEC76-0624-4879-A61B-7333B1636C95}"/>
                  </a:ext>
                </a:extLst>
              </p:cNvPr>
              <p:cNvCxnSpPr/>
              <p:nvPr/>
            </p:nvCxnSpPr>
            <p:spPr>
              <a:xfrm flipH="1">
                <a:off x="5848920" y="3600000"/>
                <a:ext cx="1351080" cy="54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1" name="直線コネクタ 105120">
                <a:extLst>
                  <a:ext uri="{FF2B5EF4-FFF2-40B4-BE49-F238E27FC236}">
                    <a16:creationId xmlns:a16="http://schemas.microsoft.com/office/drawing/2014/main" id="{2A66A365-6771-4673-AD37-880DEDCC8F0B}"/>
                  </a:ext>
                </a:extLst>
              </p:cNvPr>
              <p:cNvCxnSpPr/>
              <p:nvPr/>
            </p:nvCxnSpPr>
            <p:spPr>
              <a:xfrm flipH="1">
                <a:off x="5832360" y="3600000"/>
                <a:ext cx="1367640" cy="486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2" name="直線コネクタ 105121">
                <a:extLst>
                  <a:ext uri="{FF2B5EF4-FFF2-40B4-BE49-F238E27FC236}">
                    <a16:creationId xmlns:a16="http://schemas.microsoft.com/office/drawing/2014/main" id="{3449415A-A938-4493-A385-9EC9DD903BBF}"/>
                  </a:ext>
                </a:extLst>
              </p:cNvPr>
              <p:cNvCxnSpPr/>
              <p:nvPr/>
            </p:nvCxnSpPr>
            <p:spPr>
              <a:xfrm flipH="1">
                <a:off x="5815800" y="3600000"/>
                <a:ext cx="1384200" cy="43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3" name="直線コネクタ 105122">
                <a:extLst>
                  <a:ext uri="{FF2B5EF4-FFF2-40B4-BE49-F238E27FC236}">
                    <a16:creationId xmlns:a16="http://schemas.microsoft.com/office/drawing/2014/main" id="{793727B5-2858-4890-82D5-284AB61C6AF9}"/>
                  </a:ext>
                </a:extLst>
              </p:cNvPr>
              <p:cNvCxnSpPr/>
              <p:nvPr/>
            </p:nvCxnSpPr>
            <p:spPr>
              <a:xfrm flipH="1">
                <a:off x="5798520" y="3600000"/>
                <a:ext cx="1401480" cy="41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4" name="直線コネクタ 105123">
                <a:extLst>
                  <a:ext uri="{FF2B5EF4-FFF2-40B4-BE49-F238E27FC236}">
                    <a16:creationId xmlns:a16="http://schemas.microsoft.com/office/drawing/2014/main" id="{4C986ABF-4B81-4AF0-8FD2-BF4345E1CFB2}"/>
                  </a:ext>
                </a:extLst>
              </p:cNvPr>
              <p:cNvCxnSpPr/>
              <p:nvPr/>
            </p:nvCxnSpPr>
            <p:spPr>
              <a:xfrm flipH="1">
                <a:off x="5781600" y="3600000"/>
                <a:ext cx="141840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5" name="直線コネクタ 105124">
                <a:extLst>
                  <a:ext uri="{FF2B5EF4-FFF2-40B4-BE49-F238E27FC236}">
                    <a16:creationId xmlns:a16="http://schemas.microsoft.com/office/drawing/2014/main" id="{0B4F4D93-07E9-42E2-8B05-4302B1C50B96}"/>
                  </a:ext>
                </a:extLst>
              </p:cNvPr>
              <p:cNvCxnSpPr/>
              <p:nvPr/>
            </p:nvCxnSpPr>
            <p:spPr>
              <a:xfrm flipH="1">
                <a:off x="5764320" y="3600000"/>
                <a:ext cx="1435680" cy="32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6" name="直線コネクタ 105125">
                <a:extLst>
                  <a:ext uri="{FF2B5EF4-FFF2-40B4-BE49-F238E27FC236}">
                    <a16:creationId xmlns:a16="http://schemas.microsoft.com/office/drawing/2014/main" id="{C6444E3D-CE61-4271-98E1-57D1F89DC77C}"/>
                  </a:ext>
                </a:extLst>
              </p:cNvPr>
              <p:cNvCxnSpPr/>
              <p:nvPr/>
            </p:nvCxnSpPr>
            <p:spPr>
              <a:xfrm flipH="1">
                <a:off x="5747040" y="3600000"/>
                <a:ext cx="1452960" cy="31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7" name="直線コネクタ 105126">
                <a:extLst>
                  <a:ext uri="{FF2B5EF4-FFF2-40B4-BE49-F238E27FC236}">
                    <a16:creationId xmlns:a16="http://schemas.microsoft.com/office/drawing/2014/main" id="{FBE93F52-ACB8-4563-976F-84019DFB0B8B}"/>
                  </a:ext>
                </a:extLst>
              </p:cNvPr>
              <p:cNvCxnSpPr/>
              <p:nvPr/>
            </p:nvCxnSpPr>
            <p:spPr>
              <a:xfrm flipH="1">
                <a:off x="5729760" y="3600000"/>
                <a:ext cx="1470240" cy="27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8" name="直線コネクタ 105127">
                <a:extLst>
                  <a:ext uri="{FF2B5EF4-FFF2-40B4-BE49-F238E27FC236}">
                    <a16:creationId xmlns:a16="http://schemas.microsoft.com/office/drawing/2014/main" id="{3419B2C5-9DDD-426F-B298-3F047573CF9C}"/>
                  </a:ext>
                </a:extLst>
              </p:cNvPr>
              <p:cNvCxnSpPr/>
              <p:nvPr/>
            </p:nvCxnSpPr>
            <p:spPr>
              <a:xfrm flipH="1">
                <a:off x="5712480" y="3600000"/>
                <a:ext cx="1487520" cy="24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29" name="直線コネクタ 105128">
                <a:extLst>
                  <a:ext uri="{FF2B5EF4-FFF2-40B4-BE49-F238E27FC236}">
                    <a16:creationId xmlns:a16="http://schemas.microsoft.com/office/drawing/2014/main" id="{77EC46E3-8FB4-4EC2-9415-EBCC02C4D490}"/>
                  </a:ext>
                </a:extLst>
              </p:cNvPr>
              <p:cNvCxnSpPr/>
              <p:nvPr/>
            </p:nvCxnSpPr>
            <p:spPr>
              <a:xfrm flipH="1">
                <a:off x="5694840" y="3600000"/>
                <a:ext cx="1505160" cy="208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0" name="直線コネクタ 105129">
                <a:extLst>
                  <a:ext uri="{FF2B5EF4-FFF2-40B4-BE49-F238E27FC236}">
                    <a16:creationId xmlns:a16="http://schemas.microsoft.com/office/drawing/2014/main" id="{A2D1FB2C-D685-4C58-90B3-F342A1EE7825}"/>
                  </a:ext>
                </a:extLst>
              </p:cNvPr>
              <p:cNvCxnSpPr/>
              <p:nvPr/>
            </p:nvCxnSpPr>
            <p:spPr>
              <a:xfrm flipH="1">
                <a:off x="5677200" y="3600000"/>
                <a:ext cx="152280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1" name="直線コネクタ 105130">
                <a:extLst>
                  <a:ext uri="{FF2B5EF4-FFF2-40B4-BE49-F238E27FC236}">
                    <a16:creationId xmlns:a16="http://schemas.microsoft.com/office/drawing/2014/main" id="{4843B0E5-D245-4D80-A59B-D1E31131688A}"/>
                  </a:ext>
                </a:extLst>
              </p:cNvPr>
              <p:cNvCxnSpPr/>
              <p:nvPr/>
            </p:nvCxnSpPr>
            <p:spPr>
              <a:xfrm flipH="1">
                <a:off x="5659200" y="3600000"/>
                <a:ext cx="1540800" cy="151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2" name="直線コネクタ 105131">
                <a:extLst>
                  <a:ext uri="{FF2B5EF4-FFF2-40B4-BE49-F238E27FC236}">
                    <a16:creationId xmlns:a16="http://schemas.microsoft.com/office/drawing/2014/main" id="{C8586251-DCBC-410F-B92F-C0DAA83F50EE}"/>
                  </a:ext>
                </a:extLst>
              </p:cNvPr>
              <p:cNvCxnSpPr/>
              <p:nvPr/>
            </p:nvCxnSpPr>
            <p:spPr>
              <a:xfrm flipH="1">
                <a:off x="5641560" y="3600000"/>
                <a:ext cx="1558440" cy="12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3" name="直線コネクタ 105132">
                <a:extLst>
                  <a:ext uri="{FF2B5EF4-FFF2-40B4-BE49-F238E27FC236}">
                    <a16:creationId xmlns:a16="http://schemas.microsoft.com/office/drawing/2014/main" id="{C8631EDB-EAC8-4A9A-8D11-6E86E2D66474}"/>
                  </a:ext>
                </a:extLst>
              </p:cNvPr>
              <p:cNvCxnSpPr/>
              <p:nvPr/>
            </p:nvCxnSpPr>
            <p:spPr>
              <a:xfrm flipH="1">
                <a:off x="5623560" y="3600000"/>
                <a:ext cx="1576440" cy="10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4" name="直線コネクタ 105133">
                <a:extLst>
                  <a:ext uri="{FF2B5EF4-FFF2-40B4-BE49-F238E27FC236}">
                    <a16:creationId xmlns:a16="http://schemas.microsoft.com/office/drawing/2014/main" id="{65CF640E-D212-49F3-B452-7291A2FEB249}"/>
                  </a:ext>
                </a:extLst>
              </p:cNvPr>
              <p:cNvCxnSpPr/>
              <p:nvPr/>
            </p:nvCxnSpPr>
            <p:spPr>
              <a:xfrm flipH="1">
                <a:off x="5605560" y="3600000"/>
                <a:ext cx="1594440" cy="9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5" name="直線コネクタ 105134">
                <a:extLst>
                  <a:ext uri="{FF2B5EF4-FFF2-40B4-BE49-F238E27FC236}">
                    <a16:creationId xmlns:a16="http://schemas.microsoft.com/office/drawing/2014/main" id="{88F842EB-FD5C-4991-94E0-B445C1F596BB}"/>
                  </a:ext>
                </a:extLst>
              </p:cNvPr>
              <p:cNvCxnSpPr/>
              <p:nvPr/>
            </p:nvCxnSpPr>
            <p:spPr>
              <a:xfrm flipH="1">
                <a:off x="5913000" y="3600000"/>
                <a:ext cx="1287000" cy="72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6" name="直線コネクタ 105135">
                <a:extLst>
                  <a:ext uri="{FF2B5EF4-FFF2-40B4-BE49-F238E27FC236}">
                    <a16:creationId xmlns:a16="http://schemas.microsoft.com/office/drawing/2014/main" id="{045F3660-25F5-4302-8FA2-CAD72A069FEC}"/>
                  </a:ext>
                </a:extLst>
              </p:cNvPr>
              <p:cNvCxnSpPr/>
              <p:nvPr/>
            </p:nvCxnSpPr>
            <p:spPr>
              <a:xfrm flipH="1">
                <a:off x="5895720" y="3600000"/>
                <a:ext cx="1304280" cy="66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7" name="直線コネクタ 105136">
                <a:extLst>
                  <a:ext uri="{FF2B5EF4-FFF2-40B4-BE49-F238E27FC236}">
                    <a16:creationId xmlns:a16="http://schemas.microsoft.com/office/drawing/2014/main" id="{E3E47065-7CB5-41D3-8E4E-10FA5007CD36}"/>
                  </a:ext>
                </a:extLst>
              </p:cNvPr>
              <p:cNvCxnSpPr/>
              <p:nvPr/>
            </p:nvCxnSpPr>
            <p:spPr>
              <a:xfrm flipH="1">
                <a:off x="5878440" y="3600000"/>
                <a:ext cx="1321560" cy="61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8" name="直線コネクタ 105137">
                <a:extLst>
                  <a:ext uri="{FF2B5EF4-FFF2-40B4-BE49-F238E27FC236}">
                    <a16:creationId xmlns:a16="http://schemas.microsoft.com/office/drawing/2014/main" id="{65DA0EBF-7A20-4349-B208-C2644B8DC560}"/>
                  </a:ext>
                </a:extLst>
              </p:cNvPr>
              <p:cNvCxnSpPr/>
              <p:nvPr/>
            </p:nvCxnSpPr>
            <p:spPr>
              <a:xfrm flipH="1">
                <a:off x="5860800" y="3600000"/>
                <a:ext cx="1339200" cy="56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39" name="直線コネクタ 105138">
                <a:extLst>
                  <a:ext uri="{FF2B5EF4-FFF2-40B4-BE49-F238E27FC236}">
                    <a16:creationId xmlns:a16="http://schemas.microsoft.com/office/drawing/2014/main" id="{D4444F8F-AB75-40A1-B25C-975A85AA6E30}"/>
                  </a:ext>
                </a:extLst>
              </p:cNvPr>
              <p:cNvCxnSpPr/>
              <p:nvPr/>
            </p:nvCxnSpPr>
            <p:spPr>
              <a:xfrm flipH="1">
                <a:off x="5843520" y="3600000"/>
                <a:ext cx="1356480" cy="518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0" name="直線コネクタ 105139">
                <a:extLst>
                  <a:ext uri="{FF2B5EF4-FFF2-40B4-BE49-F238E27FC236}">
                    <a16:creationId xmlns:a16="http://schemas.microsoft.com/office/drawing/2014/main" id="{633C1DEC-6806-4316-ACEC-8F0108317460}"/>
                  </a:ext>
                </a:extLst>
              </p:cNvPr>
              <p:cNvCxnSpPr/>
              <p:nvPr/>
            </p:nvCxnSpPr>
            <p:spPr>
              <a:xfrm flipH="1">
                <a:off x="5825880" y="3600000"/>
                <a:ext cx="1374120" cy="475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1" name="直線コネクタ 105140">
                <a:extLst>
                  <a:ext uri="{FF2B5EF4-FFF2-40B4-BE49-F238E27FC236}">
                    <a16:creationId xmlns:a16="http://schemas.microsoft.com/office/drawing/2014/main" id="{564346F0-838F-4DC5-911C-6F0D263615E7}"/>
                  </a:ext>
                </a:extLst>
              </p:cNvPr>
              <p:cNvCxnSpPr/>
              <p:nvPr/>
            </p:nvCxnSpPr>
            <p:spPr>
              <a:xfrm flipH="1">
                <a:off x="5808600" y="3600000"/>
                <a:ext cx="1391400" cy="43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2" name="直線コネクタ 105141">
                <a:extLst>
                  <a:ext uri="{FF2B5EF4-FFF2-40B4-BE49-F238E27FC236}">
                    <a16:creationId xmlns:a16="http://schemas.microsoft.com/office/drawing/2014/main" id="{512CA037-1BD5-493A-9BA0-78994900B637}"/>
                  </a:ext>
                </a:extLst>
              </p:cNvPr>
              <p:cNvCxnSpPr/>
              <p:nvPr/>
            </p:nvCxnSpPr>
            <p:spPr>
              <a:xfrm flipH="1">
                <a:off x="5790960" y="3600000"/>
                <a:ext cx="1409040" cy="39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3" name="直線コネクタ 105142">
                <a:extLst>
                  <a:ext uri="{FF2B5EF4-FFF2-40B4-BE49-F238E27FC236}">
                    <a16:creationId xmlns:a16="http://schemas.microsoft.com/office/drawing/2014/main" id="{C8688BD8-7AD2-4E4B-851D-C15201F1A9F4}"/>
                  </a:ext>
                </a:extLst>
              </p:cNvPr>
              <p:cNvCxnSpPr/>
              <p:nvPr/>
            </p:nvCxnSpPr>
            <p:spPr>
              <a:xfrm flipH="1">
                <a:off x="5773680" y="3600000"/>
                <a:ext cx="1426320" cy="36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4" name="直線コネクタ 105143">
                <a:extLst>
                  <a:ext uri="{FF2B5EF4-FFF2-40B4-BE49-F238E27FC236}">
                    <a16:creationId xmlns:a16="http://schemas.microsoft.com/office/drawing/2014/main" id="{EA7FD062-D786-45F9-9A77-FC971E539124}"/>
                  </a:ext>
                </a:extLst>
              </p:cNvPr>
              <p:cNvCxnSpPr/>
              <p:nvPr/>
            </p:nvCxnSpPr>
            <p:spPr>
              <a:xfrm flipH="1">
                <a:off x="5756040" y="3600000"/>
                <a:ext cx="1443960" cy="33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5" name="直線コネクタ 105144">
                <a:extLst>
                  <a:ext uri="{FF2B5EF4-FFF2-40B4-BE49-F238E27FC236}">
                    <a16:creationId xmlns:a16="http://schemas.microsoft.com/office/drawing/2014/main" id="{8F5BE507-BAF9-41A7-A223-DC585540403F}"/>
                  </a:ext>
                </a:extLst>
              </p:cNvPr>
              <p:cNvCxnSpPr/>
              <p:nvPr/>
            </p:nvCxnSpPr>
            <p:spPr>
              <a:xfrm flipH="1">
                <a:off x="5739840" y="3600000"/>
                <a:ext cx="1460160" cy="273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6" name="直線コネクタ 105145">
                <a:extLst>
                  <a:ext uri="{FF2B5EF4-FFF2-40B4-BE49-F238E27FC236}">
                    <a16:creationId xmlns:a16="http://schemas.microsoft.com/office/drawing/2014/main" id="{5B971B64-DC10-499E-9015-2993709A0EEA}"/>
                  </a:ext>
                </a:extLst>
              </p:cNvPr>
              <p:cNvCxnSpPr/>
              <p:nvPr/>
            </p:nvCxnSpPr>
            <p:spPr>
              <a:xfrm flipH="1">
                <a:off x="5722200" y="3600000"/>
                <a:ext cx="1477800" cy="25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7" name="直線コネクタ 105146">
                <a:extLst>
                  <a:ext uri="{FF2B5EF4-FFF2-40B4-BE49-F238E27FC236}">
                    <a16:creationId xmlns:a16="http://schemas.microsoft.com/office/drawing/2014/main" id="{BA4918F9-2E0A-43E2-BF44-ABC79B0423CC}"/>
                  </a:ext>
                </a:extLst>
              </p:cNvPr>
              <p:cNvCxnSpPr/>
              <p:nvPr/>
            </p:nvCxnSpPr>
            <p:spPr>
              <a:xfrm flipH="1">
                <a:off x="5704920" y="3600000"/>
                <a:ext cx="1495080" cy="230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8" name="直線コネクタ 105147">
                <a:extLst>
                  <a:ext uri="{FF2B5EF4-FFF2-40B4-BE49-F238E27FC236}">
                    <a16:creationId xmlns:a16="http://schemas.microsoft.com/office/drawing/2014/main" id="{3151D24F-09FA-4562-8C8D-1A8DF1106142}"/>
                  </a:ext>
                </a:extLst>
              </p:cNvPr>
              <p:cNvCxnSpPr/>
              <p:nvPr/>
            </p:nvCxnSpPr>
            <p:spPr>
              <a:xfrm flipH="1">
                <a:off x="5688360" y="3600000"/>
                <a:ext cx="1511640" cy="180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49" name="直線コネクタ 105148">
                <a:extLst>
                  <a:ext uri="{FF2B5EF4-FFF2-40B4-BE49-F238E27FC236}">
                    <a16:creationId xmlns:a16="http://schemas.microsoft.com/office/drawing/2014/main" id="{662EFCFA-7BC7-4846-BE18-3BBBC2253BCA}"/>
                  </a:ext>
                </a:extLst>
              </p:cNvPr>
              <p:cNvCxnSpPr/>
              <p:nvPr/>
            </p:nvCxnSpPr>
            <p:spPr>
              <a:xfrm flipH="1">
                <a:off x="5670720" y="3600000"/>
                <a:ext cx="1529280" cy="165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0" name="直線コネクタ 105149">
                <a:extLst>
                  <a:ext uri="{FF2B5EF4-FFF2-40B4-BE49-F238E27FC236}">
                    <a16:creationId xmlns:a16="http://schemas.microsoft.com/office/drawing/2014/main" id="{EC9CA939-A83F-452B-993F-73E88027B739}"/>
                  </a:ext>
                </a:extLst>
              </p:cNvPr>
              <p:cNvCxnSpPr/>
              <p:nvPr/>
            </p:nvCxnSpPr>
            <p:spPr>
              <a:xfrm flipH="1">
                <a:off x="5653440" y="3600000"/>
                <a:ext cx="1546560" cy="154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1" name="直線コネクタ 105150">
                <a:extLst>
                  <a:ext uri="{FF2B5EF4-FFF2-40B4-BE49-F238E27FC236}">
                    <a16:creationId xmlns:a16="http://schemas.microsoft.com/office/drawing/2014/main" id="{90B66061-14AF-43DD-BB19-ABEBEE773BD6}"/>
                  </a:ext>
                </a:extLst>
              </p:cNvPr>
              <p:cNvCxnSpPr/>
              <p:nvPr/>
            </p:nvCxnSpPr>
            <p:spPr>
              <a:xfrm flipH="1">
                <a:off x="5636160" y="3600000"/>
                <a:ext cx="1563840" cy="144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2" name="直線コネクタ 105151">
                <a:extLst>
                  <a:ext uri="{FF2B5EF4-FFF2-40B4-BE49-F238E27FC236}">
                    <a16:creationId xmlns:a16="http://schemas.microsoft.com/office/drawing/2014/main" id="{C7C33EDC-3196-4641-A4EA-43DF5DA43A9C}"/>
                  </a:ext>
                </a:extLst>
              </p:cNvPr>
              <p:cNvCxnSpPr/>
              <p:nvPr/>
            </p:nvCxnSpPr>
            <p:spPr>
              <a:xfrm flipH="1">
                <a:off x="5619600" y="3600000"/>
                <a:ext cx="158040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3" name="直線コネクタ 105152">
                <a:extLst>
                  <a:ext uri="{FF2B5EF4-FFF2-40B4-BE49-F238E27FC236}">
                    <a16:creationId xmlns:a16="http://schemas.microsoft.com/office/drawing/2014/main" id="{3276D19D-5C23-41CA-9069-9C41D95CD2D9}"/>
                  </a:ext>
                </a:extLst>
              </p:cNvPr>
              <p:cNvCxnSpPr/>
              <p:nvPr/>
            </p:nvCxnSpPr>
            <p:spPr>
              <a:xfrm flipH="1">
                <a:off x="5601960" y="3600000"/>
                <a:ext cx="1598040" cy="10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4" name="直線コネクタ 105153">
                <a:extLst>
                  <a:ext uri="{FF2B5EF4-FFF2-40B4-BE49-F238E27FC236}">
                    <a16:creationId xmlns:a16="http://schemas.microsoft.com/office/drawing/2014/main" id="{6005218A-FA41-4DD7-AA53-B1711F7C02F1}"/>
                  </a:ext>
                </a:extLst>
              </p:cNvPr>
              <p:cNvCxnSpPr/>
              <p:nvPr/>
            </p:nvCxnSpPr>
            <p:spPr>
              <a:xfrm flipH="1">
                <a:off x="5585400" y="3600000"/>
                <a:ext cx="1614600" cy="72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5" name="直線コネクタ 105154">
                <a:extLst>
                  <a:ext uri="{FF2B5EF4-FFF2-40B4-BE49-F238E27FC236}">
                    <a16:creationId xmlns:a16="http://schemas.microsoft.com/office/drawing/2014/main" id="{7FC46044-D7E4-47AE-A5B9-4CA6BFA49C1B}"/>
                  </a:ext>
                </a:extLst>
              </p:cNvPr>
              <p:cNvCxnSpPr/>
              <p:nvPr/>
            </p:nvCxnSpPr>
            <p:spPr>
              <a:xfrm flipH="1">
                <a:off x="5568840" y="3600000"/>
                <a:ext cx="1631160" cy="39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6" name="直線コネクタ 105155">
                <a:extLst>
                  <a:ext uri="{FF2B5EF4-FFF2-40B4-BE49-F238E27FC236}">
                    <a16:creationId xmlns:a16="http://schemas.microsoft.com/office/drawing/2014/main" id="{BBF672EC-AAB5-4582-BB96-29E53406978A}"/>
                  </a:ext>
                </a:extLst>
              </p:cNvPr>
              <p:cNvCxnSpPr/>
              <p:nvPr/>
            </p:nvCxnSpPr>
            <p:spPr>
              <a:xfrm flipH="1">
                <a:off x="5551560" y="3600000"/>
                <a:ext cx="1648440" cy="46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7" name="直線コネクタ 105156">
                <a:extLst>
                  <a:ext uri="{FF2B5EF4-FFF2-40B4-BE49-F238E27FC236}">
                    <a16:creationId xmlns:a16="http://schemas.microsoft.com/office/drawing/2014/main" id="{F41EED9B-B0E9-437E-9D8F-FBD906B2BF51}"/>
                  </a:ext>
                </a:extLst>
              </p:cNvPr>
              <p:cNvCxnSpPr/>
              <p:nvPr/>
            </p:nvCxnSpPr>
            <p:spPr>
              <a:xfrm flipH="1">
                <a:off x="5534640" y="3600000"/>
                <a:ext cx="1665360" cy="216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8" name="直線コネクタ 105157">
                <a:extLst>
                  <a:ext uri="{FF2B5EF4-FFF2-40B4-BE49-F238E27FC236}">
                    <a16:creationId xmlns:a16="http://schemas.microsoft.com/office/drawing/2014/main" id="{77DA0AEE-6D25-4CBE-B959-F3053740AB79}"/>
                  </a:ext>
                </a:extLst>
              </p:cNvPr>
              <p:cNvCxnSpPr/>
              <p:nvPr/>
            </p:nvCxnSpPr>
            <p:spPr>
              <a:xfrm flipH="1">
                <a:off x="5518080" y="3600000"/>
                <a:ext cx="168192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59" name="直線コネクタ 105158">
                <a:extLst>
                  <a:ext uri="{FF2B5EF4-FFF2-40B4-BE49-F238E27FC236}">
                    <a16:creationId xmlns:a16="http://schemas.microsoft.com/office/drawing/2014/main" id="{30EDC0EB-4049-4913-8735-E1A19415C04A}"/>
                  </a:ext>
                </a:extLst>
              </p:cNvPr>
              <p:cNvCxnSpPr/>
              <p:nvPr/>
            </p:nvCxnSpPr>
            <p:spPr>
              <a:xfrm flipH="1">
                <a:off x="5500800" y="3600000"/>
                <a:ext cx="1699200" cy="180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0" name="直線コネクタ 105159">
                <a:extLst>
                  <a:ext uri="{FF2B5EF4-FFF2-40B4-BE49-F238E27FC236}">
                    <a16:creationId xmlns:a16="http://schemas.microsoft.com/office/drawing/2014/main" id="{C1749534-D1D2-4D39-B5CE-6F6F05A572CD}"/>
                  </a:ext>
                </a:extLst>
              </p:cNvPr>
              <p:cNvCxnSpPr/>
              <p:nvPr/>
            </p:nvCxnSpPr>
            <p:spPr>
              <a:xfrm flipH="1">
                <a:off x="5484240" y="3600000"/>
                <a:ext cx="171576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1" name="直線コネクタ 105160">
                <a:extLst>
                  <a:ext uri="{FF2B5EF4-FFF2-40B4-BE49-F238E27FC236}">
                    <a16:creationId xmlns:a16="http://schemas.microsoft.com/office/drawing/2014/main" id="{BF67CEE6-EF9D-434B-956D-40EDC777C0F4}"/>
                  </a:ext>
                </a:extLst>
              </p:cNvPr>
              <p:cNvCxnSpPr/>
              <p:nvPr/>
            </p:nvCxnSpPr>
            <p:spPr>
              <a:xfrm flipH="1" flipV="1">
                <a:off x="5467320" y="3598920"/>
                <a:ext cx="1732680" cy="108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2" name="直線コネクタ 105161">
                <a:extLst>
                  <a:ext uri="{FF2B5EF4-FFF2-40B4-BE49-F238E27FC236}">
                    <a16:creationId xmlns:a16="http://schemas.microsoft.com/office/drawing/2014/main" id="{22A928FE-5832-450D-A823-739115014B2C}"/>
                  </a:ext>
                </a:extLst>
              </p:cNvPr>
              <p:cNvCxnSpPr/>
              <p:nvPr/>
            </p:nvCxnSpPr>
            <p:spPr>
              <a:xfrm flipH="1">
                <a:off x="5450400" y="3600000"/>
                <a:ext cx="1749600" cy="144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3" name="直線コネクタ 105162">
                <a:extLst>
                  <a:ext uri="{FF2B5EF4-FFF2-40B4-BE49-F238E27FC236}">
                    <a16:creationId xmlns:a16="http://schemas.microsoft.com/office/drawing/2014/main" id="{1C6A9BD9-9394-4BB9-9D3A-54F2A9C329A3}"/>
                  </a:ext>
                </a:extLst>
              </p:cNvPr>
              <p:cNvCxnSpPr/>
              <p:nvPr/>
            </p:nvCxnSpPr>
            <p:spPr>
              <a:xfrm flipH="1">
                <a:off x="5433480" y="3600000"/>
                <a:ext cx="1766520" cy="72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4" name="直線コネクタ 105163">
                <a:extLst>
                  <a:ext uri="{FF2B5EF4-FFF2-40B4-BE49-F238E27FC236}">
                    <a16:creationId xmlns:a16="http://schemas.microsoft.com/office/drawing/2014/main" id="{462C24B7-438E-4655-9F45-467F0D148DAF}"/>
                  </a:ext>
                </a:extLst>
              </p:cNvPr>
              <p:cNvCxnSpPr/>
              <p:nvPr/>
            </p:nvCxnSpPr>
            <p:spPr>
              <a:xfrm flipH="1">
                <a:off x="5416920" y="3600000"/>
                <a:ext cx="178308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165" name="直線コネクタ 105164">
                <a:extLst>
                  <a:ext uri="{FF2B5EF4-FFF2-40B4-BE49-F238E27FC236}">
                    <a16:creationId xmlns:a16="http://schemas.microsoft.com/office/drawing/2014/main" id="{D5FD2827-986E-4B8D-86BB-C85AC6EFA64B}"/>
                  </a:ext>
                </a:extLst>
              </p:cNvPr>
              <p:cNvCxnSpPr/>
              <p:nvPr/>
            </p:nvCxnSpPr>
            <p:spPr>
              <a:xfrm flipH="1">
                <a:off x="5400000" y="3600000"/>
                <a:ext cx="1800000" cy="0"/>
              </a:xfrm>
              <a:prstGeom prst="line">
                <a:avLst/>
              </a:prstGeom>
              <a:ln w="190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2865" name="グループ化 142864">
            <a:extLst>
              <a:ext uri="{FF2B5EF4-FFF2-40B4-BE49-F238E27FC236}">
                <a16:creationId xmlns:a16="http://schemas.microsoft.com/office/drawing/2014/main" id="{00E99BA1-34A5-4868-AE68-80CFFB505571}"/>
              </a:ext>
            </a:extLst>
          </p:cNvPr>
          <p:cNvGrpSpPr/>
          <p:nvPr/>
        </p:nvGrpSpPr>
        <p:grpSpPr>
          <a:xfrm>
            <a:off x="2862119" y="2862119"/>
            <a:ext cx="5075762" cy="5075762"/>
            <a:chOff x="2862119" y="2862119"/>
            <a:chExt cx="5075762" cy="5075762"/>
          </a:xfrm>
        </p:grpSpPr>
        <p:grpSp>
          <p:nvGrpSpPr>
            <p:cNvPr id="142866" name="グループ化 142865">
              <a:extLst>
                <a:ext uri="{FF2B5EF4-FFF2-40B4-BE49-F238E27FC236}">
                  <a16:creationId xmlns:a16="http://schemas.microsoft.com/office/drawing/2014/main" id="{E70F6604-9E3E-4657-9FCD-9FAD6CDAABD6}"/>
                </a:ext>
              </a:extLst>
            </p:cNvPr>
            <p:cNvGrpSpPr/>
            <p:nvPr/>
          </p:nvGrpSpPr>
          <p:grpSpPr>
            <a:xfrm>
              <a:off x="6462119" y="2862119"/>
              <a:ext cx="1475762" cy="1475762"/>
              <a:chOff x="6462119" y="2862119"/>
              <a:chExt cx="1475762" cy="1475762"/>
            </a:xfrm>
          </p:grpSpPr>
          <p:grpSp>
            <p:nvGrpSpPr>
              <p:cNvPr id="143236" name="グループ化 143235">
                <a:extLst>
                  <a:ext uri="{FF2B5EF4-FFF2-40B4-BE49-F238E27FC236}">
                    <a16:creationId xmlns:a16="http://schemas.microsoft.com/office/drawing/2014/main" id="{480BE483-B393-4594-A650-BBB32EA8F043}"/>
                  </a:ext>
                </a:extLst>
              </p:cNvPr>
              <p:cNvGrpSpPr/>
              <p:nvPr/>
            </p:nvGrpSpPr>
            <p:grpSpPr>
              <a:xfrm>
                <a:off x="6462119" y="2862119"/>
                <a:ext cx="1475762" cy="1475762"/>
                <a:chOff x="6462119" y="2862119"/>
                <a:chExt cx="1475762" cy="1475762"/>
              </a:xfrm>
            </p:grpSpPr>
            <p:grpSp>
              <p:nvGrpSpPr>
                <p:cNvPr id="143325" name="グループ化 143324">
                  <a:extLst>
                    <a:ext uri="{FF2B5EF4-FFF2-40B4-BE49-F238E27FC236}">
                      <a16:creationId xmlns:a16="http://schemas.microsoft.com/office/drawing/2014/main" id="{CC74FE42-CE96-4CED-A409-0A83AB73EE81}"/>
                    </a:ext>
                  </a:extLst>
                </p:cNvPr>
                <p:cNvGrpSpPr/>
                <p:nvPr/>
              </p:nvGrpSpPr>
              <p:grpSpPr>
                <a:xfrm>
                  <a:off x="6462119" y="2862119"/>
                  <a:ext cx="1475762" cy="1475762"/>
                  <a:chOff x="4662000" y="4662000"/>
                  <a:chExt cx="1475762" cy="1475762"/>
                </a:xfrm>
              </p:grpSpPr>
              <p:sp>
                <p:nvSpPr>
                  <p:cNvPr id="143350" name="楕円 143349">
                    <a:extLst>
                      <a:ext uri="{FF2B5EF4-FFF2-40B4-BE49-F238E27FC236}">
                        <a16:creationId xmlns:a16="http://schemas.microsoft.com/office/drawing/2014/main" id="{4005D84F-7ED6-45A0-8EF4-978D2271030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5365681" y="4662000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351" name="楕円 143350">
                    <a:extLst>
                      <a:ext uri="{FF2B5EF4-FFF2-40B4-BE49-F238E27FC236}">
                        <a16:creationId xmlns:a16="http://schemas.microsoft.com/office/drawing/2014/main" id="{1D7D958F-E3E1-4352-9B2E-4BD23EE2B91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 flipH="1" flipV="1">
                    <a:off x="5365681" y="6069362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352" name="楕円 143351">
                    <a:extLst>
                      <a:ext uri="{FF2B5EF4-FFF2-40B4-BE49-F238E27FC236}">
                        <a16:creationId xmlns:a16="http://schemas.microsoft.com/office/drawing/2014/main" id="{7BE2CD0E-A787-467E-8159-05039154AAF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 flipH="1">
                    <a:off x="4662000" y="5365681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353" name="楕円 143352">
                    <a:extLst>
                      <a:ext uri="{FF2B5EF4-FFF2-40B4-BE49-F238E27FC236}">
                        <a16:creationId xmlns:a16="http://schemas.microsoft.com/office/drawing/2014/main" id="{746A5797-6662-4785-9413-09753447E1B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 flipV="1">
                    <a:off x="6069362" y="5365681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354" name="楕円 143353">
                    <a:extLst>
                      <a:ext uri="{FF2B5EF4-FFF2-40B4-BE49-F238E27FC236}">
                        <a16:creationId xmlns:a16="http://schemas.microsoft.com/office/drawing/2014/main" id="{E6F0C636-4342-4545-A1D5-8654D22CC4E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863259" y="4868103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355" name="楕円 143354">
                    <a:extLst>
                      <a:ext uri="{FF2B5EF4-FFF2-40B4-BE49-F238E27FC236}">
                        <a16:creationId xmlns:a16="http://schemas.microsoft.com/office/drawing/2014/main" id="{221D2FA6-7623-4ECD-927A-8CE3631E29A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 flipV="1">
                    <a:off x="4868103" y="5863259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356" name="楕円 143355">
                    <a:extLst>
                      <a:ext uri="{FF2B5EF4-FFF2-40B4-BE49-F238E27FC236}">
                        <a16:creationId xmlns:a16="http://schemas.microsoft.com/office/drawing/2014/main" id="{E11CD073-B89D-4881-A51C-F2CC0EC0EC0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4868103" y="4868103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357" name="楕円 143356">
                    <a:extLst>
                      <a:ext uri="{FF2B5EF4-FFF2-40B4-BE49-F238E27FC236}">
                        <a16:creationId xmlns:a16="http://schemas.microsoft.com/office/drawing/2014/main" id="{773AFCE7-F706-4441-88F9-92F03F1A19B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 flipV="1">
                    <a:off x="5863259" y="5863259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43326" name="グループ化 143325">
                  <a:extLst>
                    <a:ext uri="{FF2B5EF4-FFF2-40B4-BE49-F238E27FC236}">
                      <a16:creationId xmlns:a16="http://schemas.microsoft.com/office/drawing/2014/main" id="{3C58E2D7-480D-47A6-BD73-9ADEBF864DB9}"/>
                    </a:ext>
                  </a:extLst>
                </p:cNvPr>
                <p:cNvGrpSpPr/>
                <p:nvPr/>
              </p:nvGrpSpPr>
              <p:grpSpPr>
                <a:xfrm rot="8100000">
                  <a:off x="6988082" y="3002504"/>
                  <a:ext cx="423836" cy="1194991"/>
                  <a:chOff x="5187963" y="4802386"/>
                  <a:chExt cx="423836" cy="1194991"/>
                </a:xfrm>
              </p:grpSpPr>
              <p:sp>
                <p:nvSpPr>
                  <p:cNvPr id="143346" name="フリーフォーム: 図形 143345">
                    <a:extLst>
                      <a:ext uri="{FF2B5EF4-FFF2-40B4-BE49-F238E27FC236}">
                        <a16:creationId xmlns:a16="http://schemas.microsoft.com/office/drawing/2014/main" id="{693AED7E-0D13-4FE9-AA5A-4CEDD2DC2E73}"/>
                      </a:ext>
                    </a:extLst>
                  </p:cNvPr>
                  <p:cNvSpPr/>
                  <p:nvPr/>
                </p:nvSpPr>
                <p:spPr>
                  <a:xfrm rot="16200000" flipV="1">
                    <a:off x="5203683" y="5589565"/>
                    <a:ext cx="600446" cy="215177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347" name="フリーフォーム: 図形 143346">
                    <a:extLst>
                      <a:ext uri="{FF2B5EF4-FFF2-40B4-BE49-F238E27FC236}">
                        <a16:creationId xmlns:a16="http://schemas.microsoft.com/office/drawing/2014/main" id="{5BBE88E1-8CB7-42F7-AC40-1B9A335450C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4995244" y="5589219"/>
                    <a:ext cx="600446" cy="215008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348" name="フリーフォーム: 図形 143347">
                    <a:extLst>
                      <a:ext uri="{FF2B5EF4-FFF2-40B4-BE49-F238E27FC236}">
                        <a16:creationId xmlns:a16="http://schemas.microsoft.com/office/drawing/2014/main" id="{5B58DE05-1127-4F87-ABF3-C62ACFE45998}"/>
                      </a:ext>
                    </a:extLst>
                  </p:cNvPr>
                  <p:cNvSpPr/>
                  <p:nvPr/>
                </p:nvSpPr>
                <p:spPr>
                  <a:xfrm rot="16200000" flipH="1" flipV="1">
                    <a:off x="5203915" y="4995093"/>
                    <a:ext cx="600591" cy="215177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349" name="フリーフォーム: 図形 143348">
                    <a:extLst>
                      <a:ext uri="{FF2B5EF4-FFF2-40B4-BE49-F238E27FC236}">
                        <a16:creationId xmlns:a16="http://schemas.microsoft.com/office/drawing/2014/main" id="{B80710C0-9E0F-4BD9-80D1-A3EFDCE8FAE9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4995477" y="4995606"/>
                    <a:ext cx="600591" cy="215008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</p:grpSp>
            <p:sp>
              <p:nvSpPr>
                <p:cNvPr id="143327" name="楕円 143326">
                  <a:extLst>
                    <a:ext uri="{FF2B5EF4-FFF2-40B4-BE49-F238E27FC236}">
                      <a16:creationId xmlns:a16="http://schemas.microsoft.com/office/drawing/2014/main" id="{7B3B8525-4417-4284-8A32-6E1FBE5B874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8100000">
                  <a:off x="6971400" y="3371400"/>
                  <a:ext cx="457200" cy="4572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43328" name="楕円 143327">
                  <a:extLst>
                    <a:ext uri="{FF2B5EF4-FFF2-40B4-BE49-F238E27FC236}">
                      <a16:creationId xmlns:a16="http://schemas.microsoft.com/office/drawing/2014/main" id="{0FC7893F-2534-41D5-957E-CBC3D59ED00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8100000">
                  <a:off x="7059600" y="3459600"/>
                  <a:ext cx="280800" cy="280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grpSp>
              <p:nvGrpSpPr>
                <p:cNvPr id="143329" name="グループ化 143328">
                  <a:extLst>
                    <a:ext uri="{FF2B5EF4-FFF2-40B4-BE49-F238E27FC236}">
                      <a16:creationId xmlns:a16="http://schemas.microsoft.com/office/drawing/2014/main" id="{ACB60225-8D94-428D-91A6-13E6A097EA92}"/>
                    </a:ext>
                  </a:extLst>
                </p:cNvPr>
                <p:cNvGrpSpPr/>
                <p:nvPr/>
              </p:nvGrpSpPr>
              <p:grpSpPr>
                <a:xfrm rot="8100000">
                  <a:off x="6598919" y="2998919"/>
                  <a:ext cx="1202162" cy="1202162"/>
                  <a:chOff x="4798800" y="4798800"/>
                  <a:chExt cx="1202162" cy="1202162"/>
                </a:xfrm>
              </p:grpSpPr>
              <p:cxnSp>
                <p:nvCxnSpPr>
                  <p:cNvPr id="143330" name="直線コネクタ 143329">
                    <a:extLst>
                      <a:ext uri="{FF2B5EF4-FFF2-40B4-BE49-F238E27FC236}">
                        <a16:creationId xmlns:a16="http://schemas.microsoft.com/office/drawing/2014/main" id="{72087CAE-6E9C-4079-B955-FD2C0C8A30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20280000">
                    <a:off x="5202000" y="4836278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1" name="直線コネクタ 143330">
                    <a:extLst>
                      <a:ext uri="{FF2B5EF4-FFF2-40B4-BE49-F238E27FC236}">
                        <a16:creationId xmlns:a16="http://schemas.microsoft.com/office/drawing/2014/main" id="{3B746786-61EF-4395-998C-686CD86DA0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99881" y="47988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2" name="直線コネクタ 143331">
                    <a:extLst>
                      <a:ext uri="{FF2B5EF4-FFF2-40B4-BE49-F238E27FC236}">
                        <a16:creationId xmlns:a16="http://schemas.microsoft.com/office/drawing/2014/main" id="{D497F446-0208-49AB-ACCA-0069E83611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9881" y="5828162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3" name="直線コネクタ 143332">
                    <a:extLst>
                      <a:ext uri="{FF2B5EF4-FFF2-40B4-BE49-F238E27FC236}">
                        <a16:creationId xmlns:a16="http://schemas.microsoft.com/office/drawing/2014/main" id="{EB3CFC9C-CB65-4A46-953A-B70648F45D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5914562" y="5313481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4" name="直線コネクタ 143333">
                    <a:extLst>
                      <a:ext uri="{FF2B5EF4-FFF2-40B4-BE49-F238E27FC236}">
                        <a16:creationId xmlns:a16="http://schemas.microsoft.com/office/drawing/2014/main" id="{DB829383-C7A4-4D9C-AF03-38995F1B84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885200" y="5313481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5" name="直線コネクタ 143334">
                    <a:extLst>
                      <a:ext uri="{FF2B5EF4-FFF2-40B4-BE49-F238E27FC236}">
                        <a16:creationId xmlns:a16="http://schemas.microsoft.com/office/drawing/2014/main" id="{3C5672A4-0394-45E8-AFBB-482D849BE3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2700000">
                    <a:off x="5763815" y="49495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6" name="直線コネクタ 143335">
                    <a:extLst>
                      <a:ext uri="{FF2B5EF4-FFF2-40B4-BE49-F238E27FC236}">
                        <a16:creationId xmlns:a16="http://schemas.microsoft.com/office/drawing/2014/main" id="{B9462E8F-BA33-4AAD-A113-C4E9A9FC7E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3500000">
                    <a:off x="5035947" y="5677415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7" name="直線コネクタ 143336">
                    <a:extLst>
                      <a:ext uri="{FF2B5EF4-FFF2-40B4-BE49-F238E27FC236}">
                        <a16:creationId xmlns:a16="http://schemas.microsoft.com/office/drawing/2014/main" id="{F27C2DA0-43AE-4781-8879-733961385C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8100000">
                    <a:off x="5763815" y="5677415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8" name="直線コネクタ 143337">
                    <a:extLst>
                      <a:ext uri="{FF2B5EF4-FFF2-40B4-BE49-F238E27FC236}">
                        <a16:creationId xmlns:a16="http://schemas.microsoft.com/office/drawing/2014/main" id="{1761C193-147F-4F53-B598-061E683575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8900000">
                    <a:off x="5035947" y="49495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39" name="直線コネクタ 143338">
                    <a:extLst>
                      <a:ext uri="{FF2B5EF4-FFF2-40B4-BE49-F238E27FC236}">
                        <a16:creationId xmlns:a16="http://schemas.microsoft.com/office/drawing/2014/main" id="{3FDF8F06-6BBB-4473-8669-36FF82E51A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320000">
                    <a:off x="5598000" y="483627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40" name="直線コネクタ 143339">
                    <a:extLst>
                      <a:ext uri="{FF2B5EF4-FFF2-40B4-BE49-F238E27FC236}">
                        <a16:creationId xmlns:a16="http://schemas.microsoft.com/office/drawing/2014/main" id="{EB50E727-A5CD-47DC-99FF-4C232415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6720000">
                    <a:off x="5878800" y="5511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41" name="直線コネクタ 143340">
                    <a:extLst>
                      <a:ext uri="{FF2B5EF4-FFF2-40B4-BE49-F238E27FC236}">
                        <a16:creationId xmlns:a16="http://schemas.microsoft.com/office/drawing/2014/main" id="{9E5D4203-C13D-40DF-A2D8-FB454FC98B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7520000">
                    <a:off x="4922677" y="5115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42" name="直線コネクタ 143341">
                    <a:extLst>
                      <a:ext uri="{FF2B5EF4-FFF2-40B4-BE49-F238E27FC236}">
                        <a16:creationId xmlns:a16="http://schemas.microsoft.com/office/drawing/2014/main" id="{E89D64C4-CC6D-411D-9F5C-996E73EEEC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4020000">
                    <a:off x="5873647" y="5115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43" name="直線コネクタ 143342">
                    <a:extLst>
                      <a:ext uri="{FF2B5EF4-FFF2-40B4-BE49-F238E27FC236}">
                        <a16:creationId xmlns:a16="http://schemas.microsoft.com/office/drawing/2014/main" id="{DF450A57-382E-40F0-BE42-6588E9FE2C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9420000">
                    <a:off x="5598000" y="57872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44" name="直線コネクタ 143343">
                    <a:extLst>
                      <a:ext uri="{FF2B5EF4-FFF2-40B4-BE49-F238E27FC236}">
                        <a16:creationId xmlns:a16="http://schemas.microsoft.com/office/drawing/2014/main" id="{D3AB2A72-821E-4F71-960B-291CFB1A4A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2180000">
                    <a:off x="5202000" y="57872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345" name="直線コネクタ 143344">
                    <a:extLst>
                      <a:ext uri="{FF2B5EF4-FFF2-40B4-BE49-F238E27FC236}">
                        <a16:creationId xmlns:a16="http://schemas.microsoft.com/office/drawing/2014/main" id="{2B0A1E59-C807-4DD7-A1B1-80987E4974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4880000">
                    <a:off x="4922678" y="5511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43237" name="グループ化 143236">
                <a:extLst>
                  <a:ext uri="{FF2B5EF4-FFF2-40B4-BE49-F238E27FC236}">
                    <a16:creationId xmlns:a16="http://schemas.microsoft.com/office/drawing/2014/main" id="{58712ECC-B29C-4292-856D-9C181F8B53CC}"/>
                  </a:ext>
                </a:extLst>
              </p:cNvPr>
              <p:cNvGrpSpPr/>
              <p:nvPr/>
            </p:nvGrpSpPr>
            <p:grpSpPr>
              <a:xfrm rot="2700000">
                <a:off x="6602400" y="3002400"/>
                <a:ext cx="1198802" cy="1198802"/>
                <a:chOff x="4800480" y="4800480"/>
                <a:chExt cx="1198802" cy="1198802"/>
              </a:xfrm>
            </p:grpSpPr>
            <p:grpSp>
              <p:nvGrpSpPr>
                <p:cNvPr id="143243" name="グループ化 143242">
                  <a:extLst>
                    <a:ext uri="{FF2B5EF4-FFF2-40B4-BE49-F238E27FC236}">
                      <a16:creationId xmlns:a16="http://schemas.microsoft.com/office/drawing/2014/main" id="{7007FF79-8071-4403-9842-2CC17756484C}"/>
                    </a:ext>
                  </a:extLst>
                </p:cNvPr>
                <p:cNvGrpSpPr/>
                <p:nvPr/>
              </p:nvGrpSpPr>
              <p:grpSpPr>
                <a:xfrm>
                  <a:off x="4800480" y="4800480"/>
                  <a:ext cx="1198802" cy="1198802"/>
                  <a:chOff x="4800480" y="4800480"/>
                  <a:chExt cx="1198802" cy="1198802"/>
                </a:xfrm>
              </p:grpSpPr>
              <p:grpSp>
                <p:nvGrpSpPr>
                  <p:cNvPr id="143255" name="グループ化 143254">
                    <a:extLst>
                      <a:ext uri="{FF2B5EF4-FFF2-40B4-BE49-F238E27FC236}">
                        <a16:creationId xmlns:a16="http://schemas.microsoft.com/office/drawing/2014/main" id="{BFE4CAF4-7F9A-4148-9E2C-D744AC6D8DBD}"/>
                      </a:ext>
                    </a:extLst>
                  </p:cNvPr>
                  <p:cNvGrpSpPr/>
                  <p:nvPr/>
                </p:nvGrpSpPr>
                <p:grpSpPr>
                  <a:xfrm>
                    <a:off x="5399882" y="4800482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319" name="直線コネクタ 143318">
                      <a:extLst>
                        <a:ext uri="{FF2B5EF4-FFF2-40B4-BE49-F238E27FC236}">
                          <a16:creationId xmlns:a16="http://schemas.microsoft.com/office/drawing/2014/main" id="{24AA6FF4-134F-4377-AB75-B2072E0090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20" name="直線コネクタ 143319">
                      <a:extLst>
                        <a:ext uri="{FF2B5EF4-FFF2-40B4-BE49-F238E27FC236}">
                          <a16:creationId xmlns:a16="http://schemas.microsoft.com/office/drawing/2014/main" id="{45B75A30-B5D2-4609-A749-8140A7CE10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21" name="直線コネクタ 143320">
                      <a:extLst>
                        <a:ext uri="{FF2B5EF4-FFF2-40B4-BE49-F238E27FC236}">
                          <a16:creationId xmlns:a16="http://schemas.microsoft.com/office/drawing/2014/main" id="{2079BC20-F3B3-4E85-9D85-AF2BF88DAD8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22" name="直線コネクタ 143321">
                      <a:extLst>
                        <a:ext uri="{FF2B5EF4-FFF2-40B4-BE49-F238E27FC236}">
                          <a16:creationId xmlns:a16="http://schemas.microsoft.com/office/drawing/2014/main" id="{75AF052D-87FC-402D-9D29-8450E5B1A1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23" name="直線コネクタ 143322">
                      <a:extLst>
                        <a:ext uri="{FF2B5EF4-FFF2-40B4-BE49-F238E27FC236}">
                          <a16:creationId xmlns:a16="http://schemas.microsoft.com/office/drawing/2014/main" id="{7976931F-7058-4362-B455-0EBA39421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24" name="直線コネクタ 143323">
                      <a:extLst>
                        <a:ext uri="{FF2B5EF4-FFF2-40B4-BE49-F238E27FC236}">
                          <a16:creationId xmlns:a16="http://schemas.microsoft.com/office/drawing/2014/main" id="{6BF215C2-429E-4969-B6A7-A3A4D1D737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56" name="グループ化 143255">
                    <a:extLst>
                      <a:ext uri="{FF2B5EF4-FFF2-40B4-BE49-F238E27FC236}">
                        <a16:creationId xmlns:a16="http://schemas.microsoft.com/office/drawing/2014/main" id="{027EBCF0-4E1D-4EB7-8483-2779A918C45D}"/>
                      </a:ext>
                    </a:extLst>
                  </p:cNvPr>
                  <p:cNvGrpSpPr/>
                  <p:nvPr/>
                </p:nvGrpSpPr>
                <p:grpSpPr>
                  <a:xfrm rot="1080000">
                    <a:off x="5399882" y="4800482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313" name="直線コネクタ 143312">
                      <a:extLst>
                        <a:ext uri="{FF2B5EF4-FFF2-40B4-BE49-F238E27FC236}">
                          <a16:creationId xmlns:a16="http://schemas.microsoft.com/office/drawing/2014/main" id="{58E7AAFB-EE99-4F9E-B803-307B0A6756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14" name="直線コネクタ 143313">
                      <a:extLst>
                        <a:ext uri="{FF2B5EF4-FFF2-40B4-BE49-F238E27FC236}">
                          <a16:creationId xmlns:a16="http://schemas.microsoft.com/office/drawing/2014/main" id="{544E6719-61BA-49EC-9ADC-386E459CB7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15" name="直線コネクタ 143314">
                      <a:extLst>
                        <a:ext uri="{FF2B5EF4-FFF2-40B4-BE49-F238E27FC236}">
                          <a16:creationId xmlns:a16="http://schemas.microsoft.com/office/drawing/2014/main" id="{698A244A-8320-4913-9B66-9864373CC8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16" name="直線コネクタ 143315">
                      <a:extLst>
                        <a:ext uri="{FF2B5EF4-FFF2-40B4-BE49-F238E27FC236}">
                          <a16:creationId xmlns:a16="http://schemas.microsoft.com/office/drawing/2014/main" id="{51E2C3AE-7C11-4CDC-B454-E5CCF5DF7A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17" name="直線コネクタ 143316">
                      <a:extLst>
                        <a:ext uri="{FF2B5EF4-FFF2-40B4-BE49-F238E27FC236}">
                          <a16:creationId xmlns:a16="http://schemas.microsoft.com/office/drawing/2014/main" id="{66546E8C-9ADA-4577-8C8D-247CB0FA88E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18" name="直線コネクタ 143317">
                      <a:extLst>
                        <a:ext uri="{FF2B5EF4-FFF2-40B4-BE49-F238E27FC236}">
                          <a16:creationId xmlns:a16="http://schemas.microsoft.com/office/drawing/2014/main" id="{3AA81DC2-0933-439F-94CE-7E3B7E394F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57" name="グループ化 143256">
                    <a:extLst>
                      <a:ext uri="{FF2B5EF4-FFF2-40B4-BE49-F238E27FC236}">
                        <a16:creationId xmlns:a16="http://schemas.microsoft.com/office/drawing/2014/main" id="{7BF0B0CD-BE1F-4CFF-B77C-001BDBC0B1BB}"/>
                      </a:ext>
                    </a:extLst>
                  </p:cNvPr>
                  <p:cNvGrpSpPr/>
                  <p:nvPr/>
                </p:nvGrpSpPr>
                <p:grpSpPr>
                  <a:xfrm rot="2160000">
                    <a:off x="5399880" y="4800480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307" name="直線コネクタ 143306">
                      <a:extLst>
                        <a:ext uri="{FF2B5EF4-FFF2-40B4-BE49-F238E27FC236}">
                          <a16:creationId xmlns:a16="http://schemas.microsoft.com/office/drawing/2014/main" id="{526A3C11-7F1E-40DF-8EFD-B3074657C9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08" name="直線コネクタ 143307">
                      <a:extLst>
                        <a:ext uri="{FF2B5EF4-FFF2-40B4-BE49-F238E27FC236}">
                          <a16:creationId xmlns:a16="http://schemas.microsoft.com/office/drawing/2014/main" id="{9E58E723-9763-4D8C-B827-D95781A2D0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09" name="直線コネクタ 143308">
                      <a:extLst>
                        <a:ext uri="{FF2B5EF4-FFF2-40B4-BE49-F238E27FC236}">
                          <a16:creationId xmlns:a16="http://schemas.microsoft.com/office/drawing/2014/main" id="{36C282EE-52CB-414A-B65F-D47464D3FB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10" name="直線コネクタ 143309">
                      <a:extLst>
                        <a:ext uri="{FF2B5EF4-FFF2-40B4-BE49-F238E27FC236}">
                          <a16:creationId xmlns:a16="http://schemas.microsoft.com/office/drawing/2014/main" id="{FDBBFF54-9DAF-46F0-B3D9-D200B992585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11" name="直線コネクタ 143310">
                      <a:extLst>
                        <a:ext uri="{FF2B5EF4-FFF2-40B4-BE49-F238E27FC236}">
                          <a16:creationId xmlns:a16="http://schemas.microsoft.com/office/drawing/2014/main" id="{4ECA6324-C484-49C4-BBAD-4C4F16CDB5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12" name="直線コネクタ 143311">
                      <a:extLst>
                        <a:ext uri="{FF2B5EF4-FFF2-40B4-BE49-F238E27FC236}">
                          <a16:creationId xmlns:a16="http://schemas.microsoft.com/office/drawing/2014/main" id="{C23EE723-DA22-45EA-8500-1A4289D8FB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58" name="グループ化 143257">
                    <a:extLst>
                      <a:ext uri="{FF2B5EF4-FFF2-40B4-BE49-F238E27FC236}">
                        <a16:creationId xmlns:a16="http://schemas.microsoft.com/office/drawing/2014/main" id="{D02D69CD-2790-4044-8232-EADDD782544C}"/>
                      </a:ext>
                    </a:extLst>
                  </p:cNvPr>
                  <p:cNvGrpSpPr/>
                  <p:nvPr/>
                </p:nvGrpSpPr>
                <p:grpSpPr>
                  <a:xfrm rot="3240000">
                    <a:off x="5399880" y="4800480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301" name="直線コネクタ 143300">
                      <a:extLst>
                        <a:ext uri="{FF2B5EF4-FFF2-40B4-BE49-F238E27FC236}">
                          <a16:creationId xmlns:a16="http://schemas.microsoft.com/office/drawing/2014/main" id="{6B21AD30-1CC1-45E3-92E7-8EF3B8FE72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02" name="直線コネクタ 143301">
                      <a:extLst>
                        <a:ext uri="{FF2B5EF4-FFF2-40B4-BE49-F238E27FC236}">
                          <a16:creationId xmlns:a16="http://schemas.microsoft.com/office/drawing/2014/main" id="{C8EC77E7-1B6A-4092-87FE-9E5601132C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03" name="直線コネクタ 143302">
                      <a:extLst>
                        <a:ext uri="{FF2B5EF4-FFF2-40B4-BE49-F238E27FC236}">
                          <a16:creationId xmlns:a16="http://schemas.microsoft.com/office/drawing/2014/main" id="{A2EAE878-3486-4DAC-8A94-1722E18314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04" name="直線コネクタ 143303">
                      <a:extLst>
                        <a:ext uri="{FF2B5EF4-FFF2-40B4-BE49-F238E27FC236}">
                          <a16:creationId xmlns:a16="http://schemas.microsoft.com/office/drawing/2014/main" id="{C581F535-5335-441E-9B2F-7B44C2FED7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05" name="直線コネクタ 143304">
                      <a:extLst>
                        <a:ext uri="{FF2B5EF4-FFF2-40B4-BE49-F238E27FC236}">
                          <a16:creationId xmlns:a16="http://schemas.microsoft.com/office/drawing/2014/main" id="{211CD271-FAE6-4A9B-899E-7E8917242A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06" name="直線コネクタ 143305">
                      <a:extLst>
                        <a:ext uri="{FF2B5EF4-FFF2-40B4-BE49-F238E27FC236}">
                          <a16:creationId xmlns:a16="http://schemas.microsoft.com/office/drawing/2014/main" id="{60090901-A3E9-43A0-B52A-FEB56AEFBA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59" name="グループ化 143258">
                    <a:extLst>
                      <a:ext uri="{FF2B5EF4-FFF2-40B4-BE49-F238E27FC236}">
                        <a16:creationId xmlns:a16="http://schemas.microsoft.com/office/drawing/2014/main" id="{64F0EA0B-DABB-4843-8B6B-6807D86C54E1}"/>
                      </a:ext>
                    </a:extLst>
                  </p:cNvPr>
                  <p:cNvGrpSpPr/>
                  <p:nvPr/>
                </p:nvGrpSpPr>
                <p:grpSpPr>
                  <a:xfrm rot="4320000">
                    <a:off x="5399881" y="4800483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295" name="直線コネクタ 143294">
                      <a:extLst>
                        <a:ext uri="{FF2B5EF4-FFF2-40B4-BE49-F238E27FC236}">
                          <a16:creationId xmlns:a16="http://schemas.microsoft.com/office/drawing/2014/main" id="{0FD0B337-2640-4B3B-B92D-653CFCDB95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6" name="直線コネクタ 143295">
                      <a:extLst>
                        <a:ext uri="{FF2B5EF4-FFF2-40B4-BE49-F238E27FC236}">
                          <a16:creationId xmlns:a16="http://schemas.microsoft.com/office/drawing/2014/main" id="{F473EEB0-2968-4C6A-8964-84F8D7148F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7" name="直線コネクタ 143296">
                      <a:extLst>
                        <a:ext uri="{FF2B5EF4-FFF2-40B4-BE49-F238E27FC236}">
                          <a16:creationId xmlns:a16="http://schemas.microsoft.com/office/drawing/2014/main" id="{CEB12C1F-564F-4E86-8164-6B1B046772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8" name="直線コネクタ 143297">
                      <a:extLst>
                        <a:ext uri="{FF2B5EF4-FFF2-40B4-BE49-F238E27FC236}">
                          <a16:creationId xmlns:a16="http://schemas.microsoft.com/office/drawing/2014/main" id="{F760BBDB-D5BB-4B9D-9F3E-60782B1308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9" name="直線コネクタ 143298">
                      <a:extLst>
                        <a:ext uri="{FF2B5EF4-FFF2-40B4-BE49-F238E27FC236}">
                          <a16:creationId xmlns:a16="http://schemas.microsoft.com/office/drawing/2014/main" id="{42AA85E6-5FF0-446B-BCD7-58F94E2A52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300" name="直線コネクタ 143299">
                      <a:extLst>
                        <a:ext uri="{FF2B5EF4-FFF2-40B4-BE49-F238E27FC236}">
                          <a16:creationId xmlns:a16="http://schemas.microsoft.com/office/drawing/2014/main" id="{4952DD8D-FE3B-46C0-84DF-40F5AA7831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60" name="グループ化 143259">
                    <a:extLst>
                      <a:ext uri="{FF2B5EF4-FFF2-40B4-BE49-F238E27FC236}">
                        <a16:creationId xmlns:a16="http://schemas.microsoft.com/office/drawing/2014/main" id="{05E34D62-742D-471E-80E2-132F708093D4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399881" y="4800483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289" name="直線コネクタ 143288">
                      <a:extLst>
                        <a:ext uri="{FF2B5EF4-FFF2-40B4-BE49-F238E27FC236}">
                          <a16:creationId xmlns:a16="http://schemas.microsoft.com/office/drawing/2014/main" id="{9FB96E11-F514-4B2F-BDB1-F8242BA5515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0" name="直線コネクタ 143289">
                      <a:extLst>
                        <a:ext uri="{FF2B5EF4-FFF2-40B4-BE49-F238E27FC236}">
                          <a16:creationId xmlns:a16="http://schemas.microsoft.com/office/drawing/2014/main" id="{725C7C20-FC15-4E80-A80E-5F6F1C6BF7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1" name="直線コネクタ 143290">
                      <a:extLst>
                        <a:ext uri="{FF2B5EF4-FFF2-40B4-BE49-F238E27FC236}">
                          <a16:creationId xmlns:a16="http://schemas.microsoft.com/office/drawing/2014/main" id="{940E0B23-D00F-4409-9429-A7C982216F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2" name="直線コネクタ 143291">
                      <a:extLst>
                        <a:ext uri="{FF2B5EF4-FFF2-40B4-BE49-F238E27FC236}">
                          <a16:creationId xmlns:a16="http://schemas.microsoft.com/office/drawing/2014/main" id="{DD583E1C-97E5-4F21-A8EE-4BA283649A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3" name="直線コネクタ 143292">
                      <a:extLst>
                        <a:ext uri="{FF2B5EF4-FFF2-40B4-BE49-F238E27FC236}">
                          <a16:creationId xmlns:a16="http://schemas.microsoft.com/office/drawing/2014/main" id="{B09A430A-8A40-4F49-A64F-48BBA2A382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94" name="直線コネクタ 143293">
                      <a:extLst>
                        <a:ext uri="{FF2B5EF4-FFF2-40B4-BE49-F238E27FC236}">
                          <a16:creationId xmlns:a16="http://schemas.microsoft.com/office/drawing/2014/main" id="{DC73B3DE-3747-4C2D-88EA-FE23E03BD1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61" name="グループ化 143260">
                    <a:extLst>
                      <a:ext uri="{FF2B5EF4-FFF2-40B4-BE49-F238E27FC236}">
                        <a16:creationId xmlns:a16="http://schemas.microsoft.com/office/drawing/2014/main" id="{016D4109-1984-4E47-ADAB-0337BD0B5519}"/>
                      </a:ext>
                    </a:extLst>
                  </p:cNvPr>
                  <p:cNvGrpSpPr/>
                  <p:nvPr/>
                </p:nvGrpSpPr>
                <p:grpSpPr>
                  <a:xfrm rot="6480000">
                    <a:off x="5399882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283" name="直線コネクタ 143282">
                      <a:extLst>
                        <a:ext uri="{FF2B5EF4-FFF2-40B4-BE49-F238E27FC236}">
                          <a16:creationId xmlns:a16="http://schemas.microsoft.com/office/drawing/2014/main" id="{DDF9217F-3E92-4C39-BFDC-3A8D18DD91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84" name="直線コネクタ 143283">
                      <a:extLst>
                        <a:ext uri="{FF2B5EF4-FFF2-40B4-BE49-F238E27FC236}">
                          <a16:creationId xmlns:a16="http://schemas.microsoft.com/office/drawing/2014/main" id="{3DF23829-4AA1-422E-802F-4FDA0B3610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85" name="直線コネクタ 143284">
                      <a:extLst>
                        <a:ext uri="{FF2B5EF4-FFF2-40B4-BE49-F238E27FC236}">
                          <a16:creationId xmlns:a16="http://schemas.microsoft.com/office/drawing/2014/main" id="{30EC64FB-4C21-4E65-B79D-D199838A40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86" name="直線コネクタ 143285">
                      <a:extLst>
                        <a:ext uri="{FF2B5EF4-FFF2-40B4-BE49-F238E27FC236}">
                          <a16:creationId xmlns:a16="http://schemas.microsoft.com/office/drawing/2014/main" id="{C0A4E926-98C7-49DD-B3F6-9146E07A9F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87" name="直線コネクタ 143286">
                      <a:extLst>
                        <a:ext uri="{FF2B5EF4-FFF2-40B4-BE49-F238E27FC236}">
                          <a16:creationId xmlns:a16="http://schemas.microsoft.com/office/drawing/2014/main" id="{FACBBC16-4F9D-444E-A128-2B509C6783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88" name="直線コネクタ 143287">
                      <a:extLst>
                        <a:ext uri="{FF2B5EF4-FFF2-40B4-BE49-F238E27FC236}">
                          <a16:creationId xmlns:a16="http://schemas.microsoft.com/office/drawing/2014/main" id="{970BA2CF-0D62-4E13-ADD1-A34EE33BF8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62" name="グループ化 143261">
                    <a:extLst>
                      <a:ext uri="{FF2B5EF4-FFF2-40B4-BE49-F238E27FC236}">
                        <a16:creationId xmlns:a16="http://schemas.microsoft.com/office/drawing/2014/main" id="{3A125948-43DD-429B-9B1E-23F179164D2A}"/>
                      </a:ext>
                    </a:extLst>
                  </p:cNvPr>
                  <p:cNvGrpSpPr/>
                  <p:nvPr/>
                </p:nvGrpSpPr>
                <p:grpSpPr>
                  <a:xfrm rot="7560000">
                    <a:off x="5399882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277" name="直線コネクタ 143276">
                      <a:extLst>
                        <a:ext uri="{FF2B5EF4-FFF2-40B4-BE49-F238E27FC236}">
                          <a16:creationId xmlns:a16="http://schemas.microsoft.com/office/drawing/2014/main" id="{3B17FCC1-1363-47EF-9F99-11BA6037D4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78" name="直線コネクタ 143277">
                      <a:extLst>
                        <a:ext uri="{FF2B5EF4-FFF2-40B4-BE49-F238E27FC236}">
                          <a16:creationId xmlns:a16="http://schemas.microsoft.com/office/drawing/2014/main" id="{40AFBDEC-0AE6-4C8C-BB3D-35EC86AADE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79" name="直線コネクタ 143278">
                      <a:extLst>
                        <a:ext uri="{FF2B5EF4-FFF2-40B4-BE49-F238E27FC236}">
                          <a16:creationId xmlns:a16="http://schemas.microsoft.com/office/drawing/2014/main" id="{D9FB12A2-5452-4B10-8C1D-222CC33AA7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80" name="直線コネクタ 143279">
                      <a:extLst>
                        <a:ext uri="{FF2B5EF4-FFF2-40B4-BE49-F238E27FC236}">
                          <a16:creationId xmlns:a16="http://schemas.microsoft.com/office/drawing/2014/main" id="{C717F040-F69A-4F53-8101-F16E72E272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81" name="直線コネクタ 143280">
                      <a:extLst>
                        <a:ext uri="{FF2B5EF4-FFF2-40B4-BE49-F238E27FC236}">
                          <a16:creationId xmlns:a16="http://schemas.microsoft.com/office/drawing/2014/main" id="{4E517F9B-B98A-43E3-8AB4-41D42A573C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82" name="直線コネクタ 143281">
                      <a:extLst>
                        <a:ext uri="{FF2B5EF4-FFF2-40B4-BE49-F238E27FC236}">
                          <a16:creationId xmlns:a16="http://schemas.microsoft.com/office/drawing/2014/main" id="{A318C7AF-3781-48A1-BC7F-85FBE1C165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63" name="グループ化 143262">
                    <a:extLst>
                      <a:ext uri="{FF2B5EF4-FFF2-40B4-BE49-F238E27FC236}">
                        <a16:creationId xmlns:a16="http://schemas.microsoft.com/office/drawing/2014/main" id="{3F2A171B-1436-4127-857D-9F36C0870F36}"/>
                      </a:ext>
                    </a:extLst>
                  </p:cNvPr>
                  <p:cNvGrpSpPr/>
                  <p:nvPr/>
                </p:nvGrpSpPr>
                <p:grpSpPr>
                  <a:xfrm rot="19440000">
                    <a:off x="5399881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271" name="直線コネクタ 143270">
                      <a:extLst>
                        <a:ext uri="{FF2B5EF4-FFF2-40B4-BE49-F238E27FC236}">
                          <a16:creationId xmlns:a16="http://schemas.microsoft.com/office/drawing/2014/main" id="{69F9EC26-FC64-4BDD-A474-A481AD9C80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72" name="直線コネクタ 143271">
                      <a:extLst>
                        <a:ext uri="{FF2B5EF4-FFF2-40B4-BE49-F238E27FC236}">
                          <a16:creationId xmlns:a16="http://schemas.microsoft.com/office/drawing/2014/main" id="{F4F8E6BF-F687-43D3-AFAE-29AE8CB716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73" name="直線コネクタ 143272">
                      <a:extLst>
                        <a:ext uri="{FF2B5EF4-FFF2-40B4-BE49-F238E27FC236}">
                          <a16:creationId xmlns:a16="http://schemas.microsoft.com/office/drawing/2014/main" id="{2AED7938-FA3F-495F-8778-278BAFBC9B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74" name="直線コネクタ 143273">
                      <a:extLst>
                        <a:ext uri="{FF2B5EF4-FFF2-40B4-BE49-F238E27FC236}">
                          <a16:creationId xmlns:a16="http://schemas.microsoft.com/office/drawing/2014/main" id="{74E625A4-E233-4D69-AEE1-C691D056EB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75" name="直線コネクタ 143274">
                      <a:extLst>
                        <a:ext uri="{FF2B5EF4-FFF2-40B4-BE49-F238E27FC236}">
                          <a16:creationId xmlns:a16="http://schemas.microsoft.com/office/drawing/2014/main" id="{A949E196-ABA3-4FB7-9A36-9CBEC1519B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76" name="直線コネクタ 143275">
                      <a:extLst>
                        <a:ext uri="{FF2B5EF4-FFF2-40B4-BE49-F238E27FC236}">
                          <a16:creationId xmlns:a16="http://schemas.microsoft.com/office/drawing/2014/main" id="{80D3136F-3AA8-4674-9BC6-FA6BD10011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264" name="グループ化 143263">
                    <a:extLst>
                      <a:ext uri="{FF2B5EF4-FFF2-40B4-BE49-F238E27FC236}">
                        <a16:creationId xmlns:a16="http://schemas.microsoft.com/office/drawing/2014/main" id="{D00E9109-2C13-4B97-9758-592F4A3302FD}"/>
                      </a:ext>
                    </a:extLst>
                  </p:cNvPr>
                  <p:cNvGrpSpPr/>
                  <p:nvPr/>
                </p:nvGrpSpPr>
                <p:grpSpPr>
                  <a:xfrm rot="20520000">
                    <a:off x="5399881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265" name="直線コネクタ 143264">
                      <a:extLst>
                        <a:ext uri="{FF2B5EF4-FFF2-40B4-BE49-F238E27FC236}">
                          <a16:creationId xmlns:a16="http://schemas.microsoft.com/office/drawing/2014/main" id="{1BBE7EB8-09FF-43B5-8F38-02E7E5B679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66" name="直線コネクタ 143265">
                      <a:extLst>
                        <a:ext uri="{FF2B5EF4-FFF2-40B4-BE49-F238E27FC236}">
                          <a16:creationId xmlns:a16="http://schemas.microsoft.com/office/drawing/2014/main" id="{B34932DE-ACA8-4505-9DCA-5C3F72405C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67" name="直線コネクタ 143266">
                      <a:extLst>
                        <a:ext uri="{FF2B5EF4-FFF2-40B4-BE49-F238E27FC236}">
                          <a16:creationId xmlns:a16="http://schemas.microsoft.com/office/drawing/2014/main" id="{F66EFE3C-C806-481D-95F0-53F1DF7E4B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68" name="直線コネクタ 143267">
                      <a:extLst>
                        <a:ext uri="{FF2B5EF4-FFF2-40B4-BE49-F238E27FC236}">
                          <a16:creationId xmlns:a16="http://schemas.microsoft.com/office/drawing/2014/main" id="{B8B0EEA7-65C4-4D72-8AC2-0387A465BC4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69" name="直線コネクタ 143268">
                      <a:extLst>
                        <a:ext uri="{FF2B5EF4-FFF2-40B4-BE49-F238E27FC236}">
                          <a16:creationId xmlns:a16="http://schemas.microsoft.com/office/drawing/2014/main" id="{B48371D8-8485-4ABF-8C2F-36CC7AB1B4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70" name="直線コネクタ 143269">
                      <a:extLst>
                        <a:ext uri="{FF2B5EF4-FFF2-40B4-BE49-F238E27FC236}">
                          <a16:creationId xmlns:a16="http://schemas.microsoft.com/office/drawing/2014/main" id="{B9F100D2-4EF7-4527-B1AC-D88427D28F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3244" name="グループ化 143243">
                  <a:extLst>
                    <a:ext uri="{FF2B5EF4-FFF2-40B4-BE49-F238E27FC236}">
                      <a16:creationId xmlns:a16="http://schemas.microsoft.com/office/drawing/2014/main" id="{CB5A62F7-5F7B-433D-B6A2-7D00E8FC4D38}"/>
                    </a:ext>
                  </a:extLst>
                </p:cNvPr>
                <p:cNvGrpSpPr/>
                <p:nvPr/>
              </p:nvGrpSpPr>
              <p:grpSpPr>
                <a:xfrm>
                  <a:off x="4829818" y="4800481"/>
                  <a:ext cx="1140126" cy="1198800"/>
                  <a:chOff x="4829819" y="4800481"/>
                  <a:chExt cx="1140126" cy="1198800"/>
                </a:xfrm>
              </p:grpSpPr>
              <p:cxnSp>
                <p:nvCxnSpPr>
                  <p:cNvPr id="143245" name="直線コネクタ 143244">
                    <a:extLst>
                      <a:ext uri="{FF2B5EF4-FFF2-40B4-BE49-F238E27FC236}">
                        <a16:creationId xmlns:a16="http://schemas.microsoft.com/office/drawing/2014/main" id="{E8C3BF8C-E6A1-4606-966F-840B471552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5399882" y="4800481"/>
                    <a:ext cx="352318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46" name="直線コネクタ 143245">
                    <a:extLst>
                      <a:ext uri="{FF2B5EF4-FFF2-40B4-BE49-F238E27FC236}">
                        <a16:creationId xmlns:a16="http://schemas.microsoft.com/office/drawing/2014/main" id="{0E1201F1-9985-44A7-8B59-A98D5EBF41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047563" y="4800481"/>
                    <a:ext cx="352319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47" name="直線コネクタ 143246">
                    <a:extLst>
                      <a:ext uri="{FF2B5EF4-FFF2-40B4-BE49-F238E27FC236}">
                        <a16:creationId xmlns:a16="http://schemas.microsoft.com/office/drawing/2014/main" id="{863FD449-CC7A-4EEB-AAF6-616F2D81E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047563" y="5214656"/>
                    <a:ext cx="922382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48" name="直線コネクタ 143247">
                    <a:extLst>
                      <a:ext uri="{FF2B5EF4-FFF2-40B4-BE49-F238E27FC236}">
                        <a16:creationId xmlns:a16="http://schemas.microsoft.com/office/drawing/2014/main" id="{35055A4F-6FA2-4C5D-A1A5-0B040D5ABE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4829819" y="5214656"/>
                    <a:ext cx="922380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49" name="直線コネクタ 143248">
                    <a:extLst>
                      <a:ext uri="{FF2B5EF4-FFF2-40B4-BE49-F238E27FC236}">
                        <a16:creationId xmlns:a16="http://schemas.microsoft.com/office/drawing/2014/main" id="{265DDB93-7AF3-4202-945B-050993201D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4829819" y="5214656"/>
                    <a:ext cx="1140126" cy="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50" name="直線コネクタ 143249">
                    <a:extLst>
                      <a:ext uri="{FF2B5EF4-FFF2-40B4-BE49-F238E27FC236}">
                        <a16:creationId xmlns:a16="http://schemas.microsoft.com/office/drawing/2014/main" id="{7872EF4C-E8EB-4E5B-8E53-B110AB7BB78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 flipV="1">
                    <a:off x="5047564" y="4914955"/>
                    <a:ext cx="352318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51" name="直線コネクタ 143250">
                    <a:extLst>
                      <a:ext uri="{FF2B5EF4-FFF2-40B4-BE49-F238E27FC236}">
                        <a16:creationId xmlns:a16="http://schemas.microsoft.com/office/drawing/2014/main" id="{97247F19-22CC-4B16-A7CE-FEBAB9D2A4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V="1">
                    <a:off x="5399882" y="4914955"/>
                    <a:ext cx="352319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52" name="直線コネクタ 143251">
                    <a:extLst>
                      <a:ext uri="{FF2B5EF4-FFF2-40B4-BE49-F238E27FC236}">
                        <a16:creationId xmlns:a16="http://schemas.microsoft.com/office/drawing/2014/main" id="{41FC90D2-44B8-49F9-9951-62A7FE769D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V="1">
                    <a:off x="4829819" y="4914956"/>
                    <a:ext cx="922382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53" name="直線コネクタ 143252">
                    <a:extLst>
                      <a:ext uri="{FF2B5EF4-FFF2-40B4-BE49-F238E27FC236}">
                        <a16:creationId xmlns:a16="http://schemas.microsoft.com/office/drawing/2014/main" id="{67780C84-250B-4C64-BA57-D58437DFC7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 flipV="1">
                    <a:off x="5047565" y="4914956"/>
                    <a:ext cx="922380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54" name="直線コネクタ 143253">
                    <a:extLst>
                      <a:ext uri="{FF2B5EF4-FFF2-40B4-BE49-F238E27FC236}">
                        <a16:creationId xmlns:a16="http://schemas.microsoft.com/office/drawing/2014/main" id="{9BEBE664-C0E6-426A-9425-1E1E61040D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829819" y="5585106"/>
                    <a:ext cx="1140126" cy="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43238" name="グループ化 143237">
                <a:extLst>
                  <a:ext uri="{FF2B5EF4-FFF2-40B4-BE49-F238E27FC236}">
                    <a16:creationId xmlns:a16="http://schemas.microsoft.com/office/drawing/2014/main" id="{BCF41B59-98A1-4CBC-95D0-96309A67B460}"/>
                  </a:ext>
                </a:extLst>
              </p:cNvPr>
              <p:cNvGrpSpPr/>
              <p:nvPr/>
            </p:nvGrpSpPr>
            <p:grpSpPr>
              <a:xfrm>
                <a:off x="7113600" y="3513600"/>
                <a:ext cx="172800" cy="172800"/>
                <a:chOff x="5313481" y="5313481"/>
                <a:chExt cx="172800" cy="172800"/>
              </a:xfrm>
            </p:grpSpPr>
            <p:sp>
              <p:nvSpPr>
                <p:cNvPr id="143239" name="楕円 143238">
                  <a:extLst>
                    <a:ext uri="{FF2B5EF4-FFF2-40B4-BE49-F238E27FC236}">
                      <a16:creationId xmlns:a16="http://schemas.microsoft.com/office/drawing/2014/main" id="{0619AB5F-4856-476A-95C1-63D030E65C3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5313481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cxnSp>
              <p:nvCxnSpPr>
                <p:cNvPr id="143240" name="直線コネクタ 143239">
                  <a:extLst>
                    <a:ext uri="{FF2B5EF4-FFF2-40B4-BE49-F238E27FC236}">
                      <a16:creationId xmlns:a16="http://schemas.microsoft.com/office/drawing/2014/main" id="{2D61F317-BCD2-464C-B20A-EBD23D41A81C}"/>
                    </a:ext>
                  </a:extLst>
                </p:cNvPr>
                <p:cNvCxnSpPr>
                  <a:cxnSpLocks/>
                  <a:stCxn id="143239" idx="3"/>
                  <a:endCxn id="143239" idx="7"/>
                </p:cNvCxnSpPr>
                <p:nvPr/>
              </p:nvCxnSpPr>
              <p:spPr>
                <a:xfrm flipH="1" flipV="1">
                  <a:off x="5338787" y="5338787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241" name="直線コネクタ 143240">
                  <a:extLst>
                    <a:ext uri="{FF2B5EF4-FFF2-40B4-BE49-F238E27FC236}">
                      <a16:creationId xmlns:a16="http://schemas.microsoft.com/office/drawing/2014/main" id="{972C3969-037D-4FA2-9D15-B6A05CBDEB07}"/>
                    </a:ext>
                  </a:extLst>
                </p:cNvPr>
                <p:cNvCxnSpPr>
                  <a:cxnSpLocks/>
                  <a:stCxn id="143239" idx="5"/>
                  <a:endCxn id="143239" idx="1"/>
                </p:cNvCxnSpPr>
                <p:nvPr/>
              </p:nvCxnSpPr>
              <p:spPr>
                <a:xfrm flipV="1">
                  <a:off x="5338787" y="5338787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3242" name="楕円 143241">
                  <a:extLst>
                    <a:ext uri="{FF2B5EF4-FFF2-40B4-BE49-F238E27FC236}">
                      <a16:creationId xmlns:a16="http://schemas.microsoft.com/office/drawing/2014/main" id="{0A30D4DF-7240-406B-B25B-E68119EB9D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345881" y="5345881"/>
                  <a:ext cx="108000" cy="108000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</p:grpSp>
        </p:grpSp>
        <p:grpSp>
          <p:nvGrpSpPr>
            <p:cNvPr id="142867" name="グループ化 142866">
              <a:extLst>
                <a:ext uri="{FF2B5EF4-FFF2-40B4-BE49-F238E27FC236}">
                  <a16:creationId xmlns:a16="http://schemas.microsoft.com/office/drawing/2014/main" id="{492DE111-501B-4211-B0C5-2A24F20623D2}"/>
                </a:ext>
              </a:extLst>
            </p:cNvPr>
            <p:cNvGrpSpPr/>
            <p:nvPr/>
          </p:nvGrpSpPr>
          <p:grpSpPr>
            <a:xfrm>
              <a:off x="6462119" y="6462119"/>
              <a:ext cx="1475762" cy="1475762"/>
              <a:chOff x="6462119" y="6462119"/>
              <a:chExt cx="1475762" cy="1475762"/>
            </a:xfrm>
          </p:grpSpPr>
          <p:grpSp>
            <p:nvGrpSpPr>
              <p:cNvPr id="143114" name="グループ化 143113">
                <a:extLst>
                  <a:ext uri="{FF2B5EF4-FFF2-40B4-BE49-F238E27FC236}">
                    <a16:creationId xmlns:a16="http://schemas.microsoft.com/office/drawing/2014/main" id="{B11E6864-E91D-4472-A3DA-404B25036348}"/>
                  </a:ext>
                </a:extLst>
              </p:cNvPr>
              <p:cNvGrpSpPr/>
              <p:nvPr/>
            </p:nvGrpSpPr>
            <p:grpSpPr>
              <a:xfrm>
                <a:off x="6462119" y="6462119"/>
                <a:ext cx="1475762" cy="1475762"/>
                <a:chOff x="6462119" y="6462119"/>
                <a:chExt cx="1475762" cy="1475762"/>
              </a:xfrm>
            </p:grpSpPr>
            <p:grpSp>
              <p:nvGrpSpPr>
                <p:cNvPr id="143203" name="グループ化 143202">
                  <a:extLst>
                    <a:ext uri="{FF2B5EF4-FFF2-40B4-BE49-F238E27FC236}">
                      <a16:creationId xmlns:a16="http://schemas.microsoft.com/office/drawing/2014/main" id="{14DCE303-9A01-4E96-BF61-A20FD642C285}"/>
                    </a:ext>
                  </a:extLst>
                </p:cNvPr>
                <p:cNvGrpSpPr/>
                <p:nvPr/>
              </p:nvGrpSpPr>
              <p:grpSpPr>
                <a:xfrm>
                  <a:off x="6462119" y="6462119"/>
                  <a:ext cx="1475762" cy="1475762"/>
                  <a:chOff x="4662000" y="4662000"/>
                  <a:chExt cx="1475762" cy="1475762"/>
                </a:xfrm>
              </p:grpSpPr>
              <p:sp>
                <p:nvSpPr>
                  <p:cNvPr id="143228" name="楕円 143227">
                    <a:extLst>
                      <a:ext uri="{FF2B5EF4-FFF2-40B4-BE49-F238E27FC236}">
                        <a16:creationId xmlns:a16="http://schemas.microsoft.com/office/drawing/2014/main" id="{43C04A32-D6DD-4FB2-99B1-E249DE04EB8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5365681" y="4662000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229" name="楕円 143228">
                    <a:extLst>
                      <a:ext uri="{FF2B5EF4-FFF2-40B4-BE49-F238E27FC236}">
                        <a16:creationId xmlns:a16="http://schemas.microsoft.com/office/drawing/2014/main" id="{47801C58-25BB-48BA-A35C-9F2D7A1CA4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 flipH="1" flipV="1">
                    <a:off x="5365681" y="6069362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230" name="楕円 143229">
                    <a:extLst>
                      <a:ext uri="{FF2B5EF4-FFF2-40B4-BE49-F238E27FC236}">
                        <a16:creationId xmlns:a16="http://schemas.microsoft.com/office/drawing/2014/main" id="{D04A50DC-9D04-412F-BACB-DB47289DE60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 flipH="1">
                    <a:off x="4662000" y="5365681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231" name="楕円 143230">
                    <a:extLst>
                      <a:ext uri="{FF2B5EF4-FFF2-40B4-BE49-F238E27FC236}">
                        <a16:creationId xmlns:a16="http://schemas.microsoft.com/office/drawing/2014/main" id="{C9D1B8D7-7FCE-4388-A1E1-103039B843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 flipV="1">
                    <a:off x="6069362" y="5365681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232" name="楕円 143231">
                    <a:extLst>
                      <a:ext uri="{FF2B5EF4-FFF2-40B4-BE49-F238E27FC236}">
                        <a16:creationId xmlns:a16="http://schemas.microsoft.com/office/drawing/2014/main" id="{9C133300-943C-4241-B4A1-AC3C5C6AC31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863259" y="4868103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233" name="楕円 143232">
                    <a:extLst>
                      <a:ext uri="{FF2B5EF4-FFF2-40B4-BE49-F238E27FC236}">
                        <a16:creationId xmlns:a16="http://schemas.microsoft.com/office/drawing/2014/main" id="{03053C42-F06E-49A9-84E6-92B6C7EDDD0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 flipV="1">
                    <a:off x="4868103" y="5863259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234" name="楕円 143233">
                    <a:extLst>
                      <a:ext uri="{FF2B5EF4-FFF2-40B4-BE49-F238E27FC236}">
                        <a16:creationId xmlns:a16="http://schemas.microsoft.com/office/drawing/2014/main" id="{E2FC0C92-59E7-47C0-8530-B99F6098D8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4868103" y="4868103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235" name="楕円 143234">
                    <a:extLst>
                      <a:ext uri="{FF2B5EF4-FFF2-40B4-BE49-F238E27FC236}">
                        <a16:creationId xmlns:a16="http://schemas.microsoft.com/office/drawing/2014/main" id="{3EBA5F9C-20BC-4EE7-8E79-50465532E29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 flipV="1">
                    <a:off x="5863259" y="5863259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43204" name="グループ化 143203">
                  <a:extLst>
                    <a:ext uri="{FF2B5EF4-FFF2-40B4-BE49-F238E27FC236}">
                      <a16:creationId xmlns:a16="http://schemas.microsoft.com/office/drawing/2014/main" id="{B5622F13-4D27-416C-92D8-72D9FA500433}"/>
                    </a:ext>
                  </a:extLst>
                </p:cNvPr>
                <p:cNvGrpSpPr/>
                <p:nvPr/>
              </p:nvGrpSpPr>
              <p:grpSpPr>
                <a:xfrm rot="2700000">
                  <a:off x="6988082" y="6602505"/>
                  <a:ext cx="423836" cy="1194991"/>
                  <a:chOff x="5187963" y="4802386"/>
                  <a:chExt cx="423836" cy="1194991"/>
                </a:xfrm>
              </p:grpSpPr>
              <p:sp>
                <p:nvSpPr>
                  <p:cNvPr id="143224" name="フリーフォーム: 図形 143223">
                    <a:extLst>
                      <a:ext uri="{FF2B5EF4-FFF2-40B4-BE49-F238E27FC236}">
                        <a16:creationId xmlns:a16="http://schemas.microsoft.com/office/drawing/2014/main" id="{425527C8-39A9-4493-B064-55008FE8C5F1}"/>
                      </a:ext>
                    </a:extLst>
                  </p:cNvPr>
                  <p:cNvSpPr/>
                  <p:nvPr/>
                </p:nvSpPr>
                <p:spPr>
                  <a:xfrm rot="16200000" flipV="1">
                    <a:off x="5203683" y="5589565"/>
                    <a:ext cx="600446" cy="215177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225" name="フリーフォーム: 図形 143224">
                    <a:extLst>
                      <a:ext uri="{FF2B5EF4-FFF2-40B4-BE49-F238E27FC236}">
                        <a16:creationId xmlns:a16="http://schemas.microsoft.com/office/drawing/2014/main" id="{E33FE6FE-C6B9-4199-878D-E39A01BBB5F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4995244" y="5589219"/>
                    <a:ext cx="600446" cy="215008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226" name="フリーフォーム: 図形 143225">
                    <a:extLst>
                      <a:ext uri="{FF2B5EF4-FFF2-40B4-BE49-F238E27FC236}">
                        <a16:creationId xmlns:a16="http://schemas.microsoft.com/office/drawing/2014/main" id="{4615D22D-9BD0-497E-9A33-8ECCE2942CBA}"/>
                      </a:ext>
                    </a:extLst>
                  </p:cNvPr>
                  <p:cNvSpPr/>
                  <p:nvPr/>
                </p:nvSpPr>
                <p:spPr>
                  <a:xfrm rot="16200000" flipH="1" flipV="1">
                    <a:off x="5203915" y="4995093"/>
                    <a:ext cx="600591" cy="215177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227" name="フリーフォーム: 図形 143226">
                    <a:extLst>
                      <a:ext uri="{FF2B5EF4-FFF2-40B4-BE49-F238E27FC236}">
                        <a16:creationId xmlns:a16="http://schemas.microsoft.com/office/drawing/2014/main" id="{31242223-CDC8-4243-ADE3-06633469732F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4995477" y="4995606"/>
                    <a:ext cx="600591" cy="215008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</p:grpSp>
            <p:sp>
              <p:nvSpPr>
                <p:cNvPr id="143205" name="楕円 143204">
                  <a:extLst>
                    <a:ext uri="{FF2B5EF4-FFF2-40B4-BE49-F238E27FC236}">
                      <a16:creationId xmlns:a16="http://schemas.microsoft.com/office/drawing/2014/main" id="{713D90C9-C55B-4024-B085-161098D6B9D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2700000">
                  <a:off x="6971400" y="6971400"/>
                  <a:ext cx="457200" cy="4572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43206" name="楕円 143205">
                  <a:extLst>
                    <a:ext uri="{FF2B5EF4-FFF2-40B4-BE49-F238E27FC236}">
                      <a16:creationId xmlns:a16="http://schemas.microsoft.com/office/drawing/2014/main" id="{C4158780-E0CB-4DB0-A059-640A8FB9108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2700000">
                  <a:off x="7059600" y="7059600"/>
                  <a:ext cx="280800" cy="280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grpSp>
              <p:nvGrpSpPr>
                <p:cNvPr id="143207" name="グループ化 143206">
                  <a:extLst>
                    <a:ext uri="{FF2B5EF4-FFF2-40B4-BE49-F238E27FC236}">
                      <a16:creationId xmlns:a16="http://schemas.microsoft.com/office/drawing/2014/main" id="{CF4369CC-B8C2-49D2-BA83-C23C4FD837F5}"/>
                    </a:ext>
                  </a:extLst>
                </p:cNvPr>
                <p:cNvGrpSpPr/>
                <p:nvPr/>
              </p:nvGrpSpPr>
              <p:grpSpPr>
                <a:xfrm rot="2700000">
                  <a:off x="6598919" y="6598919"/>
                  <a:ext cx="1202162" cy="1202162"/>
                  <a:chOff x="4798800" y="4798800"/>
                  <a:chExt cx="1202162" cy="1202162"/>
                </a:xfrm>
              </p:grpSpPr>
              <p:cxnSp>
                <p:nvCxnSpPr>
                  <p:cNvPr id="143208" name="直線コネクタ 143207">
                    <a:extLst>
                      <a:ext uri="{FF2B5EF4-FFF2-40B4-BE49-F238E27FC236}">
                        <a16:creationId xmlns:a16="http://schemas.microsoft.com/office/drawing/2014/main" id="{EAB8095A-D179-425B-991C-7880C51F29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20280000">
                    <a:off x="5202000" y="4836278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09" name="直線コネクタ 143208">
                    <a:extLst>
                      <a:ext uri="{FF2B5EF4-FFF2-40B4-BE49-F238E27FC236}">
                        <a16:creationId xmlns:a16="http://schemas.microsoft.com/office/drawing/2014/main" id="{E6DA8D74-272D-4375-917E-BAF803F20D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99881" y="47988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0" name="直線コネクタ 143209">
                    <a:extLst>
                      <a:ext uri="{FF2B5EF4-FFF2-40B4-BE49-F238E27FC236}">
                        <a16:creationId xmlns:a16="http://schemas.microsoft.com/office/drawing/2014/main" id="{E581903D-638E-430F-B2AD-EC2D833A95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9881" y="5828162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1" name="直線コネクタ 143210">
                    <a:extLst>
                      <a:ext uri="{FF2B5EF4-FFF2-40B4-BE49-F238E27FC236}">
                        <a16:creationId xmlns:a16="http://schemas.microsoft.com/office/drawing/2014/main" id="{277181BE-44C8-435D-99E2-40AB35D977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5914562" y="5313481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2" name="直線コネクタ 143211">
                    <a:extLst>
                      <a:ext uri="{FF2B5EF4-FFF2-40B4-BE49-F238E27FC236}">
                        <a16:creationId xmlns:a16="http://schemas.microsoft.com/office/drawing/2014/main" id="{9F2A1CA1-1258-47DC-BD6B-B897AB1D07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885200" y="5313481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3" name="直線コネクタ 143212">
                    <a:extLst>
                      <a:ext uri="{FF2B5EF4-FFF2-40B4-BE49-F238E27FC236}">
                        <a16:creationId xmlns:a16="http://schemas.microsoft.com/office/drawing/2014/main" id="{AF75DE05-4EBF-4521-85AD-BE3AE11B90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2700000">
                    <a:off x="5763815" y="49495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4" name="直線コネクタ 143213">
                    <a:extLst>
                      <a:ext uri="{FF2B5EF4-FFF2-40B4-BE49-F238E27FC236}">
                        <a16:creationId xmlns:a16="http://schemas.microsoft.com/office/drawing/2014/main" id="{5AFA98D5-F160-4818-8D00-59C7AA0544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3500000">
                    <a:off x="5035947" y="5677415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5" name="直線コネクタ 143214">
                    <a:extLst>
                      <a:ext uri="{FF2B5EF4-FFF2-40B4-BE49-F238E27FC236}">
                        <a16:creationId xmlns:a16="http://schemas.microsoft.com/office/drawing/2014/main" id="{543176C6-A4B3-49BE-8E17-9D41D89158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8100000">
                    <a:off x="5763815" y="5677415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6" name="直線コネクタ 143215">
                    <a:extLst>
                      <a:ext uri="{FF2B5EF4-FFF2-40B4-BE49-F238E27FC236}">
                        <a16:creationId xmlns:a16="http://schemas.microsoft.com/office/drawing/2014/main" id="{1DF42719-79C1-4C29-BF27-8E76DAC4F7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8900000">
                    <a:off x="5035947" y="49495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7" name="直線コネクタ 143216">
                    <a:extLst>
                      <a:ext uri="{FF2B5EF4-FFF2-40B4-BE49-F238E27FC236}">
                        <a16:creationId xmlns:a16="http://schemas.microsoft.com/office/drawing/2014/main" id="{9F45096E-2435-4EC8-B343-3AC7E792F5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320000">
                    <a:off x="5598000" y="483627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8" name="直線コネクタ 143217">
                    <a:extLst>
                      <a:ext uri="{FF2B5EF4-FFF2-40B4-BE49-F238E27FC236}">
                        <a16:creationId xmlns:a16="http://schemas.microsoft.com/office/drawing/2014/main" id="{29B48EA2-BAF4-49F2-A572-F544201C56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6720000">
                    <a:off x="5878800" y="5511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19" name="直線コネクタ 143218">
                    <a:extLst>
                      <a:ext uri="{FF2B5EF4-FFF2-40B4-BE49-F238E27FC236}">
                        <a16:creationId xmlns:a16="http://schemas.microsoft.com/office/drawing/2014/main" id="{002393D2-FF82-4066-B9E0-221D9B4B02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7520000">
                    <a:off x="4922677" y="5115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20" name="直線コネクタ 143219">
                    <a:extLst>
                      <a:ext uri="{FF2B5EF4-FFF2-40B4-BE49-F238E27FC236}">
                        <a16:creationId xmlns:a16="http://schemas.microsoft.com/office/drawing/2014/main" id="{65BBE881-2CD6-478E-8E56-3979C1DF59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4020000">
                    <a:off x="5873647" y="5115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21" name="直線コネクタ 143220">
                    <a:extLst>
                      <a:ext uri="{FF2B5EF4-FFF2-40B4-BE49-F238E27FC236}">
                        <a16:creationId xmlns:a16="http://schemas.microsoft.com/office/drawing/2014/main" id="{A2E2FCDE-3DC2-4FFD-9D6E-AD51A36635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9420000">
                    <a:off x="5598000" y="57872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22" name="直線コネクタ 143221">
                    <a:extLst>
                      <a:ext uri="{FF2B5EF4-FFF2-40B4-BE49-F238E27FC236}">
                        <a16:creationId xmlns:a16="http://schemas.microsoft.com/office/drawing/2014/main" id="{60985751-E543-42A6-BA88-FA3EB6494B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2180000">
                    <a:off x="5202000" y="57872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223" name="直線コネクタ 143222">
                    <a:extLst>
                      <a:ext uri="{FF2B5EF4-FFF2-40B4-BE49-F238E27FC236}">
                        <a16:creationId xmlns:a16="http://schemas.microsoft.com/office/drawing/2014/main" id="{5093776E-DA8B-4B0A-8F9F-B29C92E64F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4880000">
                    <a:off x="4922678" y="5511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43115" name="グループ化 143114">
                <a:extLst>
                  <a:ext uri="{FF2B5EF4-FFF2-40B4-BE49-F238E27FC236}">
                    <a16:creationId xmlns:a16="http://schemas.microsoft.com/office/drawing/2014/main" id="{2F5E5B5B-A8B1-46F2-BDAD-A94307E46452}"/>
                  </a:ext>
                </a:extLst>
              </p:cNvPr>
              <p:cNvGrpSpPr/>
              <p:nvPr/>
            </p:nvGrpSpPr>
            <p:grpSpPr>
              <a:xfrm rot="8100000">
                <a:off x="6602400" y="6602400"/>
                <a:ext cx="1198802" cy="1198802"/>
                <a:chOff x="4800480" y="4800480"/>
                <a:chExt cx="1198802" cy="1198802"/>
              </a:xfrm>
            </p:grpSpPr>
            <p:grpSp>
              <p:nvGrpSpPr>
                <p:cNvPr id="143121" name="グループ化 143120">
                  <a:extLst>
                    <a:ext uri="{FF2B5EF4-FFF2-40B4-BE49-F238E27FC236}">
                      <a16:creationId xmlns:a16="http://schemas.microsoft.com/office/drawing/2014/main" id="{5BA3E91C-C1CB-4EF5-8685-CBC9F1D3132F}"/>
                    </a:ext>
                  </a:extLst>
                </p:cNvPr>
                <p:cNvGrpSpPr/>
                <p:nvPr/>
              </p:nvGrpSpPr>
              <p:grpSpPr>
                <a:xfrm>
                  <a:off x="4800480" y="4800480"/>
                  <a:ext cx="1198802" cy="1198802"/>
                  <a:chOff x="4800480" y="4800480"/>
                  <a:chExt cx="1198802" cy="1198802"/>
                </a:xfrm>
              </p:grpSpPr>
              <p:grpSp>
                <p:nvGrpSpPr>
                  <p:cNvPr id="143133" name="グループ化 143132">
                    <a:extLst>
                      <a:ext uri="{FF2B5EF4-FFF2-40B4-BE49-F238E27FC236}">
                        <a16:creationId xmlns:a16="http://schemas.microsoft.com/office/drawing/2014/main" id="{F98D04FB-2874-475F-B7C5-352A7F010180}"/>
                      </a:ext>
                    </a:extLst>
                  </p:cNvPr>
                  <p:cNvGrpSpPr/>
                  <p:nvPr/>
                </p:nvGrpSpPr>
                <p:grpSpPr>
                  <a:xfrm>
                    <a:off x="5399882" y="4800482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97" name="直線コネクタ 143196">
                      <a:extLst>
                        <a:ext uri="{FF2B5EF4-FFF2-40B4-BE49-F238E27FC236}">
                          <a16:creationId xmlns:a16="http://schemas.microsoft.com/office/drawing/2014/main" id="{85938733-B0A8-41BA-A209-AFC6CC1AB1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98" name="直線コネクタ 143197">
                      <a:extLst>
                        <a:ext uri="{FF2B5EF4-FFF2-40B4-BE49-F238E27FC236}">
                          <a16:creationId xmlns:a16="http://schemas.microsoft.com/office/drawing/2014/main" id="{751B1BF2-9223-4277-BB01-8F1C1D3259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99" name="直線コネクタ 143198">
                      <a:extLst>
                        <a:ext uri="{FF2B5EF4-FFF2-40B4-BE49-F238E27FC236}">
                          <a16:creationId xmlns:a16="http://schemas.microsoft.com/office/drawing/2014/main" id="{12CC0853-A102-4750-BB4F-DE107F5DD9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00" name="直線コネクタ 143199">
                      <a:extLst>
                        <a:ext uri="{FF2B5EF4-FFF2-40B4-BE49-F238E27FC236}">
                          <a16:creationId xmlns:a16="http://schemas.microsoft.com/office/drawing/2014/main" id="{E84FF36A-4A8D-435F-AA87-D1391971326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01" name="直線コネクタ 143200">
                      <a:extLst>
                        <a:ext uri="{FF2B5EF4-FFF2-40B4-BE49-F238E27FC236}">
                          <a16:creationId xmlns:a16="http://schemas.microsoft.com/office/drawing/2014/main" id="{1214D9EF-CE2E-431F-A904-2DF4AF3507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202" name="直線コネクタ 143201">
                      <a:extLst>
                        <a:ext uri="{FF2B5EF4-FFF2-40B4-BE49-F238E27FC236}">
                          <a16:creationId xmlns:a16="http://schemas.microsoft.com/office/drawing/2014/main" id="{01243B9D-DFC4-4D30-9BAD-28648392A6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34" name="グループ化 143133">
                    <a:extLst>
                      <a:ext uri="{FF2B5EF4-FFF2-40B4-BE49-F238E27FC236}">
                        <a16:creationId xmlns:a16="http://schemas.microsoft.com/office/drawing/2014/main" id="{790CFE24-4C58-4F72-93A9-1E25C5C8965E}"/>
                      </a:ext>
                    </a:extLst>
                  </p:cNvPr>
                  <p:cNvGrpSpPr/>
                  <p:nvPr/>
                </p:nvGrpSpPr>
                <p:grpSpPr>
                  <a:xfrm rot="1080000">
                    <a:off x="5399882" y="4800482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91" name="直線コネクタ 143190">
                      <a:extLst>
                        <a:ext uri="{FF2B5EF4-FFF2-40B4-BE49-F238E27FC236}">
                          <a16:creationId xmlns:a16="http://schemas.microsoft.com/office/drawing/2014/main" id="{46AB5987-314F-4B76-992F-C0CCF9A605B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92" name="直線コネクタ 143191">
                      <a:extLst>
                        <a:ext uri="{FF2B5EF4-FFF2-40B4-BE49-F238E27FC236}">
                          <a16:creationId xmlns:a16="http://schemas.microsoft.com/office/drawing/2014/main" id="{7E820C18-6E54-4C1C-A704-2C10A556E10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93" name="直線コネクタ 143192">
                      <a:extLst>
                        <a:ext uri="{FF2B5EF4-FFF2-40B4-BE49-F238E27FC236}">
                          <a16:creationId xmlns:a16="http://schemas.microsoft.com/office/drawing/2014/main" id="{37403861-5F84-4F26-B408-5D62CE1294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94" name="直線コネクタ 143193">
                      <a:extLst>
                        <a:ext uri="{FF2B5EF4-FFF2-40B4-BE49-F238E27FC236}">
                          <a16:creationId xmlns:a16="http://schemas.microsoft.com/office/drawing/2014/main" id="{8AEE6420-34EB-44EF-87FE-59AC8361D9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95" name="直線コネクタ 143194">
                      <a:extLst>
                        <a:ext uri="{FF2B5EF4-FFF2-40B4-BE49-F238E27FC236}">
                          <a16:creationId xmlns:a16="http://schemas.microsoft.com/office/drawing/2014/main" id="{C7B39C74-498D-422E-9156-0DE8EC0237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96" name="直線コネクタ 143195">
                      <a:extLst>
                        <a:ext uri="{FF2B5EF4-FFF2-40B4-BE49-F238E27FC236}">
                          <a16:creationId xmlns:a16="http://schemas.microsoft.com/office/drawing/2014/main" id="{D0B808E4-FD55-4B56-8DCF-3F1C900238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35" name="グループ化 143134">
                    <a:extLst>
                      <a:ext uri="{FF2B5EF4-FFF2-40B4-BE49-F238E27FC236}">
                        <a16:creationId xmlns:a16="http://schemas.microsoft.com/office/drawing/2014/main" id="{D21C8559-544A-4DD3-9EE8-93EB2009DEBD}"/>
                      </a:ext>
                    </a:extLst>
                  </p:cNvPr>
                  <p:cNvGrpSpPr/>
                  <p:nvPr/>
                </p:nvGrpSpPr>
                <p:grpSpPr>
                  <a:xfrm rot="2160000">
                    <a:off x="5399880" y="4800480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85" name="直線コネクタ 143184">
                      <a:extLst>
                        <a:ext uri="{FF2B5EF4-FFF2-40B4-BE49-F238E27FC236}">
                          <a16:creationId xmlns:a16="http://schemas.microsoft.com/office/drawing/2014/main" id="{5A08C3F1-0F2C-48CA-9637-25CBA9B7EB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6" name="直線コネクタ 143185">
                      <a:extLst>
                        <a:ext uri="{FF2B5EF4-FFF2-40B4-BE49-F238E27FC236}">
                          <a16:creationId xmlns:a16="http://schemas.microsoft.com/office/drawing/2014/main" id="{B0BAF9E4-4282-44FC-A2AE-0C5F5C92BF7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7" name="直線コネクタ 143186">
                      <a:extLst>
                        <a:ext uri="{FF2B5EF4-FFF2-40B4-BE49-F238E27FC236}">
                          <a16:creationId xmlns:a16="http://schemas.microsoft.com/office/drawing/2014/main" id="{79957A87-785A-441A-9A73-DEA7561C37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8" name="直線コネクタ 143187">
                      <a:extLst>
                        <a:ext uri="{FF2B5EF4-FFF2-40B4-BE49-F238E27FC236}">
                          <a16:creationId xmlns:a16="http://schemas.microsoft.com/office/drawing/2014/main" id="{FF81A38C-DB7B-4776-9357-8A39D3AC17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9" name="直線コネクタ 143188">
                      <a:extLst>
                        <a:ext uri="{FF2B5EF4-FFF2-40B4-BE49-F238E27FC236}">
                          <a16:creationId xmlns:a16="http://schemas.microsoft.com/office/drawing/2014/main" id="{47CBA0E5-5A77-4822-A4BD-ED70B682DF1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90" name="直線コネクタ 143189">
                      <a:extLst>
                        <a:ext uri="{FF2B5EF4-FFF2-40B4-BE49-F238E27FC236}">
                          <a16:creationId xmlns:a16="http://schemas.microsoft.com/office/drawing/2014/main" id="{49EACFE7-092A-4A0D-B5D1-E535AFEF4B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36" name="グループ化 143135">
                    <a:extLst>
                      <a:ext uri="{FF2B5EF4-FFF2-40B4-BE49-F238E27FC236}">
                        <a16:creationId xmlns:a16="http://schemas.microsoft.com/office/drawing/2014/main" id="{D2BCF654-0B0C-4A82-BEE6-4DB6F080D5D6}"/>
                      </a:ext>
                    </a:extLst>
                  </p:cNvPr>
                  <p:cNvGrpSpPr/>
                  <p:nvPr/>
                </p:nvGrpSpPr>
                <p:grpSpPr>
                  <a:xfrm rot="3240000">
                    <a:off x="5399880" y="4800480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79" name="直線コネクタ 143178">
                      <a:extLst>
                        <a:ext uri="{FF2B5EF4-FFF2-40B4-BE49-F238E27FC236}">
                          <a16:creationId xmlns:a16="http://schemas.microsoft.com/office/drawing/2014/main" id="{F943FF31-D1EA-45BD-AF62-48438B01F8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0" name="直線コネクタ 143179">
                      <a:extLst>
                        <a:ext uri="{FF2B5EF4-FFF2-40B4-BE49-F238E27FC236}">
                          <a16:creationId xmlns:a16="http://schemas.microsoft.com/office/drawing/2014/main" id="{F3481C7D-A560-4617-82BB-F8BF0E2E0C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1" name="直線コネクタ 143180">
                      <a:extLst>
                        <a:ext uri="{FF2B5EF4-FFF2-40B4-BE49-F238E27FC236}">
                          <a16:creationId xmlns:a16="http://schemas.microsoft.com/office/drawing/2014/main" id="{A49FECF5-6A1D-49E9-9CAA-CAD4FF6D75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2" name="直線コネクタ 143181">
                      <a:extLst>
                        <a:ext uri="{FF2B5EF4-FFF2-40B4-BE49-F238E27FC236}">
                          <a16:creationId xmlns:a16="http://schemas.microsoft.com/office/drawing/2014/main" id="{6C028381-7B13-4D42-AD4C-A4BF94F156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3" name="直線コネクタ 143182">
                      <a:extLst>
                        <a:ext uri="{FF2B5EF4-FFF2-40B4-BE49-F238E27FC236}">
                          <a16:creationId xmlns:a16="http://schemas.microsoft.com/office/drawing/2014/main" id="{26AF2A93-E2A3-44ED-87AF-43022AD6C3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84" name="直線コネクタ 143183">
                      <a:extLst>
                        <a:ext uri="{FF2B5EF4-FFF2-40B4-BE49-F238E27FC236}">
                          <a16:creationId xmlns:a16="http://schemas.microsoft.com/office/drawing/2014/main" id="{10C61795-08E1-43C5-84E7-9CFEA1E139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37" name="グループ化 143136">
                    <a:extLst>
                      <a:ext uri="{FF2B5EF4-FFF2-40B4-BE49-F238E27FC236}">
                        <a16:creationId xmlns:a16="http://schemas.microsoft.com/office/drawing/2014/main" id="{65435E3B-466A-4904-8992-A41CA6E64D9E}"/>
                      </a:ext>
                    </a:extLst>
                  </p:cNvPr>
                  <p:cNvGrpSpPr/>
                  <p:nvPr/>
                </p:nvGrpSpPr>
                <p:grpSpPr>
                  <a:xfrm rot="4320000">
                    <a:off x="5399881" y="4800483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73" name="直線コネクタ 143172">
                      <a:extLst>
                        <a:ext uri="{FF2B5EF4-FFF2-40B4-BE49-F238E27FC236}">
                          <a16:creationId xmlns:a16="http://schemas.microsoft.com/office/drawing/2014/main" id="{2ADB2880-8E4A-41D2-883F-4555AD38CCE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74" name="直線コネクタ 143173">
                      <a:extLst>
                        <a:ext uri="{FF2B5EF4-FFF2-40B4-BE49-F238E27FC236}">
                          <a16:creationId xmlns:a16="http://schemas.microsoft.com/office/drawing/2014/main" id="{238AE13D-FB28-4FA7-B9E8-DE45D4C21D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75" name="直線コネクタ 143174">
                      <a:extLst>
                        <a:ext uri="{FF2B5EF4-FFF2-40B4-BE49-F238E27FC236}">
                          <a16:creationId xmlns:a16="http://schemas.microsoft.com/office/drawing/2014/main" id="{3EFCA454-FB02-4FDF-91FB-B7F3E7899B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76" name="直線コネクタ 143175">
                      <a:extLst>
                        <a:ext uri="{FF2B5EF4-FFF2-40B4-BE49-F238E27FC236}">
                          <a16:creationId xmlns:a16="http://schemas.microsoft.com/office/drawing/2014/main" id="{7AA509F2-272F-44AC-AB73-B77AD93C72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77" name="直線コネクタ 143176">
                      <a:extLst>
                        <a:ext uri="{FF2B5EF4-FFF2-40B4-BE49-F238E27FC236}">
                          <a16:creationId xmlns:a16="http://schemas.microsoft.com/office/drawing/2014/main" id="{BEF72563-9BCB-43AC-9D4D-8EEE9B1E5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78" name="直線コネクタ 143177">
                      <a:extLst>
                        <a:ext uri="{FF2B5EF4-FFF2-40B4-BE49-F238E27FC236}">
                          <a16:creationId xmlns:a16="http://schemas.microsoft.com/office/drawing/2014/main" id="{5361EB69-8570-4091-8081-CF469290F39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38" name="グループ化 143137">
                    <a:extLst>
                      <a:ext uri="{FF2B5EF4-FFF2-40B4-BE49-F238E27FC236}">
                        <a16:creationId xmlns:a16="http://schemas.microsoft.com/office/drawing/2014/main" id="{27DD89D1-6CF5-4323-A2AD-68D84690DCE5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399881" y="4800483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67" name="直線コネクタ 143166">
                      <a:extLst>
                        <a:ext uri="{FF2B5EF4-FFF2-40B4-BE49-F238E27FC236}">
                          <a16:creationId xmlns:a16="http://schemas.microsoft.com/office/drawing/2014/main" id="{0F8BD4BA-6E7C-481B-8618-AD7A906D5D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68" name="直線コネクタ 143167">
                      <a:extLst>
                        <a:ext uri="{FF2B5EF4-FFF2-40B4-BE49-F238E27FC236}">
                          <a16:creationId xmlns:a16="http://schemas.microsoft.com/office/drawing/2014/main" id="{D4787746-5FF8-4626-B248-79AF90CCC0A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69" name="直線コネクタ 143168">
                      <a:extLst>
                        <a:ext uri="{FF2B5EF4-FFF2-40B4-BE49-F238E27FC236}">
                          <a16:creationId xmlns:a16="http://schemas.microsoft.com/office/drawing/2014/main" id="{63FA7216-9081-4B36-B743-E417CFEF8ED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70" name="直線コネクタ 143169">
                      <a:extLst>
                        <a:ext uri="{FF2B5EF4-FFF2-40B4-BE49-F238E27FC236}">
                          <a16:creationId xmlns:a16="http://schemas.microsoft.com/office/drawing/2014/main" id="{736CB8A1-DD94-45B8-A5B8-E4374BE78B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71" name="直線コネクタ 143170">
                      <a:extLst>
                        <a:ext uri="{FF2B5EF4-FFF2-40B4-BE49-F238E27FC236}">
                          <a16:creationId xmlns:a16="http://schemas.microsoft.com/office/drawing/2014/main" id="{E50D546C-FD0B-458B-B8A5-FD972D10E2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72" name="直線コネクタ 143171">
                      <a:extLst>
                        <a:ext uri="{FF2B5EF4-FFF2-40B4-BE49-F238E27FC236}">
                          <a16:creationId xmlns:a16="http://schemas.microsoft.com/office/drawing/2014/main" id="{584E7F8C-4C93-41D2-AD90-7C3CA62CFA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39" name="グループ化 143138">
                    <a:extLst>
                      <a:ext uri="{FF2B5EF4-FFF2-40B4-BE49-F238E27FC236}">
                        <a16:creationId xmlns:a16="http://schemas.microsoft.com/office/drawing/2014/main" id="{AFAC1059-84A1-448C-82C8-DE28AE68CEA7}"/>
                      </a:ext>
                    </a:extLst>
                  </p:cNvPr>
                  <p:cNvGrpSpPr/>
                  <p:nvPr/>
                </p:nvGrpSpPr>
                <p:grpSpPr>
                  <a:xfrm rot="6480000">
                    <a:off x="5399882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61" name="直線コネクタ 143160">
                      <a:extLst>
                        <a:ext uri="{FF2B5EF4-FFF2-40B4-BE49-F238E27FC236}">
                          <a16:creationId xmlns:a16="http://schemas.microsoft.com/office/drawing/2014/main" id="{02C4070D-0F54-4EC2-99B8-D6F68A8BC4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62" name="直線コネクタ 143161">
                      <a:extLst>
                        <a:ext uri="{FF2B5EF4-FFF2-40B4-BE49-F238E27FC236}">
                          <a16:creationId xmlns:a16="http://schemas.microsoft.com/office/drawing/2014/main" id="{6FA2C588-6688-4F16-A641-6CFF2BAD84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63" name="直線コネクタ 143162">
                      <a:extLst>
                        <a:ext uri="{FF2B5EF4-FFF2-40B4-BE49-F238E27FC236}">
                          <a16:creationId xmlns:a16="http://schemas.microsoft.com/office/drawing/2014/main" id="{7F73CE5D-CE39-4278-A6E8-BD2B4992EF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64" name="直線コネクタ 143163">
                      <a:extLst>
                        <a:ext uri="{FF2B5EF4-FFF2-40B4-BE49-F238E27FC236}">
                          <a16:creationId xmlns:a16="http://schemas.microsoft.com/office/drawing/2014/main" id="{7C0594AE-4E2F-4B49-B4EC-D2A821808D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65" name="直線コネクタ 143164">
                      <a:extLst>
                        <a:ext uri="{FF2B5EF4-FFF2-40B4-BE49-F238E27FC236}">
                          <a16:creationId xmlns:a16="http://schemas.microsoft.com/office/drawing/2014/main" id="{F0987841-2E97-4991-B3AC-FCB99717A9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66" name="直線コネクタ 143165">
                      <a:extLst>
                        <a:ext uri="{FF2B5EF4-FFF2-40B4-BE49-F238E27FC236}">
                          <a16:creationId xmlns:a16="http://schemas.microsoft.com/office/drawing/2014/main" id="{B079A0BE-8315-4313-B662-88C1997B39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40" name="グループ化 143139">
                    <a:extLst>
                      <a:ext uri="{FF2B5EF4-FFF2-40B4-BE49-F238E27FC236}">
                        <a16:creationId xmlns:a16="http://schemas.microsoft.com/office/drawing/2014/main" id="{E4EE9076-EB33-4E32-817D-6CC283A9F366}"/>
                      </a:ext>
                    </a:extLst>
                  </p:cNvPr>
                  <p:cNvGrpSpPr/>
                  <p:nvPr/>
                </p:nvGrpSpPr>
                <p:grpSpPr>
                  <a:xfrm rot="7560000">
                    <a:off x="5399882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55" name="直線コネクタ 143154">
                      <a:extLst>
                        <a:ext uri="{FF2B5EF4-FFF2-40B4-BE49-F238E27FC236}">
                          <a16:creationId xmlns:a16="http://schemas.microsoft.com/office/drawing/2014/main" id="{274079FE-13F2-40A4-AB41-A0E402A816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6" name="直線コネクタ 143155">
                      <a:extLst>
                        <a:ext uri="{FF2B5EF4-FFF2-40B4-BE49-F238E27FC236}">
                          <a16:creationId xmlns:a16="http://schemas.microsoft.com/office/drawing/2014/main" id="{C48B6F70-10E3-4474-A520-E3188B3F7E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7" name="直線コネクタ 143156">
                      <a:extLst>
                        <a:ext uri="{FF2B5EF4-FFF2-40B4-BE49-F238E27FC236}">
                          <a16:creationId xmlns:a16="http://schemas.microsoft.com/office/drawing/2014/main" id="{28035858-E1D3-4FE6-85EA-147DF8A14D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8" name="直線コネクタ 143157">
                      <a:extLst>
                        <a:ext uri="{FF2B5EF4-FFF2-40B4-BE49-F238E27FC236}">
                          <a16:creationId xmlns:a16="http://schemas.microsoft.com/office/drawing/2014/main" id="{572396FA-5BB2-41D6-A29C-AB9347B6B9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9" name="直線コネクタ 143158">
                      <a:extLst>
                        <a:ext uri="{FF2B5EF4-FFF2-40B4-BE49-F238E27FC236}">
                          <a16:creationId xmlns:a16="http://schemas.microsoft.com/office/drawing/2014/main" id="{E9C59B07-09D5-4EC1-963F-6E4A04C3240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60" name="直線コネクタ 143159">
                      <a:extLst>
                        <a:ext uri="{FF2B5EF4-FFF2-40B4-BE49-F238E27FC236}">
                          <a16:creationId xmlns:a16="http://schemas.microsoft.com/office/drawing/2014/main" id="{1F584D0B-CBEB-41A5-AB4F-F10F3A64ED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41" name="グループ化 143140">
                    <a:extLst>
                      <a:ext uri="{FF2B5EF4-FFF2-40B4-BE49-F238E27FC236}">
                        <a16:creationId xmlns:a16="http://schemas.microsoft.com/office/drawing/2014/main" id="{BA3DDA24-FAE2-434F-85F9-ED3A8E67D288}"/>
                      </a:ext>
                    </a:extLst>
                  </p:cNvPr>
                  <p:cNvGrpSpPr/>
                  <p:nvPr/>
                </p:nvGrpSpPr>
                <p:grpSpPr>
                  <a:xfrm rot="19440000">
                    <a:off x="5399881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49" name="直線コネクタ 143148">
                      <a:extLst>
                        <a:ext uri="{FF2B5EF4-FFF2-40B4-BE49-F238E27FC236}">
                          <a16:creationId xmlns:a16="http://schemas.microsoft.com/office/drawing/2014/main" id="{2DFCE794-AAA4-417F-957E-2D5D56ACBE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0" name="直線コネクタ 143149">
                      <a:extLst>
                        <a:ext uri="{FF2B5EF4-FFF2-40B4-BE49-F238E27FC236}">
                          <a16:creationId xmlns:a16="http://schemas.microsoft.com/office/drawing/2014/main" id="{1183C03B-0C7F-4BD7-9C7E-C70092ADAB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1" name="直線コネクタ 143150">
                      <a:extLst>
                        <a:ext uri="{FF2B5EF4-FFF2-40B4-BE49-F238E27FC236}">
                          <a16:creationId xmlns:a16="http://schemas.microsoft.com/office/drawing/2014/main" id="{80E3538E-342D-4C76-8B16-C9C8C86BB39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2" name="直線コネクタ 143151">
                      <a:extLst>
                        <a:ext uri="{FF2B5EF4-FFF2-40B4-BE49-F238E27FC236}">
                          <a16:creationId xmlns:a16="http://schemas.microsoft.com/office/drawing/2014/main" id="{58EF983A-CB6C-4335-9356-6470B00389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3" name="直線コネクタ 143152">
                      <a:extLst>
                        <a:ext uri="{FF2B5EF4-FFF2-40B4-BE49-F238E27FC236}">
                          <a16:creationId xmlns:a16="http://schemas.microsoft.com/office/drawing/2014/main" id="{32A250D1-3B22-44CB-8A48-ED3BB890147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54" name="直線コネクタ 143153">
                      <a:extLst>
                        <a:ext uri="{FF2B5EF4-FFF2-40B4-BE49-F238E27FC236}">
                          <a16:creationId xmlns:a16="http://schemas.microsoft.com/office/drawing/2014/main" id="{06758886-F3B3-43B0-AED2-33F3E90C0D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142" name="グループ化 143141">
                    <a:extLst>
                      <a:ext uri="{FF2B5EF4-FFF2-40B4-BE49-F238E27FC236}">
                        <a16:creationId xmlns:a16="http://schemas.microsoft.com/office/drawing/2014/main" id="{CD09DED1-F870-4372-AC2B-1FFA1A58CAE6}"/>
                      </a:ext>
                    </a:extLst>
                  </p:cNvPr>
                  <p:cNvGrpSpPr/>
                  <p:nvPr/>
                </p:nvGrpSpPr>
                <p:grpSpPr>
                  <a:xfrm rot="20520000">
                    <a:off x="5399881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143" name="直線コネクタ 143142">
                      <a:extLst>
                        <a:ext uri="{FF2B5EF4-FFF2-40B4-BE49-F238E27FC236}">
                          <a16:creationId xmlns:a16="http://schemas.microsoft.com/office/drawing/2014/main" id="{8D9F0B64-E7A9-46F1-AA69-8698FF4088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44" name="直線コネクタ 143143">
                      <a:extLst>
                        <a:ext uri="{FF2B5EF4-FFF2-40B4-BE49-F238E27FC236}">
                          <a16:creationId xmlns:a16="http://schemas.microsoft.com/office/drawing/2014/main" id="{DE42EAF3-51F4-44AC-9B74-592C7CA6BF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45" name="直線コネクタ 143144">
                      <a:extLst>
                        <a:ext uri="{FF2B5EF4-FFF2-40B4-BE49-F238E27FC236}">
                          <a16:creationId xmlns:a16="http://schemas.microsoft.com/office/drawing/2014/main" id="{BF91A69B-407F-47E4-B08C-14E68160DA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46" name="直線コネクタ 143145">
                      <a:extLst>
                        <a:ext uri="{FF2B5EF4-FFF2-40B4-BE49-F238E27FC236}">
                          <a16:creationId xmlns:a16="http://schemas.microsoft.com/office/drawing/2014/main" id="{AE11998B-AF04-45F7-863E-461F1DF20C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47" name="直線コネクタ 143146">
                      <a:extLst>
                        <a:ext uri="{FF2B5EF4-FFF2-40B4-BE49-F238E27FC236}">
                          <a16:creationId xmlns:a16="http://schemas.microsoft.com/office/drawing/2014/main" id="{69487BB4-A507-4C6B-A404-22591847B3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148" name="直線コネクタ 143147">
                      <a:extLst>
                        <a:ext uri="{FF2B5EF4-FFF2-40B4-BE49-F238E27FC236}">
                          <a16:creationId xmlns:a16="http://schemas.microsoft.com/office/drawing/2014/main" id="{AFAECA84-7BBE-4A16-BBC0-48D7B93833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3122" name="グループ化 143121">
                  <a:extLst>
                    <a:ext uri="{FF2B5EF4-FFF2-40B4-BE49-F238E27FC236}">
                      <a16:creationId xmlns:a16="http://schemas.microsoft.com/office/drawing/2014/main" id="{FEBF01BE-E6C5-4182-A102-E4BC9FBAB5D9}"/>
                    </a:ext>
                  </a:extLst>
                </p:cNvPr>
                <p:cNvGrpSpPr/>
                <p:nvPr/>
              </p:nvGrpSpPr>
              <p:grpSpPr>
                <a:xfrm>
                  <a:off x="4829818" y="4800481"/>
                  <a:ext cx="1140126" cy="1198800"/>
                  <a:chOff x="4829819" y="4800481"/>
                  <a:chExt cx="1140126" cy="1198800"/>
                </a:xfrm>
              </p:grpSpPr>
              <p:cxnSp>
                <p:nvCxnSpPr>
                  <p:cNvPr id="143123" name="直線コネクタ 143122">
                    <a:extLst>
                      <a:ext uri="{FF2B5EF4-FFF2-40B4-BE49-F238E27FC236}">
                        <a16:creationId xmlns:a16="http://schemas.microsoft.com/office/drawing/2014/main" id="{BF95A296-1747-4979-BAE6-0ED596F6F1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5399882" y="4800481"/>
                    <a:ext cx="352318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24" name="直線コネクタ 143123">
                    <a:extLst>
                      <a:ext uri="{FF2B5EF4-FFF2-40B4-BE49-F238E27FC236}">
                        <a16:creationId xmlns:a16="http://schemas.microsoft.com/office/drawing/2014/main" id="{23BBE78D-6233-4ADE-834A-DAC9818A1D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047563" y="4800481"/>
                    <a:ext cx="352319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25" name="直線コネクタ 143124">
                    <a:extLst>
                      <a:ext uri="{FF2B5EF4-FFF2-40B4-BE49-F238E27FC236}">
                        <a16:creationId xmlns:a16="http://schemas.microsoft.com/office/drawing/2014/main" id="{BDFCAFD9-C287-4561-976F-8EFB59EDA1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047563" y="5214656"/>
                    <a:ext cx="922382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26" name="直線コネクタ 143125">
                    <a:extLst>
                      <a:ext uri="{FF2B5EF4-FFF2-40B4-BE49-F238E27FC236}">
                        <a16:creationId xmlns:a16="http://schemas.microsoft.com/office/drawing/2014/main" id="{ABCEC1ED-B70E-4426-9678-09AA10009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4829819" y="5214656"/>
                    <a:ext cx="922380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27" name="直線コネクタ 143126">
                    <a:extLst>
                      <a:ext uri="{FF2B5EF4-FFF2-40B4-BE49-F238E27FC236}">
                        <a16:creationId xmlns:a16="http://schemas.microsoft.com/office/drawing/2014/main" id="{36245EEF-AA2F-4F98-9C38-C3F8B38E8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4829819" y="5214656"/>
                    <a:ext cx="1140126" cy="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28" name="直線コネクタ 143127">
                    <a:extLst>
                      <a:ext uri="{FF2B5EF4-FFF2-40B4-BE49-F238E27FC236}">
                        <a16:creationId xmlns:a16="http://schemas.microsoft.com/office/drawing/2014/main" id="{342CD965-A740-4312-BA1C-8DE9533387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 flipV="1">
                    <a:off x="5047564" y="4914955"/>
                    <a:ext cx="352318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29" name="直線コネクタ 143128">
                    <a:extLst>
                      <a:ext uri="{FF2B5EF4-FFF2-40B4-BE49-F238E27FC236}">
                        <a16:creationId xmlns:a16="http://schemas.microsoft.com/office/drawing/2014/main" id="{7D5C83CD-4093-4274-8959-90B90FBE40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V="1">
                    <a:off x="5399882" y="4914955"/>
                    <a:ext cx="352319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30" name="直線コネクタ 143129">
                    <a:extLst>
                      <a:ext uri="{FF2B5EF4-FFF2-40B4-BE49-F238E27FC236}">
                        <a16:creationId xmlns:a16="http://schemas.microsoft.com/office/drawing/2014/main" id="{EB27567C-8276-488A-B238-753ED15779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V="1">
                    <a:off x="4829819" y="4914956"/>
                    <a:ext cx="922382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31" name="直線コネクタ 143130">
                    <a:extLst>
                      <a:ext uri="{FF2B5EF4-FFF2-40B4-BE49-F238E27FC236}">
                        <a16:creationId xmlns:a16="http://schemas.microsoft.com/office/drawing/2014/main" id="{73F19FF9-CE29-4033-B995-D0DDF341D5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 flipV="1">
                    <a:off x="5047565" y="4914956"/>
                    <a:ext cx="922380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32" name="直線コネクタ 143131">
                    <a:extLst>
                      <a:ext uri="{FF2B5EF4-FFF2-40B4-BE49-F238E27FC236}">
                        <a16:creationId xmlns:a16="http://schemas.microsoft.com/office/drawing/2014/main" id="{E9567876-9DF8-4A11-B436-56E6CD145C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829819" y="5585106"/>
                    <a:ext cx="1140126" cy="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43116" name="グループ化 143115">
                <a:extLst>
                  <a:ext uri="{FF2B5EF4-FFF2-40B4-BE49-F238E27FC236}">
                    <a16:creationId xmlns:a16="http://schemas.microsoft.com/office/drawing/2014/main" id="{ED41131C-B7CB-4B12-894A-BB32A1BC3CE1}"/>
                  </a:ext>
                </a:extLst>
              </p:cNvPr>
              <p:cNvGrpSpPr/>
              <p:nvPr/>
            </p:nvGrpSpPr>
            <p:grpSpPr>
              <a:xfrm>
                <a:off x="7113600" y="7113600"/>
                <a:ext cx="172800" cy="172800"/>
                <a:chOff x="5313481" y="5313481"/>
                <a:chExt cx="172800" cy="172800"/>
              </a:xfrm>
            </p:grpSpPr>
            <p:sp>
              <p:nvSpPr>
                <p:cNvPr id="143117" name="楕円 143116">
                  <a:extLst>
                    <a:ext uri="{FF2B5EF4-FFF2-40B4-BE49-F238E27FC236}">
                      <a16:creationId xmlns:a16="http://schemas.microsoft.com/office/drawing/2014/main" id="{0CC843AB-8327-4DA3-A68E-1453A85703C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5313481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cxnSp>
              <p:nvCxnSpPr>
                <p:cNvPr id="143118" name="直線コネクタ 143117">
                  <a:extLst>
                    <a:ext uri="{FF2B5EF4-FFF2-40B4-BE49-F238E27FC236}">
                      <a16:creationId xmlns:a16="http://schemas.microsoft.com/office/drawing/2014/main" id="{1FAFBFCE-52D5-4EC3-B3D1-5232CE66868C}"/>
                    </a:ext>
                  </a:extLst>
                </p:cNvPr>
                <p:cNvCxnSpPr>
                  <a:cxnSpLocks/>
                  <a:stCxn id="143117" idx="3"/>
                  <a:endCxn id="143117" idx="7"/>
                </p:cNvCxnSpPr>
                <p:nvPr/>
              </p:nvCxnSpPr>
              <p:spPr>
                <a:xfrm flipH="1" flipV="1">
                  <a:off x="5338787" y="5338787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119" name="直線コネクタ 143118">
                  <a:extLst>
                    <a:ext uri="{FF2B5EF4-FFF2-40B4-BE49-F238E27FC236}">
                      <a16:creationId xmlns:a16="http://schemas.microsoft.com/office/drawing/2014/main" id="{87DA38F2-1C57-42EC-B978-B3AC7C4CCDA4}"/>
                    </a:ext>
                  </a:extLst>
                </p:cNvPr>
                <p:cNvCxnSpPr>
                  <a:cxnSpLocks/>
                  <a:stCxn id="143117" idx="5"/>
                  <a:endCxn id="143117" idx="1"/>
                </p:cNvCxnSpPr>
                <p:nvPr/>
              </p:nvCxnSpPr>
              <p:spPr>
                <a:xfrm flipV="1">
                  <a:off x="5338787" y="5338787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3120" name="楕円 143119">
                  <a:extLst>
                    <a:ext uri="{FF2B5EF4-FFF2-40B4-BE49-F238E27FC236}">
                      <a16:creationId xmlns:a16="http://schemas.microsoft.com/office/drawing/2014/main" id="{96B5ACA7-648C-4E16-A0F2-694DDFB4EB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345881" y="5345881"/>
                  <a:ext cx="108000" cy="108000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</p:grpSp>
        </p:grpSp>
        <p:grpSp>
          <p:nvGrpSpPr>
            <p:cNvPr id="142868" name="グループ化 142867">
              <a:extLst>
                <a:ext uri="{FF2B5EF4-FFF2-40B4-BE49-F238E27FC236}">
                  <a16:creationId xmlns:a16="http://schemas.microsoft.com/office/drawing/2014/main" id="{B722E0A1-7086-4EF9-A142-66381BD33C26}"/>
                </a:ext>
              </a:extLst>
            </p:cNvPr>
            <p:cNvGrpSpPr/>
            <p:nvPr/>
          </p:nvGrpSpPr>
          <p:grpSpPr>
            <a:xfrm>
              <a:off x="2862119" y="2862119"/>
              <a:ext cx="1475762" cy="1475762"/>
              <a:chOff x="2862119" y="2862119"/>
              <a:chExt cx="1475762" cy="1475762"/>
            </a:xfrm>
          </p:grpSpPr>
          <p:grpSp>
            <p:nvGrpSpPr>
              <p:cNvPr id="142992" name="グループ化 142991">
                <a:extLst>
                  <a:ext uri="{FF2B5EF4-FFF2-40B4-BE49-F238E27FC236}">
                    <a16:creationId xmlns:a16="http://schemas.microsoft.com/office/drawing/2014/main" id="{AA222323-FC6F-4895-8371-27F1C4CC2BCB}"/>
                  </a:ext>
                </a:extLst>
              </p:cNvPr>
              <p:cNvGrpSpPr/>
              <p:nvPr/>
            </p:nvGrpSpPr>
            <p:grpSpPr>
              <a:xfrm>
                <a:off x="2862119" y="2862119"/>
                <a:ext cx="1475762" cy="1475762"/>
                <a:chOff x="2862119" y="2862119"/>
                <a:chExt cx="1475762" cy="1475762"/>
              </a:xfrm>
            </p:grpSpPr>
            <p:grpSp>
              <p:nvGrpSpPr>
                <p:cNvPr id="143081" name="グループ化 143080">
                  <a:extLst>
                    <a:ext uri="{FF2B5EF4-FFF2-40B4-BE49-F238E27FC236}">
                      <a16:creationId xmlns:a16="http://schemas.microsoft.com/office/drawing/2014/main" id="{80EA8437-CF70-406D-B8C4-B9EA0095BD8D}"/>
                    </a:ext>
                  </a:extLst>
                </p:cNvPr>
                <p:cNvGrpSpPr/>
                <p:nvPr/>
              </p:nvGrpSpPr>
              <p:grpSpPr>
                <a:xfrm>
                  <a:off x="2862119" y="2862119"/>
                  <a:ext cx="1475762" cy="1475762"/>
                  <a:chOff x="4662000" y="4662000"/>
                  <a:chExt cx="1475762" cy="1475762"/>
                </a:xfrm>
              </p:grpSpPr>
              <p:sp>
                <p:nvSpPr>
                  <p:cNvPr id="143106" name="楕円 143105">
                    <a:extLst>
                      <a:ext uri="{FF2B5EF4-FFF2-40B4-BE49-F238E27FC236}">
                        <a16:creationId xmlns:a16="http://schemas.microsoft.com/office/drawing/2014/main" id="{A4CB7969-864C-4815-9BF5-70CF8B537B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5365681" y="4662000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107" name="楕円 143106">
                    <a:extLst>
                      <a:ext uri="{FF2B5EF4-FFF2-40B4-BE49-F238E27FC236}">
                        <a16:creationId xmlns:a16="http://schemas.microsoft.com/office/drawing/2014/main" id="{A2E476E6-9FC5-412D-88B0-11CE295A24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 flipH="1" flipV="1">
                    <a:off x="5365681" y="6069362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108" name="楕円 143107">
                    <a:extLst>
                      <a:ext uri="{FF2B5EF4-FFF2-40B4-BE49-F238E27FC236}">
                        <a16:creationId xmlns:a16="http://schemas.microsoft.com/office/drawing/2014/main" id="{382C662B-FC04-4357-8F29-8E5C2735F3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 flipH="1">
                    <a:off x="4662000" y="5365681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109" name="楕円 143108">
                    <a:extLst>
                      <a:ext uri="{FF2B5EF4-FFF2-40B4-BE49-F238E27FC236}">
                        <a16:creationId xmlns:a16="http://schemas.microsoft.com/office/drawing/2014/main" id="{BD8F0D74-9F93-4B6A-9C75-6C8EBCC667D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 flipV="1">
                    <a:off x="6069362" y="5365681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110" name="楕円 143109">
                    <a:extLst>
                      <a:ext uri="{FF2B5EF4-FFF2-40B4-BE49-F238E27FC236}">
                        <a16:creationId xmlns:a16="http://schemas.microsoft.com/office/drawing/2014/main" id="{C0793C2F-F361-4569-8E25-4C8CECB77B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863259" y="4868103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111" name="楕円 143110">
                    <a:extLst>
                      <a:ext uri="{FF2B5EF4-FFF2-40B4-BE49-F238E27FC236}">
                        <a16:creationId xmlns:a16="http://schemas.microsoft.com/office/drawing/2014/main" id="{467915C2-FFC5-47F1-89E2-A0393CCB1C8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 flipV="1">
                    <a:off x="4868103" y="5863259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112" name="楕円 143111">
                    <a:extLst>
                      <a:ext uri="{FF2B5EF4-FFF2-40B4-BE49-F238E27FC236}">
                        <a16:creationId xmlns:a16="http://schemas.microsoft.com/office/drawing/2014/main" id="{CACD1214-6420-484D-899C-802783C6AD8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4868103" y="4868103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3113" name="楕円 143112">
                    <a:extLst>
                      <a:ext uri="{FF2B5EF4-FFF2-40B4-BE49-F238E27FC236}">
                        <a16:creationId xmlns:a16="http://schemas.microsoft.com/office/drawing/2014/main" id="{4951BA54-9077-4E12-82C1-B10E48D6462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 flipV="1">
                    <a:off x="5863259" y="5863259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43082" name="グループ化 143081">
                  <a:extLst>
                    <a:ext uri="{FF2B5EF4-FFF2-40B4-BE49-F238E27FC236}">
                      <a16:creationId xmlns:a16="http://schemas.microsoft.com/office/drawing/2014/main" id="{95BEABE2-626C-4036-808A-6D4293D0E9E8}"/>
                    </a:ext>
                  </a:extLst>
                </p:cNvPr>
                <p:cNvGrpSpPr/>
                <p:nvPr/>
              </p:nvGrpSpPr>
              <p:grpSpPr>
                <a:xfrm rot="2700000">
                  <a:off x="3388082" y="3002505"/>
                  <a:ext cx="423836" cy="1194991"/>
                  <a:chOff x="5187963" y="4802386"/>
                  <a:chExt cx="423836" cy="1194991"/>
                </a:xfrm>
              </p:grpSpPr>
              <p:sp>
                <p:nvSpPr>
                  <p:cNvPr id="143102" name="フリーフォーム: 図形 143101">
                    <a:extLst>
                      <a:ext uri="{FF2B5EF4-FFF2-40B4-BE49-F238E27FC236}">
                        <a16:creationId xmlns:a16="http://schemas.microsoft.com/office/drawing/2014/main" id="{B08923CE-C68E-4ED6-9575-6C0BCB02DD54}"/>
                      </a:ext>
                    </a:extLst>
                  </p:cNvPr>
                  <p:cNvSpPr/>
                  <p:nvPr/>
                </p:nvSpPr>
                <p:spPr>
                  <a:xfrm rot="16200000" flipV="1">
                    <a:off x="5203683" y="5589565"/>
                    <a:ext cx="600446" cy="215177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103" name="フリーフォーム: 図形 143102">
                    <a:extLst>
                      <a:ext uri="{FF2B5EF4-FFF2-40B4-BE49-F238E27FC236}">
                        <a16:creationId xmlns:a16="http://schemas.microsoft.com/office/drawing/2014/main" id="{96C740D1-0313-4820-A014-B131380EBF5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4995244" y="5589219"/>
                    <a:ext cx="600446" cy="215008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104" name="フリーフォーム: 図形 143103">
                    <a:extLst>
                      <a:ext uri="{FF2B5EF4-FFF2-40B4-BE49-F238E27FC236}">
                        <a16:creationId xmlns:a16="http://schemas.microsoft.com/office/drawing/2014/main" id="{D3C47464-3743-45CE-97EF-FCB496437F14}"/>
                      </a:ext>
                    </a:extLst>
                  </p:cNvPr>
                  <p:cNvSpPr/>
                  <p:nvPr/>
                </p:nvSpPr>
                <p:spPr>
                  <a:xfrm rot="16200000" flipH="1" flipV="1">
                    <a:off x="5203915" y="4995093"/>
                    <a:ext cx="600591" cy="215177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3105" name="フリーフォーム: 図形 143104">
                    <a:extLst>
                      <a:ext uri="{FF2B5EF4-FFF2-40B4-BE49-F238E27FC236}">
                        <a16:creationId xmlns:a16="http://schemas.microsoft.com/office/drawing/2014/main" id="{F5442B20-00A3-41E9-9108-A5D6EBBE25C3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4995477" y="4995606"/>
                    <a:ext cx="600591" cy="215008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</p:grpSp>
            <p:sp>
              <p:nvSpPr>
                <p:cNvPr id="143083" name="楕円 143082">
                  <a:extLst>
                    <a:ext uri="{FF2B5EF4-FFF2-40B4-BE49-F238E27FC236}">
                      <a16:creationId xmlns:a16="http://schemas.microsoft.com/office/drawing/2014/main" id="{FF13B932-A81C-4B4D-99A1-245D6277DA8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2700000">
                  <a:off x="3371400" y="3371400"/>
                  <a:ext cx="457200" cy="4572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43084" name="楕円 143083">
                  <a:extLst>
                    <a:ext uri="{FF2B5EF4-FFF2-40B4-BE49-F238E27FC236}">
                      <a16:creationId xmlns:a16="http://schemas.microsoft.com/office/drawing/2014/main" id="{D7FFDB7E-7739-4070-9EB0-7F7418C320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2700000">
                  <a:off x="3459600" y="3459600"/>
                  <a:ext cx="280800" cy="280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grpSp>
              <p:nvGrpSpPr>
                <p:cNvPr id="143085" name="グループ化 143084">
                  <a:extLst>
                    <a:ext uri="{FF2B5EF4-FFF2-40B4-BE49-F238E27FC236}">
                      <a16:creationId xmlns:a16="http://schemas.microsoft.com/office/drawing/2014/main" id="{C2B7C933-8467-481A-987C-F8D86199A90A}"/>
                    </a:ext>
                  </a:extLst>
                </p:cNvPr>
                <p:cNvGrpSpPr/>
                <p:nvPr/>
              </p:nvGrpSpPr>
              <p:grpSpPr>
                <a:xfrm rot="2700000">
                  <a:off x="2998919" y="2998919"/>
                  <a:ext cx="1202162" cy="1202162"/>
                  <a:chOff x="4798800" y="4798800"/>
                  <a:chExt cx="1202162" cy="1202162"/>
                </a:xfrm>
              </p:grpSpPr>
              <p:cxnSp>
                <p:nvCxnSpPr>
                  <p:cNvPr id="143086" name="直線コネクタ 143085">
                    <a:extLst>
                      <a:ext uri="{FF2B5EF4-FFF2-40B4-BE49-F238E27FC236}">
                        <a16:creationId xmlns:a16="http://schemas.microsoft.com/office/drawing/2014/main" id="{56FA8F0A-F917-4682-9A6A-C2E114415A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20280000">
                    <a:off x="5202000" y="4836278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87" name="直線コネクタ 143086">
                    <a:extLst>
                      <a:ext uri="{FF2B5EF4-FFF2-40B4-BE49-F238E27FC236}">
                        <a16:creationId xmlns:a16="http://schemas.microsoft.com/office/drawing/2014/main" id="{088121B6-F280-41C4-AA1E-B7369F130E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99881" y="47988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88" name="直線コネクタ 143087">
                    <a:extLst>
                      <a:ext uri="{FF2B5EF4-FFF2-40B4-BE49-F238E27FC236}">
                        <a16:creationId xmlns:a16="http://schemas.microsoft.com/office/drawing/2014/main" id="{2E1A3808-3601-4B48-8CDD-6E64BF61CE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9881" y="5828162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89" name="直線コネクタ 143088">
                    <a:extLst>
                      <a:ext uri="{FF2B5EF4-FFF2-40B4-BE49-F238E27FC236}">
                        <a16:creationId xmlns:a16="http://schemas.microsoft.com/office/drawing/2014/main" id="{F4AF8D22-D658-4279-9159-01C6D1E4FB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5914562" y="5313481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0" name="直線コネクタ 143089">
                    <a:extLst>
                      <a:ext uri="{FF2B5EF4-FFF2-40B4-BE49-F238E27FC236}">
                        <a16:creationId xmlns:a16="http://schemas.microsoft.com/office/drawing/2014/main" id="{BBB65CD9-803F-4A52-BFD9-86D565C8D1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885200" y="5313481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1" name="直線コネクタ 143090">
                    <a:extLst>
                      <a:ext uri="{FF2B5EF4-FFF2-40B4-BE49-F238E27FC236}">
                        <a16:creationId xmlns:a16="http://schemas.microsoft.com/office/drawing/2014/main" id="{F59422E0-92F7-47F7-A8A8-918D21B7D6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2700000">
                    <a:off x="5763815" y="49495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2" name="直線コネクタ 143091">
                    <a:extLst>
                      <a:ext uri="{FF2B5EF4-FFF2-40B4-BE49-F238E27FC236}">
                        <a16:creationId xmlns:a16="http://schemas.microsoft.com/office/drawing/2014/main" id="{8EC92770-CDEE-4638-B7D5-9D7EEB6509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3500000">
                    <a:off x="5035947" y="5677415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3" name="直線コネクタ 143092">
                    <a:extLst>
                      <a:ext uri="{FF2B5EF4-FFF2-40B4-BE49-F238E27FC236}">
                        <a16:creationId xmlns:a16="http://schemas.microsoft.com/office/drawing/2014/main" id="{6EB9318F-32D1-44D4-BED0-6B0FEED063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8100000">
                    <a:off x="5763815" y="5677415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4" name="直線コネクタ 143093">
                    <a:extLst>
                      <a:ext uri="{FF2B5EF4-FFF2-40B4-BE49-F238E27FC236}">
                        <a16:creationId xmlns:a16="http://schemas.microsoft.com/office/drawing/2014/main" id="{8293270C-6DD6-43EB-B9CF-2CB8C676CD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8900000">
                    <a:off x="5035947" y="49495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5" name="直線コネクタ 143094">
                    <a:extLst>
                      <a:ext uri="{FF2B5EF4-FFF2-40B4-BE49-F238E27FC236}">
                        <a16:creationId xmlns:a16="http://schemas.microsoft.com/office/drawing/2014/main" id="{6F50172F-9FD7-4964-B2B9-1780FFBD09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320000">
                    <a:off x="5598000" y="483627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6" name="直線コネクタ 143095">
                    <a:extLst>
                      <a:ext uri="{FF2B5EF4-FFF2-40B4-BE49-F238E27FC236}">
                        <a16:creationId xmlns:a16="http://schemas.microsoft.com/office/drawing/2014/main" id="{5D8B7380-9AA6-4145-8547-16B51FF74D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6720000">
                    <a:off x="5878800" y="5511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7" name="直線コネクタ 143096">
                    <a:extLst>
                      <a:ext uri="{FF2B5EF4-FFF2-40B4-BE49-F238E27FC236}">
                        <a16:creationId xmlns:a16="http://schemas.microsoft.com/office/drawing/2014/main" id="{C50D9B30-98E1-405A-B36B-D9BA7CB018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7520000">
                    <a:off x="4922677" y="5115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8" name="直線コネクタ 143097">
                    <a:extLst>
                      <a:ext uri="{FF2B5EF4-FFF2-40B4-BE49-F238E27FC236}">
                        <a16:creationId xmlns:a16="http://schemas.microsoft.com/office/drawing/2014/main" id="{116D6980-6C60-4C60-A160-B53F1241FD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4020000">
                    <a:off x="5873647" y="5115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99" name="直線コネクタ 143098">
                    <a:extLst>
                      <a:ext uri="{FF2B5EF4-FFF2-40B4-BE49-F238E27FC236}">
                        <a16:creationId xmlns:a16="http://schemas.microsoft.com/office/drawing/2014/main" id="{31A28516-08F1-4181-B6F8-4C728A2AE9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9420000">
                    <a:off x="5598000" y="57872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00" name="直線コネクタ 143099">
                    <a:extLst>
                      <a:ext uri="{FF2B5EF4-FFF2-40B4-BE49-F238E27FC236}">
                        <a16:creationId xmlns:a16="http://schemas.microsoft.com/office/drawing/2014/main" id="{60271C9C-535E-47C4-9343-8CDA6D7BE3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2180000">
                    <a:off x="5202000" y="57872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101" name="直線コネクタ 143100">
                    <a:extLst>
                      <a:ext uri="{FF2B5EF4-FFF2-40B4-BE49-F238E27FC236}">
                        <a16:creationId xmlns:a16="http://schemas.microsoft.com/office/drawing/2014/main" id="{0505314D-5783-409E-93A2-3D0162A1A1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4880000">
                    <a:off x="4922678" y="5511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42993" name="グループ化 142992">
                <a:extLst>
                  <a:ext uri="{FF2B5EF4-FFF2-40B4-BE49-F238E27FC236}">
                    <a16:creationId xmlns:a16="http://schemas.microsoft.com/office/drawing/2014/main" id="{D35CCC91-CE75-44BD-99E3-A359A8D96346}"/>
                  </a:ext>
                </a:extLst>
              </p:cNvPr>
              <p:cNvGrpSpPr/>
              <p:nvPr/>
            </p:nvGrpSpPr>
            <p:grpSpPr>
              <a:xfrm rot="18900000">
                <a:off x="3002400" y="3002400"/>
                <a:ext cx="1198802" cy="1198802"/>
                <a:chOff x="4800480" y="4800480"/>
                <a:chExt cx="1198802" cy="1198802"/>
              </a:xfrm>
            </p:grpSpPr>
            <p:grpSp>
              <p:nvGrpSpPr>
                <p:cNvPr id="142999" name="グループ化 142998">
                  <a:extLst>
                    <a:ext uri="{FF2B5EF4-FFF2-40B4-BE49-F238E27FC236}">
                      <a16:creationId xmlns:a16="http://schemas.microsoft.com/office/drawing/2014/main" id="{5CEA431B-7253-4539-B004-160DBC8D35E5}"/>
                    </a:ext>
                  </a:extLst>
                </p:cNvPr>
                <p:cNvGrpSpPr/>
                <p:nvPr/>
              </p:nvGrpSpPr>
              <p:grpSpPr>
                <a:xfrm>
                  <a:off x="4800480" y="4800480"/>
                  <a:ext cx="1198802" cy="1198802"/>
                  <a:chOff x="4800480" y="4800480"/>
                  <a:chExt cx="1198802" cy="1198802"/>
                </a:xfrm>
              </p:grpSpPr>
              <p:grpSp>
                <p:nvGrpSpPr>
                  <p:cNvPr id="143011" name="グループ化 143010">
                    <a:extLst>
                      <a:ext uri="{FF2B5EF4-FFF2-40B4-BE49-F238E27FC236}">
                        <a16:creationId xmlns:a16="http://schemas.microsoft.com/office/drawing/2014/main" id="{E79F68FC-BC6A-436D-A40A-4DDE5B392AE5}"/>
                      </a:ext>
                    </a:extLst>
                  </p:cNvPr>
                  <p:cNvGrpSpPr/>
                  <p:nvPr/>
                </p:nvGrpSpPr>
                <p:grpSpPr>
                  <a:xfrm>
                    <a:off x="5399882" y="4800482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75" name="直線コネクタ 143074">
                      <a:extLst>
                        <a:ext uri="{FF2B5EF4-FFF2-40B4-BE49-F238E27FC236}">
                          <a16:creationId xmlns:a16="http://schemas.microsoft.com/office/drawing/2014/main" id="{27EB506F-06C7-4A41-A4EC-79D0E1D6F6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6" name="直線コネクタ 143075">
                      <a:extLst>
                        <a:ext uri="{FF2B5EF4-FFF2-40B4-BE49-F238E27FC236}">
                          <a16:creationId xmlns:a16="http://schemas.microsoft.com/office/drawing/2014/main" id="{149BD317-00C9-4818-991B-AEC6106BDB4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7" name="直線コネクタ 143076">
                      <a:extLst>
                        <a:ext uri="{FF2B5EF4-FFF2-40B4-BE49-F238E27FC236}">
                          <a16:creationId xmlns:a16="http://schemas.microsoft.com/office/drawing/2014/main" id="{102F1CEF-0F1F-4057-A060-7055FA6E34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8" name="直線コネクタ 143077">
                      <a:extLst>
                        <a:ext uri="{FF2B5EF4-FFF2-40B4-BE49-F238E27FC236}">
                          <a16:creationId xmlns:a16="http://schemas.microsoft.com/office/drawing/2014/main" id="{82A33201-651C-48E5-BF36-79018CB346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9" name="直線コネクタ 143078">
                      <a:extLst>
                        <a:ext uri="{FF2B5EF4-FFF2-40B4-BE49-F238E27FC236}">
                          <a16:creationId xmlns:a16="http://schemas.microsoft.com/office/drawing/2014/main" id="{642D59D6-FCCB-4DC7-B35C-186DF1682D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80" name="直線コネクタ 143079">
                      <a:extLst>
                        <a:ext uri="{FF2B5EF4-FFF2-40B4-BE49-F238E27FC236}">
                          <a16:creationId xmlns:a16="http://schemas.microsoft.com/office/drawing/2014/main" id="{8C328351-B7D8-46DB-853A-431C16E1D7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12" name="グループ化 143011">
                    <a:extLst>
                      <a:ext uri="{FF2B5EF4-FFF2-40B4-BE49-F238E27FC236}">
                        <a16:creationId xmlns:a16="http://schemas.microsoft.com/office/drawing/2014/main" id="{306D3900-DE55-4E09-94F8-6BDC50D90BA5}"/>
                      </a:ext>
                    </a:extLst>
                  </p:cNvPr>
                  <p:cNvGrpSpPr/>
                  <p:nvPr/>
                </p:nvGrpSpPr>
                <p:grpSpPr>
                  <a:xfrm rot="1080000">
                    <a:off x="5399882" y="4800482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69" name="直線コネクタ 143068">
                      <a:extLst>
                        <a:ext uri="{FF2B5EF4-FFF2-40B4-BE49-F238E27FC236}">
                          <a16:creationId xmlns:a16="http://schemas.microsoft.com/office/drawing/2014/main" id="{2E66FB1A-430A-43F4-B6CC-4EBB7D2F2E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0" name="直線コネクタ 143069">
                      <a:extLst>
                        <a:ext uri="{FF2B5EF4-FFF2-40B4-BE49-F238E27FC236}">
                          <a16:creationId xmlns:a16="http://schemas.microsoft.com/office/drawing/2014/main" id="{8BBEE7EB-9B21-440D-8A8B-F08FCE5FE8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1" name="直線コネクタ 143070">
                      <a:extLst>
                        <a:ext uri="{FF2B5EF4-FFF2-40B4-BE49-F238E27FC236}">
                          <a16:creationId xmlns:a16="http://schemas.microsoft.com/office/drawing/2014/main" id="{6FD2467C-1AED-48B1-8363-F21E7F72C5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2" name="直線コネクタ 143071">
                      <a:extLst>
                        <a:ext uri="{FF2B5EF4-FFF2-40B4-BE49-F238E27FC236}">
                          <a16:creationId xmlns:a16="http://schemas.microsoft.com/office/drawing/2014/main" id="{25D6B416-334A-4AA9-B393-F9C26BB834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3" name="直線コネクタ 143072">
                      <a:extLst>
                        <a:ext uri="{FF2B5EF4-FFF2-40B4-BE49-F238E27FC236}">
                          <a16:creationId xmlns:a16="http://schemas.microsoft.com/office/drawing/2014/main" id="{E6B0023D-C205-4346-8277-8225F57881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74" name="直線コネクタ 143073">
                      <a:extLst>
                        <a:ext uri="{FF2B5EF4-FFF2-40B4-BE49-F238E27FC236}">
                          <a16:creationId xmlns:a16="http://schemas.microsoft.com/office/drawing/2014/main" id="{1D40C586-75E4-4B16-9DF2-933B9BFD213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13" name="グループ化 143012">
                    <a:extLst>
                      <a:ext uri="{FF2B5EF4-FFF2-40B4-BE49-F238E27FC236}">
                        <a16:creationId xmlns:a16="http://schemas.microsoft.com/office/drawing/2014/main" id="{F32651FB-9009-4F4D-939C-2E38641F118E}"/>
                      </a:ext>
                    </a:extLst>
                  </p:cNvPr>
                  <p:cNvGrpSpPr/>
                  <p:nvPr/>
                </p:nvGrpSpPr>
                <p:grpSpPr>
                  <a:xfrm rot="2160000">
                    <a:off x="5399880" y="4800480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63" name="直線コネクタ 143062">
                      <a:extLst>
                        <a:ext uri="{FF2B5EF4-FFF2-40B4-BE49-F238E27FC236}">
                          <a16:creationId xmlns:a16="http://schemas.microsoft.com/office/drawing/2014/main" id="{EDC6D243-B622-45CE-A2DD-142B7691D5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64" name="直線コネクタ 143063">
                      <a:extLst>
                        <a:ext uri="{FF2B5EF4-FFF2-40B4-BE49-F238E27FC236}">
                          <a16:creationId xmlns:a16="http://schemas.microsoft.com/office/drawing/2014/main" id="{F4BD8C50-D68B-4A85-8A66-A00D368859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65" name="直線コネクタ 143064">
                      <a:extLst>
                        <a:ext uri="{FF2B5EF4-FFF2-40B4-BE49-F238E27FC236}">
                          <a16:creationId xmlns:a16="http://schemas.microsoft.com/office/drawing/2014/main" id="{60BA29BC-59CC-4510-91E0-79EB168E962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66" name="直線コネクタ 143065">
                      <a:extLst>
                        <a:ext uri="{FF2B5EF4-FFF2-40B4-BE49-F238E27FC236}">
                          <a16:creationId xmlns:a16="http://schemas.microsoft.com/office/drawing/2014/main" id="{7E86D5BE-B7FE-4E86-BCB7-E21CF487A6D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67" name="直線コネクタ 143066">
                      <a:extLst>
                        <a:ext uri="{FF2B5EF4-FFF2-40B4-BE49-F238E27FC236}">
                          <a16:creationId xmlns:a16="http://schemas.microsoft.com/office/drawing/2014/main" id="{47E00837-ED83-4447-AEEE-7FF5084DA8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68" name="直線コネクタ 143067">
                      <a:extLst>
                        <a:ext uri="{FF2B5EF4-FFF2-40B4-BE49-F238E27FC236}">
                          <a16:creationId xmlns:a16="http://schemas.microsoft.com/office/drawing/2014/main" id="{51D8E08C-D77B-4583-A027-60318486DD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14" name="グループ化 143013">
                    <a:extLst>
                      <a:ext uri="{FF2B5EF4-FFF2-40B4-BE49-F238E27FC236}">
                        <a16:creationId xmlns:a16="http://schemas.microsoft.com/office/drawing/2014/main" id="{30F0AD1A-383B-4272-9406-E2C11A1299EE}"/>
                      </a:ext>
                    </a:extLst>
                  </p:cNvPr>
                  <p:cNvGrpSpPr/>
                  <p:nvPr/>
                </p:nvGrpSpPr>
                <p:grpSpPr>
                  <a:xfrm rot="3240000">
                    <a:off x="5399880" y="4800480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57" name="直線コネクタ 143056">
                      <a:extLst>
                        <a:ext uri="{FF2B5EF4-FFF2-40B4-BE49-F238E27FC236}">
                          <a16:creationId xmlns:a16="http://schemas.microsoft.com/office/drawing/2014/main" id="{99B39B13-8427-428F-8AB1-5B972C5EC3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58" name="直線コネクタ 143057">
                      <a:extLst>
                        <a:ext uri="{FF2B5EF4-FFF2-40B4-BE49-F238E27FC236}">
                          <a16:creationId xmlns:a16="http://schemas.microsoft.com/office/drawing/2014/main" id="{E99487D1-DEFD-489A-9FD4-62342DDF59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59" name="直線コネクタ 143058">
                      <a:extLst>
                        <a:ext uri="{FF2B5EF4-FFF2-40B4-BE49-F238E27FC236}">
                          <a16:creationId xmlns:a16="http://schemas.microsoft.com/office/drawing/2014/main" id="{FBA59334-9608-4AC4-93C1-8786F99102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60" name="直線コネクタ 143059">
                      <a:extLst>
                        <a:ext uri="{FF2B5EF4-FFF2-40B4-BE49-F238E27FC236}">
                          <a16:creationId xmlns:a16="http://schemas.microsoft.com/office/drawing/2014/main" id="{880E6D8C-E8D5-4BE4-9F82-7C76013568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61" name="直線コネクタ 143060">
                      <a:extLst>
                        <a:ext uri="{FF2B5EF4-FFF2-40B4-BE49-F238E27FC236}">
                          <a16:creationId xmlns:a16="http://schemas.microsoft.com/office/drawing/2014/main" id="{1FCCADF5-C170-40F2-A9D9-6EB053E0AA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62" name="直線コネクタ 143061">
                      <a:extLst>
                        <a:ext uri="{FF2B5EF4-FFF2-40B4-BE49-F238E27FC236}">
                          <a16:creationId xmlns:a16="http://schemas.microsoft.com/office/drawing/2014/main" id="{DDD8C907-C244-4ED6-8BE1-8ECB7A4E20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15" name="グループ化 143014">
                    <a:extLst>
                      <a:ext uri="{FF2B5EF4-FFF2-40B4-BE49-F238E27FC236}">
                        <a16:creationId xmlns:a16="http://schemas.microsoft.com/office/drawing/2014/main" id="{12F0885E-C2D8-4210-B529-8BE877ACD711}"/>
                      </a:ext>
                    </a:extLst>
                  </p:cNvPr>
                  <p:cNvGrpSpPr/>
                  <p:nvPr/>
                </p:nvGrpSpPr>
                <p:grpSpPr>
                  <a:xfrm rot="4320000">
                    <a:off x="5399881" y="4800483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51" name="直線コネクタ 143050">
                      <a:extLst>
                        <a:ext uri="{FF2B5EF4-FFF2-40B4-BE49-F238E27FC236}">
                          <a16:creationId xmlns:a16="http://schemas.microsoft.com/office/drawing/2014/main" id="{4274C722-17DC-4146-AF63-5424F203B9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52" name="直線コネクタ 143051">
                      <a:extLst>
                        <a:ext uri="{FF2B5EF4-FFF2-40B4-BE49-F238E27FC236}">
                          <a16:creationId xmlns:a16="http://schemas.microsoft.com/office/drawing/2014/main" id="{4327E070-22E1-4316-9456-EC9736E08D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53" name="直線コネクタ 143052">
                      <a:extLst>
                        <a:ext uri="{FF2B5EF4-FFF2-40B4-BE49-F238E27FC236}">
                          <a16:creationId xmlns:a16="http://schemas.microsoft.com/office/drawing/2014/main" id="{EA5FDD3C-C694-42EE-BA92-C44651BC78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54" name="直線コネクタ 143053">
                      <a:extLst>
                        <a:ext uri="{FF2B5EF4-FFF2-40B4-BE49-F238E27FC236}">
                          <a16:creationId xmlns:a16="http://schemas.microsoft.com/office/drawing/2014/main" id="{53ABEA53-23AA-4D00-8274-EBF397B408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55" name="直線コネクタ 143054">
                      <a:extLst>
                        <a:ext uri="{FF2B5EF4-FFF2-40B4-BE49-F238E27FC236}">
                          <a16:creationId xmlns:a16="http://schemas.microsoft.com/office/drawing/2014/main" id="{350C8667-A8B6-4582-815A-3528FE36D8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56" name="直線コネクタ 143055">
                      <a:extLst>
                        <a:ext uri="{FF2B5EF4-FFF2-40B4-BE49-F238E27FC236}">
                          <a16:creationId xmlns:a16="http://schemas.microsoft.com/office/drawing/2014/main" id="{6527622F-46BE-40F7-8FDE-664F5F8FD96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16" name="グループ化 143015">
                    <a:extLst>
                      <a:ext uri="{FF2B5EF4-FFF2-40B4-BE49-F238E27FC236}">
                        <a16:creationId xmlns:a16="http://schemas.microsoft.com/office/drawing/2014/main" id="{FFCECACC-DACD-4DF7-A41A-98BB3706CD8F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399881" y="4800483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45" name="直線コネクタ 143044">
                      <a:extLst>
                        <a:ext uri="{FF2B5EF4-FFF2-40B4-BE49-F238E27FC236}">
                          <a16:creationId xmlns:a16="http://schemas.microsoft.com/office/drawing/2014/main" id="{EE740268-1DC1-4304-B857-27A98FB8DF0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6" name="直線コネクタ 143045">
                      <a:extLst>
                        <a:ext uri="{FF2B5EF4-FFF2-40B4-BE49-F238E27FC236}">
                          <a16:creationId xmlns:a16="http://schemas.microsoft.com/office/drawing/2014/main" id="{0DFEDE44-DA61-4CFF-81C1-C498708BB2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7" name="直線コネクタ 143046">
                      <a:extLst>
                        <a:ext uri="{FF2B5EF4-FFF2-40B4-BE49-F238E27FC236}">
                          <a16:creationId xmlns:a16="http://schemas.microsoft.com/office/drawing/2014/main" id="{4BC98550-50AF-488A-93A7-767751ABA8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8" name="直線コネクタ 143047">
                      <a:extLst>
                        <a:ext uri="{FF2B5EF4-FFF2-40B4-BE49-F238E27FC236}">
                          <a16:creationId xmlns:a16="http://schemas.microsoft.com/office/drawing/2014/main" id="{3C2776FD-3BD1-47F1-9878-DFD2571BD5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9" name="直線コネクタ 143048">
                      <a:extLst>
                        <a:ext uri="{FF2B5EF4-FFF2-40B4-BE49-F238E27FC236}">
                          <a16:creationId xmlns:a16="http://schemas.microsoft.com/office/drawing/2014/main" id="{A77854C5-1986-445B-8433-A7C23C6723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50" name="直線コネクタ 143049">
                      <a:extLst>
                        <a:ext uri="{FF2B5EF4-FFF2-40B4-BE49-F238E27FC236}">
                          <a16:creationId xmlns:a16="http://schemas.microsoft.com/office/drawing/2014/main" id="{23CDA12C-E262-4454-A1AD-976FCEA15F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17" name="グループ化 143016">
                    <a:extLst>
                      <a:ext uri="{FF2B5EF4-FFF2-40B4-BE49-F238E27FC236}">
                        <a16:creationId xmlns:a16="http://schemas.microsoft.com/office/drawing/2014/main" id="{73A45068-1A8A-4FB3-B56F-5E58758A3489}"/>
                      </a:ext>
                    </a:extLst>
                  </p:cNvPr>
                  <p:cNvGrpSpPr/>
                  <p:nvPr/>
                </p:nvGrpSpPr>
                <p:grpSpPr>
                  <a:xfrm rot="6480000">
                    <a:off x="5399882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39" name="直線コネクタ 143038">
                      <a:extLst>
                        <a:ext uri="{FF2B5EF4-FFF2-40B4-BE49-F238E27FC236}">
                          <a16:creationId xmlns:a16="http://schemas.microsoft.com/office/drawing/2014/main" id="{8D7B2DE8-B6F1-4BC5-A5FC-740C724704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0" name="直線コネクタ 143039">
                      <a:extLst>
                        <a:ext uri="{FF2B5EF4-FFF2-40B4-BE49-F238E27FC236}">
                          <a16:creationId xmlns:a16="http://schemas.microsoft.com/office/drawing/2014/main" id="{67E4BA14-40C2-49DC-86B0-64B580296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1" name="直線コネクタ 143040">
                      <a:extLst>
                        <a:ext uri="{FF2B5EF4-FFF2-40B4-BE49-F238E27FC236}">
                          <a16:creationId xmlns:a16="http://schemas.microsoft.com/office/drawing/2014/main" id="{1C3FAB68-53CA-4D60-9BFA-0857E4D8B4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2" name="直線コネクタ 143041">
                      <a:extLst>
                        <a:ext uri="{FF2B5EF4-FFF2-40B4-BE49-F238E27FC236}">
                          <a16:creationId xmlns:a16="http://schemas.microsoft.com/office/drawing/2014/main" id="{E7DC7C4E-2DBB-4BA8-8B99-8C9C6BDEDC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3" name="直線コネクタ 143042">
                      <a:extLst>
                        <a:ext uri="{FF2B5EF4-FFF2-40B4-BE49-F238E27FC236}">
                          <a16:creationId xmlns:a16="http://schemas.microsoft.com/office/drawing/2014/main" id="{04C70AA2-78AB-43CD-BB86-6FD4504C33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44" name="直線コネクタ 143043">
                      <a:extLst>
                        <a:ext uri="{FF2B5EF4-FFF2-40B4-BE49-F238E27FC236}">
                          <a16:creationId xmlns:a16="http://schemas.microsoft.com/office/drawing/2014/main" id="{7B6B667F-332A-48EB-9BCD-322D047F9A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18" name="グループ化 143017">
                    <a:extLst>
                      <a:ext uri="{FF2B5EF4-FFF2-40B4-BE49-F238E27FC236}">
                        <a16:creationId xmlns:a16="http://schemas.microsoft.com/office/drawing/2014/main" id="{113AFA96-44D0-4D68-BD3B-3984A00B3162}"/>
                      </a:ext>
                    </a:extLst>
                  </p:cNvPr>
                  <p:cNvGrpSpPr/>
                  <p:nvPr/>
                </p:nvGrpSpPr>
                <p:grpSpPr>
                  <a:xfrm rot="7560000">
                    <a:off x="5399882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33" name="直線コネクタ 143032">
                      <a:extLst>
                        <a:ext uri="{FF2B5EF4-FFF2-40B4-BE49-F238E27FC236}">
                          <a16:creationId xmlns:a16="http://schemas.microsoft.com/office/drawing/2014/main" id="{B8AD16EC-49F7-4DBA-A390-0E86339847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34" name="直線コネクタ 143033">
                      <a:extLst>
                        <a:ext uri="{FF2B5EF4-FFF2-40B4-BE49-F238E27FC236}">
                          <a16:creationId xmlns:a16="http://schemas.microsoft.com/office/drawing/2014/main" id="{6BB0740E-7AC1-4F9D-9E0F-599D54FCFC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35" name="直線コネクタ 143034">
                      <a:extLst>
                        <a:ext uri="{FF2B5EF4-FFF2-40B4-BE49-F238E27FC236}">
                          <a16:creationId xmlns:a16="http://schemas.microsoft.com/office/drawing/2014/main" id="{F9FA35F7-6D25-4F60-818A-2F080F091B2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36" name="直線コネクタ 143035">
                      <a:extLst>
                        <a:ext uri="{FF2B5EF4-FFF2-40B4-BE49-F238E27FC236}">
                          <a16:creationId xmlns:a16="http://schemas.microsoft.com/office/drawing/2014/main" id="{70384B0B-BB79-48BA-94EF-E77772A7FB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37" name="直線コネクタ 143036">
                      <a:extLst>
                        <a:ext uri="{FF2B5EF4-FFF2-40B4-BE49-F238E27FC236}">
                          <a16:creationId xmlns:a16="http://schemas.microsoft.com/office/drawing/2014/main" id="{0F270931-B04C-4AE6-924A-3871EC5E12F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38" name="直線コネクタ 143037">
                      <a:extLst>
                        <a:ext uri="{FF2B5EF4-FFF2-40B4-BE49-F238E27FC236}">
                          <a16:creationId xmlns:a16="http://schemas.microsoft.com/office/drawing/2014/main" id="{921566C9-BF3C-4F50-89A0-32DE7541194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19" name="グループ化 143018">
                    <a:extLst>
                      <a:ext uri="{FF2B5EF4-FFF2-40B4-BE49-F238E27FC236}">
                        <a16:creationId xmlns:a16="http://schemas.microsoft.com/office/drawing/2014/main" id="{604C9E22-9EC9-49DE-94E4-888C28CA4101}"/>
                      </a:ext>
                    </a:extLst>
                  </p:cNvPr>
                  <p:cNvGrpSpPr/>
                  <p:nvPr/>
                </p:nvGrpSpPr>
                <p:grpSpPr>
                  <a:xfrm rot="19440000">
                    <a:off x="5399881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27" name="直線コネクタ 143026">
                      <a:extLst>
                        <a:ext uri="{FF2B5EF4-FFF2-40B4-BE49-F238E27FC236}">
                          <a16:creationId xmlns:a16="http://schemas.microsoft.com/office/drawing/2014/main" id="{90669C25-3AE9-449C-991F-6FCBC7F43D6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28" name="直線コネクタ 143027">
                      <a:extLst>
                        <a:ext uri="{FF2B5EF4-FFF2-40B4-BE49-F238E27FC236}">
                          <a16:creationId xmlns:a16="http://schemas.microsoft.com/office/drawing/2014/main" id="{4AF5FA8B-AF76-44DC-AF71-5C11DE746F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29" name="直線コネクタ 143028">
                      <a:extLst>
                        <a:ext uri="{FF2B5EF4-FFF2-40B4-BE49-F238E27FC236}">
                          <a16:creationId xmlns:a16="http://schemas.microsoft.com/office/drawing/2014/main" id="{2FC6D3D7-C1D7-454C-822D-3ED3420863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30" name="直線コネクタ 143029">
                      <a:extLst>
                        <a:ext uri="{FF2B5EF4-FFF2-40B4-BE49-F238E27FC236}">
                          <a16:creationId xmlns:a16="http://schemas.microsoft.com/office/drawing/2014/main" id="{7588FA3A-7F4E-4E6F-B215-951204E41E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31" name="直線コネクタ 143030">
                      <a:extLst>
                        <a:ext uri="{FF2B5EF4-FFF2-40B4-BE49-F238E27FC236}">
                          <a16:creationId xmlns:a16="http://schemas.microsoft.com/office/drawing/2014/main" id="{FC0069B7-D78F-4E37-94CA-EB4BA1287D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32" name="直線コネクタ 143031">
                      <a:extLst>
                        <a:ext uri="{FF2B5EF4-FFF2-40B4-BE49-F238E27FC236}">
                          <a16:creationId xmlns:a16="http://schemas.microsoft.com/office/drawing/2014/main" id="{300A5A79-A909-4C2A-A08C-26DF381657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3020" name="グループ化 143019">
                    <a:extLst>
                      <a:ext uri="{FF2B5EF4-FFF2-40B4-BE49-F238E27FC236}">
                        <a16:creationId xmlns:a16="http://schemas.microsoft.com/office/drawing/2014/main" id="{0428B3B4-25FA-48C4-A27E-1D57B0D23CE8}"/>
                      </a:ext>
                    </a:extLst>
                  </p:cNvPr>
                  <p:cNvGrpSpPr/>
                  <p:nvPr/>
                </p:nvGrpSpPr>
                <p:grpSpPr>
                  <a:xfrm rot="20520000">
                    <a:off x="5399881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3021" name="直線コネクタ 143020">
                      <a:extLst>
                        <a:ext uri="{FF2B5EF4-FFF2-40B4-BE49-F238E27FC236}">
                          <a16:creationId xmlns:a16="http://schemas.microsoft.com/office/drawing/2014/main" id="{1A6020CA-48EF-44ED-B2B5-D8405F86C1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22" name="直線コネクタ 143021">
                      <a:extLst>
                        <a:ext uri="{FF2B5EF4-FFF2-40B4-BE49-F238E27FC236}">
                          <a16:creationId xmlns:a16="http://schemas.microsoft.com/office/drawing/2014/main" id="{3F933965-AFAD-465F-8535-E02FF450D6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23" name="直線コネクタ 143022">
                      <a:extLst>
                        <a:ext uri="{FF2B5EF4-FFF2-40B4-BE49-F238E27FC236}">
                          <a16:creationId xmlns:a16="http://schemas.microsoft.com/office/drawing/2014/main" id="{0F11F3B3-DB68-4958-B88B-855CC101FC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24" name="直線コネクタ 143023">
                      <a:extLst>
                        <a:ext uri="{FF2B5EF4-FFF2-40B4-BE49-F238E27FC236}">
                          <a16:creationId xmlns:a16="http://schemas.microsoft.com/office/drawing/2014/main" id="{909F8EE7-3BFC-41D0-B2E7-43623E9619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25" name="直線コネクタ 143024">
                      <a:extLst>
                        <a:ext uri="{FF2B5EF4-FFF2-40B4-BE49-F238E27FC236}">
                          <a16:creationId xmlns:a16="http://schemas.microsoft.com/office/drawing/2014/main" id="{AC8F325A-1B71-4285-A7C4-BD1EB60177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3026" name="直線コネクタ 143025">
                      <a:extLst>
                        <a:ext uri="{FF2B5EF4-FFF2-40B4-BE49-F238E27FC236}">
                          <a16:creationId xmlns:a16="http://schemas.microsoft.com/office/drawing/2014/main" id="{82C8BA1C-AB50-45A1-8232-DA73EBF6DB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3000" name="グループ化 142999">
                  <a:extLst>
                    <a:ext uri="{FF2B5EF4-FFF2-40B4-BE49-F238E27FC236}">
                      <a16:creationId xmlns:a16="http://schemas.microsoft.com/office/drawing/2014/main" id="{5B9DB772-22ED-4F54-9A90-F07B12AE5700}"/>
                    </a:ext>
                  </a:extLst>
                </p:cNvPr>
                <p:cNvGrpSpPr/>
                <p:nvPr/>
              </p:nvGrpSpPr>
              <p:grpSpPr>
                <a:xfrm>
                  <a:off x="4829818" y="4800481"/>
                  <a:ext cx="1140126" cy="1198800"/>
                  <a:chOff x="4829819" y="4800481"/>
                  <a:chExt cx="1140126" cy="1198800"/>
                </a:xfrm>
              </p:grpSpPr>
              <p:cxnSp>
                <p:nvCxnSpPr>
                  <p:cNvPr id="143001" name="直線コネクタ 143000">
                    <a:extLst>
                      <a:ext uri="{FF2B5EF4-FFF2-40B4-BE49-F238E27FC236}">
                        <a16:creationId xmlns:a16="http://schemas.microsoft.com/office/drawing/2014/main" id="{6F23857A-8D97-4591-A8FD-E16282C93F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5399882" y="4800481"/>
                    <a:ext cx="352318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02" name="直線コネクタ 143001">
                    <a:extLst>
                      <a:ext uri="{FF2B5EF4-FFF2-40B4-BE49-F238E27FC236}">
                        <a16:creationId xmlns:a16="http://schemas.microsoft.com/office/drawing/2014/main" id="{881F0453-438C-4765-9F51-EE6E83A356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047563" y="4800481"/>
                    <a:ext cx="352319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03" name="直線コネクタ 143002">
                    <a:extLst>
                      <a:ext uri="{FF2B5EF4-FFF2-40B4-BE49-F238E27FC236}">
                        <a16:creationId xmlns:a16="http://schemas.microsoft.com/office/drawing/2014/main" id="{672728D6-8853-455A-96DF-F05B634449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047563" y="5214656"/>
                    <a:ext cx="922382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04" name="直線コネクタ 143003">
                    <a:extLst>
                      <a:ext uri="{FF2B5EF4-FFF2-40B4-BE49-F238E27FC236}">
                        <a16:creationId xmlns:a16="http://schemas.microsoft.com/office/drawing/2014/main" id="{577D6BD3-4F8B-45C9-AD79-5432D43E25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4829819" y="5214656"/>
                    <a:ext cx="922380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05" name="直線コネクタ 143004">
                    <a:extLst>
                      <a:ext uri="{FF2B5EF4-FFF2-40B4-BE49-F238E27FC236}">
                        <a16:creationId xmlns:a16="http://schemas.microsoft.com/office/drawing/2014/main" id="{D83FF364-7251-40A8-BA16-3D749BA757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4829819" y="5214656"/>
                    <a:ext cx="1140126" cy="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06" name="直線コネクタ 143005">
                    <a:extLst>
                      <a:ext uri="{FF2B5EF4-FFF2-40B4-BE49-F238E27FC236}">
                        <a16:creationId xmlns:a16="http://schemas.microsoft.com/office/drawing/2014/main" id="{27A2E9B8-C2E7-4F40-8BB6-680B0EE410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 flipV="1">
                    <a:off x="5047564" y="4914955"/>
                    <a:ext cx="352318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07" name="直線コネクタ 143006">
                    <a:extLst>
                      <a:ext uri="{FF2B5EF4-FFF2-40B4-BE49-F238E27FC236}">
                        <a16:creationId xmlns:a16="http://schemas.microsoft.com/office/drawing/2014/main" id="{EAD83093-6F27-4F05-9B0B-425B1C3A35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V="1">
                    <a:off x="5399882" y="4914955"/>
                    <a:ext cx="352319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08" name="直線コネクタ 143007">
                    <a:extLst>
                      <a:ext uri="{FF2B5EF4-FFF2-40B4-BE49-F238E27FC236}">
                        <a16:creationId xmlns:a16="http://schemas.microsoft.com/office/drawing/2014/main" id="{741586DE-EF40-4B54-AE77-325219244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V="1">
                    <a:off x="4829819" y="4914956"/>
                    <a:ext cx="922382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09" name="直線コネクタ 143008">
                    <a:extLst>
                      <a:ext uri="{FF2B5EF4-FFF2-40B4-BE49-F238E27FC236}">
                        <a16:creationId xmlns:a16="http://schemas.microsoft.com/office/drawing/2014/main" id="{5F46AC6B-43DA-4304-A7C1-76C8CE4EA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 flipV="1">
                    <a:off x="5047565" y="4914956"/>
                    <a:ext cx="922380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010" name="直線コネクタ 143009">
                    <a:extLst>
                      <a:ext uri="{FF2B5EF4-FFF2-40B4-BE49-F238E27FC236}">
                        <a16:creationId xmlns:a16="http://schemas.microsoft.com/office/drawing/2014/main" id="{BCB6B779-C806-4C3C-AA43-4773F0A0A5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829819" y="5585106"/>
                    <a:ext cx="1140126" cy="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42994" name="グループ化 142993">
                <a:extLst>
                  <a:ext uri="{FF2B5EF4-FFF2-40B4-BE49-F238E27FC236}">
                    <a16:creationId xmlns:a16="http://schemas.microsoft.com/office/drawing/2014/main" id="{4511CC5D-CC82-4DDC-9466-41E7837D8202}"/>
                  </a:ext>
                </a:extLst>
              </p:cNvPr>
              <p:cNvGrpSpPr/>
              <p:nvPr/>
            </p:nvGrpSpPr>
            <p:grpSpPr>
              <a:xfrm>
                <a:off x="3513600" y="3513600"/>
                <a:ext cx="172800" cy="172800"/>
                <a:chOff x="5313481" y="5313481"/>
                <a:chExt cx="172800" cy="172800"/>
              </a:xfrm>
            </p:grpSpPr>
            <p:sp>
              <p:nvSpPr>
                <p:cNvPr id="142995" name="楕円 142994">
                  <a:extLst>
                    <a:ext uri="{FF2B5EF4-FFF2-40B4-BE49-F238E27FC236}">
                      <a16:creationId xmlns:a16="http://schemas.microsoft.com/office/drawing/2014/main" id="{237BADD4-EA23-46E3-8002-896EEEC81E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5313481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cxnSp>
              <p:nvCxnSpPr>
                <p:cNvPr id="142996" name="直線コネクタ 142995">
                  <a:extLst>
                    <a:ext uri="{FF2B5EF4-FFF2-40B4-BE49-F238E27FC236}">
                      <a16:creationId xmlns:a16="http://schemas.microsoft.com/office/drawing/2014/main" id="{E7661447-943D-4B92-9A19-781F81C8E550}"/>
                    </a:ext>
                  </a:extLst>
                </p:cNvPr>
                <p:cNvCxnSpPr>
                  <a:cxnSpLocks/>
                  <a:stCxn id="142995" idx="3"/>
                  <a:endCxn id="142995" idx="7"/>
                </p:cNvCxnSpPr>
                <p:nvPr/>
              </p:nvCxnSpPr>
              <p:spPr>
                <a:xfrm flipH="1" flipV="1">
                  <a:off x="5338787" y="5338787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997" name="直線コネクタ 142996">
                  <a:extLst>
                    <a:ext uri="{FF2B5EF4-FFF2-40B4-BE49-F238E27FC236}">
                      <a16:creationId xmlns:a16="http://schemas.microsoft.com/office/drawing/2014/main" id="{B97B0A68-229B-4122-AADA-AC4D4B9CB24D}"/>
                    </a:ext>
                  </a:extLst>
                </p:cNvPr>
                <p:cNvCxnSpPr>
                  <a:cxnSpLocks/>
                  <a:stCxn id="142995" idx="5"/>
                  <a:endCxn id="142995" idx="1"/>
                </p:cNvCxnSpPr>
                <p:nvPr/>
              </p:nvCxnSpPr>
              <p:spPr>
                <a:xfrm flipV="1">
                  <a:off x="5338787" y="5338787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2998" name="楕円 142997">
                  <a:extLst>
                    <a:ext uri="{FF2B5EF4-FFF2-40B4-BE49-F238E27FC236}">
                      <a16:creationId xmlns:a16="http://schemas.microsoft.com/office/drawing/2014/main" id="{D728BFC0-7C44-4912-9EC0-B93C6994E4B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345881" y="5345881"/>
                  <a:ext cx="108000" cy="108000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</p:grpSp>
        </p:grpSp>
        <p:grpSp>
          <p:nvGrpSpPr>
            <p:cNvPr id="142869" name="グループ化 142868">
              <a:extLst>
                <a:ext uri="{FF2B5EF4-FFF2-40B4-BE49-F238E27FC236}">
                  <a16:creationId xmlns:a16="http://schemas.microsoft.com/office/drawing/2014/main" id="{C1D1DBCA-B099-4153-877D-07050D3CF11F}"/>
                </a:ext>
              </a:extLst>
            </p:cNvPr>
            <p:cNvGrpSpPr/>
            <p:nvPr/>
          </p:nvGrpSpPr>
          <p:grpSpPr>
            <a:xfrm>
              <a:off x="2862119" y="6462119"/>
              <a:ext cx="1475762" cy="1475762"/>
              <a:chOff x="2862119" y="6462119"/>
              <a:chExt cx="1475762" cy="1475762"/>
            </a:xfrm>
          </p:grpSpPr>
          <p:grpSp>
            <p:nvGrpSpPr>
              <p:cNvPr id="142870" name="グループ化 142869">
                <a:extLst>
                  <a:ext uri="{FF2B5EF4-FFF2-40B4-BE49-F238E27FC236}">
                    <a16:creationId xmlns:a16="http://schemas.microsoft.com/office/drawing/2014/main" id="{417AAD69-E61F-4BBC-8437-595342A1AD35}"/>
                  </a:ext>
                </a:extLst>
              </p:cNvPr>
              <p:cNvGrpSpPr/>
              <p:nvPr/>
            </p:nvGrpSpPr>
            <p:grpSpPr>
              <a:xfrm>
                <a:off x="2862119" y="6462119"/>
                <a:ext cx="1475762" cy="1475762"/>
                <a:chOff x="2862119" y="6462119"/>
                <a:chExt cx="1475762" cy="1475762"/>
              </a:xfrm>
            </p:grpSpPr>
            <p:grpSp>
              <p:nvGrpSpPr>
                <p:cNvPr id="142959" name="グループ化 142958">
                  <a:extLst>
                    <a:ext uri="{FF2B5EF4-FFF2-40B4-BE49-F238E27FC236}">
                      <a16:creationId xmlns:a16="http://schemas.microsoft.com/office/drawing/2014/main" id="{B7D0F2E5-FDC4-4C80-B272-94C86B8E221E}"/>
                    </a:ext>
                  </a:extLst>
                </p:cNvPr>
                <p:cNvGrpSpPr/>
                <p:nvPr/>
              </p:nvGrpSpPr>
              <p:grpSpPr>
                <a:xfrm>
                  <a:off x="2862119" y="6462119"/>
                  <a:ext cx="1475762" cy="1475762"/>
                  <a:chOff x="4662000" y="4662000"/>
                  <a:chExt cx="1475762" cy="1475762"/>
                </a:xfrm>
              </p:grpSpPr>
              <p:sp>
                <p:nvSpPr>
                  <p:cNvPr id="142984" name="楕円 142983">
                    <a:extLst>
                      <a:ext uri="{FF2B5EF4-FFF2-40B4-BE49-F238E27FC236}">
                        <a16:creationId xmlns:a16="http://schemas.microsoft.com/office/drawing/2014/main" id="{2914D992-6C8C-4982-A35F-9562F9F47B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5365681" y="4662000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2985" name="楕円 142984">
                    <a:extLst>
                      <a:ext uri="{FF2B5EF4-FFF2-40B4-BE49-F238E27FC236}">
                        <a16:creationId xmlns:a16="http://schemas.microsoft.com/office/drawing/2014/main" id="{7F527345-FA62-49F1-82C9-360C83F27E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5400000" flipH="1" flipV="1">
                    <a:off x="5365681" y="6069362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2986" name="楕円 142985">
                    <a:extLst>
                      <a:ext uri="{FF2B5EF4-FFF2-40B4-BE49-F238E27FC236}">
                        <a16:creationId xmlns:a16="http://schemas.microsoft.com/office/drawing/2014/main" id="{DB1B5FEC-1E19-4523-A2A2-BA2AFFB5200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0800000" flipH="1">
                    <a:off x="4662000" y="5365681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2987" name="楕円 142986">
                    <a:extLst>
                      <a:ext uri="{FF2B5EF4-FFF2-40B4-BE49-F238E27FC236}">
                        <a16:creationId xmlns:a16="http://schemas.microsoft.com/office/drawing/2014/main" id="{3D7486BB-6788-4973-BB8B-1D9D21E0BDC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flipH="1" flipV="1">
                    <a:off x="6069362" y="5365681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2988" name="楕円 142987">
                    <a:extLst>
                      <a:ext uri="{FF2B5EF4-FFF2-40B4-BE49-F238E27FC236}">
                        <a16:creationId xmlns:a16="http://schemas.microsoft.com/office/drawing/2014/main" id="{FC9B84F6-97BC-4074-A555-D7D3F66A078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8900000" flipH="1">
                    <a:off x="5863259" y="4868103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2989" name="楕円 142988">
                    <a:extLst>
                      <a:ext uri="{FF2B5EF4-FFF2-40B4-BE49-F238E27FC236}">
                        <a16:creationId xmlns:a16="http://schemas.microsoft.com/office/drawing/2014/main" id="{D74D5DFA-0E62-488F-A193-87FF699F4B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8100000" flipH="1" flipV="1">
                    <a:off x="4868103" y="5863259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2990" name="楕円 142989">
                    <a:extLst>
                      <a:ext uri="{FF2B5EF4-FFF2-40B4-BE49-F238E27FC236}">
                        <a16:creationId xmlns:a16="http://schemas.microsoft.com/office/drawing/2014/main" id="{4A31CD14-CCCC-4FC6-8C90-48F5E348ABA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3500000" flipH="1">
                    <a:off x="4868103" y="4868103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142991" name="楕円 142990">
                    <a:extLst>
                      <a:ext uri="{FF2B5EF4-FFF2-40B4-BE49-F238E27FC236}">
                        <a16:creationId xmlns:a16="http://schemas.microsoft.com/office/drawing/2014/main" id="{3CCBBF4D-7329-4C3A-BFAC-1C862E398C0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2700000" flipH="1" flipV="1">
                    <a:off x="5863259" y="5863259"/>
                    <a:ext cx="68400" cy="68400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</p:grpSp>
            <p:grpSp>
              <p:nvGrpSpPr>
                <p:cNvPr id="142960" name="グループ化 142959">
                  <a:extLst>
                    <a:ext uri="{FF2B5EF4-FFF2-40B4-BE49-F238E27FC236}">
                      <a16:creationId xmlns:a16="http://schemas.microsoft.com/office/drawing/2014/main" id="{5FC45020-5AC5-4373-A668-7272E7A4489B}"/>
                    </a:ext>
                  </a:extLst>
                </p:cNvPr>
                <p:cNvGrpSpPr/>
                <p:nvPr/>
              </p:nvGrpSpPr>
              <p:grpSpPr>
                <a:xfrm rot="8100000">
                  <a:off x="3388082" y="6602504"/>
                  <a:ext cx="423836" cy="1194991"/>
                  <a:chOff x="5187963" y="4802386"/>
                  <a:chExt cx="423836" cy="1194991"/>
                </a:xfrm>
              </p:grpSpPr>
              <p:sp>
                <p:nvSpPr>
                  <p:cNvPr id="142980" name="フリーフォーム: 図形 142979">
                    <a:extLst>
                      <a:ext uri="{FF2B5EF4-FFF2-40B4-BE49-F238E27FC236}">
                        <a16:creationId xmlns:a16="http://schemas.microsoft.com/office/drawing/2014/main" id="{2BFD5BB3-B8A9-4F64-B39E-F9C8F86D7CE6}"/>
                      </a:ext>
                    </a:extLst>
                  </p:cNvPr>
                  <p:cNvSpPr/>
                  <p:nvPr/>
                </p:nvSpPr>
                <p:spPr>
                  <a:xfrm rot="16200000" flipV="1">
                    <a:off x="5203683" y="5589565"/>
                    <a:ext cx="600446" cy="215177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2981" name="フリーフォーム: 図形 142980">
                    <a:extLst>
                      <a:ext uri="{FF2B5EF4-FFF2-40B4-BE49-F238E27FC236}">
                        <a16:creationId xmlns:a16="http://schemas.microsoft.com/office/drawing/2014/main" id="{7754D0CD-F76C-46AC-BE14-53EFEEF45920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4995244" y="5589219"/>
                    <a:ext cx="600446" cy="215008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2982" name="フリーフォーム: 図形 142981">
                    <a:extLst>
                      <a:ext uri="{FF2B5EF4-FFF2-40B4-BE49-F238E27FC236}">
                        <a16:creationId xmlns:a16="http://schemas.microsoft.com/office/drawing/2014/main" id="{30D8656E-84D1-4101-9A55-F85C04E04580}"/>
                      </a:ext>
                    </a:extLst>
                  </p:cNvPr>
                  <p:cNvSpPr/>
                  <p:nvPr/>
                </p:nvSpPr>
                <p:spPr>
                  <a:xfrm rot="16200000" flipH="1" flipV="1">
                    <a:off x="5203915" y="4995093"/>
                    <a:ext cx="600591" cy="215177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  <p:sp>
                <p:nvSpPr>
                  <p:cNvPr id="142983" name="フリーフォーム: 図形 142982">
                    <a:extLst>
                      <a:ext uri="{FF2B5EF4-FFF2-40B4-BE49-F238E27FC236}">
                        <a16:creationId xmlns:a16="http://schemas.microsoft.com/office/drawing/2014/main" id="{74141786-CC01-4B27-8186-22FB9DF65650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4995477" y="4995606"/>
                    <a:ext cx="600591" cy="215008"/>
                  </a:xfrm>
                  <a:custGeom>
                    <a:avLst/>
                    <a:gdLst>
                      <a:gd name="connsiteX0" fmla="*/ 0 w 1895856"/>
                      <a:gd name="connsiteY0" fmla="*/ 613289 h 625481"/>
                      <a:gd name="connsiteX1" fmla="*/ 786384 w 1895856"/>
                      <a:gd name="connsiteY1" fmla="*/ 46361 h 625481"/>
                      <a:gd name="connsiteX2" fmla="*/ 1194816 w 1895856"/>
                      <a:gd name="connsiteY2" fmla="*/ 46361 h 625481"/>
                      <a:gd name="connsiteX3" fmla="*/ 1463040 w 1895856"/>
                      <a:gd name="connsiteY3" fmla="*/ 156089 h 625481"/>
                      <a:gd name="connsiteX4" fmla="*/ 1658112 w 1895856"/>
                      <a:gd name="connsiteY4" fmla="*/ 302393 h 625481"/>
                      <a:gd name="connsiteX5" fmla="*/ 1822704 w 1895856"/>
                      <a:gd name="connsiteY5" fmla="*/ 515753 h 625481"/>
                      <a:gd name="connsiteX6" fmla="*/ 1895856 w 1895856"/>
                      <a:gd name="connsiteY6" fmla="*/ 625481 h 625481"/>
                      <a:gd name="connsiteX7" fmla="*/ 1895856 w 1895856"/>
                      <a:gd name="connsiteY7" fmla="*/ 625481 h 625481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68948 h 581140"/>
                      <a:gd name="connsiteX1" fmla="*/ 466344 w 1895856"/>
                      <a:gd name="connsiteY1" fmla="*/ 207760 h 581140"/>
                      <a:gd name="connsiteX2" fmla="*/ 1194816 w 1895856"/>
                      <a:gd name="connsiteY2" fmla="*/ 2020 h 581140"/>
                      <a:gd name="connsiteX3" fmla="*/ 1463040 w 1895856"/>
                      <a:gd name="connsiteY3" fmla="*/ 111748 h 581140"/>
                      <a:gd name="connsiteX4" fmla="*/ 1658112 w 1895856"/>
                      <a:gd name="connsiteY4" fmla="*/ 258052 h 581140"/>
                      <a:gd name="connsiteX5" fmla="*/ 1822704 w 1895856"/>
                      <a:gd name="connsiteY5" fmla="*/ 471412 h 581140"/>
                      <a:gd name="connsiteX6" fmla="*/ 1895856 w 1895856"/>
                      <a:gd name="connsiteY6" fmla="*/ 581140 h 581140"/>
                      <a:gd name="connsiteX7" fmla="*/ 1895856 w 1895856"/>
                      <a:gd name="connsiteY7" fmla="*/ 581140 h 581140"/>
                      <a:gd name="connsiteX0" fmla="*/ 0 w 1895856"/>
                      <a:gd name="connsiteY0" fmla="*/ 574831 h 587023"/>
                      <a:gd name="connsiteX1" fmla="*/ 310134 w 1895856"/>
                      <a:gd name="connsiteY1" fmla="*/ 341278 h 587023"/>
                      <a:gd name="connsiteX2" fmla="*/ 1194816 w 1895856"/>
                      <a:gd name="connsiteY2" fmla="*/ 7903 h 587023"/>
                      <a:gd name="connsiteX3" fmla="*/ 1463040 w 1895856"/>
                      <a:gd name="connsiteY3" fmla="*/ 117631 h 587023"/>
                      <a:gd name="connsiteX4" fmla="*/ 1658112 w 1895856"/>
                      <a:gd name="connsiteY4" fmla="*/ 263935 h 587023"/>
                      <a:gd name="connsiteX5" fmla="*/ 1822704 w 1895856"/>
                      <a:gd name="connsiteY5" fmla="*/ 477295 h 587023"/>
                      <a:gd name="connsiteX6" fmla="*/ 1895856 w 1895856"/>
                      <a:gd name="connsiteY6" fmla="*/ 587023 h 587023"/>
                      <a:gd name="connsiteX7" fmla="*/ 1895856 w 1895856"/>
                      <a:gd name="connsiteY7" fmla="*/ 587023 h 587023"/>
                      <a:gd name="connsiteX0" fmla="*/ 0 w 1895856"/>
                      <a:gd name="connsiteY0" fmla="*/ 555064 h 567256"/>
                      <a:gd name="connsiteX1" fmla="*/ 310134 w 1895856"/>
                      <a:gd name="connsiteY1" fmla="*/ 321511 h 567256"/>
                      <a:gd name="connsiteX2" fmla="*/ 1103376 w 1895856"/>
                      <a:gd name="connsiteY2" fmla="*/ 9091 h 567256"/>
                      <a:gd name="connsiteX3" fmla="*/ 1463040 w 1895856"/>
                      <a:gd name="connsiteY3" fmla="*/ 97864 h 567256"/>
                      <a:gd name="connsiteX4" fmla="*/ 1658112 w 1895856"/>
                      <a:gd name="connsiteY4" fmla="*/ 244168 h 567256"/>
                      <a:gd name="connsiteX5" fmla="*/ 1822704 w 1895856"/>
                      <a:gd name="connsiteY5" fmla="*/ 457528 h 567256"/>
                      <a:gd name="connsiteX6" fmla="*/ 1895856 w 1895856"/>
                      <a:gd name="connsiteY6" fmla="*/ 567256 h 567256"/>
                      <a:gd name="connsiteX7" fmla="*/ 1895856 w 1895856"/>
                      <a:gd name="connsiteY7" fmla="*/ 567256 h 567256"/>
                      <a:gd name="connsiteX0" fmla="*/ 0 w 1895856"/>
                      <a:gd name="connsiteY0" fmla="*/ 458225 h 470417"/>
                      <a:gd name="connsiteX1" fmla="*/ 310134 w 1895856"/>
                      <a:gd name="connsiteY1" fmla="*/ 224672 h 470417"/>
                      <a:gd name="connsiteX2" fmla="*/ 604266 w 1895856"/>
                      <a:gd name="connsiteY2" fmla="*/ 89417 h 470417"/>
                      <a:gd name="connsiteX3" fmla="*/ 1463040 w 1895856"/>
                      <a:gd name="connsiteY3" fmla="*/ 1025 h 470417"/>
                      <a:gd name="connsiteX4" fmla="*/ 1658112 w 1895856"/>
                      <a:gd name="connsiteY4" fmla="*/ 147329 h 470417"/>
                      <a:gd name="connsiteX5" fmla="*/ 1822704 w 1895856"/>
                      <a:gd name="connsiteY5" fmla="*/ 360689 h 470417"/>
                      <a:gd name="connsiteX6" fmla="*/ 1895856 w 1895856"/>
                      <a:gd name="connsiteY6" fmla="*/ 470417 h 470417"/>
                      <a:gd name="connsiteX7" fmla="*/ 1895856 w 1895856"/>
                      <a:gd name="connsiteY7" fmla="*/ 470417 h 470417"/>
                      <a:gd name="connsiteX0" fmla="*/ 0 w 1895856"/>
                      <a:gd name="connsiteY0" fmla="*/ 459030 h 471222"/>
                      <a:gd name="connsiteX1" fmla="*/ 310134 w 1895856"/>
                      <a:gd name="connsiteY1" fmla="*/ 225477 h 471222"/>
                      <a:gd name="connsiteX2" fmla="*/ 604266 w 1895856"/>
                      <a:gd name="connsiteY2" fmla="*/ 90222 h 471222"/>
                      <a:gd name="connsiteX3" fmla="*/ 1463040 w 1895856"/>
                      <a:gd name="connsiteY3" fmla="*/ 1830 h 471222"/>
                      <a:gd name="connsiteX4" fmla="*/ 1658112 w 1895856"/>
                      <a:gd name="connsiteY4" fmla="*/ 148134 h 471222"/>
                      <a:gd name="connsiteX5" fmla="*/ 1822704 w 1895856"/>
                      <a:gd name="connsiteY5" fmla="*/ 361494 h 471222"/>
                      <a:gd name="connsiteX6" fmla="*/ 1895856 w 1895856"/>
                      <a:gd name="connsiteY6" fmla="*/ 471222 h 471222"/>
                      <a:gd name="connsiteX7" fmla="*/ 1895856 w 1895856"/>
                      <a:gd name="connsiteY7" fmla="*/ 471222 h 471222"/>
                      <a:gd name="connsiteX0" fmla="*/ 0 w 1895856"/>
                      <a:gd name="connsiteY0" fmla="*/ 428338 h 440530"/>
                      <a:gd name="connsiteX1" fmla="*/ 310134 w 1895856"/>
                      <a:gd name="connsiteY1" fmla="*/ 194785 h 440530"/>
                      <a:gd name="connsiteX2" fmla="*/ 604266 w 1895856"/>
                      <a:gd name="connsiteY2" fmla="*/ 59530 h 440530"/>
                      <a:gd name="connsiteX3" fmla="*/ 1013460 w 1895856"/>
                      <a:gd name="connsiteY3" fmla="*/ 1618 h 440530"/>
                      <a:gd name="connsiteX4" fmla="*/ 1658112 w 1895856"/>
                      <a:gd name="connsiteY4" fmla="*/ 117442 h 440530"/>
                      <a:gd name="connsiteX5" fmla="*/ 1822704 w 1895856"/>
                      <a:gd name="connsiteY5" fmla="*/ 330802 h 440530"/>
                      <a:gd name="connsiteX6" fmla="*/ 1895856 w 1895856"/>
                      <a:gd name="connsiteY6" fmla="*/ 440530 h 440530"/>
                      <a:gd name="connsiteX7" fmla="*/ 1895856 w 1895856"/>
                      <a:gd name="connsiteY7" fmla="*/ 440530 h 44053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822704 w 1895856"/>
                      <a:gd name="connsiteY5" fmla="*/ 330392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928 h 440120"/>
                      <a:gd name="connsiteX1" fmla="*/ 310134 w 1895856"/>
                      <a:gd name="connsiteY1" fmla="*/ 194375 h 440120"/>
                      <a:gd name="connsiteX2" fmla="*/ 604266 w 1895856"/>
                      <a:gd name="connsiteY2" fmla="*/ 59120 h 440120"/>
                      <a:gd name="connsiteX3" fmla="*/ 1013460 w 1895856"/>
                      <a:gd name="connsiteY3" fmla="*/ 1208 h 440120"/>
                      <a:gd name="connsiteX4" fmla="*/ 1479042 w 1895856"/>
                      <a:gd name="connsiteY4" fmla="*/ 107507 h 440120"/>
                      <a:gd name="connsiteX5" fmla="*/ 1736979 w 1895856"/>
                      <a:gd name="connsiteY5" fmla="*/ 278957 h 440120"/>
                      <a:gd name="connsiteX6" fmla="*/ 1895856 w 1895856"/>
                      <a:gd name="connsiteY6" fmla="*/ 440120 h 440120"/>
                      <a:gd name="connsiteX7" fmla="*/ 1895856 w 1895856"/>
                      <a:gd name="connsiteY7" fmla="*/ 440120 h 440120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736979 w 1895856"/>
                      <a:gd name="connsiteY5" fmla="*/ 278610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603807 w 1895856"/>
                      <a:gd name="connsiteY5" fmla="*/ 264126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581 h 439773"/>
                      <a:gd name="connsiteX1" fmla="*/ 310134 w 1895856"/>
                      <a:gd name="connsiteY1" fmla="*/ 194028 h 439773"/>
                      <a:gd name="connsiteX2" fmla="*/ 604266 w 1895856"/>
                      <a:gd name="connsiteY2" fmla="*/ 58773 h 439773"/>
                      <a:gd name="connsiteX3" fmla="*/ 1013460 w 1895856"/>
                      <a:gd name="connsiteY3" fmla="*/ 861 h 439773"/>
                      <a:gd name="connsiteX4" fmla="*/ 1277434 w 1895856"/>
                      <a:gd name="connsiteY4" fmla="*/ 98247 h 439773"/>
                      <a:gd name="connsiteX5" fmla="*/ 1589010 w 1895856"/>
                      <a:gd name="connsiteY5" fmla="*/ 258555 h 439773"/>
                      <a:gd name="connsiteX6" fmla="*/ 1895856 w 1895856"/>
                      <a:gd name="connsiteY6" fmla="*/ 439773 h 439773"/>
                      <a:gd name="connsiteX7" fmla="*/ 1895856 w 1895856"/>
                      <a:gd name="connsiteY7" fmla="*/ 439773 h 439773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7174 h 439366"/>
                      <a:gd name="connsiteX1" fmla="*/ 310134 w 1895856"/>
                      <a:gd name="connsiteY1" fmla="*/ 193621 h 439366"/>
                      <a:gd name="connsiteX2" fmla="*/ 604266 w 1895856"/>
                      <a:gd name="connsiteY2" fmla="*/ 58366 h 439366"/>
                      <a:gd name="connsiteX3" fmla="*/ 1013460 w 1895856"/>
                      <a:gd name="connsiteY3" fmla="*/ 454 h 439366"/>
                      <a:gd name="connsiteX4" fmla="*/ 1175705 w 1895856"/>
                      <a:gd name="connsiteY4" fmla="*/ 85585 h 439366"/>
                      <a:gd name="connsiteX5" fmla="*/ 1589010 w 1895856"/>
                      <a:gd name="connsiteY5" fmla="*/ 258148 h 439366"/>
                      <a:gd name="connsiteX6" fmla="*/ 1895856 w 1895856"/>
                      <a:gd name="connsiteY6" fmla="*/ 439366 h 439366"/>
                      <a:gd name="connsiteX7" fmla="*/ 1895856 w 1895856"/>
                      <a:gd name="connsiteY7" fmla="*/ 439366 h 439366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785 h 438977"/>
                      <a:gd name="connsiteX1" fmla="*/ 310134 w 1895856"/>
                      <a:gd name="connsiteY1" fmla="*/ 193232 h 438977"/>
                      <a:gd name="connsiteX2" fmla="*/ 604266 w 1895856"/>
                      <a:gd name="connsiteY2" fmla="*/ 57977 h 438977"/>
                      <a:gd name="connsiteX3" fmla="*/ 1013460 w 1895856"/>
                      <a:gd name="connsiteY3" fmla="*/ 65 h 438977"/>
                      <a:gd name="connsiteX4" fmla="*/ 1153510 w 1895856"/>
                      <a:gd name="connsiteY4" fmla="*/ 67370 h 438977"/>
                      <a:gd name="connsiteX5" fmla="*/ 1589010 w 1895856"/>
                      <a:gd name="connsiteY5" fmla="*/ 257759 h 438977"/>
                      <a:gd name="connsiteX6" fmla="*/ 1895856 w 1895856"/>
                      <a:gd name="connsiteY6" fmla="*/ 438977 h 438977"/>
                      <a:gd name="connsiteX7" fmla="*/ 1895856 w 1895856"/>
                      <a:gd name="connsiteY7" fmla="*/ 438977 h 43897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9010 w 1895856"/>
                      <a:gd name="connsiteY5" fmla="*/ 257789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85311 w 1895856"/>
                      <a:gd name="connsiteY5" fmla="*/ 251104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5 h 439007"/>
                      <a:gd name="connsiteX1" fmla="*/ 310134 w 1895856"/>
                      <a:gd name="connsiteY1" fmla="*/ 193262 h 439007"/>
                      <a:gd name="connsiteX2" fmla="*/ 604266 w 1895856"/>
                      <a:gd name="connsiteY2" fmla="*/ 58007 h 439007"/>
                      <a:gd name="connsiteX3" fmla="*/ 1013460 w 1895856"/>
                      <a:gd name="connsiteY3" fmla="*/ 95 h 439007"/>
                      <a:gd name="connsiteX4" fmla="*/ 1135013 w 1895856"/>
                      <a:gd name="connsiteY4" fmla="*/ 69628 h 439007"/>
                      <a:gd name="connsiteX5" fmla="*/ 1579762 w 1895856"/>
                      <a:gd name="connsiteY5" fmla="*/ 253332 h 439007"/>
                      <a:gd name="connsiteX6" fmla="*/ 1895856 w 1895856"/>
                      <a:gd name="connsiteY6" fmla="*/ 439007 h 439007"/>
                      <a:gd name="connsiteX7" fmla="*/ 1895856 w 1895856"/>
                      <a:gd name="connsiteY7" fmla="*/ 439007 h 439007"/>
                      <a:gd name="connsiteX0" fmla="*/ 0 w 1895856"/>
                      <a:gd name="connsiteY0" fmla="*/ 426819 h 439011"/>
                      <a:gd name="connsiteX1" fmla="*/ 310134 w 1895856"/>
                      <a:gd name="connsiteY1" fmla="*/ 193266 h 439011"/>
                      <a:gd name="connsiteX2" fmla="*/ 604266 w 1895856"/>
                      <a:gd name="connsiteY2" fmla="*/ 58011 h 439011"/>
                      <a:gd name="connsiteX3" fmla="*/ 1013460 w 1895856"/>
                      <a:gd name="connsiteY3" fmla="*/ 99 h 439011"/>
                      <a:gd name="connsiteX4" fmla="*/ 1118367 w 1895856"/>
                      <a:gd name="connsiteY4" fmla="*/ 50691 h 439011"/>
                      <a:gd name="connsiteX5" fmla="*/ 1579762 w 1895856"/>
                      <a:gd name="connsiteY5" fmla="*/ 253336 h 439011"/>
                      <a:gd name="connsiteX6" fmla="*/ 1895856 w 1895856"/>
                      <a:gd name="connsiteY6" fmla="*/ 439011 h 439011"/>
                      <a:gd name="connsiteX7" fmla="*/ 1895856 w 1895856"/>
                      <a:gd name="connsiteY7" fmla="*/ 439011 h 439011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6244 h 428436"/>
                      <a:gd name="connsiteX1" fmla="*/ 310134 w 1895856"/>
                      <a:gd name="connsiteY1" fmla="*/ 182691 h 428436"/>
                      <a:gd name="connsiteX2" fmla="*/ 604266 w 1895856"/>
                      <a:gd name="connsiteY2" fmla="*/ 47436 h 428436"/>
                      <a:gd name="connsiteX3" fmla="*/ 919130 w 1895856"/>
                      <a:gd name="connsiteY3" fmla="*/ 6236 h 428436"/>
                      <a:gd name="connsiteX4" fmla="*/ 1118367 w 1895856"/>
                      <a:gd name="connsiteY4" fmla="*/ 40116 h 428436"/>
                      <a:gd name="connsiteX5" fmla="*/ 1579762 w 1895856"/>
                      <a:gd name="connsiteY5" fmla="*/ 242761 h 428436"/>
                      <a:gd name="connsiteX6" fmla="*/ 1895856 w 1895856"/>
                      <a:gd name="connsiteY6" fmla="*/ 428436 h 428436"/>
                      <a:gd name="connsiteX7" fmla="*/ 1895856 w 1895856"/>
                      <a:gd name="connsiteY7" fmla="*/ 428436 h 428436"/>
                      <a:gd name="connsiteX0" fmla="*/ 0 w 1895856"/>
                      <a:gd name="connsiteY0" fmla="*/ 410775 h 422967"/>
                      <a:gd name="connsiteX1" fmla="*/ 310134 w 1895856"/>
                      <a:gd name="connsiteY1" fmla="*/ 177222 h 422967"/>
                      <a:gd name="connsiteX2" fmla="*/ 604266 w 1895856"/>
                      <a:gd name="connsiteY2" fmla="*/ 41967 h 422967"/>
                      <a:gd name="connsiteX3" fmla="*/ 919130 w 1895856"/>
                      <a:gd name="connsiteY3" fmla="*/ 767 h 422967"/>
                      <a:gd name="connsiteX4" fmla="*/ 1118367 w 1895856"/>
                      <a:gd name="connsiteY4" fmla="*/ 34647 h 422967"/>
                      <a:gd name="connsiteX5" fmla="*/ 1579762 w 1895856"/>
                      <a:gd name="connsiteY5" fmla="*/ 237292 h 422967"/>
                      <a:gd name="connsiteX6" fmla="*/ 1895856 w 1895856"/>
                      <a:gd name="connsiteY6" fmla="*/ 422967 h 422967"/>
                      <a:gd name="connsiteX7" fmla="*/ 1895856 w 1895856"/>
                      <a:gd name="connsiteY7" fmla="*/ 422967 h 422967"/>
                      <a:gd name="connsiteX0" fmla="*/ 0 w 1895856"/>
                      <a:gd name="connsiteY0" fmla="*/ 414246 h 426438"/>
                      <a:gd name="connsiteX1" fmla="*/ 310134 w 1895856"/>
                      <a:gd name="connsiteY1" fmla="*/ 180693 h 426438"/>
                      <a:gd name="connsiteX2" fmla="*/ 604266 w 1895856"/>
                      <a:gd name="connsiteY2" fmla="*/ 45438 h 426438"/>
                      <a:gd name="connsiteX3" fmla="*/ 919130 w 1895856"/>
                      <a:gd name="connsiteY3" fmla="*/ 4238 h 426438"/>
                      <a:gd name="connsiteX4" fmla="*/ 1040683 w 1895856"/>
                      <a:gd name="connsiteY4" fmla="*/ 28091 h 426438"/>
                      <a:gd name="connsiteX5" fmla="*/ 1579762 w 1895856"/>
                      <a:gd name="connsiteY5" fmla="*/ 240763 h 426438"/>
                      <a:gd name="connsiteX6" fmla="*/ 1895856 w 1895856"/>
                      <a:gd name="connsiteY6" fmla="*/ 426438 h 426438"/>
                      <a:gd name="connsiteX7" fmla="*/ 1895856 w 1895856"/>
                      <a:gd name="connsiteY7" fmla="*/ 426438 h 426438"/>
                      <a:gd name="connsiteX0" fmla="*/ 0 w 1895856"/>
                      <a:gd name="connsiteY0" fmla="*/ 413573 h 425765"/>
                      <a:gd name="connsiteX1" fmla="*/ 310134 w 1895856"/>
                      <a:gd name="connsiteY1" fmla="*/ 180020 h 425765"/>
                      <a:gd name="connsiteX2" fmla="*/ 604266 w 1895856"/>
                      <a:gd name="connsiteY2" fmla="*/ 44765 h 425765"/>
                      <a:gd name="connsiteX3" fmla="*/ 919130 w 1895856"/>
                      <a:gd name="connsiteY3" fmla="*/ 3565 h 425765"/>
                      <a:gd name="connsiteX4" fmla="*/ 1040683 w 1895856"/>
                      <a:gd name="connsiteY4" fmla="*/ 27418 h 425765"/>
                      <a:gd name="connsiteX5" fmla="*/ 1579762 w 1895856"/>
                      <a:gd name="connsiteY5" fmla="*/ 240090 h 425765"/>
                      <a:gd name="connsiteX6" fmla="*/ 1895856 w 1895856"/>
                      <a:gd name="connsiteY6" fmla="*/ 425765 h 425765"/>
                      <a:gd name="connsiteX7" fmla="*/ 1895856 w 1895856"/>
                      <a:gd name="connsiteY7" fmla="*/ 425765 h 425765"/>
                      <a:gd name="connsiteX0" fmla="*/ 0 w 1895856"/>
                      <a:gd name="connsiteY0" fmla="*/ 436136 h 448328"/>
                      <a:gd name="connsiteX1" fmla="*/ 310134 w 1895856"/>
                      <a:gd name="connsiteY1" fmla="*/ 202583 h 448328"/>
                      <a:gd name="connsiteX2" fmla="*/ 604266 w 1895856"/>
                      <a:gd name="connsiteY2" fmla="*/ 67328 h 448328"/>
                      <a:gd name="connsiteX3" fmla="*/ 697176 w 1895856"/>
                      <a:gd name="connsiteY3" fmla="*/ 503 h 448328"/>
                      <a:gd name="connsiteX4" fmla="*/ 1040683 w 1895856"/>
                      <a:gd name="connsiteY4" fmla="*/ 49981 h 448328"/>
                      <a:gd name="connsiteX5" fmla="*/ 1579762 w 1895856"/>
                      <a:gd name="connsiteY5" fmla="*/ 262653 h 448328"/>
                      <a:gd name="connsiteX6" fmla="*/ 1895856 w 1895856"/>
                      <a:gd name="connsiteY6" fmla="*/ 448328 h 448328"/>
                      <a:gd name="connsiteX7" fmla="*/ 1895856 w 1895856"/>
                      <a:gd name="connsiteY7" fmla="*/ 448328 h 448328"/>
                      <a:gd name="connsiteX0" fmla="*/ 0 w 1895856"/>
                      <a:gd name="connsiteY0" fmla="*/ 437297 h 449489"/>
                      <a:gd name="connsiteX1" fmla="*/ 310134 w 1895856"/>
                      <a:gd name="connsiteY1" fmla="*/ 203744 h 449489"/>
                      <a:gd name="connsiteX2" fmla="*/ 373064 w 1895856"/>
                      <a:gd name="connsiteY2" fmla="*/ 30609 h 449489"/>
                      <a:gd name="connsiteX3" fmla="*/ 697176 w 1895856"/>
                      <a:gd name="connsiteY3" fmla="*/ 1664 h 449489"/>
                      <a:gd name="connsiteX4" fmla="*/ 1040683 w 1895856"/>
                      <a:gd name="connsiteY4" fmla="*/ 51142 h 449489"/>
                      <a:gd name="connsiteX5" fmla="*/ 1579762 w 1895856"/>
                      <a:gd name="connsiteY5" fmla="*/ 263814 h 449489"/>
                      <a:gd name="connsiteX6" fmla="*/ 1895856 w 1895856"/>
                      <a:gd name="connsiteY6" fmla="*/ 449489 h 449489"/>
                      <a:gd name="connsiteX7" fmla="*/ 1895856 w 1895856"/>
                      <a:gd name="connsiteY7" fmla="*/ 449489 h 449489"/>
                      <a:gd name="connsiteX0" fmla="*/ 0 w 1895856"/>
                      <a:gd name="connsiteY0" fmla="*/ 436409 h 448601"/>
                      <a:gd name="connsiteX1" fmla="*/ 32692 w 1895856"/>
                      <a:gd name="connsiteY1" fmla="*/ 149377 h 448601"/>
                      <a:gd name="connsiteX2" fmla="*/ 373064 w 1895856"/>
                      <a:gd name="connsiteY2" fmla="*/ 29721 h 448601"/>
                      <a:gd name="connsiteX3" fmla="*/ 697176 w 1895856"/>
                      <a:gd name="connsiteY3" fmla="*/ 776 h 448601"/>
                      <a:gd name="connsiteX4" fmla="*/ 1040683 w 1895856"/>
                      <a:gd name="connsiteY4" fmla="*/ 50254 h 448601"/>
                      <a:gd name="connsiteX5" fmla="*/ 1579762 w 1895856"/>
                      <a:gd name="connsiteY5" fmla="*/ 262926 h 448601"/>
                      <a:gd name="connsiteX6" fmla="*/ 1895856 w 1895856"/>
                      <a:gd name="connsiteY6" fmla="*/ 448601 h 448601"/>
                      <a:gd name="connsiteX7" fmla="*/ 1895856 w 1895856"/>
                      <a:gd name="connsiteY7" fmla="*/ 448601 h 448601"/>
                      <a:gd name="connsiteX0" fmla="*/ 0 w 2038276"/>
                      <a:gd name="connsiteY0" fmla="*/ 33725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38276"/>
                      <a:gd name="connsiteY0" fmla="*/ 375131 h 448601"/>
                      <a:gd name="connsiteX1" fmla="*/ 175112 w 2038276"/>
                      <a:gd name="connsiteY1" fmla="*/ 149377 h 448601"/>
                      <a:gd name="connsiteX2" fmla="*/ 515484 w 2038276"/>
                      <a:gd name="connsiteY2" fmla="*/ 29721 h 448601"/>
                      <a:gd name="connsiteX3" fmla="*/ 839596 w 2038276"/>
                      <a:gd name="connsiteY3" fmla="*/ 776 h 448601"/>
                      <a:gd name="connsiteX4" fmla="*/ 1183103 w 2038276"/>
                      <a:gd name="connsiteY4" fmla="*/ 50254 h 448601"/>
                      <a:gd name="connsiteX5" fmla="*/ 1722182 w 2038276"/>
                      <a:gd name="connsiteY5" fmla="*/ 262926 h 448601"/>
                      <a:gd name="connsiteX6" fmla="*/ 2038276 w 2038276"/>
                      <a:gd name="connsiteY6" fmla="*/ 448601 h 448601"/>
                      <a:gd name="connsiteX7" fmla="*/ 2038276 w 2038276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131 h 448601"/>
                      <a:gd name="connsiteX1" fmla="*/ 228751 w 2091915"/>
                      <a:gd name="connsiteY1" fmla="*/ 149377 h 448601"/>
                      <a:gd name="connsiteX2" fmla="*/ 569123 w 2091915"/>
                      <a:gd name="connsiteY2" fmla="*/ 29721 h 448601"/>
                      <a:gd name="connsiteX3" fmla="*/ 893235 w 2091915"/>
                      <a:gd name="connsiteY3" fmla="*/ 776 h 448601"/>
                      <a:gd name="connsiteX4" fmla="*/ 1236742 w 2091915"/>
                      <a:gd name="connsiteY4" fmla="*/ 50254 h 448601"/>
                      <a:gd name="connsiteX5" fmla="*/ 1775821 w 2091915"/>
                      <a:gd name="connsiteY5" fmla="*/ 262926 h 448601"/>
                      <a:gd name="connsiteX6" fmla="*/ 2091915 w 2091915"/>
                      <a:gd name="connsiteY6" fmla="*/ 448601 h 448601"/>
                      <a:gd name="connsiteX7" fmla="*/ 2091915 w 2091915"/>
                      <a:gd name="connsiteY7" fmla="*/ 448601 h 448601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69123 w 2091915"/>
                      <a:gd name="connsiteY2" fmla="*/ 29635 h 448515"/>
                      <a:gd name="connsiteX3" fmla="*/ 893235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6729 h 450199"/>
                      <a:gd name="connsiteX1" fmla="*/ 215804 w 2091915"/>
                      <a:gd name="connsiteY1" fmla="*/ 140948 h 450199"/>
                      <a:gd name="connsiteX2" fmla="*/ 569123 w 2091915"/>
                      <a:gd name="connsiteY2" fmla="*/ 31319 h 450199"/>
                      <a:gd name="connsiteX3" fmla="*/ 893235 w 2091915"/>
                      <a:gd name="connsiteY3" fmla="*/ 2374 h 450199"/>
                      <a:gd name="connsiteX4" fmla="*/ 1236742 w 2091915"/>
                      <a:gd name="connsiteY4" fmla="*/ 51852 h 450199"/>
                      <a:gd name="connsiteX5" fmla="*/ 1775821 w 2091915"/>
                      <a:gd name="connsiteY5" fmla="*/ 264524 h 450199"/>
                      <a:gd name="connsiteX6" fmla="*/ 2091915 w 2091915"/>
                      <a:gd name="connsiteY6" fmla="*/ 450199 h 450199"/>
                      <a:gd name="connsiteX7" fmla="*/ 2091915 w 2091915"/>
                      <a:gd name="connsiteY7" fmla="*/ 450199 h 450199"/>
                      <a:gd name="connsiteX0" fmla="*/ 0 w 2091915"/>
                      <a:gd name="connsiteY0" fmla="*/ 384450 h 457920"/>
                      <a:gd name="connsiteX1" fmla="*/ 215804 w 2091915"/>
                      <a:gd name="connsiteY1" fmla="*/ 148669 h 457920"/>
                      <a:gd name="connsiteX2" fmla="*/ 569123 w 2091915"/>
                      <a:gd name="connsiteY2" fmla="*/ 39040 h 457920"/>
                      <a:gd name="connsiteX3" fmla="*/ 893235 w 2091915"/>
                      <a:gd name="connsiteY3" fmla="*/ 10095 h 457920"/>
                      <a:gd name="connsiteX4" fmla="*/ 1236742 w 2091915"/>
                      <a:gd name="connsiteY4" fmla="*/ 59573 h 457920"/>
                      <a:gd name="connsiteX5" fmla="*/ 1775821 w 2091915"/>
                      <a:gd name="connsiteY5" fmla="*/ 272245 h 457920"/>
                      <a:gd name="connsiteX6" fmla="*/ 2091915 w 2091915"/>
                      <a:gd name="connsiteY6" fmla="*/ 457920 h 457920"/>
                      <a:gd name="connsiteX7" fmla="*/ 2091915 w 2091915"/>
                      <a:gd name="connsiteY7" fmla="*/ 457920 h 457920"/>
                      <a:gd name="connsiteX0" fmla="*/ 0 w 2091915"/>
                      <a:gd name="connsiteY0" fmla="*/ 376298 h 449768"/>
                      <a:gd name="connsiteX1" fmla="*/ 215804 w 2091915"/>
                      <a:gd name="connsiteY1" fmla="*/ 140517 h 449768"/>
                      <a:gd name="connsiteX2" fmla="*/ 569123 w 2091915"/>
                      <a:gd name="connsiteY2" fmla="*/ 30888 h 449768"/>
                      <a:gd name="connsiteX3" fmla="*/ 893235 w 2091915"/>
                      <a:gd name="connsiteY3" fmla="*/ 1943 h 449768"/>
                      <a:gd name="connsiteX4" fmla="*/ 1236742 w 2091915"/>
                      <a:gd name="connsiteY4" fmla="*/ 51421 h 449768"/>
                      <a:gd name="connsiteX5" fmla="*/ 1775821 w 2091915"/>
                      <a:gd name="connsiteY5" fmla="*/ 264093 h 449768"/>
                      <a:gd name="connsiteX6" fmla="*/ 2091915 w 2091915"/>
                      <a:gd name="connsiteY6" fmla="*/ 449768 h 449768"/>
                      <a:gd name="connsiteX7" fmla="*/ 2091915 w 2091915"/>
                      <a:gd name="connsiteY7" fmla="*/ 449768 h 449768"/>
                      <a:gd name="connsiteX0" fmla="*/ 0 w 2091915"/>
                      <a:gd name="connsiteY0" fmla="*/ 381344 h 454814"/>
                      <a:gd name="connsiteX1" fmla="*/ 215804 w 2091915"/>
                      <a:gd name="connsiteY1" fmla="*/ 145563 h 454814"/>
                      <a:gd name="connsiteX2" fmla="*/ 548777 w 2091915"/>
                      <a:gd name="connsiteY2" fmla="*/ 23679 h 454814"/>
                      <a:gd name="connsiteX3" fmla="*/ 893235 w 2091915"/>
                      <a:gd name="connsiteY3" fmla="*/ 6989 h 454814"/>
                      <a:gd name="connsiteX4" fmla="*/ 1236742 w 2091915"/>
                      <a:gd name="connsiteY4" fmla="*/ 56467 h 454814"/>
                      <a:gd name="connsiteX5" fmla="*/ 1775821 w 2091915"/>
                      <a:gd name="connsiteY5" fmla="*/ 269139 h 454814"/>
                      <a:gd name="connsiteX6" fmla="*/ 2091915 w 2091915"/>
                      <a:gd name="connsiteY6" fmla="*/ 454814 h 454814"/>
                      <a:gd name="connsiteX7" fmla="*/ 2091915 w 2091915"/>
                      <a:gd name="connsiteY7" fmla="*/ 454814 h 454814"/>
                      <a:gd name="connsiteX0" fmla="*/ 0 w 2091915"/>
                      <a:gd name="connsiteY0" fmla="*/ 377595 h 451065"/>
                      <a:gd name="connsiteX1" fmla="*/ 215804 w 2091915"/>
                      <a:gd name="connsiteY1" fmla="*/ 141814 h 451065"/>
                      <a:gd name="connsiteX2" fmla="*/ 548777 w 2091915"/>
                      <a:gd name="connsiteY2" fmla="*/ 19930 h 451065"/>
                      <a:gd name="connsiteX3" fmla="*/ 865491 w 2091915"/>
                      <a:gd name="connsiteY3" fmla="*/ 3240 h 451065"/>
                      <a:gd name="connsiteX4" fmla="*/ 1236742 w 2091915"/>
                      <a:gd name="connsiteY4" fmla="*/ 52718 h 451065"/>
                      <a:gd name="connsiteX5" fmla="*/ 1775821 w 2091915"/>
                      <a:gd name="connsiteY5" fmla="*/ 265390 h 451065"/>
                      <a:gd name="connsiteX6" fmla="*/ 2091915 w 2091915"/>
                      <a:gd name="connsiteY6" fmla="*/ 451065 h 451065"/>
                      <a:gd name="connsiteX7" fmla="*/ 2091915 w 2091915"/>
                      <a:gd name="connsiteY7" fmla="*/ 451065 h 45106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045 h 448515"/>
                      <a:gd name="connsiteX1" fmla="*/ 215804 w 2091915"/>
                      <a:gd name="connsiteY1" fmla="*/ 139264 h 448515"/>
                      <a:gd name="connsiteX2" fmla="*/ 532131 w 2091915"/>
                      <a:gd name="connsiteY2" fmla="*/ 29635 h 448515"/>
                      <a:gd name="connsiteX3" fmla="*/ 865491 w 2091915"/>
                      <a:gd name="connsiteY3" fmla="*/ 690 h 448515"/>
                      <a:gd name="connsiteX4" fmla="*/ 1236742 w 2091915"/>
                      <a:gd name="connsiteY4" fmla="*/ 50168 h 448515"/>
                      <a:gd name="connsiteX5" fmla="*/ 1775821 w 2091915"/>
                      <a:gd name="connsiteY5" fmla="*/ 262840 h 448515"/>
                      <a:gd name="connsiteX6" fmla="*/ 2091915 w 2091915"/>
                      <a:gd name="connsiteY6" fmla="*/ 448515 h 448515"/>
                      <a:gd name="connsiteX7" fmla="*/ 2091915 w 2091915"/>
                      <a:gd name="connsiteY7" fmla="*/ 448515 h 448515"/>
                      <a:gd name="connsiteX0" fmla="*/ 0 w 2091915"/>
                      <a:gd name="connsiteY0" fmla="*/ 375119 h 448589"/>
                      <a:gd name="connsiteX1" fmla="*/ 215804 w 2091915"/>
                      <a:gd name="connsiteY1" fmla="*/ 148251 h 448589"/>
                      <a:gd name="connsiteX2" fmla="*/ 532131 w 2091915"/>
                      <a:gd name="connsiteY2" fmla="*/ 29709 h 448589"/>
                      <a:gd name="connsiteX3" fmla="*/ 865491 w 2091915"/>
                      <a:gd name="connsiteY3" fmla="*/ 764 h 448589"/>
                      <a:gd name="connsiteX4" fmla="*/ 1236742 w 2091915"/>
                      <a:gd name="connsiteY4" fmla="*/ 50242 h 448589"/>
                      <a:gd name="connsiteX5" fmla="*/ 1775821 w 2091915"/>
                      <a:gd name="connsiteY5" fmla="*/ 262914 h 448589"/>
                      <a:gd name="connsiteX6" fmla="*/ 2091915 w 2091915"/>
                      <a:gd name="connsiteY6" fmla="*/ 448589 h 448589"/>
                      <a:gd name="connsiteX7" fmla="*/ 2091915 w 2091915"/>
                      <a:gd name="connsiteY7" fmla="*/ 448589 h 448589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99313"/>
                      <a:gd name="connsiteY0" fmla="*/ 457565 h 457565"/>
                      <a:gd name="connsiteX1" fmla="*/ 223202 w 2099313"/>
                      <a:gd name="connsiteY1" fmla="*/ 148251 h 457565"/>
                      <a:gd name="connsiteX2" fmla="*/ 539529 w 2099313"/>
                      <a:gd name="connsiteY2" fmla="*/ 29709 h 457565"/>
                      <a:gd name="connsiteX3" fmla="*/ 872889 w 2099313"/>
                      <a:gd name="connsiteY3" fmla="*/ 764 h 457565"/>
                      <a:gd name="connsiteX4" fmla="*/ 1244140 w 2099313"/>
                      <a:gd name="connsiteY4" fmla="*/ 50242 h 457565"/>
                      <a:gd name="connsiteX5" fmla="*/ 1783219 w 2099313"/>
                      <a:gd name="connsiteY5" fmla="*/ 262914 h 457565"/>
                      <a:gd name="connsiteX6" fmla="*/ 2099313 w 2099313"/>
                      <a:gd name="connsiteY6" fmla="*/ 448589 h 457565"/>
                      <a:gd name="connsiteX7" fmla="*/ 2099313 w 2099313"/>
                      <a:gd name="connsiteY7" fmla="*/ 448589 h 457565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0 w 2078967"/>
                      <a:gd name="connsiteY0" fmla="*/ 494331 h 494331"/>
                      <a:gd name="connsiteX1" fmla="*/ 202856 w 2078967"/>
                      <a:gd name="connsiteY1" fmla="*/ 148251 h 494331"/>
                      <a:gd name="connsiteX2" fmla="*/ 519183 w 2078967"/>
                      <a:gd name="connsiteY2" fmla="*/ 29709 h 494331"/>
                      <a:gd name="connsiteX3" fmla="*/ 852543 w 2078967"/>
                      <a:gd name="connsiteY3" fmla="*/ 764 h 494331"/>
                      <a:gd name="connsiteX4" fmla="*/ 1223794 w 2078967"/>
                      <a:gd name="connsiteY4" fmla="*/ 50242 h 494331"/>
                      <a:gd name="connsiteX5" fmla="*/ 1762873 w 2078967"/>
                      <a:gd name="connsiteY5" fmla="*/ 262914 h 494331"/>
                      <a:gd name="connsiteX6" fmla="*/ 2078967 w 2078967"/>
                      <a:gd name="connsiteY6" fmla="*/ 448589 h 494331"/>
                      <a:gd name="connsiteX7" fmla="*/ 2078967 w 2078967"/>
                      <a:gd name="connsiteY7" fmla="*/ 448589 h 494331"/>
                      <a:gd name="connsiteX0" fmla="*/ 1218 w 2080185"/>
                      <a:gd name="connsiteY0" fmla="*/ 494331 h 494331"/>
                      <a:gd name="connsiteX1" fmla="*/ 204074 w 2080185"/>
                      <a:gd name="connsiteY1" fmla="*/ 148251 h 494331"/>
                      <a:gd name="connsiteX2" fmla="*/ 520401 w 2080185"/>
                      <a:gd name="connsiteY2" fmla="*/ 29709 h 494331"/>
                      <a:gd name="connsiteX3" fmla="*/ 853761 w 2080185"/>
                      <a:gd name="connsiteY3" fmla="*/ 764 h 494331"/>
                      <a:gd name="connsiteX4" fmla="*/ 1225012 w 2080185"/>
                      <a:gd name="connsiteY4" fmla="*/ 50242 h 494331"/>
                      <a:gd name="connsiteX5" fmla="*/ 1764091 w 2080185"/>
                      <a:gd name="connsiteY5" fmla="*/ 262914 h 494331"/>
                      <a:gd name="connsiteX6" fmla="*/ 2080185 w 2080185"/>
                      <a:gd name="connsiteY6" fmla="*/ 448589 h 494331"/>
                      <a:gd name="connsiteX7" fmla="*/ 2080185 w 2080185"/>
                      <a:gd name="connsiteY7" fmla="*/ 448589 h 494331"/>
                      <a:gd name="connsiteX0" fmla="*/ 1823 w 2080790"/>
                      <a:gd name="connsiteY0" fmla="*/ 494331 h 494331"/>
                      <a:gd name="connsiteX1" fmla="*/ 204679 w 2080790"/>
                      <a:gd name="connsiteY1" fmla="*/ 148251 h 494331"/>
                      <a:gd name="connsiteX2" fmla="*/ 521006 w 2080790"/>
                      <a:gd name="connsiteY2" fmla="*/ 29709 h 494331"/>
                      <a:gd name="connsiteX3" fmla="*/ 854366 w 2080790"/>
                      <a:gd name="connsiteY3" fmla="*/ 764 h 494331"/>
                      <a:gd name="connsiteX4" fmla="*/ 1225617 w 2080790"/>
                      <a:gd name="connsiteY4" fmla="*/ 50242 h 494331"/>
                      <a:gd name="connsiteX5" fmla="*/ 1764696 w 2080790"/>
                      <a:gd name="connsiteY5" fmla="*/ 262914 h 494331"/>
                      <a:gd name="connsiteX6" fmla="*/ 2080790 w 2080790"/>
                      <a:gd name="connsiteY6" fmla="*/ 448589 h 494331"/>
                      <a:gd name="connsiteX7" fmla="*/ 2080790 w 2080790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568 w 2080535"/>
                      <a:gd name="connsiteY0" fmla="*/ 494331 h 494331"/>
                      <a:gd name="connsiteX1" fmla="*/ 204424 w 2080535"/>
                      <a:gd name="connsiteY1" fmla="*/ 148251 h 494331"/>
                      <a:gd name="connsiteX2" fmla="*/ 520751 w 2080535"/>
                      <a:gd name="connsiteY2" fmla="*/ 29709 h 494331"/>
                      <a:gd name="connsiteX3" fmla="*/ 854111 w 2080535"/>
                      <a:gd name="connsiteY3" fmla="*/ 764 h 494331"/>
                      <a:gd name="connsiteX4" fmla="*/ 1225362 w 2080535"/>
                      <a:gd name="connsiteY4" fmla="*/ 50242 h 494331"/>
                      <a:gd name="connsiteX5" fmla="*/ 1764441 w 2080535"/>
                      <a:gd name="connsiteY5" fmla="*/ 262914 h 494331"/>
                      <a:gd name="connsiteX6" fmla="*/ 2080535 w 2080535"/>
                      <a:gd name="connsiteY6" fmla="*/ 448589 h 494331"/>
                      <a:gd name="connsiteX7" fmla="*/ 2080535 w 2080535"/>
                      <a:gd name="connsiteY7" fmla="*/ 448589 h 494331"/>
                      <a:gd name="connsiteX0" fmla="*/ 1432 w 2080399"/>
                      <a:gd name="connsiteY0" fmla="*/ 494331 h 494331"/>
                      <a:gd name="connsiteX1" fmla="*/ 204288 w 2080399"/>
                      <a:gd name="connsiteY1" fmla="*/ 148251 h 494331"/>
                      <a:gd name="connsiteX2" fmla="*/ 520615 w 2080399"/>
                      <a:gd name="connsiteY2" fmla="*/ 29709 h 494331"/>
                      <a:gd name="connsiteX3" fmla="*/ 853975 w 2080399"/>
                      <a:gd name="connsiteY3" fmla="*/ 764 h 494331"/>
                      <a:gd name="connsiteX4" fmla="*/ 1225226 w 2080399"/>
                      <a:gd name="connsiteY4" fmla="*/ 50242 h 494331"/>
                      <a:gd name="connsiteX5" fmla="*/ 1764305 w 2080399"/>
                      <a:gd name="connsiteY5" fmla="*/ 262914 h 494331"/>
                      <a:gd name="connsiteX6" fmla="*/ 2080399 w 2080399"/>
                      <a:gd name="connsiteY6" fmla="*/ 448589 h 494331"/>
                      <a:gd name="connsiteX7" fmla="*/ 2080399 w 2080399"/>
                      <a:gd name="connsiteY7" fmla="*/ 448589 h 494331"/>
                      <a:gd name="connsiteX0" fmla="*/ 1412 w 2080379"/>
                      <a:gd name="connsiteY0" fmla="*/ 494331 h 494331"/>
                      <a:gd name="connsiteX1" fmla="*/ 204268 w 2080379"/>
                      <a:gd name="connsiteY1" fmla="*/ 148251 h 494331"/>
                      <a:gd name="connsiteX2" fmla="*/ 520595 w 2080379"/>
                      <a:gd name="connsiteY2" fmla="*/ 29709 h 494331"/>
                      <a:gd name="connsiteX3" fmla="*/ 853955 w 2080379"/>
                      <a:gd name="connsiteY3" fmla="*/ 764 h 494331"/>
                      <a:gd name="connsiteX4" fmla="*/ 1225206 w 2080379"/>
                      <a:gd name="connsiteY4" fmla="*/ 50242 h 494331"/>
                      <a:gd name="connsiteX5" fmla="*/ 1764285 w 2080379"/>
                      <a:gd name="connsiteY5" fmla="*/ 262914 h 494331"/>
                      <a:gd name="connsiteX6" fmla="*/ 2080379 w 2080379"/>
                      <a:gd name="connsiteY6" fmla="*/ 448589 h 494331"/>
                      <a:gd name="connsiteX7" fmla="*/ 2080379 w 2080379"/>
                      <a:gd name="connsiteY7" fmla="*/ 448589 h 494331"/>
                      <a:gd name="connsiteX0" fmla="*/ 1543 w 2080510"/>
                      <a:gd name="connsiteY0" fmla="*/ 494331 h 494331"/>
                      <a:gd name="connsiteX1" fmla="*/ 204399 w 2080510"/>
                      <a:gd name="connsiteY1" fmla="*/ 148251 h 494331"/>
                      <a:gd name="connsiteX2" fmla="*/ 520726 w 2080510"/>
                      <a:gd name="connsiteY2" fmla="*/ 29709 h 494331"/>
                      <a:gd name="connsiteX3" fmla="*/ 854086 w 2080510"/>
                      <a:gd name="connsiteY3" fmla="*/ 764 h 494331"/>
                      <a:gd name="connsiteX4" fmla="*/ 1225337 w 2080510"/>
                      <a:gd name="connsiteY4" fmla="*/ 50242 h 494331"/>
                      <a:gd name="connsiteX5" fmla="*/ 1764416 w 2080510"/>
                      <a:gd name="connsiteY5" fmla="*/ 262914 h 494331"/>
                      <a:gd name="connsiteX6" fmla="*/ 2080510 w 2080510"/>
                      <a:gd name="connsiteY6" fmla="*/ 448589 h 494331"/>
                      <a:gd name="connsiteX7" fmla="*/ 2080510 w 2080510"/>
                      <a:gd name="connsiteY7" fmla="*/ 448589 h 494331"/>
                      <a:gd name="connsiteX0" fmla="*/ 1543 w 2080510"/>
                      <a:gd name="connsiteY0" fmla="*/ 494658 h 494658"/>
                      <a:gd name="connsiteX1" fmla="*/ 204399 w 2080510"/>
                      <a:gd name="connsiteY1" fmla="*/ 148578 h 494658"/>
                      <a:gd name="connsiteX2" fmla="*/ 520726 w 2080510"/>
                      <a:gd name="connsiteY2" fmla="*/ 30036 h 494658"/>
                      <a:gd name="connsiteX3" fmla="*/ 854086 w 2080510"/>
                      <a:gd name="connsiteY3" fmla="*/ 1091 h 494658"/>
                      <a:gd name="connsiteX4" fmla="*/ 1225337 w 2080510"/>
                      <a:gd name="connsiteY4" fmla="*/ 50569 h 494658"/>
                      <a:gd name="connsiteX5" fmla="*/ 1764416 w 2080510"/>
                      <a:gd name="connsiteY5" fmla="*/ 263241 h 494658"/>
                      <a:gd name="connsiteX6" fmla="*/ 2080510 w 2080510"/>
                      <a:gd name="connsiteY6" fmla="*/ 448916 h 494658"/>
                      <a:gd name="connsiteX7" fmla="*/ 2080510 w 2080510"/>
                      <a:gd name="connsiteY7" fmla="*/ 448916 h 494658"/>
                      <a:gd name="connsiteX0" fmla="*/ 1543 w 2080510"/>
                      <a:gd name="connsiteY0" fmla="*/ 495789 h 495789"/>
                      <a:gd name="connsiteX1" fmla="*/ 204399 w 2080510"/>
                      <a:gd name="connsiteY1" fmla="*/ 149709 h 495789"/>
                      <a:gd name="connsiteX2" fmla="*/ 520726 w 2080510"/>
                      <a:gd name="connsiteY2" fmla="*/ 31167 h 495789"/>
                      <a:gd name="connsiteX3" fmla="*/ 854086 w 2080510"/>
                      <a:gd name="connsiteY3" fmla="*/ 2222 h 495789"/>
                      <a:gd name="connsiteX4" fmla="*/ 1225337 w 2080510"/>
                      <a:gd name="connsiteY4" fmla="*/ 51700 h 495789"/>
                      <a:gd name="connsiteX5" fmla="*/ 1764416 w 2080510"/>
                      <a:gd name="connsiteY5" fmla="*/ 264372 h 495789"/>
                      <a:gd name="connsiteX6" fmla="*/ 2080510 w 2080510"/>
                      <a:gd name="connsiteY6" fmla="*/ 450047 h 495789"/>
                      <a:gd name="connsiteX7" fmla="*/ 2080510 w 2080510"/>
                      <a:gd name="connsiteY7" fmla="*/ 450047 h 495789"/>
                      <a:gd name="connsiteX0" fmla="*/ 1543 w 2080510"/>
                      <a:gd name="connsiteY0" fmla="*/ 496019 h 496019"/>
                      <a:gd name="connsiteX1" fmla="*/ 204399 w 2080510"/>
                      <a:gd name="connsiteY1" fmla="*/ 149939 h 496019"/>
                      <a:gd name="connsiteX2" fmla="*/ 520726 w 2080510"/>
                      <a:gd name="connsiteY2" fmla="*/ 31397 h 496019"/>
                      <a:gd name="connsiteX3" fmla="*/ 854086 w 2080510"/>
                      <a:gd name="connsiteY3" fmla="*/ 2452 h 496019"/>
                      <a:gd name="connsiteX4" fmla="*/ 1225337 w 2080510"/>
                      <a:gd name="connsiteY4" fmla="*/ 51930 h 496019"/>
                      <a:gd name="connsiteX5" fmla="*/ 1764416 w 2080510"/>
                      <a:gd name="connsiteY5" fmla="*/ 264602 h 496019"/>
                      <a:gd name="connsiteX6" fmla="*/ 2080510 w 2080510"/>
                      <a:gd name="connsiteY6" fmla="*/ 450277 h 496019"/>
                      <a:gd name="connsiteX7" fmla="*/ 2080510 w 2080510"/>
                      <a:gd name="connsiteY7" fmla="*/ 450277 h 496019"/>
                      <a:gd name="connsiteX0" fmla="*/ 1543 w 2080510"/>
                      <a:gd name="connsiteY0" fmla="*/ 490167 h 490167"/>
                      <a:gd name="connsiteX1" fmla="*/ 204399 w 2080510"/>
                      <a:gd name="connsiteY1" fmla="*/ 144087 h 490167"/>
                      <a:gd name="connsiteX2" fmla="*/ 520726 w 2080510"/>
                      <a:gd name="connsiteY2" fmla="*/ 25545 h 490167"/>
                      <a:gd name="connsiteX3" fmla="*/ 848537 w 2080510"/>
                      <a:gd name="connsiteY3" fmla="*/ 1057 h 490167"/>
                      <a:gd name="connsiteX4" fmla="*/ 1225337 w 2080510"/>
                      <a:gd name="connsiteY4" fmla="*/ 46078 h 490167"/>
                      <a:gd name="connsiteX5" fmla="*/ 1764416 w 2080510"/>
                      <a:gd name="connsiteY5" fmla="*/ 258750 h 490167"/>
                      <a:gd name="connsiteX6" fmla="*/ 2080510 w 2080510"/>
                      <a:gd name="connsiteY6" fmla="*/ 444425 h 490167"/>
                      <a:gd name="connsiteX7" fmla="*/ 2080510 w 2080510"/>
                      <a:gd name="connsiteY7" fmla="*/ 444425 h 490167"/>
                      <a:gd name="connsiteX0" fmla="*/ 1543 w 2080510"/>
                      <a:gd name="connsiteY0" fmla="*/ 490676 h 490676"/>
                      <a:gd name="connsiteX1" fmla="*/ 204399 w 2080510"/>
                      <a:gd name="connsiteY1" fmla="*/ 144596 h 490676"/>
                      <a:gd name="connsiteX2" fmla="*/ 520726 w 2080510"/>
                      <a:gd name="connsiteY2" fmla="*/ 26054 h 490676"/>
                      <a:gd name="connsiteX3" fmla="*/ 848537 w 2080510"/>
                      <a:gd name="connsiteY3" fmla="*/ 1566 h 490676"/>
                      <a:gd name="connsiteX4" fmla="*/ 1225337 w 2080510"/>
                      <a:gd name="connsiteY4" fmla="*/ 46587 h 490676"/>
                      <a:gd name="connsiteX5" fmla="*/ 1764416 w 2080510"/>
                      <a:gd name="connsiteY5" fmla="*/ 259259 h 490676"/>
                      <a:gd name="connsiteX6" fmla="*/ 2080510 w 2080510"/>
                      <a:gd name="connsiteY6" fmla="*/ 444934 h 490676"/>
                      <a:gd name="connsiteX7" fmla="*/ 2080510 w 2080510"/>
                      <a:gd name="connsiteY7" fmla="*/ 444934 h 490676"/>
                      <a:gd name="connsiteX0" fmla="*/ 1543 w 2080510"/>
                      <a:gd name="connsiteY0" fmla="*/ 489381 h 489381"/>
                      <a:gd name="connsiteX1" fmla="*/ 204399 w 2080510"/>
                      <a:gd name="connsiteY1" fmla="*/ 143301 h 489381"/>
                      <a:gd name="connsiteX2" fmla="*/ 520726 w 2080510"/>
                      <a:gd name="connsiteY2" fmla="*/ 24759 h 489381"/>
                      <a:gd name="connsiteX3" fmla="*/ 848537 w 2080510"/>
                      <a:gd name="connsiteY3" fmla="*/ 271 h 489381"/>
                      <a:gd name="connsiteX4" fmla="*/ 1225337 w 2080510"/>
                      <a:gd name="connsiteY4" fmla="*/ 45292 h 489381"/>
                      <a:gd name="connsiteX5" fmla="*/ 1764416 w 2080510"/>
                      <a:gd name="connsiteY5" fmla="*/ 257964 h 489381"/>
                      <a:gd name="connsiteX6" fmla="*/ 2080510 w 2080510"/>
                      <a:gd name="connsiteY6" fmla="*/ 443639 h 489381"/>
                      <a:gd name="connsiteX7" fmla="*/ 2080510 w 2080510"/>
                      <a:gd name="connsiteY7" fmla="*/ 443639 h 489381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225337 w 2080510"/>
                      <a:gd name="connsiteY4" fmla="*/ 5182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764416 w 2080510"/>
                      <a:gd name="connsiteY5" fmla="*/ 264499 h 495916"/>
                      <a:gd name="connsiteX6" fmla="*/ 2080510 w 2080510"/>
                      <a:gd name="connsiteY6" fmla="*/ 450174 h 495916"/>
                      <a:gd name="connsiteX7" fmla="*/ 2080510 w 2080510"/>
                      <a:gd name="connsiteY7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1296 w 2080510"/>
                      <a:gd name="connsiteY5" fmla="*/ 111479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09100 w 2080510"/>
                      <a:gd name="connsiteY5" fmla="*/ 103680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916 h 495916"/>
                      <a:gd name="connsiteX1" fmla="*/ 204399 w 2080510"/>
                      <a:gd name="connsiteY1" fmla="*/ 149836 h 495916"/>
                      <a:gd name="connsiteX2" fmla="*/ 520726 w 2080510"/>
                      <a:gd name="connsiteY2" fmla="*/ 31294 h 495916"/>
                      <a:gd name="connsiteX3" fmla="*/ 844838 w 2080510"/>
                      <a:gd name="connsiteY3" fmla="*/ 121 h 495916"/>
                      <a:gd name="connsiteX4" fmla="*/ 1162450 w 2080510"/>
                      <a:gd name="connsiteY4" fmla="*/ 38457 h 495916"/>
                      <a:gd name="connsiteX5" fmla="*/ 1436845 w 2080510"/>
                      <a:gd name="connsiteY5" fmla="*/ 113707 h 495916"/>
                      <a:gd name="connsiteX6" fmla="*/ 1764416 w 2080510"/>
                      <a:gd name="connsiteY6" fmla="*/ 264499 h 495916"/>
                      <a:gd name="connsiteX7" fmla="*/ 2080510 w 2080510"/>
                      <a:gd name="connsiteY7" fmla="*/ 450174 h 495916"/>
                      <a:gd name="connsiteX8" fmla="*/ 2080510 w 2080510"/>
                      <a:gd name="connsiteY8" fmla="*/ 450174 h 495916"/>
                      <a:gd name="connsiteX0" fmla="*/ 1543 w 2080510"/>
                      <a:gd name="connsiteY0" fmla="*/ 495801 h 495801"/>
                      <a:gd name="connsiteX1" fmla="*/ 204399 w 2080510"/>
                      <a:gd name="connsiteY1" fmla="*/ 149721 h 495801"/>
                      <a:gd name="connsiteX2" fmla="*/ 520726 w 2080510"/>
                      <a:gd name="connsiteY2" fmla="*/ 31179 h 495801"/>
                      <a:gd name="connsiteX3" fmla="*/ 844838 w 2080510"/>
                      <a:gd name="connsiteY3" fmla="*/ 6 h 495801"/>
                      <a:gd name="connsiteX4" fmla="*/ 1151352 w 2080510"/>
                      <a:gd name="connsiteY4" fmla="*/ 29429 h 495801"/>
                      <a:gd name="connsiteX5" fmla="*/ 1436845 w 2080510"/>
                      <a:gd name="connsiteY5" fmla="*/ 113592 h 495801"/>
                      <a:gd name="connsiteX6" fmla="*/ 1764416 w 2080510"/>
                      <a:gd name="connsiteY6" fmla="*/ 264384 h 495801"/>
                      <a:gd name="connsiteX7" fmla="*/ 2080510 w 2080510"/>
                      <a:gd name="connsiteY7" fmla="*/ 450059 h 495801"/>
                      <a:gd name="connsiteX8" fmla="*/ 2080510 w 2080510"/>
                      <a:gd name="connsiteY8" fmla="*/ 450059 h 495801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04 h 495804"/>
                      <a:gd name="connsiteX1" fmla="*/ 204399 w 2080510"/>
                      <a:gd name="connsiteY1" fmla="*/ 149724 h 495804"/>
                      <a:gd name="connsiteX2" fmla="*/ 520726 w 2080510"/>
                      <a:gd name="connsiteY2" fmla="*/ 31182 h 495804"/>
                      <a:gd name="connsiteX3" fmla="*/ 844838 w 2080510"/>
                      <a:gd name="connsiteY3" fmla="*/ 9 h 495804"/>
                      <a:gd name="connsiteX4" fmla="*/ 1151352 w 2080510"/>
                      <a:gd name="connsiteY4" fmla="*/ 29432 h 495804"/>
                      <a:gd name="connsiteX5" fmla="*/ 1436845 w 2080510"/>
                      <a:gd name="connsiteY5" fmla="*/ 113595 h 495804"/>
                      <a:gd name="connsiteX6" fmla="*/ 1764416 w 2080510"/>
                      <a:gd name="connsiteY6" fmla="*/ 264387 h 495804"/>
                      <a:gd name="connsiteX7" fmla="*/ 2080510 w 2080510"/>
                      <a:gd name="connsiteY7" fmla="*/ 450062 h 495804"/>
                      <a:gd name="connsiteX8" fmla="*/ 2080510 w 2080510"/>
                      <a:gd name="connsiteY8" fmla="*/ 450062 h 495804"/>
                      <a:gd name="connsiteX0" fmla="*/ 1543 w 2080510"/>
                      <a:gd name="connsiteY0" fmla="*/ 495858 h 495858"/>
                      <a:gd name="connsiteX1" fmla="*/ 204399 w 2080510"/>
                      <a:gd name="connsiteY1" fmla="*/ 149778 h 495858"/>
                      <a:gd name="connsiteX2" fmla="*/ 520726 w 2080510"/>
                      <a:gd name="connsiteY2" fmla="*/ 31236 h 495858"/>
                      <a:gd name="connsiteX3" fmla="*/ 844838 w 2080510"/>
                      <a:gd name="connsiteY3" fmla="*/ 63 h 495858"/>
                      <a:gd name="connsiteX4" fmla="*/ 1149503 w 2080510"/>
                      <a:gd name="connsiteY4" fmla="*/ 36171 h 495858"/>
                      <a:gd name="connsiteX5" fmla="*/ 1436845 w 2080510"/>
                      <a:gd name="connsiteY5" fmla="*/ 113649 h 495858"/>
                      <a:gd name="connsiteX6" fmla="*/ 1764416 w 2080510"/>
                      <a:gd name="connsiteY6" fmla="*/ 264441 h 495858"/>
                      <a:gd name="connsiteX7" fmla="*/ 2080510 w 2080510"/>
                      <a:gd name="connsiteY7" fmla="*/ 450116 h 495858"/>
                      <a:gd name="connsiteX8" fmla="*/ 2080510 w 2080510"/>
                      <a:gd name="connsiteY8" fmla="*/ 450116 h 495858"/>
                      <a:gd name="connsiteX0" fmla="*/ 1767 w 2080734"/>
                      <a:gd name="connsiteY0" fmla="*/ 495858 h 495858"/>
                      <a:gd name="connsiteX1" fmla="*/ 189826 w 2080734"/>
                      <a:gd name="connsiteY1" fmla="*/ 149778 h 495858"/>
                      <a:gd name="connsiteX2" fmla="*/ 520950 w 2080734"/>
                      <a:gd name="connsiteY2" fmla="*/ 31236 h 495858"/>
                      <a:gd name="connsiteX3" fmla="*/ 845062 w 2080734"/>
                      <a:gd name="connsiteY3" fmla="*/ 63 h 495858"/>
                      <a:gd name="connsiteX4" fmla="*/ 1149727 w 2080734"/>
                      <a:gd name="connsiteY4" fmla="*/ 36171 h 495858"/>
                      <a:gd name="connsiteX5" fmla="*/ 1437069 w 2080734"/>
                      <a:gd name="connsiteY5" fmla="*/ 113649 h 495858"/>
                      <a:gd name="connsiteX6" fmla="*/ 1764640 w 2080734"/>
                      <a:gd name="connsiteY6" fmla="*/ 264441 h 495858"/>
                      <a:gd name="connsiteX7" fmla="*/ 2080734 w 2080734"/>
                      <a:gd name="connsiteY7" fmla="*/ 450116 h 495858"/>
                      <a:gd name="connsiteX8" fmla="*/ 2080734 w 2080734"/>
                      <a:gd name="connsiteY8" fmla="*/ 450116 h 495858"/>
                      <a:gd name="connsiteX0" fmla="*/ 1973 w 2080940"/>
                      <a:gd name="connsiteY0" fmla="*/ 495858 h 495858"/>
                      <a:gd name="connsiteX1" fmla="*/ 190032 w 2080940"/>
                      <a:gd name="connsiteY1" fmla="*/ 149778 h 495858"/>
                      <a:gd name="connsiteX2" fmla="*/ 521156 w 2080940"/>
                      <a:gd name="connsiteY2" fmla="*/ 31236 h 495858"/>
                      <a:gd name="connsiteX3" fmla="*/ 845268 w 2080940"/>
                      <a:gd name="connsiteY3" fmla="*/ 63 h 495858"/>
                      <a:gd name="connsiteX4" fmla="*/ 1149933 w 2080940"/>
                      <a:gd name="connsiteY4" fmla="*/ 36171 h 495858"/>
                      <a:gd name="connsiteX5" fmla="*/ 1437275 w 2080940"/>
                      <a:gd name="connsiteY5" fmla="*/ 113649 h 495858"/>
                      <a:gd name="connsiteX6" fmla="*/ 1764846 w 2080940"/>
                      <a:gd name="connsiteY6" fmla="*/ 264441 h 495858"/>
                      <a:gd name="connsiteX7" fmla="*/ 2080940 w 2080940"/>
                      <a:gd name="connsiteY7" fmla="*/ 450116 h 495858"/>
                      <a:gd name="connsiteX8" fmla="*/ 2080940 w 2080940"/>
                      <a:gd name="connsiteY8" fmla="*/ 450116 h 495858"/>
                      <a:gd name="connsiteX0" fmla="*/ 3123 w 2082090"/>
                      <a:gd name="connsiteY0" fmla="*/ 495858 h 495858"/>
                      <a:gd name="connsiteX1" fmla="*/ 191182 w 2082090"/>
                      <a:gd name="connsiteY1" fmla="*/ 149778 h 495858"/>
                      <a:gd name="connsiteX2" fmla="*/ 522306 w 2082090"/>
                      <a:gd name="connsiteY2" fmla="*/ 31236 h 495858"/>
                      <a:gd name="connsiteX3" fmla="*/ 846418 w 2082090"/>
                      <a:gd name="connsiteY3" fmla="*/ 63 h 495858"/>
                      <a:gd name="connsiteX4" fmla="*/ 1151083 w 2082090"/>
                      <a:gd name="connsiteY4" fmla="*/ 36171 h 495858"/>
                      <a:gd name="connsiteX5" fmla="*/ 1438425 w 2082090"/>
                      <a:gd name="connsiteY5" fmla="*/ 113649 h 495858"/>
                      <a:gd name="connsiteX6" fmla="*/ 1765996 w 2082090"/>
                      <a:gd name="connsiteY6" fmla="*/ 264441 h 495858"/>
                      <a:gd name="connsiteX7" fmla="*/ 2082090 w 2082090"/>
                      <a:gd name="connsiteY7" fmla="*/ 450116 h 495858"/>
                      <a:gd name="connsiteX8" fmla="*/ 2082090 w 2082090"/>
                      <a:gd name="connsiteY8" fmla="*/ 450116 h 495858"/>
                      <a:gd name="connsiteX0" fmla="*/ 1357 w 2080324"/>
                      <a:gd name="connsiteY0" fmla="*/ 457977 h 457977"/>
                      <a:gd name="connsiteX1" fmla="*/ 189416 w 2080324"/>
                      <a:gd name="connsiteY1" fmla="*/ 149778 h 457977"/>
                      <a:gd name="connsiteX2" fmla="*/ 520540 w 2080324"/>
                      <a:gd name="connsiteY2" fmla="*/ 31236 h 457977"/>
                      <a:gd name="connsiteX3" fmla="*/ 844652 w 2080324"/>
                      <a:gd name="connsiteY3" fmla="*/ 63 h 457977"/>
                      <a:gd name="connsiteX4" fmla="*/ 1149317 w 2080324"/>
                      <a:gd name="connsiteY4" fmla="*/ 36171 h 457977"/>
                      <a:gd name="connsiteX5" fmla="*/ 1436659 w 2080324"/>
                      <a:gd name="connsiteY5" fmla="*/ 113649 h 457977"/>
                      <a:gd name="connsiteX6" fmla="*/ 1764230 w 2080324"/>
                      <a:gd name="connsiteY6" fmla="*/ 264441 h 457977"/>
                      <a:gd name="connsiteX7" fmla="*/ 2080324 w 2080324"/>
                      <a:gd name="connsiteY7" fmla="*/ 450116 h 457977"/>
                      <a:gd name="connsiteX8" fmla="*/ 2080324 w 2080324"/>
                      <a:gd name="connsiteY8" fmla="*/ 450116 h 457977"/>
                      <a:gd name="connsiteX0" fmla="*/ 0 w 2078967"/>
                      <a:gd name="connsiteY0" fmla="*/ 457977 h 457977"/>
                      <a:gd name="connsiteX1" fmla="*/ 188059 w 2078967"/>
                      <a:gd name="connsiteY1" fmla="*/ 149778 h 457977"/>
                      <a:gd name="connsiteX2" fmla="*/ 519183 w 2078967"/>
                      <a:gd name="connsiteY2" fmla="*/ 31236 h 457977"/>
                      <a:gd name="connsiteX3" fmla="*/ 843295 w 2078967"/>
                      <a:gd name="connsiteY3" fmla="*/ 63 h 457977"/>
                      <a:gd name="connsiteX4" fmla="*/ 1147960 w 2078967"/>
                      <a:gd name="connsiteY4" fmla="*/ 36171 h 457977"/>
                      <a:gd name="connsiteX5" fmla="*/ 1435302 w 2078967"/>
                      <a:gd name="connsiteY5" fmla="*/ 113649 h 457977"/>
                      <a:gd name="connsiteX6" fmla="*/ 1762873 w 2078967"/>
                      <a:gd name="connsiteY6" fmla="*/ 264441 h 457977"/>
                      <a:gd name="connsiteX7" fmla="*/ 2078967 w 2078967"/>
                      <a:gd name="connsiteY7" fmla="*/ 450116 h 457977"/>
                      <a:gd name="connsiteX8" fmla="*/ 2078967 w 2078967"/>
                      <a:gd name="connsiteY8" fmla="*/ 450116 h 457977"/>
                      <a:gd name="connsiteX0" fmla="*/ 0 w 2090065"/>
                      <a:gd name="connsiteY0" fmla="*/ 449064 h 450116"/>
                      <a:gd name="connsiteX1" fmla="*/ 199157 w 2090065"/>
                      <a:gd name="connsiteY1" fmla="*/ 149778 h 450116"/>
                      <a:gd name="connsiteX2" fmla="*/ 530281 w 2090065"/>
                      <a:gd name="connsiteY2" fmla="*/ 31236 h 450116"/>
                      <a:gd name="connsiteX3" fmla="*/ 854393 w 2090065"/>
                      <a:gd name="connsiteY3" fmla="*/ 63 h 450116"/>
                      <a:gd name="connsiteX4" fmla="*/ 1159058 w 2090065"/>
                      <a:gd name="connsiteY4" fmla="*/ 36171 h 450116"/>
                      <a:gd name="connsiteX5" fmla="*/ 1446400 w 2090065"/>
                      <a:gd name="connsiteY5" fmla="*/ 113649 h 450116"/>
                      <a:gd name="connsiteX6" fmla="*/ 1773971 w 2090065"/>
                      <a:gd name="connsiteY6" fmla="*/ 264441 h 450116"/>
                      <a:gd name="connsiteX7" fmla="*/ 2090065 w 2090065"/>
                      <a:gd name="connsiteY7" fmla="*/ 450116 h 450116"/>
                      <a:gd name="connsiteX8" fmla="*/ 2090065 w 209006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694 h 450116"/>
                      <a:gd name="connsiteX1" fmla="*/ 197307 w 2088215"/>
                      <a:gd name="connsiteY1" fmla="*/ 149778 h 450116"/>
                      <a:gd name="connsiteX2" fmla="*/ 528431 w 2088215"/>
                      <a:gd name="connsiteY2" fmla="*/ 31236 h 450116"/>
                      <a:gd name="connsiteX3" fmla="*/ 852543 w 2088215"/>
                      <a:gd name="connsiteY3" fmla="*/ 63 h 450116"/>
                      <a:gd name="connsiteX4" fmla="*/ 1157208 w 2088215"/>
                      <a:gd name="connsiteY4" fmla="*/ 36171 h 450116"/>
                      <a:gd name="connsiteX5" fmla="*/ 1444550 w 2088215"/>
                      <a:gd name="connsiteY5" fmla="*/ 113649 h 450116"/>
                      <a:gd name="connsiteX6" fmla="*/ 1772121 w 2088215"/>
                      <a:gd name="connsiteY6" fmla="*/ 264441 h 450116"/>
                      <a:gd name="connsiteX7" fmla="*/ 2088215 w 2088215"/>
                      <a:gd name="connsiteY7" fmla="*/ 450116 h 450116"/>
                      <a:gd name="connsiteX8" fmla="*/ 2088215 w 2088215"/>
                      <a:gd name="connsiteY8" fmla="*/ 450116 h 450116"/>
                      <a:gd name="connsiteX0" fmla="*/ 0 w 2088215"/>
                      <a:gd name="connsiteY0" fmla="*/ 435708 h 450130"/>
                      <a:gd name="connsiteX1" fmla="*/ 201006 w 2088215"/>
                      <a:gd name="connsiteY1" fmla="*/ 159819 h 450130"/>
                      <a:gd name="connsiteX2" fmla="*/ 528431 w 2088215"/>
                      <a:gd name="connsiteY2" fmla="*/ 31250 h 450130"/>
                      <a:gd name="connsiteX3" fmla="*/ 852543 w 2088215"/>
                      <a:gd name="connsiteY3" fmla="*/ 77 h 450130"/>
                      <a:gd name="connsiteX4" fmla="*/ 1157208 w 2088215"/>
                      <a:gd name="connsiteY4" fmla="*/ 36185 h 450130"/>
                      <a:gd name="connsiteX5" fmla="*/ 1444550 w 2088215"/>
                      <a:gd name="connsiteY5" fmla="*/ 113663 h 450130"/>
                      <a:gd name="connsiteX6" fmla="*/ 1772121 w 2088215"/>
                      <a:gd name="connsiteY6" fmla="*/ 264455 h 450130"/>
                      <a:gd name="connsiteX7" fmla="*/ 2088215 w 2088215"/>
                      <a:gd name="connsiteY7" fmla="*/ 450130 h 450130"/>
                      <a:gd name="connsiteX8" fmla="*/ 2088215 w 2088215"/>
                      <a:gd name="connsiteY8" fmla="*/ 450130 h 450130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4550 w 2088215"/>
                      <a:gd name="connsiteY5" fmla="*/ 113651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0851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3453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48250 w 2088215"/>
                      <a:gd name="connsiteY5" fmla="*/ 112537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5879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0308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15"/>
                      <a:gd name="connsiteY0" fmla="*/ 435696 h 450118"/>
                      <a:gd name="connsiteX1" fmla="*/ 199157 w 2088215"/>
                      <a:gd name="connsiteY1" fmla="*/ 150894 h 450118"/>
                      <a:gd name="connsiteX2" fmla="*/ 528431 w 2088215"/>
                      <a:gd name="connsiteY2" fmla="*/ 31238 h 450118"/>
                      <a:gd name="connsiteX3" fmla="*/ 852543 w 2088215"/>
                      <a:gd name="connsiteY3" fmla="*/ 65 h 450118"/>
                      <a:gd name="connsiteX4" fmla="*/ 1157208 w 2088215"/>
                      <a:gd name="connsiteY4" fmla="*/ 36173 h 450118"/>
                      <a:gd name="connsiteX5" fmla="*/ 1439002 w 2088215"/>
                      <a:gd name="connsiteY5" fmla="*/ 111422 h 450118"/>
                      <a:gd name="connsiteX6" fmla="*/ 1772121 w 2088215"/>
                      <a:gd name="connsiteY6" fmla="*/ 264443 h 450118"/>
                      <a:gd name="connsiteX7" fmla="*/ 2088215 w 2088215"/>
                      <a:gd name="connsiteY7" fmla="*/ 450118 h 450118"/>
                      <a:gd name="connsiteX8" fmla="*/ 2088215 w 2088215"/>
                      <a:gd name="connsiteY8" fmla="*/ 450118 h 450118"/>
                      <a:gd name="connsiteX0" fmla="*/ 0 w 2088242"/>
                      <a:gd name="connsiteY0" fmla="*/ 435696 h 450189"/>
                      <a:gd name="connsiteX1" fmla="*/ 199157 w 2088242"/>
                      <a:gd name="connsiteY1" fmla="*/ 150894 h 450189"/>
                      <a:gd name="connsiteX2" fmla="*/ 528431 w 2088242"/>
                      <a:gd name="connsiteY2" fmla="*/ 31238 h 450189"/>
                      <a:gd name="connsiteX3" fmla="*/ 852543 w 2088242"/>
                      <a:gd name="connsiteY3" fmla="*/ 65 h 450189"/>
                      <a:gd name="connsiteX4" fmla="*/ 1157208 w 2088242"/>
                      <a:gd name="connsiteY4" fmla="*/ 36173 h 450189"/>
                      <a:gd name="connsiteX5" fmla="*/ 1439002 w 2088242"/>
                      <a:gd name="connsiteY5" fmla="*/ 111422 h 450189"/>
                      <a:gd name="connsiteX6" fmla="*/ 1772121 w 2088242"/>
                      <a:gd name="connsiteY6" fmla="*/ 264443 h 450189"/>
                      <a:gd name="connsiteX7" fmla="*/ 2088215 w 2088242"/>
                      <a:gd name="connsiteY7" fmla="*/ 450118 h 450189"/>
                      <a:gd name="connsiteX8" fmla="*/ 2088215 w 2088242"/>
                      <a:gd name="connsiteY8" fmla="*/ 450118 h 450189"/>
                      <a:gd name="connsiteX0" fmla="*/ 0 w 2088242"/>
                      <a:gd name="connsiteY0" fmla="*/ 435748 h 450241"/>
                      <a:gd name="connsiteX1" fmla="*/ 171412 w 2088242"/>
                      <a:gd name="connsiteY1" fmla="*/ 175457 h 450241"/>
                      <a:gd name="connsiteX2" fmla="*/ 528431 w 2088242"/>
                      <a:gd name="connsiteY2" fmla="*/ 31290 h 450241"/>
                      <a:gd name="connsiteX3" fmla="*/ 852543 w 2088242"/>
                      <a:gd name="connsiteY3" fmla="*/ 117 h 450241"/>
                      <a:gd name="connsiteX4" fmla="*/ 1157208 w 2088242"/>
                      <a:gd name="connsiteY4" fmla="*/ 36225 h 450241"/>
                      <a:gd name="connsiteX5" fmla="*/ 1439002 w 2088242"/>
                      <a:gd name="connsiteY5" fmla="*/ 111474 h 450241"/>
                      <a:gd name="connsiteX6" fmla="*/ 1772121 w 2088242"/>
                      <a:gd name="connsiteY6" fmla="*/ 264495 h 450241"/>
                      <a:gd name="connsiteX7" fmla="*/ 2088215 w 2088242"/>
                      <a:gd name="connsiteY7" fmla="*/ 450170 h 450241"/>
                      <a:gd name="connsiteX8" fmla="*/ 2088215 w 2088242"/>
                      <a:gd name="connsiteY8" fmla="*/ 450170 h 450241"/>
                      <a:gd name="connsiteX0" fmla="*/ 0 w 2088242"/>
                      <a:gd name="connsiteY0" fmla="*/ 435721 h 450214"/>
                      <a:gd name="connsiteX1" fmla="*/ 171412 w 2088242"/>
                      <a:gd name="connsiteY1" fmla="*/ 165403 h 450214"/>
                      <a:gd name="connsiteX2" fmla="*/ 528431 w 2088242"/>
                      <a:gd name="connsiteY2" fmla="*/ 31263 h 450214"/>
                      <a:gd name="connsiteX3" fmla="*/ 852543 w 2088242"/>
                      <a:gd name="connsiteY3" fmla="*/ 90 h 450214"/>
                      <a:gd name="connsiteX4" fmla="*/ 1157208 w 2088242"/>
                      <a:gd name="connsiteY4" fmla="*/ 36198 h 450214"/>
                      <a:gd name="connsiteX5" fmla="*/ 1439002 w 2088242"/>
                      <a:gd name="connsiteY5" fmla="*/ 111447 h 450214"/>
                      <a:gd name="connsiteX6" fmla="*/ 1772121 w 2088242"/>
                      <a:gd name="connsiteY6" fmla="*/ 264468 h 450214"/>
                      <a:gd name="connsiteX7" fmla="*/ 2088215 w 2088242"/>
                      <a:gd name="connsiteY7" fmla="*/ 450143 h 450214"/>
                      <a:gd name="connsiteX8" fmla="*/ 2088215 w 2088242"/>
                      <a:gd name="connsiteY8" fmla="*/ 450143 h 450214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5745 h 450238"/>
                      <a:gd name="connsiteX1" fmla="*/ 171412 w 2088242"/>
                      <a:gd name="connsiteY1" fmla="*/ 174340 h 450238"/>
                      <a:gd name="connsiteX2" fmla="*/ 528431 w 2088242"/>
                      <a:gd name="connsiteY2" fmla="*/ 31287 h 450238"/>
                      <a:gd name="connsiteX3" fmla="*/ 852543 w 2088242"/>
                      <a:gd name="connsiteY3" fmla="*/ 114 h 450238"/>
                      <a:gd name="connsiteX4" fmla="*/ 1157208 w 2088242"/>
                      <a:gd name="connsiteY4" fmla="*/ 36222 h 450238"/>
                      <a:gd name="connsiteX5" fmla="*/ 1439002 w 2088242"/>
                      <a:gd name="connsiteY5" fmla="*/ 111471 h 450238"/>
                      <a:gd name="connsiteX6" fmla="*/ 1772121 w 2088242"/>
                      <a:gd name="connsiteY6" fmla="*/ 264492 h 450238"/>
                      <a:gd name="connsiteX7" fmla="*/ 2088215 w 2088242"/>
                      <a:gd name="connsiteY7" fmla="*/ 450167 h 450238"/>
                      <a:gd name="connsiteX8" fmla="*/ 2088215 w 2088242"/>
                      <a:gd name="connsiteY8" fmla="*/ 450167 h 450238"/>
                      <a:gd name="connsiteX0" fmla="*/ 0 w 2088242"/>
                      <a:gd name="connsiteY0" fmla="*/ 436456 h 450949"/>
                      <a:gd name="connsiteX1" fmla="*/ 171412 w 2088242"/>
                      <a:gd name="connsiteY1" fmla="*/ 175051 h 450949"/>
                      <a:gd name="connsiteX2" fmla="*/ 522882 w 2088242"/>
                      <a:gd name="connsiteY2" fmla="*/ 26427 h 450949"/>
                      <a:gd name="connsiteX3" fmla="*/ 852543 w 2088242"/>
                      <a:gd name="connsiteY3" fmla="*/ 825 h 450949"/>
                      <a:gd name="connsiteX4" fmla="*/ 1157208 w 2088242"/>
                      <a:gd name="connsiteY4" fmla="*/ 36933 h 450949"/>
                      <a:gd name="connsiteX5" fmla="*/ 1439002 w 2088242"/>
                      <a:gd name="connsiteY5" fmla="*/ 112182 h 450949"/>
                      <a:gd name="connsiteX6" fmla="*/ 1772121 w 2088242"/>
                      <a:gd name="connsiteY6" fmla="*/ 265203 h 450949"/>
                      <a:gd name="connsiteX7" fmla="*/ 2088215 w 2088242"/>
                      <a:gd name="connsiteY7" fmla="*/ 450878 h 450949"/>
                      <a:gd name="connsiteX8" fmla="*/ 2088215 w 2088242"/>
                      <a:gd name="connsiteY8" fmla="*/ 450878 h 450949"/>
                      <a:gd name="connsiteX0" fmla="*/ 0 w 2088242"/>
                      <a:gd name="connsiteY0" fmla="*/ 435915 h 450408"/>
                      <a:gd name="connsiteX1" fmla="*/ 171412 w 2088242"/>
                      <a:gd name="connsiteY1" fmla="*/ 174510 h 450408"/>
                      <a:gd name="connsiteX2" fmla="*/ 522882 w 2088242"/>
                      <a:gd name="connsiteY2" fmla="*/ 25886 h 450408"/>
                      <a:gd name="connsiteX3" fmla="*/ 852543 w 2088242"/>
                      <a:gd name="connsiteY3" fmla="*/ 284 h 450408"/>
                      <a:gd name="connsiteX4" fmla="*/ 1157208 w 2088242"/>
                      <a:gd name="connsiteY4" fmla="*/ 36392 h 450408"/>
                      <a:gd name="connsiteX5" fmla="*/ 1439002 w 2088242"/>
                      <a:gd name="connsiteY5" fmla="*/ 111641 h 450408"/>
                      <a:gd name="connsiteX6" fmla="*/ 1772121 w 2088242"/>
                      <a:gd name="connsiteY6" fmla="*/ 264662 h 450408"/>
                      <a:gd name="connsiteX7" fmla="*/ 2088215 w 2088242"/>
                      <a:gd name="connsiteY7" fmla="*/ 450337 h 450408"/>
                      <a:gd name="connsiteX8" fmla="*/ 2088215 w 2088242"/>
                      <a:gd name="connsiteY8" fmla="*/ 450337 h 450408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744 h 450237"/>
                      <a:gd name="connsiteX1" fmla="*/ 171412 w 2088242"/>
                      <a:gd name="connsiteY1" fmla="*/ 174339 h 450237"/>
                      <a:gd name="connsiteX2" fmla="*/ 519183 w 2088242"/>
                      <a:gd name="connsiteY2" fmla="*/ 33514 h 450237"/>
                      <a:gd name="connsiteX3" fmla="*/ 852543 w 2088242"/>
                      <a:gd name="connsiteY3" fmla="*/ 113 h 450237"/>
                      <a:gd name="connsiteX4" fmla="*/ 1157208 w 2088242"/>
                      <a:gd name="connsiteY4" fmla="*/ 36221 h 450237"/>
                      <a:gd name="connsiteX5" fmla="*/ 1439002 w 2088242"/>
                      <a:gd name="connsiteY5" fmla="*/ 111470 h 450237"/>
                      <a:gd name="connsiteX6" fmla="*/ 1772121 w 2088242"/>
                      <a:gd name="connsiteY6" fmla="*/ 264491 h 450237"/>
                      <a:gd name="connsiteX7" fmla="*/ 2088215 w 2088242"/>
                      <a:gd name="connsiteY7" fmla="*/ 450166 h 450237"/>
                      <a:gd name="connsiteX8" fmla="*/ 2088215 w 2088242"/>
                      <a:gd name="connsiteY8" fmla="*/ 450166 h 450237"/>
                      <a:gd name="connsiteX0" fmla="*/ 0 w 2088242"/>
                      <a:gd name="connsiteY0" fmla="*/ 436479 h 450972"/>
                      <a:gd name="connsiteX1" fmla="*/ 171412 w 2088242"/>
                      <a:gd name="connsiteY1" fmla="*/ 175074 h 450972"/>
                      <a:gd name="connsiteX2" fmla="*/ 519183 w 2088242"/>
                      <a:gd name="connsiteY2" fmla="*/ 34249 h 450972"/>
                      <a:gd name="connsiteX3" fmla="*/ 852543 w 2088242"/>
                      <a:gd name="connsiteY3" fmla="*/ 848 h 450972"/>
                      <a:gd name="connsiteX4" fmla="*/ 1157208 w 2088242"/>
                      <a:gd name="connsiteY4" fmla="*/ 36956 h 450972"/>
                      <a:gd name="connsiteX5" fmla="*/ 1439002 w 2088242"/>
                      <a:gd name="connsiteY5" fmla="*/ 112205 h 450972"/>
                      <a:gd name="connsiteX6" fmla="*/ 1772121 w 2088242"/>
                      <a:gd name="connsiteY6" fmla="*/ 265226 h 450972"/>
                      <a:gd name="connsiteX7" fmla="*/ 2088215 w 2088242"/>
                      <a:gd name="connsiteY7" fmla="*/ 450901 h 450972"/>
                      <a:gd name="connsiteX8" fmla="*/ 2088215 w 2088242"/>
                      <a:gd name="connsiteY8" fmla="*/ 450901 h 450972"/>
                      <a:gd name="connsiteX0" fmla="*/ 0 w 2088242"/>
                      <a:gd name="connsiteY0" fmla="*/ 435643 h 450136"/>
                      <a:gd name="connsiteX1" fmla="*/ 171412 w 2088242"/>
                      <a:gd name="connsiteY1" fmla="*/ 174238 h 450136"/>
                      <a:gd name="connsiteX2" fmla="*/ 519183 w 2088242"/>
                      <a:gd name="connsiteY2" fmla="*/ 33413 h 450136"/>
                      <a:gd name="connsiteX3" fmla="*/ 852543 w 2088242"/>
                      <a:gd name="connsiteY3" fmla="*/ 12 h 450136"/>
                      <a:gd name="connsiteX4" fmla="*/ 1157208 w 2088242"/>
                      <a:gd name="connsiteY4" fmla="*/ 36120 h 450136"/>
                      <a:gd name="connsiteX5" fmla="*/ 1439002 w 2088242"/>
                      <a:gd name="connsiteY5" fmla="*/ 111369 h 450136"/>
                      <a:gd name="connsiteX6" fmla="*/ 1772121 w 2088242"/>
                      <a:gd name="connsiteY6" fmla="*/ 264390 h 450136"/>
                      <a:gd name="connsiteX7" fmla="*/ 2088215 w 2088242"/>
                      <a:gd name="connsiteY7" fmla="*/ 450065 h 450136"/>
                      <a:gd name="connsiteX8" fmla="*/ 2088215 w 2088242"/>
                      <a:gd name="connsiteY8" fmla="*/ 450065 h 450136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9183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87 h 450180"/>
                      <a:gd name="connsiteX1" fmla="*/ 171412 w 2088242"/>
                      <a:gd name="connsiteY1" fmla="*/ 174282 h 450180"/>
                      <a:gd name="connsiteX2" fmla="*/ 513634 w 2088242"/>
                      <a:gd name="connsiteY2" fmla="*/ 33457 h 450180"/>
                      <a:gd name="connsiteX3" fmla="*/ 852543 w 2088242"/>
                      <a:gd name="connsiteY3" fmla="*/ 56 h 450180"/>
                      <a:gd name="connsiteX4" fmla="*/ 1157208 w 2088242"/>
                      <a:gd name="connsiteY4" fmla="*/ 36164 h 450180"/>
                      <a:gd name="connsiteX5" fmla="*/ 1439002 w 2088242"/>
                      <a:gd name="connsiteY5" fmla="*/ 111413 h 450180"/>
                      <a:gd name="connsiteX6" fmla="*/ 1772121 w 2088242"/>
                      <a:gd name="connsiteY6" fmla="*/ 264434 h 450180"/>
                      <a:gd name="connsiteX7" fmla="*/ 2088215 w 2088242"/>
                      <a:gd name="connsiteY7" fmla="*/ 450109 h 450180"/>
                      <a:gd name="connsiteX8" fmla="*/ 2088215 w 2088242"/>
                      <a:gd name="connsiteY8" fmla="*/ 450109 h 450180"/>
                      <a:gd name="connsiteX0" fmla="*/ 0 w 2088242"/>
                      <a:gd name="connsiteY0" fmla="*/ 435665 h 450158"/>
                      <a:gd name="connsiteX1" fmla="*/ 171412 w 2088242"/>
                      <a:gd name="connsiteY1" fmla="*/ 174260 h 450158"/>
                      <a:gd name="connsiteX2" fmla="*/ 513634 w 2088242"/>
                      <a:gd name="connsiteY2" fmla="*/ 33435 h 450158"/>
                      <a:gd name="connsiteX3" fmla="*/ 852543 w 2088242"/>
                      <a:gd name="connsiteY3" fmla="*/ 34 h 450158"/>
                      <a:gd name="connsiteX4" fmla="*/ 1157208 w 2088242"/>
                      <a:gd name="connsiteY4" fmla="*/ 36142 h 450158"/>
                      <a:gd name="connsiteX5" fmla="*/ 1439002 w 2088242"/>
                      <a:gd name="connsiteY5" fmla="*/ 111391 h 450158"/>
                      <a:gd name="connsiteX6" fmla="*/ 1772121 w 2088242"/>
                      <a:gd name="connsiteY6" fmla="*/ 264412 h 450158"/>
                      <a:gd name="connsiteX7" fmla="*/ 2088215 w 2088242"/>
                      <a:gd name="connsiteY7" fmla="*/ 450087 h 450158"/>
                      <a:gd name="connsiteX8" fmla="*/ 2088215 w 2088242"/>
                      <a:gd name="connsiteY8" fmla="*/ 450087 h 450158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3 h 450146"/>
                      <a:gd name="connsiteX1" fmla="*/ 176961 w 2088242"/>
                      <a:gd name="connsiteY1" fmla="*/ 163107 h 450146"/>
                      <a:gd name="connsiteX2" fmla="*/ 513634 w 2088242"/>
                      <a:gd name="connsiteY2" fmla="*/ 33423 h 450146"/>
                      <a:gd name="connsiteX3" fmla="*/ 852543 w 2088242"/>
                      <a:gd name="connsiteY3" fmla="*/ 22 h 450146"/>
                      <a:gd name="connsiteX4" fmla="*/ 1157208 w 2088242"/>
                      <a:gd name="connsiteY4" fmla="*/ 36130 h 450146"/>
                      <a:gd name="connsiteX5" fmla="*/ 1439002 w 2088242"/>
                      <a:gd name="connsiteY5" fmla="*/ 111379 h 450146"/>
                      <a:gd name="connsiteX6" fmla="*/ 1772121 w 2088242"/>
                      <a:gd name="connsiteY6" fmla="*/ 264400 h 450146"/>
                      <a:gd name="connsiteX7" fmla="*/ 2088215 w 2088242"/>
                      <a:gd name="connsiteY7" fmla="*/ 450075 h 450146"/>
                      <a:gd name="connsiteX8" fmla="*/ 2088215 w 2088242"/>
                      <a:gd name="connsiteY8" fmla="*/ 450075 h 450146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176961 w 2088242"/>
                      <a:gd name="connsiteY1" fmla="*/ 167564 h 450147"/>
                      <a:gd name="connsiteX2" fmla="*/ 513634 w 2088242"/>
                      <a:gd name="connsiteY2" fmla="*/ 33424 h 450147"/>
                      <a:gd name="connsiteX3" fmla="*/ 852543 w 2088242"/>
                      <a:gd name="connsiteY3" fmla="*/ 23 h 450147"/>
                      <a:gd name="connsiteX4" fmla="*/ 1157208 w 2088242"/>
                      <a:gd name="connsiteY4" fmla="*/ 36131 h 450147"/>
                      <a:gd name="connsiteX5" fmla="*/ 1439002 w 2088242"/>
                      <a:gd name="connsiteY5" fmla="*/ 111380 h 450147"/>
                      <a:gd name="connsiteX6" fmla="*/ 1772121 w 2088242"/>
                      <a:gd name="connsiteY6" fmla="*/ 264401 h 450147"/>
                      <a:gd name="connsiteX7" fmla="*/ 2088215 w 2088242"/>
                      <a:gd name="connsiteY7" fmla="*/ 450076 h 450147"/>
                      <a:gd name="connsiteX8" fmla="*/ 2088215 w 2088242"/>
                      <a:gd name="connsiteY8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11925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8242"/>
                      <a:gd name="connsiteY0" fmla="*/ 435654 h 450147"/>
                      <a:gd name="connsiteX1" fmla="*/ 33292 w 2088242"/>
                      <a:gd name="connsiteY1" fmla="*/ 320838 h 450147"/>
                      <a:gd name="connsiteX2" fmla="*/ 176961 w 2088242"/>
                      <a:gd name="connsiteY2" fmla="*/ 167564 h 450147"/>
                      <a:gd name="connsiteX3" fmla="*/ 513634 w 2088242"/>
                      <a:gd name="connsiteY3" fmla="*/ 33424 h 450147"/>
                      <a:gd name="connsiteX4" fmla="*/ 852543 w 2088242"/>
                      <a:gd name="connsiteY4" fmla="*/ 23 h 450147"/>
                      <a:gd name="connsiteX5" fmla="*/ 1157208 w 2088242"/>
                      <a:gd name="connsiteY5" fmla="*/ 36131 h 450147"/>
                      <a:gd name="connsiteX6" fmla="*/ 1439002 w 2088242"/>
                      <a:gd name="connsiteY6" fmla="*/ 111380 h 450147"/>
                      <a:gd name="connsiteX7" fmla="*/ 1772121 w 2088242"/>
                      <a:gd name="connsiteY7" fmla="*/ 264401 h 450147"/>
                      <a:gd name="connsiteX8" fmla="*/ 2088215 w 2088242"/>
                      <a:gd name="connsiteY8" fmla="*/ 450076 h 450147"/>
                      <a:gd name="connsiteX9" fmla="*/ 2088215 w 208824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511784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5111 w 2086392"/>
                      <a:gd name="connsiteY2" fmla="*/ 167564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1 h 450147"/>
                      <a:gd name="connsiteX1" fmla="*/ 31442 w 2086392"/>
                      <a:gd name="connsiteY1" fmla="*/ 320838 h 450147"/>
                      <a:gd name="connsiteX2" fmla="*/ 172644 w 2086392"/>
                      <a:gd name="connsiteY2" fmla="*/ 166078 h 450147"/>
                      <a:gd name="connsiteX3" fmla="*/ 494521 w 2086392"/>
                      <a:gd name="connsiteY3" fmla="*/ 33424 h 450147"/>
                      <a:gd name="connsiteX4" fmla="*/ 850693 w 2086392"/>
                      <a:gd name="connsiteY4" fmla="*/ 23 h 450147"/>
                      <a:gd name="connsiteX5" fmla="*/ 1155358 w 2086392"/>
                      <a:gd name="connsiteY5" fmla="*/ 36131 h 450147"/>
                      <a:gd name="connsiteX6" fmla="*/ 1437152 w 2086392"/>
                      <a:gd name="connsiteY6" fmla="*/ 111380 h 450147"/>
                      <a:gd name="connsiteX7" fmla="*/ 1770271 w 2086392"/>
                      <a:gd name="connsiteY7" fmla="*/ 264401 h 450147"/>
                      <a:gd name="connsiteX8" fmla="*/ 2086365 w 2086392"/>
                      <a:gd name="connsiteY8" fmla="*/ 450076 h 450147"/>
                      <a:gd name="connsiteX9" fmla="*/ 2086365 w 2086392"/>
                      <a:gd name="connsiteY9" fmla="*/ 450076 h 450147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4 h 450150"/>
                      <a:gd name="connsiteX1" fmla="*/ 31442 w 2086392"/>
                      <a:gd name="connsiteY1" fmla="*/ 320841 h 450150"/>
                      <a:gd name="connsiteX2" fmla="*/ 172644 w 2086392"/>
                      <a:gd name="connsiteY2" fmla="*/ 172023 h 450150"/>
                      <a:gd name="connsiteX3" fmla="*/ 494521 w 2086392"/>
                      <a:gd name="connsiteY3" fmla="*/ 33427 h 450150"/>
                      <a:gd name="connsiteX4" fmla="*/ 850693 w 2086392"/>
                      <a:gd name="connsiteY4" fmla="*/ 26 h 450150"/>
                      <a:gd name="connsiteX5" fmla="*/ 1155358 w 2086392"/>
                      <a:gd name="connsiteY5" fmla="*/ 36134 h 450150"/>
                      <a:gd name="connsiteX6" fmla="*/ 1437152 w 2086392"/>
                      <a:gd name="connsiteY6" fmla="*/ 111383 h 450150"/>
                      <a:gd name="connsiteX7" fmla="*/ 1770271 w 2086392"/>
                      <a:gd name="connsiteY7" fmla="*/ 264404 h 450150"/>
                      <a:gd name="connsiteX8" fmla="*/ 2086365 w 2086392"/>
                      <a:gd name="connsiteY8" fmla="*/ 450079 h 450150"/>
                      <a:gd name="connsiteX9" fmla="*/ 2086365 w 2086392"/>
                      <a:gd name="connsiteY9" fmla="*/ 450079 h 450150"/>
                      <a:gd name="connsiteX0" fmla="*/ 0 w 2086392"/>
                      <a:gd name="connsiteY0" fmla="*/ 445680 h 450146"/>
                      <a:gd name="connsiteX1" fmla="*/ 31442 w 2086392"/>
                      <a:gd name="connsiteY1" fmla="*/ 320837 h 450146"/>
                      <a:gd name="connsiteX2" fmla="*/ 172644 w 2086392"/>
                      <a:gd name="connsiteY2" fmla="*/ 164591 h 450146"/>
                      <a:gd name="connsiteX3" fmla="*/ 494521 w 2086392"/>
                      <a:gd name="connsiteY3" fmla="*/ 33423 h 450146"/>
                      <a:gd name="connsiteX4" fmla="*/ 850693 w 2086392"/>
                      <a:gd name="connsiteY4" fmla="*/ 22 h 450146"/>
                      <a:gd name="connsiteX5" fmla="*/ 1155358 w 2086392"/>
                      <a:gd name="connsiteY5" fmla="*/ 36130 h 450146"/>
                      <a:gd name="connsiteX6" fmla="*/ 1437152 w 2086392"/>
                      <a:gd name="connsiteY6" fmla="*/ 111379 h 450146"/>
                      <a:gd name="connsiteX7" fmla="*/ 1770271 w 2086392"/>
                      <a:gd name="connsiteY7" fmla="*/ 264400 h 450146"/>
                      <a:gd name="connsiteX8" fmla="*/ 2086365 w 2086392"/>
                      <a:gd name="connsiteY8" fmla="*/ 450075 h 450146"/>
                      <a:gd name="connsiteX9" fmla="*/ 2086365 w 2086392"/>
                      <a:gd name="connsiteY9" fmla="*/ 450075 h 450146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85 h 450151"/>
                      <a:gd name="connsiteX1" fmla="*/ 31442 w 2086392"/>
                      <a:gd name="connsiteY1" fmla="*/ 320842 h 450151"/>
                      <a:gd name="connsiteX2" fmla="*/ 167712 w 2086392"/>
                      <a:gd name="connsiteY2" fmla="*/ 173509 h 450151"/>
                      <a:gd name="connsiteX3" fmla="*/ 494521 w 2086392"/>
                      <a:gd name="connsiteY3" fmla="*/ 33428 h 450151"/>
                      <a:gd name="connsiteX4" fmla="*/ 850693 w 2086392"/>
                      <a:gd name="connsiteY4" fmla="*/ 27 h 450151"/>
                      <a:gd name="connsiteX5" fmla="*/ 1155358 w 2086392"/>
                      <a:gd name="connsiteY5" fmla="*/ 36135 h 450151"/>
                      <a:gd name="connsiteX6" fmla="*/ 1437152 w 2086392"/>
                      <a:gd name="connsiteY6" fmla="*/ 111384 h 450151"/>
                      <a:gd name="connsiteX7" fmla="*/ 1770271 w 2086392"/>
                      <a:gd name="connsiteY7" fmla="*/ 264405 h 450151"/>
                      <a:gd name="connsiteX8" fmla="*/ 2086365 w 2086392"/>
                      <a:gd name="connsiteY8" fmla="*/ 450080 h 450151"/>
                      <a:gd name="connsiteX9" fmla="*/ 2086365 w 2086392"/>
                      <a:gd name="connsiteY9" fmla="*/ 450080 h 450151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75111 w 2086392"/>
                      <a:gd name="connsiteY2" fmla="*/ 155675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92374 w 2086392"/>
                      <a:gd name="connsiteY2" fmla="*/ 158646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5 h 450141"/>
                      <a:gd name="connsiteX1" fmla="*/ 31442 w 2086392"/>
                      <a:gd name="connsiteY1" fmla="*/ 320832 h 450141"/>
                      <a:gd name="connsiteX2" fmla="*/ 194840 w 2086392"/>
                      <a:gd name="connsiteY2" fmla="*/ 151217 h 450141"/>
                      <a:gd name="connsiteX3" fmla="*/ 494521 w 2086392"/>
                      <a:gd name="connsiteY3" fmla="*/ 33418 h 450141"/>
                      <a:gd name="connsiteX4" fmla="*/ 850693 w 2086392"/>
                      <a:gd name="connsiteY4" fmla="*/ 17 h 450141"/>
                      <a:gd name="connsiteX5" fmla="*/ 1155358 w 2086392"/>
                      <a:gd name="connsiteY5" fmla="*/ 36125 h 450141"/>
                      <a:gd name="connsiteX6" fmla="*/ 1437152 w 2086392"/>
                      <a:gd name="connsiteY6" fmla="*/ 111374 h 450141"/>
                      <a:gd name="connsiteX7" fmla="*/ 1770271 w 2086392"/>
                      <a:gd name="connsiteY7" fmla="*/ 264395 h 450141"/>
                      <a:gd name="connsiteX8" fmla="*/ 2086365 w 2086392"/>
                      <a:gd name="connsiteY8" fmla="*/ 450070 h 450141"/>
                      <a:gd name="connsiteX9" fmla="*/ 2086365 w 2086392"/>
                      <a:gd name="connsiteY9" fmla="*/ 450070 h 450141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7160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87441 w 2086392"/>
                      <a:gd name="connsiteY2" fmla="*/ 152704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6 h 450142"/>
                      <a:gd name="connsiteX1" fmla="*/ 31442 w 2086392"/>
                      <a:gd name="connsiteY1" fmla="*/ 320833 h 450142"/>
                      <a:gd name="connsiteX2" fmla="*/ 194840 w 2086392"/>
                      <a:gd name="connsiteY2" fmla="*/ 155675 h 450142"/>
                      <a:gd name="connsiteX3" fmla="*/ 494521 w 2086392"/>
                      <a:gd name="connsiteY3" fmla="*/ 33419 h 450142"/>
                      <a:gd name="connsiteX4" fmla="*/ 850693 w 2086392"/>
                      <a:gd name="connsiteY4" fmla="*/ 18 h 450142"/>
                      <a:gd name="connsiteX5" fmla="*/ 1155358 w 2086392"/>
                      <a:gd name="connsiteY5" fmla="*/ 36126 h 450142"/>
                      <a:gd name="connsiteX6" fmla="*/ 1437152 w 2086392"/>
                      <a:gd name="connsiteY6" fmla="*/ 111375 h 450142"/>
                      <a:gd name="connsiteX7" fmla="*/ 1770271 w 2086392"/>
                      <a:gd name="connsiteY7" fmla="*/ 264396 h 450142"/>
                      <a:gd name="connsiteX8" fmla="*/ 2086365 w 2086392"/>
                      <a:gd name="connsiteY8" fmla="*/ 450071 h 450142"/>
                      <a:gd name="connsiteX9" fmla="*/ 2086365 w 2086392"/>
                      <a:gd name="connsiteY9" fmla="*/ 450071 h 450142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5677 h 450143"/>
                      <a:gd name="connsiteX1" fmla="*/ 31442 w 2086392"/>
                      <a:gd name="connsiteY1" fmla="*/ 320834 h 450143"/>
                      <a:gd name="connsiteX2" fmla="*/ 182509 w 2086392"/>
                      <a:gd name="connsiteY2" fmla="*/ 160133 h 450143"/>
                      <a:gd name="connsiteX3" fmla="*/ 494521 w 2086392"/>
                      <a:gd name="connsiteY3" fmla="*/ 33420 h 450143"/>
                      <a:gd name="connsiteX4" fmla="*/ 850693 w 2086392"/>
                      <a:gd name="connsiteY4" fmla="*/ 19 h 450143"/>
                      <a:gd name="connsiteX5" fmla="*/ 1155358 w 2086392"/>
                      <a:gd name="connsiteY5" fmla="*/ 36127 h 450143"/>
                      <a:gd name="connsiteX6" fmla="*/ 1437152 w 2086392"/>
                      <a:gd name="connsiteY6" fmla="*/ 111376 h 450143"/>
                      <a:gd name="connsiteX7" fmla="*/ 1770271 w 2086392"/>
                      <a:gd name="connsiteY7" fmla="*/ 264397 h 450143"/>
                      <a:gd name="connsiteX8" fmla="*/ 2086365 w 2086392"/>
                      <a:gd name="connsiteY8" fmla="*/ 450072 h 450143"/>
                      <a:gd name="connsiteX9" fmla="*/ 2086365 w 2086392"/>
                      <a:gd name="connsiteY9" fmla="*/ 450072 h 450143"/>
                      <a:gd name="connsiteX0" fmla="*/ 0 w 2086392"/>
                      <a:gd name="connsiteY0" fmla="*/ 447808 h 452274"/>
                      <a:gd name="connsiteX1" fmla="*/ 31442 w 2086392"/>
                      <a:gd name="connsiteY1" fmla="*/ 322965 h 452274"/>
                      <a:gd name="connsiteX2" fmla="*/ 182509 w 2086392"/>
                      <a:gd name="connsiteY2" fmla="*/ 162264 h 452274"/>
                      <a:gd name="connsiteX3" fmla="*/ 494521 w 2086392"/>
                      <a:gd name="connsiteY3" fmla="*/ 35551 h 452274"/>
                      <a:gd name="connsiteX4" fmla="*/ 850693 w 2086392"/>
                      <a:gd name="connsiteY4" fmla="*/ 2150 h 452274"/>
                      <a:gd name="connsiteX5" fmla="*/ 1155358 w 2086392"/>
                      <a:gd name="connsiteY5" fmla="*/ 38258 h 452274"/>
                      <a:gd name="connsiteX6" fmla="*/ 1437152 w 2086392"/>
                      <a:gd name="connsiteY6" fmla="*/ 113507 h 452274"/>
                      <a:gd name="connsiteX7" fmla="*/ 1770271 w 2086392"/>
                      <a:gd name="connsiteY7" fmla="*/ 266528 h 452274"/>
                      <a:gd name="connsiteX8" fmla="*/ 2086365 w 2086392"/>
                      <a:gd name="connsiteY8" fmla="*/ 452203 h 452274"/>
                      <a:gd name="connsiteX9" fmla="*/ 2086365 w 2086392"/>
                      <a:gd name="connsiteY9" fmla="*/ 452203 h 452274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2"/>
                      <a:gd name="connsiteY0" fmla="*/ 445755 h 450221"/>
                      <a:gd name="connsiteX1" fmla="*/ 31442 w 2086392"/>
                      <a:gd name="connsiteY1" fmla="*/ 320912 h 450221"/>
                      <a:gd name="connsiteX2" fmla="*/ 182509 w 2086392"/>
                      <a:gd name="connsiteY2" fmla="*/ 160211 h 450221"/>
                      <a:gd name="connsiteX3" fmla="*/ 494521 w 2086392"/>
                      <a:gd name="connsiteY3" fmla="*/ 33498 h 450221"/>
                      <a:gd name="connsiteX4" fmla="*/ 850693 w 2086392"/>
                      <a:gd name="connsiteY4" fmla="*/ 97 h 450221"/>
                      <a:gd name="connsiteX5" fmla="*/ 1155358 w 2086392"/>
                      <a:gd name="connsiteY5" fmla="*/ 36205 h 450221"/>
                      <a:gd name="connsiteX6" fmla="*/ 1437152 w 2086392"/>
                      <a:gd name="connsiteY6" fmla="*/ 111454 h 450221"/>
                      <a:gd name="connsiteX7" fmla="*/ 1770271 w 2086392"/>
                      <a:gd name="connsiteY7" fmla="*/ 264475 h 450221"/>
                      <a:gd name="connsiteX8" fmla="*/ 2086365 w 2086392"/>
                      <a:gd name="connsiteY8" fmla="*/ 450150 h 450221"/>
                      <a:gd name="connsiteX9" fmla="*/ 2086365 w 2086392"/>
                      <a:gd name="connsiteY9" fmla="*/ 450150 h 450221"/>
                      <a:gd name="connsiteX0" fmla="*/ 0 w 2086395"/>
                      <a:gd name="connsiteY0" fmla="*/ 445755 h 450221"/>
                      <a:gd name="connsiteX1" fmla="*/ 31442 w 2086395"/>
                      <a:gd name="connsiteY1" fmla="*/ 320912 h 450221"/>
                      <a:gd name="connsiteX2" fmla="*/ 182509 w 2086395"/>
                      <a:gd name="connsiteY2" fmla="*/ 160211 h 450221"/>
                      <a:gd name="connsiteX3" fmla="*/ 494521 w 2086395"/>
                      <a:gd name="connsiteY3" fmla="*/ 33498 h 450221"/>
                      <a:gd name="connsiteX4" fmla="*/ 850693 w 2086395"/>
                      <a:gd name="connsiteY4" fmla="*/ 97 h 450221"/>
                      <a:gd name="connsiteX5" fmla="*/ 1155358 w 2086395"/>
                      <a:gd name="connsiteY5" fmla="*/ 36205 h 450221"/>
                      <a:gd name="connsiteX6" fmla="*/ 1437152 w 2086395"/>
                      <a:gd name="connsiteY6" fmla="*/ 111454 h 450221"/>
                      <a:gd name="connsiteX7" fmla="*/ 1790000 w 2086395"/>
                      <a:gd name="connsiteY7" fmla="*/ 264475 h 450221"/>
                      <a:gd name="connsiteX8" fmla="*/ 2086365 w 2086395"/>
                      <a:gd name="connsiteY8" fmla="*/ 450150 h 450221"/>
                      <a:gd name="connsiteX9" fmla="*/ 2086365 w 2086395"/>
                      <a:gd name="connsiteY9" fmla="*/ 450150 h 450221"/>
                      <a:gd name="connsiteX0" fmla="*/ 0 w 2086396"/>
                      <a:gd name="connsiteY0" fmla="*/ 445755 h 450223"/>
                      <a:gd name="connsiteX1" fmla="*/ 31442 w 2086396"/>
                      <a:gd name="connsiteY1" fmla="*/ 320912 h 450223"/>
                      <a:gd name="connsiteX2" fmla="*/ 182509 w 2086396"/>
                      <a:gd name="connsiteY2" fmla="*/ 160211 h 450223"/>
                      <a:gd name="connsiteX3" fmla="*/ 494521 w 2086396"/>
                      <a:gd name="connsiteY3" fmla="*/ 33498 h 450223"/>
                      <a:gd name="connsiteX4" fmla="*/ 850693 w 2086396"/>
                      <a:gd name="connsiteY4" fmla="*/ 97 h 450223"/>
                      <a:gd name="connsiteX5" fmla="*/ 1155358 w 2086396"/>
                      <a:gd name="connsiteY5" fmla="*/ 36205 h 450223"/>
                      <a:gd name="connsiteX6" fmla="*/ 1437152 w 2086396"/>
                      <a:gd name="connsiteY6" fmla="*/ 111454 h 450223"/>
                      <a:gd name="connsiteX7" fmla="*/ 1794932 w 2086396"/>
                      <a:gd name="connsiteY7" fmla="*/ 268932 h 450223"/>
                      <a:gd name="connsiteX8" fmla="*/ 2086365 w 2086396"/>
                      <a:gd name="connsiteY8" fmla="*/ 450150 h 450223"/>
                      <a:gd name="connsiteX9" fmla="*/ 2086365 w 2086396"/>
                      <a:gd name="connsiteY9" fmla="*/ 450150 h 450223"/>
                      <a:gd name="connsiteX0" fmla="*/ 0 w 2086395"/>
                      <a:gd name="connsiteY0" fmla="*/ 445755 h 450225"/>
                      <a:gd name="connsiteX1" fmla="*/ 31442 w 2086395"/>
                      <a:gd name="connsiteY1" fmla="*/ 320912 h 450225"/>
                      <a:gd name="connsiteX2" fmla="*/ 182509 w 2086395"/>
                      <a:gd name="connsiteY2" fmla="*/ 160211 h 450225"/>
                      <a:gd name="connsiteX3" fmla="*/ 494521 w 2086395"/>
                      <a:gd name="connsiteY3" fmla="*/ 33498 h 450225"/>
                      <a:gd name="connsiteX4" fmla="*/ 850693 w 2086395"/>
                      <a:gd name="connsiteY4" fmla="*/ 97 h 450225"/>
                      <a:gd name="connsiteX5" fmla="*/ 1155358 w 2086395"/>
                      <a:gd name="connsiteY5" fmla="*/ 36205 h 450225"/>
                      <a:gd name="connsiteX6" fmla="*/ 1437152 w 2086395"/>
                      <a:gd name="connsiteY6" fmla="*/ 111454 h 450225"/>
                      <a:gd name="connsiteX7" fmla="*/ 1792466 w 2086395"/>
                      <a:gd name="connsiteY7" fmla="*/ 271903 h 450225"/>
                      <a:gd name="connsiteX8" fmla="*/ 2086365 w 2086395"/>
                      <a:gd name="connsiteY8" fmla="*/ 450150 h 450225"/>
                      <a:gd name="connsiteX9" fmla="*/ 2086365 w 2086395"/>
                      <a:gd name="connsiteY9" fmla="*/ 450150 h 450225"/>
                      <a:gd name="connsiteX0" fmla="*/ 0 w 2086405"/>
                      <a:gd name="connsiteY0" fmla="*/ 445755 h 450248"/>
                      <a:gd name="connsiteX1" fmla="*/ 31442 w 2086405"/>
                      <a:gd name="connsiteY1" fmla="*/ 320912 h 450248"/>
                      <a:gd name="connsiteX2" fmla="*/ 182509 w 2086405"/>
                      <a:gd name="connsiteY2" fmla="*/ 160211 h 450248"/>
                      <a:gd name="connsiteX3" fmla="*/ 494521 w 2086405"/>
                      <a:gd name="connsiteY3" fmla="*/ 33498 h 450248"/>
                      <a:gd name="connsiteX4" fmla="*/ 850693 w 2086405"/>
                      <a:gd name="connsiteY4" fmla="*/ 97 h 450248"/>
                      <a:gd name="connsiteX5" fmla="*/ 1155358 w 2086405"/>
                      <a:gd name="connsiteY5" fmla="*/ 36205 h 450248"/>
                      <a:gd name="connsiteX6" fmla="*/ 1437152 w 2086405"/>
                      <a:gd name="connsiteY6" fmla="*/ 111454 h 450248"/>
                      <a:gd name="connsiteX7" fmla="*/ 1792466 w 2086405"/>
                      <a:gd name="connsiteY7" fmla="*/ 271903 h 450248"/>
                      <a:gd name="connsiteX8" fmla="*/ 2086365 w 2086405"/>
                      <a:gd name="connsiteY8" fmla="*/ 450150 h 450248"/>
                      <a:gd name="connsiteX9" fmla="*/ 2086365 w 2086405"/>
                      <a:gd name="connsiteY9" fmla="*/ 450150 h 450248"/>
                      <a:gd name="connsiteX0" fmla="*/ 0 w 2086407"/>
                      <a:gd name="connsiteY0" fmla="*/ 445755 h 450246"/>
                      <a:gd name="connsiteX1" fmla="*/ 31442 w 2086407"/>
                      <a:gd name="connsiteY1" fmla="*/ 320912 h 450246"/>
                      <a:gd name="connsiteX2" fmla="*/ 182509 w 2086407"/>
                      <a:gd name="connsiteY2" fmla="*/ 160211 h 450246"/>
                      <a:gd name="connsiteX3" fmla="*/ 494521 w 2086407"/>
                      <a:gd name="connsiteY3" fmla="*/ 33498 h 450246"/>
                      <a:gd name="connsiteX4" fmla="*/ 850693 w 2086407"/>
                      <a:gd name="connsiteY4" fmla="*/ 97 h 450246"/>
                      <a:gd name="connsiteX5" fmla="*/ 1155358 w 2086407"/>
                      <a:gd name="connsiteY5" fmla="*/ 36205 h 450246"/>
                      <a:gd name="connsiteX6" fmla="*/ 1437152 w 2086407"/>
                      <a:gd name="connsiteY6" fmla="*/ 111454 h 450246"/>
                      <a:gd name="connsiteX7" fmla="*/ 1792466 w 2086407"/>
                      <a:gd name="connsiteY7" fmla="*/ 271903 h 450246"/>
                      <a:gd name="connsiteX8" fmla="*/ 2086365 w 2086407"/>
                      <a:gd name="connsiteY8" fmla="*/ 450150 h 450246"/>
                      <a:gd name="connsiteX9" fmla="*/ 2086365 w 2086407"/>
                      <a:gd name="connsiteY9" fmla="*/ 450150 h 450246"/>
                      <a:gd name="connsiteX0" fmla="*/ 0 w 2086404"/>
                      <a:gd name="connsiteY0" fmla="*/ 445755 h 450252"/>
                      <a:gd name="connsiteX1" fmla="*/ 31442 w 2086404"/>
                      <a:gd name="connsiteY1" fmla="*/ 320912 h 450252"/>
                      <a:gd name="connsiteX2" fmla="*/ 182509 w 2086404"/>
                      <a:gd name="connsiteY2" fmla="*/ 160211 h 450252"/>
                      <a:gd name="connsiteX3" fmla="*/ 494521 w 2086404"/>
                      <a:gd name="connsiteY3" fmla="*/ 33498 h 450252"/>
                      <a:gd name="connsiteX4" fmla="*/ 850693 w 2086404"/>
                      <a:gd name="connsiteY4" fmla="*/ 97 h 450252"/>
                      <a:gd name="connsiteX5" fmla="*/ 1155358 w 2086404"/>
                      <a:gd name="connsiteY5" fmla="*/ 36205 h 450252"/>
                      <a:gd name="connsiteX6" fmla="*/ 1437152 w 2086404"/>
                      <a:gd name="connsiteY6" fmla="*/ 111454 h 450252"/>
                      <a:gd name="connsiteX7" fmla="*/ 1782601 w 2086404"/>
                      <a:gd name="connsiteY7" fmla="*/ 277845 h 450252"/>
                      <a:gd name="connsiteX8" fmla="*/ 2086365 w 2086404"/>
                      <a:gd name="connsiteY8" fmla="*/ 450150 h 450252"/>
                      <a:gd name="connsiteX9" fmla="*/ 2086365 w 2086404"/>
                      <a:gd name="connsiteY9" fmla="*/ 450150 h 450252"/>
                      <a:gd name="connsiteX0" fmla="*/ 0 w 2086404"/>
                      <a:gd name="connsiteY0" fmla="*/ 445755 h 450248"/>
                      <a:gd name="connsiteX1" fmla="*/ 31442 w 2086404"/>
                      <a:gd name="connsiteY1" fmla="*/ 320912 h 450248"/>
                      <a:gd name="connsiteX2" fmla="*/ 182509 w 2086404"/>
                      <a:gd name="connsiteY2" fmla="*/ 160211 h 450248"/>
                      <a:gd name="connsiteX3" fmla="*/ 494521 w 2086404"/>
                      <a:gd name="connsiteY3" fmla="*/ 33498 h 450248"/>
                      <a:gd name="connsiteX4" fmla="*/ 850693 w 2086404"/>
                      <a:gd name="connsiteY4" fmla="*/ 97 h 450248"/>
                      <a:gd name="connsiteX5" fmla="*/ 1155358 w 2086404"/>
                      <a:gd name="connsiteY5" fmla="*/ 36205 h 450248"/>
                      <a:gd name="connsiteX6" fmla="*/ 1437152 w 2086404"/>
                      <a:gd name="connsiteY6" fmla="*/ 111454 h 450248"/>
                      <a:gd name="connsiteX7" fmla="*/ 1782601 w 2086404"/>
                      <a:gd name="connsiteY7" fmla="*/ 273388 h 450248"/>
                      <a:gd name="connsiteX8" fmla="*/ 2086365 w 2086404"/>
                      <a:gd name="connsiteY8" fmla="*/ 450150 h 450248"/>
                      <a:gd name="connsiteX9" fmla="*/ 2086365 w 2086404"/>
                      <a:gd name="connsiteY9" fmla="*/ 450150 h 450248"/>
                      <a:gd name="connsiteX0" fmla="*/ 0 w 2086421"/>
                      <a:gd name="connsiteY0" fmla="*/ 445755 h 450292"/>
                      <a:gd name="connsiteX1" fmla="*/ 31442 w 2086421"/>
                      <a:gd name="connsiteY1" fmla="*/ 320912 h 450292"/>
                      <a:gd name="connsiteX2" fmla="*/ 182509 w 2086421"/>
                      <a:gd name="connsiteY2" fmla="*/ 160211 h 450292"/>
                      <a:gd name="connsiteX3" fmla="*/ 494521 w 2086421"/>
                      <a:gd name="connsiteY3" fmla="*/ 33498 h 450292"/>
                      <a:gd name="connsiteX4" fmla="*/ 850693 w 2086421"/>
                      <a:gd name="connsiteY4" fmla="*/ 97 h 450292"/>
                      <a:gd name="connsiteX5" fmla="*/ 1155358 w 2086421"/>
                      <a:gd name="connsiteY5" fmla="*/ 36205 h 450292"/>
                      <a:gd name="connsiteX6" fmla="*/ 1437152 w 2086421"/>
                      <a:gd name="connsiteY6" fmla="*/ 111454 h 450292"/>
                      <a:gd name="connsiteX7" fmla="*/ 1782601 w 2086421"/>
                      <a:gd name="connsiteY7" fmla="*/ 273388 h 450292"/>
                      <a:gd name="connsiteX8" fmla="*/ 2086365 w 2086421"/>
                      <a:gd name="connsiteY8" fmla="*/ 450150 h 450292"/>
                      <a:gd name="connsiteX9" fmla="*/ 2086365 w 2086421"/>
                      <a:gd name="connsiteY9" fmla="*/ 450150 h 450292"/>
                      <a:gd name="connsiteX0" fmla="*/ 0 w 2086403"/>
                      <a:gd name="connsiteY0" fmla="*/ 445755 h 450249"/>
                      <a:gd name="connsiteX1" fmla="*/ 31442 w 2086403"/>
                      <a:gd name="connsiteY1" fmla="*/ 320912 h 450249"/>
                      <a:gd name="connsiteX2" fmla="*/ 182509 w 2086403"/>
                      <a:gd name="connsiteY2" fmla="*/ 160211 h 450249"/>
                      <a:gd name="connsiteX3" fmla="*/ 494521 w 2086403"/>
                      <a:gd name="connsiteY3" fmla="*/ 33498 h 450249"/>
                      <a:gd name="connsiteX4" fmla="*/ 850693 w 2086403"/>
                      <a:gd name="connsiteY4" fmla="*/ 97 h 450249"/>
                      <a:gd name="connsiteX5" fmla="*/ 1155358 w 2086403"/>
                      <a:gd name="connsiteY5" fmla="*/ 36205 h 450249"/>
                      <a:gd name="connsiteX6" fmla="*/ 1437152 w 2086403"/>
                      <a:gd name="connsiteY6" fmla="*/ 111454 h 450249"/>
                      <a:gd name="connsiteX7" fmla="*/ 1735745 w 2086403"/>
                      <a:gd name="connsiteY7" fmla="*/ 243678 h 450249"/>
                      <a:gd name="connsiteX8" fmla="*/ 2086365 w 2086403"/>
                      <a:gd name="connsiteY8" fmla="*/ 450150 h 450249"/>
                      <a:gd name="connsiteX9" fmla="*/ 2086365 w 2086403"/>
                      <a:gd name="connsiteY9" fmla="*/ 450150 h 450249"/>
                      <a:gd name="connsiteX0" fmla="*/ 0 w 2086409"/>
                      <a:gd name="connsiteY0" fmla="*/ 445755 h 450249"/>
                      <a:gd name="connsiteX1" fmla="*/ 31442 w 2086409"/>
                      <a:gd name="connsiteY1" fmla="*/ 320912 h 450249"/>
                      <a:gd name="connsiteX2" fmla="*/ 182509 w 2086409"/>
                      <a:gd name="connsiteY2" fmla="*/ 160211 h 450249"/>
                      <a:gd name="connsiteX3" fmla="*/ 494521 w 2086409"/>
                      <a:gd name="connsiteY3" fmla="*/ 33498 h 450249"/>
                      <a:gd name="connsiteX4" fmla="*/ 850693 w 2086409"/>
                      <a:gd name="connsiteY4" fmla="*/ 97 h 450249"/>
                      <a:gd name="connsiteX5" fmla="*/ 1155358 w 2086409"/>
                      <a:gd name="connsiteY5" fmla="*/ 36205 h 450249"/>
                      <a:gd name="connsiteX6" fmla="*/ 1437152 w 2086409"/>
                      <a:gd name="connsiteY6" fmla="*/ 111454 h 450249"/>
                      <a:gd name="connsiteX7" fmla="*/ 1735745 w 2086409"/>
                      <a:gd name="connsiteY7" fmla="*/ 243678 h 450249"/>
                      <a:gd name="connsiteX8" fmla="*/ 2086365 w 2086409"/>
                      <a:gd name="connsiteY8" fmla="*/ 450150 h 450249"/>
                      <a:gd name="connsiteX9" fmla="*/ 2086365 w 2086409"/>
                      <a:gd name="connsiteY9" fmla="*/ 450150 h 450249"/>
                      <a:gd name="connsiteX0" fmla="*/ 0 w 2086415"/>
                      <a:gd name="connsiteY0" fmla="*/ 445755 h 450249"/>
                      <a:gd name="connsiteX1" fmla="*/ 31442 w 2086415"/>
                      <a:gd name="connsiteY1" fmla="*/ 320912 h 450249"/>
                      <a:gd name="connsiteX2" fmla="*/ 182509 w 2086415"/>
                      <a:gd name="connsiteY2" fmla="*/ 160211 h 450249"/>
                      <a:gd name="connsiteX3" fmla="*/ 494521 w 2086415"/>
                      <a:gd name="connsiteY3" fmla="*/ 33498 h 450249"/>
                      <a:gd name="connsiteX4" fmla="*/ 850693 w 2086415"/>
                      <a:gd name="connsiteY4" fmla="*/ 97 h 450249"/>
                      <a:gd name="connsiteX5" fmla="*/ 1155358 w 2086415"/>
                      <a:gd name="connsiteY5" fmla="*/ 36205 h 450249"/>
                      <a:gd name="connsiteX6" fmla="*/ 1437152 w 2086415"/>
                      <a:gd name="connsiteY6" fmla="*/ 111454 h 450249"/>
                      <a:gd name="connsiteX7" fmla="*/ 1735745 w 2086415"/>
                      <a:gd name="connsiteY7" fmla="*/ 243678 h 450249"/>
                      <a:gd name="connsiteX8" fmla="*/ 2086365 w 2086415"/>
                      <a:gd name="connsiteY8" fmla="*/ 450150 h 450249"/>
                      <a:gd name="connsiteX9" fmla="*/ 2086365 w 2086415"/>
                      <a:gd name="connsiteY9" fmla="*/ 450150 h 450249"/>
                      <a:gd name="connsiteX0" fmla="*/ 0 w 2086421"/>
                      <a:gd name="connsiteY0" fmla="*/ 445755 h 450265"/>
                      <a:gd name="connsiteX1" fmla="*/ 31442 w 2086421"/>
                      <a:gd name="connsiteY1" fmla="*/ 320912 h 450265"/>
                      <a:gd name="connsiteX2" fmla="*/ 182509 w 2086421"/>
                      <a:gd name="connsiteY2" fmla="*/ 160211 h 450265"/>
                      <a:gd name="connsiteX3" fmla="*/ 494521 w 2086421"/>
                      <a:gd name="connsiteY3" fmla="*/ 33498 h 450265"/>
                      <a:gd name="connsiteX4" fmla="*/ 850693 w 2086421"/>
                      <a:gd name="connsiteY4" fmla="*/ 97 h 450265"/>
                      <a:gd name="connsiteX5" fmla="*/ 1155358 w 2086421"/>
                      <a:gd name="connsiteY5" fmla="*/ 36205 h 450265"/>
                      <a:gd name="connsiteX6" fmla="*/ 1437152 w 2086421"/>
                      <a:gd name="connsiteY6" fmla="*/ 111454 h 450265"/>
                      <a:gd name="connsiteX7" fmla="*/ 1748076 w 2086421"/>
                      <a:gd name="connsiteY7" fmla="*/ 257048 h 450265"/>
                      <a:gd name="connsiteX8" fmla="*/ 2086365 w 2086421"/>
                      <a:gd name="connsiteY8" fmla="*/ 450150 h 450265"/>
                      <a:gd name="connsiteX9" fmla="*/ 2086365 w 2086421"/>
                      <a:gd name="connsiteY9" fmla="*/ 450150 h 450265"/>
                      <a:gd name="connsiteX0" fmla="*/ 0 w 2086416"/>
                      <a:gd name="connsiteY0" fmla="*/ 445755 h 450257"/>
                      <a:gd name="connsiteX1" fmla="*/ 31442 w 2086416"/>
                      <a:gd name="connsiteY1" fmla="*/ 320912 h 450257"/>
                      <a:gd name="connsiteX2" fmla="*/ 182509 w 2086416"/>
                      <a:gd name="connsiteY2" fmla="*/ 160211 h 450257"/>
                      <a:gd name="connsiteX3" fmla="*/ 494521 w 2086416"/>
                      <a:gd name="connsiteY3" fmla="*/ 33498 h 450257"/>
                      <a:gd name="connsiteX4" fmla="*/ 850693 w 2086416"/>
                      <a:gd name="connsiteY4" fmla="*/ 97 h 450257"/>
                      <a:gd name="connsiteX5" fmla="*/ 1155358 w 2086416"/>
                      <a:gd name="connsiteY5" fmla="*/ 36205 h 450257"/>
                      <a:gd name="connsiteX6" fmla="*/ 1437152 w 2086416"/>
                      <a:gd name="connsiteY6" fmla="*/ 111454 h 450257"/>
                      <a:gd name="connsiteX7" fmla="*/ 1738211 w 2086416"/>
                      <a:gd name="connsiteY7" fmla="*/ 251106 h 450257"/>
                      <a:gd name="connsiteX8" fmla="*/ 2086365 w 2086416"/>
                      <a:gd name="connsiteY8" fmla="*/ 450150 h 450257"/>
                      <a:gd name="connsiteX9" fmla="*/ 2086365 w 2086416"/>
                      <a:gd name="connsiteY9" fmla="*/ 450150 h 450257"/>
                      <a:gd name="connsiteX0" fmla="*/ 0 w 2086416"/>
                      <a:gd name="connsiteY0" fmla="*/ 445755 h 450247"/>
                      <a:gd name="connsiteX1" fmla="*/ 31442 w 2086416"/>
                      <a:gd name="connsiteY1" fmla="*/ 320912 h 450247"/>
                      <a:gd name="connsiteX2" fmla="*/ 182509 w 2086416"/>
                      <a:gd name="connsiteY2" fmla="*/ 160211 h 450247"/>
                      <a:gd name="connsiteX3" fmla="*/ 494521 w 2086416"/>
                      <a:gd name="connsiteY3" fmla="*/ 33498 h 450247"/>
                      <a:gd name="connsiteX4" fmla="*/ 850693 w 2086416"/>
                      <a:gd name="connsiteY4" fmla="*/ 97 h 450247"/>
                      <a:gd name="connsiteX5" fmla="*/ 1155358 w 2086416"/>
                      <a:gd name="connsiteY5" fmla="*/ 36205 h 450247"/>
                      <a:gd name="connsiteX6" fmla="*/ 1437152 w 2086416"/>
                      <a:gd name="connsiteY6" fmla="*/ 111454 h 450247"/>
                      <a:gd name="connsiteX7" fmla="*/ 1738211 w 2086416"/>
                      <a:gd name="connsiteY7" fmla="*/ 242193 h 450247"/>
                      <a:gd name="connsiteX8" fmla="*/ 2086365 w 2086416"/>
                      <a:gd name="connsiteY8" fmla="*/ 450150 h 450247"/>
                      <a:gd name="connsiteX9" fmla="*/ 2086365 w 2086416"/>
                      <a:gd name="connsiteY9" fmla="*/ 450150 h 450247"/>
                      <a:gd name="connsiteX0" fmla="*/ 0 w 2086423"/>
                      <a:gd name="connsiteY0" fmla="*/ 445755 h 450252"/>
                      <a:gd name="connsiteX1" fmla="*/ 31442 w 2086423"/>
                      <a:gd name="connsiteY1" fmla="*/ 320912 h 450252"/>
                      <a:gd name="connsiteX2" fmla="*/ 182509 w 2086423"/>
                      <a:gd name="connsiteY2" fmla="*/ 160211 h 450252"/>
                      <a:gd name="connsiteX3" fmla="*/ 494521 w 2086423"/>
                      <a:gd name="connsiteY3" fmla="*/ 33498 h 450252"/>
                      <a:gd name="connsiteX4" fmla="*/ 850693 w 2086423"/>
                      <a:gd name="connsiteY4" fmla="*/ 97 h 450252"/>
                      <a:gd name="connsiteX5" fmla="*/ 1155358 w 2086423"/>
                      <a:gd name="connsiteY5" fmla="*/ 36205 h 450252"/>
                      <a:gd name="connsiteX6" fmla="*/ 1437152 w 2086423"/>
                      <a:gd name="connsiteY6" fmla="*/ 111454 h 450252"/>
                      <a:gd name="connsiteX7" fmla="*/ 1753008 w 2086423"/>
                      <a:gd name="connsiteY7" fmla="*/ 246650 h 450252"/>
                      <a:gd name="connsiteX8" fmla="*/ 2086365 w 2086423"/>
                      <a:gd name="connsiteY8" fmla="*/ 450150 h 450252"/>
                      <a:gd name="connsiteX9" fmla="*/ 2086365 w 2086423"/>
                      <a:gd name="connsiteY9" fmla="*/ 450150 h 450252"/>
                      <a:gd name="connsiteX0" fmla="*/ 0 w 2086426"/>
                      <a:gd name="connsiteY0" fmla="*/ 445755 h 450263"/>
                      <a:gd name="connsiteX1" fmla="*/ 31442 w 2086426"/>
                      <a:gd name="connsiteY1" fmla="*/ 320912 h 450263"/>
                      <a:gd name="connsiteX2" fmla="*/ 182509 w 2086426"/>
                      <a:gd name="connsiteY2" fmla="*/ 160211 h 450263"/>
                      <a:gd name="connsiteX3" fmla="*/ 494521 w 2086426"/>
                      <a:gd name="connsiteY3" fmla="*/ 33498 h 450263"/>
                      <a:gd name="connsiteX4" fmla="*/ 850693 w 2086426"/>
                      <a:gd name="connsiteY4" fmla="*/ 97 h 450263"/>
                      <a:gd name="connsiteX5" fmla="*/ 1155358 w 2086426"/>
                      <a:gd name="connsiteY5" fmla="*/ 36205 h 450263"/>
                      <a:gd name="connsiteX6" fmla="*/ 1437152 w 2086426"/>
                      <a:gd name="connsiteY6" fmla="*/ 111454 h 450263"/>
                      <a:gd name="connsiteX7" fmla="*/ 1757941 w 2086426"/>
                      <a:gd name="connsiteY7" fmla="*/ 255563 h 450263"/>
                      <a:gd name="connsiteX8" fmla="*/ 2086365 w 2086426"/>
                      <a:gd name="connsiteY8" fmla="*/ 450150 h 450263"/>
                      <a:gd name="connsiteX9" fmla="*/ 2086365 w 2086426"/>
                      <a:gd name="connsiteY9" fmla="*/ 450150 h 450263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2045674 w 2086365"/>
                      <a:gd name="connsiteY8" fmla="*/ 41524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74156 w 2086365"/>
                      <a:gd name="connsiteY8" fmla="*/ 370677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69224 w 2086365"/>
                      <a:gd name="connsiteY8" fmla="*/ 372162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57941 w 2086365"/>
                      <a:gd name="connsiteY7" fmla="*/ 25556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37152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14957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755 h 450150"/>
                      <a:gd name="connsiteX1" fmla="*/ 31442 w 2086365"/>
                      <a:gd name="connsiteY1" fmla="*/ 320912 h 450150"/>
                      <a:gd name="connsiteX2" fmla="*/ 182509 w 2086365"/>
                      <a:gd name="connsiteY2" fmla="*/ 160211 h 450150"/>
                      <a:gd name="connsiteX3" fmla="*/ 494521 w 2086365"/>
                      <a:gd name="connsiteY3" fmla="*/ 33498 h 450150"/>
                      <a:gd name="connsiteX4" fmla="*/ 850693 w 2086365"/>
                      <a:gd name="connsiteY4" fmla="*/ 97 h 450150"/>
                      <a:gd name="connsiteX5" fmla="*/ 1155358 w 2086365"/>
                      <a:gd name="connsiteY5" fmla="*/ 36205 h 450150"/>
                      <a:gd name="connsiteX6" fmla="*/ 1422355 w 2086365"/>
                      <a:gd name="connsiteY6" fmla="*/ 111454 h 450150"/>
                      <a:gd name="connsiteX7" fmla="*/ 1733279 w 2086365"/>
                      <a:gd name="connsiteY7" fmla="*/ 242193 h 450150"/>
                      <a:gd name="connsiteX8" fmla="*/ 1932232 w 2086365"/>
                      <a:gd name="connsiteY8" fmla="*/ 354336 h 450150"/>
                      <a:gd name="connsiteX9" fmla="*/ 2086365 w 2086365"/>
                      <a:gd name="connsiteY9" fmla="*/ 450150 h 450150"/>
                      <a:gd name="connsiteX10" fmla="*/ 2086365 w 2086365"/>
                      <a:gd name="connsiteY10" fmla="*/ 450150 h 450150"/>
                      <a:gd name="connsiteX0" fmla="*/ 0 w 2086365"/>
                      <a:gd name="connsiteY0" fmla="*/ 445896 h 450291"/>
                      <a:gd name="connsiteX1" fmla="*/ 31442 w 2086365"/>
                      <a:gd name="connsiteY1" fmla="*/ 321053 h 450291"/>
                      <a:gd name="connsiteX2" fmla="*/ 182509 w 2086365"/>
                      <a:gd name="connsiteY2" fmla="*/ 160352 h 450291"/>
                      <a:gd name="connsiteX3" fmla="*/ 494521 w 2086365"/>
                      <a:gd name="connsiteY3" fmla="*/ 33639 h 450291"/>
                      <a:gd name="connsiteX4" fmla="*/ 850693 w 2086365"/>
                      <a:gd name="connsiteY4" fmla="*/ 238 h 450291"/>
                      <a:gd name="connsiteX5" fmla="*/ 1150426 w 2086365"/>
                      <a:gd name="connsiteY5" fmla="*/ 39317 h 450291"/>
                      <a:gd name="connsiteX6" fmla="*/ 1422355 w 2086365"/>
                      <a:gd name="connsiteY6" fmla="*/ 111595 h 450291"/>
                      <a:gd name="connsiteX7" fmla="*/ 1733279 w 2086365"/>
                      <a:gd name="connsiteY7" fmla="*/ 242334 h 450291"/>
                      <a:gd name="connsiteX8" fmla="*/ 1932232 w 2086365"/>
                      <a:gd name="connsiteY8" fmla="*/ 354477 h 450291"/>
                      <a:gd name="connsiteX9" fmla="*/ 2086365 w 2086365"/>
                      <a:gd name="connsiteY9" fmla="*/ 450291 h 450291"/>
                      <a:gd name="connsiteX10" fmla="*/ 2086365 w 2086365"/>
                      <a:gd name="connsiteY10" fmla="*/ 450291 h 450291"/>
                      <a:gd name="connsiteX0" fmla="*/ 0 w 2086365"/>
                      <a:gd name="connsiteY0" fmla="*/ 441326 h 445721"/>
                      <a:gd name="connsiteX1" fmla="*/ 31442 w 2086365"/>
                      <a:gd name="connsiteY1" fmla="*/ 316483 h 445721"/>
                      <a:gd name="connsiteX2" fmla="*/ 182509 w 2086365"/>
                      <a:gd name="connsiteY2" fmla="*/ 155782 h 445721"/>
                      <a:gd name="connsiteX3" fmla="*/ 494521 w 2086365"/>
                      <a:gd name="connsiteY3" fmla="*/ 29069 h 445721"/>
                      <a:gd name="connsiteX4" fmla="*/ 853159 w 2086365"/>
                      <a:gd name="connsiteY4" fmla="*/ 125 h 445721"/>
                      <a:gd name="connsiteX5" fmla="*/ 1150426 w 2086365"/>
                      <a:gd name="connsiteY5" fmla="*/ 34747 h 445721"/>
                      <a:gd name="connsiteX6" fmla="*/ 1422355 w 2086365"/>
                      <a:gd name="connsiteY6" fmla="*/ 107025 h 445721"/>
                      <a:gd name="connsiteX7" fmla="*/ 1733279 w 2086365"/>
                      <a:gd name="connsiteY7" fmla="*/ 237764 h 445721"/>
                      <a:gd name="connsiteX8" fmla="*/ 1932232 w 2086365"/>
                      <a:gd name="connsiteY8" fmla="*/ 349907 h 445721"/>
                      <a:gd name="connsiteX9" fmla="*/ 2086365 w 2086365"/>
                      <a:gd name="connsiteY9" fmla="*/ 445721 h 445721"/>
                      <a:gd name="connsiteX10" fmla="*/ 2086365 w 2086365"/>
                      <a:gd name="connsiteY10" fmla="*/ 445721 h 445721"/>
                      <a:gd name="connsiteX0" fmla="*/ 0 w 2086365"/>
                      <a:gd name="connsiteY0" fmla="*/ 441266 h 445661"/>
                      <a:gd name="connsiteX1" fmla="*/ 31442 w 2086365"/>
                      <a:gd name="connsiteY1" fmla="*/ 316423 h 445661"/>
                      <a:gd name="connsiteX2" fmla="*/ 182509 w 2086365"/>
                      <a:gd name="connsiteY2" fmla="*/ 155722 h 445661"/>
                      <a:gd name="connsiteX3" fmla="*/ 482190 w 2086365"/>
                      <a:gd name="connsiteY3" fmla="*/ 42379 h 445661"/>
                      <a:gd name="connsiteX4" fmla="*/ 853159 w 2086365"/>
                      <a:gd name="connsiteY4" fmla="*/ 65 h 445661"/>
                      <a:gd name="connsiteX5" fmla="*/ 1150426 w 2086365"/>
                      <a:gd name="connsiteY5" fmla="*/ 34687 h 445661"/>
                      <a:gd name="connsiteX6" fmla="*/ 1422355 w 2086365"/>
                      <a:gd name="connsiteY6" fmla="*/ 106965 h 445661"/>
                      <a:gd name="connsiteX7" fmla="*/ 1733279 w 2086365"/>
                      <a:gd name="connsiteY7" fmla="*/ 237704 h 445661"/>
                      <a:gd name="connsiteX8" fmla="*/ 1932232 w 2086365"/>
                      <a:gd name="connsiteY8" fmla="*/ 349847 h 445661"/>
                      <a:gd name="connsiteX9" fmla="*/ 2086365 w 2086365"/>
                      <a:gd name="connsiteY9" fmla="*/ 445661 h 445661"/>
                      <a:gd name="connsiteX10" fmla="*/ 2086365 w 2086365"/>
                      <a:gd name="connsiteY10" fmla="*/ 445661 h 445661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2509 w 2086365"/>
                      <a:gd name="connsiteY2" fmla="*/ 155658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94521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02 h 445597"/>
                      <a:gd name="connsiteX1" fmla="*/ 31442 w 2086365"/>
                      <a:gd name="connsiteY1" fmla="*/ 316359 h 445597"/>
                      <a:gd name="connsiteX2" fmla="*/ 184975 w 2086365"/>
                      <a:gd name="connsiteY2" fmla="*/ 161600 h 445597"/>
                      <a:gd name="connsiteX3" fmla="*/ 469859 w 2086365"/>
                      <a:gd name="connsiteY3" fmla="*/ 34888 h 445597"/>
                      <a:gd name="connsiteX4" fmla="*/ 853159 w 2086365"/>
                      <a:gd name="connsiteY4" fmla="*/ 1 h 445597"/>
                      <a:gd name="connsiteX5" fmla="*/ 1150426 w 2086365"/>
                      <a:gd name="connsiteY5" fmla="*/ 34623 h 445597"/>
                      <a:gd name="connsiteX6" fmla="*/ 1422355 w 2086365"/>
                      <a:gd name="connsiteY6" fmla="*/ 106901 h 445597"/>
                      <a:gd name="connsiteX7" fmla="*/ 1733279 w 2086365"/>
                      <a:gd name="connsiteY7" fmla="*/ 237640 h 445597"/>
                      <a:gd name="connsiteX8" fmla="*/ 1932232 w 2086365"/>
                      <a:gd name="connsiteY8" fmla="*/ 349783 h 445597"/>
                      <a:gd name="connsiteX9" fmla="*/ 2086365 w 2086365"/>
                      <a:gd name="connsiteY9" fmla="*/ 445597 h 445597"/>
                      <a:gd name="connsiteX10" fmla="*/ 2086365 w 2086365"/>
                      <a:gd name="connsiteY10" fmla="*/ 445597 h 445597"/>
                      <a:gd name="connsiteX0" fmla="*/ 0 w 2086365"/>
                      <a:gd name="connsiteY0" fmla="*/ 441265 h 445660"/>
                      <a:gd name="connsiteX1" fmla="*/ 31442 w 2086365"/>
                      <a:gd name="connsiteY1" fmla="*/ 316422 h 445660"/>
                      <a:gd name="connsiteX2" fmla="*/ 184975 w 2086365"/>
                      <a:gd name="connsiteY2" fmla="*/ 161663 h 445660"/>
                      <a:gd name="connsiteX3" fmla="*/ 469859 w 2086365"/>
                      <a:gd name="connsiteY3" fmla="*/ 42378 h 445660"/>
                      <a:gd name="connsiteX4" fmla="*/ 853159 w 2086365"/>
                      <a:gd name="connsiteY4" fmla="*/ 64 h 445660"/>
                      <a:gd name="connsiteX5" fmla="*/ 1150426 w 2086365"/>
                      <a:gd name="connsiteY5" fmla="*/ 34686 h 445660"/>
                      <a:gd name="connsiteX6" fmla="*/ 1422355 w 2086365"/>
                      <a:gd name="connsiteY6" fmla="*/ 106964 h 445660"/>
                      <a:gd name="connsiteX7" fmla="*/ 1733279 w 2086365"/>
                      <a:gd name="connsiteY7" fmla="*/ 237703 h 445660"/>
                      <a:gd name="connsiteX8" fmla="*/ 1932232 w 2086365"/>
                      <a:gd name="connsiteY8" fmla="*/ 349846 h 445660"/>
                      <a:gd name="connsiteX9" fmla="*/ 2086365 w 2086365"/>
                      <a:gd name="connsiteY9" fmla="*/ 445660 h 445660"/>
                      <a:gd name="connsiteX10" fmla="*/ 2086365 w 2086365"/>
                      <a:gd name="connsiteY10" fmla="*/ 445660 h 445660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69859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44 h 445639"/>
                      <a:gd name="connsiteX1" fmla="*/ 31442 w 2086365"/>
                      <a:gd name="connsiteY1" fmla="*/ 316401 h 445639"/>
                      <a:gd name="connsiteX2" fmla="*/ 184975 w 2086365"/>
                      <a:gd name="connsiteY2" fmla="*/ 161642 h 445639"/>
                      <a:gd name="connsiteX3" fmla="*/ 477257 w 2086365"/>
                      <a:gd name="connsiteY3" fmla="*/ 40872 h 445639"/>
                      <a:gd name="connsiteX4" fmla="*/ 853159 w 2086365"/>
                      <a:gd name="connsiteY4" fmla="*/ 43 h 445639"/>
                      <a:gd name="connsiteX5" fmla="*/ 1150426 w 2086365"/>
                      <a:gd name="connsiteY5" fmla="*/ 34665 h 445639"/>
                      <a:gd name="connsiteX6" fmla="*/ 1422355 w 2086365"/>
                      <a:gd name="connsiteY6" fmla="*/ 106943 h 445639"/>
                      <a:gd name="connsiteX7" fmla="*/ 1733279 w 2086365"/>
                      <a:gd name="connsiteY7" fmla="*/ 237682 h 445639"/>
                      <a:gd name="connsiteX8" fmla="*/ 1932232 w 2086365"/>
                      <a:gd name="connsiteY8" fmla="*/ 349825 h 445639"/>
                      <a:gd name="connsiteX9" fmla="*/ 2086365 w 2086365"/>
                      <a:gd name="connsiteY9" fmla="*/ 445639 h 445639"/>
                      <a:gd name="connsiteX10" fmla="*/ 2086365 w 2086365"/>
                      <a:gd name="connsiteY10" fmla="*/ 445639 h 445639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53159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3279 w 2086365"/>
                      <a:gd name="connsiteY7" fmla="*/ 237643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32232 w 2086365"/>
                      <a:gd name="connsiteY8" fmla="*/ 349786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1205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4176 h 445600"/>
                      <a:gd name="connsiteX1" fmla="*/ 31442 w 2086365"/>
                      <a:gd name="connsiteY1" fmla="*/ 316362 h 445600"/>
                      <a:gd name="connsiteX2" fmla="*/ 184975 w 2086365"/>
                      <a:gd name="connsiteY2" fmla="*/ 161603 h 445600"/>
                      <a:gd name="connsiteX3" fmla="*/ 477257 w 2086365"/>
                      <a:gd name="connsiteY3" fmla="*/ 36377 h 445600"/>
                      <a:gd name="connsiteX4" fmla="*/ 835896 w 2086365"/>
                      <a:gd name="connsiteY4" fmla="*/ 4 h 445600"/>
                      <a:gd name="connsiteX5" fmla="*/ 1150426 w 2086365"/>
                      <a:gd name="connsiteY5" fmla="*/ 34626 h 445600"/>
                      <a:gd name="connsiteX6" fmla="*/ 1422355 w 2086365"/>
                      <a:gd name="connsiteY6" fmla="*/ 106904 h 445600"/>
                      <a:gd name="connsiteX7" fmla="*/ 1738212 w 2086365"/>
                      <a:gd name="connsiteY7" fmla="*/ 243585 h 445600"/>
                      <a:gd name="connsiteX8" fmla="*/ 1942097 w 2086365"/>
                      <a:gd name="connsiteY8" fmla="*/ 357214 h 445600"/>
                      <a:gd name="connsiteX9" fmla="*/ 2086365 w 2086365"/>
                      <a:gd name="connsiteY9" fmla="*/ 445600 h 445600"/>
                      <a:gd name="connsiteX10" fmla="*/ 2086365 w 2086365"/>
                      <a:gd name="connsiteY10" fmla="*/ 445600 h 445600"/>
                      <a:gd name="connsiteX0" fmla="*/ 0 w 2086365"/>
                      <a:gd name="connsiteY0" fmla="*/ 447147 h 447147"/>
                      <a:gd name="connsiteX1" fmla="*/ 31442 w 2086365"/>
                      <a:gd name="connsiteY1" fmla="*/ 316362 h 447147"/>
                      <a:gd name="connsiteX2" fmla="*/ 184975 w 2086365"/>
                      <a:gd name="connsiteY2" fmla="*/ 161603 h 447147"/>
                      <a:gd name="connsiteX3" fmla="*/ 477257 w 2086365"/>
                      <a:gd name="connsiteY3" fmla="*/ 36377 h 447147"/>
                      <a:gd name="connsiteX4" fmla="*/ 835896 w 2086365"/>
                      <a:gd name="connsiteY4" fmla="*/ 4 h 447147"/>
                      <a:gd name="connsiteX5" fmla="*/ 1150426 w 2086365"/>
                      <a:gd name="connsiteY5" fmla="*/ 34626 h 447147"/>
                      <a:gd name="connsiteX6" fmla="*/ 1422355 w 2086365"/>
                      <a:gd name="connsiteY6" fmla="*/ 106904 h 447147"/>
                      <a:gd name="connsiteX7" fmla="*/ 1738212 w 2086365"/>
                      <a:gd name="connsiteY7" fmla="*/ 243585 h 447147"/>
                      <a:gd name="connsiteX8" fmla="*/ 1942097 w 2086365"/>
                      <a:gd name="connsiteY8" fmla="*/ 357214 h 447147"/>
                      <a:gd name="connsiteX9" fmla="*/ 2086365 w 2086365"/>
                      <a:gd name="connsiteY9" fmla="*/ 445600 h 447147"/>
                      <a:gd name="connsiteX10" fmla="*/ 2086365 w 2086365"/>
                      <a:gd name="connsiteY10" fmla="*/ 445600 h 447147"/>
                      <a:gd name="connsiteX0" fmla="*/ 0 w 2098696"/>
                      <a:gd name="connsiteY0" fmla="*/ 447147 h 453028"/>
                      <a:gd name="connsiteX1" fmla="*/ 31442 w 2098696"/>
                      <a:gd name="connsiteY1" fmla="*/ 316362 h 453028"/>
                      <a:gd name="connsiteX2" fmla="*/ 184975 w 2098696"/>
                      <a:gd name="connsiteY2" fmla="*/ 161603 h 453028"/>
                      <a:gd name="connsiteX3" fmla="*/ 477257 w 2098696"/>
                      <a:gd name="connsiteY3" fmla="*/ 36377 h 453028"/>
                      <a:gd name="connsiteX4" fmla="*/ 835896 w 2098696"/>
                      <a:gd name="connsiteY4" fmla="*/ 4 h 453028"/>
                      <a:gd name="connsiteX5" fmla="*/ 1150426 w 2098696"/>
                      <a:gd name="connsiteY5" fmla="*/ 34626 h 453028"/>
                      <a:gd name="connsiteX6" fmla="*/ 1422355 w 2098696"/>
                      <a:gd name="connsiteY6" fmla="*/ 106904 h 453028"/>
                      <a:gd name="connsiteX7" fmla="*/ 1738212 w 2098696"/>
                      <a:gd name="connsiteY7" fmla="*/ 243585 h 453028"/>
                      <a:gd name="connsiteX8" fmla="*/ 1942097 w 2098696"/>
                      <a:gd name="connsiteY8" fmla="*/ 357214 h 453028"/>
                      <a:gd name="connsiteX9" fmla="*/ 2086365 w 2098696"/>
                      <a:gd name="connsiteY9" fmla="*/ 445600 h 453028"/>
                      <a:gd name="connsiteX10" fmla="*/ 2098696 w 2098696"/>
                      <a:gd name="connsiteY10" fmla="*/ 453028 h 45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8696" h="453028">
                        <a:moveTo>
                          <a:pt x="0" y="447147"/>
                        </a:moveTo>
                        <a:cubicBezTo>
                          <a:pt x="1850" y="409814"/>
                          <a:pt x="-1750" y="399667"/>
                          <a:pt x="31442" y="316362"/>
                        </a:cubicBezTo>
                        <a:cubicBezTo>
                          <a:pt x="72034" y="256082"/>
                          <a:pt x="110673" y="217180"/>
                          <a:pt x="184975" y="161603"/>
                        </a:cubicBezTo>
                        <a:cubicBezTo>
                          <a:pt x="259277" y="106026"/>
                          <a:pt x="368770" y="63310"/>
                          <a:pt x="477257" y="36377"/>
                        </a:cubicBezTo>
                        <a:cubicBezTo>
                          <a:pt x="585744" y="9444"/>
                          <a:pt x="723701" y="296"/>
                          <a:pt x="835896" y="4"/>
                        </a:cubicBezTo>
                        <a:cubicBezTo>
                          <a:pt x="948091" y="-288"/>
                          <a:pt x="1052683" y="16809"/>
                          <a:pt x="1150426" y="34626"/>
                        </a:cubicBezTo>
                        <a:cubicBezTo>
                          <a:pt x="1248169" y="52443"/>
                          <a:pt x="1268388" y="54745"/>
                          <a:pt x="1422355" y="106904"/>
                        </a:cubicBezTo>
                        <a:cubicBezTo>
                          <a:pt x="1631810" y="189143"/>
                          <a:pt x="1651588" y="201867"/>
                          <a:pt x="1738212" y="243585"/>
                        </a:cubicBezTo>
                        <a:cubicBezTo>
                          <a:pt x="1824836" y="285303"/>
                          <a:pt x="1887360" y="324783"/>
                          <a:pt x="1942097" y="357214"/>
                        </a:cubicBezTo>
                        <a:cubicBezTo>
                          <a:pt x="1996834" y="389645"/>
                          <a:pt x="2079583" y="439782"/>
                          <a:pt x="2086365" y="445600"/>
                        </a:cubicBezTo>
                        <a:lnTo>
                          <a:pt x="2098696" y="453028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ja-JP" altLang="en-US" sz="1579" dirty="0"/>
                  </a:p>
                </p:txBody>
              </p:sp>
            </p:grpSp>
            <p:sp>
              <p:nvSpPr>
                <p:cNvPr id="142961" name="楕円 142960">
                  <a:extLst>
                    <a:ext uri="{FF2B5EF4-FFF2-40B4-BE49-F238E27FC236}">
                      <a16:creationId xmlns:a16="http://schemas.microsoft.com/office/drawing/2014/main" id="{0C319FA8-6FD8-4AFE-8C8A-BE2F6D27089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8100000">
                  <a:off x="3371400" y="6971400"/>
                  <a:ext cx="457200" cy="4572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42962" name="楕円 142961">
                  <a:extLst>
                    <a:ext uri="{FF2B5EF4-FFF2-40B4-BE49-F238E27FC236}">
                      <a16:creationId xmlns:a16="http://schemas.microsoft.com/office/drawing/2014/main" id="{AA800859-74B5-4E09-9D9A-04B97247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8100000">
                  <a:off x="3459600" y="7059600"/>
                  <a:ext cx="280800" cy="280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grpSp>
              <p:nvGrpSpPr>
                <p:cNvPr id="142963" name="グループ化 142962">
                  <a:extLst>
                    <a:ext uri="{FF2B5EF4-FFF2-40B4-BE49-F238E27FC236}">
                      <a16:creationId xmlns:a16="http://schemas.microsoft.com/office/drawing/2014/main" id="{265E5F8F-7662-4995-9B3F-ACF0D66B3F36}"/>
                    </a:ext>
                  </a:extLst>
                </p:cNvPr>
                <p:cNvGrpSpPr/>
                <p:nvPr/>
              </p:nvGrpSpPr>
              <p:grpSpPr>
                <a:xfrm rot="8100000">
                  <a:off x="2998919" y="6598919"/>
                  <a:ext cx="1202162" cy="1202162"/>
                  <a:chOff x="4798800" y="4798800"/>
                  <a:chExt cx="1202162" cy="1202162"/>
                </a:xfrm>
              </p:grpSpPr>
              <p:cxnSp>
                <p:nvCxnSpPr>
                  <p:cNvPr id="142964" name="直線コネクタ 142963">
                    <a:extLst>
                      <a:ext uri="{FF2B5EF4-FFF2-40B4-BE49-F238E27FC236}">
                        <a16:creationId xmlns:a16="http://schemas.microsoft.com/office/drawing/2014/main" id="{30DB0309-17DB-4910-93B5-029773803B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20280000">
                    <a:off x="5202000" y="4836278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65" name="直線コネクタ 142964">
                    <a:extLst>
                      <a:ext uri="{FF2B5EF4-FFF2-40B4-BE49-F238E27FC236}">
                        <a16:creationId xmlns:a16="http://schemas.microsoft.com/office/drawing/2014/main" id="{7462811E-3373-4B4C-AC37-56E0279F6A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399881" y="47988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66" name="直線コネクタ 142965">
                    <a:extLst>
                      <a:ext uri="{FF2B5EF4-FFF2-40B4-BE49-F238E27FC236}">
                        <a16:creationId xmlns:a16="http://schemas.microsoft.com/office/drawing/2014/main" id="{823D7BB7-5A6D-43E1-87E0-1CFC6F324C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>
                    <a:off x="5399881" y="5828162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67" name="直線コネクタ 142966">
                    <a:extLst>
                      <a:ext uri="{FF2B5EF4-FFF2-40B4-BE49-F238E27FC236}">
                        <a16:creationId xmlns:a16="http://schemas.microsoft.com/office/drawing/2014/main" id="{F6EA3D6F-B59A-4C79-8D8F-12C2C72CE5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5914562" y="5313481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68" name="直線コネクタ 142967">
                    <a:extLst>
                      <a:ext uri="{FF2B5EF4-FFF2-40B4-BE49-F238E27FC236}">
                        <a16:creationId xmlns:a16="http://schemas.microsoft.com/office/drawing/2014/main" id="{867D85E1-4FE7-46DE-8502-EC3EF73F5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4885200" y="5313481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69" name="直線コネクタ 142968">
                    <a:extLst>
                      <a:ext uri="{FF2B5EF4-FFF2-40B4-BE49-F238E27FC236}">
                        <a16:creationId xmlns:a16="http://schemas.microsoft.com/office/drawing/2014/main" id="{4C1FD8D4-389C-4725-9AA7-55A1FACC00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2700000">
                    <a:off x="5763815" y="49495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0" name="直線コネクタ 142969">
                    <a:extLst>
                      <a:ext uri="{FF2B5EF4-FFF2-40B4-BE49-F238E27FC236}">
                        <a16:creationId xmlns:a16="http://schemas.microsoft.com/office/drawing/2014/main" id="{D68146C2-D8E4-4613-974F-CA117CEF96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3500000">
                    <a:off x="5035947" y="5677415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1" name="直線コネクタ 142970">
                    <a:extLst>
                      <a:ext uri="{FF2B5EF4-FFF2-40B4-BE49-F238E27FC236}">
                        <a16:creationId xmlns:a16="http://schemas.microsoft.com/office/drawing/2014/main" id="{58271215-E5EF-48D2-ACC4-49F42BAC34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8100000">
                    <a:off x="5763815" y="5677415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2" name="直線コネクタ 142971">
                    <a:extLst>
                      <a:ext uri="{FF2B5EF4-FFF2-40B4-BE49-F238E27FC236}">
                        <a16:creationId xmlns:a16="http://schemas.microsoft.com/office/drawing/2014/main" id="{1A70E36E-D77C-4689-BFAA-537C7117171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8900000">
                    <a:off x="5035947" y="49495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3" name="直線コネクタ 142972">
                    <a:extLst>
                      <a:ext uri="{FF2B5EF4-FFF2-40B4-BE49-F238E27FC236}">
                        <a16:creationId xmlns:a16="http://schemas.microsoft.com/office/drawing/2014/main" id="{78DC9312-71D6-49B7-8422-C6FC8867D1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320000">
                    <a:off x="5598000" y="483627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4" name="直線コネクタ 142973">
                    <a:extLst>
                      <a:ext uri="{FF2B5EF4-FFF2-40B4-BE49-F238E27FC236}">
                        <a16:creationId xmlns:a16="http://schemas.microsoft.com/office/drawing/2014/main" id="{A527D6B7-281F-43DD-8B2B-008A1917AD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6720000">
                    <a:off x="5878800" y="5511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5" name="直線コネクタ 142974">
                    <a:extLst>
                      <a:ext uri="{FF2B5EF4-FFF2-40B4-BE49-F238E27FC236}">
                        <a16:creationId xmlns:a16="http://schemas.microsoft.com/office/drawing/2014/main" id="{C8DE8200-44BE-4161-AA46-E762D1BDE1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7520000">
                    <a:off x="4922677" y="5115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6" name="直線コネクタ 142975">
                    <a:extLst>
                      <a:ext uri="{FF2B5EF4-FFF2-40B4-BE49-F238E27FC236}">
                        <a16:creationId xmlns:a16="http://schemas.microsoft.com/office/drawing/2014/main" id="{DD9424B1-81E5-405E-BD61-352F6E95F6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4020000">
                    <a:off x="5873647" y="5115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7" name="直線コネクタ 142976">
                    <a:extLst>
                      <a:ext uri="{FF2B5EF4-FFF2-40B4-BE49-F238E27FC236}">
                        <a16:creationId xmlns:a16="http://schemas.microsoft.com/office/drawing/2014/main" id="{CDDC1D05-C1C2-413B-8ECD-75B55E5DA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9420000">
                    <a:off x="5598000" y="57872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8" name="直線コネクタ 142977">
                    <a:extLst>
                      <a:ext uri="{FF2B5EF4-FFF2-40B4-BE49-F238E27FC236}">
                        <a16:creationId xmlns:a16="http://schemas.microsoft.com/office/drawing/2014/main" id="{48EBAAB2-1749-41B5-95BD-0ECAFDF854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2180000">
                    <a:off x="5202000" y="5787247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979" name="直線コネクタ 142978">
                    <a:extLst>
                      <a:ext uri="{FF2B5EF4-FFF2-40B4-BE49-F238E27FC236}">
                        <a16:creationId xmlns:a16="http://schemas.microsoft.com/office/drawing/2014/main" id="{CF7E3D2F-61F9-497D-A6F2-CBDD003416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4880000">
                    <a:off x="4922678" y="5511600"/>
                    <a:ext cx="0" cy="17280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42871" name="グループ化 142870">
                <a:extLst>
                  <a:ext uri="{FF2B5EF4-FFF2-40B4-BE49-F238E27FC236}">
                    <a16:creationId xmlns:a16="http://schemas.microsoft.com/office/drawing/2014/main" id="{84D95D4D-4D51-4A14-87A0-DC431EFFE645}"/>
                  </a:ext>
                </a:extLst>
              </p:cNvPr>
              <p:cNvGrpSpPr/>
              <p:nvPr/>
            </p:nvGrpSpPr>
            <p:grpSpPr>
              <a:xfrm rot="13500000">
                <a:off x="3002400" y="6602400"/>
                <a:ext cx="1198802" cy="1198802"/>
                <a:chOff x="4800480" y="4800480"/>
                <a:chExt cx="1198802" cy="1198802"/>
              </a:xfrm>
            </p:grpSpPr>
            <p:grpSp>
              <p:nvGrpSpPr>
                <p:cNvPr id="142877" name="グループ化 142876">
                  <a:extLst>
                    <a:ext uri="{FF2B5EF4-FFF2-40B4-BE49-F238E27FC236}">
                      <a16:creationId xmlns:a16="http://schemas.microsoft.com/office/drawing/2014/main" id="{83AA1C96-B907-4512-84C2-D426622BF220}"/>
                    </a:ext>
                  </a:extLst>
                </p:cNvPr>
                <p:cNvGrpSpPr/>
                <p:nvPr/>
              </p:nvGrpSpPr>
              <p:grpSpPr>
                <a:xfrm>
                  <a:off x="4800480" y="4800480"/>
                  <a:ext cx="1198802" cy="1198802"/>
                  <a:chOff x="4800480" y="4800480"/>
                  <a:chExt cx="1198802" cy="1198802"/>
                </a:xfrm>
              </p:grpSpPr>
              <p:grpSp>
                <p:nvGrpSpPr>
                  <p:cNvPr id="142889" name="グループ化 142888">
                    <a:extLst>
                      <a:ext uri="{FF2B5EF4-FFF2-40B4-BE49-F238E27FC236}">
                        <a16:creationId xmlns:a16="http://schemas.microsoft.com/office/drawing/2014/main" id="{38E25A9B-A15C-402A-8869-DEB75D5C657D}"/>
                      </a:ext>
                    </a:extLst>
                  </p:cNvPr>
                  <p:cNvGrpSpPr/>
                  <p:nvPr/>
                </p:nvGrpSpPr>
                <p:grpSpPr>
                  <a:xfrm>
                    <a:off x="5399882" y="4800482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53" name="直線コネクタ 142952">
                      <a:extLst>
                        <a:ext uri="{FF2B5EF4-FFF2-40B4-BE49-F238E27FC236}">
                          <a16:creationId xmlns:a16="http://schemas.microsoft.com/office/drawing/2014/main" id="{445661F2-0F79-45FE-8233-A96A3AF5E9F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54" name="直線コネクタ 142953">
                      <a:extLst>
                        <a:ext uri="{FF2B5EF4-FFF2-40B4-BE49-F238E27FC236}">
                          <a16:creationId xmlns:a16="http://schemas.microsoft.com/office/drawing/2014/main" id="{02FF8C2F-BD46-4F66-8D33-1565E44CDD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55" name="直線コネクタ 142954">
                      <a:extLst>
                        <a:ext uri="{FF2B5EF4-FFF2-40B4-BE49-F238E27FC236}">
                          <a16:creationId xmlns:a16="http://schemas.microsoft.com/office/drawing/2014/main" id="{AB5E5047-04D0-4EC9-94D2-58391E1A06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56" name="直線コネクタ 142955">
                      <a:extLst>
                        <a:ext uri="{FF2B5EF4-FFF2-40B4-BE49-F238E27FC236}">
                          <a16:creationId xmlns:a16="http://schemas.microsoft.com/office/drawing/2014/main" id="{28C5AFBF-D060-4130-8257-EDAC49B5FF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57" name="直線コネクタ 142956">
                      <a:extLst>
                        <a:ext uri="{FF2B5EF4-FFF2-40B4-BE49-F238E27FC236}">
                          <a16:creationId xmlns:a16="http://schemas.microsoft.com/office/drawing/2014/main" id="{932EF7F0-3EA5-4675-BE75-90E2AF051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58" name="直線コネクタ 142957">
                      <a:extLst>
                        <a:ext uri="{FF2B5EF4-FFF2-40B4-BE49-F238E27FC236}">
                          <a16:creationId xmlns:a16="http://schemas.microsoft.com/office/drawing/2014/main" id="{0CC7B605-867C-4878-A9BD-527DD4F77B3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0" name="グループ化 142889">
                    <a:extLst>
                      <a:ext uri="{FF2B5EF4-FFF2-40B4-BE49-F238E27FC236}">
                        <a16:creationId xmlns:a16="http://schemas.microsoft.com/office/drawing/2014/main" id="{D93A67A8-F777-43E6-BBA9-30BC55B65C0A}"/>
                      </a:ext>
                    </a:extLst>
                  </p:cNvPr>
                  <p:cNvGrpSpPr/>
                  <p:nvPr/>
                </p:nvGrpSpPr>
                <p:grpSpPr>
                  <a:xfrm rot="1080000">
                    <a:off x="5399882" y="4800482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47" name="直線コネクタ 142946">
                      <a:extLst>
                        <a:ext uri="{FF2B5EF4-FFF2-40B4-BE49-F238E27FC236}">
                          <a16:creationId xmlns:a16="http://schemas.microsoft.com/office/drawing/2014/main" id="{734190FA-5680-465B-AEEC-9F8ADF1A919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48" name="直線コネクタ 142947">
                      <a:extLst>
                        <a:ext uri="{FF2B5EF4-FFF2-40B4-BE49-F238E27FC236}">
                          <a16:creationId xmlns:a16="http://schemas.microsoft.com/office/drawing/2014/main" id="{E9D5A729-DD75-402F-B953-ACDA95ABA4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49" name="直線コネクタ 142948">
                      <a:extLst>
                        <a:ext uri="{FF2B5EF4-FFF2-40B4-BE49-F238E27FC236}">
                          <a16:creationId xmlns:a16="http://schemas.microsoft.com/office/drawing/2014/main" id="{CEF91478-D405-4D35-A0AF-486A1BA76C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50" name="直線コネクタ 142949">
                      <a:extLst>
                        <a:ext uri="{FF2B5EF4-FFF2-40B4-BE49-F238E27FC236}">
                          <a16:creationId xmlns:a16="http://schemas.microsoft.com/office/drawing/2014/main" id="{462E8957-E5DA-4F6C-B28B-FA05E35AAF8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51" name="直線コネクタ 142950">
                      <a:extLst>
                        <a:ext uri="{FF2B5EF4-FFF2-40B4-BE49-F238E27FC236}">
                          <a16:creationId xmlns:a16="http://schemas.microsoft.com/office/drawing/2014/main" id="{E4FB4316-0F9A-41DD-AD80-33522527DE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52" name="直線コネクタ 142951">
                      <a:extLst>
                        <a:ext uri="{FF2B5EF4-FFF2-40B4-BE49-F238E27FC236}">
                          <a16:creationId xmlns:a16="http://schemas.microsoft.com/office/drawing/2014/main" id="{8486D265-A50C-48D3-B036-8A4A9A0849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1" name="グループ化 142890">
                    <a:extLst>
                      <a:ext uri="{FF2B5EF4-FFF2-40B4-BE49-F238E27FC236}">
                        <a16:creationId xmlns:a16="http://schemas.microsoft.com/office/drawing/2014/main" id="{4AA4D797-2FCD-4DB9-8766-82AE0D0FA13C}"/>
                      </a:ext>
                    </a:extLst>
                  </p:cNvPr>
                  <p:cNvGrpSpPr/>
                  <p:nvPr/>
                </p:nvGrpSpPr>
                <p:grpSpPr>
                  <a:xfrm rot="2160000">
                    <a:off x="5399880" y="4800480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41" name="直線コネクタ 142940">
                      <a:extLst>
                        <a:ext uri="{FF2B5EF4-FFF2-40B4-BE49-F238E27FC236}">
                          <a16:creationId xmlns:a16="http://schemas.microsoft.com/office/drawing/2014/main" id="{28B92FF7-BEF0-4977-9CDF-B616C21632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42" name="直線コネクタ 142941">
                      <a:extLst>
                        <a:ext uri="{FF2B5EF4-FFF2-40B4-BE49-F238E27FC236}">
                          <a16:creationId xmlns:a16="http://schemas.microsoft.com/office/drawing/2014/main" id="{15920A55-ABB0-400D-8E4B-75DDA9301E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43" name="直線コネクタ 142942">
                      <a:extLst>
                        <a:ext uri="{FF2B5EF4-FFF2-40B4-BE49-F238E27FC236}">
                          <a16:creationId xmlns:a16="http://schemas.microsoft.com/office/drawing/2014/main" id="{389A70BD-DAB7-4E19-8EAD-022EBE2AC9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44" name="直線コネクタ 142943">
                      <a:extLst>
                        <a:ext uri="{FF2B5EF4-FFF2-40B4-BE49-F238E27FC236}">
                          <a16:creationId xmlns:a16="http://schemas.microsoft.com/office/drawing/2014/main" id="{8C5964CE-D245-476A-8A56-FA52A2715A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45" name="直線コネクタ 142944">
                      <a:extLst>
                        <a:ext uri="{FF2B5EF4-FFF2-40B4-BE49-F238E27FC236}">
                          <a16:creationId xmlns:a16="http://schemas.microsoft.com/office/drawing/2014/main" id="{7F33BA14-17D1-4746-9436-966C9816C6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46" name="直線コネクタ 142945">
                      <a:extLst>
                        <a:ext uri="{FF2B5EF4-FFF2-40B4-BE49-F238E27FC236}">
                          <a16:creationId xmlns:a16="http://schemas.microsoft.com/office/drawing/2014/main" id="{C31C1F16-BE53-445D-8C7F-61FCA4B786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2" name="グループ化 142891">
                    <a:extLst>
                      <a:ext uri="{FF2B5EF4-FFF2-40B4-BE49-F238E27FC236}">
                        <a16:creationId xmlns:a16="http://schemas.microsoft.com/office/drawing/2014/main" id="{1E9992A1-6C23-452A-8F37-82402566F547}"/>
                      </a:ext>
                    </a:extLst>
                  </p:cNvPr>
                  <p:cNvGrpSpPr/>
                  <p:nvPr/>
                </p:nvGrpSpPr>
                <p:grpSpPr>
                  <a:xfrm rot="3240000">
                    <a:off x="5399880" y="4800480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35" name="直線コネクタ 142934">
                      <a:extLst>
                        <a:ext uri="{FF2B5EF4-FFF2-40B4-BE49-F238E27FC236}">
                          <a16:creationId xmlns:a16="http://schemas.microsoft.com/office/drawing/2014/main" id="{5170B2F5-B0FD-4348-97A5-02AFFCC9B2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6" name="直線コネクタ 142935">
                      <a:extLst>
                        <a:ext uri="{FF2B5EF4-FFF2-40B4-BE49-F238E27FC236}">
                          <a16:creationId xmlns:a16="http://schemas.microsoft.com/office/drawing/2014/main" id="{489DEE37-6D97-4081-8760-CBAF96DCC05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7" name="直線コネクタ 142936">
                      <a:extLst>
                        <a:ext uri="{FF2B5EF4-FFF2-40B4-BE49-F238E27FC236}">
                          <a16:creationId xmlns:a16="http://schemas.microsoft.com/office/drawing/2014/main" id="{C30BA553-BA44-4D42-B9B3-977696FFE0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8" name="直線コネクタ 142937">
                      <a:extLst>
                        <a:ext uri="{FF2B5EF4-FFF2-40B4-BE49-F238E27FC236}">
                          <a16:creationId xmlns:a16="http://schemas.microsoft.com/office/drawing/2014/main" id="{2D3A237B-3067-4CD9-85AC-5814BF0401E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9" name="直線コネクタ 142938">
                      <a:extLst>
                        <a:ext uri="{FF2B5EF4-FFF2-40B4-BE49-F238E27FC236}">
                          <a16:creationId xmlns:a16="http://schemas.microsoft.com/office/drawing/2014/main" id="{A2DEAD17-04C6-45CC-A270-9672724633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40" name="直線コネクタ 142939">
                      <a:extLst>
                        <a:ext uri="{FF2B5EF4-FFF2-40B4-BE49-F238E27FC236}">
                          <a16:creationId xmlns:a16="http://schemas.microsoft.com/office/drawing/2014/main" id="{DCE70855-0121-4C78-BE4D-C6E2E9C841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3" name="グループ化 142892">
                    <a:extLst>
                      <a:ext uri="{FF2B5EF4-FFF2-40B4-BE49-F238E27FC236}">
                        <a16:creationId xmlns:a16="http://schemas.microsoft.com/office/drawing/2014/main" id="{485CB8C3-348E-4BC1-84F1-C1157BCBA65F}"/>
                      </a:ext>
                    </a:extLst>
                  </p:cNvPr>
                  <p:cNvGrpSpPr/>
                  <p:nvPr/>
                </p:nvGrpSpPr>
                <p:grpSpPr>
                  <a:xfrm rot="4320000">
                    <a:off x="5399881" y="4800483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29" name="直線コネクタ 142928">
                      <a:extLst>
                        <a:ext uri="{FF2B5EF4-FFF2-40B4-BE49-F238E27FC236}">
                          <a16:creationId xmlns:a16="http://schemas.microsoft.com/office/drawing/2014/main" id="{34220365-393E-4D0B-8493-A54D2A1C73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0" name="直線コネクタ 142929">
                      <a:extLst>
                        <a:ext uri="{FF2B5EF4-FFF2-40B4-BE49-F238E27FC236}">
                          <a16:creationId xmlns:a16="http://schemas.microsoft.com/office/drawing/2014/main" id="{E57268B9-F537-4D46-A629-9D4209F960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1" name="直線コネクタ 142930">
                      <a:extLst>
                        <a:ext uri="{FF2B5EF4-FFF2-40B4-BE49-F238E27FC236}">
                          <a16:creationId xmlns:a16="http://schemas.microsoft.com/office/drawing/2014/main" id="{F676816D-6AF5-412F-8179-DC8C305693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2" name="直線コネクタ 142931">
                      <a:extLst>
                        <a:ext uri="{FF2B5EF4-FFF2-40B4-BE49-F238E27FC236}">
                          <a16:creationId xmlns:a16="http://schemas.microsoft.com/office/drawing/2014/main" id="{DDD4C0D5-6921-4F56-9EE5-1712685221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3" name="直線コネクタ 142932">
                      <a:extLst>
                        <a:ext uri="{FF2B5EF4-FFF2-40B4-BE49-F238E27FC236}">
                          <a16:creationId xmlns:a16="http://schemas.microsoft.com/office/drawing/2014/main" id="{E1314361-FC0E-4FA8-908D-7D6B3812E8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34" name="直線コネクタ 142933">
                      <a:extLst>
                        <a:ext uri="{FF2B5EF4-FFF2-40B4-BE49-F238E27FC236}">
                          <a16:creationId xmlns:a16="http://schemas.microsoft.com/office/drawing/2014/main" id="{30D30E9F-66FB-4EC4-9C01-6CE0CBD9B3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4" name="グループ化 142893">
                    <a:extLst>
                      <a:ext uri="{FF2B5EF4-FFF2-40B4-BE49-F238E27FC236}">
                        <a16:creationId xmlns:a16="http://schemas.microsoft.com/office/drawing/2014/main" id="{6817FB55-7FA6-482A-9809-77F2525F8055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5399881" y="4800483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23" name="直線コネクタ 142922">
                      <a:extLst>
                        <a:ext uri="{FF2B5EF4-FFF2-40B4-BE49-F238E27FC236}">
                          <a16:creationId xmlns:a16="http://schemas.microsoft.com/office/drawing/2014/main" id="{5AB5B37D-AEB9-43B4-AE94-B79E5209ECC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24" name="直線コネクタ 142923">
                      <a:extLst>
                        <a:ext uri="{FF2B5EF4-FFF2-40B4-BE49-F238E27FC236}">
                          <a16:creationId xmlns:a16="http://schemas.microsoft.com/office/drawing/2014/main" id="{93B192C6-176A-41C0-A308-9CE12F60F6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25" name="直線コネクタ 142924">
                      <a:extLst>
                        <a:ext uri="{FF2B5EF4-FFF2-40B4-BE49-F238E27FC236}">
                          <a16:creationId xmlns:a16="http://schemas.microsoft.com/office/drawing/2014/main" id="{55BA2698-0C0B-4384-AEF9-066150CF14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26" name="直線コネクタ 142925">
                      <a:extLst>
                        <a:ext uri="{FF2B5EF4-FFF2-40B4-BE49-F238E27FC236}">
                          <a16:creationId xmlns:a16="http://schemas.microsoft.com/office/drawing/2014/main" id="{97B72BE1-DDAF-47E3-87E9-30349854B48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27" name="直線コネクタ 142926">
                      <a:extLst>
                        <a:ext uri="{FF2B5EF4-FFF2-40B4-BE49-F238E27FC236}">
                          <a16:creationId xmlns:a16="http://schemas.microsoft.com/office/drawing/2014/main" id="{09667DE2-FFCB-4865-A08D-2DDDB8C5A3B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28" name="直線コネクタ 142927">
                      <a:extLst>
                        <a:ext uri="{FF2B5EF4-FFF2-40B4-BE49-F238E27FC236}">
                          <a16:creationId xmlns:a16="http://schemas.microsoft.com/office/drawing/2014/main" id="{0250BCAE-57C1-4734-A5E8-1FC1CFF334D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5" name="グループ化 142894">
                    <a:extLst>
                      <a:ext uri="{FF2B5EF4-FFF2-40B4-BE49-F238E27FC236}">
                        <a16:creationId xmlns:a16="http://schemas.microsoft.com/office/drawing/2014/main" id="{0EAFF29D-46AC-48E3-904F-4E1C3978DF86}"/>
                      </a:ext>
                    </a:extLst>
                  </p:cNvPr>
                  <p:cNvGrpSpPr/>
                  <p:nvPr/>
                </p:nvGrpSpPr>
                <p:grpSpPr>
                  <a:xfrm rot="6480000">
                    <a:off x="5399882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17" name="直線コネクタ 142916">
                      <a:extLst>
                        <a:ext uri="{FF2B5EF4-FFF2-40B4-BE49-F238E27FC236}">
                          <a16:creationId xmlns:a16="http://schemas.microsoft.com/office/drawing/2014/main" id="{DB595C3F-9D25-452F-9B2E-7A1E27C379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18" name="直線コネクタ 142917">
                      <a:extLst>
                        <a:ext uri="{FF2B5EF4-FFF2-40B4-BE49-F238E27FC236}">
                          <a16:creationId xmlns:a16="http://schemas.microsoft.com/office/drawing/2014/main" id="{003E336F-D1C9-4A63-A89E-4E058BEB67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19" name="直線コネクタ 142918">
                      <a:extLst>
                        <a:ext uri="{FF2B5EF4-FFF2-40B4-BE49-F238E27FC236}">
                          <a16:creationId xmlns:a16="http://schemas.microsoft.com/office/drawing/2014/main" id="{12D995ED-CB0F-49DF-ACCC-E8A54032C0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20" name="直線コネクタ 142919">
                      <a:extLst>
                        <a:ext uri="{FF2B5EF4-FFF2-40B4-BE49-F238E27FC236}">
                          <a16:creationId xmlns:a16="http://schemas.microsoft.com/office/drawing/2014/main" id="{1554BE04-1387-4812-BDD2-500E5E98C6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21" name="直線コネクタ 142920">
                      <a:extLst>
                        <a:ext uri="{FF2B5EF4-FFF2-40B4-BE49-F238E27FC236}">
                          <a16:creationId xmlns:a16="http://schemas.microsoft.com/office/drawing/2014/main" id="{90ED6DDB-EABA-40A3-AC33-4E905C8A84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22" name="直線コネクタ 142921">
                      <a:extLst>
                        <a:ext uri="{FF2B5EF4-FFF2-40B4-BE49-F238E27FC236}">
                          <a16:creationId xmlns:a16="http://schemas.microsoft.com/office/drawing/2014/main" id="{13771521-4737-407A-A5BD-AE23D20C2EF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6" name="グループ化 142895">
                    <a:extLst>
                      <a:ext uri="{FF2B5EF4-FFF2-40B4-BE49-F238E27FC236}">
                        <a16:creationId xmlns:a16="http://schemas.microsoft.com/office/drawing/2014/main" id="{3A66B0FE-65EE-48D5-ADD1-F914A85DFD16}"/>
                      </a:ext>
                    </a:extLst>
                  </p:cNvPr>
                  <p:cNvGrpSpPr/>
                  <p:nvPr/>
                </p:nvGrpSpPr>
                <p:grpSpPr>
                  <a:xfrm rot="7560000">
                    <a:off x="5399882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11" name="直線コネクタ 142910">
                      <a:extLst>
                        <a:ext uri="{FF2B5EF4-FFF2-40B4-BE49-F238E27FC236}">
                          <a16:creationId xmlns:a16="http://schemas.microsoft.com/office/drawing/2014/main" id="{8BEA355C-E5E5-4A2B-BEB5-99EC28A60C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12" name="直線コネクタ 142911">
                      <a:extLst>
                        <a:ext uri="{FF2B5EF4-FFF2-40B4-BE49-F238E27FC236}">
                          <a16:creationId xmlns:a16="http://schemas.microsoft.com/office/drawing/2014/main" id="{8799ECEC-CDE3-42E4-B174-8D023A27D2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13" name="直線コネクタ 142912">
                      <a:extLst>
                        <a:ext uri="{FF2B5EF4-FFF2-40B4-BE49-F238E27FC236}">
                          <a16:creationId xmlns:a16="http://schemas.microsoft.com/office/drawing/2014/main" id="{F6FD42DF-3A76-4D80-93CE-6CB1DF3A2CD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14" name="直線コネクタ 142913">
                      <a:extLst>
                        <a:ext uri="{FF2B5EF4-FFF2-40B4-BE49-F238E27FC236}">
                          <a16:creationId xmlns:a16="http://schemas.microsoft.com/office/drawing/2014/main" id="{43DA558A-5138-42CE-BC54-2C09054B75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15" name="直線コネクタ 142914">
                      <a:extLst>
                        <a:ext uri="{FF2B5EF4-FFF2-40B4-BE49-F238E27FC236}">
                          <a16:creationId xmlns:a16="http://schemas.microsoft.com/office/drawing/2014/main" id="{2FAE2C0B-E162-4879-BC63-E602416185A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16" name="直線コネクタ 142915">
                      <a:extLst>
                        <a:ext uri="{FF2B5EF4-FFF2-40B4-BE49-F238E27FC236}">
                          <a16:creationId xmlns:a16="http://schemas.microsoft.com/office/drawing/2014/main" id="{C97119E5-809B-4827-BAF3-746299A7DF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7" name="グループ化 142896">
                    <a:extLst>
                      <a:ext uri="{FF2B5EF4-FFF2-40B4-BE49-F238E27FC236}">
                        <a16:creationId xmlns:a16="http://schemas.microsoft.com/office/drawing/2014/main" id="{226E7D49-936E-4867-8818-EE9010B92D02}"/>
                      </a:ext>
                    </a:extLst>
                  </p:cNvPr>
                  <p:cNvGrpSpPr/>
                  <p:nvPr/>
                </p:nvGrpSpPr>
                <p:grpSpPr>
                  <a:xfrm rot="19440000">
                    <a:off x="5399881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905" name="直線コネクタ 142904">
                      <a:extLst>
                        <a:ext uri="{FF2B5EF4-FFF2-40B4-BE49-F238E27FC236}">
                          <a16:creationId xmlns:a16="http://schemas.microsoft.com/office/drawing/2014/main" id="{44FA19C7-BC71-4328-AC8C-9BAD2EF093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6" name="直線コネクタ 142905">
                      <a:extLst>
                        <a:ext uri="{FF2B5EF4-FFF2-40B4-BE49-F238E27FC236}">
                          <a16:creationId xmlns:a16="http://schemas.microsoft.com/office/drawing/2014/main" id="{7F68AC42-5C70-4233-9F11-2CD0BF975A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7" name="直線コネクタ 142906">
                      <a:extLst>
                        <a:ext uri="{FF2B5EF4-FFF2-40B4-BE49-F238E27FC236}">
                          <a16:creationId xmlns:a16="http://schemas.microsoft.com/office/drawing/2014/main" id="{DBEE222D-243E-40FA-AD2E-36193E4162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8" name="直線コネクタ 142907">
                      <a:extLst>
                        <a:ext uri="{FF2B5EF4-FFF2-40B4-BE49-F238E27FC236}">
                          <a16:creationId xmlns:a16="http://schemas.microsoft.com/office/drawing/2014/main" id="{89DD1A56-7082-4E10-9EFA-A1B4342B5D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9" name="直線コネクタ 142908">
                      <a:extLst>
                        <a:ext uri="{FF2B5EF4-FFF2-40B4-BE49-F238E27FC236}">
                          <a16:creationId xmlns:a16="http://schemas.microsoft.com/office/drawing/2014/main" id="{6B116263-D938-4C19-AD25-44231FA8F9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10" name="直線コネクタ 142909">
                      <a:extLst>
                        <a:ext uri="{FF2B5EF4-FFF2-40B4-BE49-F238E27FC236}">
                          <a16:creationId xmlns:a16="http://schemas.microsoft.com/office/drawing/2014/main" id="{473E11BC-B0B1-4B4F-961B-4E247E6D465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2898" name="グループ化 142897">
                    <a:extLst>
                      <a:ext uri="{FF2B5EF4-FFF2-40B4-BE49-F238E27FC236}">
                        <a16:creationId xmlns:a16="http://schemas.microsoft.com/office/drawing/2014/main" id="{AA544F90-3C7D-44FE-9AFE-08B780418FD9}"/>
                      </a:ext>
                    </a:extLst>
                  </p:cNvPr>
                  <p:cNvGrpSpPr/>
                  <p:nvPr/>
                </p:nvGrpSpPr>
                <p:grpSpPr>
                  <a:xfrm rot="20520000">
                    <a:off x="5399881" y="4800481"/>
                    <a:ext cx="0" cy="1198800"/>
                    <a:chOff x="5399881" y="4800481"/>
                    <a:chExt cx="0" cy="1198800"/>
                  </a:xfrm>
                </p:grpSpPr>
                <p:cxnSp>
                  <p:nvCxnSpPr>
                    <p:cNvPr id="142899" name="直線コネクタ 142898">
                      <a:extLst>
                        <a:ext uri="{FF2B5EF4-FFF2-40B4-BE49-F238E27FC236}">
                          <a16:creationId xmlns:a16="http://schemas.microsoft.com/office/drawing/2014/main" id="{D2B117EC-DA70-49F6-BFC1-D992F20077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0" name="直線コネクタ 142899">
                      <a:extLst>
                        <a:ext uri="{FF2B5EF4-FFF2-40B4-BE49-F238E27FC236}">
                          <a16:creationId xmlns:a16="http://schemas.microsoft.com/office/drawing/2014/main" id="{BB285D3C-84A2-48B8-AA78-9187195DE9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8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1" name="直線コネクタ 142900">
                      <a:extLst>
                        <a:ext uri="{FF2B5EF4-FFF2-40B4-BE49-F238E27FC236}">
                          <a16:creationId xmlns:a16="http://schemas.microsoft.com/office/drawing/2014/main" id="{D9E45AD1-8E85-433D-B8BF-468F954A52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36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2" name="直線コネクタ 142901">
                      <a:extLst>
                        <a:ext uri="{FF2B5EF4-FFF2-40B4-BE49-F238E27FC236}">
                          <a16:creationId xmlns:a16="http://schemas.microsoft.com/office/drawing/2014/main" id="{5BF7076B-4FC6-4B59-9ECC-3146C8DCFD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3" name="直線コネクタ 142902">
                      <a:extLst>
                        <a:ext uri="{FF2B5EF4-FFF2-40B4-BE49-F238E27FC236}">
                          <a16:creationId xmlns:a16="http://schemas.microsoft.com/office/drawing/2014/main" id="{CB1280F0-92F5-4406-AB17-8429541FB4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72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2904" name="直線コネクタ 142903">
                      <a:extLst>
                        <a:ext uri="{FF2B5EF4-FFF2-40B4-BE49-F238E27FC236}">
                          <a16:creationId xmlns:a16="http://schemas.microsoft.com/office/drawing/2014/main" id="{2311790C-E5E9-43D1-88FF-0540976274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900000">
                      <a:off x="5399881" y="4800481"/>
                      <a:ext cx="0" cy="1198800"/>
                    </a:xfrm>
                    <a:prstGeom prst="line">
                      <a:avLst/>
                    </a:prstGeom>
                    <a:ln w="190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2878" name="グループ化 142877">
                  <a:extLst>
                    <a:ext uri="{FF2B5EF4-FFF2-40B4-BE49-F238E27FC236}">
                      <a16:creationId xmlns:a16="http://schemas.microsoft.com/office/drawing/2014/main" id="{60053A25-6079-438C-B005-134F9A1E005E}"/>
                    </a:ext>
                  </a:extLst>
                </p:cNvPr>
                <p:cNvGrpSpPr/>
                <p:nvPr/>
              </p:nvGrpSpPr>
              <p:grpSpPr>
                <a:xfrm>
                  <a:off x="4829818" y="4800481"/>
                  <a:ext cx="1140126" cy="1198800"/>
                  <a:chOff x="4829819" y="4800481"/>
                  <a:chExt cx="1140126" cy="1198800"/>
                </a:xfrm>
              </p:grpSpPr>
              <p:cxnSp>
                <p:nvCxnSpPr>
                  <p:cNvPr id="142879" name="直線コネクタ 142878">
                    <a:extLst>
                      <a:ext uri="{FF2B5EF4-FFF2-40B4-BE49-F238E27FC236}">
                        <a16:creationId xmlns:a16="http://schemas.microsoft.com/office/drawing/2014/main" id="{A6BADAF3-CCAC-4CB8-976B-88E166DB0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5399882" y="4800481"/>
                    <a:ext cx="352318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0" name="直線コネクタ 142879">
                    <a:extLst>
                      <a:ext uri="{FF2B5EF4-FFF2-40B4-BE49-F238E27FC236}">
                        <a16:creationId xmlns:a16="http://schemas.microsoft.com/office/drawing/2014/main" id="{A1B790E5-571D-4666-AF03-B40D5B666D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047563" y="4800481"/>
                    <a:ext cx="352319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1" name="直線コネクタ 142880">
                    <a:extLst>
                      <a:ext uri="{FF2B5EF4-FFF2-40B4-BE49-F238E27FC236}">
                        <a16:creationId xmlns:a16="http://schemas.microsoft.com/office/drawing/2014/main" id="{158C4EFC-666C-4CB5-BC82-582D72AF7B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047563" y="5214656"/>
                    <a:ext cx="922382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2" name="直線コネクタ 142881">
                    <a:extLst>
                      <a:ext uri="{FF2B5EF4-FFF2-40B4-BE49-F238E27FC236}">
                        <a16:creationId xmlns:a16="http://schemas.microsoft.com/office/drawing/2014/main" id="{5D0E6D89-418D-4454-96C9-50BD339F7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4829819" y="5214656"/>
                    <a:ext cx="922380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3" name="直線コネクタ 142882">
                    <a:extLst>
                      <a:ext uri="{FF2B5EF4-FFF2-40B4-BE49-F238E27FC236}">
                        <a16:creationId xmlns:a16="http://schemas.microsoft.com/office/drawing/2014/main" id="{1AED0104-8867-4C35-BF23-01D078DCD8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4829819" y="5214656"/>
                    <a:ext cx="1140126" cy="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4" name="直線コネクタ 142883">
                    <a:extLst>
                      <a:ext uri="{FF2B5EF4-FFF2-40B4-BE49-F238E27FC236}">
                        <a16:creationId xmlns:a16="http://schemas.microsoft.com/office/drawing/2014/main" id="{DBEAF5CB-1A51-45A8-88AA-0060FCA73E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 flipV="1">
                    <a:off x="5047564" y="4914955"/>
                    <a:ext cx="352318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5" name="直線コネクタ 142884">
                    <a:extLst>
                      <a:ext uri="{FF2B5EF4-FFF2-40B4-BE49-F238E27FC236}">
                        <a16:creationId xmlns:a16="http://schemas.microsoft.com/office/drawing/2014/main" id="{E42CA999-0896-47F6-B72D-1CB10FFB77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V="1">
                    <a:off x="5399882" y="4914955"/>
                    <a:ext cx="352319" cy="1084326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6" name="直線コネクタ 142885">
                    <a:extLst>
                      <a:ext uri="{FF2B5EF4-FFF2-40B4-BE49-F238E27FC236}">
                        <a16:creationId xmlns:a16="http://schemas.microsoft.com/office/drawing/2014/main" id="{CFC9935B-2C1B-4511-89D6-543F21F3CD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V="1">
                    <a:off x="4829819" y="4914956"/>
                    <a:ext cx="922382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7" name="直線コネクタ 142886">
                    <a:extLst>
                      <a:ext uri="{FF2B5EF4-FFF2-40B4-BE49-F238E27FC236}">
                        <a16:creationId xmlns:a16="http://schemas.microsoft.com/office/drawing/2014/main" id="{BCAF68A1-4075-4F52-91A0-8FD2A0FED6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 flipV="1">
                    <a:off x="5047565" y="4914956"/>
                    <a:ext cx="922380" cy="67015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888" name="直線コネクタ 142887">
                    <a:extLst>
                      <a:ext uri="{FF2B5EF4-FFF2-40B4-BE49-F238E27FC236}">
                        <a16:creationId xmlns:a16="http://schemas.microsoft.com/office/drawing/2014/main" id="{5EA7C9EB-1DB6-4C2A-B453-E1DD1D6E50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0800000" flipH="1">
                    <a:off x="4829819" y="5585106"/>
                    <a:ext cx="1140126" cy="0"/>
                  </a:xfrm>
                  <a:prstGeom prst="line">
                    <a:avLst/>
                  </a:prstGeom>
                  <a:ln w="1905">
                    <a:solidFill>
                      <a:srgbClr val="00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42872" name="グループ化 142871">
                <a:extLst>
                  <a:ext uri="{FF2B5EF4-FFF2-40B4-BE49-F238E27FC236}">
                    <a16:creationId xmlns:a16="http://schemas.microsoft.com/office/drawing/2014/main" id="{0F99697D-DE6A-4C03-8F76-11230320E0CE}"/>
                  </a:ext>
                </a:extLst>
              </p:cNvPr>
              <p:cNvGrpSpPr/>
              <p:nvPr/>
            </p:nvGrpSpPr>
            <p:grpSpPr>
              <a:xfrm>
                <a:off x="3513600" y="7113600"/>
                <a:ext cx="172800" cy="172800"/>
                <a:chOff x="5313481" y="5313481"/>
                <a:chExt cx="172800" cy="172800"/>
              </a:xfrm>
            </p:grpSpPr>
            <p:sp>
              <p:nvSpPr>
                <p:cNvPr id="142873" name="楕円 142872">
                  <a:extLst>
                    <a:ext uri="{FF2B5EF4-FFF2-40B4-BE49-F238E27FC236}">
                      <a16:creationId xmlns:a16="http://schemas.microsoft.com/office/drawing/2014/main" id="{81BE134E-E02F-4750-9536-30BCD40AF4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5313481" y="5313481"/>
                  <a:ext cx="172800" cy="1728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cxnSp>
              <p:nvCxnSpPr>
                <p:cNvPr id="142874" name="直線コネクタ 142873">
                  <a:extLst>
                    <a:ext uri="{FF2B5EF4-FFF2-40B4-BE49-F238E27FC236}">
                      <a16:creationId xmlns:a16="http://schemas.microsoft.com/office/drawing/2014/main" id="{6BB2C7F2-E96A-47E0-939D-6F6B2768F192}"/>
                    </a:ext>
                  </a:extLst>
                </p:cNvPr>
                <p:cNvCxnSpPr>
                  <a:cxnSpLocks/>
                  <a:stCxn id="142873" idx="3"/>
                  <a:endCxn id="142873" idx="7"/>
                </p:cNvCxnSpPr>
                <p:nvPr/>
              </p:nvCxnSpPr>
              <p:spPr>
                <a:xfrm flipH="1" flipV="1">
                  <a:off x="5338787" y="5338787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875" name="直線コネクタ 142874">
                  <a:extLst>
                    <a:ext uri="{FF2B5EF4-FFF2-40B4-BE49-F238E27FC236}">
                      <a16:creationId xmlns:a16="http://schemas.microsoft.com/office/drawing/2014/main" id="{A3F4CCB6-55C5-40E8-83DC-B1D421CD81FC}"/>
                    </a:ext>
                  </a:extLst>
                </p:cNvPr>
                <p:cNvCxnSpPr>
                  <a:cxnSpLocks/>
                  <a:stCxn id="142873" idx="5"/>
                  <a:endCxn id="142873" idx="1"/>
                </p:cNvCxnSpPr>
                <p:nvPr/>
              </p:nvCxnSpPr>
              <p:spPr>
                <a:xfrm flipV="1">
                  <a:off x="5338787" y="5338787"/>
                  <a:ext cx="122188" cy="12218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2876" name="楕円 142875">
                  <a:extLst>
                    <a:ext uri="{FF2B5EF4-FFF2-40B4-BE49-F238E27FC236}">
                      <a16:creationId xmlns:a16="http://schemas.microsoft.com/office/drawing/2014/main" id="{9627365F-8645-4EA3-9FA0-9C7187BE65E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345881" y="5345881"/>
                  <a:ext cx="108000" cy="108000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</p:grpSp>
        </p:grpSp>
      </p:grpSp>
      <p:grpSp>
        <p:nvGrpSpPr>
          <p:cNvPr id="143358" name="グループ化 143357">
            <a:extLst>
              <a:ext uri="{FF2B5EF4-FFF2-40B4-BE49-F238E27FC236}">
                <a16:creationId xmlns:a16="http://schemas.microsoft.com/office/drawing/2014/main" id="{C14207A9-D64C-4FE5-B783-AA5D237A033F}"/>
              </a:ext>
            </a:extLst>
          </p:cNvPr>
          <p:cNvGrpSpPr/>
          <p:nvPr/>
        </p:nvGrpSpPr>
        <p:grpSpPr>
          <a:xfrm>
            <a:off x="1800000" y="1800000"/>
            <a:ext cx="7200000" cy="7200000"/>
            <a:chOff x="1800000" y="1800000"/>
            <a:chExt cx="7200000" cy="7200000"/>
          </a:xfrm>
        </p:grpSpPr>
        <p:grpSp>
          <p:nvGrpSpPr>
            <p:cNvPr id="143359" name="グループ化 143358">
              <a:extLst>
                <a:ext uri="{FF2B5EF4-FFF2-40B4-BE49-F238E27FC236}">
                  <a16:creationId xmlns:a16="http://schemas.microsoft.com/office/drawing/2014/main" id="{326F8788-C0BA-4D5F-89D6-2DA73CB42235}"/>
                </a:ext>
              </a:extLst>
            </p:cNvPr>
            <p:cNvGrpSpPr/>
            <p:nvPr/>
          </p:nvGrpSpPr>
          <p:grpSpPr>
            <a:xfrm>
              <a:off x="5400000" y="1800000"/>
              <a:ext cx="3600000" cy="3600000"/>
              <a:chOff x="5400000" y="1800000"/>
              <a:chExt cx="3600000" cy="3600000"/>
            </a:xfrm>
          </p:grpSpPr>
          <p:grpSp>
            <p:nvGrpSpPr>
              <p:cNvPr id="143927" name="グループ化 143926">
                <a:extLst>
                  <a:ext uri="{FF2B5EF4-FFF2-40B4-BE49-F238E27FC236}">
                    <a16:creationId xmlns:a16="http://schemas.microsoft.com/office/drawing/2014/main" id="{9EAE3382-E45C-4C83-8BCC-783ECAB0473D}"/>
                  </a:ext>
                </a:extLst>
              </p:cNvPr>
              <p:cNvGrpSpPr/>
              <p:nvPr/>
            </p:nvGrpSpPr>
            <p:grpSpPr>
              <a:xfrm>
                <a:off x="7200000" y="36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4069" name="直線コネクタ 144068">
                  <a:extLst>
                    <a:ext uri="{FF2B5EF4-FFF2-40B4-BE49-F238E27FC236}">
                      <a16:creationId xmlns:a16="http://schemas.microsoft.com/office/drawing/2014/main" id="{D4177494-892D-452C-8071-BA3B63C6EAD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0" name="直線コネクタ 144069">
                  <a:extLst>
                    <a:ext uri="{FF2B5EF4-FFF2-40B4-BE49-F238E27FC236}">
                      <a16:creationId xmlns:a16="http://schemas.microsoft.com/office/drawing/2014/main" id="{6F77CA7E-FB06-4F27-9235-F84DBBCDB96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1" name="直線コネクタ 144070">
                  <a:extLst>
                    <a:ext uri="{FF2B5EF4-FFF2-40B4-BE49-F238E27FC236}">
                      <a16:creationId xmlns:a16="http://schemas.microsoft.com/office/drawing/2014/main" id="{8BB05B33-8180-48C9-A650-70B787AE061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2" name="直線コネクタ 144071">
                  <a:extLst>
                    <a:ext uri="{FF2B5EF4-FFF2-40B4-BE49-F238E27FC236}">
                      <a16:creationId xmlns:a16="http://schemas.microsoft.com/office/drawing/2014/main" id="{F0C70E84-AA53-424B-B8C0-724226FD12F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3" name="直線コネクタ 144072">
                  <a:extLst>
                    <a:ext uri="{FF2B5EF4-FFF2-40B4-BE49-F238E27FC236}">
                      <a16:creationId xmlns:a16="http://schemas.microsoft.com/office/drawing/2014/main" id="{BB85F147-F9EF-4B93-BACA-AE221739E4C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4" name="直線コネクタ 144073">
                  <a:extLst>
                    <a:ext uri="{FF2B5EF4-FFF2-40B4-BE49-F238E27FC236}">
                      <a16:creationId xmlns:a16="http://schemas.microsoft.com/office/drawing/2014/main" id="{F98C80E1-9433-4C80-8065-D2272F772C6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5" name="直線コネクタ 144074">
                  <a:extLst>
                    <a:ext uri="{FF2B5EF4-FFF2-40B4-BE49-F238E27FC236}">
                      <a16:creationId xmlns:a16="http://schemas.microsoft.com/office/drawing/2014/main" id="{B27CC559-2AA3-4ABF-A74D-E69A2CA415E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6" name="直線コネクタ 144075">
                  <a:extLst>
                    <a:ext uri="{FF2B5EF4-FFF2-40B4-BE49-F238E27FC236}">
                      <a16:creationId xmlns:a16="http://schemas.microsoft.com/office/drawing/2014/main" id="{48D9D872-8276-4BAB-A7DE-2690D5BE164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7" name="直線コネクタ 144076">
                  <a:extLst>
                    <a:ext uri="{FF2B5EF4-FFF2-40B4-BE49-F238E27FC236}">
                      <a16:creationId xmlns:a16="http://schemas.microsoft.com/office/drawing/2014/main" id="{35932CF6-069D-4105-94B1-C77C8F01990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8" name="直線コネクタ 144077">
                  <a:extLst>
                    <a:ext uri="{FF2B5EF4-FFF2-40B4-BE49-F238E27FC236}">
                      <a16:creationId xmlns:a16="http://schemas.microsoft.com/office/drawing/2014/main" id="{DED599AB-CF0C-4DF7-9459-C967E134D21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79" name="直線コネクタ 144078">
                  <a:extLst>
                    <a:ext uri="{FF2B5EF4-FFF2-40B4-BE49-F238E27FC236}">
                      <a16:creationId xmlns:a16="http://schemas.microsoft.com/office/drawing/2014/main" id="{352F7272-562E-4D7A-A96C-09182EDFBB5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0" name="直線コネクタ 144079">
                  <a:extLst>
                    <a:ext uri="{FF2B5EF4-FFF2-40B4-BE49-F238E27FC236}">
                      <a16:creationId xmlns:a16="http://schemas.microsoft.com/office/drawing/2014/main" id="{FA51009B-9E50-48C3-9EAD-A18E38058ED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1" name="直線コネクタ 144080">
                  <a:extLst>
                    <a:ext uri="{FF2B5EF4-FFF2-40B4-BE49-F238E27FC236}">
                      <a16:creationId xmlns:a16="http://schemas.microsoft.com/office/drawing/2014/main" id="{0B1A422A-8387-47F4-A119-DE12AECDA45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2" name="直線コネクタ 144081">
                  <a:extLst>
                    <a:ext uri="{FF2B5EF4-FFF2-40B4-BE49-F238E27FC236}">
                      <a16:creationId xmlns:a16="http://schemas.microsoft.com/office/drawing/2014/main" id="{E4633799-8F78-4564-91BB-E29E5292592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3" name="直線コネクタ 144082">
                  <a:extLst>
                    <a:ext uri="{FF2B5EF4-FFF2-40B4-BE49-F238E27FC236}">
                      <a16:creationId xmlns:a16="http://schemas.microsoft.com/office/drawing/2014/main" id="{CDF78137-DF4B-42A3-8448-A260A60F8A1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4" name="直線コネクタ 144083">
                  <a:extLst>
                    <a:ext uri="{FF2B5EF4-FFF2-40B4-BE49-F238E27FC236}">
                      <a16:creationId xmlns:a16="http://schemas.microsoft.com/office/drawing/2014/main" id="{4096AD95-9A40-4516-AECA-4BA1A14A584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5" name="直線コネクタ 144084">
                  <a:extLst>
                    <a:ext uri="{FF2B5EF4-FFF2-40B4-BE49-F238E27FC236}">
                      <a16:creationId xmlns:a16="http://schemas.microsoft.com/office/drawing/2014/main" id="{E587A66C-4C10-4596-A5CF-3E71A238BD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6" name="直線コネクタ 144085">
                  <a:extLst>
                    <a:ext uri="{FF2B5EF4-FFF2-40B4-BE49-F238E27FC236}">
                      <a16:creationId xmlns:a16="http://schemas.microsoft.com/office/drawing/2014/main" id="{90E0DC2A-EC36-41CD-A5E0-1FCD2B15FB5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7" name="直線コネクタ 144086">
                  <a:extLst>
                    <a:ext uri="{FF2B5EF4-FFF2-40B4-BE49-F238E27FC236}">
                      <a16:creationId xmlns:a16="http://schemas.microsoft.com/office/drawing/2014/main" id="{6EB344E6-F695-40B1-87DB-600E572763C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8" name="直線コネクタ 144087">
                  <a:extLst>
                    <a:ext uri="{FF2B5EF4-FFF2-40B4-BE49-F238E27FC236}">
                      <a16:creationId xmlns:a16="http://schemas.microsoft.com/office/drawing/2014/main" id="{8244ED8D-AE0B-49E2-9C76-A143336F0FF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89" name="直線コネクタ 144088">
                  <a:extLst>
                    <a:ext uri="{FF2B5EF4-FFF2-40B4-BE49-F238E27FC236}">
                      <a16:creationId xmlns:a16="http://schemas.microsoft.com/office/drawing/2014/main" id="{EEE9215E-9B07-43CB-AB72-4E4B60B5644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0" name="直線コネクタ 144089">
                  <a:extLst>
                    <a:ext uri="{FF2B5EF4-FFF2-40B4-BE49-F238E27FC236}">
                      <a16:creationId xmlns:a16="http://schemas.microsoft.com/office/drawing/2014/main" id="{EED83FC1-7A86-492E-99FE-8D65AD3F2F1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1" name="直線コネクタ 144090">
                  <a:extLst>
                    <a:ext uri="{FF2B5EF4-FFF2-40B4-BE49-F238E27FC236}">
                      <a16:creationId xmlns:a16="http://schemas.microsoft.com/office/drawing/2014/main" id="{35613755-5084-4BDE-99BD-0D833AABC06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2" name="直線コネクタ 144091">
                  <a:extLst>
                    <a:ext uri="{FF2B5EF4-FFF2-40B4-BE49-F238E27FC236}">
                      <a16:creationId xmlns:a16="http://schemas.microsoft.com/office/drawing/2014/main" id="{6B249A15-559E-4573-BB20-1D094E5AE8D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3" name="直線コネクタ 144092">
                  <a:extLst>
                    <a:ext uri="{FF2B5EF4-FFF2-40B4-BE49-F238E27FC236}">
                      <a16:creationId xmlns:a16="http://schemas.microsoft.com/office/drawing/2014/main" id="{3F7081B5-91B1-43D8-9C14-5549B3330D0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4" name="直線コネクタ 144093">
                  <a:extLst>
                    <a:ext uri="{FF2B5EF4-FFF2-40B4-BE49-F238E27FC236}">
                      <a16:creationId xmlns:a16="http://schemas.microsoft.com/office/drawing/2014/main" id="{C6439A65-9192-4740-890A-6D23EE83D71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5" name="直線コネクタ 144094">
                  <a:extLst>
                    <a:ext uri="{FF2B5EF4-FFF2-40B4-BE49-F238E27FC236}">
                      <a16:creationId xmlns:a16="http://schemas.microsoft.com/office/drawing/2014/main" id="{2D92B7A5-366E-4839-9660-5DB25955648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6" name="直線コネクタ 144095">
                  <a:extLst>
                    <a:ext uri="{FF2B5EF4-FFF2-40B4-BE49-F238E27FC236}">
                      <a16:creationId xmlns:a16="http://schemas.microsoft.com/office/drawing/2014/main" id="{3CCC22E3-8124-4AED-A88B-BE7CB44BF93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7" name="直線コネクタ 144096">
                  <a:extLst>
                    <a:ext uri="{FF2B5EF4-FFF2-40B4-BE49-F238E27FC236}">
                      <a16:creationId xmlns:a16="http://schemas.microsoft.com/office/drawing/2014/main" id="{DC32CD94-44B7-402E-8D7F-6113DAFBA94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8" name="直線コネクタ 144097">
                  <a:extLst>
                    <a:ext uri="{FF2B5EF4-FFF2-40B4-BE49-F238E27FC236}">
                      <a16:creationId xmlns:a16="http://schemas.microsoft.com/office/drawing/2014/main" id="{4ADD40BB-CC35-4228-89C6-F0E89A546BD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99" name="直線コネクタ 144098">
                  <a:extLst>
                    <a:ext uri="{FF2B5EF4-FFF2-40B4-BE49-F238E27FC236}">
                      <a16:creationId xmlns:a16="http://schemas.microsoft.com/office/drawing/2014/main" id="{B9838D7A-0CD3-4463-868C-FAD361944C4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0" name="直線コネクタ 144099">
                  <a:extLst>
                    <a:ext uri="{FF2B5EF4-FFF2-40B4-BE49-F238E27FC236}">
                      <a16:creationId xmlns:a16="http://schemas.microsoft.com/office/drawing/2014/main" id="{448B3485-B48A-40D1-8791-D18F94327F4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1" name="直線コネクタ 144100">
                  <a:extLst>
                    <a:ext uri="{FF2B5EF4-FFF2-40B4-BE49-F238E27FC236}">
                      <a16:creationId xmlns:a16="http://schemas.microsoft.com/office/drawing/2014/main" id="{AA16218F-E63A-41E0-8CC5-EF35206F9B5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2" name="直線コネクタ 144101">
                  <a:extLst>
                    <a:ext uri="{FF2B5EF4-FFF2-40B4-BE49-F238E27FC236}">
                      <a16:creationId xmlns:a16="http://schemas.microsoft.com/office/drawing/2014/main" id="{148436DD-1E87-4EEF-9070-418468C1BAF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3" name="直線コネクタ 144102">
                  <a:extLst>
                    <a:ext uri="{FF2B5EF4-FFF2-40B4-BE49-F238E27FC236}">
                      <a16:creationId xmlns:a16="http://schemas.microsoft.com/office/drawing/2014/main" id="{A1315A73-8EB9-4D0D-933E-90652CE325F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4" name="直線コネクタ 144103">
                  <a:extLst>
                    <a:ext uri="{FF2B5EF4-FFF2-40B4-BE49-F238E27FC236}">
                      <a16:creationId xmlns:a16="http://schemas.microsoft.com/office/drawing/2014/main" id="{D1565193-C8AC-4AA5-A090-2EDDF7E3DCB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5" name="直線コネクタ 144104">
                  <a:extLst>
                    <a:ext uri="{FF2B5EF4-FFF2-40B4-BE49-F238E27FC236}">
                      <a16:creationId xmlns:a16="http://schemas.microsoft.com/office/drawing/2014/main" id="{64D83CC5-E3F4-418B-A1D9-9FED541D093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6" name="直線コネクタ 144105">
                  <a:extLst>
                    <a:ext uri="{FF2B5EF4-FFF2-40B4-BE49-F238E27FC236}">
                      <a16:creationId xmlns:a16="http://schemas.microsoft.com/office/drawing/2014/main" id="{AE64F54F-E0BE-41B7-B414-E293DD6BBD8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7" name="直線コネクタ 144106">
                  <a:extLst>
                    <a:ext uri="{FF2B5EF4-FFF2-40B4-BE49-F238E27FC236}">
                      <a16:creationId xmlns:a16="http://schemas.microsoft.com/office/drawing/2014/main" id="{D96F7D88-6CB3-434D-8F71-D0F71F862BD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8" name="直線コネクタ 144107">
                  <a:extLst>
                    <a:ext uri="{FF2B5EF4-FFF2-40B4-BE49-F238E27FC236}">
                      <a16:creationId xmlns:a16="http://schemas.microsoft.com/office/drawing/2014/main" id="{4BE62817-CCC3-4A9F-B417-42BC042374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09" name="直線コネクタ 144108">
                  <a:extLst>
                    <a:ext uri="{FF2B5EF4-FFF2-40B4-BE49-F238E27FC236}">
                      <a16:creationId xmlns:a16="http://schemas.microsoft.com/office/drawing/2014/main" id="{28A2A4B5-F76E-4F64-A5BA-6C8A5D6B3B1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10" name="直線コネクタ 144109">
                  <a:extLst>
                    <a:ext uri="{FF2B5EF4-FFF2-40B4-BE49-F238E27FC236}">
                      <a16:creationId xmlns:a16="http://schemas.microsoft.com/office/drawing/2014/main" id="{B1C324DA-B134-44D4-B4DA-28222687B58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11" name="直線コネクタ 144110">
                  <a:extLst>
                    <a:ext uri="{FF2B5EF4-FFF2-40B4-BE49-F238E27FC236}">
                      <a16:creationId xmlns:a16="http://schemas.microsoft.com/office/drawing/2014/main" id="{1C5936CC-1F3B-4960-900F-8601D4CCE641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12" name="直線コネクタ 144111">
                  <a:extLst>
                    <a:ext uri="{FF2B5EF4-FFF2-40B4-BE49-F238E27FC236}">
                      <a16:creationId xmlns:a16="http://schemas.microsoft.com/office/drawing/2014/main" id="{05C7556B-6D0E-4DF8-A8F7-F7B674EEF5C2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13" name="直線コネクタ 144112">
                  <a:extLst>
                    <a:ext uri="{FF2B5EF4-FFF2-40B4-BE49-F238E27FC236}">
                      <a16:creationId xmlns:a16="http://schemas.microsoft.com/office/drawing/2014/main" id="{41D7ADB6-D497-4A61-BBFC-E39A800A5E72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114" name="直線コネクタ 144113">
                  <a:extLst>
                    <a:ext uri="{FF2B5EF4-FFF2-40B4-BE49-F238E27FC236}">
                      <a16:creationId xmlns:a16="http://schemas.microsoft.com/office/drawing/2014/main" id="{A668A2C4-5314-489F-AFF0-40F9D69DFD58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928" name="グループ化 143927">
                <a:extLst>
                  <a:ext uri="{FF2B5EF4-FFF2-40B4-BE49-F238E27FC236}">
                    <a16:creationId xmlns:a16="http://schemas.microsoft.com/office/drawing/2014/main" id="{D296E36E-2877-4518-B67B-587D24B64C81}"/>
                  </a:ext>
                </a:extLst>
              </p:cNvPr>
              <p:cNvGrpSpPr/>
              <p:nvPr/>
            </p:nvGrpSpPr>
            <p:grpSpPr>
              <a:xfrm flipH="1">
                <a:off x="5400000" y="36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4023" name="直線コネクタ 144022">
                  <a:extLst>
                    <a:ext uri="{FF2B5EF4-FFF2-40B4-BE49-F238E27FC236}">
                      <a16:creationId xmlns:a16="http://schemas.microsoft.com/office/drawing/2014/main" id="{EA0C92F1-841F-45E2-81FA-ADD46ADCA1C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4" name="直線コネクタ 144023">
                  <a:extLst>
                    <a:ext uri="{FF2B5EF4-FFF2-40B4-BE49-F238E27FC236}">
                      <a16:creationId xmlns:a16="http://schemas.microsoft.com/office/drawing/2014/main" id="{812DAFE6-3A46-4623-92BA-E8EC06EBF90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5" name="直線コネクタ 144024">
                  <a:extLst>
                    <a:ext uri="{FF2B5EF4-FFF2-40B4-BE49-F238E27FC236}">
                      <a16:creationId xmlns:a16="http://schemas.microsoft.com/office/drawing/2014/main" id="{89533E6D-1893-4033-8FD2-DB751CF2211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6" name="直線コネクタ 144025">
                  <a:extLst>
                    <a:ext uri="{FF2B5EF4-FFF2-40B4-BE49-F238E27FC236}">
                      <a16:creationId xmlns:a16="http://schemas.microsoft.com/office/drawing/2014/main" id="{3F1C9190-B37D-49ED-A263-D7C075E328C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7" name="直線コネクタ 144026">
                  <a:extLst>
                    <a:ext uri="{FF2B5EF4-FFF2-40B4-BE49-F238E27FC236}">
                      <a16:creationId xmlns:a16="http://schemas.microsoft.com/office/drawing/2014/main" id="{90D8E5DD-7148-4E35-95D1-EBCC8E1D611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8" name="直線コネクタ 144027">
                  <a:extLst>
                    <a:ext uri="{FF2B5EF4-FFF2-40B4-BE49-F238E27FC236}">
                      <a16:creationId xmlns:a16="http://schemas.microsoft.com/office/drawing/2014/main" id="{6A5C8EDB-ADB2-429A-BFB9-03F872F8BFE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9" name="直線コネクタ 144028">
                  <a:extLst>
                    <a:ext uri="{FF2B5EF4-FFF2-40B4-BE49-F238E27FC236}">
                      <a16:creationId xmlns:a16="http://schemas.microsoft.com/office/drawing/2014/main" id="{AF9D222E-460E-44FB-86AD-A3689628828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0" name="直線コネクタ 144029">
                  <a:extLst>
                    <a:ext uri="{FF2B5EF4-FFF2-40B4-BE49-F238E27FC236}">
                      <a16:creationId xmlns:a16="http://schemas.microsoft.com/office/drawing/2014/main" id="{DE9F9906-D249-4077-B26C-F6AF598C77D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1" name="直線コネクタ 144030">
                  <a:extLst>
                    <a:ext uri="{FF2B5EF4-FFF2-40B4-BE49-F238E27FC236}">
                      <a16:creationId xmlns:a16="http://schemas.microsoft.com/office/drawing/2014/main" id="{135F3CE7-A33F-4A5D-9CCC-8785C1E6564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2" name="直線コネクタ 144031">
                  <a:extLst>
                    <a:ext uri="{FF2B5EF4-FFF2-40B4-BE49-F238E27FC236}">
                      <a16:creationId xmlns:a16="http://schemas.microsoft.com/office/drawing/2014/main" id="{B04756E0-55EF-4746-BEB0-D36F0D37847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3" name="直線コネクタ 144032">
                  <a:extLst>
                    <a:ext uri="{FF2B5EF4-FFF2-40B4-BE49-F238E27FC236}">
                      <a16:creationId xmlns:a16="http://schemas.microsoft.com/office/drawing/2014/main" id="{49ABC971-EE6D-425F-BE20-1CD88581894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4" name="直線コネクタ 144033">
                  <a:extLst>
                    <a:ext uri="{FF2B5EF4-FFF2-40B4-BE49-F238E27FC236}">
                      <a16:creationId xmlns:a16="http://schemas.microsoft.com/office/drawing/2014/main" id="{945D6AAF-DC18-4FB7-A3D6-C9A508FBCBF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5" name="直線コネクタ 144034">
                  <a:extLst>
                    <a:ext uri="{FF2B5EF4-FFF2-40B4-BE49-F238E27FC236}">
                      <a16:creationId xmlns:a16="http://schemas.microsoft.com/office/drawing/2014/main" id="{8248C00B-1984-45F9-80CA-0F4132B5B6B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6" name="直線コネクタ 144035">
                  <a:extLst>
                    <a:ext uri="{FF2B5EF4-FFF2-40B4-BE49-F238E27FC236}">
                      <a16:creationId xmlns:a16="http://schemas.microsoft.com/office/drawing/2014/main" id="{7269B488-01EE-4652-8F25-264FF59609E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7" name="直線コネクタ 144036">
                  <a:extLst>
                    <a:ext uri="{FF2B5EF4-FFF2-40B4-BE49-F238E27FC236}">
                      <a16:creationId xmlns:a16="http://schemas.microsoft.com/office/drawing/2014/main" id="{ABC4FCE4-C5D9-4EFF-A528-1E17952E3B3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8" name="直線コネクタ 144037">
                  <a:extLst>
                    <a:ext uri="{FF2B5EF4-FFF2-40B4-BE49-F238E27FC236}">
                      <a16:creationId xmlns:a16="http://schemas.microsoft.com/office/drawing/2014/main" id="{929C8081-FC6B-4F5F-8914-EDC37F8D0EB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39" name="直線コネクタ 144038">
                  <a:extLst>
                    <a:ext uri="{FF2B5EF4-FFF2-40B4-BE49-F238E27FC236}">
                      <a16:creationId xmlns:a16="http://schemas.microsoft.com/office/drawing/2014/main" id="{2A17CD6C-3E52-45A5-B1EF-29B637849B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0" name="直線コネクタ 144039">
                  <a:extLst>
                    <a:ext uri="{FF2B5EF4-FFF2-40B4-BE49-F238E27FC236}">
                      <a16:creationId xmlns:a16="http://schemas.microsoft.com/office/drawing/2014/main" id="{E51DD64A-3103-48BA-A087-0D6A0FA126F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1" name="直線コネクタ 144040">
                  <a:extLst>
                    <a:ext uri="{FF2B5EF4-FFF2-40B4-BE49-F238E27FC236}">
                      <a16:creationId xmlns:a16="http://schemas.microsoft.com/office/drawing/2014/main" id="{94F59F97-1E9C-4D51-A0CB-DD1EFB4B0C1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2" name="直線コネクタ 144041">
                  <a:extLst>
                    <a:ext uri="{FF2B5EF4-FFF2-40B4-BE49-F238E27FC236}">
                      <a16:creationId xmlns:a16="http://schemas.microsoft.com/office/drawing/2014/main" id="{98BF83D5-64B0-4882-A6DA-DFA5913419B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3" name="直線コネクタ 144042">
                  <a:extLst>
                    <a:ext uri="{FF2B5EF4-FFF2-40B4-BE49-F238E27FC236}">
                      <a16:creationId xmlns:a16="http://schemas.microsoft.com/office/drawing/2014/main" id="{5C2ED44C-E543-4F62-9B58-A4F910DAF4D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4" name="直線コネクタ 144043">
                  <a:extLst>
                    <a:ext uri="{FF2B5EF4-FFF2-40B4-BE49-F238E27FC236}">
                      <a16:creationId xmlns:a16="http://schemas.microsoft.com/office/drawing/2014/main" id="{C77131CD-2F7B-4C22-9432-A67C03405B3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5" name="直線コネクタ 144044">
                  <a:extLst>
                    <a:ext uri="{FF2B5EF4-FFF2-40B4-BE49-F238E27FC236}">
                      <a16:creationId xmlns:a16="http://schemas.microsoft.com/office/drawing/2014/main" id="{32A9709D-6650-42D6-BACD-5F74EC960C8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6" name="直線コネクタ 144045">
                  <a:extLst>
                    <a:ext uri="{FF2B5EF4-FFF2-40B4-BE49-F238E27FC236}">
                      <a16:creationId xmlns:a16="http://schemas.microsoft.com/office/drawing/2014/main" id="{957D430A-7E70-4538-992B-C21B9C1ED75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7" name="直線コネクタ 144046">
                  <a:extLst>
                    <a:ext uri="{FF2B5EF4-FFF2-40B4-BE49-F238E27FC236}">
                      <a16:creationId xmlns:a16="http://schemas.microsoft.com/office/drawing/2014/main" id="{8EE7F35B-05E5-4517-8364-BECCCDD111D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8" name="直線コネクタ 144047">
                  <a:extLst>
                    <a:ext uri="{FF2B5EF4-FFF2-40B4-BE49-F238E27FC236}">
                      <a16:creationId xmlns:a16="http://schemas.microsoft.com/office/drawing/2014/main" id="{B7CE6127-7033-4AA7-8AB1-0E435F934BE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49" name="直線コネクタ 144048">
                  <a:extLst>
                    <a:ext uri="{FF2B5EF4-FFF2-40B4-BE49-F238E27FC236}">
                      <a16:creationId xmlns:a16="http://schemas.microsoft.com/office/drawing/2014/main" id="{4EF415D1-6497-4EFC-9417-E37C90989B6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0" name="直線コネクタ 144049">
                  <a:extLst>
                    <a:ext uri="{FF2B5EF4-FFF2-40B4-BE49-F238E27FC236}">
                      <a16:creationId xmlns:a16="http://schemas.microsoft.com/office/drawing/2014/main" id="{204462B4-4241-4936-99A5-23D8E0641CF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1" name="直線コネクタ 144050">
                  <a:extLst>
                    <a:ext uri="{FF2B5EF4-FFF2-40B4-BE49-F238E27FC236}">
                      <a16:creationId xmlns:a16="http://schemas.microsoft.com/office/drawing/2014/main" id="{2DA2EA9A-949A-4165-AD8A-FD0A01D3D96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2" name="直線コネクタ 144051">
                  <a:extLst>
                    <a:ext uri="{FF2B5EF4-FFF2-40B4-BE49-F238E27FC236}">
                      <a16:creationId xmlns:a16="http://schemas.microsoft.com/office/drawing/2014/main" id="{1E7C50C0-5505-49A5-BF9E-19D50026BAA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3" name="直線コネクタ 144052">
                  <a:extLst>
                    <a:ext uri="{FF2B5EF4-FFF2-40B4-BE49-F238E27FC236}">
                      <a16:creationId xmlns:a16="http://schemas.microsoft.com/office/drawing/2014/main" id="{E1A5C8CB-31FA-427E-90C4-82815CEAF50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4" name="直線コネクタ 144053">
                  <a:extLst>
                    <a:ext uri="{FF2B5EF4-FFF2-40B4-BE49-F238E27FC236}">
                      <a16:creationId xmlns:a16="http://schemas.microsoft.com/office/drawing/2014/main" id="{BE575F77-9B53-4B5B-A88A-38B5DE03CA2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5" name="直線コネクタ 144054">
                  <a:extLst>
                    <a:ext uri="{FF2B5EF4-FFF2-40B4-BE49-F238E27FC236}">
                      <a16:creationId xmlns:a16="http://schemas.microsoft.com/office/drawing/2014/main" id="{97662B11-D068-4C71-885F-04EBA19B857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6" name="直線コネクタ 144055">
                  <a:extLst>
                    <a:ext uri="{FF2B5EF4-FFF2-40B4-BE49-F238E27FC236}">
                      <a16:creationId xmlns:a16="http://schemas.microsoft.com/office/drawing/2014/main" id="{80FCD275-0AC7-446F-81EC-E3A7518FBA9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7" name="直線コネクタ 144056">
                  <a:extLst>
                    <a:ext uri="{FF2B5EF4-FFF2-40B4-BE49-F238E27FC236}">
                      <a16:creationId xmlns:a16="http://schemas.microsoft.com/office/drawing/2014/main" id="{3CDB3E0F-8301-4991-991C-E5BC5692354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8" name="直線コネクタ 144057">
                  <a:extLst>
                    <a:ext uri="{FF2B5EF4-FFF2-40B4-BE49-F238E27FC236}">
                      <a16:creationId xmlns:a16="http://schemas.microsoft.com/office/drawing/2014/main" id="{1DA18F30-4612-48A7-B66B-FC707A84AB4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59" name="直線コネクタ 144058">
                  <a:extLst>
                    <a:ext uri="{FF2B5EF4-FFF2-40B4-BE49-F238E27FC236}">
                      <a16:creationId xmlns:a16="http://schemas.microsoft.com/office/drawing/2014/main" id="{4FBED7DF-7B27-4AA8-925F-D344E34A40D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0" name="直線コネクタ 144059">
                  <a:extLst>
                    <a:ext uri="{FF2B5EF4-FFF2-40B4-BE49-F238E27FC236}">
                      <a16:creationId xmlns:a16="http://schemas.microsoft.com/office/drawing/2014/main" id="{2120F9D9-E6F6-40F4-9313-050BA049039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1" name="直線コネクタ 144060">
                  <a:extLst>
                    <a:ext uri="{FF2B5EF4-FFF2-40B4-BE49-F238E27FC236}">
                      <a16:creationId xmlns:a16="http://schemas.microsoft.com/office/drawing/2014/main" id="{37170283-8164-419E-A82F-CA7F677975F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2" name="直線コネクタ 144061">
                  <a:extLst>
                    <a:ext uri="{FF2B5EF4-FFF2-40B4-BE49-F238E27FC236}">
                      <a16:creationId xmlns:a16="http://schemas.microsoft.com/office/drawing/2014/main" id="{72C3A47E-5F9B-495C-AB7F-609F3078F8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3" name="直線コネクタ 144062">
                  <a:extLst>
                    <a:ext uri="{FF2B5EF4-FFF2-40B4-BE49-F238E27FC236}">
                      <a16:creationId xmlns:a16="http://schemas.microsoft.com/office/drawing/2014/main" id="{A03F65EA-3284-4E1F-BF1F-FD36F98E37E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4" name="直線コネクタ 144063">
                  <a:extLst>
                    <a:ext uri="{FF2B5EF4-FFF2-40B4-BE49-F238E27FC236}">
                      <a16:creationId xmlns:a16="http://schemas.microsoft.com/office/drawing/2014/main" id="{8D88A3B4-2A08-4681-9E6B-D701DC3AB35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5" name="直線コネクタ 144064">
                  <a:extLst>
                    <a:ext uri="{FF2B5EF4-FFF2-40B4-BE49-F238E27FC236}">
                      <a16:creationId xmlns:a16="http://schemas.microsoft.com/office/drawing/2014/main" id="{BFC9E4BC-9F27-4F59-8155-743A14FA9B8E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6" name="直線コネクタ 144065">
                  <a:extLst>
                    <a:ext uri="{FF2B5EF4-FFF2-40B4-BE49-F238E27FC236}">
                      <a16:creationId xmlns:a16="http://schemas.microsoft.com/office/drawing/2014/main" id="{1CB9FC21-393E-4366-90B1-EFFB8D1B23F1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7" name="直線コネクタ 144066">
                  <a:extLst>
                    <a:ext uri="{FF2B5EF4-FFF2-40B4-BE49-F238E27FC236}">
                      <a16:creationId xmlns:a16="http://schemas.microsoft.com/office/drawing/2014/main" id="{1EE92469-19C7-4495-8F3B-CEA52BD668C1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68" name="直線コネクタ 144067">
                  <a:extLst>
                    <a:ext uri="{FF2B5EF4-FFF2-40B4-BE49-F238E27FC236}">
                      <a16:creationId xmlns:a16="http://schemas.microsoft.com/office/drawing/2014/main" id="{13E8105A-394B-4D50-9F37-4F07A5B5043C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929" name="グループ化 143928">
                <a:extLst>
                  <a:ext uri="{FF2B5EF4-FFF2-40B4-BE49-F238E27FC236}">
                    <a16:creationId xmlns:a16="http://schemas.microsoft.com/office/drawing/2014/main" id="{9457000E-5236-402A-948F-009C42C07473}"/>
                  </a:ext>
                </a:extLst>
              </p:cNvPr>
              <p:cNvGrpSpPr/>
              <p:nvPr/>
            </p:nvGrpSpPr>
            <p:grpSpPr>
              <a:xfrm flipV="1">
                <a:off x="7200000" y="18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977" name="直線コネクタ 143976">
                  <a:extLst>
                    <a:ext uri="{FF2B5EF4-FFF2-40B4-BE49-F238E27FC236}">
                      <a16:creationId xmlns:a16="http://schemas.microsoft.com/office/drawing/2014/main" id="{067D7E20-139F-4D40-A767-C33FA4C718E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8" name="直線コネクタ 143977">
                  <a:extLst>
                    <a:ext uri="{FF2B5EF4-FFF2-40B4-BE49-F238E27FC236}">
                      <a16:creationId xmlns:a16="http://schemas.microsoft.com/office/drawing/2014/main" id="{0723993F-FEC6-4E19-A081-C06E6A1E743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9" name="直線コネクタ 143978">
                  <a:extLst>
                    <a:ext uri="{FF2B5EF4-FFF2-40B4-BE49-F238E27FC236}">
                      <a16:creationId xmlns:a16="http://schemas.microsoft.com/office/drawing/2014/main" id="{12D2AD19-2F8B-4A84-96AC-713188201D9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0" name="直線コネクタ 143979">
                  <a:extLst>
                    <a:ext uri="{FF2B5EF4-FFF2-40B4-BE49-F238E27FC236}">
                      <a16:creationId xmlns:a16="http://schemas.microsoft.com/office/drawing/2014/main" id="{C22BBB41-376F-475F-A218-5B5B9A5AAD4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1" name="直線コネクタ 143980">
                  <a:extLst>
                    <a:ext uri="{FF2B5EF4-FFF2-40B4-BE49-F238E27FC236}">
                      <a16:creationId xmlns:a16="http://schemas.microsoft.com/office/drawing/2014/main" id="{B3CCCBB1-339E-4EA5-80B5-20D469E8A54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2" name="直線コネクタ 143981">
                  <a:extLst>
                    <a:ext uri="{FF2B5EF4-FFF2-40B4-BE49-F238E27FC236}">
                      <a16:creationId xmlns:a16="http://schemas.microsoft.com/office/drawing/2014/main" id="{6FAE4D1F-F046-48BD-BBD8-54B4A9F169F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3" name="直線コネクタ 143982">
                  <a:extLst>
                    <a:ext uri="{FF2B5EF4-FFF2-40B4-BE49-F238E27FC236}">
                      <a16:creationId xmlns:a16="http://schemas.microsoft.com/office/drawing/2014/main" id="{EF63FA7D-7C2E-4C11-94BC-2C364381237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4" name="直線コネクタ 143983">
                  <a:extLst>
                    <a:ext uri="{FF2B5EF4-FFF2-40B4-BE49-F238E27FC236}">
                      <a16:creationId xmlns:a16="http://schemas.microsoft.com/office/drawing/2014/main" id="{A33000B5-B7B3-4826-9E99-664287BCF27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5" name="直線コネクタ 143984">
                  <a:extLst>
                    <a:ext uri="{FF2B5EF4-FFF2-40B4-BE49-F238E27FC236}">
                      <a16:creationId xmlns:a16="http://schemas.microsoft.com/office/drawing/2014/main" id="{CBCDC2E0-231F-4B39-A8A9-B3D5B5945E1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6" name="直線コネクタ 143985">
                  <a:extLst>
                    <a:ext uri="{FF2B5EF4-FFF2-40B4-BE49-F238E27FC236}">
                      <a16:creationId xmlns:a16="http://schemas.microsoft.com/office/drawing/2014/main" id="{6D61B578-977C-46AF-AEBD-20ACFBA5574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7" name="直線コネクタ 143986">
                  <a:extLst>
                    <a:ext uri="{FF2B5EF4-FFF2-40B4-BE49-F238E27FC236}">
                      <a16:creationId xmlns:a16="http://schemas.microsoft.com/office/drawing/2014/main" id="{75386332-62ED-4FBD-94EC-D56471902BE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8" name="直線コネクタ 143987">
                  <a:extLst>
                    <a:ext uri="{FF2B5EF4-FFF2-40B4-BE49-F238E27FC236}">
                      <a16:creationId xmlns:a16="http://schemas.microsoft.com/office/drawing/2014/main" id="{D313AFC0-CA40-4EFE-858E-2089A073D3F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89" name="直線コネクタ 143988">
                  <a:extLst>
                    <a:ext uri="{FF2B5EF4-FFF2-40B4-BE49-F238E27FC236}">
                      <a16:creationId xmlns:a16="http://schemas.microsoft.com/office/drawing/2014/main" id="{29551F7F-4D2F-4885-A8CE-A59BD433419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0" name="直線コネクタ 143989">
                  <a:extLst>
                    <a:ext uri="{FF2B5EF4-FFF2-40B4-BE49-F238E27FC236}">
                      <a16:creationId xmlns:a16="http://schemas.microsoft.com/office/drawing/2014/main" id="{8DB74C72-3912-4474-9989-E0D897994B2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1" name="直線コネクタ 143990">
                  <a:extLst>
                    <a:ext uri="{FF2B5EF4-FFF2-40B4-BE49-F238E27FC236}">
                      <a16:creationId xmlns:a16="http://schemas.microsoft.com/office/drawing/2014/main" id="{06F5E0BC-7451-4D23-B846-9B2DE97D95A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2" name="直線コネクタ 143991">
                  <a:extLst>
                    <a:ext uri="{FF2B5EF4-FFF2-40B4-BE49-F238E27FC236}">
                      <a16:creationId xmlns:a16="http://schemas.microsoft.com/office/drawing/2014/main" id="{879C0944-080D-42E4-9456-49AA9F7FD44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3" name="直線コネクタ 143992">
                  <a:extLst>
                    <a:ext uri="{FF2B5EF4-FFF2-40B4-BE49-F238E27FC236}">
                      <a16:creationId xmlns:a16="http://schemas.microsoft.com/office/drawing/2014/main" id="{E7131516-6EA4-49D5-BF80-0F03A2CD10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4" name="直線コネクタ 143993">
                  <a:extLst>
                    <a:ext uri="{FF2B5EF4-FFF2-40B4-BE49-F238E27FC236}">
                      <a16:creationId xmlns:a16="http://schemas.microsoft.com/office/drawing/2014/main" id="{3B95D82A-7A0E-4FD5-B912-7318BD3AD37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5" name="直線コネクタ 143994">
                  <a:extLst>
                    <a:ext uri="{FF2B5EF4-FFF2-40B4-BE49-F238E27FC236}">
                      <a16:creationId xmlns:a16="http://schemas.microsoft.com/office/drawing/2014/main" id="{8E43CD48-F1A3-418A-AC2D-2142F45C399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6" name="直線コネクタ 143995">
                  <a:extLst>
                    <a:ext uri="{FF2B5EF4-FFF2-40B4-BE49-F238E27FC236}">
                      <a16:creationId xmlns:a16="http://schemas.microsoft.com/office/drawing/2014/main" id="{B02EA7C9-BABD-40AA-9D12-E87E68ABC26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7" name="直線コネクタ 143996">
                  <a:extLst>
                    <a:ext uri="{FF2B5EF4-FFF2-40B4-BE49-F238E27FC236}">
                      <a16:creationId xmlns:a16="http://schemas.microsoft.com/office/drawing/2014/main" id="{CEFF3E1A-041E-4F37-A0F4-622D4C28605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8" name="直線コネクタ 143997">
                  <a:extLst>
                    <a:ext uri="{FF2B5EF4-FFF2-40B4-BE49-F238E27FC236}">
                      <a16:creationId xmlns:a16="http://schemas.microsoft.com/office/drawing/2014/main" id="{73924C98-6FBB-4308-B595-1394314AD66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99" name="直線コネクタ 143998">
                  <a:extLst>
                    <a:ext uri="{FF2B5EF4-FFF2-40B4-BE49-F238E27FC236}">
                      <a16:creationId xmlns:a16="http://schemas.microsoft.com/office/drawing/2014/main" id="{4CCD93B3-EC76-4781-82D7-5521F937A14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0" name="直線コネクタ 143999">
                  <a:extLst>
                    <a:ext uri="{FF2B5EF4-FFF2-40B4-BE49-F238E27FC236}">
                      <a16:creationId xmlns:a16="http://schemas.microsoft.com/office/drawing/2014/main" id="{1E1196D7-890D-4704-874A-65F61B81011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1" name="直線コネクタ 144000">
                  <a:extLst>
                    <a:ext uri="{FF2B5EF4-FFF2-40B4-BE49-F238E27FC236}">
                      <a16:creationId xmlns:a16="http://schemas.microsoft.com/office/drawing/2014/main" id="{3EAA9E0A-87C7-4C33-9CE9-D45C06090F6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2" name="直線コネクタ 144001">
                  <a:extLst>
                    <a:ext uri="{FF2B5EF4-FFF2-40B4-BE49-F238E27FC236}">
                      <a16:creationId xmlns:a16="http://schemas.microsoft.com/office/drawing/2014/main" id="{785BF988-3DFC-41B9-84AD-C26499D7C20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3" name="直線コネクタ 144002">
                  <a:extLst>
                    <a:ext uri="{FF2B5EF4-FFF2-40B4-BE49-F238E27FC236}">
                      <a16:creationId xmlns:a16="http://schemas.microsoft.com/office/drawing/2014/main" id="{16F60CF6-9818-423D-94FF-72BE8D57D5A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4" name="直線コネクタ 144003">
                  <a:extLst>
                    <a:ext uri="{FF2B5EF4-FFF2-40B4-BE49-F238E27FC236}">
                      <a16:creationId xmlns:a16="http://schemas.microsoft.com/office/drawing/2014/main" id="{B45AFF4E-B214-421C-95D7-96518F6CEFF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5" name="直線コネクタ 144004">
                  <a:extLst>
                    <a:ext uri="{FF2B5EF4-FFF2-40B4-BE49-F238E27FC236}">
                      <a16:creationId xmlns:a16="http://schemas.microsoft.com/office/drawing/2014/main" id="{20F94453-18D3-4BF5-AC97-C8C44713899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6" name="直線コネクタ 144005">
                  <a:extLst>
                    <a:ext uri="{FF2B5EF4-FFF2-40B4-BE49-F238E27FC236}">
                      <a16:creationId xmlns:a16="http://schemas.microsoft.com/office/drawing/2014/main" id="{E0DA7C99-98CF-446A-BBD9-01A018DF8D3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7" name="直線コネクタ 144006">
                  <a:extLst>
                    <a:ext uri="{FF2B5EF4-FFF2-40B4-BE49-F238E27FC236}">
                      <a16:creationId xmlns:a16="http://schemas.microsoft.com/office/drawing/2014/main" id="{758A6733-D9FD-44FF-817F-02B5EA743AF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8" name="直線コネクタ 144007">
                  <a:extLst>
                    <a:ext uri="{FF2B5EF4-FFF2-40B4-BE49-F238E27FC236}">
                      <a16:creationId xmlns:a16="http://schemas.microsoft.com/office/drawing/2014/main" id="{D1B30083-5C92-4793-B2A1-F6D376B0C7B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09" name="直線コネクタ 144008">
                  <a:extLst>
                    <a:ext uri="{FF2B5EF4-FFF2-40B4-BE49-F238E27FC236}">
                      <a16:creationId xmlns:a16="http://schemas.microsoft.com/office/drawing/2014/main" id="{752BF4D6-1005-4198-8A8C-6124AC7C623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0" name="直線コネクタ 144009">
                  <a:extLst>
                    <a:ext uri="{FF2B5EF4-FFF2-40B4-BE49-F238E27FC236}">
                      <a16:creationId xmlns:a16="http://schemas.microsoft.com/office/drawing/2014/main" id="{0E034060-2A34-4D06-8815-24550B40B96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1" name="直線コネクタ 144010">
                  <a:extLst>
                    <a:ext uri="{FF2B5EF4-FFF2-40B4-BE49-F238E27FC236}">
                      <a16:creationId xmlns:a16="http://schemas.microsoft.com/office/drawing/2014/main" id="{63300399-44BF-4571-917B-140EAF4C151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2" name="直線コネクタ 144011">
                  <a:extLst>
                    <a:ext uri="{FF2B5EF4-FFF2-40B4-BE49-F238E27FC236}">
                      <a16:creationId xmlns:a16="http://schemas.microsoft.com/office/drawing/2014/main" id="{F6EDE5A6-5EC3-4C79-B61C-E8DAE75B14F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3" name="直線コネクタ 144012">
                  <a:extLst>
                    <a:ext uri="{FF2B5EF4-FFF2-40B4-BE49-F238E27FC236}">
                      <a16:creationId xmlns:a16="http://schemas.microsoft.com/office/drawing/2014/main" id="{A3D962D6-C51D-410A-A1DE-1BA2383D420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4" name="直線コネクタ 144013">
                  <a:extLst>
                    <a:ext uri="{FF2B5EF4-FFF2-40B4-BE49-F238E27FC236}">
                      <a16:creationId xmlns:a16="http://schemas.microsoft.com/office/drawing/2014/main" id="{10E6A2EC-1EB5-4781-A336-7CAF3D64E4B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5" name="直線コネクタ 144014">
                  <a:extLst>
                    <a:ext uri="{FF2B5EF4-FFF2-40B4-BE49-F238E27FC236}">
                      <a16:creationId xmlns:a16="http://schemas.microsoft.com/office/drawing/2014/main" id="{906BF789-4D3C-408D-A5D9-9A481F71F86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6" name="直線コネクタ 144015">
                  <a:extLst>
                    <a:ext uri="{FF2B5EF4-FFF2-40B4-BE49-F238E27FC236}">
                      <a16:creationId xmlns:a16="http://schemas.microsoft.com/office/drawing/2014/main" id="{6D945677-77EB-4B42-AD11-E830BD2FE3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7" name="直線コネクタ 144016">
                  <a:extLst>
                    <a:ext uri="{FF2B5EF4-FFF2-40B4-BE49-F238E27FC236}">
                      <a16:creationId xmlns:a16="http://schemas.microsoft.com/office/drawing/2014/main" id="{71F0C201-1938-4563-888E-A14F8BFC484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8" name="直線コネクタ 144017">
                  <a:extLst>
                    <a:ext uri="{FF2B5EF4-FFF2-40B4-BE49-F238E27FC236}">
                      <a16:creationId xmlns:a16="http://schemas.microsoft.com/office/drawing/2014/main" id="{CBD601AB-80DA-4D2B-8FDF-4E2B0D38E1C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19" name="直線コネクタ 144018">
                  <a:extLst>
                    <a:ext uri="{FF2B5EF4-FFF2-40B4-BE49-F238E27FC236}">
                      <a16:creationId xmlns:a16="http://schemas.microsoft.com/office/drawing/2014/main" id="{0363AC81-293A-44F4-BF1E-1D29C6E58124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0" name="直線コネクタ 144019">
                  <a:extLst>
                    <a:ext uri="{FF2B5EF4-FFF2-40B4-BE49-F238E27FC236}">
                      <a16:creationId xmlns:a16="http://schemas.microsoft.com/office/drawing/2014/main" id="{3C41ED82-5749-4DC9-B364-395A14031A12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1" name="直線コネクタ 144020">
                  <a:extLst>
                    <a:ext uri="{FF2B5EF4-FFF2-40B4-BE49-F238E27FC236}">
                      <a16:creationId xmlns:a16="http://schemas.microsoft.com/office/drawing/2014/main" id="{8690F101-A8B7-4F12-B507-093EFC35321D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022" name="直線コネクタ 144021">
                  <a:extLst>
                    <a:ext uri="{FF2B5EF4-FFF2-40B4-BE49-F238E27FC236}">
                      <a16:creationId xmlns:a16="http://schemas.microsoft.com/office/drawing/2014/main" id="{3B874E3D-B9BC-4B55-A19D-A782BB7583BE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930" name="グループ化 143929">
                <a:extLst>
                  <a:ext uri="{FF2B5EF4-FFF2-40B4-BE49-F238E27FC236}">
                    <a16:creationId xmlns:a16="http://schemas.microsoft.com/office/drawing/2014/main" id="{C7EF8823-FAB1-4DF2-A207-0F59E43BF6D5}"/>
                  </a:ext>
                </a:extLst>
              </p:cNvPr>
              <p:cNvGrpSpPr/>
              <p:nvPr/>
            </p:nvGrpSpPr>
            <p:grpSpPr>
              <a:xfrm flipH="1" flipV="1">
                <a:off x="5400000" y="18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931" name="直線コネクタ 143930">
                  <a:extLst>
                    <a:ext uri="{FF2B5EF4-FFF2-40B4-BE49-F238E27FC236}">
                      <a16:creationId xmlns:a16="http://schemas.microsoft.com/office/drawing/2014/main" id="{9E5A2D9D-7B28-4624-9F69-F64EAB03A9D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32" name="直線コネクタ 143931">
                  <a:extLst>
                    <a:ext uri="{FF2B5EF4-FFF2-40B4-BE49-F238E27FC236}">
                      <a16:creationId xmlns:a16="http://schemas.microsoft.com/office/drawing/2014/main" id="{B72894B1-F2EB-49AD-8783-BFBABACB3E6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33" name="直線コネクタ 143932">
                  <a:extLst>
                    <a:ext uri="{FF2B5EF4-FFF2-40B4-BE49-F238E27FC236}">
                      <a16:creationId xmlns:a16="http://schemas.microsoft.com/office/drawing/2014/main" id="{D7594628-6D75-4B1D-8995-41103165788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34" name="直線コネクタ 143933">
                  <a:extLst>
                    <a:ext uri="{FF2B5EF4-FFF2-40B4-BE49-F238E27FC236}">
                      <a16:creationId xmlns:a16="http://schemas.microsoft.com/office/drawing/2014/main" id="{C4E9C778-5D5B-4C67-B44B-B0A178EC20C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35" name="直線コネクタ 143934">
                  <a:extLst>
                    <a:ext uri="{FF2B5EF4-FFF2-40B4-BE49-F238E27FC236}">
                      <a16:creationId xmlns:a16="http://schemas.microsoft.com/office/drawing/2014/main" id="{3F387EFF-F071-4310-91DB-63E8D4E20CB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36" name="直線コネクタ 143935">
                  <a:extLst>
                    <a:ext uri="{FF2B5EF4-FFF2-40B4-BE49-F238E27FC236}">
                      <a16:creationId xmlns:a16="http://schemas.microsoft.com/office/drawing/2014/main" id="{F33A09FE-147F-47C7-905D-05E292BADCC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37" name="直線コネクタ 143936">
                  <a:extLst>
                    <a:ext uri="{FF2B5EF4-FFF2-40B4-BE49-F238E27FC236}">
                      <a16:creationId xmlns:a16="http://schemas.microsoft.com/office/drawing/2014/main" id="{6BA2EB9A-5EDE-4337-8C43-1A04B28FFEA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38" name="直線コネクタ 143937">
                  <a:extLst>
                    <a:ext uri="{FF2B5EF4-FFF2-40B4-BE49-F238E27FC236}">
                      <a16:creationId xmlns:a16="http://schemas.microsoft.com/office/drawing/2014/main" id="{709F3649-FE00-4377-B024-4A1D020A662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39" name="直線コネクタ 143938">
                  <a:extLst>
                    <a:ext uri="{FF2B5EF4-FFF2-40B4-BE49-F238E27FC236}">
                      <a16:creationId xmlns:a16="http://schemas.microsoft.com/office/drawing/2014/main" id="{BE199D96-E1A3-4996-A3FD-8D3C8F67EFA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0" name="直線コネクタ 143939">
                  <a:extLst>
                    <a:ext uri="{FF2B5EF4-FFF2-40B4-BE49-F238E27FC236}">
                      <a16:creationId xmlns:a16="http://schemas.microsoft.com/office/drawing/2014/main" id="{F0E3D815-75FA-404E-ABE5-555F9322EC8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1" name="直線コネクタ 143940">
                  <a:extLst>
                    <a:ext uri="{FF2B5EF4-FFF2-40B4-BE49-F238E27FC236}">
                      <a16:creationId xmlns:a16="http://schemas.microsoft.com/office/drawing/2014/main" id="{D9189D2A-15EA-4AE7-AEAD-0E1F14BBF04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2" name="直線コネクタ 143941">
                  <a:extLst>
                    <a:ext uri="{FF2B5EF4-FFF2-40B4-BE49-F238E27FC236}">
                      <a16:creationId xmlns:a16="http://schemas.microsoft.com/office/drawing/2014/main" id="{87965435-FD3F-435D-A750-B9DDF481028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3" name="直線コネクタ 143942">
                  <a:extLst>
                    <a:ext uri="{FF2B5EF4-FFF2-40B4-BE49-F238E27FC236}">
                      <a16:creationId xmlns:a16="http://schemas.microsoft.com/office/drawing/2014/main" id="{89DE3202-782E-48D5-91DF-B63759CED05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4" name="直線コネクタ 143943">
                  <a:extLst>
                    <a:ext uri="{FF2B5EF4-FFF2-40B4-BE49-F238E27FC236}">
                      <a16:creationId xmlns:a16="http://schemas.microsoft.com/office/drawing/2014/main" id="{239779C1-5391-4B66-BB8E-461741EE579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5" name="直線コネクタ 143944">
                  <a:extLst>
                    <a:ext uri="{FF2B5EF4-FFF2-40B4-BE49-F238E27FC236}">
                      <a16:creationId xmlns:a16="http://schemas.microsoft.com/office/drawing/2014/main" id="{03CCE7EE-2822-4D62-8A68-1E69667E9A2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6" name="直線コネクタ 143945">
                  <a:extLst>
                    <a:ext uri="{FF2B5EF4-FFF2-40B4-BE49-F238E27FC236}">
                      <a16:creationId xmlns:a16="http://schemas.microsoft.com/office/drawing/2014/main" id="{A60AF028-41B7-4A22-BD92-34066D31AD5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7" name="直線コネクタ 143946">
                  <a:extLst>
                    <a:ext uri="{FF2B5EF4-FFF2-40B4-BE49-F238E27FC236}">
                      <a16:creationId xmlns:a16="http://schemas.microsoft.com/office/drawing/2014/main" id="{9AEA101C-D5AC-4BF0-A63A-5B5A4366C0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8" name="直線コネクタ 143947">
                  <a:extLst>
                    <a:ext uri="{FF2B5EF4-FFF2-40B4-BE49-F238E27FC236}">
                      <a16:creationId xmlns:a16="http://schemas.microsoft.com/office/drawing/2014/main" id="{FAEFA4BE-23BC-4108-8AE7-70833B22BB4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49" name="直線コネクタ 143948">
                  <a:extLst>
                    <a:ext uri="{FF2B5EF4-FFF2-40B4-BE49-F238E27FC236}">
                      <a16:creationId xmlns:a16="http://schemas.microsoft.com/office/drawing/2014/main" id="{B7BB6BD0-65D5-4939-AEC2-DE7DBB2D1A9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0" name="直線コネクタ 143949">
                  <a:extLst>
                    <a:ext uri="{FF2B5EF4-FFF2-40B4-BE49-F238E27FC236}">
                      <a16:creationId xmlns:a16="http://schemas.microsoft.com/office/drawing/2014/main" id="{435A8501-E6AC-4CC7-B911-C1AD1838E4E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1" name="直線コネクタ 143950">
                  <a:extLst>
                    <a:ext uri="{FF2B5EF4-FFF2-40B4-BE49-F238E27FC236}">
                      <a16:creationId xmlns:a16="http://schemas.microsoft.com/office/drawing/2014/main" id="{0D59BFEB-35F8-42C6-8935-B050AA039AF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2" name="直線コネクタ 143951">
                  <a:extLst>
                    <a:ext uri="{FF2B5EF4-FFF2-40B4-BE49-F238E27FC236}">
                      <a16:creationId xmlns:a16="http://schemas.microsoft.com/office/drawing/2014/main" id="{735B42E6-AA1D-433A-B1F8-8EA44323056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3" name="直線コネクタ 143952">
                  <a:extLst>
                    <a:ext uri="{FF2B5EF4-FFF2-40B4-BE49-F238E27FC236}">
                      <a16:creationId xmlns:a16="http://schemas.microsoft.com/office/drawing/2014/main" id="{AD8F5354-EC20-4FC9-9FD2-9DEFB9DA5D1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4" name="直線コネクタ 143953">
                  <a:extLst>
                    <a:ext uri="{FF2B5EF4-FFF2-40B4-BE49-F238E27FC236}">
                      <a16:creationId xmlns:a16="http://schemas.microsoft.com/office/drawing/2014/main" id="{206C19A4-7618-4B31-BBA4-D99CB66138D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5" name="直線コネクタ 143954">
                  <a:extLst>
                    <a:ext uri="{FF2B5EF4-FFF2-40B4-BE49-F238E27FC236}">
                      <a16:creationId xmlns:a16="http://schemas.microsoft.com/office/drawing/2014/main" id="{DF173982-67D2-4942-8A7E-F151A3A652F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6" name="直線コネクタ 143955">
                  <a:extLst>
                    <a:ext uri="{FF2B5EF4-FFF2-40B4-BE49-F238E27FC236}">
                      <a16:creationId xmlns:a16="http://schemas.microsoft.com/office/drawing/2014/main" id="{A33574B3-01C3-4FFE-ABB7-943E7346092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7" name="直線コネクタ 143956">
                  <a:extLst>
                    <a:ext uri="{FF2B5EF4-FFF2-40B4-BE49-F238E27FC236}">
                      <a16:creationId xmlns:a16="http://schemas.microsoft.com/office/drawing/2014/main" id="{DA4CF3A7-2918-4C61-9C73-2EE140561F9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8" name="直線コネクタ 143957">
                  <a:extLst>
                    <a:ext uri="{FF2B5EF4-FFF2-40B4-BE49-F238E27FC236}">
                      <a16:creationId xmlns:a16="http://schemas.microsoft.com/office/drawing/2014/main" id="{B429F2BF-1CED-4F0B-9349-3990D605A22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59" name="直線コネクタ 143958">
                  <a:extLst>
                    <a:ext uri="{FF2B5EF4-FFF2-40B4-BE49-F238E27FC236}">
                      <a16:creationId xmlns:a16="http://schemas.microsoft.com/office/drawing/2014/main" id="{4789E01B-1C28-4E4F-A7EA-42232402F9F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0" name="直線コネクタ 143959">
                  <a:extLst>
                    <a:ext uri="{FF2B5EF4-FFF2-40B4-BE49-F238E27FC236}">
                      <a16:creationId xmlns:a16="http://schemas.microsoft.com/office/drawing/2014/main" id="{D37465C2-8336-4DD0-83AF-29E0AE34ECB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1" name="直線コネクタ 143960">
                  <a:extLst>
                    <a:ext uri="{FF2B5EF4-FFF2-40B4-BE49-F238E27FC236}">
                      <a16:creationId xmlns:a16="http://schemas.microsoft.com/office/drawing/2014/main" id="{290E001A-22C7-4AD3-8841-19A40FFD126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2" name="直線コネクタ 143961">
                  <a:extLst>
                    <a:ext uri="{FF2B5EF4-FFF2-40B4-BE49-F238E27FC236}">
                      <a16:creationId xmlns:a16="http://schemas.microsoft.com/office/drawing/2014/main" id="{8845B0A6-7AAB-4E31-B233-E28848A77EE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3" name="直線コネクタ 143962">
                  <a:extLst>
                    <a:ext uri="{FF2B5EF4-FFF2-40B4-BE49-F238E27FC236}">
                      <a16:creationId xmlns:a16="http://schemas.microsoft.com/office/drawing/2014/main" id="{FC19B84F-C625-4D32-A263-FA4451BD72C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4" name="直線コネクタ 143963">
                  <a:extLst>
                    <a:ext uri="{FF2B5EF4-FFF2-40B4-BE49-F238E27FC236}">
                      <a16:creationId xmlns:a16="http://schemas.microsoft.com/office/drawing/2014/main" id="{6B4C86D6-78AB-4A1E-8BE6-DFEB8FBFFE3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5" name="直線コネクタ 143964">
                  <a:extLst>
                    <a:ext uri="{FF2B5EF4-FFF2-40B4-BE49-F238E27FC236}">
                      <a16:creationId xmlns:a16="http://schemas.microsoft.com/office/drawing/2014/main" id="{EE838E2C-4878-4992-939B-C3768015747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6" name="直線コネクタ 143965">
                  <a:extLst>
                    <a:ext uri="{FF2B5EF4-FFF2-40B4-BE49-F238E27FC236}">
                      <a16:creationId xmlns:a16="http://schemas.microsoft.com/office/drawing/2014/main" id="{E26D95FA-881B-4C41-B634-CE2D8F8584D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7" name="直線コネクタ 143966">
                  <a:extLst>
                    <a:ext uri="{FF2B5EF4-FFF2-40B4-BE49-F238E27FC236}">
                      <a16:creationId xmlns:a16="http://schemas.microsoft.com/office/drawing/2014/main" id="{E2EC53D1-40C7-477B-AD23-AD703610A9B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8" name="直線コネクタ 143967">
                  <a:extLst>
                    <a:ext uri="{FF2B5EF4-FFF2-40B4-BE49-F238E27FC236}">
                      <a16:creationId xmlns:a16="http://schemas.microsoft.com/office/drawing/2014/main" id="{05511A20-B964-495C-8365-C4117ECEBB9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69" name="直線コネクタ 143968">
                  <a:extLst>
                    <a:ext uri="{FF2B5EF4-FFF2-40B4-BE49-F238E27FC236}">
                      <a16:creationId xmlns:a16="http://schemas.microsoft.com/office/drawing/2014/main" id="{82CD277F-D995-491C-9403-ECE385CCEDB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0" name="直線コネクタ 143969">
                  <a:extLst>
                    <a:ext uri="{FF2B5EF4-FFF2-40B4-BE49-F238E27FC236}">
                      <a16:creationId xmlns:a16="http://schemas.microsoft.com/office/drawing/2014/main" id="{F9C1CD5D-0A24-4294-9433-D2340768C2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1" name="直線コネクタ 143970">
                  <a:extLst>
                    <a:ext uri="{FF2B5EF4-FFF2-40B4-BE49-F238E27FC236}">
                      <a16:creationId xmlns:a16="http://schemas.microsoft.com/office/drawing/2014/main" id="{DC2967DF-A97A-40C9-87CC-8599880BD91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2" name="直線コネクタ 143971">
                  <a:extLst>
                    <a:ext uri="{FF2B5EF4-FFF2-40B4-BE49-F238E27FC236}">
                      <a16:creationId xmlns:a16="http://schemas.microsoft.com/office/drawing/2014/main" id="{A8923F52-3523-4995-A149-B50C0FFBA24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3" name="直線コネクタ 143972">
                  <a:extLst>
                    <a:ext uri="{FF2B5EF4-FFF2-40B4-BE49-F238E27FC236}">
                      <a16:creationId xmlns:a16="http://schemas.microsoft.com/office/drawing/2014/main" id="{E08C39B9-D591-4B16-A249-08F1B5247B35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4" name="直線コネクタ 143973">
                  <a:extLst>
                    <a:ext uri="{FF2B5EF4-FFF2-40B4-BE49-F238E27FC236}">
                      <a16:creationId xmlns:a16="http://schemas.microsoft.com/office/drawing/2014/main" id="{27896C68-D61E-4489-905F-5BC5E3AC1B1C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5" name="直線コネクタ 143974">
                  <a:extLst>
                    <a:ext uri="{FF2B5EF4-FFF2-40B4-BE49-F238E27FC236}">
                      <a16:creationId xmlns:a16="http://schemas.microsoft.com/office/drawing/2014/main" id="{C86C576F-41CF-4DE8-BCF7-6A0CC367C43D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76" name="直線コネクタ 143975">
                  <a:extLst>
                    <a:ext uri="{FF2B5EF4-FFF2-40B4-BE49-F238E27FC236}">
                      <a16:creationId xmlns:a16="http://schemas.microsoft.com/office/drawing/2014/main" id="{87258E59-4844-4415-9D1E-BD905350D3CE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3360" name="グループ化 143359">
              <a:extLst>
                <a:ext uri="{FF2B5EF4-FFF2-40B4-BE49-F238E27FC236}">
                  <a16:creationId xmlns:a16="http://schemas.microsoft.com/office/drawing/2014/main" id="{F7A498E7-B513-4F5E-8364-D203DC72D5C8}"/>
                </a:ext>
              </a:extLst>
            </p:cNvPr>
            <p:cNvGrpSpPr/>
            <p:nvPr/>
          </p:nvGrpSpPr>
          <p:grpSpPr>
            <a:xfrm>
              <a:off x="1800000" y="1800000"/>
              <a:ext cx="3600000" cy="3600000"/>
              <a:chOff x="5400000" y="1800000"/>
              <a:chExt cx="3600000" cy="3600000"/>
            </a:xfrm>
          </p:grpSpPr>
          <p:grpSp>
            <p:nvGrpSpPr>
              <p:cNvPr id="143739" name="グループ化 143738">
                <a:extLst>
                  <a:ext uri="{FF2B5EF4-FFF2-40B4-BE49-F238E27FC236}">
                    <a16:creationId xmlns:a16="http://schemas.microsoft.com/office/drawing/2014/main" id="{1F161684-6911-4157-92A7-C372046DE8FC}"/>
                  </a:ext>
                </a:extLst>
              </p:cNvPr>
              <p:cNvGrpSpPr/>
              <p:nvPr/>
            </p:nvGrpSpPr>
            <p:grpSpPr>
              <a:xfrm>
                <a:off x="7200000" y="36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881" name="直線コネクタ 143880">
                  <a:extLst>
                    <a:ext uri="{FF2B5EF4-FFF2-40B4-BE49-F238E27FC236}">
                      <a16:creationId xmlns:a16="http://schemas.microsoft.com/office/drawing/2014/main" id="{6D42705F-B258-4F7F-9829-492A5C24BFD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2" name="直線コネクタ 143881">
                  <a:extLst>
                    <a:ext uri="{FF2B5EF4-FFF2-40B4-BE49-F238E27FC236}">
                      <a16:creationId xmlns:a16="http://schemas.microsoft.com/office/drawing/2014/main" id="{5B214E35-4B90-4644-92FB-4BE7EFD5490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3" name="直線コネクタ 143882">
                  <a:extLst>
                    <a:ext uri="{FF2B5EF4-FFF2-40B4-BE49-F238E27FC236}">
                      <a16:creationId xmlns:a16="http://schemas.microsoft.com/office/drawing/2014/main" id="{CDD23191-068A-4848-9D97-7C9B5F35B3A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4" name="直線コネクタ 143883">
                  <a:extLst>
                    <a:ext uri="{FF2B5EF4-FFF2-40B4-BE49-F238E27FC236}">
                      <a16:creationId xmlns:a16="http://schemas.microsoft.com/office/drawing/2014/main" id="{8AF2D715-B17C-477F-B1C4-9056C2299C0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5" name="直線コネクタ 143884">
                  <a:extLst>
                    <a:ext uri="{FF2B5EF4-FFF2-40B4-BE49-F238E27FC236}">
                      <a16:creationId xmlns:a16="http://schemas.microsoft.com/office/drawing/2014/main" id="{B6863276-5B81-4F5C-9563-3B5066E2BE4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6" name="直線コネクタ 143885">
                  <a:extLst>
                    <a:ext uri="{FF2B5EF4-FFF2-40B4-BE49-F238E27FC236}">
                      <a16:creationId xmlns:a16="http://schemas.microsoft.com/office/drawing/2014/main" id="{BAD57AEE-8A1A-4CE0-8D59-FA485C496E1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7" name="直線コネクタ 143886">
                  <a:extLst>
                    <a:ext uri="{FF2B5EF4-FFF2-40B4-BE49-F238E27FC236}">
                      <a16:creationId xmlns:a16="http://schemas.microsoft.com/office/drawing/2014/main" id="{D8ED1BED-D867-4E45-825D-09D6D914690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8" name="直線コネクタ 143887">
                  <a:extLst>
                    <a:ext uri="{FF2B5EF4-FFF2-40B4-BE49-F238E27FC236}">
                      <a16:creationId xmlns:a16="http://schemas.microsoft.com/office/drawing/2014/main" id="{0A200BE4-96CE-4C26-9886-2B9071C1B88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9" name="直線コネクタ 143888">
                  <a:extLst>
                    <a:ext uri="{FF2B5EF4-FFF2-40B4-BE49-F238E27FC236}">
                      <a16:creationId xmlns:a16="http://schemas.microsoft.com/office/drawing/2014/main" id="{9924FFF2-A263-4AE6-A554-19851F0DB92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0" name="直線コネクタ 143889">
                  <a:extLst>
                    <a:ext uri="{FF2B5EF4-FFF2-40B4-BE49-F238E27FC236}">
                      <a16:creationId xmlns:a16="http://schemas.microsoft.com/office/drawing/2014/main" id="{B4E4AAEB-CA9B-4884-9473-A4121271E87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1" name="直線コネクタ 143890">
                  <a:extLst>
                    <a:ext uri="{FF2B5EF4-FFF2-40B4-BE49-F238E27FC236}">
                      <a16:creationId xmlns:a16="http://schemas.microsoft.com/office/drawing/2014/main" id="{D743EE63-1350-482B-A5B9-EA035FE5DB2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2" name="直線コネクタ 143891">
                  <a:extLst>
                    <a:ext uri="{FF2B5EF4-FFF2-40B4-BE49-F238E27FC236}">
                      <a16:creationId xmlns:a16="http://schemas.microsoft.com/office/drawing/2014/main" id="{D2EC59EB-2FF6-44D1-B711-4980A50EA56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3" name="直線コネクタ 143892">
                  <a:extLst>
                    <a:ext uri="{FF2B5EF4-FFF2-40B4-BE49-F238E27FC236}">
                      <a16:creationId xmlns:a16="http://schemas.microsoft.com/office/drawing/2014/main" id="{D81EE3FC-3A7C-4400-9F4B-2938A1C23D5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4" name="直線コネクタ 143893">
                  <a:extLst>
                    <a:ext uri="{FF2B5EF4-FFF2-40B4-BE49-F238E27FC236}">
                      <a16:creationId xmlns:a16="http://schemas.microsoft.com/office/drawing/2014/main" id="{E2F40825-8ACC-4767-A92D-95020BF26FD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5" name="直線コネクタ 143894">
                  <a:extLst>
                    <a:ext uri="{FF2B5EF4-FFF2-40B4-BE49-F238E27FC236}">
                      <a16:creationId xmlns:a16="http://schemas.microsoft.com/office/drawing/2014/main" id="{F8528AD9-DD28-44C1-A650-5752CFAB648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6" name="直線コネクタ 143895">
                  <a:extLst>
                    <a:ext uri="{FF2B5EF4-FFF2-40B4-BE49-F238E27FC236}">
                      <a16:creationId xmlns:a16="http://schemas.microsoft.com/office/drawing/2014/main" id="{EC6B0DE8-2870-42D5-AC5F-DD360FE3CC5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7" name="直線コネクタ 143896">
                  <a:extLst>
                    <a:ext uri="{FF2B5EF4-FFF2-40B4-BE49-F238E27FC236}">
                      <a16:creationId xmlns:a16="http://schemas.microsoft.com/office/drawing/2014/main" id="{EF16613C-D92B-4412-A253-F4F9A38ECA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8" name="直線コネクタ 143897">
                  <a:extLst>
                    <a:ext uri="{FF2B5EF4-FFF2-40B4-BE49-F238E27FC236}">
                      <a16:creationId xmlns:a16="http://schemas.microsoft.com/office/drawing/2014/main" id="{37CAD6EE-7029-4E1F-8C0E-5EB10617078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99" name="直線コネクタ 143898">
                  <a:extLst>
                    <a:ext uri="{FF2B5EF4-FFF2-40B4-BE49-F238E27FC236}">
                      <a16:creationId xmlns:a16="http://schemas.microsoft.com/office/drawing/2014/main" id="{D62D51DB-0689-46E2-9D03-79996A6B54B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0" name="直線コネクタ 143899">
                  <a:extLst>
                    <a:ext uri="{FF2B5EF4-FFF2-40B4-BE49-F238E27FC236}">
                      <a16:creationId xmlns:a16="http://schemas.microsoft.com/office/drawing/2014/main" id="{27CF5E68-54E9-48C5-8FE9-C504B396D60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1" name="直線コネクタ 143900">
                  <a:extLst>
                    <a:ext uri="{FF2B5EF4-FFF2-40B4-BE49-F238E27FC236}">
                      <a16:creationId xmlns:a16="http://schemas.microsoft.com/office/drawing/2014/main" id="{1594FB45-E393-4763-ACE9-7BDBBAD66DD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2" name="直線コネクタ 143901">
                  <a:extLst>
                    <a:ext uri="{FF2B5EF4-FFF2-40B4-BE49-F238E27FC236}">
                      <a16:creationId xmlns:a16="http://schemas.microsoft.com/office/drawing/2014/main" id="{E8E1C7E2-CBB7-44F0-8E8D-92016B510B9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3" name="直線コネクタ 143902">
                  <a:extLst>
                    <a:ext uri="{FF2B5EF4-FFF2-40B4-BE49-F238E27FC236}">
                      <a16:creationId xmlns:a16="http://schemas.microsoft.com/office/drawing/2014/main" id="{33EFEC2B-3BF3-4DD1-87D2-7FFBCD590A4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4" name="直線コネクタ 143903">
                  <a:extLst>
                    <a:ext uri="{FF2B5EF4-FFF2-40B4-BE49-F238E27FC236}">
                      <a16:creationId xmlns:a16="http://schemas.microsoft.com/office/drawing/2014/main" id="{3AC797DC-0B37-42BD-B072-FCAC38BBFD8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5" name="直線コネクタ 143904">
                  <a:extLst>
                    <a:ext uri="{FF2B5EF4-FFF2-40B4-BE49-F238E27FC236}">
                      <a16:creationId xmlns:a16="http://schemas.microsoft.com/office/drawing/2014/main" id="{89A4924B-34C6-4B17-BEC2-6FA05CA5EDE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6" name="直線コネクタ 143905">
                  <a:extLst>
                    <a:ext uri="{FF2B5EF4-FFF2-40B4-BE49-F238E27FC236}">
                      <a16:creationId xmlns:a16="http://schemas.microsoft.com/office/drawing/2014/main" id="{E32448EE-FBF7-4ACB-ABB8-FE579A2B79D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7" name="直線コネクタ 143906">
                  <a:extLst>
                    <a:ext uri="{FF2B5EF4-FFF2-40B4-BE49-F238E27FC236}">
                      <a16:creationId xmlns:a16="http://schemas.microsoft.com/office/drawing/2014/main" id="{C88E9BBA-AC7F-49F9-90F4-425911EFD25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8" name="直線コネクタ 143907">
                  <a:extLst>
                    <a:ext uri="{FF2B5EF4-FFF2-40B4-BE49-F238E27FC236}">
                      <a16:creationId xmlns:a16="http://schemas.microsoft.com/office/drawing/2014/main" id="{773A6C0D-1B7F-439A-8F18-F664DDDDE3F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09" name="直線コネクタ 143908">
                  <a:extLst>
                    <a:ext uri="{FF2B5EF4-FFF2-40B4-BE49-F238E27FC236}">
                      <a16:creationId xmlns:a16="http://schemas.microsoft.com/office/drawing/2014/main" id="{3B07A2BA-5375-45F6-8495-D59D74BDC53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0" name="直線コネクタ 143909">
                  <a:extLst>
                    <a:ext uri="{FF2B5EF4-FFF2-40B4-BE49-F238E27FC236}">
                      <a16:creationId xmlns:a16="http://schemas.microsoft.com/office/drawing/2014/main" id="{65F107D7-F2D9-4C7D-849F-5D700CD9AE3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1" name="直線コネクタ 143910">
                  <a:extLst>
                    <a:ext uri="{FF2B5EF4-FFF2-40B4-BE49-F238E27FC236}">
                      <a16:creationId xmlns:a16="http://schemas.microsoft.com/office/drawing/2014/main" id="{F71D5980-71C0-4E92-AE64-BCB71DCEF77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2" name="直線コネクタ 143911">
                  <a:extLst>
                    <a:ext uri="{FF2B5EF4-FFF2-40B4-BE49-F238E27FC236}">
                      <a16:creationId xmlns:a16="http://schemas.microsoft.com/office/drawing/2014/main" id="{22EFF4E9-422C-4A15-A840-860F5F25735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3" name="直線コネクタ 143912">
                  <a:extLst>
                    <a:ext uri="{FF2B5EF4-FFF2-40B4-BE49-F238E27FC236}">
                      <a16:creationId xmlns:a16="http://schemas.microsoft.com/office/drawing/2014/main" id="{C84AC0DF-85C8-4C06-8F94-AC20181819C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4" name="直線コネクタ 143913">
                  <a:extLst>
                    <a:ext uri="{FF2B5EF4-FFF2-40B4-BE49-F238E27FC236}">
                      <a16:creationId xmlns:a16="http://schemas.microsoft.com/office/drawing/2014/main" id="{5B973889-A7A7-409D-A1FE-8864EB77D40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5" name="直線コネクタ 143914">
                  <a:extLst>
                    <a:ext uri="{FF2B5EF4-FFF2-40B4-BE49-F238E27FC236}">
                      <a16:creationId xmlns:a16="http://schemas.microsoft.com/office/drawing/2014/main" id="{991680CD-E314-4A06-94CA-39D2DC4215F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6" name="直線コネクタ 143915">
                  <a:extLst>
                    <a:ext uri="{FF2B5EF4-FFF2-40B4-BE49-F238E27FC236}">
                      <a16:creationId xmlns:a16="http://schemas.microsoft.com/office/drawing/2014/main" id="{A4F50CD0-9562-4ED1-B842-4E3451FBDBA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7" name="直線コネクタ 143916">
                  <a:extLst>
                    <a:ext uri="{FF2B5EF4-FFF2-40B4-BE49-F238E27FC236}">
                      <a16:creationId xmlns:a16="http://schemas.microsoft.com/office/drawing/2014/main" id="{DE056A05-9732-45EE-B770-D54F67515BF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8" name="直線コネクタ 143917">
                  <a:extLst>
                    <a:ext uri="{FF2B5EF4-FFF2-40B4-BE49-F238E27FC236}">
                      <a16:creationId xmlns:a16="http://schemas.microsoft.com/office/drawing/2014/main" id="{E95B9E1D-8D24-4604-BD85-9A97930C3E5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19" name="直線コネクタ 143918">
                  <a:extLst>
                    <a:ext uri="{FF2B5EF4-FFF2-40B4-BE49-F238E27FC236}">
                      <a16:creationId xmlns:a16="http://schemas.microsoft.com/office/drawing/2014/main" id="{13128104-1A05-4BCB-B6F3-192383D3B5B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20" name="直線コネクタ 143919">
                  <a:extLst>
                    <a:ext uri="{FF2B5EF4-FFF2-40B4-BE49-F238E27FC236}">
                      <a16:creationId xmlns:a16="http://schemas.microsoft.com/office/drawing/2014/main" id="{44BB86C8-E273-43B4-8C73-F8B578B1EF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21" name="直線コネクタ 143920">
                  <a:extLst>
                    <a:ext uri="{FF2B5EF4-FFF2-40B4-BE49-F238E27FC236}">
                      <a16:creationId xmlns:a16="http://schemas.microsoft.com/office/drawing/2014/main" id="{2CC136ED-AFF4-4E0E-BB70-2C6FE08F707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22" name="直線コネクタ 143921">
                  <a:extLst>
                    <a:ext uri="{FF2B5EF4-FFF2-40B4-BE49-F238E27FC236}">
                      <a16:creationId xmlns:a16="http://schemas.microsoft.com/office/drawing/2014/main" id="{3911BD9B-113F-4522-A64C-1A1E92ABBC2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23" name="直線コネクタ 143922">
                  <a:extLst>
                    <a:ext uri="{FF2B5EF4-FFF2-40B4-BE49-F238E27FC236}">
                      <a16:creationId xmlns:a16="http://schemas.microsoft.com/office/drawing/2014/main" id="{99626687-8ACE-41CD-836C-948013C01F65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24" name="直線コネクタ 143923">
                  <a:extLst>
                    <a:ext uri="{FF2B5EF4-FFF2-40B4-BE49-F238E27FC236}">
                      <a16:creationId xmlns:a16="http://schemas.microsoft.com/office/drawing/2014/main" id="{93B4D22C-4C76-4E83-9ED0-F9BDE778AAA4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25" name="直線コネクタ 143924">
                  <a:extLst>
                    <a:ext uri="{FF2B5EF4-FFF2-40B4-BE49-F238E27FC236}">
                      <a16:creationId xmlns:a16="http://schemas.microsoft.com/office/drawing/2014/main" id="{DFB72662-AA30-4605-81E5-D06D21D48C70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926" name="直線コネクタ 143925">
                  <a:extLst>
                    <a:ext uri="{FF2B5EF4-FFF2-40B4-BE49-F238E27FC236}">
                      <a16:creationId xmlns:a16="http://schemas.microsoft.com/office/drawing/2014/main" id="{B8F39604-E2BC-43C9-BED3-563F832769E2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740" name="グループ化 143739">
                <a:extLst>
                  <a:ext uri="{FF2B5EF4-FFF2-40B4-BE49-F238E27FC236}">
                    <a16:creationId xmlns:a16="http://schemas.microsoft.com/office/drawing/2014/main" id="{832EB9CF-84C1-459A-822F-9B234824078C}"/>
                  </a:ext>
                </a:extLst>
              </p:cNvPr>
              <p:cNvGrpSpPr/>
              <p:nvPr/>
            </p:nvGrpSpPr>
            <p:grpSpPr>
              <a:xfrm flipH="1">
                <a:off x="5400000" y="36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835" name="直線コネクタ 143834">
                  <a:extLst>
                    <a:ext uri="{FF2B5EF4-FFF2-40B4-BE49-F238E27FC236}">
                      <a16:creationId xmlns:a16="http://schemas.microsoft.com/office/drawing/2014/main" id="{284923D6-1357-4F82-9ED7-754995B1FC1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6" name="直線コネクタ 143835">
                  <a:extLst>
                    <a:ext uri="{FF2B5EF4-FFF2-40B4-BE49-F238E27FC236}">
                      <a16:creationId xmlns:a16="http://schemas.microsoft.com/office/drawing/2014/main" id="{88657020-AB30-4948-A25F-0BE13961049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7" name="直線コネクタ 143836">
                  <a:extLst>
                    <a:ext uri="{FF2B5EF4-FFF2-40B4-BE49-F238E27FC236}">
                      <a16:creationId xmlns:a16="http://schemas.microsoft.com/office/drawing/2014/main" id="{C735CE03-79BD-4892-A268-E0FFE99808C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8" name="直線コネクタ 143837">
                  <a:extLst>
                    <a:ext uri="{FF2B5EF4-FFF2-40B4-BE49-F238E27FC236}">
                      <a16:creationId xmlns:a16="http://schemas.microsoft.com/office/drawing/2014/main" id="{6E5846F1-E4C2-4B08-B29D-1ED2C3C4C8A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9" name="直線コネクタ 143838">
                  <a:extLst>
                    <a:ext uri="{FF2B5EF4-FFF2-40B4-BE49-F238E27FC236}">
                      <a16:creationId xmlns:a16="http://schemas.microsoft.com/office/drawing/2014/main" id="{8A5B518C-B2BE-458C-A5B9-E7222DF2576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0" name="直線コネクタ 143839">
                  <a:extLst>
                    <a:ext uri="{FF2B5EF4-FFF2-40B4-BE49-F238E27FC236}">
                      <a16:creationId xmlns:a16="http://schemas.microsoft.com/office/drawing/2014/main" id="{1C3F4FED-E74F-4AD9-A121-8E4F74E6DFD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1" name="直線コネクタ 143840">
                  <a:extLst>
                    <a:ext uri="{FF2B5EF4-FFF2-40B4-BE49-F238E27FC236}">
                      <a16:creationId xmlns:a16="http://schemas.microsoft.com/office/drawing/2014/main" id="{3DD04407-E942-4548-849D-427EC930FD9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2" name="直線コネクタ 143841">
                  <a:extLst>
                    <a:ext uri="{FF2B5EF4-FFF2-40B4-BE49-F238E27FC236}">
                      <a16:creationId xmlns:a16="http://schemas.microsoft.com/office/drawing/2014/main" id="{AB7D9A80-1F5D-43EC-BD44-6001442E7FB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3" name="直線コネクタ 143842">
                  <a:extLst>
                    <a:ext uri="{FF2B5EF4-FFF2-40B4-BE49-F238E27FC236}">
                      <a16:creationId xmlns:a16="http://schemas.microsoft.com/office/drawing/2014/main" id="{3C1F3957-6F91-4A31-AC8D-C67F8FEB1A6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4" name="直線コネクタ 143843">
                  <a:extLst>
                    <a:ext uri="{FF2B5EF4-FFF2-40B4-BE49-F238E27FC236}">
                      <a16:creationId xmlns:a16="http://schemas.microsoft.com/office/drawing/2014/main" id="{53BBD41E-AFEF-42B9-B5D3-EBD244BAFE5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5" name="直線コネクタ 143844">
                  <a:extLst>
                    <a:ext uri="{FF2B5EF4-FFF2-40B4-BE49-F238E27FC236}">
                      <a16:creationId xmlns:a16="http://schemas.microsoft.com/office/drawing/2014/main" id="{1ECFC951-52EE-4B0A-B7F4-57A404C9F65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6" name="直線コネクタ 143845">
                  <a:extLst>
                    <a:ext uri="{FF2B5EF4-FFF2-40B4-BE49-F238E27FC236}">
                      <a16:creationId xmlns:a16="http://schemas.microsoft.com/office/drawing/2014/main" id="{4B225F0E-55A5-4F33-9625-E58C576EDF2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7" name="直線コネクタ 143846">
                  <a:extLst>
                    <a:ext uri="{FF2B5EF4-FFF2-40B4-BE49-F238E27FC236}">
                      <a16:creationId xmlns:a16="http://schemas.microsoft.com/office/drawing/2014/main" id="{0AADDA7D-3678-437A-8D23-D7B2C51700B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8" name="直線コネクタ 143847">
                  <a:extLst>
                    <a:ext uri="{FF2B5EF4-FFF2-40B4-BE49-F238E27FC236}">
                      <a16:creationId xmlns:a16="http://schemas.microsoft.com/office/drawing/2014/main" id="{16B2A4B9-E73D-42EC-9D8A-8305155E3E9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49" name="直線コネクタ 143848">
                  <a:extLst>
                    <a:ext uri="{FF2B5EF4-FFF2-40B4-BE49-F238E27FC236}">
                      <a16:creationId xmlns:a16="http://schemas.microsoft.com/office/drawing/2014/main" id="{B5E760E1-10ED-4D9E-9795-03F931D0CE5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0" name="直線コネクタ 143849">
                  <a:extLst>
                    <a:ext uri="{FF2B5EF4-FFF2-40B4-BE49-F238E27FC236}">
                      <a16:creationId xmlns:a16="http://schemas.microsoft.com/office/drawing/2014/main" id="{C866EFFA-5001-4902-B947-A5948159F03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1" name="直線コネクタ 143850">
                  <a:extLst>
                    <a:ext uri="{FF2B5EF4-FFF2-40B4-BE49-F238E27FC236}">
                      <a16:creationId xmlns:a16="http://schemas.microsoft.com/office/drawing/2014/main" id="{8868D15A-40B0-4F2B-80AE-D95F14605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2" name="直線コネクタ 143851">
                  <a:extLst>
                    <a:ext uri="{FF2B5EF4-FFF2-40B4-BE49-F238E27FC236}">
                      <a16:creationId xmlns:a16="http://schemas.microsoft.com/office/drawing/2014/main" id="{5F54DD56-98D9-494A-9A3F-EB79A334A2F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3" name="直線コネクタ 143852">
                  <a:extLst>
                    <a:ext uri="{FF2B5EF4-FFF2-40B4-BE49-F238E27FC236}">
                      <a16:creationId xmlns:a16="http://schemas.microsoft.com/office/drawing/2014/main" id="{054373E3-1DF3-472F-A5B5-CC74551AC0E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4" name="直線コネクタ 143853">
                  <a:extLst>
                    <a:ext uri="{FF2B5EF4-FFF2-40B4-BE49-F238E27FC236}">
                      <a16:creationId xmlns:a16="http://schemas.microsoft.com/office/drawing/2014/main" id="{29D1E8FC-983C-4C80-A213-F37E65206B7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5" name="直線コネクタ 143854">
                  <a:extLst>
                    <a:ext uri="{FF2B5EF4-FFF2-40B4-BE49-F238E27FC236}">
                      <a16:creationId xmlns:a16="http://schemas.microsoft.com/office/drawing/2014/main" id="{5CEE3403-94B6-4F58-A0EF-F7127922B73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6" name="直線コネクタ 143855">
                  <a:extLst>
                    <a:ext uri="{FF2B5EF4-FFF2-40B4-BE49-F238E27FC236}">
                      <a16:creationId xmlns:a16="http://schemas.microsoft.com/office/drawing/2014/main" id="{93E1FAD0-7A3A-4849-B24E-502A348D7FE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7" name="直線コネクタ 143856">
                  <a:extLst>
                    <a:ext uri="{FF2B5EF4-FFF2-40B4-BE49-F238E27FC236}">
                      <a16:creationId xmlns:a16="http://schemas.microsoft.com/office/drawing/2014/main" id="{78C27290-6976-4323-9268-9B3B6AD6840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8" name="直線コネクタ 143857">
                  <a:extLst>
                    <a:ext uri="{FF2B5EF4-FFF2-40B4-BE49-F238E27FC236}">
                      <a16:creationId xmlns:a16="http://schemas.microsoft.com/office/drawing/2014/main" id="{3BA60645-6B72-40DA-B22E-41EFEB3157C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59" name="直線コネクタ 143858">
                  <a:extLst>
                    <a:ext uri="{FF2B5EF4-FFF2-40B4-BE49-F238E27FC236}">
                      <a16:creationId xmlns:a16="http://schemas.microsoft.com/office/drawing/2014/main" id="{14E80728-75F0-4187-B394-6EFA77AE851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0" name="直線コネクタ 143859">
                  <a:extLst>
                    <a:ext uri="{FF2B5EF4-FFF2-40B4-BE49-F238E27FC236}">
                      <a16:creationId xmlns:a16="http://schemas.microsoft.com/office/drawing/2014/main" id="{FAE77431-8A54-4F4A-84B5-7A84D091DC3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1" name="直線コネクタ 143860">
                  <a:extLst>
                    <a:ext uri="{FF2B5EF4-FFF2-40B4-BE49-F238E27FC236}">
                      <a16:creationId xmlns:a16="http://schemas.microsoft.com/office/drawing/2014/main" id="{F40F9351-1BF5-4543-9F77-61D5A4B9D19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2" name="直線コネクタ 143861">
                  <a:extLst>
                    <a:ext uri="{FF2B5EF4-FFF2-40B4-BE49-F238E27FC236}">
                      <a16:creationId xmlns:a16="http://schemas.microsoft.com/office/drawing/2014/main" id="{FFCF2A57-4BE3-4BD1-855A-11F4B1398C1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3" name="直線コネクタ 143862">
                  <a:extLst>
                    <a:ext uri="{FF2B5EF4-FFF2-40B4-BE49-F238E27FC236}">
                      <a16:creationId xmlns:a16="http://schemas.microsoft.com/office/drawing/2014/main" id="{98BA5159-B749-4229-9C5D-D11743DA426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4" name="直線コネクタ 143863">
                  <a:extLst>
                    <a:ext uri="{FF2B5EF4-FFF2-40B4-BE49-F238E27FC236}">
                      <a16:creationId xmlns:a16="http://schemas.microsoft.com/office/drawing/2014/main" id="{E91AA310-4B81-44AC-9925-88E571C4758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5" name="直線コネクタ 143864">
                  <a:extLst>
                    <a:ext uri="{FF2B5EF4-FFF2-40B4-BE49-F238E27FC236}">
                      <a16:creationId xmlns:a16="http://schemas.microsoft.com/office/drawing/2014/main" id="{C0F07AE5-71F4-4C82-9FF0-8C02451DB15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6" name="直線コネクタ 143865">
                  <a:extLst>
                    <a:ext uri="{FF2B5EF4-FFF2-40B4-BE49-F238E27FC236}">
                      <a16:creationId xmlns:a16="http://schemas.microsoft.com/office/drawing/2014/main" id="{BB80F31F-E64E-47C8-9109-135262DE461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7" name="直線コネクタ 143866">
                  <a:extLst>
                    <a:ext uri="{FF2B5EF4-FFF2-40B4-BE49-F238E27FC236}">
                      <a16:creationId xmlns:a16="http://schemas.microsoft.com/office/drawing/2014/main" id="{A026215B-FE8B-40C3-B1F3-E7A8F68E340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8" name="直線コネクタ 143867">
                  <a:extLst>
                    <a:ext uri="{FF2B5EF4-FFF2-40B4-BE49-F238E27FC236}">
                      <a16:creationId xmlns:a16="http://schemas.microsoft.com/office/drawing/2014/main" id="{7A3670C6-A543-46A3-A44C-EEB5C7A001F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69" name="直線コネクタ 143868">
                  <a:extLst>
                    <a:ext uri="{FF2B5EF4-FFF2-40B4-BE49-F238E27FC236}">
                      <a16:creationId xmlns:a16="http://schemas.microsoft.com/office/drawing/2014/main" id="{BA2CC66B-A38A-461C-B4DD-93425926CA1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0" name="直線コネクタ 143869">
                  <a:extLst>
                    <a:ext uri="{FF2B5EF4-FFF2-40B4-BE49-F238E27FC236}">
                      <a16:creationId xmlns:a16="http://schemas.microsoft.com/office/drawing/2014/main" id="{BEC10A4B-C3FF-4AE4-8511-64AF3717C96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1" name="直線コネクタ 143870">
                  <a:extLst>
                    <a:ext uri="{FF2B5EF4-FFF2-40B4-BE49-F238E27FC236}">
                      <a16:creationId xmlns:a16="http://schemas.microsoft.com/office/drawing/2014/main" id="{A981B0F9-41FB-4E83-91A6-7E9E8BAA7D3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2" name="直線コネクタ 143871">
                  <a:extLst>
                    <a:ext uri="{FF2B5EF4-FFF2-40B4-BE49-F238E27FC236}">
                      <a16:creationId xmlns:a16="http://schemas.microsoft.com/office/drawing/2014/main" id="{8233A3B8-B7F4-462C-A458-03E8B760081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3" name="直線コネクタ 143872">
                  <a:extLst>
                    <a:ext uri="{FF2B5EF4-FFF2-40B4-BE49-F238E27FC236}">
                      <a16:creationId xmlns:a16="http://schemas.microsoft.com/office/drawing/2014/main" id="{3299E2E3-7895-4DFC-BF3C-53E5E6A5636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4" name="直線コネクタ 143873">
                  <a:extLst>
                    <a:ext uri="{FF2B5EF4-FFF2-40B4-BE49-F238E27FC236}">
                      <a16:creationId xmlns:a16="http://schemas.microsoft.com/office/drawing/2014/main" id="{04991DED-0567-4AF2-826E-BFC64AE728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5" name="直線コネクタ 143874">
                  <a:extLst>
                    <a:ext uri="{FF2B5EF4-FFF2-40B4-BE49-F238E27FC236}">
                      <a16:creationId xmlns:a16="http://schemas.microsoft.com/office/drawing/2014/main" id="{EF7BF15D-0CDF-40AA-820E-18D10033A4D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6" name="直線コネクタ 143875">
                  <a:extLst>
                    <a:ext uri="{FF2B5EF4-FFF2-40B4-BE49-F238E27FC236}">
                      <a16:creationId xmlns:a16="http://schemas.microsoft.com/office/drawing/2014/main" id="{4FD85B65-4BE6-454E-BC2A-081F8ECC9D9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7" name="直線コネクタ 143876">
                  <a:extLst>
                    <a:ext uri="{FF2B5EF4-FFF2-40B4-BE49-F238E27FC236}">
                      <a16:creationId xmlns:a16="http://schemas.microsoft.com/office/drawing/2014/main" id="{E9753159-2F7B-419C-B5E7-5B9581C3D4D8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8" name="直線コネクタ 143877">
                  <a:extLst>
                    <a:ext uri="{FF2B5EF4-FFF2-40B4-BE49-F238E27FC236}">
                      <a16:creationId xmlns:a16="http://schemas.microsoft.com/office/drawing/2014/main" id="{ABF0C48B-1A28-4EE5-BC94-F900D896C972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79" name="直線コネクタ 143878">
                  <a:extLst>
                    <a:ext uri="{FF2B5EF4-FFF2-40B4-BE49-F238E27FC236}">
                      <a16:creationId xmlns:a16="http://schemas.microsoft.com/office/drawing/2014/main" id="{53316760-7C74-4DCF-BD9B-EDA52CE6FC6F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80" name="直線コネクタ 143879">
                  <a:extLst>
                    <a:ext uri="{FF2B5EF4-FFF2-40B4-BE49-F238E27FC236}">
                      <a16:creationId xmlns:a16="http://schemas.microsoft.com/office/drawing/2014/main" id="{9B463184-7EBB-4F77-9723-53906D8371A0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741" name="グループ化 143740">
                <a:extLst>
                  <a:ext uri="{FF2B5EF4-FFF2-40B4-BE49-F238E27FC236}">
                    <a16:creationId xmlns:a16="http://schemas.microsoft.com/office/drawing/2014/main" id="{35B75C9A-FEF4-4066-B071-9AD48956D6B7}"/>
                  </a:ext>
                </a:extLst>
              </p:cNvPr>
              <p:cNvGrpSpPr/>
              <p:nvPr/>
            </p:nvGrpSpPr>
            <p:grpSpPr>
              <a:xfrm flipV="1">
                <a:off x="7200000" y="18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789" name="直線コネクタ 143788">
                  <a:extLst>
                    <a:ext uri="{FF2B5EF4-FFF2-40B4-BE49-F238E27FC236}">
                      <a16:creationId xmlns:a16="http://schemas.microsoft.com/office/drawing/2014/main" id="{950A50B7-B958-4110-A456-A62496936DE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0" name="直線コネクタ 143789">
                  <a:extLst>
                    <a:ext uri="{FF2B5EF4-FFF2-40B4-BE49-F238E27FC236}">
                      <a16:creationId xmlns:a16="http://schemas.microsoft.com/office/drawing/2014/main" id="{9309C66E-070F-4BC7-AB80-009F2C6133D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1" name="直線コネクタ 143790">
                  <a:extLst>
                    <a:ext uri="{FF2B5EF4-FFF2-40B4-BE49-F238E27FC236}">
                      <a16:creationId xmlns:a16="http://schemas.microsoft.com/office/drawing/2014/main" id="{5C8ADC62-1E7F-4FC8-A8B2-D67C046244C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2" name="直線コネクタ 143791">
                  <a:extLst>
                    <a:ext uri="{FF2B5EF4-FFF2-40B4-BE49-F238E27FC236}">
                      <a16:creationId xmlns:a16="http://schemas.microsoft.com/office/drawing/2014/main" id="{FF2A0446-2D65-4774-85BC-92D59106635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3" name="直線コネクタ 143792">
                  <a:extLst>
                    <a:ext uri="{FF2B5EF4-FFF2-40B4-BE49-F238E27FC236}">
                      <a16:creationId xmlns:a16="http://schemas.microsoft.com/office/drawing/2014/main" id="{6B5B22C6-F605-49AB-8DFC-DC6D4F5FBF4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4" name="直線コネクタ 143793">
                  <a:extLst>
                    <a:ext uri="{FF2B5EF4-FFF2-40B4-BE49-F238E27FC236}">
                      <a16:creationId xmlns:a16="http://schemas.microsoft.com/office/drawing/2014/main" id="{111CA385-0A7F-4197-9892-08C7AC168A5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5" name="直線コネクタ 143794">
                  <a:extLst>
                    <a:ext uri="{FF2B5EF4-FFF2-40B4-BE49-F238E27FC236}">
                      <a16:creationId xmlns:a16="http://schemas.microsoft.com/office/drawing/2014/main" id="{681C94AB-3B0E-43DA-A0AE-6C241B7BA46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6" name="直線コネクタ 143795">
                  <a:extLst>
                    <a:ext uri="{FF2B5EF4-FFF2-40B4-BE49-F238E27FC236}">
                      <a16:creationId xmlns:a16="http://schemas.microsoft.com/office/drawing/2014/main" id="{D99F39EC-75F3-411E-AE48-C77918362ED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7" name="直線コネクタ 143796">
                  <a:extLst>
                    <a:ext uri="{FF2B5EF4-FFF2-40B4-BE49-F238E27FC236}">
                      <a16:creationId xmlns:a16="http://schemas.microsoft.com/office/drawing/2014/main" id="{A6BA41D1-853E-4EA5-8A51-B7DE185FB11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8" name="直線コネクタ 143797">
                  <a:extLst>
                    <a:ext uri="{FF2B5EF4-FFF2-40B4-BE49-F238E27FC236}">
                      <a16:creationId xmlns:a16="http://schemas.microsoft.com/office/drawing/2014/main" id="{C489481C-66A8-42C4-A984-9AE22514264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99" name="直線コネクタ 143798">
                  <a:extLst>
                    <a:ext uri="{FF2B5EF4-FFF2-40B4-BE49-F238E27FC236}">
                      <a16:creationId xmlns:a16="http://schemas.microsoft.com/office/drawing/2014/main" id="{E952450B-8D12-4347-B52B-49469EB09CA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0" name="直線コネクタ 143799">
                  <a:extLst>
                    <a:ext uri="{FF2B5EF4-FFF2-40B4-BE49-F238E27FC236}">
                      <a16:creationId xmlns:a16="http://schemas.microsoft.com/office/drawing/2014/main" id="{620CF2B3-F50D-46AD-88E1-6CDEA34D715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1" name="直線コネクタ 143800">
                  <a:extLst>
                    <a:ext uri="{FF2B5EF4-FFF2-40B4-BE49-F238E27FC236}">
                      <a16:creationId xmlns:a16="http://schemas.microsoft.com/office/drawing/2014/main" id="{965007A0-1B3F-407E-9BBE-119EEAA76E8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2" name="直線コネクタ 143801">
                  <a:extLst>
                    <a:ext uri="{FF2B5EF4-FFF2-40B4-BE49-F238E27FC236}">
                      <a16:creationId xmlns:a16="http://schemas.microsoft.com/office/drawing/2014/main" id="{3516F31B-C96C-4548-9CB3-F2761175865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3" name="直線コネクタ 143802">
                  <a:extLst>
                    <a:ext uri="{FF2B5EF4-FFF2-40B4-BE49-F238E27FC236}">
                      <a16:creationId xmlns:a16="http://schemas.microsoft.com/office/drawing/2014/main" id="{B8459AFF-DC6C-4699-B602-181951CC351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4" name="直線コネクタ 143803">
                  <a:extLst>
                    <a:ext uri="{FF2B5EF4-FFF2-40B4-BE49-F238E27FC236}">
                      <a16:creationId xmlns:a16="http://schemas.microsoft.com/office/drawing/2014/main" id="{9BDA267C-238C-4F02-9359-D353FCB6A5E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5" name="直線コネクタ 143804">
                  <a:extLst>
                    <a:ext uri="{FF2B5EF4-FFF2-40B4-BE49-F238E27FC236}">
                      <a16:creationId xmlns:a16="http://schemas.microsoft.com/office/drawing/2014/main" id="{EC25217C-301B-4C08-833A-94F400D1C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6" name="直線コネクタ 143805">
                  <a:extLst>
                    <a:ext uri="{FF2B5EF4-FFF2-40B4-BE49-F238E27FC236}">
                      <a16:creationId xmlns:a16="http://schemas.microsoft.com/office/drawing/2014/main" id="{C30B39B8-1DC8-4CBC-8369-F01E70DFD9A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7" name="直線コネクタ 143806">
                  <a:extLst>
                    <a:ext uri="{FF2B5EF4-FFF2-40B4-BE49-F238E27FC236}">
                      <a16:creationId xmlns:a16="http://schemas.microsoft.com/office/drawing/2014/main" id="{8B81C3F0-FEC4-4EB8-B0D7-527E0C48853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8" name="直線コネクタ 143807">
                  <a:extLst>
                    <a:ext uri="{FF2B5EF4-FFF2-40B4-BE49-F238E27FC236}">
                      <a16:creationId xmlns:a16="http://schemas.microsoft.com/office/drawing/2014/main" id="{8F14E36F-7C6D-4F0A-BAF9-BD4B7B2C9DA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09" name="直線コネクタ 143808">
                  <a:extLst>
                    <a:ext uri="{FF2B5EF4-FFF2-40B4-BE49-F238E27FC236}">
                      <a16:creationId xmlns:a16="http://schemas.microsoft.com/office/drawing/2014/main" id="{0FB2711E-9125-4D55-93B0-3AE7D8DFC03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0" name="直線コネクタ 143809">
                  <a:extLst>
                    <a:ext uri="{FF2B5EF4-FFF2-40B4-BE49-F238E27FC236}">
                      <a16:creationId xmlns:a16="http://schemas.microsoft.com/office/drawing/2014/main" id="{C867C9F9-200F-43D7-B663-B5FC8F497FE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1" name="直線コネクタ 143810">
                  <a:extLst>
                    <a:ext uri="{FF2B5EF4-FFF2-40B4-BE49-F238E27FC236}">
                      <a16:creationId xmlns:a16="http://schemas.microsoft.com/office/drawing/2014/main" id="{F148489B-7E62-49F4-9BE5-F997D523241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2" name="直線コネクタ 143811">
                  <a:extLst>
                    <a:ext uri="{FF2B5EF4-FFF2-40B4-BE49-F238E27FC236}">
                      <a16:creationId xmlns:a16="http://schemas.microsoft.com/office/drawing/2014/main" id="{C4723439-5811-4309-839F-51AD6AEA48E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3" name="直線コネクタ 143812">
                  <a:extLst>
                    <a:ext uri="{FF2B5EF4-FFF2-40B4-BE49-F238E27FC236}">
                      <a16:creationId xmlns:a16="http://schemas.microsoft.com/office/drawing/2014/main" id="{725AB800-F088-4E9B-A007-F61203FBC9C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4" name="直線コネクタ 143813">
                  <a:extLst>
                    <a:ext uri="{FF2B5EF4-FFF2-40B4-BE49-F238E27FC236}">
                      <a16:creationId xmlns:a16="http://schemas.microsoft.com/office/drawing/2014/main" id="{BB42A9A0-D7E0-44C4-9408-C6D39792446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5" name="直線コネクタ 143814">
                  <a:extLst>
                    <a:ext uri="{FF2B5EF4-FFF2-40B4-BE49-F238E27FC236}">
                      <a16:creationId xmlns:a16="http://schemas.microsoft.com/office/drawing/2014/main" id="{C92A3FC0-D6C0-49B1-A2A7-8C8AC7C6A0D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6" name="直線コネクタ 143815">
                  <a:extLst>
                    <a:ext uri="{FF2B5EF4-FFF2-40B4-BE49-F238E27FC236}">
                      <a16:creationId xmlns:a16="http://schemas.microsoft.com/office/drawing/2014/main" id="{C8C3A001-395D-483D-BABD-4A327A33EDB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7" name="直線コネクタ 143816">
                  <a:extLst>
                    <a:ext uri="{FF2B5EF4-FFF2-40B4-BE49-F238E27FC236}">
                      <a16:creationId xmlns:a16="http://schemas.microsoft.com/office/drawing/2014/main" id="{0D456BF2-80FF-42E7-89E5-06000D868B3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8" name="直線コネクタ 143817">
                  <a:extLst>
                    <a:ext uri="{FF2B5EF4-FFF2-40B4-BE49-F238E27FC236}">
                      <a16:creationId xmlns:a16="http://schemas.microsoft.com/office/drawing/2014/main" id="{9DBE893A-4043-41D0-9DD0-172E0AA79CE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19" name="直線コネクタ 143818">
                  <a:extLst>
                    <a:ext uri="{FF2B5EF4-FFF2-40B4-BE49-F238E27FC236}">
                      <a16:creationId xmlns:a16="http://schemas.microsoft.com/office/drawing/2014/main" id="{F54235C6-975D-4453-9976-FAADD97AF83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0" name="直線コネクタ 143819">
                  <a:extLst>
                    <a:ext uri="{FF2B5EF4-FFF2-40B4-BE49-F238E27FC236}">
                      <a16:creationId xmlns:a16="http://schemas.microsoft.com/office/drawing/2014/main" id="{7FBB792A-AA54-4046-B520-6D306FABDB0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1" name="直線コネクタ 143820">
                  <a:extLst>
                    <a:ext uri="{FF2B5EF4-FFF2-40B4-BE49-F238E27FC236}">
                      <a16:creationId xmlns:a16="http://schemas.microsoft.com/office/drawing/2014/main" id="{969C915B-8DA1-4042-B612-DECA47D711A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2" name="直線コネクタ 143821">
                  <a:extLst>
                    <a:ext uri="{FF2B5EF4-FFF2-40B4-BE49-F238E27FC236}">
                      <a16:creationId xmlns:a16="http://schemas.microsoft.com/office/drawing/2014/main" id="{41905928-9E15-4B6F-90A1-F205AFC499E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3" name="直線コネクタ 143822">
                  <a:extLst>
                    <a:ext uri="{FF2B5EF4-FFF2-40B4-BE49-F238E27FC236}">
                      <a16:creationId xmlns:a16="http://schemas.microsoft.com/office/drawing/2014/main" id="{814456B1-DE81-4E9B-8332-BEF8C20BFA0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4" name="直線コネクタ 143823">
                  <a:extLst>
                    <a:ext uri="{FF2B5EF4-FFF2-40B4-BE49-F238E27FC236}">
                      <a16:creationId xmlns:a16="http://schemas.microsoft.com/office/drawing/2014/main" id="{7B08E808-1405-40F0-97CF-A6D2ABF3A40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5" name="直線コネクタ 143824">
                  <a:extLst>
                    <a:ext uri="{FF2B5EF4-FFF2-40B4-BE49-F238E27FC236}">
                      <a16:creationId xmlns:a16="http://schemas.microsoft.com/office/drawing/2014/main" id="{8F489DAD-4A59-4F04-8526-3BB56F1B06B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6" name="直線コネクタ 143825">
                  <a:extLst>
                    <a:ext uri="{FF2B5EF4-FFF2-40B4-BE49-F238E27FC236}">
                      <a16:creationId xmlns:a16="http://schemas.microsoft.com/office/drawing/2014/main" id="{A95603AC-A018-45E3-97BC-5F53EBDE0E9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7" name="直線コネクタ 143826">
                  <a:extLst>
                    <a:ext uri="{FF2B5EF4-FFF2-40B4-BE49-F238E27FC236}">
                      <a16:creationId xmlns:a16="http://schemas.microsoft.com/office/drawing/2014/main" id="{6E989B80-2A82-4848-9FAC-04CDE9DF863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8" name="直線コネクタ 143827">
                  <a:extLst>
                    <a:ext uri="{FF2B5EF4-FFF2-40B4-BE49-F238E27FC236}">
                      <a16:creationId xmlns:a16="http://schemas.microsoft.com/office/drawing/2014/main" id="{D14B2454-D08E-463D-A603-0A0368EB86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29" name="直線コネクタ 143828">
                  <a:extLst>
                    <a:ext uri="{FF2B5EF4-FFF2-40B4-BE49-F238E27FC236}">
                      <a16:creationId xmlns:a16="http://schemas.microsoft.com/office/drawing/2014/main" id="{C6608632-A4B2-408B-AFFE-1B0B5D947C7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0" name="直線コネクタ 143829">
                  <a:extLst>
                    <a:ext uri="{FF2B5EF4-FFF2-40B4-BE49-F238E27FC236}">
                      <a16:creationId xmlns:a16="http://schemas.microsoft.com/office/drawing/2014/main" id="{ABE8C44D-5606-434E-878E-3301B658B41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1" name="直線コネクタ 143830">
                  <a:extLst>
                    <a:ext uri="{FF2B5EF4-FFF2-40B4-BE49-F238E27FC236}">
                      <a16:creationId xmlns:a16="http://schemas.microsoft.com/office/drawing/2014/main" id="{7824286F-96A1-4A4E-A82D-80EB7C528558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2" name="直線コネクタ 143831">
                  <a:extLst>
                    <a:ext uri="{FF2B5EF4-FFF2-40B4-BE49-F238E27FC236}">
                      <a16:creationId xmlns:a16="http://schemas.microsoft.com/office/drawing/2014/main" id="{F4F8A809-4919-4F36-A499-BDFC684BFFAA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3" name="直線コネクタ 143832">
                  <a:extLst>
                    <a:ext uri="{FF2B5EF4-FFF2-40B4-BE49-F238E27FC236}">
                      <a16:creationId xmlns:a16="http://schemas.microsoft.com/office/drawing/2014/main" id="{72886101-0F8A-4D53-B3C8-800BD78E6011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834" name="直線コネクタ 143833">
                  <a:extLst>
                    <a:ext uri="{FF2B5EF4-FFF2-40B4-BE49-F238E27FC236}">
                      <a16:creationId xmlns:a16="http://schemas.microsoft.com/office/drawing/2014/main" id="{E0525E7C-7E57-4258-BF0B-47B88936D30E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742" name="グループ化 143741">
                <a:extLst>
                  <a:ext uri="{FF2B5EF4-FFF2-40B4-BE49-F238E27FC236}">
                    <a16:creationId xmlns:a16="http://schemas.microsoft.com/office/drawing/2014/main" id="{A926124F-6870-47FB-A246-24644433741E}"/>
                  </a:ext>
                </a:extLst>
              </p:cNvPr>
              <p:cNvGrpSpPr/>
              <p:nvPr/>
            </p:nvGrpSpPr>
            <p:grpSpPr>
              <a:xfrm flipH="1" flipV="1">
                <a:off x="5400000" y="18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743" name="直線コネクタ 143742">
                  <a:extLst>
                    <a:ext uri="{FF2B5EF4-FFF2-40B4-BE49-F238E27FC236}">
                      <a16:creationId xmlns:a16="http://schemas.microsoft.com/office/drawing/2014/main" id="{AFA6A92C-E5E7-4019-973D-937A79A9BEA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44" name="直線コネクタ 143743">
                  <a:extLst>
                    <a:ext uri="{FF2B5EF4-FFF2-40B4-BE49-F238E27FC236}">
                      <a16:creationId xmlns:a16="http://schemas.microsoft.com/office/drawing/2014/main" id="{BEA91F1A-C406-4EB8-A829-15514D2AC1F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45" name="直線コネクタ 143744">
                  <a:extLst>
                    <a:ext uri="{FF2B5EF4-FFF2-40B4-BE49-F238E27FC236}">
                      <a16:creationId xmlns:a16="http://schemas.microsoft.com/office/drawing/2014/main" id="{DCB81997-EFFE-4DCC-9CA3-52DE6BE593C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46" name="直線コネクタ 143745">
                  <a:extLst>
                    <a:ext uri="{FF2B5EF4-FFF2-40B4-BE49-F238E27FC236}">
                      <a16:creationId xmlns:a16="http://schemas.microsoft.com/office/drawing/2014/main" id="{9A49109C-09C1-44FB-9341-0C2E7A9210F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47" name="直線コネクタ 143746">
                  <a:extLst>
                    <a:ext uri="{FF2B5EF4-FFF2-40B4-BE49-F238E27FC236}">
                      <a16:creationId xmlns:a16="http://schemas.microsoft.com/office/drawing/2014/main" id="{F00B8A50-A687-4573-B141-6687AB151D1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48" name="直線コネクタ 143747">
                  <a:extLst>
                    <a:ext uri="{FF2B5EF4-FFF2-40B4-BE49-F238E27FC236}">
                      <a16:creationId xmlns:a16="http://schemas.microsoft.com/office/drawing/2014/main" id="{AEF36F1A-29DB-4D39-861F-E05974BB389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49" name="直線コネクタ 143748">
                  <a:extLst>
                    <a:ext uri="{FF2B5EF4-FFF2-40B4-BE49-F238E27FC236}">
                      <a16:creationId xmlns:a16="http://schemas.microsoft.com/office/drawing/2014/main" id="{E24267EB-6A68-4811-8990-B95262720B3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0" name="直線コネクタ 143749">
                  <a:extLst>
                    <a:ext uri="{FF2B5EF4-FFF2-40B4-BE49-F238E27FC236}">
                      <a16:creationId xmlns:a16="http://schemas.microsoft.com/office/drawing/2014/main" id="{7126F134-3469-4EBE-B799-0C6571CEB1C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1" name="直線コネクタ 143750">
                  <a:extLst>
                    <a:ext uri="{FF2B5EF4-FFF2-40B4-BE49-F238E27FC236}">
                      <a16:creationId xmlns:a16="http://schemas.microsoft.com/office/drawing/2014/main" id="{C494B96C-AD41-4510-958B-E6F7507AED0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2" name="直線コネクタ 143751">
                  <a:extLst>
                    <a:ext uri="{FF2B5EF4-FFF2-40B4-BE49-F238E27FC236}">
                      <a16:creationId xmlns:a16="http://schemas.microsoft.com/office/drawing/2014/main" id="{431412C3-08A0-4918-8A8B-902742A5FC8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3" name="直線コネクタ 143752">
                  <a:extLst>
                    <a:ext uri="{FF2B5EF4-FFF2-40B4-BE49-F238E27FC236}">
                      <a16:creationId xmlns:a16="http://schemas.microsoft.com/office/drawing/2014/main" id="{211D79E2-8E9D-43DA-A94B-B64DCE9FFA3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4" name="直線コネクタ 143753">
                  <a:extLst>
                    <a:ext uri="{FF2B5EF4-FFF2-40B4-BE49-F238E27FC236}">
                      <a16:creationId xmlns:a16="http://schemas.microsoft.com/office/drawing/2014/main" id="{ECE28352-2416-4D18-9F40-E03544BF9DC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5" name="直線コネクタ 143754">
                  <a:extLst>
                    <a:ext uri="{FF2B5EF4-FFF2-40B4-BE49-F238E27FC236}">
                      <a16:creationId xmlns:a16="http://schemas.microsoft.com/office/drawing/2014/main" id="{875C00F0-865D-48DC-96CD-DB5DF5D80FE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6" name="直線コネクタ 143755">
                  <a:extLst>
                    <a:ext uri="{FF2B5EF4-FFF2-40B4-BE49-F238E27FC236}">
                      <a16:creationId xmlns:a16="http://schemas.microsoft.com/office/drawing/2014/main" id="{3076A495-0810-45B5-AB68-06B65F380E8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7" name="直線コネクタ 143756">
                  <a:extLst>
                    <a:ext uri="{FF2B5EF4-FFF2-40B4-BE49-F238E27FC236}">
                      <a16:creationId xmlns:a16="http://schemas.microsoft.com/office/drawing/2014/main" id="{B6F18948-E3FC-4692-9FAC-F269F17F5DB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8" name="直線コネクタ 143757">
                  <a:extLst>
                    <a:ext uri="{FF2B5EF4-FFF2-40B4-BE49-F238E27FC236}">
                      <a16:creationId xmlns:a16="http://schemas.microsoft.com/office/drawing/2014/main" id="{4FD50F63-D51A-427A-89B4-7EB1BC84DE0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59" name="直線コネクタ 143758">
                  <a:extLst>
                    <a:ext uri="{FF2B5EF4-FFF2-40B4-BE49-F238E27FC236}">
                      <a16:creationId xmlns:a16="http://schemas.microsoft.com/office/drawing/2014/main" id="{8744BFA9-303C-41C9-AE84-582841C5B3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0" name="直線コネクタ 143759">
                  <a:extLst>
                    <a:ext uri="{FF2B5EF4-FFF2-40B4-BE49-F238E27FC236}">
                      <a16:creationId xmlns:a16="http://schemas.microsoft.com/office/drawing/2014/main" id="{7FB313D6-4CCF-44BD-B85C-0A09B915D6E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1" name="直線コネクタ 143760">
                  <a:extLst>
                    <a:ext uri="{FF2B5EF4-FFF2-40B4-BE49-F238E27FC236}">
                      <a16:creationId xmlns:a16="http://schemas.microsoft.com/office/drawing/2014/main" id="{8FEF9057-5525-4399-B53E-A08CD5451CC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2" name="直線コネクタ 143761">
                  <a:extLst>
                    <a:ext uri="{FF2B5EF4-FFF2-40B4-BE49-F238E27FC236}">
                      <a16:creationId xmlns:a16="http://schemas.microsoft.com/office/drawing/2014/main" id="{15F2DC32-9B6F-478B-9363-187DEC3438C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3" name="直線コネクタ 143762">
                  <a:extLst>
                    <a:ext uri="{FF2B5EF4-FFF2-40B4-BE49-F238E27FC236}">
                      <a16:creationId xmlns:a16="http://schemas.microsoft.com/office/drawing/2014/main" id="{B3165597-F0C3-4EEA-937C-F2733287AE8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4" name="直線コネクタ 143763">
                  <a:extLst>
                    <a:ext uri="{FF2B5EF4-FFF2-40B4-BE49-F238E27FC236}">
                      <a16:creationId xmlns:a16="http://schemas.microsoft.com/office/drawing/2014/main" id="{ACCBA8DF-B3F3-409F-A7EE-AB00AC6AAD9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5" name="直線コネクタ 143764">
                  <a:extLst>
                    <a:ext uri="{FF2B5EF4-FFF2-40B4-BE49-F238E27FC236}">
                      <a16:creationId xmlns:a16="http://schemas.microsoft.com/office/drawing/2014/main" id="{5377E56C-0502-4737-AEBD-35ADF610161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6" name="直線コネクタ 143765">
                  <a:extLst>
                    <a:ext uri="{FF2B5EF4-FFF2-40B4-BE49-F238E27FC236}">
                      <a16:creationId xmlns:a16="http://schemas.microsoft.com/office/drawing/2014/main" id="{23F89FA2-AC86-49DA-9BB8-CB9761AD8BB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7" name="直線コネクタ 143766">
                  <a:extLst>
                    <a:ext uri="{FF2B5EF4-FFF2-40B4-BE49-F238E27FC236}">
                      <a16:creationId xmlns:a16="http://schemas.microsoft.com/office/drawing/2014/main" id="{A39A593C-D148-4AFB-A37F-9B2BFFD795B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8" name="直線コネクタ 143767">
                  <a:extLst>
                    <a:ext uri="{FF2B5EF4-FFF2-40B4-BE49-F238E27FC236}">
                      <a16:creationId xmlns:a16="http://schemas.microsoft.com/office/drawing/2014/main" id="{77957DC0-71B9-40A3-8DB0-D81CF6AD036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69" name="直線コネクタ 143768">
                  <a:extLst>
                    <a:ext uri="{FF2B5EF4-FFF2-40B4-BE49-F238E27FC236}">
                      <a16:creationId xmlns:a16="http://schemas.microsoft.com/office/drawing/2014/main" id="{8AC2882C-4811-40F3-A633-BEC8BAA5D87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0" name="直線コネクタ 143769">
                  <a:extLst>
                    <a:ext uri="{FF2B5EF4-FFF2-40B4-BE49-F238E27FC236}">
                      <a16:creationId xmlns:a16="http://schemas.microsoft.com/office/drawing/2014/main" id="{E1852A0C-F3FF-4D63-A541-DD6B669111C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1" name="直線コネクタ 143770">
                  <a:extLst>
                    <a:ext uri="{FF2B5EF4-FFF2-40B4-BE49-F238E27FC236}">
                      <a16:creationId xmlns:a16="http://schemas.microsoft.com/office/drawing/2014/main" id="{1BF6810B-ECB9-4911-AD23-E4DBC14BC41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2" name="直線コネクタ 143771">
                  <a:extLst>
                    <a:ext uri="{FF2B5EF4-FFF2-40B4-BE49-F238E27FC236}">
                      <a16:creationId xmlns:a16="http://schemas.microsoft.com/office/drawing/2014/main" id="{D79A4E1E-9E79-41F1-B992-EB12D752D57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3" name="直線コネクタ 143772">
                  <a:extLst>
                    <a:ext uri="{FF2B5EF4-FFF2-40B4-BE49-F238E27FC236}">
                      <a16:creationId xmlns:a16="http://schemas.microsoft.com/office/drawing/2014/main" id="{A212579F-7865-4392-A902-5DE357694D8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4" name="直線コネクタ 143773">
                  <a:extLst>
                    <a:ext uri="{FF2B5EF4-FFF2-40B4-BE49-F238E27FC236}">
                      <a16:creationId xmlns:a16="http://schemas.microsoft.com/office/drawing/2014/main" id="{73AE0B00-78B4-4AC7-BAE4-AD701E4139B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5" name="直線コネクタ 143774">
                  <a:extLst>
                    <a:ext uri="{FF2B5EF4-FFF2-40B4-BE49-F238E27FC236}">
                      <a16:creationId xmlns:a16="http://schemas.microsoft.com/office/drawing/2014/main" id="{95BAA3B0-20B7-42E7-834E-1DB62E7A614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6" name="直線コネクタ 143775">
                  <a:extLst>
                    <a:ext uri="{FF2B5EF4-FFF2-40B4-BE49-F238E27FC236}">
                      <a16:creationId xmlns:a16="http://schemas.microsoft.com/office/drawing/2014/main" id="{89F37A33-E5FD-4458-BC94-B7746E45954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7" name="直線コネクタ 143776">
                  <a:extLst>
                    <a:ext uri="{FF2B5EF4-FFF2-40B4-BE49-F238E27FC236}">
                      <a16:creationId xmlns:a16="http://schemas.microsoft.com/office/drawing/2014/main" id="{C81EEF1F-11ED-4281-8000-E1608B4BBB5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8" name="直線コネクタ 143777">
                  <a:extLst>
                    <a:ext uri="{FF2B5EF4-FFF2-40B4-BE49-F238E27FC236}">
                      <a16:creationId xmlns:a16="http://schemas.microsoft.com/office/drawing/2014/main" id="{8A46BB1A-FF16-439E-A8DE-9D7B5321B78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79" name="直線コネクタ 143778">
                  <a:extLst>
                    <a:ext uri="{FF2B5EF4-FFF2-40B4-BE49-F238E27FC236}">
                      <a16:creationId xmlns:a16="http://schemas.microsoft.com/office/drawing/2014/main" id="{0B9981CE-5E9B-4877-B9D0-5EE6EDBE581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0" name="直線コネクタ 143779">
                  <a:extLst>
                    <a:ext uri="{FF2B5EF4-FFF2-40B4-BE49-F238E27FC236}">
                      <a16:creationId xmlns:a16="http://schemas.microsoft.com/office/drawing/2014/main" id="{20B50FF1-4179-4000-92C6-EF9DDB42A7C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1" name="直線コネクタ 143780">
                  <a:extLst>
                    <a:ext uri="{FF2B5EF4-FFF2-40B4-BE49-F238E27FC236}">
                      <a16:creationId xmlns:a16="http://schemas.microsoft.com/office/drawing/2014/main" id="{80A01763-DDC2-44C9-9665-3869DA61C7A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2" name="直線コネクタ 143781">
                  <a:extLst>
                    <a:ext uri="{FF2B5EF4-FFF2-40B4-BE49-F238E27FC236}">
                      <a16:creationId xmlns:a16="http://schemas.microsoft.com/office/drawing/2014/main" id="{42572D5D-A61D-41E2-9BCC-67870EA4B7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3" name="直線コネクタ 143782">
                  <a:extLst>
                    <a:ext uri="{FF2B5EF4-FFF2-40B4-BE49-F238E27FC236}">
                      <a16:creationId xmlns:a16="http://schemas.microsoft.com/office/drawing/2014/main" id="{F56BB6F0-1BD0-4E7D-87B2-A9E91C0BAFB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4" name="直線コネクタ 143783">
                  <a:extLst>
                    <a:ext uri="{FF2B5EF4-FFF2-40B4-BE49-F238E27FC236}">
                      <a16:creationId xmlns:a16="http://schemas.microsoft.com/office/drawing/2014/main" id="{36BAD253-4E9B-4EAA-80FD-E5A7496D277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5" name="直線コネクタ 143784">
                  <a:extLst>
                    <a:ext uri="{FF2B5EF4-FFF2-40B4-BE49-F238E27FC236}">
                      <a16:creationId xmlns:a16="http://schemas.microsoft.com/office/drawing/2014/main" id="{4FE57959-B949-4C86-9C17-57B082FA2A04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6" name="直線コネクタ 143785">
                  <a:extLst>
                    <a:ext uri="{FF2B5EF4-FFF2-40B4-BE49-F238E27FC236}">
                      <a16:creationId xmlns:a16="http://schemas.microsoft.com/office/drawing/2014/main" id="{E1DAE10B-8248-4DF5-81DB-FFAF21270125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7" name="直線コネクタ 143786">
                  <a:extLst>
                    <a:ext uri="{FF2B5EF4-FFF2-40B4-BE49-F238E27FC236}">
                      <a16:creationId xmlns:a16="http://schemas.microsoft.com/office/drawing/2014/main" id="{6D90ABA4-8DF8-4D3A-B689-1E245155516E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88" name="直線コネクタ 143787">
                  <a:extLst>
                    <a:ext uri="{FF2B5EF4-FFF2-40B4-BE49-F238E27FC236}">
                      <a16:creationId xmlns:a16="http://schemas.microsoft.com/office/drawing/2014/main" id="{5A561C5A-0593-4AA9-ACFD-3B822BFE3D76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3361" name="グループ化 143360">
              <a:extLst>
                <a:ext uri="{FF2B5EF4-FFF2-40B4-BE49-F238E27FC236}">
                  <a16:creationId xmlns:a16="http://schemas.microsoft.com/office/drawing/2014/main" id="{CCC81A9E-E66F-4277-821F-FEC7993BC005}"/>
                </a:ext>
              </a:extLst>
            </p:cNvPr>
            <p:cNvGrpSpPr/>
            <p:nvPr/>
          </p:nvGrpSpPr>
          <p:grpSpPr>
            <a:xfrm>
              <a:off x="5400000" y="5400000"/>
              <a:ext cx="3600000" cy="3600000"/>
              <a:chOff x="5400000" y="1800000"/>
              <a:chExt cx="3600000" cy="3600000"/>
            </a:xfrm>
          </p:grpSpPr>
          <p:grpSp>
            <p:nvGrpSpPr>
              <p:cNvPr id="143551" name="グループ化 143550">
                <a:extLst>
                  <a:ext uri="{FF2B5EF4-FFF2-40B4-BE49-F238E27FC236}">
                    <a16:creationId xmlns:a16="http://schemas.microsoft.com/office/drawing/2014/main" id="{E00C5524-619F-4699-A4A7-5D0ADFC21C6B}"/>
                  </a:ext>
                </a:extLst>
              </p:cNvPr>
              <p:cNvGrpSpPr/>
              <p:nvPr/>
            </p:nvGrpSpPr>
            <p:grpSpPr>
              <a:xfrm>
                <a:off x="7200000" y="36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693" name="直線コネクタ 143692">
                  <a:extLst>
                    <a:ext uri="{FF2B5EF4-FFF2-40B4-BE49-F238E27FC236}">
                      <a16:creationId xmlns:a16="http://schemas.microsoft.com/office/drawing/2014/main" id="{3AD7F600-3FB6-446A-BB52-D292B14DEB1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4" name="直線コネクタ 143693">
                  <a:extLst>
                    <a:ext uri="{FF2B5EF4-FFF2-40B4-BE49-F238E27FC236}">
                      <a16:creationId xmlns:a16="http://schemas.microsoft.com/office/drawing/2014/main" id="{20D904FB-1D1B-4D29-A723-A3DD5DE4279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5" name="直線コネクタ 143694">
                  <a:extLst>
                    <a:ext uri="{FF2B5EF4-FFF2-40B4-BE49-F238E27FC236}">
                      <a16:creationId xmlns:a16="http://schemas.microsoft.com/office/drawing/2014/main" id="{E7BF4443-5750-4CB5-9272-85AAACA405F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6" name="直線コネクタ 143695">
                  <a:extLst>
                    <a:ext uri="{FF2B5EF4-FFF2-40B4-BE49-F238E27FC236}">
                      <a16:creationId xmlns:a16="http://schemas.microsoft.com/office/drawing/2014/main" id="{482E7509-FDC6-4F78-8FA4-A714FE2C46B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7" name="直線コネクタ 143696">
                  <a:extLst>
                    <a:ext uri="{FF2B5EF4-FFF2-40B4-BE49-F238E27FC236}">
                      <a16:creationId xmlns:a16="http://schemas.microsoft.com/office/drawing/2014/main" id="{C8BB7B21-F4C5-45BB-BF8B-23D9B0A1677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8" name="直線コネクタ 143697">
                  <a:extLst>
                    <a:ext uri="{FF2B5EF4-FFF2-40B4-BE49-F238E27FC236}">
                      <a16:creationId xmlns:a16="http://schemas.microsoft.com/office/drawing/2014/main" id="{86C60C3C-264E-4BAD-8E8E-96A8B98E9AE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9" name="直線コネクタ 143698">
                  <a:extLst>
                    <a:ext uri="{FF2B5EF4-FFF2-40B4-BE49-F238E27FC236}">
                      <a16:creationId xmlns:a16="http://schemas.microsoft.com/office/drawing/2014/main" id="{D177FBE3-8309-472B-A2CA-8BBC68C8694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0" name="直線コネクタ 143699">
                  <a:extLst>
                    <a:ext uri="{FF2B5EF4-FFF2-40B4-BE49-F238E27FC236}">
                      <a16:creationId xmlns:a16="http://schemas.microsoft.com/office/drawing/2014/main" id="{32A68E1C-0A8C-4544-AC5C-5ADC7DB708A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1" name="直線コネクタ 143700">
                  <a:extLst>
                    <a:ext uri="{FF2B5EF4-FFF2-40B4-BE49-F238E27FC236}">
                      <a16:creationId xmlns:a16="http://schemas.microsoft.com/office/drawing/2014/main" id="{1D96CDD6-49F9-456E-8968-40ED25DEA5A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2" name="直線コネクタ 143701">
                  <a:extLst>
                    <a:ext uri="{FF2B5EF4-FFF2-40B4-BE49-F238E27FC236}">
                      <a16:creationId xmlns:a16="http://schemas.microsoft.com/office/drawing/2014/main" id="{DF89F632-C13A-43AD-80ED-DD4D71BAE6F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3" name="直線コネクタ 143702">
                  <a:extLst>
                    <a:ext uri="{FF2B5EF4-FFF2-40B4-BE49-F238E27FC236}">
                      <a16:creationId xmlns:a16="http://schemas.microsoft.com/office/drawing/2014/main" id="{A33AABE1-BA8F-48BC-8D7E-FC80649DD88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4" name="直線コネクタ 143703">
                  <a:extLst>
                    <a:ext uri="{FF2B5EF4-FFF2-40B4-BE49-F238E27FC236}">
                      <a16:creationId xmlns:a16="http://schemas.microsoft.com/office/drawing/2014/main" id="{B3F9CC7E-B9F7-45D1-99CD-7398BE1D34E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5" name="直線コネクタ 143704">
                  <a:extLst>
                    <a:ext uri="{FF2B5EF4-FFF2-40B4-BE49-F238E27FC236}">
                      <a16:creationId xmlns:a16="http://schemas.microsoft.com/office/drawing/2014/main" id="{58EF48C0-C437-42B9-9A29-819B1D050EE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6" name="直線コネクタ 143705">
                  <a:extLst>
                    <a:ext uri="{FF2B5EF4-FFF2-40B4-BE49-F238E27FC236}">
                      <a16:creationId xmlns:a16="http://schemas.microsoft.com/office/drawing/2014/main" id="{BF78E8DD-BD0F-4321-8332-B3133E63E69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7" name="直線コネクタ 143706">
                  <a:extLst>
                    <a:ext uri="{FF2B5EF4-FFF2-40B4-BE49-F238E27FC236}">
                      <a16:creationId xmlns:a16="http://schemas.microsoft.com/office/drawing/2014/main" id="{FE263489-4C9E-4FFC-A1B7-EA5EB831FC3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8" name="直線コネクタ 143707">
                  <a:extLst>
                    <a:ext uri="{FF2B5EF4-FFF2-40B4-BE49-F238E27FC236}">
                      <a16:creationId xmlns:a16="http://schemas.microsoft.com/office/drawing/2014/main" id="{ACA15F38-67AB-4AAC-8EA8-9068DAAAC56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09" name="直線コネクタ 143708">
                  <a:extLst>
                    <a:ext uri="{FF2B5EF4-FFF2-40B4-BE49-F238E27FC236}">
                      <a16:creationId xmlns:a16="http://schemas.microsoft.com/office/drawing/2014/main" id="{528C4DB2-A8D8-4DA0-968B-CC30049333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0" name="直線コネクタ 143709">
                  <a:extLst>
                    <a:ext uri="{FF2B5EF4-FFF2-40B4-BE49-F238E27FC236}">
                      <a16:creationId xmlns:a16="http://schemas.microsoft.com/office/drawing/2014/main" id="{5F938BD0-3F13-461D-BCD8-8897BE7481F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1" name="直線コネクタ 143710">
                  <a:extLst>
                    <a:ext uri="{FF2B5EF4-FFF2-40B4-BE49-F238E27FC236}">
                      <a16:creationId xmlns:a16="http://schemas.microsoft.com/office/drawing/2014/main" id="{10B70BD6-41AB-4B8F-8CF5-E958254ECCF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2" name="直線コネクタ 143711">
                  <a:extLst>
                    <a:ext uri="{FF2B5EF4-FFF2-40B4-BE49-F238E27FC236}">
                      <a16:creationId xmlns:a16="http://schemas.microsoft.com/office/drawing/2014/main" id="{5A46315F-D08A-40FB-871F-A549657272C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3" name="直線コネクタ 143712">
                  <a:extLst>
                    <a:ext uri="{FF2B5EF4-FFF2-40B4-BE49-F238E27FC236}">
                      <a16:creationId xmlns:a16="http://schemas.microsoft.com/office/drawing/2014/main" id="{D3D2D046-6005-4635-9C74-CAFDC05A9E9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4" name="直線コネクタ 143713">
                  <a:extLst>
                    <a:ext uri="{FF2B5EF4-FFF2-40B4-BE49-F238E27FC236}">
                      <a16:creationId xmlns:a16="http://schemas.microsoft.com/office/drawing/2014/main" id="{3F47834E-E861-436F-AA18-3CC17977B22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5" name="直線コネクタ 143714">
                  <a:extLst>
                    <a:ext uri="{FF2B5EF4-FFF2-40B4-BE49-F238E27FC236}">
                      <a16:creationId xmlns:a16="http://schemas.microsoft.com/office/drawing/2014/main" id="{156F33A6-851E-4DD1-AF06-7B31F0F08C7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6" name="直線コネクタ 143715">
                  <a:extLst>
                    <a:ext uri="{FF2B5EF4-FFF2-40B4-BE49-F238E27FC236}">
                      <a16:creationId xmlns:a16="http://schemas.microsoft.com/office/drawing/2014/main" id="{E1B1BDC0-BDC9-485B-ACBE-129B6B698FE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7" name="直線コネクタ 143716">
                  <a:extLst>
                    <a:ext uri="{FF2B5EF4-FFF2-40B4-BE49-F238E27FC236}">
                      <a16:creationId xmlns:a16="http://schemas.microsoft.com/office/drawing/2014/main" id="{A45B66EF-BE32-4DDE-9F62-38055CBA31B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8" name="直線コネクタ 143717">
                  <a:extLst>
                    <a:ext uri="{FF2B5EF4-FFF2-40B4-BE49-F238E27FC236}">
                      <a16:creationId xmlns:a16="http://schemas.microsoft.com/office/drawing/2014/main" id="{C0425773-6B01-4BAC-B443-5251522B0A1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19" name="直線コネクタ 143718">
                  <a:extLst>
                    <a:ext uri="{FF2B5EF4-FFF2-40B4-BE49-F238E27FC236}">
                      <a16:creationId xmlns:a16="http://schemas.microsoft.com/office/drawing/2014/main" id="{7C031A1D-5CF9-4317-B9AC-CD44471CAB7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0" name="直線コネクタ 143719">
                  <a:extLst>
                    <a:ext uri="{FF2B5EF4-FFF2-40B4-BE49-F238E27FC236}">
                      <a16:creationId xmlns:a16="http://schemas.microsoft.com/office/drawing/2014/main" id="{5CE0E237-3315-4A72-A291-726A0950E4B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1" name="直線コネクタ 143720">
                  <a:extLst>
                    <a:ext uri="{FF2B5EF4-FFF2-40B4-BE49-F238E27FC236}">
                      <a16:creationId xmlns:a16="http://schemas.microsoft.com/office/drawing/2014/main" id="{2BC985BC-0B1E-450E-835E-3C65D6B3932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2" name="直線コネクタ 143721">
                  <a:extLst>
                    <a:ext uri="{FF2B5EF4-FFF2-40B4-BE49-F238E27FC236}">
                      <a16:creationId xmlns:a16="http://schemas.microsoft.com/office/drawing/2014/main" id="{8225277B-4A0B-423E-A944-D1C5624B57F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3" name="直線コネクタ 143722">
                  <a:extLst>
                    <a:ext uri="{FF2B5EF4-FFF2-40B4-BE49-F238E27FC236}">
                      <a16:creationId xmlns:a16="http://schemas.microsoft.com/office/drawing/2014/main" id="{5B3D573A-BBE1-4AE8-93D8-02D8B6D5239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4" name="直線コネクタ 143723">
                  <a:extLst>
                    <a:ext uri="{FF2B5EF4-FFF2-40B4-BE49-F238E27FC236}">
                      <a16:creationId xmlns:a16="http://schemas.microsoft.com/office/drawing/2014/main" id="{79062709-68A2-4195-B876-ED57A166707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5" name="直線コネクタ 143724">
                  <a:extLst>
                    <a:ext uri="{FF2B5EF4-FFF2-40B4-BE49-F238E27FC236}">
                      <a16:creationId xmlns:a16="http://schemas.microsoft.com/office/drawing/2014/main" id="{87C1EE6A-DC7C-4C3D-96F7-DC62ED70B4D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6" name="直線コネクタ 143725">
                  <a:extLst>
                    <a:ext uri="{FF2B5EF4-FFF2-40B4-BE49-F238E27FC236}">
                      <a16:creationId xmlns:a16="http://schemas.microsoft.com/office/drawing/2014/main" id="{FD7B17C4-931B-46B5-9E98-9DFAF1E2E37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7" name="直線コネクタ 143726">
                  <a:extLst>
                    <a:ext uri="{FF2B5EF4-FFF2-40B4-BE49-F238E27FC236}">
                      <a16:creationId xmlns:a16="http://schemas.microsoft.com/office/drawing/2014/main" id="{B823903C-4BB2-44F0-9990-D7DF666A728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8" name="直線コネクタ 143727">
                  <a:extLst>
                    <a:ext uri="{FF2B5EF4-FFF2-40B4-BE49-F238E27FC236}">
                      <a16:creationId xmlns:a16="http://schemas.microsoft.com/office/drawing/2014/main" id="{782C1466-85A6-4BB7-9152-A4937410448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29" name="直線コネクタ 143728">
                  <a:extLst>
                    <a:ext uri="{FF2B5EF4-FFF2-40B4-BE49-F238E27FC236}">
                      <a16:creationId xmlns:a16="http://schemas.microsoft.com/office/drawing/2014/main" id="{C2999DEA-F8CD-4151-B8DA-07002B3DFE9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0" name="直線コネクタ 143729">
                  <a:extLst>
                    <a:ext uri="{FF2B5EF4-FFF2-40B4-BE49-F238E27FC236}">
                      <a16:creationId xmlns:a16="http://schemas.microsoft.com/office/drawing/2014/main" id="{D2E2042B-BB30-405F-8E19-D505251EDA5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1" name="直線コネクタ 143730">
                  <a:extLst>
                    <a:ext uri="{FF2B5EF4-FFF2-40B4-BE49-F238E27FC236}">
                      <a16:creationId xmlns:a16="http://schemas.microsoft.com/office/drawing/2014/main" id="{0DA30469-D519-41B2-8F7F-B84290515D1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2" name="直線コネクタ 143731">
                  <a:extLst>
                    <a:ext uri="{FF2B5EF4-FFF2-40B4-BE49-F238E27FC236}">
                      <a16:creationId xmlns:a16="http://schemas.microsoft.com/office/drawing/2014/main" id="{B6C04E9B-C637-4261-99A0-1D9D9EC86A9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3" name="直線コネクタ 143732">
                  <a:extLst>
                    <a:ext uri="{FF2B5EF4-FFF2-40B4-BE49-F238E27FC236}">
                      <a16:creationId xmlns:a16="http://schemas.microsoft.com/office/drawing/2014/main" id="{4227F56D-6CE0-485F-ABE3-CBD2A673D3E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4" name="直線コネクタ 143733">
                  <a:extLst>
                    <a:ext uri="{FF2B5EF4-FFF2-40B4-BE49-F238E27FC236}">
                      <a16:creationId xmlns:a16="http://schemas.microsoft.com/office/drawing/2014/main" id="{C223D0DE-9C81-4BA2-B1E0-B9E05397027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5" name="直線コネクタ 143734">
                  <a:extLst>
                    <a:ext uri="{FF2B5EF4-FFF2-40B4-BE49-F238E27FC236}">
                      <a16:creationId xmlns:a16="http://schemas.microsoft.com/office/drawing/2014/main" id="{0C8C599A-877B-4310-BF08-8F34B96270A8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6" name="直線コネクタ 143735">
                  <a:extLst>
                    <a:ext uri="{FF2B5EF4-FFF2-40B4-BE49-F238E27FC236}">
                      <a16:creationId xmlns:a16="http://schemas.microsoft.com/office/drawing/2014/main" id="{D682AA49-C671-4CCD-A835-C76AEE3A4ACA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7" name="直線コネクタ 143736">
                  <a:extLst>
                    <a:ext uri="{FF2B5EF4-FFF2-40B4-BE49-F238E27FC236}">
                      <a16:creationId xmlns:a16="http://schemas.microsoft.com/office/drawing/2014/main" id="{4461D9AA-B6CC-4D83-8A35-ADAB4FD01442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738" name="直線コネクタ 143737">
                  <a:extLst>
                    <a:ext uri="{FF2B5EF4-FFF2-40B4-BE49-F238E27FC236}">
                      <a16:creationId xmlns:a16="http://schemas.microsoft.com/office/drawing/2014/main" id="{EA259E1C-9A60-4D57-9338-BCBEDC09FC2E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552" name="グループ化 143551">
                <a:extLst>
                  <a:ext uri="{FF2B5EF4-FFF2-40B4-BE49-F238E27FC236}">
                    <a16:creationId xmlns:a16="http://schemas.microsoft.com/office/drawing/2014/main" id="{1A154E86-74D9-41D2-A15D-A5FE223504FA}"/>
                  </a:ext>
                </a:extLst>
              </p:cNvPr>
              <p:cNvGrpSpPr/>
              <p:nvPr/>
            </p:nvGrpSpPr>
            <p:grpSpPr>
              <a:xfrm flipH="1">
                <a:off x="5400000" y="36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647" name="直線コネクタ 143646">
                  <a:extLst>
                    <a:ext uri="{FF2B5EF4-FFF2-40B4-BE49-F238E27FC236}">
                      <a16:creationId xmlns:a16="http://schemas.microsoft.com/office/drawing/2014/main" id="{C3FFB732-8F0C-472F-B5A8-0EE7CC11F8B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8" name="直線コネクタ 143647">
                  <a:extLst>
                    <a:ext uri="{FF2B5EF4-FFF2-40B4-BE49-F238E27FC236}">
                      <a16:creationId xmlns:a16="http://schemas.microsoft.com/office/drawing/2014/main" id="{61545E04-5E3C-450F-AFE8-A66947CF4BC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9" name="直線コネクタ 143648">
                  <a:extLst>
                    <a:ext uri="{FF2B5EF4-FFF2-40B4-BE49-F238E27FC236}">
                      <a16:creationId xmlns:a16="http://schemas.microsoft.com/office/drawing/2014/main" id="{C574027B-EDA4-488F-8016-19440E400C1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0" name="直線コネクタ 143649">
                  <a:extLst>
                    <a:ext uri="{FF2B5EF4-FFF2-40B4-BE49-F238E27FC236}">
                      <a16:creationId xmlns:a16="http://schemas.microsoft.com/office/drawing/2014/main" id="{DA6D72CC-6C1C-4DB9-BBA8-03F07EDF4D0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1" name="直線コネクタ 143650">
                  <a:extLst>
                    <a:ext uri="{FF2B5EF4-FFF2-40B4-BE49-F238E27FC236}">
                      <a16:creationId xmlns:a16="http://schemas.microsoft.com/office/drawing/2014/main" id="{E6A69D19-6CBF-4124-BBC2-4C69C2317D8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2" name="直線コネクタ 143651">
                  <a:extLst>
                    <a:ext uri="{FF2B5EF4-FFF2-40B4-BE49-F238E27FC236}">
                      <a16:creationId xmlns:a16="http://schemas.microsoft.com/office/drawing/2014/main" id="{0E9A5CF2-E658-45D1-BB4A-4AC28B48BD1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3" name="直線コネクタ 143652">
                  <a:extLst>
                    <a:ext uri="{FF2B5EF4-FFF2-40B4-BE49-F238E27FC236}">
                      <a16:creationId xmlns:a16="http://schemas.microsoft.com/office/drawing/2014/main" id="{1C1FA820-AD05-4116-BACB-D7FC68EADEA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4" name="直線コネクタ 143653">
                  <a:extLst>
                    <a:ext uri="{FF2B5EF4-FFF2-40B4-BE49-F238E27FC236}">
                      <a16:creationId xmlns:a16="http://schemas.microsoft.com/office/drawing/2014/main" id="{93EACD97-1875-40B5-974E-14A3E28BD09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5" name="直線コネクタ 143654">
                  <a:extLst>
                    <a:ext uri="{FF2B5EF4-FFF2-40B4-BE49-F238E27FC236}">
                      <a16:creationId xmlns:a16="http://schemas.microsoft.com/office/drawing/2014/main" id="{6C392B93-276B-4D9E-A4A1-4F51CAE74D9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6" name="直線コネクタ 143655">
                  <a:extLst>
                    <a:ext uri="{FF2B5EF4-FFF2-40B4-BE49-F238E27FC236}">
                      <a16:creationId xmlns:a16="http://schemas.microsoft.com/office/drawing/2014/main" id="{CA2EDAB3-2170-45BA-A239-EABF4AEBED8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7" name="直線コネクタ 143656">
                  <a:extLst>
                    <a:ext uri="{FF2B5EF4-FFF2-40B4-BE49-F238E27FC236}">
                      <a16:creationId xmlns:a16="http://schemas.microsoft.com/office/drawing/2014/main" id="{C2C97AA3-DE9F-409C-8579-F01589939D3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8" name="直線コネクタ 143657">
                  <a:extLst>
                    <a:ext uri="{FF2B5EF4-FFF2-40B4-BE49-F238E27FC236}">
                      <a16:creationId xmlns:a16="http://schemas.microsoft.com/office/drawing/2014/main" id="{8DF748B2-C639-4DC6-A69C-83A8B0F1569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59" name="直線コネクタ 143658">
                  <a:extLst>
                    <a:ext uri="{FF2B5EF4-FFF2-40B4-BE49-F238E27FC236}">
                      <a16:creationId xmlns:a16="http://schemas.microsoft.com/office/drawing/2014/main" id="{B9B3D4F2-3034-40EB-8E01-7E80966D305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0" name="直線コネクタ 143659">
                  <a:extLst>
                    <a:ext uri="{FF2B5EF4-FFF2-40B4-BE49-F238E27FC236}">
                      <a16:creationId xmlns:a16="http://schemas.microsoft.com/office/drawing/2014/main" id="{E0BE1485-37E5-4FCE-B91A-A53B6128665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1" name="直線コネクタ 143660">
                  <a:extLst>
                    <a:ext uri="{FF2B5EF4-FFF2-40B4-BE49-F238E27FC236}">
                      <a16:creationId xmlns:a16="http://schemas.microsoft.com/office/drawing/2014/main" id="{06DAD2E5-767E-4E96-B4A6-291A8BBCBF0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2" name="直線コネクタ 143661">
                  <a:extLst>
                    <a:ext uri="{FF2B5EF4-FFF2-40B4-BE49-F238E27FC236}">
                      <a16:creationId xmlns:a16="http://schemas.microsoft.com/office/drawing/2014/main" id="{A2C7F559-0582-46DF-90EF-04955E21014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3" name="直線コネクタ 143662">
                  <a:extLst>
                    <a:ext uri="{FF2B5EF4-FFF2-40B4-BE49-F238E27FC236}">
                      <a16:creationId xmlns:a16="http://schemas.microsoft.com/office/drawing/2014/main" id="{87ACF765-DC6B-43AB-9918-6710934D69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4" name="直線コネクタ 143663">
                  <a:extLst>
                    <a:ext uri="{FF2B5EF4-FFF2-40B4-BE49-F238E27FC236}">
                      <a16:creationId xmlns:a16="http://schemas.microsoft.com/office/drawing/2014/main" id="{84BF9D92-EF6E-4EFB-AEF2-6E3F35A7068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5" name="直線コネクタ 143664">
                  <a:extLst>
                    <a:ext uri="{FF2B5EF4-FFF2-40B4-BE49-F238E27FC236}">
                      <a16:creationId xmlns:a16="http://schemas.microsoft.com/office/drawing/2014/main" id="{9D381D13-BE85-4486-A70D-8DFF9DDE451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6" name="直線コネクタ 143665">
                  <a:extLst>
                    <a:ext uri="{FF2B5EF4-FFF2-40B4-BE49-F238E27FC236}">
                      <a16:creationId xmlns:a16="http://schemas.microsoft.com/office/drawing/2014/main" id="{221D4432-A6CC-4223-8D1B-12CC64E73FA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7" name="直線コネクタ 143666">
                  <a:extLst>
                    <a:ext uri="{FF2B5EF4-FFF2-40B4-BE49-F238E27FC236}">
                      <a16:creationId xmlns:a16="http://schemas.microsoft.com/office/drawing/2014/main" id="{C038674C-5722-461A-BAAC-7B0B6E34ADA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8" name="直線コネクタ 143667">
                  <a:extLst>
                    <a:ext uri="{FF2B5EF4-FFF2-40B4-BE49-F238E27FC236}">
                      <a16:creationId xmlns:a16="http://schemas.microsoft.com/office/drawing/2014/main" id="{C246C948-3306-40BF-B8EF-6B3C4D2D41E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69" name="直線コネクタ 143668">
                  <a:extLst>
                    <a:ext uri="{FF2B5EF4-FFF2-40B4-BE49-F238E27FC236}">
                      <a16:creationId xmlns:a16="http://schemas.microsoft.com/office/drawing/2014/main" id="{0C22238D-3E5E-4CDF-9C12-E94D56A7A72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0" name="直線コネクタ 143669">
                  <a:extLst>
                    <a:ext uri="{FF2B5EF4-FFF2-40B4-BE49-F238E27FC236}">
                      <a16:creationId xmlns:a16="http://schemas.microsoft.com/office/drawing/2014/main" id="{7ACBF681-6F67-4F48-AF2E-81056C8A112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1" name="直線コネクタ 143670">
                  <a:extLst>
                    <a:ext uri="{FF2B5EF4-FFF2-40B4-BE49-F238E27FC236}">
                      <a16:creationId xmlns:a16="http://schemas.microsoft.com/office/drawing/2014/main" id="{847866A6-89DF-481A-9950-08AECD418A2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2" name="直線コネクタ 143671">
                  <a:extLst>
                    <a:ext uri="{FF2B5EF4-FFF2-40B4-BE49-F238E27FC236}">
                      <a16:creationId xmlns:a16="http://schemas.microsoft.com/office/drawing/2014/main" id="{AC1A6ACC-6F38-40D7-95DD-F73E3C8AF4C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3" name="直線コネクタ 143672">
                  <a:extLst>
                    <a:ext uri="{FF2B5EF4-FFF2-40B4-BE49-F238E27FC236}">
                      <a16:creationId xmlns:a16="http://schemas.microsoft.com/office/drawing/2014/main" id="{A47324AD-72EC-412C-90A5-A4D8FF76E09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4" name="直線コネクタ 143673">
                  <a:extLst>
                    <a:ext uri="{FF2B5EF4-FFF2-40B4-BE49-F238E27FC236}">
                      <a16:creationId xmlns:a16="http://schemas.microsoft.com/office/drawing/2014/main" id="{F7E42B2A-881B-4AC5-B2A1-2DE4F126387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5" name="直線コネクタ 143674">
                  <a:extLst>
                    <a:ext uri="{FF2B5EF4-FFF2-40B4-BE49-F238E27FC236}">
                      <a16:creationId xmlns:a16="http://schemas.microsoft.com/office/drawing/2014/main" id="{B409EA1F-82B3-4456-9CD6-20F838D4F14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6" name="直線コネクタ 143675">
                  <a:extLst>
                    <a:ext uri="{FF2B5EF4-FFF2-40B4-BE49-F238E27FC236}">
                      <a16:creationId xmlns:a16="http://schemas.microsoft.com/office/drawing/2014/main" id="{4242FFEC-99B0-4F99-B437-F609216102A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7" name="直線コネクタ 143676">
                  <a:extLst>
                    <a:ext uri="{FF2B5EF4-FFF2-40B4-BE49-F238E27FC236}">
                      <a16:creationId xmlns:a16="http://schemas.microsoft.com/office/drawing/2014/main" id="{10CE4D58-3950-4900-B7F3-5E6B4FE1A09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8" name="直線コネクタ 143677">
                  <a:extLst>
                    <a:ext uri="{FF2B5EF4-FFF2-40B4-BE49-F238E27FC236}">
                      <a16:creationId xmlns:a16="http://schemas.microsoft.com/office/drawing/2014/main" id="{9FE4D4DE-03C9-4CDE-A956-707AB1A063B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79" name="直線コネクタ 143678">
                  <a:extLst>
                    <a:ext uri="{FF2B5EF4-FFF2-40B4-BE49-F238E27FC236}">
                      <a16:creationId xmlns:a16="http://schemas.microsoft.com/office/drawing/2014/main" id="{FAF49821-488D-445A-B3AE-A342A2C5D20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0" name="直線コネクタ 143679">
                  <a:extLst>
                    <a:ext uri="{FF2B5EF4-FFF2-40B4-BE49-F238E27FC236}">
                      <a16:creationId xmlns:a16="http://schemas.microsoft.com/office/drawing/2014/main" id="{3D237F2A-C534-4E81-8BE8-44CDB658F2A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1" name="直線コネクタ 143680">
                  <a:extLst>
                    <a:ext uri="{FF2B5EF4-FFF2-40B4-BE49-F238E27FC236}">
                      <a16:creationId xmlns:a16="http://schemas.microsoft.com/office/drawing/2014/main" id="{FA175452-A978-42E0-B21F-636B7C47EFD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2" name="直線コネクタ 143681">
                  <a:extLst>
                    <a:ext uri="{FF2B5EF4-FFF2-40B4-BE49-F238E27FC236}">
                      <a16:creationId xmlns:a16="http://schemas.microsoft.com/office/drawing/2014/main" id="{97FCAC1E-F243-4FDC-83B0-E9F0B83B660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3" name="直線コネクタ 143682">
                  <a:extLst>
                    <a:ext uri="{FF2B5EF4-FFF2-40B4-BE49-F238E27FC236}">
                      <a16:creationId xmlns:a16="http://schemas.microsoft.com/office/drawing/2014/main" id="{5370633C-3F54-4696-837F-68CF5A8DD2C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4" name="直線コネクタ 143683">
                  <a:extLst>
                    <a:ext uri="{FF2B5EF4-FFF2-40B4-BE49-F238E27FC236}">
                      <a16:creationId xmlns:a16="http://schemas.microsoft.com/office/drawing/2014/main" id="{CE4D8383-F1A2-425B-A629-EADDF83A30B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5" name="直線コネクタ 143684">
                  <a:extLst>
                    <a:ext uri="{FF2B5EF4-FFF2-40B4-BE49-F238E27FC236}">
                      <a16:creationId xmlns:a16="http://schemas.microsoft.com/office/drawing/2014/main" id="{87190A20-E66E-4E76-B337-F1375E4EE49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6" name="直線コネクタ 143685">
                  <a:extLst>
                    <a:ext uri="{FF2B5EF4-FFF2-40B4-BE49-F238E27FC236}">
                      <a16:creationId xmlns:a16="http://schemas.microsoft.com/office/drawing/2014/main" id="{949DB523-A652-45A5-98AA-D7CA30AC80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7" name="直線コネクタ 143686">
                  <a:extLst>
                    <a:ext uri="{FF2B5EF4-FFF2-40B4-BE49-F238E27FC236}">
                      <a16:creationId xmlns:a16="http://schemas.microsoft.com/office/drawing/2014/main" id="{1231C042-98A5-458E-8F1E-CD7A06552C8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8" name="直線コネクタ 143687">
                  <a:extLst>
                    <a:ext uri="{FF2B5EF4-FFF2-40B4-BE49-F238E27FC236}">
                      <a16:creationId xmlns:a16="http://schemas.microsoft.com/office/drawing/2014/main" id="{6A066BE7-1F04-4CC2-A84E-7AF72C379A7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89" name="直線コネクタ 143688">
                  <a:extLst>
                    <a:ext uri="{FF2B5EF4-FFF2-40B4-BE49-F238E27FC236}">
                      <a16:creationId xmlns:a16="http://schemas.microsoft.com/office/drawing/2014/main" id="{AF2655C5-4BF4-4AA9-9269-9C18A1CF0509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0" name="直線コネクタ 143689">
                  <a:extLst>
                    <a:ext uri="{FF2B5EF4-FFF2-40B4-BE49-F238E27FC236}">
                      <a16:creationId xmlns:a16="http://schemas.microsoft.com/office/drawing/2014/main" id="{EEF46615-0BD7-47E6-B75A-368EDB678DE7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1" name="直線コネクタ 143690">
                  <a:extLst>
                    <a:ext uri="{FF2B5EF4-FFF2-40B4-BE49-F238E27FC236}">
                      <a16:creationId xmlns:a16="http://schemas.microsoft.com/office/drawing/2014/main" id="{11B6209B-72BB-4E59-B6B6-25EA4EC0110F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92" name="直線コネクタ 143691">
                  <a:extLst>
                    <a:ext uri="{FF2B5EF4-FFF2-40B4-BE49-F238E27FC236}">
                      <a16:creationId xmlns:a16="http://schemas.microsoft.com/office/drawing/2014/main" id="{4FA95085-D34E-44E4-85BB-284C578841FC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553" name="グループ化 143552">
                <a:extLst>
                  <a:ext uri="{FF2B5EF4-FFF2-40B4-BE49-F238E27FC236}">
                    <a16:creationId xmlns:a16="http://schemas.microsoft.com/office/drawing/2014/main" id="{4B140728-A6DB-408E-B70F-2887CBAD7910}"/>
                  </a:ext>
                </a:extLst>
              </p:cNvPr>
              <p:cNvGrpSpPr/>
              <p:nvPr/>
            </p:nvGrpSpPr>
            <p:grpSpPr>
              <a:xfrm flipV="1">
                <a:off x="7200000" y="18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601" name="直線コネクタ 143600">
                  <a:extLst>
                    <a:ext uri="{FF2B5EF4-FFF2-40B4-BE49-F238E27FC236}">
                      <a16:creationId xmlns:a16="http://schemas.microsoft.com/office/drawing/2014/main" id="{C966766A-FAE3-4EE8-B93B-73E623A0667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2" name="直線コネクタ 143601">
                  <a:extLst>
                    <a:ext uri="{FF2B5EF4-FFF2-40B4-BE49-F238E27FC236}">
                      <a16:creationId xmlns:a16="http://schemas.microsoft.com/office/drawing/2014/main" id="{2F45F83A-AF77-4F29-9166-8303FB2BE85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3" name="直線コネクタ 143602">
                  <a:extLst>
                    <a:ext uri="{FF2B5EF4-FFF2-40B4-BE49-F238E27FC236}">
                      <a16:creationId xmlns:a16="http://schemas.microsoft.com/office/drawing/2014/main" id="{9438D4D5-1B0A-462E-AC60-577BB7D61E2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4" name="直線コネクタ 143603">
                  <a:extLst>
                    <a:ext uri="{FF2B5EF4-FFF2-40B4-BE49-F238E27FC236}">
                      <a16:creationId xmlns:a16="http://schemas.microsoft.com/office/drawing/2014/main" id="{9A410D2F-4B6E-46BA-B45C-251C8DCDA82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5" name="直線コネクタ 143604">
                  <a:extLst>
                    <a:ext uri="{FF2B5EF4-FFF2-40B4-BE49-F238E27FC236}">
                      <a16:creationId xmlns:a16="http://schemas.microsoft.com/office/drawing/2014/main" id="{FA0EB1FF-2866-48EB-998D-895E3952197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6" name="直線コネクタ 143605">
                  <a:extLst>
                    <a:ext uri="{FF2B5EF4-FFF2-40B4-BE49-F238E27FC236}">
                      <a16:creationId xmlns:a16="http://schemas.microsoft.com/office/drawing/2014/main" id="{C35AD7C8-11A3-4A13-95F1-B2BB856EDB4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7" name="直線コネクタ 143606">
                  <a:extLst>
                    <a:ext uri="{FF2B5EF4-FFF2-40B4-BE49-F238E27FC236}">
                      <a16:creationId xmlns:a16="http://schemas.microsoft.com/office/drawing/2014/main" id="{DF432FB4-2A85-4AD3-B333-40ACAFC088A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8" name="直線コネクタ 143607">
                  <a:extLst>
                    <a:ext uri="{FF2B5EF4-FFF2-40B4-BE49-F238E27FC236}">
                      <a16:creationId xmlns:a16="http://schemas.microsoft.com/office/drawing/2014/main" id="{68B082AA-AE02-42E8-A469-170FDDBDCCE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9" name="直線コネクタ 143608">
                  <a:extLst>
                    <a:ext uri="{FF2B5EF4-FFF2-40B4-BE49-F238E27FC236}">
                      <a16:creationId xmlns:a16="http://schemas.microsoft.com/office/drawing/2014/main" id="{2F820F79-28A5-4ABA-A4C3-552AAB21DB7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0" name="直線コネクタ 143609">
                  <a:extLst>
                    <a:ext uri="{FF2B5EF4-FFF2-40B4-BE49-F238E27FC236}">
                      <a16:creationId xmlns:a16="http://schemas.microsoft.com/office/drawing/2014/main" id="{F9B6EA23-8B5D-480B-A3A3-B37D92367BB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1" name="直線コネクタ 143610">
                  <a:extLst>
                    <a:ext uri="{FF2B5EF4-FFF2-40B4-BE49-F238E27FC236}">
                      <a16:creationId xmlns:a16="http://schemas.microsoft.com/office/drawing/2014/main" id="{F8F254B5-AC6A-47FC-8D78-9B845C181E9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2" name="直線コネクタ 143611">
                  <a:extLst>
                    <a:ext uri="{FF2B5EF4-FFF2-40B4-BE49-F238E27FC236}">
                      <a16:creationId xmlns:a16="http://schemas.microsoft.com/office/drawing/2014/main" id="{E5B51A81-B8C9-4D20-BD18-BCF9EFE5CE9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3" name="直線コネクタ 143612">
                  <a:extLst>
                    <a:ext uri="{FF2B5EF4-FFF2-40B4-BE49-F238E27FC236}">
                      <a16:creationId xmlns:a16="http://schemas.microsoft.com/office/drawing/2014/main" id="{27204755-F369-4CF5-8AE5-B8F60D60664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4" name="直線コネクタ 143613">
                  <a:extLst>
                    <a:ext uri="{FF2B5EF4-FFF2-40B4-BE49-F238E27FC236}">
                      <a16:creationId xmlns:a16="http://schemas.microsoft.com/office/drawing/2014/main" id="{DB0F261A-4543-479F-8DBF-4C579C19B8E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5" name="直線コネクタ 143614">
                  <a:extLst>
                    <a:ext uri="{FF2B5EF4-FFF2-40B4-BE49-F238E27FC236}">
                      <a16:creationId xmlns:a16="http://schemas.microsoft.com/office/drawing/2014/main" id="{3D36A1C2-00CC-478B-8B6C-B3EF3646EDE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6" name="直線コネクタ 143615">
                  <a:extLst>
                    <a:ext uri="{FF2B5EF4-FFF2-40B4-BE49-F238E27FC236}">
                      <a16:creationId xmlns:a16="http://schemas.microsoft.com/office/drawing/2014/main" id="{1EF30657-E3AF-47B1-902D-D74181B0A46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7" name="直線コネクタ 143616">
                  <a:extLst>
                    <a:ext uri="{FF2B5EF4-FFF2-40B4-BE49-F238E27FC236}">
                      <a16:creationId xmlns:a16="http://schemas.microsoft.com/office/drawing/2014/main" id="{8DCEC574-10AC-42D3-9AEC-348A9A906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8" name="直線コネクタ 143617">
                  <a:extLst>
                    <a:ext uri="{FF2B5EF4-FFF2-40B4-BE49-F238E27FC236}">
                      <a16:creationId xmlns:a16="http://schemas.microsoft.com/office/drawing/2014/main" id="{0422E6B1-234B-452A-9153-203D5F6A15D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19" name="直線コネクタ 143618">
                  <a:extLst>
                    <a:ext uri="{FF2B5EF4-FFF2-40B4-BE49-F238E27FC236}">
                      <a16:creationId xmlns:a16="http://schemas.microsoft.com/office/drawing/2014/main" id="{678F6054-2BAB-4ABA-9DCB-80FF8B4E71F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0" name="直線コネクタ 143619">
                  <a:extLst>
                    <a:ext uri="{FF2B5EF4-FFF2-40B4-BE49-F238E27FC236}">
                      <a16:creationId xmlns:a16="http://schemas.microsoft.com/office/drawing/2014/main" id="{C0DA5577-3C15-431B-8EA0-E197176B7F3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1" name="直線コネクタ 143620">
                  <a:extLst>
                    <a:ext uri="{FF2B5EF4-FFF2-40B4-BE49-F238E27FC236}">
                      <a16:creationId xmlns:a16="http://schemas.microsoft.com/office/drawing/2014/main" id="{52BB1B30-7AC6-4CD2-BDA5-945F1A56524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2" name="直線コネクタ 143621">
                  <a:extLst>
                    <a:ext uri="{FF2B5EF4-FFF2-40B4-BE49-F238E27FC236}">
                      <a16:creationId xmlns:a16="http://schemas.microsoft.com/office/drawing/2014/main" id="{8D50F9D4-9D29-4E00-B1F6-4C57F431F24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3" name="直線コネクタ 143622">
                  <a:extLst>
                    <a:ext uri="{FF2B5EF4-FFF2-40B4-BE49-F238E27FC236}">
                      <a16:creationId xmlns:a16="http://schemas.microsoft.com/office/drawing/2014/main" id="{6884703F-9DBA-403C-A3A8-C7164F14ED6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4" name="直線コネクタ 143623">
                  <a:extLst>
                    <a:ext uri="{FF2B5EF4-FFF2-40B4-BE49-F238E27FC236}">
                      <a16:creationId xmlns:a16="http://schemas.microsoft.com/office/drawing/2014/main" id="{ACBF2F93-B229-429C-8AB1-3732ABD02DD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5" name="直線コネクタ 143624">
                  <a:extLst>
                    <a:ext uri="{FF2B5EF4-FFF2-40B4-BE49-F238E27FC236}">
                      <a16:creationId xmlns:a16="http://schemas.microsoft.com/office/drawing/2014/main" id="{A14090A4-5B38-4A9A-B378-BB1E23E4517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6" name="直線コネクタ 143625">
                  <a:extLst>
                    <a:ext uri="{FF2B5EF4-FFF2-40B4-BE49-F238E27FC236}">
                      <a16:creationId xmlns:a16="http://schemas.microsoft.com/office/drawing/2014/main" id="{EB5A4B1D-9805-4A6C-9A07-9D165221182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7" name="直線コネクタ 143626">
                  <a:extLst>
                    <a:ext uri="{FF2B5EF4-FFF2-40B4-BE49-F238E27FC236}">
                      <a16:creationId xmlns:a16="http://schemas.microsoft.com/office/drawing/2014/main" id="{191AB293-566C-414D-ACCE-76F9223E2C8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8" name="直線コネクタ 143627">
                  <a:extLst>
                    <a:ext uri="{FF2B5EF4-FFF2-40B4-BE49-F238E27FC236}">
                      <a16:creationId xmlns:a16="http://schemas.microsoft.com/office/drawing/2014/main" id="{76109E38-21BD-4B8A-B4F0-DEC24FBD7D4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29" name="直線コネクタ 143628">
                  <a:extLst>
                    <a:ext uri="{FF2B5EF4-FFF2-40B4-BE49-F238E27FC236}">
                      <a16:creationId xmlns:a16="http://schemas.microsoft.com/office/drawing/2014/main" id="{C5705FCA-26A1-4DCE-B91D-1D4DA08D4D0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0" name="直線コネクタ 143629">
                  <a:extLst>
                    <a:ext uri="{FF2B5EF4-FFF2-40B4-BE49-F238E27FC236}">
                      <a16:creationId xmlns:a16="http://schemas.microsoft.com/office/drawing/2014/main" id="{35CE5E26-8564-479A-BFAD-4D7D9EFC046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1" name="直線コネクタ 143630">
                  <a:extLst>
                    <a:ext uri="{FF2B5EF4-FFF2-40B4-BE49-F238E27FC236}">
                      <a16:creationId xmlns:a16="http://schemas.microsoft.com/office/drawing/2014/main" id="{26EE13D2-BA9A-4FC5-BB5C-CC3B397A53F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2" name="直線コネクタ 143631">
                  <a:extLst>
                    <a:ext uri="{FF2B5EF4-FFF2-40B4-BE49-F238E27FC236}">
                      <a16:creationId xmlns:a16="http://schemas.microsoft.com/office/drawing/2014/main" id="{C84E4FA5-561A-4EBE-9F44-9E0583432AA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3" name="直線コネクタ 143632">
                  <a:extLst>
                    <a:ext uri="{FF2B5EF4-FFF2-40B4-BE49-F238E27FC236}">
                      <a16:creationId xmlns:a16="http://schemas.microsoft.com/office/drawing/2014/main" id="{98FB68B0-1A55-4E5F-BB25-492BED4CD0D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4" name="直線コネクタ 143633">
                  <a:extLst>
                    <a:ext uri="{FF2B5EF4-FFF2-40B4-BE49-F238E27FC236}">
                      <a16:creationId xmlns:a16="http://schemas.microsoft.com/office/drawing/2014/main" id="{244CD5F0-666D-4D94-80E1-EDE6B2F05A6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5" name="直線コネクタ 143634">
                  <a:extLst>
                    <a:ext uri="{FF2B5EF4-FFF2-40B4-BE49-F238E27FC236}">
                      <a16:creationId xmlns:a16="http://schemas.microsoft.com/office/drawing/2014/main" id="{907703AD-790E-499E-85AB-0F24404EB22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6" name="直線コネクタ 143635">
                  <a:extLst>
                    <a:ext uri="{FF2B5EF4-FFF2-40B4-BE49-F238E27FC236}">
                      <a16:creationId xmlns:a16="http://schemas.microsoft.com/office/drawing/2014/main" id="{A0AEE956-AE40-4A82-881F-CB6FEF1F6EB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7" name="直線コネクタ 143636">
                  <a:extLst>
                    <a:ext uri="{FF2B5EF4-FFF2-40B4-BE49-F238E27FC236}">
                      <a16:creationId xmlns:a16="http://schemas.microsoft.com/office/drawing/2014/main" id="{0AD6F927-1B7E-4DE9-A21D-53146304936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8" name="直線コネクタ 143637">
                  <a:extLst>
                    <a:ext uri="{FF2B5EF4-FFF2-40B4-BE49-F238E27FC236}">
                      <a16:creationId xmlns:a16="http://schemas.microsoft.com/office/drawing/2014/main" id="{F14ACDEA-8B29-43EE-BB09-D9F4CEEE03A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39" name="直線コネクタ 143638">
                  <a:extLst>
                    <a:ext uri="{FF2B5EF4-FFF2-40B4-BE49-F238E27FC236}">
                      <a16:creationId xmlns:a16="http://schemas.microsoft.com/office/drawing/2014/main" id="{A715DD6F-2AA7-4DDC-924F-A4FEE4330AC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0" name="直線コネクタ 143639">
                  <a:extLst>
                    <a:ext uri="{FF2B5EF4-FFF2-40B4-BE49-F238E27FC236}">
                      <a16:creationId xmlns:a16="http://schemas.microsoft.com/office/drawing/2014/main" id="{0E4756A9-7701-4130-B010-BC22D2ABF1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1" name="直線コネクタ 143640">
                  <a:extLst>
                    <a:ext uri="{FF2B5EF4-FFF2-40B4-BE49-F238E27FC236}">
                      <a16:creationId xmlns:a16="http://schemas.microsoft.com/office/drawing/2014/main" id="{7A7FC2FD-6C0E-4453-BEC3-4DC6A4567C8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2" name="直線コネクタ 143641">
                  <a:extLst>
                    <a:ext uri="{FF2B5EF4-FFF2-40B4-BE49-F238E27FC236}">
                      <a16:creationId xmlns:a16="http://schemas.microsoft.com/office/drawing/2014/main" id="{51400C40-D01C-4A46-8AA9-E6863D20A54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3" name="直線コネクタ 143642">
                  <a:extLst>
                    <a:ext uri="{FF2B5EF4-FFF2-40B4-BE49-F238E27FC236}">
                      <a16:creationId xmlns:a16="http://schemas.microsoft.com/office/drawing/2014/main" id="{5CE414DA-6D59-4897-A050-9930A29F3085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4" name="直線コネクタ 143643">
                  <a:extLst>
                    <a:ext uri="{FF2B5EF4-FFF2-40B4-BE49-F238E27FC236}">
                      <a16:creationId xmlns:a16="http://schemas.microsoft.com/office/drawing/2014/main" id="{98AA49CF-4662-4624-9DD3-81130AD13499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5" name="直線コネクタ 143644">
                  <a:extLst>
                    <a:ext uri="{FF2B5EF4-FFF2-40B4-BE49-F238E27FC236}">
                      <a16:creationId xmlns:a16="http://schemas.microsoft.com/office/drawing/2014/main" id="{193CAD89-425E-4E2A-9018-0ABEAA13ED7F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46" name="直線コネクタ 143645">
                  <a:extLst>
                    <a:ext uri="{FF2B5EF4-FFF2-40B4-BE49-F238E27FC236}">
                      <a16:creationId xmlns:a16="http://schemas.microsoft.com/office/drawing/2014/main" id="{3C330F93-12DF-4166-B5A2-E2DC98E8126B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554" name="グループ化 143553">
                <a:extLst>
                  <a:ext uri="{FF2B5EF4-FFF2-40B4-BE49-F238E27FC236}">
                    <a16:creationId xmlns:a16="http://schemas.microsoft.com/office/drawing/2014/main" id="{5ED8F78A-9220-4AEA-832E-A2CC507F767F}"/>
                  </a:ext>
                </a:extLst>
              </p:cNvPr>
              <p:cNvGrpSpPr/>
              <p:nvPr/>
            </p:nvGrpSpPr>
            <p:grpSpPr>
              <a:xfrm flipH="1" flipV="1">
                <a:off x="5400000" y="18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555" name="直線コネクタ 143554">
                  <a:extLst>
                    <a:ext uri="{FF2B5EF4-FFF2-40B4-BE49-F238E27FC236}">
                      <a16:creationId xmlns:a16="http://schemas.microsoft.com/office/drawing/2014/main" id="{8E41155F-FE48-45AD-AB92-C31DEE6E96A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56" name="直線コネクタ 143555">
                  <a:extLst>
                    <a:ext uri="{FF2B5EF4-FFF2-40B4-BE49-F238E27FC236}">
                      <a16:creationId xmlns:a16="http://schemas.microsoft.com/office/drawing/2014/main" id="{75BF857D-F643-46AE-B3A2-C1E3FE6FD32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57" name="直線コネクタ 143556">
                  <a:extLst>
                    <a:ext uri="{FF2B5EF4-FFF2-40B4-BE49-F238E27FC236}">
                      <a16:creationId xmlns:a16="http://schemas.microsoft.com/office/drawing/2014/main" id="{9337D8EF-CE53-4EE4-953B-93C2EFB5FAF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58" name="直線コネクタ 143557">
                  <a:extLst>
                    <a:ext uri="{FF2B5EF4-FFF2-40B4-BE49-F238E27FC236}">
                      <a16:creationId xmlns:a16="http://schemas.microsoft.com/office/drawing/2014/main" id="{2687C518-63D8-4341-B6FF-0948D0C46D0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59" name="直線コネクタ 143558">
                  <a:extLst>
                    <a:ext uri="{FF2B5EF4-FFF2-40B4-BE49-F238E27FC236}">
                      <a16:creationId xmlns:a16="http://schemas.microsoft.com/office/drawing/2014/main" id="{81E73C1C-9F5C-460C-8B61-D49338C64FD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0" name="直線コネクタ 143559">
                  <a:extLst>
                    <a:ext uri="{FF2B5EF4-FFF2-40B4-BE49-F238E27FC236}">
                      <a16:creationId xmlns:a16="http://schemas.microsoft.com/office/drawing/2014/main" id="{7845F090-F626-4509-B72F-32C05242DB2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1" name="直線コネクタ 143560">
                  <a:extLst>
                    <a:ext uri="{FF2B5EF4-FFF2-40B4-BE49-F238E27FC236}">
                      <a16:creationId xmlns:a16="http://schemas.microsoft.com/office/drawing/2014/main" id="{4331E838-B1EE-4BF9-9E66-0F86B69E135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2" name="直線コネクタ 143561">
                  <a:extLst>
                    <a:ext uri="{FF2B5EF4-FFF2-40B4-BE49-F238E27FC236}">
                      <a16:creationId xmlns:a16="http://schemas.microsoft.com/office/drawing/2014/main" id="{16AEC724-ABDD-4B3C-B77D-91DEF4234F8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3" name="直線コネクタ 143562">
                  <a:extLst>
                    <a:ext uri="{FF2B5EF4-FFF2-40B4-BE49-F238E27FC236}">
                      <a16:creationId xmlns:a16="http://schemas.microsoft.com/office/drawing/2014/main" id="{D213F835-7FA2-4414-8D2A-47220B6FA1E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4" name="直線コネクタ 143563">
                  <a:extLst>
                    <a:ext uri="{FF2B5EF4-FFF2-40B4-BE49-F238E27FC236}">
                      <a16:creationId xmlns:a16="http://schemas.microsoft.com/office/drawing/2014/main" id="{D8603562-973F-4A28-B454-E74957AF7A0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5" name="直線コネクタ 143564">
                  <a:extLst>
                    <a:ext uri="{FF2B5EF4-FFF2-40B4-BE49-F238E27FC236}">
                      <a16:creationId xmlns:a16="http://schemas.microsoft.com/office/drawing/2014/main" id="{F4A90D5B-A101-46B6-AC49-78BF512B693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6" name="直線コネクタ 143565">
                  <a:extLst>
                    <a:ext uri="{FF2B5EF4-FFF2-40B4-BE49-F238E27FC236}">
                      <a16:creationId xmlns:a16="http://schemas.microsoft.com/office/drawing/2014/main" id="{C495F8B9-9C66-44D4-9593-04060ACDCFF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7" name="直線コネクタ 143566">
                  <a:extLst>
                    <a:ext uri="{FF2B5EF4-FFF2-40B4-BE49-F238E27FC236}">
                      <a16:creationId xmlns:a16="http://schemas.microsoft.com/office/drawing/2014/main" id="{0079C8FF-3A01-426D-A55D-80B6A97574E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8" name="直線コネクタ 143567">
                  <a:extLst>
                    <a:ext uri="{FF2B5EF4-FFF2-40B4-BE49-F238E27FC236}">
                      <a16:creationId xmlns:a16="http://schemas.microsoft.com/office/drawing/2014/main" id="{2F0A8ACE-030B-4F32-953E-6668A28D37B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69" name="直線コネクタ 143568">
                  <a:extLst>
                    <a:ext uri="{FF2B5EF4-FFF2-40B4-BE49-F238E27FC236}">
                      <a16:creationId xmlns:a16="http://schemas.microsoft.com/office/drawing/2014/main" id="{AFC1FE1C-538B-4B84-80DD-FD623CB2F59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0" name="直線コネクタ 143569">
                  <a:extLst>
                    <a:ext uri="{FF2B5EF4-FFF2-40B4-BE49-F238E27FC236}">
                      <a16:creationId xmlns:a16="http://schemas.microsoft.com/office/drawing/2014/main" id="{6C08E732-5379-4FD7-A32D-F55BADADF33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1" name="直線コネクタ 143570">
                  <a:extLst>
                    <a:ext uri="{FF2B5EF4-FFF2-40B4-BE49-F238E27FC236}">
                      <a16:creationId xmlns:a16="http://schemas.microsoft.com/office/drawing/2014/main" id="{5E494FBF-DBB3-4C97-A4D9-6C79B9DE32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2" name="直線コネクタ 143571">
                  <a:extLst>
                    <a:ext uri="{FF2B5EF4-FFF2-40B4-BE49-F238E27FC236}">
                      <a16:creationId xmlns:a16="http://schemas.microsoft.com/office/drawing/2014/main" id="{2373D8DF-09A9-4ED8-9648-C8BAFAE3E28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3" name="直線コネクタ 143572">
                  <a:extLst>
                    <a:ext uri="{FF2B5EF4-FFF2-40B4-BE49-F238E27FC236}">
                      <a16:creationId xmlns:a16="http://schemas.microsoft.com/office/drawing/2014/main" id="{18A39703-DB15-41D0-87DF-4F774860B74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4" name="直線コネクタ 143573">
                  <a:extLst>
                    <a:ext uri="{FF2B5EF4-FFF2-40B4-BE49-F238E27FC236}">
                      <a16:creationId xmlns:a16="http://schemas.microsoft.com/office/drawing/2014/main" id="{DE6879C1-7162-45AB-83B8-23F92F98F41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5" name="直線コネクタ 143574">
                  <a:extLst>
                    <a:ext uri="{FF2B5EF4-FFF2-40B4-BE49-F238E27FC236}">
                      <a16:creationId xmlns:a16="http://schemas.microsoft.com/office/drawing/2014/main" id="{B480AD82-E1EF-43F0-81F0-C9DDD191B65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6" name="直線コネクタ 143575">
                  <a:extLst>
                    <a:ext uri="{FF2B5EF4-FFF2-40B4-BE49-F238E27FC236}">
                      <a16:creationId xmlns:a16="http://schemas.microsoft.com/office/drawing/2014/main" id="{B6091598-9891-4692-B899-81EA59405A1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7" name="直線コネクタ 143576">
                  <a:extLst>
                    <a:ext uri="{FF2B5EF4-FFF2-40B4-BE49-F238E27FC236}">
                      <a16:creationId xmlns:a16="http://schemas.microsoft.com/office/drawing/2014/main" id="{60D99244-483C-44BE-AC73-AEBFF89070C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8" name="直線コネクタ 143577">
                  <a:extLst>
                    <a:ext uri="{FF2B5EF4-FFF2-40B4-BE49-F238E27FC236}">
                      <a16:creationId xmlns:a16="http://schemas.microsoft.com/office/drawing/2014/main" id="{7599FA52-11B3-4D0C-88FC-D47A9D81610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79" name="直線コネクタ 143578">
                  <a:extLst>
                    <a:ext uri="{FF2B5EF4-FFF2-40B4-BE49-F238E27FC236}">
                      <a16:creationId xmlns:a16="http://schemas.microsoft.com/office/drawing/2014/main" id="{82ADF6C7-B41E-4B23-8705-4AC4B3ACC9A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0" name="直線コネクタ 143579">
                  <a:extLst>
                    <a:ext uri="{FF2B5EF4-FFF2-40B4-BE49-F238E27FC236}">
                      <a16:creationId xmlns:a16="http://schemas.microsoft.com/office/drawing/2014/main" id="{B6A2A6D8-BF55-4E72-B232-0808034C069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1" name="直線コネクタ 143580">
                  <a:extLst>
                    <a:ext uri="{FF2B5EF4-FFF2-40B4-BE49-F238E27FC236}">
                      <a16:creationId xmlns:a16="http://schemas.microsoft.com/office/drawing/2014/main" id="{40B07EEC-13D8-4E3B-A43D-E99DD7543DB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2" name="直線コネクタ 143581">
                  <a:extLst>
                    <a:ext uri="{FF2B5EF4-FFF2-40B4-BE49-F238E27FC236}">
                      <a16:creationId xmlns:a16="http://schemas.microsoft.com/office/drawing/2014/main" id="{B90B0133-0038-4B3A-B770-7B609E908C6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3" name="直線コネクタ 143582">
                  <a:extLst>
                    <a:ext uri="{FF2B5EF4-FFF2-40B4-BE49-F238E27FC236}">
                      <a16:creationId xmlns:a16="http://schemas.microsoft.com/office/drawing/2014/main" id="{2B294EDF-3391-40AE-92CA-C70C31E8BAC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4" name="直線コネクタ 143583">
                  <a:extLst>
                    <a:ext uri="{FF2B5EF4-FFF2-40B4-BE49-F238E27FC236}">
                      <a16:creationId xmlns:a16="http://schemas.microsoft.com/office/drawing/2014/main" id="{C15FBC41-CBAF-4C73-B8F4-EAD9E478BD3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5" name="直線コネクタ 143584">
                  <a:extLst>
                    <a:ext uri="{FF2B5EF4-FFF2-40B4-BE49-F238E27FC236}">
                      <a16:creationId xmlns:a16="http://schemas.microsoft.com/office/drawing/2014/main" id="{AC6C3491-33FF-41A1-BCC1-4EEB893F821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6" name="直線コネクタ 143585">
                  <a:extLst>
                    <a:ext uri="{FF2B5EF4-FFF2-40B4-BE49-F238E27FC236}">
                      <a16:creationId xmlns:a16="http://schemas.microsoft.com/office/drawing/2014/main" id="{B3795396-E530-4BAB-B3CE-D601D109535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7" name="直線コネクタ 143586">
                  <a:extLst>
                    <a:ext uri="{FF2B5EF4-FFF2-40B4-BE49-F238E27FC236}">
                      <a16:creationId xmlns:a16="http://schemas.microsoft.com/office/drawing/2014/main" id="{0C6FD0F8-36FC-48E2-AF1D-D2A1D4E1A52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8" name="直線コネクタ 143587">
                  <a:extLst>
                    <a:ext uri="{FF2B5EF4-FFF2-40B4-BE49-F238E27FC236}">
                      <a16:creationId xmlns:a16="http://schemas.microsoft.com/office/drawing/2014/main" id="{4675A2FD-2F3B-4058-B000-49C4923A5D9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89" name="直線コネクタ 143588">
                  <a:extLst>
                    <a:ext uri="{FF2B5EF4-FFF2-40B4-BE49-F238E27FC236}">
                      <a16:creationId xmlns:a16="http://schemas.microsoft.com/office/drawing/2014/main" id="{835BB17B-A9EE-49FB-B868-AC15D0361AA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0" name="直線コネクタ 143589">
                  <a:extLst>
                    <a:ext uri="{FF2B5EF4-FFF2-40B4-BE49-F238E27FC236}">
                      <a16:creationId xmlns:a16="http://schemas.microsoft.com/office/drawing/2014/main" id="{FD950AF5-5053-43A2-ACBC-93ADD77B16A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1" name="直線コネクタ 143590">
                  <a:extLst>
                    <a:ext uri="{FF2B5EF4-FFF2-40B4-BE49-F238E27FC236}">
                      <a16:creationId xmlns:a16="http://schemas.microsoft.com/office/drawing/2014/main" id="{B8F91F17-D9B1-45E3-A9D4-2D25FB7ECCB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2" name="直線コネクタ 143591">
                  <a:extLst>
                    <a:ext uri="{FF2B5EF4-FFF2-40B4-BE49-F238E27FC236}">
                      <a16:creationId xmlns:a16="http://schemas.microsoft.com/office/drawing/2014/main" id="{199BFB4F-4FBB-45B8-8848-623A22D5768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3" name="直線コネクタ 143592">
                  <a:extLst>
                    <a:ext uri="{FF2B5EF4-FFF2-40B4-BE49-F238E27FC236}">
                      <a16:creationId xmlns:a16="http://schemas.microsoft.com/office/drawing/2014/main" id="{BD134AF8-7DB7-4CD7-950A-BB2547A2B0F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4" name="直線コネクタ 143593">
                  <a:extLst>
                    <a:ext uri="{FF2B5EF4-FFF2-40B4-BE49-F238E27FC236}">
                      <a16:creationId xmlns:a16="http://schemas.microsoft.com/office/drawing/2014/main" id="{98ABDF15-7A2A-4ED0-A8D9-D5760EB3E4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5" name="直線コネクタ 143594">
                  <a:extLst>
                    <a:ext uri="{FF2B5EF4-FFF2-40B4-BE49-F238E27FC236}">
                      <a16:creationId xmlns:a16="http://schemas.microsoft.com/office/drawing/2014/main" id="{C091B3A4-DB09-4DC8-A15D-E66DD2EF34E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6" name="直線コネクタ 143595">
                  <a:extLst>
                    <a:ext uri="{FF2B5EF4-FFF2-40B4-BE49-F238E27FC236}">
                      <a16:creationId xmlns:a16="http://schemas.microsoft.com/office/drawing/2014/main" id="{41653637-53E8-49EB-AEC4-05218140DE0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7" name="直線コネクタ 143596">
                  <a:extLst>
                    <a:ext uri="{FF2B5EF4-FFF2-40B4-BE49-F238E27FC236}">
                      <a16:creationId xmlns:a16="http://schemas.microsoft.com/office/drawing/2014/main" id="{986CFED4-C05C-487D-8492-E0A99916D121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8" name="直線コネクタ 143597">
                  <a:extLst>
                    <a:ext uri="{FF2B5EF4-FFF2-40B4-BE49-F238E27FC236}">
                      <a16:creationId xmlns:a16="http://schemas.microsoft.com/office/drawing/2014/main" id="{CEF56D6C-E891-4D31-B7B4-BCE83F7E6540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99" name="直線コネクタ 143598">
                  <a:extLst>
                    <a:ext uri="{FF2B5EF4-FFF2-40B4-BE49-F238E27FC236}">
                      <a16:creationId xmlns:a16="http://schemas.microsoft.com/office/drawing/2014/main" id="{8529028B-223B-459A-9516-6DF730DEF948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600" name="直線コネクタ 143599">
                  <a:extLst>
                    <a:ext uri="{FF2B5EF4-FFF2-40B4-BE49-F238E27FC236}">
                      <a16:creationId xmlns:a16="http://schemas.microsoft.com/office/drawing/2014/main" id="{E7515124-28A9-484B-AE8A-FCE38FD115E6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3362" name="グループ化 143361">
              <a:extLst>
                <a:ext uri="{FF2B5EF4-FFF2-40B4-BE49-F238E27FC236}">
                  <a16:creationId xmlns:a16="http://schemas.microsoft.com/office/drawing/2014/main" id="{B967FFB3-B89C-4152-9DDD-C3DD3DABE8A6}"/>
                </a:ext>
              </a:extLst>
            </p:cNvPr>
            <p:cNvGrpSpPr/>
            <p:nvPr/>
          </p:nvGrpSpPr>
          <p:grpSpPr>
            <a:xfrm>
              <a:off x="1800000" y="5400000"/>
              <a:ext cx="3600000" cy="3600000"/>
              <a:chOff x="5400000" y="1800000"/>
              <a:chExt cx="3600000" cy="3600000"/>
            </a:xfrm>
          </p:grpSpPr>
          <p:grpSp>
            <p:nvGrpSpPr>
              <p:cNvPr id="143363" name="グループ化 143362">
                <a:extLst>
                  <a:ext uri="{FF2B5EF4-FFF2-40B4-BE49-F238E27FC236}">
                    <a16:creationId xmlns:a16="http://schemas.microsoft.com/office/drawing/2014/main" id="{251D5244-9CE5-46C2-B4EB-D1F2CAE1EB0A}"/>
                  </a:ext>
                </a:extLst>
              </p:cNvPr>
              <p:cNvGrpSpPr/>
              <p:nvPr/>
            </p:nvGrpSpPr>
            <p:grpSpPr>
              <a:xfrm>
                <a:off x="7200000" y="36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505" name="直線コネクタ 143504">
                  <a:extLst>
                    <a:ext uri="{FF2B5EF4-FFF2-40B4-BE49-F238E27FC236}">
                      <a16:creationId xmlns:a16="http://schemas.microsoft.com/office/drawing/2014/main" id="{C523708B-953C-4B3D-BB13-DB2D3BE6DB0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6" name="直線コネクタ 143505">
                  <a:extLst>
                    <a:ext uri="{FF2B5EF4-FFF2-40B4-BE49-F238E27FC236}">
                      <a16:creationId xmlns:a16="http://schemas.microsoft.com/office/drawing/2014/main" id="{7789B612-9776-4BF4-AC4A-3C6F80456EF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7" name="直線コネクタ 143506">
                  <a:extLst>
                    <a:ext uri="{FF2B5EF4-FFF2-40B4-BE49-F238E27FC236}">
                      <a16:creationId xmlns:a16="http://schemas.microsoft.com/office/drawing/2014/main" id="{C3E68B7F-C9EC-4F1B-B39B-D2BA91F85BA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8" name="直線コネクタ 143507">
                  <a:extLst>
                    <a:ext uri="{FF2B5EF4-FFF2-40B4-BE49-F238E27FC236}">
                      <a16:creationId xmlns:a16="http://schemas.microsoft.com/office/drawing/2014/main" id="{D30FB6A2-36ED-41DF-91AC-5F87D776F7F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9" name="直線コネクタ 143508">
                  <a:extLst>
                    <a:ext uri="{FF2B5EF4-FFF2-40B4-BE49-F238E27FC236}">
                      <a16:creationId xmlns:a16="http://schemas.microsoft.com/office/drawing/2014/main" id="{103AF5EC-BD6A-44E4-A04D-D4B2C2FB982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0" name="直線コネクタ 143509">
                  <a:extLst>
                    <a:ext uri="{FF2B5EF4-FFF2-40B4-BE49-F238E27FC236}">
                      <a16:creationId xmlns:a16="http://schemas.microsoft.com/office/drawing/2014/main" id="{02AE7748-2235-41EC-AFEA-6E2937A747B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1" name="直線コネクタ 143510">
                  <a:extLst>
                    <a:ext uri="{FF2B5EF4-FFF2-40B4-BE49-F238E27FC236}">
                      <a16:creationId xmlns:a16="http://schemas.microsoft.com/office/drawing/2014/main" id="{B016DCD9-4936-483D-8085-959DF5F990A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2" name="直線コネクタ 143511">
                  <a:extLst>
                    <a:ext uri="{FF2B5EF4-FFF2-40B4-BE49-F238E27FC236}">
                      <a16:creationId xmlns:a16="http://schemas.microsoft.com/office/drawing/2014/main" id="{397E2EA6-4420-4C4E-ACE0-1D953C970E3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3" name="直線コネクタ 143512">
                  <a:extLst>
                    <a:ext uri="{FF2B5EF4-FFF2-40B4-BE49-F238E27FC236}">
                      <a16:creationId xmlns:a16="http://schemas.microsoft.com/office/drawing/2014/main" id="{84D0DE8F-3F06-4908-ACAC-70FA350D2108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4" name="直線コネクタ 143513">
                  <a:extLst>
                    <a:ext uri="{FF2B5EF4-FFF2-40B4-BE49-F238E27FC236}">
                      <a16:creationId xmlns:a16="http://schemas.microsoft.com/office/drawing/2014/main" id="{5701D4E5-252E-4228-9A2C-169B1439642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5" name="直線コネクタ 143514">
                  <a:extLst>
                    <a:ext uri="{FF2B5EF4-FFF2-40B4-BE49-F238E27FC236}">
                      <a16:creationId xmlns:a16="http://schemas.microsoft.com/office/drawing/2014/main" id="{4E938A05-3655-49F8-A8ED-820BFE46C41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6" name="直線コネクタ 143515">
                  <a:extLst>
                    <a:ext uri="{FF2B5EF4-FFF2-40B4-BE49-F238E27FC236}">
                      <a16:creationId xmlns:a16="http://schemas.microsoft.com/office/drawing/2014/main" id="{D9669BBD-B3FA-4A8E-A006-B277EE08E1E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7" name="直線コネクタ 143516">
                  <a:extLst>
                    <a:ext uri="{FF2B5EF4-FFF2-40B4-BE49-F238E27FC236}">
                      <a16:creationId xmlns:a16="http://schemas.microsoft.com/office/drawing/2014/main" id="{B4B02A06-F527-46A5-BD6F-06DEC2B079F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8" name="直線コネクタ 143517">
                  <a:extLst>
                    <a:ext uri="{FF2B5EF4-FFF2-40B4-BE49-F238E27FC236}">
                      <a16:creationId xmlns:a16="http://schemas.microsoft.com/office/drawing/2014/main" id="{3BCB4CF5-4128-439B-9E93-DCCCC68446D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19" name="直線コネクタ 143518">
                  <a:extLst>
                    <a:ext uri="{FF2B5EF4-FFF2-40B4-BE49-F238E27FC236}">
                      <a16:creationId xmlns:a16="http://schemas.microsoft.com/office/drawing/2014/main" id="{9F4A1E0B-D1EF-484D-94E0-041096F7307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0" name="直線コネクタ 143519">
                  <a:extLst>
                    <a:ext uri="{FF2B5EF4-FFF2-40B4-BE49-F238E27FC236}">
                      <a16:creationId xmlns:a16="http://schemas.microsoft.com/office/drawing/2014/main" id="{2EF842C9-63C8-44B8-AF22-C93674288D7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1" name="直線コネクタ 143520">
                  <a:extLst>
                    <a:ext uri="{FF2B5EF4-FFF2-40B4-BE49-F238E27FC236}">
                      <a16:creationId xmlns:a16="http://schemas.microsoft.com/office/drawing/2014/main" id="{218B71F2-80BB-4805-A36D-655CFB7EAF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2" name="直線コネクタ 143521">
                  <a:extLst>
                    <a:ext uri="{FF2B5EF4-FFF2-40B4-BE49-F238E27FC236}">
                      <a16:creationId xmlns:a16="http://schemas.microsoft.com/office/drawing/2014/main" id="{3E7C0FDA-FF53-4195-A372-7A81F1DD11A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3" name="直線コネクタ 143522">
                  <a:extLst>
                    <a:ext uri="{FF2B5EF4-FFF2-40B4-BE49-F238E27FC236}">
                      <a16:creationId xmlns:a16="http://schemas.microsoft.com/office/drawing/2014/main" id="{82D40BC9-B2F3-4E8E-961E-8654B0E37FA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4" name="直線コネクタ 143523">
                  <a:extLst>
                    <a:ext uri="{FF2B5EF4-FFF2-40B4-BE49-F238E27FC236}">
                      <a16:creationId xmlns:a16="http://schemas.microsoft.com/office/drawing/2014/main" id="{5B912DE1-CE36-4C28-92E5-C6FC47BFF8A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5" name="直線コネクタ 143524">
                  <a:extLst>
                    <a:ext uri="{FF2B5EF4-FFF2-40B4-BE49-F238E27FC236}">
                      <a16:creationId xmlns:a16="http://schemas.microsoft.com/office/drawing/2014/main" id="{F580A03C-E298-4456-A578-C012A54F939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6" name="直線コネクタ 143525">
                  <a:extLst>
                    <a:ext uri="{FF2B5EF4-FFF2-40B4-BE49-F238E27FC236}">
                      <a16:creationId xmlns:a16="http://schemas.microsoft.com/office/drawing/2014/main" id="{3C302339-05ED-496E-8EEB-38CB2CFE681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7" name="直線コネクタ 143526">
                  <a:extLst>
                    <a:ext uri="{FF2B5EF4-FFF2-40B4-BE49-F238E27FC236}">
                      <a16:creationId xmlns:a16="http://schemas.microsoft.com/office/drawing/2014/main" id="{433D0418-C53F-43BF-BCC1-88248EFA233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8" name="直線コネクタ 143527">
                  <a:extLst>
                    <a:ext uri="{FF2B5EF4-FFF2-40B4-BE49-F238E27FC236}">
                      <a16:creationId xmlns:a16="http://schemas.microsoft.com/office/drawing/2014/main" id="{F757CBFB-782F-455B-9A42-3701D05BF99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29" name="直線コネクタ 143528">
                  <a:extLst>
                    <a:ext uri="{FF2B5EF4-FFF2-40B4-BE49-F238E27FC236}">
                      <a16:creationId xmlns:a16="http://schemas.microsoft.com/office/drawing/2014/main" id="{98BE479F-3662-4D2A-8AE1-8766FA39596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0" name="直線コネクタ 143529">
                  <a:extLst>
                    <a:ext uri="{FF2B5EF4-FFF2-40B4-BE49-F238E27FC236}">
                      <a16:creationId xmlns:a16="http://schemas.microsoft.com/office/drawing/2014/main" id="{8D043AF3-E4B9-49EF-ADD8-C92D044809E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1" name="直線コネクタ 143530">
                  <a:extLst>
                    <a:ext uri="{FF2B5EF4-FFF2-40B4-BE49-F238E27FC236}">
                      <a16:creationId xmlns:a16="http://schemas.microsoft.com/office/drawing/2014/main" id="{CD238F12-BB38-46BC-822D-74DFA66C826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2" name="直線コネクタ 143531">
                  <a:extLst>
                    <a:ext uri="{FF2B5EF4-FFF2-40B4-BE49-F238E27FC236}">
                      <a16:creationId xmlns:a16="http://schemas.microsoft.com/office/drawing/2014/main" id="{FB54DAA9-2EB0-4569-8013-7BBB0C7AF96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3" name="直線コネクタ 143532">
                  <a:extLst>
                    <a:ext uri="{FF2B5EF4-FFF2-40B4-BE49-F238E27FC236}">
                      <a16:creationId xmlns:a16="http://schemas.microsoft.com/office/drawing/2014/main" id="{84E0EEB4-AB82-4D3A-927A-135B27CF90B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4" name="直線コネクタ 143533">
                  <a:extLst>
                    <a:ext uri="{FF2B5EF4-FFF2-40B4-BE49-F238E27FC236}">
                      <a16:creationId xmlns:a16="http://schemas.microsoft.com/office/drawing/2014/main" id="{4CAD3601-D4E9-483C-A7EA-1855BDDD1C2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5" name="直線コネクタ 143534">
                  <a:extLst>
                    <a:ext uri="{FF2B5EF4-FFF2-40B4-BE49-F238E27FC236}">
                      <a16:creationId xmlns:a16="http://schemas.microsoft.com/office/drawing/2014/main" id="{BBD78AC9-CF4C-43FD-AC67-14A64B0EAD5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6" name="直線コネクタ 143535">
                  <a:extLst>
                    <a:ext uri="{FF2B5EF4-FFF2-40B4-BE49-F238E27FC236}">
                      <a16:creationId xmlns:a16="http://schemas.microsoft.com/office/drawing/2014/main" id="{A9E37B4F-2E3E-4095-97CE-50E14FFF9916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7" name="直線コネクタ 143536">
                  <a:extLst>
                    <a:ext uri="{FF2B5EF4-FFF2-40B4-BE49-F238E27FC236}">
                      <a16:creationId xmlns:a16="http://schemas.microsoft.com/office/drawing/2014/main" id="{1B131352-0BBA-48CF-BEA0-3ACE3F503C1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8" name="直線コネクタ 143537">
                  <a:extLst>
                    <a:ext uri="{FF2B5EF4-FFF2-40B4-BE49-F238E27FC236}">
                      <a16:creationId xmlns:a16="http://schemas.microsoft.com/office/drawing/2014/main" id="{01DB6F28-D01B-4F97-919B-C82D8059CDA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39" name="直線コネクタ 143538">
                  <a:extLst>
                    <a:ext uri="{FF2B5EF4-FFF2-40B4-BE49-F238E27FC236}">
                      <a16:creationId xmlns:a16="http://schemas.microsoft.com/office/drawing/2014/main" id="{3DA9A851-FF48-4B6A-9364-F6877B7B01E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0" name="直線コネクタ 143539">
                  <a:extLst>
                    <a:ext uri="{FF2B5EF4-FFF2-40B4-BE49-F238E27FC236}">
                      <a16:creationId xmlns:a16="http://schemas.microsoft.com/office/drawing/2014/main" id="{A3D1F289-797E-491C-B87A-294B8A80B25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1" name="直線コネクタ 143540">
                  <a:extLst>
                    <a:ext uri="{FF2B5EF4-FFF2-40B4-BE49-F238E27FC236}">
                      <a16:creationId xmlns:a16="http://schemas.microsoft.com/office/drawing/2014/main" id="{6A605422-D044-4622-9D66-23BFF377E6B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2" name="直線コネクタ 143541">
                  <a:extLst>
                    <a:ext uri="{FF2B5EF4-FFF2-40B4-BE49-F238E27FC236}">
                      <a16:creationId xmlns:a16="http://schemas.microsoft.com/office/drawing/2014/main" id="{0FFFE432-4B36-4332-9641-59CAE804886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3" name="直線コネクタ 143542">
                  <a:extLst>
                    <a:ext uri="{FF2B5EF4-FFF2-40B4-BE49-F238E27FC236}">
                      <a16:creationId xmlns:a16="http://schemas.microsoft.com/office/drawing/2014/main" id="{E6828322-A07D-423E-9D05-FBB8337C0B4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4" name="直線コネクタ 143543">
                  <a:extLst>
                    <a:ext uri="{FF2B5EF4-FFF2-40B4-BE49-F238E27FC236}">
                      <a16:creationId xmlns:a16="http://schemas.microsoft.com/office/drawing/2014/main" id="{322F06AE-0FB4-47DD-A48D-73B3EE60FF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5" name="直線コネクタ 143544">
                  <a:extLst>
                    <a:ext uri="{FF2B5EF4-FFF2-40B4-BE49-F238E27FC236}">
                      <a16:creationId xmlns:a16="http://schemas.microsoft.com/office/drawing/2014/main" id="{E7226EB2-7B2B-4E7D-BAD5-C4C29144BAC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6" name="直線コネクタ 143545">
                  <a:extLst>
                    <a:ext uri="{FF2B5EF4-FFF2-40B4-BE49-F238E27FC236}">
                      <a16:creationId xmlns:a16="http://schemas.microsoft.com/office/drawing/2014/main" id="{4C1F43C5-1509-407C-A306-33446F1765C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7" name="直線コネクタ 143546">
                  <a:extLst>
                    <a:ext uri="{FF2B5EF4-FFF2-40B4-BE49-F238E27FC236}">
                      <a16:creationId xmlns:a16="http://schemas.microsoft.com/office/drawing/2014/main" id="{30BF89EF-E2B4-407D-9F4B-07F0269A80BC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8" name="直線コネクタ 143547">
                  <a:extLst>
                    <a:ext uri="{FF2B5EF4-FFF2-40B4-BE49-F238E27FC236}">
                      <a16:creationId xmlns:a16="http://schemas.microsoft.com/office/drawing/2014/main" id="{BE2160B5-5A1A-4959-9B14-87D6CF7F1B7E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49" name="直線コネクタ 143548">
                  <a:extLst>
                    <a:ext uri="{FF2B5EF4-FFF2-40B4-BE49-F238E27FC236}">
                      <a16:creationId xmlns:a16="http://schemas.microsoft.com/office/drawing/2014/main" id="{54495A38-B9E3-4693-AABD-D5EC0D8B6705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50" name="直線コネクタ 143549">
                  <a:extLst>
                    <a:ext uri="{FF2B5EF4-FFF2-40B4-BE49-F238E27FC236}">
                      <a16:creationId xmlns:a16="http://schemas.microsoft.com/office/drawing/2014/main" id="{30541125-23F3-4F3F-A603-8BF694A95D75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364" name="グループ化 143363">
                <a:extLst>
                  <a:ext uri="{FF2B5EF4-FFF2-40B4-BE49-F238E27FC236}">
                    <a16:creationId xmlns:a16="http://schemas.microsoft.com/office/drawing/2014/main" id="{91BA9139-78C3-4D0C-B9CA-89339D96AC8C}"/>
                  </a:ext>
                </a:extLst>
              </p:cNvPr>
              <p:cNvGrpSpPr/>
              <p:nvPr/>
            </p:nvGrpSpPr>
            <p:grpSpPr>
              <a:xfrm flipH="1">
                <a:off x="5400000" y="36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459" name="直線コネクタ 143458">
                  <a:extLst>
                    <a:ext uri="{FF2B5EF4-FFF2-40B4-BE49-F238E27FC236}">
                      <a16:creationId xmlns:a16="http://schemas.microsoft.com/office/drawing/2014/main" id="{266D83F2-2C7D-4724-9AD3-6889CB34191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0" name="直線コネクタ 143459">
                  <a:extLst>
                    <a:ext uri="{FF2B5EF4-FFF2-40B4-BE49-F238E27FC236}">
                      <a16:creationId xmlns:a16="http://schemas.microsoft.com/office/drawing/2014/main" id="{14E2054A-7E1A-4599-ABD6-0886F70CE3C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1" name="直線コネクタ 143460">
                  <a:extLst>
                    <a:ext uri="{FF2B5EF4-FFF2-40B4-BE49-F238E27FC236}">
                      <a16:creationId xmlns:a16="http://schemas.microsoft.com/office/drawing/2014/main" id="{D8DE59D9-0965-4C83-8823-369CEBBE3E2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2" name="直線コネクタ 143461">
                  <a:extLst>
                    <a:ext uri="{FF2B5EF4-FFF2-40B4-BE49-F238E27FC236}">
                      <a16:creationId xmlns:a16="http://schemas.microsoft.com/office/drawing/2014/main" id="{0F8820A2-D707-4366-98A1-C778E5A0E13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3" name="直線コネクタ 143462">
                  <a:extLst>
                    <a:ext uri="{FF2B5EF4-FFF2-40B4-BE49-F238E27FC236}">
                      <a16:creationId xmlns:a16="http://schemas.microsoft.com/office/drawing/2014/main" id="{8F9B8555-51A1-4B9E-8C08-60938AA246B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4" name="直線コネクタ 143463">
                  <a:extLst>
                    <a:ext uri="{FF2B5EF4-FFF2-40B4-BE49-F238E27FC236}">
                      <a16:creationId xmlns:a16="http://schemas.microsoft.com/office/drawing/2014/main" id="{FD1522EB-E402-4D3E-A1B8-0FAF26DAB6E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5" name="直線コネクタ 143464">
                  <a:extLst>
                    <a:ext uri="{FF2B5EF4-FFF2-40B4-BE49-F238E27FC236}">
                      <a16:creationId xmlns:a16="http://schemas.microsoft.com/office/drawing/2014/main" id="{7A964978-EB2D-489E-804D-9CA278F865F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6" name="直線コネクタ 143465">
                  <a:extLst>
                    <a:ext uri="{FF2B5EF4-FFF2-40B4-BE49-F238E27FC236}">
                      <a16:creationId xmlns:a16="http://schemas.microsoft.com/office/drawing/2014/main" id="{4A569C3B-71DC-4AEB-8AF9-26EEC244F4C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7" name="直線コネクタ 143466">
                  <a:extLst>
                    <a:ext uri="{FF2B5EF4-FFF2-40B4-BE49-F238E27FC236}">
                      <a16:creationId xmlns:a16="http://schemas.microsoft.com/office/drawing/2014/main" id="{9602519D-4A86-4CDD-BA3F-0EBD8EA5D60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8" name="直線コネクタ 143467">
                  <a:extLst>
                    <a:ext uri="{FF2B5EF4-FFF2-40B4-BE49-F238E27FC236}">
                      <a16:creationId xmlns:a16="http://schemas.microsoft.com/office/drawing/2014/main" id="{67E8479D-6F95-44D5-9E4B-98267D70CD9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69" name="直線コネクタ 143468">
                  <a:extLst>
                    <a:ext uri="{FF2B5EF4-FFF2-40B4-BE49-F238E27FC236}">
                      <a16:creationId xmlns:a16="http://schemas.microsoft.com/office/drawing/2014/main" id="{85DEE175-C03C-445B-BDE2-725074F406C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0" name="直線コネクタ 143469">
                  <a:extLst>
                    <a:ext uri="{FF2B5EF4-FFF2-40B4-BE49-F238E27FC236}">
                      <a16:creationId xmlns:a16="http://schemas.microsoft.com/office/drawing/2014/main" id="{E62DBE89-61C8-49DD-9211-FF484D974C9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1" name="直線コネクタ 143470">
                  <a:extLst>
                    <a:ext uri="{FF2B5EF4-FFF2-40B4-BE49-F238E27FC236}">
                      <a16:creationId xmlns:a16="http://schemas.microsoft.com/office/drawing/2014/main" id="{CD4907CE-9F50-43A4-A8E4-323C79E420B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2" name="直線コネクタ 143471">
                  <a:extLst>
                    <a:ext uri="{FF2B5EF4-FFF2-40B4-BE49-F238E27FC236}">
                      <a16:creationId xmlns:a16="http://schemas.microsoft.com/office/drawing/2014/main" id="{1D3B053F-C6B4-4626-A911-258B106A2EF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3" name="直線コネクタ 143472">
                  <a:extLst>
                    <a:ext uri="{FF2B5EF4-FFF2-40B4-BE49-F238E27FC236}">
                      <a16:creationId xmlns:a16="http://schemas.microsoft.com/office/drawing/2014/main" id="{F38F330D-1D5C-4DF6-83EE-EF27B08D2E7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4" name="直線コネクタ 143473">
                  <a:extLst>
                    <a:ext uri="{FF2B5EF4-FFF2-40B4-BE49-F238E27FC236}">
                      <a16:creationId xmlns:a16="http://schemas.microsoft.com/office/drawing/2014/main" id="{D2C85962-BA92-43AB-9C90-62340ED7EFF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5" name="直線コネクタ 143474">
                  <a:extLst>
                    <a:ext uri="{FF2B5EF4-FFF2-40B4-BE49-F238E27FC236}">
                      <a16:creationId xmlns:a16="http://schemas.microsoft.com/office/drawing/2014/main" id="{131C7372-4CD0-4E17-9C31-95D556894E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6" name="直線コネクタ 143475">
                  <a:extLst>
                    <a:ext uri="{FF2B5EF4-FFF2-40B4-BE49-F238E27FC236}">
                      <a16:creationId xmlns:a16="http://schemas.microsoft.com/office/drawing/2014/main" id="{A34F6196-6EEE-4614-A960-585773BB029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7" name="直線コネクタ 143476">
                  <a:extLst>
                    <a:ext uri="{FF2B5EF4-FFF2-40B4-BE49-F238E27FC236}">
                      <a16:creationId xmlns:a16="http://schemas.microsoft.com/office/drawing/2014/main" id="{35979652-B9BD-4FAF-BF58-4F2B2F88BA6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8" name="直線コネクタ 143477">
                  <a:extLst>
                    <a:ext uri="{FF2B5EF4-FFF2-40B4-BE49-F238E27FC236}">
                      <a16:creationId xmlns:a16="http://schemas.microsoft.com/office/drawing/2014/main" id="{0A63C510-7975-40AF-856D-017CE5D2F7D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79" name="直線コネクタ 143478">
                  <a:extLst>
                    <a:ext uri="{FF2B5EF4-FFF2-40B4-BE49-F238E27FC236}">
                      <a16:creationId xmlns:a16="http://schemas.microsoft.com/office/drawing/2014/main" id="{70F26979-6679-482C-B808-B4E3AEC5CC4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0" name="直線コネクタ 143479">
                  <a:extLst>
                    <a:ext uri="{FF2B5EF4-FFF2-40B4-BE49-F238E27FC236}">
                      <a16:creationId xmlns:a16="http://schemas.microsoft.com/office/drawing/2014/main" id="{541A153A-E03F-49F3-AD86-AB8FE4687B8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1" name="直線コネクタ 143480">
                  <a:extLst>
                    <a:ext uri="{FF2B5EF4-FFF2-40B4-BE49-F238E27FC236}">
                      <a16:creationId xmlns:a16="http://schemas.microsoft.com/office/drawing/2014/main" id="{69FFDA3C-A42A-4F1F-AD58-34F751C7B70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2" name="直線コネクタ 143481">
                  <a:extLst>
                    <a:ext uri="{FF2B5EF4-FFF2-40B4-BE49-F238E27FC236}">
                      <a16:creationId xmlns:a16="http://schemas.microsoft.com/office/drawing/2014/main" id="{F6DB4CEE-6772-4803-B029-5C47BBAB956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3" name="直線コネクタ 143482">
                  <a:extLst>
                    <a:ext uri="{FF2B5EF4-FFF2-40B4-BE49-F238E27FC236}">
                      <a16:creationId xmlns:a16="http://schemas.microsoft.com/office/drawing/2014/main" id="{D1884378-3FCC-410D-9A9E-70C9E555DEFF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4" name="直線コネクタ 143483">
                  <a:extLst>
                    <a:ext uri="{FF2B5EF4-FFF2-40B4-BE49-F238E27FC236}">
                      <a16:creationId xmlns:a16="http://schemas.microsoft.com/office/drawing/2014/main" id="{A9887F35-F194-44B2-B4BA-22221F1D299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5" name="直線コネクタ 143484">
                  <a:extLst>
                    <a:ext uri="{FF2B5EF4-FFF2-40B4-BE49-F238E27FC236}">
                      <a16:creationId xmlns:a16="http://schemas.microsoft.com/office/drawing/2014/main" id="{C0642DB7-5C06-4A94-B28B-F25F75892DB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6" name="直線コネクタ 143485">
                  <a:extLst>
                    <a:ext uri="{FF2B5EF4-FFF2-40B4-BE49-F238E27FC236}">
                      <a16:creationId xmlns:a16="http://schemas.microsoft.com/office/drawing/2014/main" id="{52F583DD-B3F7-4D55-A1D0-9A644AED994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7" name="直線コネクタ 143486">
                  <a:extLst>
                    <a:ext uri="{FF2B5EF4-FFF2-40B4-BE49-F238E27FC236}">
                      <a16:creationId xmlns:a16="http://schemas.microsoft.com/office/drawing/2014/main" id="{4823BE50-1B06-4158-AEE0-25F010DEBB1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8" name="直線コネクタ 143487">
                  <a:extLst>
                    <a:ext uri="{FF2B5EF4-FFF2-40B4-BE49-F238E27FC236}">
                      <a16:creationId xmlns:a16="http://schemas.microsoft.com/office/drawing/2014/main" id="{2D209F0E-D7F4-47EF-9281-A162F3D1A3E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89" name="直線コネクタ 143488">
                  <a:extLst>
                    <a:ext uri="{FF2B5EF4-FFF2-40B4-BE49-F238E27FC236}">
                      <a16:creationId xmlns:a16="http://schemas.microsoft.com/office/drawing/2014/main" id="{5CF0023E-3E0F-440D-99EB-83035974DDF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0" name="直線コネクタ 143489">
                  <a:extLst>
                    <a:ext uri="{FF2B5EF4-FFF2-40B4-BE49-F238E27FC236}">
                      <a16:creationId xmlns:a16="http://schemas.microsoft.com/office/drawing/2014/main" id="{B75429E7-EFFA-444A-BFED-1B28A0888F0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1" name="直線コネクタ 143490">
                  <a:extLst>
                    <a:ext uri="{FF2B5EF4-FFF2-40B4-BE49-F238E27FC236}">
                      <a16:creationId xmlns:a16="http://schemas.microsoft.com/office/drawing/2014/main" id="{FED51E1B-FC1E-43E0-B8BA-210781EBB8F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2" name="直線コネクタ 143491">
                  <a:extLst>
                    <a:ext uri="{FF2B5EF4-FFF2-40B4-BE49-F238E27FC236}">
                      <a16:creationId xmlns:a16="http://schemas.microsoft.com/office/drawing/2014/main" id="{CF08391D-7685-4575-8682-99C7B093257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3" name="直線コネクタ 143492">
                  <a:extLst>
                    <a:ext uri="{FF2B5EF4-FFF2-40B4-BE49-F238E27FC236}">
                      <a16:creationId xmlns:a16="http://schemas.microsoft.com/office/drawing/2014/main" id="{BABD77CE-AB46-4C17-AD5C-3C56515E440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4" name="直線コネクタ 143493">
                  <a:extLst>
                    <a:ext uri="{FF2B5EF4-FFF2-40B4-BE49-F238E27FC236}">
                      <a16:creationId xmlns:a16="http://schemas.microsoft.com/office/drawing/2014/main" id="{B2C1873B-7D66-4704-AF48-5E078ACCE90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5" name="直線コネクタ 143494">
                  <a:extLst>
                    <a:ext uri="{FF2B5EF4-FFF2-40B4-BE49-F238E27FC236}">
                      <a16:creationId xmlns:a16="http://schemas.microsoft.com/office/drawing/2014/main" id="{05840891-0EF1-4205-97BC-FFAD0D9A8E2B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6" name="直線コネクタ 143495">
                  <a:extLst>
                    <a:ext uri="{FF2B5EF4-FFF2-40B4-BE49-F238E27FC236}">
                      <a16:creationId xmlns:a16="http://schemas.microsoft.com/office/drawing/2014/main" id="{3BB0B664-45D9-4612-B94F-79F057FD802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7" name="直線コネクタ 143496">
                  <a:extLst>
                    <a:ext uri="{FF2B5EF4-FFF2-40B4-BE49-F238E27FC236}">
                      <a16:creationId xmlns:a16="http://schemas.microsoft.com/office/drawing/2014/main" id="{5064EDA0-D1B1-4690-A1A9-86FE158EFA2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8" name="直線コネクタ 143497">
                  <a:extLst>
                    <a:ext uri="{FF2B5EF4-FFF2-40B4-BE49-F238E27FC236}">
                      <a16:creationId xmlns:a16="http://schemas.microsoft.com/office/drawing/2014/main" id="{01C31C9B-4C32-4AD4-B249-9B669F7980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99" name="直線コネクタ 143498">
                  <a:extLst>
                    <a:ext uri="{FF2B5EF4-FFF2-40B4-BE49-F238E27FC236}">
                      <a16:creationId xmlns:a16="http://schemas.microsoft.com/office/drawing/2014/main" id="{1FB698F9-E25B-4D71-B53D-774B1F7DE7FE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0" name="直線コネクタ 143499">
                  <a:extLst>
                    <a:ext uri="{FF2B5EF4-FFF2-40B4-BE49-F238E27FC236}">
                      <a16:creationId xmlns:a16="http://schemas.microsoft.com/office/drawing/2014/main" id="{85D95479-CFF6-4F20-911F-B1363DB2344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1" name="直線コネクタ 143500">
                  <a:extLst>
                    <a:ext uri="{FF2B5EF4-FFF2-40B4-BE49-F238E27FC236}">
                      <a16:creationId xmlns:a16="http://schemas.microsoft.com/office/drawing/2014/main" id="{6F489EDE-2B10-4E3A-AE54-C713867622DD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2" name="直線コネクタ 143501">
                  <a:extLst>
                    <a:ext uri="{FF2B5EF4-FFF2-40B4-BE49-F238E27FC236}">
                      <a16:creationId xmlns:a16="http://schemas.microsoft.com/office/drawing/2014/main" id="{64EEF1E9-B077-409A-8E83-F279BB211F51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3" name="直線コネクタ 143502">
                  <a:extLst>
                    <a:ext uri="{FF2B5EF4-FFF2-40B4-BE49-F238E27FC236}">
                      <a16:creationId xmlns:a16="http://schemas.microsoft.com/office/drawing/2014/main" id="{8436965E-B416-4E49-A2FA-03194FDA8825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504" name="直線コネクタ 143503">
                  <a:extLst>
                    <a:ext uri="{FF2B5EF4-FFF2-40B4-BE49-F238E27FC236}">
                      <a16:creationId xmlns:a16="http://schemas.microsoft.com/office/drawing/2014/main" id="{C625F513-9063-49A3-AAEA-5F2E48C8B4D0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365" name="グループ化 143364">
                <a:extLst>
                  <a:ext uri="{FF2B5EF4-FFF2-40B4-BE49-F238E27FC236}">
                    <a16:creationId xmlns:a16="http://schemas.microsoft.com/office/drawing/2014/main" id="{8FA0E191-B738-4B93-BE12-0657D6B96EC7}"/>
                  </a:ext>
                </a:extLst>
              </p:cNvPr>
              <p:cNvGrpSpPr/>
              <p:nvPr/>
            </p:nvGrpSpPr>
            <p:grpSpPr>
              <a:xfrm flipV="1">
                <a:off x="7200000" y="18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413" name="直線コネクタ 143412">
                  <a:extLst>
                    <a:ext uri="{FF2B5EF4-FFF2-40B4-BE49-F238E27FC236}">
                      <a16:creationId xmlns:a16="http://schemas.microsoft.com/office/drawing/2014/main" id="{EE6A24F4-EE44-4CB7-BF4C-02FC1E02F69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4" name="直線コネクタ 143413">
                  <a:extLst>
                    <a:ext uri="{FF2B5EF4-FFF2-40B4-BE49-F238E27FC236}">
                      <a16:creationId xmlns:a16="http://schemas.microsoft.com/office/drawing/2014/main" id="{9E0B3CDD-12A1-4D60-B5DB-106CAD17A03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5" name="直線コネクタ 143414">
                  <a:extLst>
                    <a:ext uri="{FF2B5EF4-FFF2-40B4-BE49-F238E27FC236}">
                      <a16:creationId xmlns:a16="http://schemas.microsoft.com/office/drawing/2014/main" id="{A472D34F-B60F-4263-831E-BF5188C5694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6" name="直線コネクタ 143415">
                  <a:extLst>
                    <a:ext uri="{FF2B5EF4-FFF2-40B4-BE49-F238E27FC236}">
                      <a16:creationId xmlns:a16="http://schemas.microsoft.com/office/drawing/2014/main" id="{CC65100D-4254-412A-9D01-C7086432406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7" name="直線コネクタ 143416">
                  <a:extLst>
                    <a:ext uri="{FF2B5EF4-FFF2-40B4-BE49-F238E27FC236}">
                      <a16:creationId xmlns:a16="http://schemas.microsoft.com/office/drawing/2014/main" id="{85A70AA7-4E8C-4A93-9FCF-87792014274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8" name="直線コネクタ 143417">
                  <a:extLst>
                    <a:ext uri="{FF2B5EF4-FFF2-40B4-BE49-F238E27FC236}">
                      <a16:creationId xmlns:a16="http://schemas.microsoft.com/office/drawing/2014/main" id="{05D7BDB8-CF0B-4A11-8007-7238B23C097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9" name="直線コネクタ 143418">
                  <a:extLst>
                    <a:ext uri="{FF2B5EF4-FFF2-40B4-BE49-F238E27FC236}">
                      <a16:creationId xmlns:a16="http://schemas.microsoft.com/office/drawing/2014/main" id="{C3DD9EFA-516E-4985-8A5B-E90B43329359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0" name="直線コネクタ 143419">
                  <a:extLst>
                    <a:ext uri="{FF2B5EF4-FFF2-40B4-BE49-F238E27FC236}">
                      <a16:creationId xmlns:a16="http://schemas.microsoft.com/office/drawing/2014/main" id="{1A7523A8-A93E-490F-97B8-81C7CBC8B60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1" name="直線コネクタ 143420">
                  <a:extLst>
                    <a:ext uri="{FF2B5EF4-FFF2-40B4-BE49-F238E27FC236}">
                      <a16:creationId xmlns:a16="http://schemas.microsoft.com/office/drawing/2014/main" id="{85408ABD-EAD8-4E48-B09F-DB2FF03CE78C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2" name="直線コネクタ 143421">
                  <a:extLst>
                    <a:ext uri="{FF2B5EF4-FFF2-40B4-BE49-F238E27FC236}">
                      <a16:creationId xmlns:a16="http://schemas.microsoft.com/office/drawing/2014/main" id="{214C2716-9280-4C4C-8E2E-0C3DB79AAA2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3" name="直線コネクタ 143422">
                  <a:extLst>
                    <a:ext uri="{FF2B5EF4-FFF2-40B4-BE49-F238E27FC236}">
                      <a16:creationId xmlns:a16="http://schemas.microsoft.com/office/drawing/2014/main" id="{A98753AD-3E87-42E4-898C-248B97F4ED3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4" name="直線コネクタ 143423">
                  <a:extLst>
                    <a:ext uri="{FF2B5EF4-FFF2-40B4-BE49-F238E27FC236}">
                      <a16:creationId xmlns:a16="http://schemas.microsoft.com/office/drawing/2014/main" id="{E00BA69D-2C75-4BA3-8D39-1432E15E635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5" name="直線コネクタ 143424">
                  <a:extLst>
                    <a:ext uri="{FF2B5EF4-FFF2-40B4-BE49-F238E27FC236}">
                      <a16:creationId xmlns:a16="http://schemas.microsoft.com/office/drawing/2014/main" id="{5B54A14E-1B5D-4956-A238-6B356EC78B8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6" name="直線コネクタ 143425">
                  <a:extLst>
                    <a:ext uri="{FF2B5EF4-FFF2-40B4-BE49-F238E27FC236}">
                      <a16:creationId xmlns:a16="http://schemas.microsoft.com/office/drawing/2014/main" id="{C47FE743-3D3D-4ED0-AF45-CFDFF9D080B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7" name="直線コネクタ 143426">
                  <a:extLst>
                    <a:ext uri="{FF2B5EF4-FFF2-40B4-BE49-F238E27FC236}">
                      <a16:creationId xmlns:a16="http://schemas.microsoft.com/office/drawing/2014/main" id="{5A6F0ED4-17DB-4722-A3F5-B9023079EEC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8" name="直線コネクタ 143427">
                  <a:extLst>
                    <a:ext uri="{FF2B5EF4-FFF2-40B4-BE49-F238E27FC236}">
                      <a16:creationId xmlns:a16="http://schemas.microsoft.com/office/drawing/2014/main" id="{04A88A6F-0CDB-4498-AD9C-C7AAF73707B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29" name="直線コネクタ 143428">
                  <a:extLst>
                    <a:ext uri="{FF2B5EF4-FFF2-40B4-BE49-F238E27FC236}">
                      <a16:creationId xmlns:a16="http://schemas.microsoft.com/office/drawing/2014/main" id="{D9785F79-69F7-4036-B6CB-298F203172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0" name="直線コネクタ 143429">
                  <a:extLst>
                    <a:ext uri="{FF2B5EF4-FFF2-40B4-BE49-F238E27FC236}">
                      <a16:creationId xmlns:a16="http://schemas.microsoft.com/office/drawing/2014/main" id="{1CE8A8CE-48E9-4DBD-84B2-20A487F436EF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1" name="直線コネクタ 143430">
                  <a:extLst>
                    <a:ext uri="{FF2B5EF4-FFF2-40B4-BE49-F238E27FC236}">
                      <a16:creationId xmlns:a16="http://schemas.microsoft.com/office/drawing/2014/main" id="{73E0B9EA-989C-4AFA-AEBC-CF897CF8E94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2" name="直線コネクタ 143431">
                  <a:extLst>
                    <a:ext uri="{FF2B5EF4-FFF2-40B4-BE49-F238E27FC236}">
                      <a16:creationId xmlns:a16="http://schemas.microsoft.com/office/drawing/2014/main" id="{B66290F4-FE0F-43D2-B6E5-8DBD1EAA90E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3" name="直線コネクタ 143432">
                  <a:extLst>
                    <a:ext uri="{FF2B5EF4-FFF2-40B4-BE49-F238E27FC236}">
                      <a16:creationId xmlns:a16="http://schemas.microsoft.com/office/drawing/2014/main" id="{E530B30B-6278-4951-9C84-778EE234F9B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4" name="直線コネクタ 143433">
                  <a:extLst>
                    <a:ext uri="{FF2B5EF4-FFF2-40B4-BE49-F238E27FC236}">
                      <a16:creationId xmlns:a16="http://schemas.microsoft.com/office/drawing/2014/main" id="{4843F02E-8C97-411D-8097-851930494275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5" name="直線コネクタ 143434">
                  <a:extLst>
                    <a:ext uri="{FF2B5EF4-FFF2-40B4-BE49-F238E27FC236}">
                      <a16:creationId xmlns:a16="http://schemas.microsoft.com/office/drawing/2014/main" id="{E4B09489-0DF4-47E8-81C2-FDE2E5B17357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6" name="直線コネクタ 143435">
                  <a:extLst>
                    <a:ext uri="{FF2B5EF4-FFF2-40B4-BE49-F238E27FC236}">
                      <a16:creationId xmlns:a16="http://schemas.microsoft.com/office/drawing/2014/main" id="{0E883D28-31F7-4494-92D6-914473F2D7E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7" name="直線コネクタ 143436">
                  <a:extLst>
                    <a:ext uri="{FF2B5EF4-FFF2-40B4-BE49-F238E27FC236}">
                      <a16:creationId xmlns:a16="http://schemas.microsoft.com/office/drawing/2014/main" id="{CE21903E-7F21-484E-AE0A-704AAAA1AC1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8" name="直線コネクタ 143437">
                  <a:extLst>
                    <a:ext uri="{FF2B5EF4-FFF2-40B4-BE49-F238E27FC236}">
                      <a16:creationId xmlns:a16="http://schemas.microsoft.com/office/drawing/2014/main" id="{1D8904F9-33E6-4927-8D7F-2A6141A536A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39" name="直線コネクタ 143438">
                  <a:extLst>
                    <a:ext uri="{FF2B5EF4-FFF2-40B4-BE49-F238E27FC236}">
                      <a16:creationId xmlns:a16="http://schemas.microsoft.com/office/drawing/2014/main" id="{BFA864F8-960E-445C-8138-C7109C3770D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0" name="直線コネクタ 143439">
                  <a:extLst>
                    <a:ext uri="{FF2B5EF4-FFF2-40B4-BE49-F238E27FC236}">
                      <a16:creationId xmlns:a16="http://schemas.microsoft.com/office/drawing/2014/main" id="{D7B30799-5688-411F-9CA6-0C1A7AE4FA7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1" name="直線コネクタ 143440">
                  <a:extLst>
                    <a:ext uri="{FF2B5EF4-FFF2-40B4-BE49-F238E27FC236}">
                      <a16:creationId xmlns:a16="http://schemas.microsoft.com/office/drawing/2014/main" id="{BD160948-552F-49FE-AB22-ADDFD12590E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2" name="直線コネクタ 143441">
                  <a:extLst>
                    <a:ext uri="{FF2B5EF4-FFF2-40B4-BE49-F238E27FC236}">
                      <a16:creationId xmlns:a16="http://schemas.microsoft.com/office/drawing/2014/main" id="{6390026B-2491-4D11-8F75-6E867D4B323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3" name="直線コネクタ 143442">
                  <a:extLst>
                    <a:ext uri="{FF2B5EF4-FFF2-40B4-BE49-F238E27FC236}">
                      <a16:creationId xmlns:a16="http://schemas.microsoft.com/office/drawing/2014/main" id="{8FA09190-FFE8-48A9-A83E-1C20D226141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4" name="直線コネクタ 143443">
                  <a:extLst>
                    <a:ext uri="{FF2B5EF4-FFF2-40B4-BE49-F238E27FC236}">
                      <a16:creationId xmlns:a16="http://schemas.microsoft.com/office/drawing/2014/main" id="{1B97BC81-BE4D-419A-9F74-B94A1670180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5" name="直線コネクタ 143444">
                  <a:extLst>
                    <a:ext uri="{FF2B5EF4-FFF2-40B4-BE49-F238E27FC236}">
                      <a16:creationId xmlns:a16="http://schemas.microsoft.com/office/drawing/2014/main" id="{0F08A9D3-B8E8-4893-AF4F-E8A0131B3E2A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6" name="直線コネクタ 143445">
                  <a:extLst>
                    <a:ext uri="{FF2B5EF4-FFF2-40B4-BE49-F238E27FC236}">
                      <a16:creationId xmlns:a16="http://schemas.microsoft.com/office/drawing/2014/main" id="{915A2249-80E3-44FA-9001-8D2DFB5FC16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7" name="直線コネクタ 143446">
                  <a:extLst>
                    <a:ext uri="{FF2B5EF4-FFF2-40B4-BE49-F238E27FC236}">
                      <a16:creationId xmlns:a16="http://schemas.microsoft.com/office/drawing/2014/main" id="{D611EF70-36D4-49EC-9698-66EED518C36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8" name="直線コネクタ 143447">
                  <a:extLst>
                    <a:ext uri="{FF2B5EF4-FFF2-40B4-BE49-F238E27FC236}">
                      <a16:creationId xmlns:a16="http://schemas.microsoft.com/office/drawing/2014/main" id="{849E3602-276A-4E84-A957-B563533EEFB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49" name="直線コネクタ 143448">
                  <a:extLst>
                    <a:ext uri="{FF2B5EF4-FFF2-40B4-BE49-F238E27FC236}">
                      <a16:creationId xmlns:a16="http://schemas.microsoft.com/office/drawing/2014/main" id="{B2521ADB-065C-42CB-99EB-048998C1DFB4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0" name="直線コネクタ 143449">
                  <a:extLst>
                    <a:ext uri="{FF2B5EF4-FFF2-40B4-BE49-F238E27FC236}">
                      <a16:creationId xmlns:a16="http://schemas.microsoft.com/office/drawing/2014/main" id="{90A54B80-5787-44AC-9FE3-D6AE37D8A23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1" name="直線コネクタ 143450">
                  <a:extLst>
                    <a:ext uri="{FF2B5EF4-FFF2-40B4-BE49-F238E27FC236}">
                      <a16:creationId xmlns:a16="http://schemas.microsoft.com/office/drawing/2014/main" id="{E5D6E9DA-2743-4297-A27D-9F8CD3D7DB5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2" name="直線コネクタ 143451">
                  <a:extLst>
                    <a:ext uri="{FF2B5EF4-FFF2-40B4-BE49-F238E27FC236}">
                      <a16:creationId xmlns:a16="http://schemas.microsoft.com/office/drawing/2014/main" id="{6BEBAE2C-11A4-4887-A2D1-CD23466563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3" name="直線コネクタ 143452">
                  <a:extLst>
                    <a:ext uri="{FF2B5EF4-FFF2-40B4-BE49-F238E27FC236}">
                      <a16:creationId xmlns:a16="http://schemas.microsoft.com/office/drawing/2014/main" id="{DE4661E3-AA68-4E2B-AE94-F5E180FA869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4" name="直線コネクタ 143453">
                  <a:extLst>
                    <a:ext uri="{FF2B5EF4-FFF2-40B4-BE49-F238E27FC236}">
                      <a16:creationId xmlns:a16="http://schemas.microsoft.com/office/drawing/2014/main" id="{429F135E-050C-431B-87CD-5ABC7986781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5" name="直線コネクタ 143454">
                  <a:extLst>
                    <a:ext uri="{FF2B5EF4-FFF2-40B4-BE49-F238E27FC236}">
                      <a16:creationId xmlns:a16="http://schemas.microsoft.com/office/drawing/2014/main" id="{D2627D5D-275E-4A78-8E15-964B533CE587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6" name="直線コネクタ 143455">
                  <a:extLst>
                    <a:ext uri="{FF2B5EF4-FFF2-40B4-BE49-F238E27FC236}">
                      <a16:creationId xmlns:a16="http://schemas.microsoft.com/office/drawing/2014/main" id="{0BA39CBE-D1C1-4B05-B6C8-8920F55799EA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7" name="直線コネクタ 143456">
                  <a:extLst>
                    <a:ext uri="{FF2B5EF4-FFF2-40B4-BE49-F238E27FC236}">
                      <a16:creationId xmlns:a16="http://schemas.microsoft.com/office/drawing/2014/main" id="{7112674A-A258-4102-B1F0-F9FF0D8CBFB7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58" name="直線コネクタ 143457">
                  <a:extLst>
                    <a:ext uri="{FF2B5EF4-FFF2-40B4-BE49-F238E27FC236}">
                      <a16:creationId xmlns:a16="http://schemas.microsoft.com/office/drawing/2014/main" id="{982962FB-A17D-4AB6-BAB7-69CE6F89AB46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366" name="グループ化 143365">
                <a:extLst>
                  <a:ext uri="{FF2B5EF4-FFF2-40B4-BE49-F238E27FC236}">
                    <a16:creationId xmlns:a16="http://schemas.microsoft.com/office/drawing/2014/main" id="{F2B8156A-CA91-4ECC-98E1-2297A25A6B2B}"/>
                  </a:ext>
                </a:extLst>
              </p:cNvPr>
              <p:cNvGrpSpPr/>
              <p:nvPr/>
            </p:nvGrpSpPr>
            <p:grpSpPr>
              <a:xfrm flipH="1" flipV="1">
                <a:off x="5400000" y="1800000"/>
                <a:ext cx="1800000" cy="1800000"/>
                <a:chOff x="7200000" y="3600000"/>
                <a:chExt cx="1800000" cy="1800000"/>
              </a:xfrm>
            </p:grpSpPr>
            <p:cxnSp>
              <p:nvCxnSpPr>
                <p:cNvPr id="143367" name="直線コネクタ 143366">
                  <a:extLst>
                    <a:ext uri="{FF2B5EF4-FFF2-40B4-BE49-F238E27FC236}">
                      <a16:creationId xmlns:a16="http://schemas.microsoft.com/office/drawing/2014/main" id="{A8414279-47EC-457A-8C0B-5B5B74EC4ED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68" name="直線コネクタ 143367">
                  <a:extLst>
                    <a:ext uri="{FF2B5EF4-FFF2-40B4-BE49-F238E27FC236}">
                      <a16:creationId xmlns:a16="http://schemas.microsoft.com/office/drawing/2014/main" id="{3AE7F9C7-184F-45F2-8A1C-F4FFE53DF39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69" name="直線コネクタ 143368">
                  <a:extLst>
                    <a:ext uri="{FF2B5EF4-FFF2-40B4-BE49-F238E27FC236}">
                      <a16:creationId xmlns:a16="http://schemas.microsoft.com/office/drawing/2014/main" id="{190AC34D-ECD2-4886-B86B-995ACBE8D283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0" name="直線コネクタ 143369">
                  <a:extLst>
                    <a:ext uri="{FF2B5EF4-FFF2-40B4-BE49-F238E27FC236}">
                      <a16:creationId xmlns:a16="http://schemas.microsoft.com/office/drawing/2014/main" id="{859FDF16-0FE7-401C-89FD-CBAE6929DF4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1" name="直線コネクタ 143370">
                  <a:extLst>
                    <a:ext uri="{FF2B5EF4-FFF2-40B4-BE49-F238E27FC236}">
                      <a16:creationId xmlns:a16="http://schemas.microsoft.com/office/drawing/2014/main" id="{A6C8F037-54F3-4BB3-AD18-FC03717A6AA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2" name="直線コネクタ 143371">
                  <a:extLst>
                    <a:ext uri="{FF2B5EF4-FFF2-40B4-BE49-F238E27FC236}">
                      <a16:creationId xmlns:a16="http://schemas.microsoft.com/office/drawing/2014/main" id="{15453C41-DB9A-4B9C-A899-CDD1BDD6E161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3" name="直線コネクタ 143372">
                  <a:extLst>
                    <a:ext uri="{FF2B5EF4-FFF2-40B4-BE49-F238E27FC236}">
                      <a16:creationId xmlns:a16="http://schemas.microsoft.com/office/drawing/2014/main" id="{C2DCD3F1-4FA6-4A00-87CB-B328CF0B2F7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4" name="直線コネクタ 143373">
                  <a:extLst>
                    <a:ext uri="{FF2B5EF4-FFF2-40B4-BE49-F238E27FC236}">
                      <a16:creationId xmlns:a16="http://schemas.microsoft.com/office/drawing/2014/main" id="{AE3DC3D6-33A3-4C7A-BB8D-96996E8FCC4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5" name="直線コネクタ 143374">
                  <a:extLst>
                    <a:ext uri="{FF2B5EF4-FFF2-40B4-BE49-F238E27FC236}">
                      <a16:creationId xmlns:a16="http://schemas.microsoft.com/office/drawing/2014/main" id="{888D459A-EA0B-4B88-BD80-9BAA904D81A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6" name="直線コネクタ 143375">
                  <a:extLst>
                    <a:ext uri="{FF2B5EF4-FFF2-40B4-BE49-F238E27FC236}">
                      <a16:creationId xmlns:a16="http://schemas.microsoft.com/office/drawing/2014/main" id="{DE51ED42-EC1C-4EA2-9EEC-6EB6A8F2D224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7" name="直線コネクタ 143376">
                  <a:extLst>
                    <a:ext uri="{FF2B5EF4-FFF2-40B4-BE49-F238E27FC236}">
                      <a16:creationId xmlns:a16="http://schemas.microsoft.com/office/drawing/2014/main" id="{179CE5B6-3CB9-4CBB-9A2C-39193F66E3C2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8" name="直線コネクタ 143377">
                  <a:extLst>
                    <a:ext uri="{FF2B5EF4-FFF2-40B4-BE49-F238E27FC236}">
                      <a16:creationId xmlns:a16="http://schemas.microsoft.com/office/drawing/2014/main" id="{05F8A39E-4267-4AE4-ADD4-AC52B785884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79" name="直線コネクタ 143378">
                  <a:extLst>
                    <a:ext uri="{FF2B5EF4-FFF2-40B4-BE49-F238E27FC236}">
                      <a16:creationId xmlns:a16="http://schemas.microsoft.com/office/drawing/2014/main" id="{22533B6A-2531-46A0-ADC9-281AB89541B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0" name="直線コネクタ 143379">
                  <a:extLst>
                    <a:ext uri="{FF2B5EF4-FFF2-40B4-BE49-F238E27FC236}">
                      <a16:creationId xmlns:a16="http://schemas.microsoft.com/office/drawing/2014/main" id="{6B36472A-F284-4E9B-BE68-3C58F4A88EF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1" name="直線コネクタ 143380">
                  <a:extLst>
                    <a:ext uri="{FF2B5EF4-FFF2-40B4-BE49-F238E27FC236}">
                      <a16:creationId xmlns:a16="http://schemas.microsoft.com/office/drawing/2014/main" id="{07FA82C0-3EC3-4BD3-8CFD-F6E96C282F3E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2" name="直線コネクタ 143381">
                  <a:extLst>
                    <a:ext uri="{FF2B5EF4-FFF2-40B4-BE49-F238E27FC236}">
                      <a16:creationId xmlns:a16="http://schemas.microsoft.com/office/drawing/2014/main" id="{BDB0D7EA-E7B2-4EDE-A83D-2EB4C121843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3" name="直線コネクタ 143382">
                  <a:extLst>
                    <a:ext uri="{FF2B5EF4-FFF2-40B4-BE49-F238E27FC236}">
                      <a16:creationId xmlns:a16="http://schemas.microsoft.com/office/drawing/2014/main" id="{9C7EA7FA-344D-45CA-8730-94DA03FEF5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00000" y="360000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4" name="直線コネクタ 143383">
                  <a:extLst>
                    <a:ext uri="{FF2B5EF4-FFF2-40B4-BE49-F238E27FC236}">
                      <a16:creationId xmlns:a16="http://schemas.microsoft.com/office/drawing/2014/main" id="{8191E212-9859-49D2-AD15-75BC614DCE9D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5" name="直線コネクタ 143384">
                  <a:extLst>
                    <a:ext uri="{FF2B5EF4-FFF2-40B4-BE49-F238E27FC236}">
                      <a16:creationId xmlns:a16="http://schemas.microsoft.com/office/drawing/2014/main" id="{D2C2B706-37AB-4DDD-82B4-4EC3F9F7268B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6" name="直線コネクタ 143385">
                  <a:extLst>
                    <a:ext uri="{FF2B5EF4-FFF2-40B4-BE49-F238E27FC236}">
                      <a16:creationId xmlns:a16="http://schemas.microsoft.com/office/drawing/2014/main" id="{F58641D0-1D39-4080-A2A7-A8313FA03A6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7" name="直線コネクタ 143386">
                  <a:extLst>
                    <a:ext uri="{FF2B5EF4-FFF2-40B4-BE49-F238E27FC236}">
                      <a16:creationId xmlns:a16="http://schemas.microsoft.com/office/drawing/2014/main" id="{52531E84-AEC3-4A64-80C5-DF00C9FC1106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8" name="直線コネクタ 143387">
                  <a:extLst>
                    <a:ext uri="{FF2B5EF4-FFF2-40B4-BE49-F238E27FC236}">
                      <a16:creationId xmlns:a16="http://schemas.microsoft.com/office/drawing/2014/main" id="{11F6F68C-B856-470E-B8CC-51F9B8FF95E0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89" name="直線コネクタ 143388">
                  <a:extLst>
                    <a:ext uri="{FF2B5EF4-FFF2-40B4-BE49-F238E27FC236}">
                      <a16:creationId xmlns:a16="http://schemas.microsoft.com/office/drawing/2014/main" id="{FA4A2BFD-D5A8-4CD3-AEC1-C6650AA4295A}"/>
                    </a:ext>
                  </a:extLst>
                </p:cNvPr>
                <p:cNvCxnSpPr/>
                <p:nvPr/>
              </p:nvCxnSpPr>
              <p:spPr>
                <a:xfrm>
                  <a:off x="7200000" y="360000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0" name="直線コネクタ 143389">
                  <a:extLst>
                    <a:ext uri="{FF2B5EF4-FFF2-40B4-BE49-F238E27FC236}">
                      <a16:creationId xmlns:a16="http://schemas.microsoft.com/office/drawing/2014/main" id="{E7913D15-6DF4-46A3-8D2C-74A4A720C56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00000" y="4500000"/>
                  <a:ext cx="1800000" cy="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1" name="直線コネクタ 143390">
                  <a:extLst>
                    <a:ext uri="{FF2B5EF4-FFF2-40B4-BE49-F238E27FC236}">
                      <a16:creationId xmlns:a16="http://schemas.microsoft.com/office/drawing/2014/main" id="{73E627FE-A742-43F9-8544-095DF67EC39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31500" y="4468500"/>
                  <a:ext cx="1800000" cy="63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2" name="直線コネクタ 143391">
                  <a:extLst>
                    <a:ext uri="{FF2B5EF4-FFF2-40B4-BE49-F238E27FC236}">
                      <a16:creationId xmlns:a16="http://schemas.microsoft.com/office/drawing/2014/main" id="{EDA39EF1-D620-41AF-8A2B-F10DA8A4E335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63000" y="4437000"/>
                  <a:ext cx="1800000" cy="126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3" name="直線コネクタ 143392">
                  <a:extLst>
                    <a:ext uri="{FF2B5EF4-FFF2-40B4-BE49-F238E27FC236}">
                      <a16:creationId xmlns:a16="http://schemas.microsoft.com/office/drawing/2014/main" id="{30A09E25-A151-4205-9E26-209D32674F4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394680" y="4405320"/>
                  <a:ext cx="1800000" cy="189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4" name="直線コネクタ 143393">
                  <a:extLst>
                    <a:ext uri="{FF2B5EF4-FFF2-40B4-BE49-F238E27FC236}">
                      <a16:creationId xmlns:a16="http://schemas.microsoft.com/office/drawing/2014/main" id="{66D976F1-EDCC-48B5-907D-4EBC0A668C3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26540" y="4373460"/>
                  <a:ext cx="1800000" cy="253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5" name="直線コネクタ 143394">
                  <a:extLst>
                    <a:ext uri="{FF2B5EF4-FFF2-40B4-BE49-F238E27FC236}">
                      <a16:creationId xmlns:a16="http://schemas.microsoft.com/office/drawing/2014/main" id="{599BE5EA-A4C5-43BF-B118-B11540AED40C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58760" y="4341240"/>
                  <a:ext cx="1800000" cy="3175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6" name="直線コネクタ 143395">
                  <a:extLst>
                    <a:ext uri="{FF2B5EF4-FFF2-40B4-BE49-F238E27FC236}">
                      <a16:creationId xmlns:a16="http://schemas.microsoft.com/office/drawing/2014/main" id="{2B1D1CC8-61D5-4AAC-8D13-DB53188F2428}"/>
                    </a:ext>
                  </a:extLst>
                </p:cNvPr>
                <p:cNvCxnSpPr/>
                <p:nvPr/>
              </p:nvCxnSpPr>
              <p:spPr>
                <a:xfrm rot="5400000" flipV="1">
                  <a:off x="6491340" y="4308660"/>
                  <a:ext cx="1800000" cy="3826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7" name="直線コネクタ 143396">
                  <a:extLst>
                    <a:ext uri="{FF2B5EF4-FFF2-40B4-BE49-F238E27FC236}">
                      <a16:creationId xmlns:a16="http://schemas.microsoft.com/office/drawing/2014/main" id="{B77EEFD2-BBAC-4C7B-AB8E-4915B8B0532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24460" y="4275540"/>
                  <a:ext cx="1800000" cy="4489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8" name="直線コネクタ 143397">
                  <a:extLst>
                    <a:ext uri="{FF2B5EF4-FFF2-40B4-BE49-F238E27FC236}">
                      <a16:creationId xmlns:a16="http://schemas.microsoft.com/office/drawing/2014/main" id="{4BD0F407-45A5-4796-AACF-FC270C7D0B0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58120" y="4241880"/>
                  <a:ext cx="1800000" cy="516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399" name="直線コネクタ 143398">
                  <a:extLst>
                    <a:ext uri="{FF2B5EF4-FFF2-40B4-BE49-F238E27FC236}">
                      <a16:creationId xmlns:a16="http://schemas.microsoft.com/office/drawing/2014/main" id="{E94BADBA-209A-4BA1-81E8-DFA885024D3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592500" y="4207500"/>
                  <a:ext cx="1800000" cy="5850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0" name="直線コネクタ 143399">
                  <a:extLst>
                    <a:ext uri="{FF2B5EF4-FFF2-40B4-BE49-F238E27FC236}">
                      <a16:creationId xmlns:a16="http://schemas.microsoft.com/office/drawing/2014/main" id="{4279490E-BDEE-4042-9DD9-BCA7F8ACF192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27600" y="4172400"/>
                  <a:ext cx="1800000" cy="655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1" name="直線コネクタ 143400">
                  <a:extLst>
                    <a:ext uri="{FF2B5EF4-FFF2-40B4-BE49-F238E27FC236}">
                      <a16:creationId xmlns:a16="http://schemas.microsoft.com/office/drawing/2014/main" id="{49EED6F7-D852-4BA7-A09D-DE30357434B9}"/>
                    </a:ext>
                  </a:extLst>
                </p:cNvPr>
                <p:cNvCxnSpPr/>
                <p:nvPr/>
              </p:nvCxnSpPr>
              <p:spPr>
                <a:xfrm rot="5400000" flipV="1">
                  <a:off x="6663600" y="4136400"/>
                  <a:ext cx="1800000" cy="727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2" name="直線コネクタ 143401">
                  <a:extLst>
                    <a:ext uri="{FF2B5EF4-FFF2-40B4-BE49-F238E27FC236}">
                      <a16:creationId xmlns:a16="http://schemas.microsoft.com/office/drawing/2014/main" id="{6F616764-2649-46FF-8DAE-7657CFC1DEF0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00680" y="4099320"/>
                  <a:ext cx="1800000" cy="8013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3" name="直線コネクタ 143402">
                  <a:extLst>
                    <a:ext uri="{FF2B5EF4-FFF2-40B4-BE49-F238E27FC236}">
                      <a16:creationId xmlns:a16="http://schemas.microsoft.com/office/drawing/2014/main" id="{D1576BA7-8BF3-422D-B4D4-4EE5C51F7191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39020" y="4060980"/>
                  <a:ext cx="1800000" cy="8780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4" name="直線コネクタ 143403">
                  <a:extLst>
                    <a:ext uri="{FF2B5EF4-FFF2-40B4-BE49-F238E27FC236}">
                      <a16:creationId xmlns:a16="http://schemas.microsoft.com/office/drawing/2014/main" id="{B3885227-B136-436F-A343-B37F5CAD61A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778620" y="4021380"/>
                  <a:ext cx="1800000" cy="9572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5" name="直線コネクタ 143404">
                  <a:extLst>
                    <a:ext uri="{FF2B5EF4-FFF2-40B4-BE49-F238E27FC236}">
                      <a16:creationId xmlns:a16="http://schemas.microsoft.com/office/drawing/2014/main" id="{290BECAA-B50B-421E-9BD9-E7B4BBA4D5E3}"/>
                    </a:ext>
                  </a:extLst>
                </p:cNvPr>
                <p:cNvCxnSpPr/>
                <p:nvPr/>
              </p:nvCxnSpPr>
              <p:spPr>
                <a:xfrm rot="5400000" flipV="1">
                  <a:off x="6819660" y="3980340"/>
                  <a:ext cx="1800000" cy="10393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6" name="直線コネクタ 143405">
                  <a:extLst>
                    <a:ext uri="{FF2B5EF4-FFF2-40B4-BE49-F238E27FC236}">
                      <a16:creationId xmlns:a16="http://schemas.microsoft.com/office/drawing/2014/main" id="{91E4EC6B-B5CE-4185-8DF7-2F1E657E87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6862320" y="3937680"/>
                  <a:ext cx="1800000" cy="112464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7" name="直線コネクタ 143406">
                  <a:extLst>
                    <a:ext uri="{FF2B5EF4-FFF2-40B4-BE49-F238E27FC236}">
                      <a16:creationId xmlns:a16="http://schemas.microsoft.com/office/drawing/2014/main" id="{DA8466C0-10C9-498B-93C8-681475EA595D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07140" y="3892860"/>
                  <a:ext cx="1800000" cy="12142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8" name="直線コネクタ 143407">
                  <a:extLst>
                    <a:ext uri="{FF2B5EF4-FFF2-40B4-BE49-F238E27FC236}">
                      <a16:creationId xmlns:a16="http://schemas.microsoft.com/office/drawing/2014/main" id="{260DE431-FF8C-4E04-9F6F-753CDB9BDD77}"/>
                    </a:ext>
                  </a:extLst>
                </p:cNvPr>
                <p:cNvCxnSpPr/>
                <p:nvPr/>
              </p:nvCxnSpPr>
              <p:spPr>
                <a:xfrm rot="5400000" flipV="1">
                  <a:off x="6953940" y="3846060"/>
                  <a:ext cx="1800000" cy="13078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09" name="直線コネクタ 143408">
                  <a:extLst>
                    <a:ext uri="{FF2B5EF4-FFF2-40B4-BE49-F238E27FC236}">
                      <a16:creationId xmlns:a16="http://schemas.microsoft.com/office/drawing/2014/main" id="{C402EF29-9F30-43A9-AC18-58E47A680498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03080" y="3796920"/>
                  <a:ext cx="1800000" cy="140616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0" name="直線コネクタ 143409">
                  <a:extLst>
                    <a:ext uri="{FF2B5EF4-FFF2-40B4-BE49-F238E27FC236}">
                      <a16:creationId xmlns:a16="http://schemas.microsoft.com/office/drawing/2014/main" id="{20C08772-3F5F-4DF2-93E3-EBEB4399921C}"/>
                    </a:ext>
                  </a:extLst>
                </p:cNvPr>
                <p:cNvCxnSpPr/>
                <p:nvPr/>
              </p:nvCxnSpPr>
              <p:spPr>
                <a:xfrm rot="5400000" flipV="1">
                  <a:off x="7055100" y="3744900"/>
                  <a:ext cx="1800000" cy="151020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1" name="直線コネクタ 143410">
                  <a:extLst>
                    <a:ext uri="{FF2B5EF4-FFF2-40B4-BE49-F238E27FC236}">
                      <a16:creationId xmlns:a16="http://schemas.microsoft.com/office/drawing/2014/main" id="{933DA64F-B0F7-4595-975C-DF3AFE076EDE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10360" y="3689640"/>
                  <a:ext cx="1800000" cy="162072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412" name="直線コネクタ 143411">
                  <a:extLst>
                    <a:ext uri="{FF2B5EF4-FFF2-40B4-BE49-F238E27FC236}">
                      <a16:creationId xmlns:a16="http://schemas.microsoft.com/office/drawing/2014/main" id="{B15180F4-6C00-4868-BC7D-8B1A6CA8D88F}"/>
                    </a:ext>
                  </a:extLst>
                </p:cNvPr>
                <p:cNvCxnSpPr/>
                <p:nvPr/>
              </p:nvCxnSpPr>
              <p:spPr>
                <a:xfrm rot="5400000" flipV="1">
                  <a:off x="7169040" y="3630960"/>
                  <a:ext cx="1800000" cy="1738080"/>
                </a:xfrm>
                <a:prstGeom prst="line">
                  <a:avLst/>
                </a:prstGeom>
                <a:ln w="190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42860" name="グループ化 142859">
            <a:extLst>
              <a:ext uri="{FF2B5EF4-FFF2-40B4-BE49-F238E27FC236}">
                <a16:creationId xmlns:a16="http://schemas.microsoft.com/office/drawing/2014/main" id="{28679C55-6A37-40E2-A450-553B44FBA474}"/>
              </a:ext>
            </a:extLst>
          </p:cNvPr>
          <p:cNvGrpSpPr/>
          <p:nvPr/>
        </p:nvGrpSpPr>
        <p:grpSpPr>
          <a:xfrm>
            <a:off x="-72000" y="-72000"/>
            <a:ext cx="10944000" cy="10944000"/>
            <a:chOff x="-72000" y="-72000"/>
            <a:chExt cx="10944000" cy="10944000"/>
          </a:xfrm>
        </p:grpSpPr>
        <p:sp>
          <p:nvSpPr>
            <p:cNvPr id="142861" name="正方形/長方形 142860">
              <a:extLst>
                <a:ext uri="{FF2B5EF4-FFF2-40B4-BE49-F238E27FC236}">
                  <a16:creationId xmlns:a16="http://schemas.microsoft.com/office/drawing/2014/main" id="{150DCEA1-82F1-441F-92AA-28184DB3D232}"/>
                </a:ext>
              </a:extLst>
            </p:cNvPr>
            <p:cNvSpPr/>
            <p:nvPr/>
          </p:nvSpPr>
          <p:spPr>
            <a:xfrm>
              <a:off x="-72000" y="-72000"/>
              <a:ext cx="1872000" cy="10944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2862" name="正方形/長方形 142861">
              <a:extLst>
                <a:ext uri="{FF2B5EF4-FFF2-40B4-BE49-F238E27FC236}">
                  <a16:creationId xmlns:a16="http://schemas.microsoft.com/office/drawing/2014/main" id="{8081E4EE-47C1-4F47-B955-3E9891E44A01}"/>
                </a:ext>
              </a:extLst>
            </p:cNvPr>
            <p:cNvSpPr/>
            <p:nvPr/>
          </p:nvSpPr>
          <p:spPr>
            <a:xfrm>
              <a:off x="-72000" y="-72000"/>
              <a:ext cx="10944000" cy="1872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2863" name="正方形/長方形 142862">
              <a:extLst>
                <a:ext uri="{FF2B5EF4-FFF2-40B4-BE49-F238E27FC236}">
                  <a16:creationId xmlns:a16="http://schemas.microsoft.com/office/drawing/2014/main" id="{F6F3E24D-0E99-4659-A4A8-7FE57F927D8F}"/>
                </a:ext>
              </a:extLst>
            </p:cNvPr>
            <p:cNvSpPr/>
            <p:nvPr/>
          </p:nvSpPr>
          <p:spPr>
            <a:xfrm>
              <a:off x="-72000" y="9000000"/>
              <a:ext cx="10944000" cy="1872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2864" name="正方形/長方形 142863">
              <a:extLst>
                <a:ext uri="{FF2B5EF4-FFF2-40B4-BE49-F238E27FC236}">
                  <a16:creationId xmlns:a16="http://schemas.microsoft.com/office/drawing/2014/main" id="{6C89CF99-A773-408F-88FE-6EF017B8E592}"/>
                </a:ext>
              </a:extLst>
            </p:cNvPr>
            <p:cNvSpPr/>
            <p:nvPr/>
          </p:nvSpPr>
          <p:spPr>
            <a:xfrm>
              <a:off x="9000000" y="-72000"/>
              <a:ext cx="1872000" cy="10944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2481383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テーマ">
  <a:themeElements>
    <a:clrScheme name="Office テーマ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テーマ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テーマ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游ゴシック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游ゴシック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68060</TotalTime>
  <Words>0</Words>
  <PresentationFormat>ユーザー設定</PresentationFormat>
  <Paragraphs>0</Paragraphs>
  <Slides>1</Slides>
  <Notes>0</Notes>
  <HiddenSlides>0</HiddenSlides>
  <MMClips>0</MMClips>
  <ScaleCrop>false</ScaleCrop>
  <HeadingPairs>
    <vt:vector size="6" baseType="variant">
      <vt:variant>
        <vt:lpstr>使用されているフォント</vt:lpstr>
      </vt:variant>
      <vt:variant>
        <vt:i4>4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1</vt:i4>
      </vt:variant>
    </vt:vector>
  </HeadingPairs>
  <TitlesOfParts>
    <vt:vector size="6" baseType="lpstr">
      <vt:lpstr>游ゴシック</vt:lpstr>
      <vt:lpstr>Arial</vt:lpstr>
      <vt:lpstr>Calibri</vt:lpstr>
      <vt:lpstr>Calibri Light</vt:lpstr>
      <vt:lpstr>Office テーマ</vt:lpstr>
      <vt:lpstr>PowerPoint プレゼンテーション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2019-04-30T13:25:59Z</dcterms:created>
  <dcterms:modified xsi:type="dcterms:W3CDTF">2021-03-02T13:36:54Z</dcterms:modified>
</cp:coreProperties>
</file>